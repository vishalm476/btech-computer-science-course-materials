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13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9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6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5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9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11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1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1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23E9331F-D6FD-5AE0-4A4A-CBD860E4B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49C35-D9D8-3FAB-5850-EFECAA2A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IN" sz="4800"/>
              <a:t>Spelling Correction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122D-D6A2-DDAF-C100-CE422595A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endParaRPr lang="en-IN" sz="2000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3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833B-E719-4492-3A39-406A32CA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Spell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BB8D-608A-71CF-DFEB-34F7DBF09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055237"/>
            <a:ext cx="10168128" cy="3694176"/>
          </a:xfrm>
        </p:spPr>
        <p:txBody>
          <a:bodyPr/>
          <a:lstStyle/>
          <a:p>
            <a:r>
              <a:rPr lang="en-IN" dirty="0"/>
              <a:t>Two principle uses </a:t>
            </a:r>
          </a:p>
          <a:p>
            <a:pPr lvl="1"/>
            <a:r>
              <a:rPr lang="en-IN" dirty="0"/>
              <a:t>Correcting documents being indexed</a:t>
            </a:r>
          </a:p>
          <a:p>
            <a:pPr lvl="1"/>
            <a:r>
              <a:rPr lang="en-IN" dirty="0"/>
              <a:t>Correcting user queries to retrieve “right” answer</a:t>
            </a:r>
          </a:p>
          <a:p>
            <a:r>
              <a:rPr lang="en-IN" dirty="0"/>
              <a:t>Two main </a:t>
            </a:r>
            <a:r>
              <a:rPr lang="en-IN" dirty="0" err="1"/>
              <a:t>flavors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Isolated words</a:t>
            </a:r>
          </a:p>
          <a:p>
            <a:pPr lvl="2"/>
            <a:r>
              <a:rPr lang="en-IN" dirty="0"/>
              <a:t>Check each word on its own for misspelling</a:t>
            </a:r>
          </a:p>
          <a:p>
            <a:pPr lvl="2"/>
            <a:r>
              <a:rPr lang="en-IN" dirty="0"/>
              <a:t>Will not catch typos resulting in correctly spelled words</a:t>
            </a:r>
          </a:p>
          <a:p>
            <a:pPr lvl="2"/>
            <a:r>
              <a:rPr lang="en-IN" dirty="0"/>
              <a:t>e.g. </a:t>
            </a:r>
            <a:r>
              <a:rPr lang="en-IN" dirty="0" err="1"/>
              <a:t>from</a:t>
            </a:r>
            <a:r>
              <a:rPr lang="en-IN" dirty="0" err="1">
                <a:sym typeface="Wingdings" panose="05000000000000000000" pitchFamily="2" charset="2"/>
              </a:rPr>
              <a:t>form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Context sensitive</a:t>
            </a:r>
          </a:p>
          <a:p>
            <a:pPr lvl="2"/>
            <a:r>
              <a:rPr lang="en-IN" dirty="0"/>
              <a:t>Look at surrounding words,</a:t>
            </a:r>
          </a:p>
          <a:p>
            <a:pPr lvl="2"/>
            <a:r>
              <a:rPr lang="en-IN" dirty="0"/>
              <a:t>e.g. I flew </a:t>
            </a:r>
            <a:r>
              <a:rPr lang="en-IN" u="sng" dirty="0"/>
              <a:t>form</a:t>
            </a:r>
            <a:r>
              <a:rPr lang="en-IN" dirty="0"/>
              <a:t> Delhi to Ranchi</a:t>
            </a:r>
          </a:p>
        </p:txBody>
      </p:sp>
    </p:spTree>
    <p:extLst>
      <p:ext uri="{BB962C8B-B14F-4D97-AF65-F5344CB8AC3E}">
        <p14:creationId xmlns:p14="http://schemas.microsoft.com/office/powerpoint/2010/main" val="173411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CA20-DEF9-B58A-A2F2-FF8A85E0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8FC0-D638-2713-077D-1C8CAF887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Especially needed for OCR’s document</a:t>
            </a:r>
          </a:p>
          <a:p>
            <a:pPr lvl="1"/>
            <a:r>
              <a:rPr lang="en-IN" dirty="0"/>
              <a:t>Correction algorithms are tuned for this.</a:t>
            </a:r>
          </a:p>
          <a:p>
            <a:pPr lvl="1"/>
            <a:r>
              <a:rPr lang="en-IN" dirty="0"/>
              <a:t>Can use domain-specific knowledge</a:t>
            </a:r>
          </a:p>
          <a:p>
            <a:pPr lvl="2"/>
            <a:r>
              <a:rPr lang="en-IN" dirty="0"/>
              <a:t>E.g. OCR can confuse O and D more often that it would confuse O and I (adjacent to QWETRY keyboard, so more likely </a:t>
            </a:r>
          </a:p>
          <a:p>
            <a:r>
              <a:rPr lang="en-IN" dirty="0"/>
              <a:t>But also: web pages and even printed material have typos</a:t>
            </a:r>
          </a:p>
          <a:p>
            <a:r>
              <a:rPr lang="en-IN" dirty="0"/>
              <a:t>Goal: the dictionary contains fewer misspellings</a:t>
            </a:r>
          </a:p>
          <a:p>
            <a:r>
              <a:rPr lang="en-IN" dirty="0"/>
              <a:t>But often we do not change the document and instead fix the query document mapping</a:t>
            </a:r>
          </a:p>
        </p:txBody>
      </p:sp>
    </p:spTree>
    <p:extLst>
      <p:ext uri="{BB962C8B-B14F-4D97-AF65-F5344CB8AC3E}">
        <p14:creationId xmlns:p14="http://schemas.microsoft.com/office/powerpoint/2010/main" val="80010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4A76-1F7A-3460-A2AA-F0E7C962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mis-spelling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730C-95F0-D351-598D-8C23F066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Principle focus</a:t>
            </a:r>
          </a:p>
          <a:p>
            <a:pPr lvl="1"/>
            <a:r>
              <a:rPr lang="en-IN" dirty="0"/>
              <a:t>e.g. the query </a:t>
            </a:r>
            <a:r>
              <a:rPr lang="en-IN" dirty="0" err="1"/>
              <a:t>sanath</a:t>
            </a:r>
            <a:r>
              <a:rPr lang="en-IN" dirty="0"/>
              <a:t> </a:t>
            </a:r>
            <a:r>
              <a:rPr lang="en-IN" dirty="0" err="1"/>
              <a:t>jaysuriya</a:t>
            </a:r>
            <a:r>
              <a:rPr lang="en-IN" dirty="0"/>
              <a:t> </a:t>
            </a:r>
          </a:p>
          <a:p>
            <a:r>
              <a:rPr lang="en-IN" dirty="0"/>
              <a:t>We can either</a:t>
            </a:r>
          </a:p>
          <a:p>
            <a:pPr lvl="1"/>
            <a:r>
              <a:rPr lang="en-IN" dirty="0"/>
              <a:t>Retrieve documents indexed by the correct spelling, OR</a:t>
            </a:r>
          </a:p>
          <a:p>
            <a:pPr lvl="1"/>
            <a:r>
              <a:rPr lang="en-IN" dirty="0"/>
              <a:t>Return several suggested alternative queries with the correct spelling</a:t>
            </a:r>
          </a:p>
          <a:p>
            <a:pPr lvl="2"/>
            <a:r>
              <a:rPr lang="en-IN" dirty="0"/>
              <a:t>Did you mean….. ?</a:t>
            </a:r>
          </a:p>
        </p:txBody>
      </p:sp>
    </p:spTree>
    <p:extLst>
      <p:ext uri="{BB962C8B-B14F-4D97-AF65-F5344CB8AC3E}">
        <p14:creationId xmlns:p14="http://schemas.microsoft.com/office/powerpoint/2010/main" val="235967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FB99-ADD4-64B8-62EC-2EEC7607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Isolated word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E43C-8C14-F002-7284-CE42764BB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Fundamental premise: there is a lexicon from which the correct spelling come</a:t>
            </a:r>
          </a:p>
          <a:p>
            <a:r>
              <a:rPr lang="en-IN" dirty="0"/>
              <a:t>Two basic choices for this</a:t>
            </a:r>
          </a:p>
          <a:p>
            <a:pPr lvl="1"/>
            <a:r>
              <a:rPr lang="en-IN" dirty="0"/>
              <a:t>A standard lexicon such as </a:t>
            </a:r>
          </a:p>
          <a:p>
            <a:pPr lvl="2"/>
            <a:r>
              <a:rPr lang="en-IN" dirty="0"/>
              <a:t>Webster’s English dictionary</a:t>
            </a:r>
          </a:p>
          <a:p>
            <a:pPr lvl="2"/>
            <a:r>
              <a:rPr lang="en-IN" dirty="0"/>
              <a:t>An “industry specific” lexicon- hand maintained </a:t>
            </a:r>
          </a:p>
          <a:p>
            <a:pPr lvl="1"/>
            <a:r>
              <a:rPr lang="en-IN" dirty="0"/>
              <a:t>The lexicon of the indexed corpus</a:t>
            </a:r>
          </a:p>
          <a:p>
            <a:pPr lvl="2"/>
            <a:r>
              <a:rPr lang="en-IN" dirty="0"/>
              <a:t>e.g. all word on the web </a:t>
            </a:r>
          </a:p>
        </p:txBody>
      </p:sp>
    </p:spTree>
    <p:extLst>
      <p:ext uri="{BB962C8B-B14F-4D97-AF65-F5344CB8AC3E}">
        <p14:creationId xmlns:p14="http://schemas.microsoft.com/office/powerpoint/2010/main" val="149691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12B4-8064-131B-F0E6-73A0C037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Isolated word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B7F8-EC27-73D0-42E3-6A639454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lexicon and a character sequence Q, return the words in the lexicon closest to Q</a:t>
            </a:r>
          </a:p>
          <a:p>
            <a:r>
              <a:rPr lang="en-IN" dirty="0"/>
              <a:t>What’s “closest”?</a:t>
            </a:r>
          </a:p>
          <a:p>
            <a:r>
              <a:rPr lang="en-IN" dirty="0"/>
              <a:t>We’ll study several alternatives</a:t>
            </a:r>
          </a:p>
          <a:p>
            <a:pPr lvl="1"/>
            <a:r>
              <a:rPr lang="en-IN" dirty="0"/>
              <a:t>Edit distance (</a:t>
            </a:r>
            <a:r>
              <a:rPr lang="en-IN" dirty="0" err="1"/>
              <a:t>levenshtein</a:t>
            </a:r>
            <a:r>
              <a:rPr lang="en-IN" dirty="0"/>
              <a:t> distance)</a:t>
            </a:r>
          </a:p>
          <a:p>
            <a:pPr lvl="1"/>
            <a:r>
              <a:rPr lang="en-IN" dirty="0"/>
              <a:t>Weighted edit distance</a:t>
            </a:r>
          </a:p>
          <a:p>
            <a:pPr lvl="1"/>
            <a:r>
              <a:rPr lang="en-IN" dirty="0"/>
              <a:t>N-gram overlap</a:t>
            </a:r>
          </a:p>
        </p:txBody>
      </p:sp>
    </p:spTree>
    <p:extLst>
      <p:ext uri="{BB962C8B-B14F-4D97-AF65-F5344CB8AC3E}">
        <p14:creationId xmlns:p14="http://schemas.microsoft.com/office/powerpoint/2010/main" val="422170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8FE3-9269-864E-47E0-A8157834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sensitive spell correction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8344D-E20E-7F08-CF4C-8CE37F6DB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Text: I flew </a:t>
            </a:r>
            <a:r>
              <a:rPr lang="en-IN" u="sng" dirty="0"/>
              <a:t>from</a:t>
            </a:r>
            <a:r>
              <a:rPr lang="en-IN" dirty="0"/>
              <a:t> Delhi to Chennai.</a:t>
            </a:r>
          </a:p>
          <a:p>
            <a:r>
              <a:rPr lang="en-IN" dirty="0"/>
              <a:t>Consider the phrase query “flew </a:t>
            </a:r>
            <a:r>
              <a:rPr lang="en-IN" u="sng" dirty="0"/>
              <a:t>form</a:t>
            </a:r>
            <a:r>
              <a:rPr lang="en-IN" dirty="0"/>
              <a:t> Delhi”</a:t>
            </a:r>
          </a:p>
          <a:p>
            <a:r>
              <a:rPr lang="en-IN" dirty="0"/>
              <a:t>We would like to respond </a:t>
            </a:r>
          </a:p>
          <a:p>
            <a:pPr lvl="1"/>
            <a:r>
              <a:rPr lang="en-IN" dirty="0"/>
              <a:t>Did you mean “flew </a:t>
            </a:r>
            <a:r>
              <a:rPr lang="en-IN" u="sng" dirty="0"/>
              <a:t>from</a:t>
            </a:r>
            <a:r>
              <a:rPr lang="en-IN" dirty="0"/>
              <a:t> Delhi” </a:t>
            </a:r>
          </a:p>
          <a:p>
            <a:pPr lvl="1"/>
            <a:r>
              <a:rPr lang="en-IN" dirty="0"/>
              <a:t>because no document matched the query phrase </a:t>
            </a:r>
          </a:p>
        </p:txBody>
      </p:sp>
    </p:spTree>
    <p:extLst>
      <p:ext uri="{BB962C8B-B14F-4D97-AF65-F5344CB8AC3E}">
        <p14:creationId xmlns:p14="http://schemas.microsoft.com/office/powerpoint/2010/main" val="274489557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11C22"/>
      </a:dk2>
      <a:lt2>
        <a:srgbClr val="F0F3F3"/>
      </a:lt2>
      <a:accent1>
        <a:srgbClr val="E74429"/>
      </a:accent1>
      <a:accent2>
        <a:srgbClr val="D5174B"/>
      </a:accent2>
      <a:accent3>
        <a:srgbClr val="E729AC"/>
      </a:accent3>
      <a:accent4>
        <a:srgbClr val="C117D5"/>
      </a:accent4>
      <a:accent5>
        <a:srgbClr val="8329E7"/>
      </a:accent5>
      <a:accent6>
        <a:srgbClr val="3E34DA"/>
      </a:accent6>
      <a:hlink>
        <a:srgbClr val="913FB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319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AccentBoxVTI</vt:lpstr>
      <vt:lpstr>Spelling Correction</vt:lpstr>
      <vt:lpstr>Spell correction</vt:lpstr>
      <vt:lpstr>Document Correction</vt:lpstr>
      <vt:lpstr>Query mis-spelling</vt:lpstr>
      <vt:lpstr>Isolated word correction</vt:lpstr>
      <vt:lpstr>Isolated word correction</vt:lpstr>
      <vt:lpstr>Context sensitive spell correction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Spelling Correction</dc:title>
  <dc:creator>richa singh</dc:creator>
  <cp:lastModifiedBy>richa singh</cp:lastModifiedBy>
  <cp:revision>9</cp:revision>
  <dcterms:created xsi:type="dcterms:W3CDTF">2023-08-23T03:05:34Z</dcterms:created>
  <dcterms:modified xsi:type="dcterms:W3CDTF">2023-08-23T05:54:29Z</dcterms:modified>
</cp:coreProperties>
</file>