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42405-DBFA-4788-AB58-D7AE85DC4DC9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698E4-0543-420E-AC90-2CE3AF805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26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6AA7-BE21-0A4C-4E4D-E3FF02A38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E5CA4-8FC3-7DAB-5AF1-EDFB3CC4C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68F2D-D172-8312-0C71-2D117011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13278-2BE4-7F21-ABC3-258005D8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AC6B4-4374-12DE-9C88-9F5032A8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7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564E-8F23-76C4-C1B0-8DA6AC69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BD381-BAF3-D434-380F-44CBE85C3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AB77E-61C9-6CDC-33C1-B142C49A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97877-51EC-9043-FD91-AD30E3E81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6A6C7-7450-94A3-1444-998CA7ED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95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E31D-4903-842C-0232-90D35AD8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F443-DE30-7879-FEEB-684253387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806CB-1FF7-6A36-55AC-F46CD0C7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D6035-CE73-D302-302E-B112727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FD77E-91C1-D474-6E5F-A3A7C237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04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7F10-DB87-B6D1-F4FD-8C021C5A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45A19-1A7B-2A59-5CB5-7DF81B016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00D4F-A0FC-EEE4-0856-B07DF06B8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4E05F-0A0F-B1F2-141E-5281EFD9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15CB5-5EB2-504D-119B-9D733F71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2A9E-E3F1-90DF-ADAE-28820BA9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7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A36F-6E2A-59BF-ED8A-4143BB02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80EB4-423D-1061-1D61-D0ED204E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EF5AD-7B3E-D78D-26FD-23A7492AC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828898-C48C-90DA-09D1-DCDC78B7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67F06-0F64-4F5B-5713-19A359411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BC10D-59AE-D22E-63F0-1B5AA606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E6927-1ACF-9B70-9ABD-264735EA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8C70CF-BF69-358D-4FA3-249E537D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52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F8C1-9341-57B0-F35A-1BCA2C39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64C70-4D4B-BAC4-A6DB-9C9F443F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AED89-3FB3-38CA-7DCB-BA6BAEC7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E366-F818-6E10-20F7-C673CDB6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94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E6519-2321-4741-3CF4-7148ED60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9453E-2BAB-5EE0-9891-5FBEC768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3B33B-33DD-7BD9-6322-0E5A5E94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64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17AE-9074-0B21-6357-040E5C9B4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8062-3A10-BE47-E789-BCA745984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DC09A-FC9E-4481-0317-F28DF4639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355CA-3377-9B69-D7A7-DB80057E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1B7FA-F360-0AF3-732A-B3CC364D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837FD-7328-3640-6B25-8609C39A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8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4E55-89F5-4420-2112-F9D0E482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01AD0-63F4-4D57-3FAB-DE15FACDB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B93BB-0FF1-C46C-D6A7-3F96186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31482-483A-9E6D-44C5-827E2702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779B0-20E4-14FC-6EC8-B4BDF87C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BB228-F773-FA15-7BBB-A4EA6D26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58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F1EE-A671-51FD-98C5-5111C064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DA6ED-BFD0-7FA3-509E-FE52DA286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46CFE-61E9-892A-3921-8237DE98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E9EF3-B121-8061-D78F-AF84D9CA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1AB0B-C083-77D2-EF14-5D45690B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9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8FA09-9E69-41C0-04D9-8A78DC93E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7F354-9D78-F0CF-D9C0-B6CA37A6F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5DAE3-CD1C-FCEB-85BB-A48B6FAC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7D9D7-0148-1ADD-FCDD-1685DCEA9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27847-2EAB-3AC0-F985-6FFCB2E7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5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D932B-4BB1-8F55-22AB-F4CA0C0B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FC281-2AF3-B25C-1C87-D23482AB0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DBF6-550D-0D4A-81A7-D97391DE4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D7B48-3BC2-4564-A8CB-8E814A892A4F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3786F-E571-1275-0FD2-D96BF6182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E6B8D-66AD-F874-18F3-75F61F16B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B2CCB-7919-4EB5-848C-42E785ACAE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70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7B6E-9EC0-FEAA-D58F-B2AC31C52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Efficient Cosine Ranking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53137-7227-2497-5790-1519755582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772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E1AF-EE39-85EE-AD16-D957521E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Efficient cosine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B4EB-3D53-0CF0-29DC-28800DFB5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K docs in the collection “nearest” to the query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K largest query-doc cosines. </a:t>
            </a:r>
          </a:p>
          <a:p>
            <a:r>
              <a:rPr lang="en-US" dirty="0"/>
              <a:t>Efficient ranking: </a:t>
            </a:r>
          </a:p>
          <a:p>
            <a:pPr lvl="1"/>
            <a:r>
              <a:rPr lang="en-US" dirty="0"/>
              <a:t>Computing a single cosine efficiently. </a:t>
            </a:r>
          </a:p>
          <a:p>
            <a:pPr lvl="1"/>
            <a:r>
              <a:rPr lang="en-US" dirty="0"/>
              <a:t>Choosing the K largest cosine values efficiently. </a:t>
            </a:r>
          </a:p>
          <a:p>
            <a:pPr lvl="1"/>
            <a:r>
              <a:rPr lang="en-US" dirty="0"/>
              <a:t>Can we do this without computing all N cosines?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67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19381-C72A-784C-B295-5BCD0027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Efficient cosine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2282-BD53-ABED-8580-AE4E92DC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we’re doing in effect: solving the K-nearest neighbor problem for a query vector </a:t>
            </a:r>
          </a:p>
          <a:p>
            <a:r>
              <a:rPr lang="en-US" dirty="0"/>
              <a:t>In general, we do not know how to do this efficiently for high-dimensional spaces</a:t>
            </a:r>
          </a:p>
          <a:p>
            <a:r>
              <a:rPr lang="en-US" dirty="0"/>
              <a:t>But it is solvable for short queries, and standard indexes support this well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58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C9EE-A2E5-9F72-C9FF-FF05CA43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case – unweighted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B355F-3D11-0278-F8D5-78E4518C2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weighting on query terms </a:t>
            </a:r>
          </a:p>
          <a:p>
            <a:r>
              <a:rPr lang="en-US" dirty="0"/>
              <a:t>Assume each query term occurs only once </a:t>
            </a:r>
          </a:p>
          <a:p>
            <a:r>
              <a:rPr lang="en-US" dirty="0"/>
              <a:t>Then for ranking, don’t need to normalize query vector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597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EAC0-83B3-A6B0-EC56-1D1BBCB9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K largest cosines: selection vs. sorting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92B8E-6374-35C0-BCD6-DAE90025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we want to retrieve the top K docs (in the cosine ranking for the query) </a:t>
            </a:r>
          </a:p>
          <a:p>
            <a:r>
              <a:rPr lang="en-US" dirty="0"/>
              <a:t>not to totally order all docs in the collection </a:t>
            </a:r>
          </a:p>
          <a:p>
            <a:pPr lvl="1"/>
            <a:r>
              <a:rPr lang="en-US" dirty="0"/>
              <a:t>Can we pick off docs with K highest cosines? </a:t>
            </a:r>
          </a:p>
          <a:p>
            <a:r>
              <a:rPr lang="en-US" dirty="0"/>
              <a:t>Let J = number of docs with nonzero cosines </a:t>
            </a:r>
          </a:p>
          <a:p>
            <a:r>
              <a:rPr lang="en-US" dirty="0"/>
              <a:t>We seek the K best of these 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74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33BB-A23E-6B70-1122-5FAEAE2D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heap for selecting top 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18A1-8DB6-C98C-805C-28044758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tree in which each node’s value &gt; the values of children </a:t>
            </a:r>
          </a:p>
          <a:p>
            <a:r>
              <a:rPr lang="en-US" dirty="0"/>
              <a:t>Takes 2J operations to construct, then each of K “winners” read off in 2log J steps. </a:t>
            </a:r>
          </a:p>
          <a:p>
            <a:r>
              <a:rPr lang="en-US" dirty="0"/>
              <a:t>For J=1M, K=100, this is about 10% of the cost of sorting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352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444D-B589-D375-CE7D-2C66681F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Bottlenecks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42709-CAAB-323D-A4DB-EDED8195F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computational bottleneck in scoring: cosine computation </a:t>
            </a:r>
          </a:p>
          <a:p>
            <a:r>
              <a:rPr lang="en-US" dirty="0"/>
              <a:t>Can we avoid all this computation? </a:t>
            </a:r>
          </a:p>
          <a:p>
            <a:r>
              <a:rPr lang="en-US" dirty="0"/>
              <a:t>Yes, but may sometimes get it wrong </a:t>
            </a:r>
          </a:p>
          <a:p>
            <a:pPr lvl="1"/>
            <a:r>
              <a:rPr lang="en-US" dirty="0"/>
              <a:t>a doc not in the top K may creep into the list of K output docs </a:t>
            </a:r>
          </a:p>
          <a:p>
            <a:pPr lvl="1"/>
            <a:r>
              <a:rPr lang="en-US" dirty="0"/>
              <a:t>Is this such a bad thing?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76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6F69-EC48-D6E3-7ED3-A1237CB1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 is only a proxy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E45C-57F2-50C7-1F86-36E17B05A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has a task and a query formulation </a:t>
            </a:r>
          </a:p>
          <a:p>
            <a:r>
              <a:rPr lang="en-US" dirty="0"/>
              <a:t>Cosine matches docs to query </a:t>
            </a:r>
          </a:p>
          <a:p>
            <a:r>
              <a:rPr lang="en-US" dirty="0"/>
              <a:t>Thus, cosine is anyway a proxy for user happiness </a:t>
            </a:r>
          </a:p>
          <a:p>
            <a:r>
              <a:rPr lang="en-US" dirty="0"/>
              <a:t>If we get a list of K docs “close” to the top K by cosine measure, should be ok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146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112E-90D1-C7E0-26A6-88F77270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DAD8A-85EF-F070-96C7-99D9FC0EB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set A of contenders, with K &lt; |A| &lt;&lt; N </a:t>
            </a:r>
          </a:p>
          <a:p>
            <a:pPr lvl="1"/>
            <a:r>
              <a:rPr lang="en-US" dirty="0"/>
              <a:t>A does not necessarily contain the top K, but has many docs from among the top K </a:t>
            </a:r>
          </a:p>
          <a:p>
            <a:pPr lvl="1"/>
            <a:r>
              <a:rPr lang="en-US" dirty="0"/>
              <a:t>Return the top K docs in A </a:t>
            </a:r>
          </a:p>
          <a:p>
            <a:r>
              <a:rPr lang="en-US" dirty="0"/>
              <a:t>Think of A as pruning non-contenders </a:t>
            </a:r>
          </a:p>
          <a:p>
            <a:r>
              <a:rPr lang="en-US" dirty="0"/>
              <a:t>The same approach is also used for other (non-cosine) scoring functions </a:t>
            </a:r>
          </a:p>
          <a:p>
            <a:r>
              <a:rPr lang="en-US" dirty="0"/>
              <a:t>Will look at several schemes following this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3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DFF9-B0CE-D95B-BA36-36400168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 elimination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8FCA-509D-C967-D02D-F25DFB9C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Basic algorithm cosine computation algorithm only considers docs containing at least one query term </a:t>
            </a:r>
          </a:p>
          <a:p>
            <a:r>
              <a:rPr lang="en-IN" dirty="0"/>
              <a:t>Take this further: </a:t>
            </a:r>
          </a:p>
          <a:p>
            <a:pPr lvl="1"/>
            <a:r>
              <a:rPr lang="en-IN" dirty="0"/>
              <a:t>Only consider high-</a:t>
            </a:r>
            <a:r>
              <a:rPr lang="en-IN" dirty="0" err="1"/>
              <a:t>idf</a:t>
            </a:r>
            <a:r>
              <a:rPr lang="en-IN" dirty="0"/>
              <a:t> query terms </a:t>
            </a:r>
          </a:p>
          <a:p>
            <a:pPr lvl="1"/>
            <a:r>
              <a:rPr lang="en-IN" dirty="0"/>
              <a:t>Only consider docs containing many query terms</a:t>
            </a:r>
          </a:p>
        </p:txBody>
      </p:sp>
    </p:spTree>
    <p:extLst>
      <p:ext uri="{BB962C8B-B14F-4D97-AF65-F5344CB8AC3E}">
        <p14:creationId xmlns:p14="http://schemas.microsoft.com/office/powerpoint/2010/main" val="969457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46C5-967D-F60A-5874-F11C9C98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</a:t>
            </a:r>
            <a:r>
              <a:rPr lang="en-IN" dirty="0" err="1"/>
              <a:t>idf</a:t>
            </a:r>
            <a:r>
              <a:rPr lang="en-IN" dirty="0"/>
              <a:t> query terms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7D93-5FF4-78CF-E014-E7A990CFA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query such as catcher in the rye </a:t>
            </a:r>
          </a:p>
          <a:p>
            <a:r>
              <a:rPr lang="en-US" dirty="0"/>
              <a:t>Only accumulate scores from catcher and rye </a:t>
            </a:r>
          </a:p>
          <a:p>
            <a:r>
              <a:rPr lang="en-US" dirty="0"/>
              <a:t>Intuition: in and the contribute little to the scores and so don’t alter rank-ordering much </a:t>
            </a:r>
          </a:p>
          <a:p>
            <a:r>
              <a:rPr lang="en-US" dirty="0"/>
              <a:t>Benefit: </a:t>
            </a:r>
          </a:p>
          <a:p>
            <a:pPr lvl="1"/>
            <a:r>
              <a:rPr lang="en-US" dirty="0"/>
              <a:t>Postings of low-</a:t>
            </a:r>
            <a:r>
              <a:rPr lang="en-US" dirty="0" err="1"/>
              <a:t>idf</a:t>
            </a:r>
            <a:r>
              <a:rPr lang="en-US" dirty="0"/>
              <a:t> terms have many docs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these (many) docs get eliminated from set A of contenders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67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9F91-21E6-F478-1A80-116BEA18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Docs containing many query terms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62D1D-BCFC-700A-58F6-3D1B58F54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doc with at least one query term is a candidate for the top K output list </a:t>
            </a:r>
          </a:p>
          <a:p>
            <a:r>
              <a:rPr lang="en-US" dirty="0"/>
              <a:t>For multi-term queries, only compute scores for docs containing several of the query terms </a:t>
            </a:r>
          </a:p>
          <a:p>
            <a:pPr lvl="1"/>
            <a:r>
              <a:rPr lang="en-US" dirty="0"/>
              <a:t>Say, at least 3 out of 4 </a:t>
            </a:r>
          </a:p>
          <a:p>
            <a:pPr lvl="1"/>
            <a:r>
              <a:rPr lang="en-US" dirty="0"/>
              <a:t>Imposes a “soft conjunction” on queries seen on web search engines (early Google) </a:t>
            </a:r>
          </a:p>
          <a:p>
            <a:r>
              <a:rPr lang="en-US" dirty="0"/>
              <a:t>Easy to implement in postings traversal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93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AEFF3-C283-7E5C-D6E0-78195B28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of 4 query terms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ACFCA-3F08-173C-EEAA-3B2260202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Scores only computed for docs 8, 16, and 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C0FC1-47BC-12D6-8AC9-168AAE920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18" y="2764003"/>
            <a:ext cx="5738357" cy="16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53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1DEA-929D-E9D1-5BC2-93876B8F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Champion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F49FB-3B5A-B2E8-A74D-6D0BDD6CD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Precompute for each dictionary term t, the r docs of highest weight in t’s postings </a:t>
            </a:r>
          </a:p>
          <a:p>
            <a:pPr lvl="1"/>
            <a:r>
              <a:rPr lang="en-US" dirty="0"/>
              <a:t>Call this the champion list for t </a:t>
            </a:r>
          </a:p>
          <a:p>
            <a:pPr lvl="1"/>
            <a:r>
              <a:rPr lang="en-US" dirty="0"/>
              <a:t>(aka fancy list or top docs for t) </a:t>
            </a:r>
          </a:p>
          <a:p>
            <a:r>
              <a:rPr lang="en-US" dirty="0"/>
              <a:t>Note that r has to be chosen at index build time </a:t>
            </a:r>
          </a:p>
          <a:p>
            <a:pPr lvl="1"/>
            <a:r>
              <a:rPr lang="en-US" dirty="0"/>
              <a:t>Thus, it’s possible that r &lt; K </a:t>
            </a:r>
          </a:p>
          <a:p>
            <a:r>
              <a:rPr lang="en-US" dirty="0"/>
              <a:t>At query time, only compute scores for docs in the champion list of some query term</a:t>
            </a:r>
          </a:p>
          <a:p>
            <a:pPr lvl="1"/>
            <a:r>
              <a:rPr lang="en-US" dirty="0"/>
              <a:t>Pick the K top-scoring docs from amongst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534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F435-A654-9BDB-45BB-77C69B3A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C2105-084E-1EEC-C796-EA0B417ED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Champion Lists relate to Index Elimination? Can they be used together? </a:t>
            </a:r>
          </a:p>
          <a:p>
            <a:r>
              <a:rPr lang="en-US" dirty="0"/>
              <a:t>How can Champion Lists be implemented in an inverted index?  </a:t>
            </a:r>
          </a:p>
          <a:p>
            <a:pPr lvl="1"/>
            <a:r>
              <a:rPr lang="en-US" dirty="0"/>
              <a:t>Note that the champion list has nothing to do with small </a:t>
            </a:r>
            <a:r>
              <a:rPr lang="en-US" dirty="0" err="1"/>
              <a:t>docIDs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229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C784-068F-F419-E552-64C9E599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quality scores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8CA9E-B6E5-7D61-0E0C-D478116BD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want top-ranking documents to be both relevant and authoritative </a:t>
            </a:r>
          </a:p>
          <a:p>
            <a:r>
              <a:rPr lang="en-US" dirty="0"/>
              <a:t>Relevance is being modeled by cosine scores </a:t>
            </a:r>
          </a:p>
          <a:p>
            <a:r>
              <a:rPr lang="en-US" dirty="0"/>
              <a:t>Authority is typically a query-independent property of a document </a:t>
            </a:r>
          </a:p>
          <a:p>
            <a:r>
              <a:rPr lang="en-US" dirty="0"/>
              <a:t>Examples of authority signals </a:t>
            </a:r>
          </a:p>
          <a:p>
            <a:pPr lvl="1"/>
            <a:r>
              <a:rPr lang="en-US" dirty="0"/>
              <a:t>Wikipedia among websites </a:t>
            </a:r>
          </a:p>
          <a:p>
            <a:pPr lvl="1"/>
            <a:r>
              <a:rPr lang="en-US" dirty="0"/>
              <a:t>Articles in certain newspapers </a:t>
            </a:r>
          </a:p>
          <a:p>
            <a:pPr lvl="1"/>
            <a:r>
              <a:rPr lang="en-US" dirty="0"/>
              <a:t>A paper with many citations </a:t>
            </a:r>
          </a:p>
          <a:p>
            <a:pPr lvl="1"/>
            <a:r>
              <a:rPr lang="en-US" dirty="0"/>
              <a:t>Many </a:t>
            </a:r>
            <a:r>
              <a:rPr lang="en-US" dirty="0" err="1"/>
              <a:t>bitly’s</a:t>
            </a:r>
            <a:r>
              <a:rPr lang="en-US" dirty="0"/>
              <a:t>, </a:t>
            </a:r>
            <a:r>
              <a:rPr lang="en-US" dirty="0" err="1"/>
              <a:t>diggs</a:t>
            </a:r>
            <a:r>
              <a:rPr lang="en-US" dirty="0"/>
              <a:t> or del.icio.us marks 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Pagerank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469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6B2D-6F41-B8A9-AFD5-8C1978CF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Modelling authority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25EA4-445B-DF7D-7C80-3F3671EE1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 to each document a query-independent quality score in [0,1] to each document d </a:t>
            </a:r>
          </a:p>
          <a:p>
            <a:pPr lvl="1"/>
            <a:r>
              <a:rPr lang="en-US" dirty="0"/>
              <a:t>Denote this by g(d) </a:t>
            </a:r>
          </a:p>
          <a:p>
            <a:r>
              <a:rPr lang="en-US" dirty="0"/>
              <a:t>Thus, a quantity like the number of citations is scaled into [0,1] </a:t>
            </a:r>
          </a:p>
          <a:p>
            <a:pPr lvl="1"/>
            <a:r>
              <a:rPr lang="en-US" dirty="0"/>
              <a:t>Exercise: suggest a formula for this.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524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80E4-351B-73CA-9F5A-177173A3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A2A37-3552-DCA9-E42A-9A4B04507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simple total score combining cosine relevance and authority </a:t>
            </a:r>
          </a:p>
          <a:p>
            <a:r>
              <a:rPr lang="en-US" dirty="0"/>
              <a:t>net-score(</a:t>
            </a:r>
            <a:r>
              <a:rPr lang="en-US" dirty="0" err="1"/>
              <a:t>q,d</a:t>
            </a:r>
            <a:r>
              <a:rPr lang="en-US" dirty="0"/>
              <a:t>) = g(d) + cosine(</a:t>
            </a:r>
            <a:r>
              <a:rPr lang="en-US" dirty="0" err="1"/>
              <a:t>q,d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Can use some other linear combination </a:t>
            </a:r>
          </a:p>
          <a:p>
            <a:pPr lvl="1"/>
            <a:r>
              <a:rPr lang="en-US" dirty="0"/>
              <a:t>Indeed, any function of the two “signals” of user happiness – more later </a:t>
            </a:r>
          </a:p>
          <a:p>
            <a:r>
              <a:rPr lang="en-US" dirty="0"/>
              <a:t>Now we seek the top K docs by net score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979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2253-F6C0-1783-1748-99BCA6CF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K by net score – fast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00C25-B70B-D3AB-5BB1-2AE3CACA0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 idea: Order all postings by g(d) </a:t>
            </a:r>
          </a:p>
          <a:p>
            <a:r>
              <a:rPr lang="en-IN" dirty="0"/>
              <a:t>Key: this is a common ordering for all postings </a:t>
            </a:r>
          </a:p>
          <a:p>
            <a:r>
              <a:rPr lang="en-IN" dirty="0"/>
              <a:t>Thus, can concurrently traverse query terms’ postings for </a:t>
            </a:r>
          </a:p>
          <a:p>
            <a:pPr lvl="1"/>
            <a:r>
              <a:rPr lang="en-IN" dirty="0"/>
              <a:t>Postings intersection </a:t>
            </a:r>
          </a:p>
          <a:p>
            <a:pPr lvl="1"/>
            <a:r>
              <a:rPr lang="en-IN" dirty="0"/>
              <a:t>Cosine score computation </a:t>
            </a:r>
          </a:p>
        </p:txBody>
      </p:sp>
    </p:spTree>
    <p:extLst>
      <p:ext uri="{BB962C8B-B14F-4D97-AF65-F5344CB8AC3E}">
        <p14:creationId xmlns:p14="http://schemas.microsoft.com/office/powerpoint/2010/main" val="1391525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9A07-1957-C9B3-01BB-C20E480F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order postings by g(d)?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0FB1-1E3E-C3C6-68AE-06A631D0C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g(d)-ordering, top-scoring docs likely to appear early in postings traversal </a:t>
            </a:r>
          </a:p>
          <a:p>
            <a:r>
              <a:rPr lang="en-US" dirty="0"/>
              <a:t>In time-bound applications (say, we have to return whatever search results we can in 50 </a:t>
            </a:r>
            <a:r>
              <a:rPr lang="en-US" dirty="0" err="1"/>
              <a:t>ms</a:t>
            </a:r>
            <a:r>
              <a:rPr lang="en-US" dirty="0"/>
              <a:t>), this allows us to stop postings traversal early </a:t>
            </a:r>
          </a:p>
          <a:p>
            <a:pPr lvl="1"/>
            <a:r>
              <a:rPr lang="en-US" dirty="0"/>
              <a:t>Short of computing scores for all docs in postings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555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A248-8F22-0AE2-4E3F-B86D20E6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Champion lists in g(d)-ordering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6C19-CC60-8F5D-AE87-850A00C8C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combine champion lists with g(d)-ordering </a:t>
            </a:r>
          </a:p>
          <a:p>
            <a:r>
              <a:rPr lang="en-US" dirty="0"/>
              <a:t>Maintain for each term a champion list of the r docs with highest </a:t>
            </a:r>
          </a:p>
          <a:p>
            <a:pPr marL="0" indent="0">
              <a:buNone/>
            </a:pPr>
            <a:r>
              <a:rPr lang="en-US" dirty="0"/>
              <a:t>	g(d) + </a:t>
            </a:r>
            <a:r>
              <a:rPr lang="en-US" dirty="0" err="1"/>
              <a:t>tf-idftd</a:t>
            </a:r>
            <a:r>
              <a:rPr lang="en-US" dirty="0"/>
              <a:t> </a:t>
            </a:r>
          </a:p>
          <a:p>
            <a:r>
              <a:rPr lang="en-US" dirty="0"/>
              <a:t>Seek top-K results from only the docs in these champion lists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456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332E-2B9A-89EE-21F5-FF9BA44F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and low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3232-3F92-F8F0-A625-0CD702C78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term, we maintain two postings lists called high and low </a:t>
            </a:r>
          </a:p>
          <a:p>
            <a:pPr lvl="1"/>
            <a:r>
              <a:rPr lang="en-US" dirty="0"/>
              <a:t>Think of high as the champion list </a:t>
            </a:r>
          </a:p>
          <a:p>
            <a:r>
              <a:rPr lang="en-US" dirty="0"/>
              <a:t>When traversing postings on a query, only traverse high lists first </a:t>
            </a:r>
          </a:p>
          <a:p>
            <a:pPr lvl="1"/>
            <a:r>
              <a:rPr lang="en-US" dirty="0"/>
              <a:t>If we get more than K docs, select the top K and stop </a:t>
            </a:r>
          </a:p>
          <a:p>
            <a:pPr lvl="1"/>
            <a:r>
              <a:rPr lang="en-US" dirty="0"/>
              <a:t>Else proceed to get docs from the low lists </a:t>
            </a:r>
          </a:p>
          <a:p>
            <a:r>
              <a:rPr lang="en-US" dirty="0"/>
              <a:t>Can be used even for simple cosine scores, without global quality g(d) </a:t>
            </a:r>
          </a:p>
          <a:p>
            <a:r>
              <a:rPr lang="en-US" dirty="0"/>
              <a:t>A means for segmenting index into two tiers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131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6201-CA7B-FA70-01DE-A8DC3CC9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Impact-ordered postings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5D52C-5D75-2B05-0E8F-7A5742ECB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want to compute scores for docs for which </a:t>
            </a:r>
            <a:r>
              <a:rPr lang="en-US" dirty="0" err="1"/>
              <a:t>wf</a:t>
            </a:r>
            <a:r>
              <a:rPr lang="en-US" sz="1800" dirty="0" err="1"/>
              <a:t>t,d</a:t>
            </a:r>
            <a:r>
              <a:rPr lang="en-US" dirty="0"/>
              <a:t> is high enough </a:t>
            </a:r>
          </a:p>
          <a:p>
            <a:r>
              <a:rPr lang="en-US" dirty="0"/>
              <a:t>We sort each postings list by </a:t>
            </a:r>
            <a:r>
              <a:rPr lang="en-US" dirty="0" err="1"/>
              <a:t>wf</a:t>
            </a:r>
            <a:r>
              <a:rPr lang="en-US" sz="1800" dirty="0" err="1"/>
              <a:t>t,d</a:t>
            </a:r>
            <a:r>
              <a:rPr lang="en-US" dirty="0"/>
              <a:t> </a:t>
            </a:r>
          </a:p>
          <a:p>
            <a:r>
              <a:rPr lang="en-US" dirty="0"/>
              <a:t>Now: not all postings in a common order! </a:t>
            </a:r>
          </a:p>
          <a:p>
            <a:r>
              <a:rPr lang="en-US" dirty="0"/>
              <a:t>How do we compute scores in order to pick off top K? </a:t>
            </a:r>
          </a:p>
          <a:p>
            <a:pPr lvl="1"/>
            <a:r>
              <a:rPr lang="en-US" dirty="0"/>
              <a:t>Two ideas follow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450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C29E-CA8E-8164-4583-3EDFB0C1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Early 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89874-28FC-1915-E965-7B7D42654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traversing t’s postings, stop early after either </a:t>
            </a:r>
          </a:p>
          <a:p>
            <a:pPr lvl="1"/>
            <a:r>
              <a:rPr lang="en-US" dirty="0"/>
              <a:t>a fixed number of r docs </a:t>
            </a:r>
          </a:p>
          <a:p>
            <a:pPr lvl="1"/>
            <a:r>
              <a:rPr lang="en-US" dirty="0" err="1"/>
              <a:t>wf</a:t>
            </a:r>
            <a:r>
              <a:rPr lang="en-US" sz="1800" dirty="0" err="1"/>
              <a:t>t,d</a:t>
            </a:r>
            <a:r>
              <a:rPr lang="en-US" dirty="0"/>
              <a:t> drops below some threshold </a:t>
            </a:r>
          </a:p>
          <a:p>
            <a:r>
              <a:rPr lang="en-US" dirty="0"/>
              <a:t>Take the union of the resulting sets of docs </a:t>
            </a:r>
          </a:p>
          <a:p>
            <a:pPr lvl="1"/>
            <a:r>
              <a:rPr lang="en-US" dirty="0"/>
              <a:t>One from the postings of each query term </a:t>
            </a:r>
          </a:p>
          <a:p>
            <a:r>
              <a:rPr lang="en-US" dirty="0"/>
              <a:t>Compute only the scores for docs in this union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672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2226-607C-DF6B-4E56-9A09942A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</a:t>
            </a:r>
            <a:r>
              <a:rPr lang="en-IN" dirty="0" err="1"/>
              <a:t>idf</a:t>
            </a:r>
            <a:r>
              <a:rPr lang="en-IN" dirty="0"/>
              <a:t>-ordered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D1E77-6521-242F-F825-0D1255524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considering the postings of query terms </a:t>
            </a:r>
          </a:p>
          <a:p>
            <a:r>
              <a:rPr lang="en-US" dirty="0"/>
              <a:t>Look at them in order of decreasing </a:t>
            </a:r>
            <a:r>
              <a:rPr lang="en-US" dirty="0" err="1"/>
              <a:t>idf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High </a:t>
            </a:r>
            <a:r>
              <a:rPr lang="en-US" dirty="0" err="1"/>
              <a:t>idf</a:t>
            </a:r>
            <a:r>
              <a:rPr lang="en-US" dirty="0"/>
              <a:t> terms likely to contribute most to score </a:t>
            </a:r>
          </a:p>
          <a:p>
            <a:r>
              <a:rPr lang="en-US" dirty="0"/>
              <a:t>As we update score contribution from each query term </a:t>
            </a:r>
          </a:p>
          <a:p>
            <a:pPr lvl="1"/>
            <a:r>
              <a:rPr lang="en-US" dirty="0"/>
              <a:t>Stop if doc scores relatively unchanged </a:t>
            </a:r>
          </a:p>
          <a:p>
            <a:r>
              <a:rPr lang="en-US" dirty="0"/>
              <a:t>Can apply to cosine or some other net scores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899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0C10-8247-3E9B-8A8D-CF9C0321B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 pruning: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5D7EE-CA02-489E-EB28-B150BCAD1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N docs at random: call these leaders </a:t>
            </a:r>
          </a:p>
          <a:p>
            <a:r>
              <a:rPr lang="en-US" dirty="0"/>
              <a:t>For every other doc, pre-compute nearest leader </a:t>
            </a:r>
          </a:p>
          <a:p>
            <a:pPr lvl="1"/>
            <a:r>
              <a:rPr lang="en-US" dirty="0"/>
              <a:t>Docs attached to a leader: its followers; </a:t>
            </a:r>
          </a:p>
          <a:p>
            <a:pPr lvl="1"/>
            <a:r>
              <a:rPr lang="en-US" dirty="0"/>
              <a:t>Likely: each leader has ~ N followers.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257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FE75-6739-DB88-DA2D-E5B96CB4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 pruning: query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5A922-23A5-912D-B298-25C7880E4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a query as follows: </a:t>
            </a:r>
          </a:p>
          <a:p>
            <a:pPr lvl="1"/>
            <a:r>
              <a:rPr lang="en-US" dirty="0"/>
              <a:t>Given query Q, find its nearest leader L. </a:t>
            </a:r>
          </a:p>
          <a:p>
            <a:pPr lvl="1"/>
            <a:r>
              <a:rPr lang="en-US" dirty="0"/>
              <a:t>Seek K nearest docs from among L’s followers.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623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A0F1-04E4-4C66-144E-5823C03E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51C9B-9D6C-5A79-3595-003AC2BF7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AB314-8819-EE03-25CE-56EB42E0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310" y="2110351"/>
            <a:ext cx="5380556" cy="420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13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83F9-32EC-8213-9F5E-EAA8C003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random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7FABF-9E83-6FF2-48ED-C8C185562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 </a:t>
            </a:r>
          </a:p>
          <a:p>
            <a:r>
              <a:rPr lang="en-US" dirty="0"/>
              <a:t>Leaders reflect data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9342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1C59-EF1F-5DD7-028A-572FF7AE3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78441-2895-9361-2536-12E6A73F5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each follower attached to b1=3 (say) nearest leaders. </a:t>
            </a:r>
          </a:p>
          <a:p>
            <a:r>
              <a:rPr lang="en-US" dirty="0"/>
              <a:t>From query, find b2=4 (say) nearest leaders and their followers. </a:t>
            </a:r>
          </a:p>
          <a:p>
            <a:r>
              <a:rPr lang="en-US" dirty="0"/>
              <a:t>Can recurse on leader/follower construction.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102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DE3B-B4E3-AEBB-2B2E-0BE87250D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7B6D2-B754-2089-2BDB-9E9439EDE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the nearest leader in step 1, how many cosine computations do we do? </a:t>
            </a:r>
          </a:p>
          <a:p>
            <a:pPr lvl="1"/>
            <a:r>
              <a:rPr lang="en-US" dirty="0"/>
              <a:t>Why did we have N in the first place? </a:t>
            </a:r>
          </a:p>
          <a:p>
            <a:r>
              <a:rPr lang="en-US" dirty="0"/>
              <a:t>What is the effect of the constants b1, b2 on the previous slide? </a:t>
            </a:r>
          </a:p>
          <a:p>
            <a:r>
              <a:rPr lang="en-US" dirty="0"/>
              <a:t>Devise an example where this is likely to fail – i.e., we miss one of the K nearest docs. </a:t>
            </a:r>
          </a:p>
          <a:p>
            <a:pPr lvl="1"/>
            <a:r>
              <a:rPr lang="en-US" dirty="0"/>
              <a:t>Likely under random sampling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305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AB92-6D0D-D5AD-7394-BA6B77C1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Parametric and zone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DDD9-77BB-CAC9-E3CF-A19F05A55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Thus far, a doc has been a sequence of terms </a:t>
            </a:r>
          </a:p>
          <a:p>
            <a:r>
              <a:rPr lang="en-US" dirty="0"/>
              <a:t>In fact documents have multiple parts, some with special semantics: </a:t>
            </a:r>
          </a:p>
          <a:p>
            <a:pPr lvl="1"/>
            <a:r>
              <a:rPr lang="en-US" dirty="0"/>
              <a:t>Author </a:t>
            </a:r>
          </a:p>
          <a:p>
            <a:pPr lvl="1"/>
            <a:r>
              <a:rPr lang="en-US" dirty="0"/>
              <a:t>Title </a:t>
            </a:r>
          </a:p>
          <a:p>
            <a:pPr lvl="1"/>
            <a:r>
              <a:rPr lang="en-US" dirty="0"/>
              <a:t>Date of publication </a:t>
            </a:r>
          </a:p>
          <a:p>
            <a:pPr lvl="1"/>
            <a:r>
              <a:rPr lang="en-US" dirty="0"/>
              <a:t>Language </a:t>
            </a:r>
          </a:p>
          <a:p>
            <a:pPr lvl="1"/>
            <a:r>
              <a:rPr lang="en-US" dirty="0"/>
              <a:t>Format  </a:t>
            </a:r>
          </a:p>
          <a:p>
            <a:r>
              <a:rPr lang="en-US" dirty="0"/>
              <a:t>These constitute the metadata about a document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652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AEC8-9CD7-38B6-84BE-3C40D799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B0022-FE91-6747-ED8D-41284F68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sometimes wish to search by these metadata </a:t>
            </a:r>
          </a:p>
          <a:p>
            <a:pPr lvl="1"/>
            <a:r>
              <a:rPr lang="en-US" dirty="0"/>
              <a:t>E.g., find docs authored by William Shakespeare in the year 1601, containing alas poor Yorick </a:t>
            </a:r>
          </a:p>
          <a:p>
            <a:r>
              <a:rPr lang="en-US" dirty="0"/>
              <a:t>Year = 1601 is an example of a field </a:t>
            </a:r>
          </a:p>
          <a:p>
            <a:r>
              <a:rPr lang="en-US" dirty="0"/>
              <a:t>Also, author last name = </a:t>
            </a:r>
            <a:r>
              <a:rPr lang="en-US" dirty="0" err="1"/>
              <a:t>shakespeare</a:t>
            </a:r>
            <a:r>
              <a:rPr lang="en-US" dirty="0"/>
              <a:t>, etc. </a:t>
            </a:r>
          </a:p>
          <a:p>
            <a:r>
              <a:rPr lang="en-US" dirty="0"/>
              <a:t>Field or parametric index: postings for each field value </a:t>
            </a:r>
          </a:p>
          <a:p>
            <a:pPr lvl="1"/>
            <a:r>
              <a:rPr lang="en-US" dirty="0"/>
              <a:t>Sometimes build range trees (e.g., for dates) </a:t>
            </a:r>
          </a:p>
          <a:p>
            <a:r>
              <a:rPr lang="en-US" dirty="0"/>
              <a:t>Field query typically treated as conjunction </a:t>
            </a:r>
          </a:p>
          <a:p>
            <a:pPr lvl="1"/>
            <a:r>
              <a:rPr lang="en-US" dirty="0"/>
              <a:t>(doc must be authored by </a:t>
            </a:r>
            <a:r>
              <a:rPr lang="en-US" dirty="0" err="1"/>
              <a:t>shakespeare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045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7F83-2E37-CE26-475A-7387B34A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7BF2D-A3B4-E99A-F656-EAD88FE03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zone is a region of the doc that can contain an arbitrary amount of text, e.g., </a:t>
            </a:r>
          </a:p>
          <a:p>
            <a:pPr lvl="1"/>
            <a:r>
              <a:rPr lang="en-US" dirty="0"/>
              <a:t>Title </a:t>
            </a:r>
          </a:p>
          <a:p>
            <a:pPr lvl="1"/>
            <a:r>
              <a:rPr lang="en-US" dirty="0"/>
              <a:t>Abstract </a:t>
            </a:r>
          </a:p>
          <a:p>
            <a:pPr lvl="1"/>
            <a:r>
              <a:rPr lang="en-US" dirty="0"/>
              <a:t>References … </a:t>
            </a:r>
          </a:p>
          <a:p>
            <a:r>
              <a:rPr lang="en-US" dirty="0"/>
              <a:t>Build inverted indexes on zones as well to permit querying </a:t>
            </a:r>
          </a:p>
          <a:p>
            <a:r>
              <a:rPr lang="en-US" dirty="0"/>
              <a:t>E.g., “find docs with merchant in the title zone and matching the query gentle rain”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390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5F5D-B2BB-7118-513C-D93E87F8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zone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6F761-0925-6B33-2D92-198E223B4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B6234-A44C-54F2-8F33-6FAB84B9D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05906" y="1825625"/>
            <a:ext cx="7228493" cy="42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12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948D-D18A-EE59-12F3-47E05912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Tiered indexes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4A008-3576-2D92-477C-6298B4F7A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postings up into a hierarchy of lists </a:t>
            </a:r>
          </a:p>
          <a:p>
            <a:pPr lvl="1"/>
            <a:r>
              <a:rPr lang="en-US" dirty="0"/>
              <a:t>Most important  … </a:t>
            </a:r>
          </a:p>
          <a:p>
            <a:pPr lvl="1"/>
            <a:r>
              <a:rPr lang="en-US" dirty="0"/>
              <a:t>Least important </a:t>
            </a:r>
          </a:p>
          <a:p>
            <a:r>
              <a:rPr lang="en-US" dirty="0"/>
              <a:t>Can be done by g(d) or another measure </a:t>
            </a:r>
          </a:p>
          <a:p>
            <a:r>
              <a:rPr lang="en-US" dirty="0"/>
              <a:t>Inverted index thus broken up into tiers of decreasing importance </a:t>
            </a:r>
          </a:p>
          <a:p>
            <a:r>
              <a:rPr lang="en-US" dirty="0"/>
              <a:t>At query time use top tier unless it fails to yield K docs </a:t>
            </a:r>
          </a:p>
          <a:p>
            <a:pPr lvl="1"/>
            <a:r>
              <a:rPr lang="en-US" dirty="0"/>
              <a:t>If so drop to lower tiers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104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0072-2F2D-15FC-B5CC-F6644122A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0"/>
            <a:ext cx="10515600" cy="824577"/>
          </a:xfrm>
        </p:spPr>
        <p:txBody>
          <a:bodyPr/>
          <a:lstStyle/>
          <a:p>
            <a:r>
              <a:rPr lang="en-IN" dirty="0"/>
              <a:t>Example tiered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F1BA-256C-89B4-CA59-B10DF809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BEC30-1F3A-5354-DDA8-013A95E78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111"/>
          <a:stretch/>
        </p:blipFill>
        <p:spPr>
          <a:xfrm>
            <a:off x="1296339" y="894735"/>
            <a:ext cx="8890655" cy="58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51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33B9-B636-E29A-DD21-135FAD68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term proximity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2C259-2D86-2A06-23E7-C59DFE33C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text queries: just a set of terms typed into the query box – common on the web </a:t>
            </a:r>
          </a:p>
          <a:p>
            <a:r>
              <a:rPr lang="en-US" dirty="0"/>
              <a:t>Users prefer docs in which query terms occur within close proximity of each other </a:t>
            </a:r>
          </a:p>
          <a:p>
            <a:r>
              <a:rPr lang="en-US" dirty="0"/>
              <a:t>Let w be the smallest window in a doc containing all query terms, e.g., </a:t>
            </a:r>
          </a:p>
          <a:p>
            <a:r>
              <a:rPr lang="en-US" dirty="0"/>
              <a:t>For the query strained mercy the smallest window in the doc The quality of mercy is not strained is 4 (words</a:t>
            </a:r>
            <a:r>
              <a:rPr lang="en-US"/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49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2F2A-39E2-81B4-AB57-28EFE595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496B2-AD3A-04FA-8C29-9032B095C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text query from user may in fact spawn one or more queries to the indexes, e.g., query rising interest rates </a:t>
            </a:r>
          </a:p>
          <a:p>
            <a:pPr lvl="1"/>
            <a:r>
              <a:rPr lang="en-US" dirty="0"/>
              <a:t>Run the query as a phrase query  </a:t>
            </a:r>
          </a:p>
          <a:p>
            <a:pPr lvl="1"/>
            <a:r>
              <a:rPr lang="en-US" dirty="0"/>
              <a:t>If &lt;k docs contain the phrase rising interest rates, run the two phrase queries rising interest and interest rates </a:t>
            </a:r>
          </a:p>
          <a:p>
            <a:pPr lvl="1"/>
            <a:r>
              <a:rPr lang="en-IN" dirty="0"/>
              <a:t>If we still have &lt;k </a:t>
            </a:r>
            <a:r>
              <a:rPr lang="en-US" dirty="0"/>
              <a:t>docs, run the vector space query rising interest rates </a:t>
            </a:r>
          </a:p>
          <a:p>
            <a:pPr lvl="1"/>
            <a:r>
              <a:rPr lang="en-US" dirty="0"/>
              <a:t>Rank matching docs by vector space scoring</a:t>
            </a:r>
          </a:p>
          <a:p>
            <a:r>
              <a:rPr lang="en-US" dirty="0"/>
              <a:t>This sequence is issued by a query parser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592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A677-580C-6951-6651-D0FC05433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Aggregate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68F6F-21D4-4E74-7D0F-580C0CEB4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seen that score functions can combine cosine, static quality, proximity, etc. </a:t>
            </a:r>
          </a:p>
          <a:p>
            <a:r>
              <a:rPr lang="en-US" dirty="0"/>
              <a:t>How do we know the best combination? </a:t>
            </a:r>
          </a:p>
          <a:p>
            <a:r>
              <a:rPr lang="en-US" dirty="0"/>
              <a:t>Some applications – expert-tuned </a:t>
            </a:r>
          </a:p>
          <a:p>
            <a:r>
              <a:rPr lang="en-US" dirty="0"/>
              <a:t>Increasingly common: machine-learned </a:t>
            </a:r>
          </a:p>
        </p:txBody>
      </p:sp>
    </p:spTree>
    <p:extLst>
      <p:ext uri="{BB962C8B-B14F-4D97-AF65-F5344CB8AC3E}">
        <p14:creationId xmlns:p14="http://schemas.microsoft.com/office/powerpoint/2010/main" val="3646711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333F-317C-8DD2-999F-4F94D829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A1CE9-81EE-DE43-7657-63685F5F9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98728-90EA-5E4F-8583-94CA3BD6F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3" y="1921974"/>
            <a:ext cx="8262613" cy="458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7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3683</TotalTime>
  <Words>1895</Words>
  <Application>Microsoft Office PowerPoint</Application>
  <PresentationFormat>Widescreen</PresentationFormat>
  <Paragraphs>220</Paragraphs>
  <Slides>41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Efficient Cosine Ranking</vt:lpstr>
      <vt:lpstr>Efficient cosine ranking</vt:lpstr>
      <vt:lpstr>Efficient cosine ranking</vt:lpstr>
      <vt:lpstr>Special case – unweighted queries</vt:lpstr>
      <vt:lpstr>Computing the K largest cosines: selection vs. sorting</vt:lpstr>
      <vt:lpstr>Use heap for selecting top K</vt:lpstr>
      <vt:lpstr>Bottlenecks</vt:lpstr>
      <vt:lpstr>Cosine similarity is only a proxy</vt:lpstr>
      <vt:lpstr>Generic approach</vt:lpstr>
      <vt:lpstr>Index elimination </vt:lpstr>
      <vt:lpstr>High-idf query terms only</vt:lpstr>
      <vt:lpstr>Docs containing many query terms</vt:lpstr>
      <vt:lpstr>3 of 4 query terms</vt:lpstr>
      <vt:lpstr>Champion lists</vt:lpstr>
      <vt:lpstr>Exercises</vt:lpstr>
      <vt:lpstr>Static quality scores </vt:lpstr>
      <vt:lpstr>Modelling authority</vt:lpstr>
      <vt:lpstr>Net score</vt:lpstr>
      <vt:lpstr>Top K by net score – fast methods</vt:lpstr>
      <vt:lpstr>Why order postings by g(d)?</vt:lpstr>
      <vt:lpstr>Champion lists in g(d)-ordering</vt:lpstr>
      <vt:lpstr>High and low lists</vt:lpstr>
      <vt:lpstr>Impact-ordered postings</vt:lpstr>
      <vt:lpstr>1. Early termination</vt:lpstr>
      <vt:lpstr>2. idf-ordered terms</vt:lpstr>
      <vt:lpstr>Cluster pruning: preprocessing</vt:lpstr>
      <vt:lpstr>Cluster pruning: query processing</vt:lpstr>
      <vt:lpstr>Visualization</vt:lpstr>
      <vt:lpstr>Why use random sampling</vt:lpstr>
      <vt:lpstr>General variants</vt:lpstr>
      <vt:lpstr>Exercises</vt:lpstr>
      <vt:lpstr>Parametric and zone indexes</vt:lpstr>
      <vt:lpstr>Fields</vt:lpstr>
      <vt:lpstr>Zone</vt:lpstr>
      <vt:lpstr>Example zone indexes</vt:lpstr>
      <vt:lpstr>Tiered indexes </vt:lpstr>
      <vt:lpstr>Example tiered index</vt:lpstr>
      <vt:lpstr>Query term proximity</vt:lpstr>
      <vt:lpstr>Query parsers</vt:lpstr>
      <vt:lpstr>Aggregate scores</vt:lpstr>
      <vt:lpstr>Putting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 singh</dc:creator>
  <cp:lastModifiedBy>richa singh</cp:lastModifiedBy>
  <cp:revision>38</cp:revision>
  <dcterms:created xsi:type="dcterms:W3CDTF">2023-10-17T19:26:38Z</dcterms:created>
  <dcterms:modified xsi:type="dcterms:W3CDTF">2023-11-01T18:27:30Z</dcterms:modified>
</cp:coreProperties>
</file>