
<file path=[Content_Types].xml><?xml version="1.0" encoding="utf-8"?>
<Types xmlns="http://schemas.openxmlformats.org/package/2006/content-types">
  <Default Extension="bin" ContentType="application/vnd.openxmlformats-officedocument.oleObject"/>
  <Default Extension="png" ContentType="image/png"/>
  <Default Extension="emf" ContentType="image/x-emf"/>
  <Default Extension="jpeg" ContentType="image/jpeg"/>
  <Default Extension="rels" ContentType="application/vnd.openxmlformats-package.relationships+xml"/>
  <Default Extension="wmf" ContentType="image/x-wmf"/>
  <Default Extension="xml" ContentType="application/xml"/>
  <Default Extension="gif" ContentType="image/gif"/>
  <Default Extension="vml" ContentType="application/vnd.openxmlformats-officedocument.vmlDrawing"/>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ink/ink14.xml" ContentType="application/inkml+xml"/>
  <Override PartName="/ppt/theme/theme1.xml" ContentType="application/vnd.openxmlformats-officedocument.them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ppt/ink/ink19.xml" ContentType="application/inkml+xml"/>
  <Override PartName="/ppt/ink/ink20.xml" ContentType="application/inkml+xml"/>
  <Override PartName="/ppt/ink/ink21.xml" ContentType="application/inkml+xml"/>
  <Override PartName="/ppt/ink/ink22.xml" ContentType="application/inkml+xml"/>
  <Override PartName="/ppt/ink/ink23.xml" ContentType="application/inkml+xml"/>
  <Override PartName="/ppt/ink/ink24.xml" ContentType="application/inkml+xml"/>
  <Override PartName="/ppt/ink/ink25.xml" ContentType="application/inkml+xml"/>
  <Override PartName="/ppt/ink/ink26.xml" ContentType="application/inkml+xml"/>
  <Override PartName="/ppt/ink/ink27.xml" ContentType="application/inkml+xml"/>
  <Override PartName="/ppt/ink/ink28.xml" ContentType="application/inkml+xml"/>
  <Override PartName="/ppt/ink/ink37.xml" ContentType="application/inkml+xml"/>
  <Override PartName="/ppt/ink/ink38.xml" ContentType="application/inkml+xml"/>
  <Override PartName="/ppt/ink/ink39.xml" ContentType="application/inkml+xml"/>
  <Override PartName="/ppt/ink/ink40.xml" ContentType="application/inkml+xml"/>
  <Override PartName="/ppt/ink/ink41.xml" ContentType="application/inkml+xml"/>
  <Override PartName="/ppt/ink/ink42.xml" ContentType="application/inkml+xml"/>
  <Override PartName="/ppt/ink/ink43.xml" ContentType="application/inkml+xml"/>
  <Override PartName="/ppt/ink/ink44.xml" ContentType="application/inkml+xml"/>
  <Override PartName="/ppt/ink/ink45.xml" ContentType="application/inkml+xml"/>
  <Override PartName="/ppt/ink/ink34.xml" ContentType="application/inkml+xml"/>
  <Override PartName="/ppt/ink/ink32.xml" ContentType="application/inkml+xml"/>
  <Override PartName="/ppt/ink/ink31.xml" ContentType="application/inkml+xml"/>
  <Override PartName="/ppt/ink/ink33.xml" ContentType="application/inkml+xml"/>
  <Override PartName="/ppt/ink/ink30.xml" ContentType="application/inkml+xml"/>
  <Override PartName="/ppt/ink/ink29.xml" ContentType="application/inkml+xml"/>
  <Override PartName="/ppt/ink/ink35.xml" ContentType="application/inkml+xml"/>
  <Override PartName="/ppt/ink/ink36.xml" ContentType="application/inkml+xml"/>
  <Override PartName="/ppt/viewProps.xml" ContentType="application/vnd.openxmlformats-officedocument.presentationml.viewProps+xml"/>
  <Override PartName="/ppt/tableStyles.xml" ContentType="application/vnd.openxmlformats-officedocument.presentationml.tableStyles+xml"/>
  <Override PartName="/ppt/presProps.xml" ContentType="application/vnd.openxmlformats-officedocument.presentationml.presProps+xml"/>
  <Override PartName="/docProps/core.xml" ContentType="application/vnd.openxmlformats-package.core-properties+xml"/>
  <Override PartName="/docProps/app.xml" ContentType="application/vnd.openxmlformats-officedocument.extended-properties+xml"/>
  <Override PartName="/customXml/itemProps2.xml" ContentType="application/vnd.openxmlformats-officedocument.customXmlProperties+xml"/>
  <Override PartName="/customXml/itemProps1.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428" r:id="rId2"/>
    <p:sldId id="427" r:id="rId3"/>
    <p:sldId id="429" r:id="rId4"/>
    <p:sldId id="430" r:id="rId5"/>
    <p:sldId id="431" r:id="rId6"/>
    <p:sldId id="345" r:id="rId7"/>
    <p:sldId id="346" r:id="rId8"/>
    <p:sldId id="347" r:id="rId9"/>
    <p:sldId id="348" r:id="rId10"/>
    <p:sldId id="353" r:id="rId11"/>
    <p:sldId id="344" r:id="rId12"/>
    <p:sldId id="356" r:id="rId13"/>
    <p:sldId id="355" r:id="rId14"/>
    <p:sldId id="354" r:id="rId15"/>
    <p:sldId id="357" r:id="rId16"/>
    <p:sldId id="361" r:id="rId17"/>
    <p:sldId id="363" r:id="rId18"/>
    <p:sldId id="364" r:id="rId19"/>
    <p:sldId id="369" r:id="rId20"/>
    <p:sldId id="370" r:id="rId21"/>
    <p:sldId id="371" r:id="rId22"/>
    <p:sldId id="372" r:id="rId23"/>
    <p:sldId id="373" r:id="rId24"/>
    <p:sldId id="374" r:id="rId25"/>
    <p:sldId id="375" r:id="rId26"/>
    <p:sldId id="671" r:id="rId27"/>
    <p:sldId id="377" r:id="rId28"/>
    <p:sldId id="688" r:id="rId29"/>
    <p:sldId id="378" r:id="rId30"/>
    <p:sldId id="384" r:id="rId31"/>
    <p:sldId id="402" r:id="rId32"/>
    <p:sldId id="403" r:id="rId33"/>
    <p:sldId id="404" r:id="rId34"/>
    <p:sldId id="408" r:id="rId35"/>
    <p:sldId id="410" r:id="rId36"/>
    <p:sldId id="409" r:id="rId37"/>
    <p:sldId id="563" r:id="rId3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4" autoAdjust="0"/>
    <p:restoredTop sz="94660"/>
  </p:normalViewPr>
  <p:slideViewPr>
    <p:cSldViewPr snapToGrid="0">
      <p:cViewPr varScale="1">
        <p:scale>
          <a:sx n="90" d="100"/>
          <a:sy n="90" d="100"/>
        </p:scale>
        <p:origin x="576" y="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viewProps" Target="viewProps.xml"/><Relationship Id="rId45" Type="http://schemas.openxmlformats.org/officeDocument/2006/relationships/customXml" Target="../customXml/item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customXml" Target="../customXml/item2.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customXml" Target="../customXml/item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0" Type="http://schemas.openxmlformats.org/officeDocument/2006/relationships/slide" Target="slides/slide19.xml"/><Relationship Id="rId41" Type="http://schemas.openxmlformats.org/officeDocument/2006/relationships/theme" Target="theme/theme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3.wmf"/></Relationships>
</file>

<file path=ppt/drawings/_rels/vmlDrawing3.vml.rels><?xml version="1.0" encoding="UTF-8" standalone="yes"?>
<Relationships xmlns="http://schemas.openxmlformats.org/package/2006/relationships"><Relationship Id="rId2" Type="http://schemas.openxmlformats.org/officeDocument/2006/relationships/image" Target="../media/image6.wmf"/><Relationship Id="rId1" Type="http://schemas.openxmlformats.org/officeDocument/2006/relationships/image" Target="../media/image5.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9.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11.wmf"/></Relationships>
</file>

<file path=ppt/drawings/_rels/vmlDrawing6.vml.rels><?xml version="1.0" encoding="UTF-8" standalone="yes"?>
<Relationships xmlns="http://schemas.openxmlformats.org/package/2006/relationships"><Relationship Id="rId2" Type="http://schemas.openxmlformats.org/officeDocument/2006/relationships/image" Target="../media/image11.wmf"/><Relationship Id="rId1" Type="http://schemas.openxmlformats.org/officeDocument/2006/relationships/image" Target="../media/image13.wmf"/></Relationships>
</file>

<file path=ppt/drawings/_rels/vmlDrawing7.vml.rels><?xml version="1.0" encoding="UTF-8" standalone="yes"?>
<Relationships xmlns="http://schemas.openxmlformats.org/package/2006/relationships"><Relationship Id="rId3" Type="http://schemas.openxmlformats.org/officeDocument/2006/relationships/image" Target="../media/image16.wmf"/><Relationship Id="rId2" Type="http://schemas.openxmlformats.org/officeDocument/2006/relationships/image" Target="../media/image15.wmf"/><Relationship Id="rId1" Type="http://schemas.openxmlformats.org/officeDocument/2006/relationships/image" Target="../media/image14.wmf"/><Relationship Id="rId4" Type="http://schemas.openxmlformats.org/officeDocument/2006/relationships/image" Target="../media/image3.wmf"/></Relationships>
</file>

<file path=ppt/drawings/_rels/vmlDrawing8.vml.rels><?xml version="1.0" encoding="UTF-8" standalone="yes"?>
<Relationships xmlns="http://schemas.openxmlformats.org/package/2006/relationships"><Relationship Id="rId3" Type="http://schemas.openxmlformats.org/officeDocument/2006/relationships/image" Target="../media/image6.wmf"/><Relationship Id="rId2" Type="http://schemas.openxmlformats.org/officeDocument/2006/relationships/image" Target="../media/image18.wmf"/><Relationship Id="rId1" Type="http://schemas.openxmlformats.org/officeDocument/2006/relationships/image" Target="../media/image17.wmf"/><Relationship Id="rId4" Type="http://schemas.openxmlformats.org/officeDocument/2006/relationships/image" Target="../media/image19.w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20.w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22.wmf"/></Relationships>
</file>

<file path=ppt/drawings/_rels/vmlDrawing11.vml.rels><?xml version="1.0" encoding="UTF-8" standalone="yes"?>
<Relationships xmlns="http://schemas.openxmlformats.org/package/2006/relationships"><Relationship Id="rId2" Type="http://schemas.openxmlformats.org/officeDocument/2006/relationships/image" Target="../media/image25.wmf"/><Relationship Id="rId1" Type="http://schemas.openxmlformats.org/officeDocument/2006/relationships/image" Target="../media/image24.wmf"/></Relationships>
</file>

<file path=ppt/drawings/_rels/vmlDrawing12.vml.rels><?xml version="1.0" encoding="UTF-8" standalone="yes"?>
<Relationships xmlns="http://schemas.openxmlformats.org/package/2006/relationships"><Relationship Id="rId3" Type="http://schemas.openxmlformats.org/officeDocument/2006/relationships/image" Target="../media/image30.wmf"/><Relationship Id="rId2" Type="http://schemas.openxmlformats.org/officeDocument/2006/relationships/image" Target="../media/image29.wmf"/><Relationship Id="rId1" Type="http://schemas.openxmlformats.org/officeDocument/2006/relationships/image" Target="../media/image28.wmf"/></Relationships>
</file>

<file path=ppt/drawings/_rels/vmlDrawing13.vml.rels><?xml version="1.0" encoding="UTF-8" standalone="yes"?>
<Relationships xmlns="http://schemas.openxmlformats.org/package/2006/relationships"><Relationship Id="rId3" Type="http://schemas.openxmlformats.org/officeDocument/2006/relationships/image" Target="../media/image33.wmf"/><Relationship Id="rId2" Type="http://schemas.openxmlformats.org/officeDocument/2006/relationships/image" Target="../media/image32.wmf"/><Relationship Id="rId1" Type="http://schemas.openxmlformats.org/officeDocument/2006/relationships/image" Target="../media/image31.wmf"/><Relationship Id="rId5" Type="http://schemas.openxmlformats.org/officeDocument/2006/relationships/image" Target="../media/image35.wmf"/><Relationship Id="rId4" Type="http://schemas.openxmlformats.org/officeDocument/2006/relationships/image" Target="../media/image34.wmf"/></Relationships>
</file>

<file path=ppt/drawings/_rels/vmlDrawing14.vml.rels><?xml version="1.0" encoding="UTF-8" standalone="yes"?>
<Relationships xmlns="http://schemas.openxmlformats.org/package/2006/relationships"><Relationship Id="rId3" Type="http://schemas.openxmlformats.org/officeDocument/2006/relationships/image" Target="../media/image38.wmf"/><Relationship Id="rId2" Type="http://schemas.openxmlformats.org/officeDocument/2006/relationships/image" Target="../media/image37.wmf"/><Relationship Id="rId1" Type="http://schemas.openxmlformats.org/officeDocument/2006/relationships/image" Target="../media/image36.wmf"/></Relationships>
</file>

<file path=ppt/drawings/_rels/vmlDrawing15.vml.rels><?xml version="1.0" encoding="UTF-8" standalone="yes"?>
<Relationships xmlns="http://schemas.openxmlformats.org/package/2006/relationships"><Relationship Id="rId3" Type="http://schemas.openxmlformats.org/officeDocument/2006/relationships/image" Target="../media/image41.wmf"/><Relationship Id="rId2" Type="http://schemas.openxmlformats.org/officeDocument/2006/relationships/image" Target="../media/image40.wmf"/><Relationship Id="rId1" Type="http://schemas.openxmlformats.org/officeDocument/2006/relationships/image" Target="../media/image39.wmf"/><Relationship Id="rId4" Type="http://schemas.openxmlformats.org/officeDocument/2006/relationships/image" Target="../media/image37.wmf"/></Relationships>
</file>

<file path=ppt/drawings/_rels/vmlDrawing16.vml.rels><?xml version="1.0" encoding="UTF-8" standalone="yes"?>
<Relationships xmlns="http://schemas.openxmlformats.org/package/2006/relationships"><Relationship Id="rId3" Type="http://schemas.openxmlformats.org/officeDocument/2006/relationships/image" Target="../media/image45.wmf"/><Relationship Id="rId2" Type="http://schemas.openxmlformats.org/officeDocument/2006/relationships/image" Target="../media/image44.wmf"/><Relationship Id="rId1" Type="http://schemas.openxmlformats.org/officeDocument/2006/relationships/image" Target="../media/image43.wmf"/></Relationships>
</file>

<file path=ppt/drawings/_rels/vmlDrawing17.vml.rels><?xml version="1.0" encoding="UTF-8" standalone="yes"?>
<Relationships xmlns="http://schemas.openxmlformats.org/package/2006/relationships"><Relationship Id="rId3" Type="http://schemas.openxmlformats.org/officeDocument/2006/relationships/image" Target="../media/image49.wmf"/><Relationship Id="rId2" Type="http://schemas.openxmlformats.org/officeDocument/2006/relationships/image" Target="../media/image48.wmf"/><Relationship Id="rId1" Type="http://schemas.openxmlformats.org/officeDocument/2006/relationships/image" Target="../media/image47.wmf"/></Relationships>
</file>

<file path=ppt/drawings/_rels/vmlDrawing18.vml.rels><?xml version="1.0" encoding="UTF-8" standalone="yes"?>
<Relationships xmlns="http://schemas.openxmlformats.org/package/2006/relationships"><Relationship Id="rId3" Type="http://schemas.openxmlformats.org/officeDocument/2006/relationships/image" Target="../media/image52.wmf"/><Relationship Id="rId2" Type="http://schemas.openxmlformats.org/officeDocument/2006/relationships/image" Target="../media/image51.wmf"/><Relationship Id="rId1" Type="http://schemas.openxmlformats.org/officeDocument/2006/relationships/image" Target="../media/image50.wmf"/></Relationships>
</file>

<file path=ppt/drawings/_rels/vmlDrawing19.vml.rels><?xml version="1.0" encoding="UTF-8" standalone="yes"?>
<Relationships xmlns="http://schemas.openxmlformats.org/package/2006/relationships"><Relationship Id="rId2" Type="http://schemas.openxmlformats.org/officeDocument/2006/relationships/image" Target="../media/image57.wmf"/><Relationship Id="rId1" Type="http://schemas.openxmlformats.org/officeDocument/2006/relationships/image" Target="../media/image56.wmf"/></Relationships>
</file>

<file path=ppt/drawings/_rels/vmlDrawing20.vml.rels><?xml version="1.0" encoding="UTF-8" standalone="yes"?>
<Relationships xmlns="http://schemas.openxmlformats.org/package/2006/relationships"><Relationship Id="rId2" Type="http://schemas.openxmlformats.org/officeDocument/2006/relationships/image" Target="../media/image60.wmf"/><Relationship Id="rId1" Type="http://schemas.openxmlformats.org/officeDocument/2006/relationships/image" Target="../media/image59.wmf"/></Relationships>
</file>

<file path=ppt/drawings/_rels/vmlDrawing21.vml.rels><?xml version="1.0" encoding="UTF-8" standalone="yes"?>
<Relationships xmlns="http://schemas.openxmlformats.org/package/2006/relationships"><Relationship Id="rId3" Type="http://schemas.openxmlformats.org/officeDocument/2006/relationships/image" Target="../media/image64.wmf"/><Relationship Id="rId2" Type="http://schemas.openxmlformats.org/officeDocument/2006/relationships/image" Target="../media/image63.wmf"/><Relationship Id="rId1" Type="http://schemas.openxmlformats.org/officeDocument/2006/relationships/image" Target="../media/image62.wmf"/><Relationship Id="rId4" Type="http://schemas.openxmlformats.org/officeDocument/2006/relationships/image" Target="../media/image65.wmf"/></Relationships>
</file>

<file path=ppt/ink/ink1.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2-17T06:44:14.051"/>
    </inkml:context>
    <inkml:brush xml:id="br0">
      <inkml:brushProperty name="width" value="0.05292" units="cm"/>
      <inkml:brushProperty name="height" value="0.05292" units="cm"/>
      <inkml:brushProperty name="color" value="#FF0000"/>
    </inkml:brush>
  </inkml:definitions>
  <inkml:trace contextRef="#ctx0" brushRef="#br0">27665 4875 50 0,'0'0'56'0,"0"0"-4"0,0 0-1 0,0 0-13 0,0 0-15 16,0 0 1-16,0 0-11 0,0 0-1 0,0 0-7 16,0 0-4-16,0 0-6 0,0 0-13 15,0 0-4-15,0 0-25 0,0 0-51 0,0 0 23 16</inkml:trace>
  <inkml:trace contextRef="#ctx0" brushRef="#br0" timeOffset="42013.92">27535 2823 8 0,'0'0'8'0,"0"0"7"0,0 0-8 0,0 0 0 0,0 0 1 15,4-6 2-15,-4 6-2 0,0 0-3 0,0 0-1 16,0 0-4-16,2-8 1 0,-2 8 2 0,0 0-1 16,0 0 1-16,0 0 1 0,0 0-1 15,0 0 1-15,0 0-6 0,0 0 1 0,0 0-6 16,0 0-8-16,-2-12-17 0,2 12 7 0</inkml:trace>
  <inkml:trace contextRef="#ctx0" brushRef="#br0" timeOffset="63493.21">27366 7161 81 0,'-11'2'231'0,"11"-2"-14"0,0 0-3 16,-9 1-3-16,9-1 3 0,0 0-11 0,0 0-9 16,0 0 0-16,0 0-9 0,0 0-15 0,0 0-9 15,0 0-9-15,0 0-13 0,0 0-13 0,-7-5-5 16,7 5-17-16,0 0-16 0,13-13-3 0,-6 3-14 16,7-1-9-16,2-2-2 0,6-3-6 0,5-2-10 15,-2-3-7-15,2 4 2 0,-3-4-5 0,3 3-6 16,-2 0-1-16,-2-2-3 0,1 1 6 0,-4-3-10 15,-2 3 0-15,0-1-8 0,-2 1-2 0,0-2-4 0,-3 5 0 16,-4 0-5-16,3-2-9 0,-1 2 5 0,-2 3-1 16,-5 3 4-16,3 3-3 0,-4-1 7 15,-1 2-5-15,2 1 4 0,-4 5 0 0,5-8-1 16,-5 8-6-16,0 0 0 0,0-6 2 0,0 6-4 16,0 0-3-16,0 0 24 0,-15-1 0 0,15 1-1 15,-25 9-7-15,4-2 1 0,-2 6-4 0,-1 2 0 0,6-5-7 16,0 2 3-16,4 1-1 0,1-1-3 15,4-2-1-15,5 1-8 0,-1 1 3 0,5 4-10 16,0-4-5-16,2 0-10 0,4 3-8 0,1 3-2 0,5-4 7 16,3 7 2-16,4-2 4 0,-2 0 1 0,-1-5 1 15,-1-1 3-15,0-2 4 0,0 2 0 16,1-2 0-16,-1 1 3 0,-1-1 0 0,-3-1 4 0,-1 0 5 16,-3-1-2-16,-1 0 0 0,1-3 2 0,-3 0 3 15,-2 1 5-15,0-1 3 0,1 1 8 0,-3-7-1 16,-3 12 0-16,3-12-2 0,-8 11 3 15,0-5-2-15,-2 1 2 0,0-2-5 0,1-2-12 16,-1-1-10-16,0 1-19 0,-1-1-33 0,3-1-30 16,8-1-42-16,-13-1-41 0,13 1-31 0,-10-6-185 0,7 3-434 15,3 3 192-15</inkml:trace>
  <inkml:trace contextRef="#ctx0" brushRef="#br0" timeOffset="64776.47">27876 6990 53 0,'7'-4'265'0,"-2"1"-29"15,-5 3-21-15,6-4-21 0,-6 4-12 0,5-4-18 16,-5 4-12-16,0 0-9 0,0 0-8 0,0 0-5 16,0 0-9-16,12 7-9 0,-12-7-11 0,1 9-7 15,-1-3 0-15,0-6-14 0,0 9-4 0,0-9-9 16,4 12-4-16,-4-5-1 0,3-1-3 0,-3-6-2 16,0 10-1-16,0-10 6 0,2 8 3 0,-2-8 4 15,0 0 5-15,0 8 7 0,0-8 17 0,0 0 13 16,0 0-29-16,0 0 2 0,0 0-10 0,0 0-8 15,0 0 3-15,0 0-22 0,-14-20 7 0,10 11-10 16,2-3-9-16,0-3-14 0,2 2-12 0,0-3 1 16,4-1 1-16,0 0-12 0,0-1-12 0,1 4-9 15,5-3-1-15,-2 4 4 0,-1 4 8 0,0 1-7 16,0 0 2-16,2 4-2 0,-1 1 4 0,2 2-1 16,-1 1 3-16,0 3 1 0,-1 2-4 0,4 7 3 15,-1-3 4-15,1 5 3 0,-3-1-2 0,-1 3-1 16,1 0 4-16,0-2-1 0,-6-2-1 0,1-2 0 15,0 0-1-15,0-2-3 0,-3-1-1 0,1 0 3 16,-2-7 3-16,4 10-1 0,-4-10 7 0,1 6 4 16,-1-6 3-16,0 0 16 0,1 6 1 0,-1-6 4 15,0 0-2-15,0 0-9 0,0 0-8 0,0 0 3 16,0 0-9-16,5-26-10 0,-4 14 0 0,3-1-10 16,3 3-3-16,1-6-4 0,0 3 0 0,1 0-3 15,3-2 4-15,-1 1-1 0,-5 7 6 0,4-2-2 16,-5 3-5-16,4 0 5 0,-4 4 1 0,1 0 2 15,-6 2 0-15,12-3 3 0,-12 3-2 0,11 0 2 16,-4 3 2-16,-1 1-1 0,3 2 8 0,0 0-2 0,-4 2-5 16,4 0-14-16,1 2-16 0,0-4-12 15,-3 1-16-15,4 1-9 0,1-1-16 0,-3 1-7 16,2-2-9-16,0-2-14 0,2 1-6 0,-1-4-2 16,3-1 2-16,1-1 6 0,-1-3 10 0,2 2 10 0,1-4 18 15,-4 3 17-15,1-7 12 0,-2 5 20 16,-3-1 15-16,0-3 13 0,-2 0 21 0,2 1 19 0,-3-7 14 15,-1 7 0-15,-1-1 19 0,-3-1 18 16,2 1 14-16,-2 0 0 0,-2 3 9 0,0 6 4 16,-3-13 9-16,3 13-9 0,-6-8-8 0,6 8 2 0,-8-8-13 15,2 8-12-15,6 0-4 0,-23 6-11 0,10 1-3 16,-2 2-7-16,-1 1-7 0,2 2-2 16,5-3-4-16,-2 2-5 0,3 0-8 0,2 2-2 15,2-3-4-15,1 1-4 0,1 1-12 0,2-2-17 0,2 0-12 16,1-3-11-16,2 1-4 0,0-3-6 0,3 1-5 15,3-5-1-15,0 3 0 0,1 0 9 16,0-6-1-16,2 0 7 0,-1-2 4 0,-2 0 4 0,2 2 11 16,-5-4 14-16,1 1 7 0,2-1 4 0,-6 0 9 15,-1-2-2-15,1 3 4 0,-2-2 12 0,-3 7 10 16,5-7 1-16,-5 7 7 0,1-9-4 0,-1 9 0 16,0 0-6-16,5-7 4 0,-5 7-8 0,0 0-9 15,0 0-5-15,0 0-7 0,0 0 1 16,0 0-1-16,-11 21-1 0,9-13-1 0,2-8-7 0,-2 16 0 15,3-7 4-15,-1 1-3 0,3-2-4 0,-2 1 3 16,3 0-1-16,1-5 1 0,0 5-2 0,4-2-3 16,0-1 0-16,2-2 0 0,0-3-5 0,0-1-1 15,3 1 0-15,-1-2 1 0,1-4 1 0,-1 1 2 16,1-1-4-16,1-1 6 0,-1-7-3 0,-2 1 11 16,-5 3 10-16,5-4 9 0,-3-3 5 0,-4 1-8 15,1-1-1-15,-2-4 6 0,-1 1-3 0,-3 0 15 16,2-6-11-16,-2-2-3 0,-2 4-4 0,2-5 0 15,-5 2-4-15,2 2-2 0,2 6 18 0,-3 0-3 16,1 3 7-16,2 3-19 0,0 1 5 0,-1 5-2 16,1 0-10-16,1 6-3 0,-1-10-3 0,1 10-6 15,0 0-4-15,0 0-12 0,0 0 11 0,0 0 4 16,-5 34 0-16,1-10-8 0,3 5 10 0,0 0 1 16,1-1-3-16,2 2 0 0,2-2 3 0,-1 0-7 15,3-4 7-15,0 0-4 0,1-4 8 0,-2-2-4 16,2-1-1-16,2-2 0 0,-1-2 3 0,5-2 2 15,-6 0-3-15,2-2-1 0,0-4-9 0,1 0 3 16,-1-1-8-16,2-3 1 0,1 0-6 0,0-3 0 16,-1-3 7-16,1-2-8 0,2-2 6 0,-3 0-8 15,1-1 11-15,-2-2 0 0,2-4-4 0,-3-1 4 16,0 2 3-16,2-8 2 0,-4 4-4 0,-2-7 0 16,-1 1 8-16,-2 6-6 0,0 0 4 0,-2 0-2 15,0 2-4-15,0 0 15 0,-1 6 16 0,1 4 1 16,0 7-9-16,0-14 6 0,0 14-7 0,-1-9-2 15,1 9-7-15,0 0 1 0,0 0 5 0,0 0-1 0,-6 26 11 16,3-11-2-16,-2 5-9 0,0 3-7 0,0 6 18 16,-3-1-19-16,4 1-17 0,2-1-30 15,-1 1-37-15,1 3-41 0,0-2-53 0,2-1-58 16,5-3-58-16,1 2-268 0,0-2-605 0,3-8 268 16</inkml:trace>
  <inkml:trace contextRef="#ctx0" brushRef="#br0" timeOffset="65143.45">29316 7069 64 0,'7'-14'266'0,"-1"-3"-25"0,3 0-6 15,-1-1-3-15,1 1-4 0,5-8-11 0,-3 2-16 16,1 0-15-16,0-1-15 0,-3 7-15 0,3-7-11 16,-3 6-16-16,1 1-10 0,-2-2-11 15,-1 2-5-15,1 1-13 0,-1 1 0 0,0 4-2 0,-4 1-1 16,-1-1 6-16,1 6 2 0,-3 5 1 0,4-12-9 15,-3 6-9-15,-1 6-8 0,0 0-2 0,-4-12-16 16,4 12-11-16,-7-3-9 0,7 3-9 0,0 0-6 16,-17 4 0-16,7 1-10 0,2 3-2 15,-1-1-7-15,1 4-21 0,1-3-23 0,2 3-3 0,3-1-4 16,1 4-1-16,2 1-2 0,3 1-6 0,0-1 0 16,5 0 6-16,1 0 6 0,0 1 6 0,2-3 10 15,-2 0-2-15,3 1 3 0,-4-5 3 0,-2 1 3 16,1 1 3-16,0-4-1 0,-2 3 4 0,-1-1 7 15,-2-3 1-15,-1 0 6 0,1-1 5 0,-3 4 1 16,0-9 0-16,1 11-1 0,-1-11 1 0,-2 10 3 16,-1-5-5-16,3-5-1 0,-6 10-14 0,2-5-27 15,-1-3-23-15,5-2-34 0,-10 5-43 0,10-5-39 16,0 0-36-16,-6 1-167 0,6-1-420 0,0 0 186 16</inkml:trace>
  <inkml:trace contextRef="#ctx0" brushRef="#br0" timeOffset="65327.87">29640 6829 242 0,'6'-9'310'16,"-5"-1"-7"-16,2 4-1 0,-2-1-4 0,-1 7 6 16,3-9-30-16,-3 9-8 0,1-7-34 0,-1 7-24 15,0 0-21-15,5-7-31 0,-5 7-9 0,0 0-16 16,0 0-7-16,1 19-10 0,5-7-4 0,-4 3-18 16,-1 3-7-16,-1 1-13 0,0 0-27 0,2 0-32 15,-2 0-43-15,-2-2-33 0,1-1-43 0,-1 4-45 16,0-4-52-16,2 0-51 0,-2 1-60 0,-1-5-169 15,1-2-523-15,0-3 233 0</inkml:trace>
  <inkml:trace contextRef="#ctx0" brushRef="#br0" timeOffset="65483.94">29683 6625 25 0,'-4'-10'249'0,"2"1"-25"15,-1 5-26-15,1-3-19 0,2 7-18 0,-5-8-36 16,5 8-25-16,0 0-35 0,0 0-47 0,0 0-49 16,-4 22-60-16,2-9-113 0,2 0-221 0,0 2 98 15</inkml:trace>
  <inkml:trace contextRef="#ctx0" brushRef="#br0" timeOffset="65760.62">29917 6763 167 0,'0'0'260'0,"0"0"-16"15,0 0 0-15,0 0 5 0,0 0-1 0,0 0-15 16,-14-12-14-16,14 12-10 0,0 0-19 0,-8-1-16 16,8 1-22-16,0 0-17 0,0 0-16 0,-14 6-8 15,9-1-10-15,0 1-16 0,1 1-7 0,-1 4-9 16,0 0-8-16,2 0-3 0,1-1-7 0,1 2-10 16,1 1-4-16,1 4-5 0,0 0-12 0,0-1-3 15,-1 1 1-15,3-1-3 0,-1 0 5 0,-2 0-11 16,3 1-1-16,-2-1 4 0,-1 3 0 0,0-3-2 15,-2-1-1-15,2 1-4 0,-2-4-1 0,-1 4 3 16,0-4-3-16,-1-2 6 0,0 3-8 0,2-1-30 0,-1-3-20 16,-1 0-21-16,1-2-32 0,0 1-33 15,-1-2-48-15,4-6-43 0,-1 10-46 0,1-10-178 16,0 0-486-16,0 0 215 0</inkml:trace>
  <inkml:trace contextRef="#ctx0" brushRef="#br0" timeOffset="65977.32">30009 6956 22 0,'8'-17'251'0,"1"3"-25"0,-3-1-16 16,2 0-1-16,1-2-5 0,-3 6 0 0,-1 0-10 0,3 1-12 15,-2 1-20-15,0 0-13 0,0 3-19 0,0 3-10 16,1-1-17-16,-7 4-8 0,13-1-10 16,-5 2-10-16,1 1-4 0,1 3-1 0,-1 0-5 15,-1 3-4-15,-2 0-1 0,5 0-3 0,-4 4-5 0,-3-2-3 16,1 0-12-16,-1-1-20 0,2 1-29 0,-2 2-32 15,-1-4-45-15,-1 4-60 0,4-4-54 0,-1 0-56 16,-1-2-142-16,2-1-435 0,0-1 193 0</inkml:trace>
  <inkml:trace contextRef="#ctx0" brushRef="#br0" timeOffset="66326.84">30447 6781 268 0,'-2'-7'289'0,"-2"3"-5"0,4 4-8 15,-5-9-19-15,5 9-23 0,-10-5-21 0,10 5-18 16,-18 1-21-16,6 5-11 0,1-2-19 0,-2 3-12 16,1 0-12-16,0 4-15 0,0 1-10 0,4-3-4 15,1 0-14-15,1 1-11 0,0 1-8 0,4-3 0 16,1 1-21-16,-1 1-12 0,2-2-13 0,0-8-20 16,5 11-21-16,1-4-5 0,0-3-3 0,1-2-7 15,5 1-4-15,-2-2 0 0,3-1 8 0,-3-1 4 16,3-3 3-16,-3 0 11 0,-1 2 16 0,-1-4 3 15,-2 2 2-15,1-2 9 0,-2 0 10 0,-1 0 3 16,0 0 8-16,-1 1 9 0,1-1 12 0,-4 6 7 16,5-6 4-16,-5 6 6 0,4-6-10 0,-4 6-5 15,0 0-8-15,0 0-6 0,4-6-6 0,-4 6 3 16,0 0-8-16,0 0-2 0,0 0 3 0,2 18 3 16,-2-18-3-16,0 17-3 0,0-5-1 0,3-3-10 15,0 3-16-15,0 0-21 0,0-2-36 0,2-1-40 16,0 1-48-16,-1-2-63 0,4-1-56 0,1 0-233 15,3-3-538-15,-1-2 238 0</inkml:trace>
  <inkml:trace contextRef="#ctx0" brushRef="#br0" timeOffset="66512.03">30679 6660 2517 0,'1'-31'150'0,"2"7"-139"15,-2 5 65-15,0 3 25 0,0 5 11 0,-1 2 7 16,0 2-3-16,0 7-15 0,2-9-19 0,-2 9-10 15,0 0-7-15,0 0 5 0,0 0 9 0,0 0-2 16,5 33-7-16,-4-3 1 0,-1 2-10 0,2 3-7 16,-2 1-8-16,0 11-1 0,3-12-37 0,-4 11-40 15,-2-14-42-15,3 3-59 0,-2-5-62 0,2 1-70 16,-2-1-303-16,1-1-614 0,-3-6 271 0</inkml:trace>
  <inkml:trace contextRef="#ctx0" brushRef="#br0" timeOffset="67343.48">27811 7883 39 0,'9'-4'119'16,"5"1"-4"-16,5 0 9 0,2 1-2 0,10-2 6 16,7 1-1-16,14-1 0 0,8-1-4 0,31 4-10 15,3-7-15-15,12-1-8 0,6 8-13 0,5-8-8 16,7 3-26-16,9-2-20 0,6 3-29 0,5-1-15 15,6-8-34-15,5 4-35 0,-2 2-44 0,-5-3-72 16,6 3-222-16,-5-3 99 0</inkml:trace>
  <inkml:trace contextRef="#ctx0" brushRef="#br0" timeOffset="77826.87">31470 6788 217 0,'0'0'226'0,"6"-5"-6"16,-6 5-16-16,0 0-7 0,0 0-13 0,0 0-9 15,3-6 0-15,-3 6-2 0,0 0-9 0,0 0-11 16,0 0-9-16,0 0-15 0,0 0-15 0,-3-12-7 16,3 12-14-16,0 0-9 0,0 0-6 0,-8-4-10 15,8 4-2-15,0 0-12 0,-12-2-8 0,12 2 0 16,-18 5-10-16,6-2 6 0,2 1-13 0,-5 2 2 15,3 2-9-15,-1 0-2 0,0 1-3 0,3-1 5 16,-1-3-8-16,3 3 4 0,3-2-13 0,1 3 3 16,-1-3-7-16,3-2 12 0,-1 4-12 0,0-3-10 15,1 1-5-15,2-6-10 0,0 11-3 0,0-11-1 16,1 9 6-16,2-4-5 0,1 0-5 0,1-1 6 16,1 0-2-16,6 0 2 0,-5-3 4 0,-7-1-1 15,16 0 7-15,-6 0 1 0,0-3 3 0,-1 1-1 16,1-3 6-16,-1 1 7 0,-1-3 0 0,-2 5 1 15,1-4 7-15,-2-2-4 0,1 2 6 0,-1-2 7 16,-1 0 3-16,0 4 4 0,-4 4 9 0,6-9-2 16,-6 9 5-16,4-7-8 0,0 3 4 0,-4 4-11 0,0 0-1 15,1-8-5-15,-1 8-7 0,0 0 1 16,0 0-7-16,0 0-3 0,5-4 1 0,-5 4 4 16,0 0-6-16,0 0-3 0,0 20 4 0,0-20-1 15,-2 18 4-15,3-6-19 0,-1-1-20 0,1 1-20 16,1 0-29-16,0 0-30 0,1-2-47 0,1 2-40 0,1-2-41 15,1 1-159-15,3-2-436 0,5-3 192 16</inkml:trace>
  <inkml:trace contextRef="#ctx0" brushRef="#br0" timeOffset="78060.77">31925 6759 181 0,'-5'-5'217'0,"0"1"-4"0,-2-1-11 0,2 2-14 0,-5 2-14 15,1-2-12-15,9 3-13 0,-22 6-8 16,8-2-7-16,2 0-21 0,0 1-7 0,-2 6-16 16,5-3-6-16,-1 1-12 0,2-1-6 0,3 1-5 15,0 4-7-15,3-4-4 0,0 4-5 0,3-3-5 16,3 2-9-16,2-1-11 0,6 4-6 0,4-4-31 0,9 3-23 16,0-2-34-16,6-2-36 0,2-1-50 0,2-4-36 15,-3 3-139-15,-3-3-364 0,-1-3 162 16</inkml:trace>
  <inkml:trace contextRef="#ctx0" brushRef="#br0" timeOffset="79061.48">30001 8089 43 0,'0'0'255'0,"-3"6"11"15,3-6 3-15,0 0-5 0,0 0-7 0,0 0-14 16,0 0-10-16,0 0-16 0,0 0-23 0,0 0-21 16,0 0-20-16,15-16 2 0,-8 5-23 0,4 0-9 15,-1-4-16-15,1 0-5 0,4-6-15 0,-2 6-10 16,-2-2-9-16,-1 0-2 0,4-5-5 0,-5-1-1 16,-2 4-8-16,-1 0-4 0,-1 1-9 0,-1 3-2 15,-2-2 6-15,1 6 2 0,-2 3-3 0,-1 2 12 16,0 6 9-16,1-12 5 0,-1 12 0 0,2-9-8 15,-2 9-4-15,0 0-6 0,-2-10 4 0,2 10-18 16,0 0-5-16,-5-4-5 0,5 4-7 0,0 0 3 16,0 0 5-16,-23 13-14 0,17-8-2 0,-1 3-3 15,4-2-20-15,-1-2-9 0,-1 1-11 0,2 1-5 16,3-6-23-16,-1 11-1 0,1-11-1 0,3 13-1 16,0-7-3-16,5 0 1 0,-3 1 0 0,4-3 5 15,1 1 1-15,2-3 10 0,-2 0 7 0,3 2 1 16,-3-4 5-16,2 0 4 0,-1 2 0 0,-5-1 5 15,2-1 1-15,-8 0 0 0,13 2 2 0,-13-2 3 16,7 1 2-16,-7-1 0 0,7 2 3 0,-3 3 0 16,-4-5 5-16,4 9 8 0,-2-3 2 0,-2-6 3 15,3 13 0-15,0-6-2 0,-1 3 2 0,0-1 0 16,1 1-2-16,-1-3 0 0,2 2 2 0,0-2-2 16,1 1 0-16,0-1 2 0,2-1-2 0,2-2 3 15,0 2-3-15,2-2 0 0,1 0 0 0,1-1 0 16,0-3 3-16,4-2-2 0,2 1 1 0,-7-3 0 15,6 0 1-15,-5-2 0 0,4 0-3 0,-3-4 0 16,-2 3 3-16,2-5-3 0,-4 5-1 0,-2-2 0 16,0-4 5-16,1-1-4 0,-6 2-1 0,4 1 0 15,-2-4 2-15,-3 6 9 0,0-4 8 0,-1 7 7 16,-1 6 14-16,0-12 0 0,0 12-1 0,-1-8 0 16,1 8-4-16,0 0-3 0,0 0-3 0,-3-8-3 15,3 8-2-15,0 0 11 0,-20 18-21 0,15-8 0 16,-6 3-1-16,4-2 0 0,-2 3-4 0,4-5-4 15,1 3-1-15,2-4 1 0,0 2-8 0,2 0 0 16,2 0-1-16,2-2-3 0,1-1-3 0,2-1 4 16,0-2-6-16,2 0 2 0,8-2 1 0,0-2 3 15,4-1-4-15,0-1 0 0,-2-2 3 0,1-2 6 0,-3-1-8 16,1-1 8-16,-1 1-8 0,-2-2 7 16,-4 1-2-16,3-2 1 0,-2-2 0 0,-2-1-1 15,3-2 4-15,-4 1-4 0,-3-3 4 0,-1 7 8 16,0-2 14-16,-1 8 18 0,-1-4 2 0,-1 3 2 0,-2 5 5 15,4-9 3-15,-1 5-22 0,-3 4 2 0,0 0-6 16,0 0-3-16,0 0-5 0,0 0-4 16,0 0 8-16,0 0 1 0,-1 21-18 0,-3-10 7 15,0 5 1-15,1 1-3 0,1-1 6 0,-2-5-3 16,3 5-3-16,-1-4-8 0,1 5 9 0,1-3-23 0,0-4-30 16,0 2-26-16,1-1-23 0,-2-3-46 0,2 0-31 15,2 3-41-15,-3-4-35 0,5-1-27 0,-2-1-32 16,2 0-156-16,-5-5-496 0,11 6 220 15</inkml:trace>
  <inkml:trace contextRef="#ctx0" brushRef="#br0" timeOffset="79293.33">31048 7701 140 0,'1'-17'274'0,"2"6"6"0,-4 2-8 0,2 2-13 0,-1 7-10 15,1-11-24-15,-1 11-20 0,2-8-21 0,-2 8-11 16,0 0-14-16,0 0-2 0,0 0-12 0,0 0-4 15,3 40-13-15,-5-21-7 0,-1 8-12 0,1 0-14 16,-1 2-9-16,2-3-3 0,-1 0-13 16,1-1 13-16,-3 2-21 0,3 0-9 0,0-1-6 0,-2 0-2 15,3-8-3-15,-1 9-4 0,0-10-16 0,1 4-22 16,1-3-18-16,-1 0-53 0,-3 0-37 0,1-1-40 16,-1-1-56-16,3-4-43 0,-1-2-48 0,-1 2-181 15,0-5-516-15,0-2 228 0</inkml:trace>
  <inkml:trace contextRef="#ctx0" brushRef="#br0" timeOffset="79528.06">31063 7878 259 0,'2'-11'239'0,"3"0"-25"0,0 1-27 0,3 1-14 0,2 0-11 16,-3 5-8-16,2-2-14 0,0 4-10 0,1-1-9 15,-2 3-15-15,-8 0-9 0,18 5 1 0,-9-1-6 16,-1-1-6-16,-2 4 4 0,2 1-5 0,-3-2 2 15,0 5-7-15,-2-1-7 0,-2 0-1 0,0 0-4 16,-1 2-6-16,-1 0-4 0,-2-4-18 0,-1 0-20 16,2 0-16-16,-3-2-28 0,-2 1-25 0,4-3-32 15,3-4-28-15,-6 11-31 0,4-7-16 0,2-4-30 16,0 0-12-16,0 0-145 0,-4 4-371 0,4-4 165 16</inkml:trace>
  <inkml:trace contextRef="#ctx0" brushRef="#br0" timeOffset="80510.95">31279 7871 101 0,'3'-6'229'0,"-3"6"1"0,4-9-4 16,-2 5 5-16,-2 4-7 0,0 0-6 0,7-7-11 16,-7 7-9-16,0 0-20 0,0 0-6 0,0 0-19 15,0 0-15-15,0 0-5 0,0 0-15 0,0 0-13 16,0 0-11-16,-3 22-9 0,3-22-14 0,1 13-5 16,-1-7-5-16,3 1-5 0,0 0-4 0,-1 1-1 15,4-1-8-15,-2 2-10 0,5-4-7 0,-2 2-11 16,0-1-1-16,6-2-3 0,-3-2 2 0,4 0-8 15,-3-1-1-15,0-1-4 0,3 1 0 0,-7-2-4 16,-7 1 4-16,14-2-4 0,-7 0 1 0,-2-3 1 16,-1 0-1-16,-1-1 2 0,-3 6 2 0,-2-16-7 15,2 7 3-15,-1 0 5 0,-1-2-1 0,-2 1-4 16,1 1 6-16,-1-2-6 0,1 6 3 0,0-1 0 16,3 6 0-16,-4-12 3 0,4 12-2 0,0-8 1 15,0 8 2-15,0 0-5 0,2-11-4 0,-2 11-2 16,5-4 3-16,-5 4 5 0,12-2-3 0,-12 2-4 15,18 4 5-15,-5 0-4 0,-3 2-3 0,2-3 7 16,-2 4 8-16,0-2-7 0,0 4 14 0,-2 0 3 16,-1 1 5-16,-1-1-1 0,-1 3 2 0,1-3-2 15,-1 1 4-15,-2-1 3 0,0 1 0 0,2-2-3 16,-3-1 4-16,0 0-5 0,-2-7 3 0,2 9-8 16,-2-9 6-16,2 9-2 0,-2-9-3 0,0 0 1 15,2 7-5-15,-2-7 4 0,0 0-4 0,0 0 5 16,0 0-2-16,4 3 11 0,-4-3 2 0,0 0-9 15,0 0 13-15,0 0-19 0,7-14-2 0,-1 4-2 16,-1 1-6-16,-1 0 1 0,3-4-9 0,-2 3 4 16,3 0-12-16,0 1 3 0,-2-1 2 0,2 4-5 15,-5 1 5-15,1-1 7 0,1 1-14 0,-5 5 3 16,6-4-5-16,-6 4 2 0,0 0 1 0,0 0 1 16,11 1 6-16,-11-1-2 0,8 8-1 0,-6-4 4 15,2 3 0-15,1-1 1 0,-1 0-1 0,2 3 7 0,0-5-10 16,1 3 7-16,0-1-2 0,0 0 6 0,3-2 3 15,-1 1 1-15,1-1 1 0,1-2 1 16,-1 0 1-16,0-2 3 0,2-3-11 0,-12 3 3 16,17-4 3-16,-7 0-7 0,-1-1 12 0,-2 0-5 15,1-1-1-15,0-2 3 0,-3 4 0 0,-1-6 0 0,1 1 3 16,-1-1 0-16,-2-2-7 0,2 3 5 16,-3-4-2-16,2 4-4 0,-2-2-7 0,0 4 7 15,-1 7-3-15,2-9 1 0,-2 9-6 0,1-7-2 16,-1 7-8-16,0 0 2 0,0 0 2 0,0 0 1 0,0 0-4 15,0 0 6-15,8 18 6 0,-8-7-6 0,0 3-2 16,1 3 5-16,-1 0-5 0,-1-1 9 0,2 1-6 16,-1 1-1-16,0-3 3 0,1 1 0 15,-1-2 1-15,1 0 4 0,-1-4-8 0,0-4 6 16,0 1 5-16,2 1-4 0,-2-8-11 0,0 10 22 0,0-10-18 16,0 6-8-16,0-6-12 0,0 0-5 0,0 0-3 15,6 4-7-15,-6-4-12 0,0 0-5 0,19-6 1 16,-8-1-2-16,2 2 2 0,2-5 3 15,1 1 2-15,0-1 0 0,0 0 5 0,7-5 0 0,-2 0 4 16,-7 3 4-16,1-2 4 0,0 1-2 0,-2-2 10 16,1 2 1-16,-6-3 4 0,0 4 8 0,-3 1 12 15,0-1 11-15,-3 0 1 0,2 1 11 0,-3 1 14 16,-3 1 10-16,2 9 1 0,-4-13 10 0,2 6 4 16,2 7-1-16,-8-7-9 0,8 7 7 0,-11-3-13 15,11 3 4-15,-16 7-14 0,8-1 9 0,-2 3-5 16,-4 1-2-16,2 2-11 0,0-1 3 0,4 4-11 15,2-4 2-15,2 2-1 0,0 2-5 0,3-2-5 16,2-2-22-16,4 4-31 0,1-5-26 0,6 3-33 16,2 0-39-16,3-2-41 0,7-1-49 0,2 1-52 15,-7-5-47-15,1 0-169 0,1 2-540 0,-1-2 239 16</inkml:trace>
  <inkml:trace contextRef="#ctx0" brushRef="#br0" timeOffset="80711.82">31844 8363 356 0,'-11'1'334'16,"1"0"-35"-16,3 1-33 0,7-2-24 0,-6 1-19 15,6-1-20-15,0 0-23 0,0 0-14 0,51-10-33 16,-17 3-41-16,5 0-47 0,18-8-46 0,3 5-52 15,28-6-64-15,-26 1-50 0,-1 2-45 0,2 1-120 16,1 3-359-16,-2-9 159 0</inkml:trace>
  <inkml:trace contextRef="#ctx0" brushRef="#br0" timeOffset="80843.45">32789 8171 39 0,'0'0'438'0,"0"0"-34"0,0 0-32 16,0 0-9-16,0 0-28 0,0 0-13 0,0 0-7 15,0 0-11-15,0 0-23 0,0 0-20 0,0 0-32 16,0 0-26-16,0 0-19 0,0 0-32 0,0 0-44 15,0 0-57-15,0 0-60 0,0 0-88 0,0 0-87 16,0 0-109-16,0 0-337 0,0 0-682 0,0 0 302 16</inkml:trace>
  <inkml:trace contextRef="#ctx0" brushRef="#br0" timeOffset="106993.26">15050 9652 20 0,'0'0'27'16,"0"0"-6"-16,-11-1-1 0,11 1-3 0,0 0-4 15,0 0 4-15,0 0-5 0,-8-2-2 0,8 2 1 16,0 0 1-16,0 0-6 0,0 0 5 0,0 0-5 16,0 0 0-16,0 0 0 0,0 0 5 0,-8-3-9 15,8 3 2-15,0 0 0 0,0 0-1 0,0 0 0 16,0 0 0-16,0 0 2 0,0 0-8 0,0 0 4 16,0 0 5-16,0 0-6 0,0 0 2 0,0 0 1 15,0 0-2-15,0 0 6 0,0 0-6 0,0 0 5 16,0 0-6-16,0 0 4 0,0 0 3 0,0 0-5 15,0 0 3-15,-11-1 1 0,11 1-1 0,0 0 1 16,0 0 3-16,0 0-3 0,0 0 1 0,0 0-2 16,-10 0 2-16,10 0-5 0,0 0-3 0,0 0 6 15,-7-3-3-15,7 3 3 0,0 0-4 0,0 0 2 16,0 0-2-16,0 0 0 0,-9-2-6 0,9 2-2 16,0 0 4-16,0 0-1 0,0 0-1 0,0 0 2 15,-9-3-6-15,9 3 1 0,0 0 4 0,0 0-2 16,0 0 3-16,0 0-4 0,-5-4 4 0,5 4 0 15,0 0-5-15,0 0 6 0,0 0-3 0,0 0-4 0,0 0-2 16,0 0-1-16,0 0-3 0,0 0-2 0,0 0 4 16,0 0-5-16,0 0-13 0,7-15-33 15,-7 15 15-15</inkml:trace>
  <inkml:trace contextRef="#ctx0" brushRef="#br0" timeOffset="107548.34">15098 9586 9 0,'0'0'25'0,"0"0"1"0,0 0 4 0,0 0-6 0,0 0 3 16,0 0 3-16,6-3-9 0,-6 3-4 0,0 0 0 16,0 0 2-16,0 0-3 0,0 0-5 0,0 0 4 15,0 0-1-15,0 0-3 0,0 0-5 0,0 0-1 16,0 0-11-16,0 0-3 0,-27 3 0 0,27-3 5 15,-10 1 1-15,10-1-1 0,-9 3 2 0,9-3-8 16,-10 3 7-16,10-3 0 0,-9 3 1 0,9-3 4 16,-10 1-4-16,4 1 1 0,6-2 2 0,-11 0 1 15,11 0 4-15,-10 2 0 0,10-2 4 0,-9 2-2 16,9-2 2-16,-8 0 3 0,8 0 1 0,0 0-6 16,-11 1 1-16,11-1 0 0,0 0 12 0,0 0-3 15,-10 0 1-15,10 0-1 0,0 0-8 0,0 0 7 16,0 0-11-16,0 0-3 0,0 0-3 0,0 0-2 15,0 0-2-15,0 0 3 0,0 0-6 0,0 0-1 16,0 0 5-16,0 0 4 0,0 0 0 0,0 0 2 16,0 0 0-16,34 0-2 0,-34 0 1 0,10-1-2 15,-10 1 0-15,12-2-1 0,-12 2-2 0,9-1 6 16,-9 1 1-16,0 0-5 0,11 0 2 0,-11 0-3 16,0 0 1-16,9-1-1 0,-9 1-4 0,0 0 5 15,0 0-1-15,0 0-1 0,0 0-2 0,0 0-1 16,9 0 5-16,-9 0 4 0,0 0-5 0,0 0 0 15,0 0 2-15,0 0-1 0,0 0-11 0,0 0 9 16,0 0 4-16,0 0-7 0,0 0-4 0,0 0 5 16,0 0 2-16,0 0-7 0,0 0-7 0,0 0 0 15,0 0-2-15,0 0 1 0,0 0-3 0,0 0-2 16,0 0 6-16,0 0 0 0,0 0 0 0,0 0 3 16,0 0 3-16,0 0-4 0,0 0 7 0,0 0-5 15,0 0 1-15,0 0-1 0,0 0-10 0,0 0-24 16,0 0 11-16</inkml:trace>
  <inkml:trace contextRef="#ctx0" brushRef="#br0" timeOffset="107628.21">15058 9599 21 0,'9'-2'-4'0,"-9"2"-4"0,10 0 2 16,-10 0 15-16,12-1-9 0,-3-1-2 0,-2 1-3 15,-7 1 11-15,16-3-3 0,-6 3-6 0,1 0-3 0,0-2 3 16</inkml:trace>
  <inkml:trace contextRef="#ctx0" brushRef="#br0" timeOffset="160593.53">5273 9571 22 0,'0'0'59'0,"0"0"-3"0,0 0-2 0,0 0-9 16,0 0 3-16,0 0 3 0,0 0-5 0,0 0-5 0,0 0 0 15,0 0-3-15,0 0-3 0,0 0-6 0,0 0-5 16,-6-4 5-16,6 4 6 0,0 0-9 0,0 0 4 15,0 0-6-15,0 0 1 0,0 0-1 0,-3-6-5 16,3 6 1-16,0 0-6 0,0 0-5 16,0 0 2-16,-8-3 2 0,8 3 3 0,0 0-5 0,0 0-5 15,-8-3 3-15,8 3 1 0,0 0-5 0,0 0 1 16,0 0-9-16,0 0 10 0,0 0-9 0,0 0 3 16,0 0 2-16,-7-3-4 0,7 3 2 0,0 0-3 15,0 0 7-15,0 0-3 0,0 0-2 16,0 0 7-16,0 0-8 0,0 0 6 0,0 0-7 0,-13 3 5 15,13-3-3-15,0 0 1 0,0 0 4 0,0 0 2 16,0 0-7-16,0 0 5 0,0 0 2 16,-12 0 4-16,12 0 3 0,0 0 1 0,0 0 7 15,0 0 1-15,0 0-4 0,0 0 7 0,0 0-9 16,0 0 5-16,0 0 1 0,0 0-1 0,-9-1 1 0,9 1 2 16,0 0-5-16,0 0 2 0,0 0-5 0,0 0 2 15,0 0-6-15,0 0 1 0,0 0-2 0,0 0-5 16,0 0 2-16,0 0 2 0,0 0-6 15,0 0 1-15,0 0-4 0,0 0 3 0,0 0-4 16,0 0 3-16,0 0-4 0,0 0 7 0,0 0-9 0,0 0 2 16,0 0 0-16,0 0 3 0,0 0-9 0,0 0 8 15,0 0-1-15,0 0-1 0,0 0 2 0,0 0-1 16,0 0-1-16,0 0 2 0,0 0-1 0,0 0 3 16,30-2-4-16,-30 2 4 0,9-1-5 0,-9 1 0 15,11-1 6-15,-11 1-3 0,13-3 2 0,-7 1 2 16,-6 2-6-16,16-3 6 0,-7 3-2 15,-2-3-3-15,5 3 0 0,-5-2 3 0,4 1-4 0,1-3-3 16,-1 3 9-16,-1-2-1 0,1 1-7 0,0-1 2 16,-1 2 0-16,1 1 0 0,0-4 0 0,-4 3 5 15,2-2-11-15,-1 0 1 0,-8 3 10 0,13-2-2 16,-6 2 9-16,-7 0-5 0,11-2-5 0,-11 2 0 16,11-1-8-16,-6-1 4 0,-5 2 1 0,12-1 1 15,-6 1-5-15,-6 0 6 0,10 0-6 0,-10 0-2 16,10-2 7-16,-10 2-2 0,12 0 4 0,-12 0-4 15,10 2 1-15,-2-2 7 0,-8 0-11 0,11 0 3 16,-11 0 3-16,13 0-2 0,-4 0 3 0,-9 0-1 16,12 0-6-16,-6 0 5 0,-6 0-2 0,15 0 4 15,-15 0-3-15,12 0-1 0,-6 0 5 0,-6 0 0 16,13 0-4-16,-13 0-7 0,10 0 8 0,-10 0-5 16,13 0-6-16,-13 0 9 0,12 1 1 0,-12-1-7 15,11-1 9-15,-3 2-9 0,-8-1-3 0,13 0 6 16,-6 2-2-16,-7-2 5 0,18-2-4 0,-10 4 1 15,-2-2 5-15,3 1 0 0,-9-1-8 0,12-1 3 16,-12 1 4-16,11 1 25 0,-11-1-23 0,13 0-9 16,-13 0 4-16,10 1-1 0,-10-1-3 0,10 0 2 15,-3 1-6-15,-7-1-1 0,9 1 0 0,-9-1-6 16,13 1-7-16,-13-1 8 0,11 2 1 0,-11-2-7 16,11 1-7-16,-4-1 10 0,-7 0 2 0,11 1 1 15,-11-1-4-15,12 0 3 0,-7 2-2 0,-5-2-2 16,11 1-2-16,-11-1 1 0,11 0-10 0,-11 0-3 15,9 1-14-15,-9-1-15 0,11 0-10 0,-11 0-47 16,9 1-132-16,-9-1 59 0</inkml:trace>
  <inkml:trace contextRef="#ctx0" brushRef="#br0" timeOffset="161818.59">5946 9539 21 0,'0'0'29'0,"-8"2"-6"16,8-2-1-16,0 0 1 0,-9 0-4 0,9 0 1 15,0 0-3-15,0 0-6 0,0 0 3 0,-10 1-1 16,10-1-6-16,0 0 2 0,0 0 1 0,0 0-6 15,0 0 4-15,0 0-2 0,0 0-1 0,0 0 1 0,0 0 0 16,0 0 3-16,0 0 1 0,0 0-2 16,0 0 6-16,0 0 0 0,0 0-7 0,0 0 4 15,0 0-2-15,0 0 3 0,0 0-7 0,18 9 9 16,-18-9-5-16,10 3-3 0,-10-3-3 0,7 1 3 16,-7-1-3-16,10 3 3 0,-2-3 5 0,-2 1-4 15,3-1 3-15,2 2-10 0,0-2 6 0,0 2 4 16,1-2-1-16,-2 1-3 0,1-1-4 0,1 0 2 15,1 0 7-15,1 0 0 0,-3-1-3 0,3 1-1 16,0-2 1-16,-2 2-5 0,2-2 1 0,-2 2 0 16,1-1-6-16,0 1 7 0,3-2-1 0,-5 2 4 15,2 0-1-15,1-1-2 0,-2 1-6 0,0-1 7 16,0-2-4-16,2 2 1 0,-4 0 1 0,-1 1 6 16,1-2-6-16,-10 2 3 0,19 2-1 0,-11-4-1 15,-8 2 1-15,14 0-3 0,-14 0 3 0,12 2-2 16,-6-2-2-16,-6 0 0 0,11 1 1 0,-11-1-3 15,12 0 0-15,-12 0 2 0,10 0-2 0,-10 0 0 16,12 0 0-16,-12 0 0 0,10 1 4 0,-10-1-2 16,11 0 7-16,-4 0-1 0,-7 0 3 0,13-1-1 15,-13 1-6-15,14 0-1 0,-8 0 3 0,-6 0-2 16,12-1-3-16,-5 1 3 0,-7 0 0 0,14-2-1 16,-14 2 0-16,14-1-1 0,-7 0 1 0,-7 1-2 15,10 0 2-15,-10 0 4 0,9 1-3 0,-9-1-9 16,10 3 5-16,-10-3 2 0,10 0 1 0,-10 0-3 15,9 0 1-15,-9 0 1 0,9 1 1 0,-9-1 1 16,10 1-4-16,-10-1-1 0,8 1-3 0,-8-1 3 16,10 3 2-16,-10-3 4 0,13 1-5 0,-8-1 0 15,-5 0 3-15,11 2-2 0,-11-2-1 0,12 0 2 16,-7 0-1-16,-5 0-4 0,12 0 2 0,-12 0 2 16,11 1-1-16,-11-1 2 0,9 0 0 0,-9 0-3 15,8 0 1-15,-8 0-2 0,10 2 1 0,-10-2 7 16,12 0-12-16,-12 0 6 0,9 2 0 0,-9-2-3 0,7 0 6 15,-7 0-5-15,9 1 0 0,-9-1 6 16,8 1-4-16,-8-1 0 0,8 2 6 0,-8-2-6 16,9 1-4-16,-9-1 7 0,11 1-1 0,-6 1 0 15,-5-2-5-15,9 2 2 0,-9-2-1 0,10 1 5 16,-10-1-3-16,12 3-1 0,-12-3-2 0,10 1 0 0,-4-1 5 16,-6 0-5-16,12 0 0 0,-6 2-3 15,-6-2 3-15,11 1 2 0,-11-1-3 0,12 0 1 16,-12 0 0-16,12 0-1 0,-7 1 5 0,-5-1-2 15,13 0-5-15,-13 0 5 0,11-1 2 0,-11 1-1 16,13 1-7-16,-13-1 10 0,9 1-8 0,-9-1 8 0,10 2-1 16,-10-2-3-16,12-2-2 0,-12 2 1 15,10 2-2-15,-10-2 7 0,11 1-7 0,-3-1 4 16,-8 0 8-16,10 1-2 0,-10-1-3 0,11 1-1 16,-11-1-4-16,10 2-3 0,-10-2 6 0,9 2 3 0,-9-2-5 15,9 1 2-15,-9-1 0 0,9 1 0 0,-3 1-1 16,-6-2-1-16,9 1 3 0,-9-1-3 0,10 0 5 15,-10 0-5-15,12 2 0 0,-7-1 2 16,-5-1 4-16,11 3-8 0,-11-3 4 0,9 1-1 16,-9-1-7-16,12 1 9 0,-12-1-2 0,9 2-1 15,-9-2-3-15,10 0 6 0,-10 0 0 0,9 0 0 0,-9 0-1 16,0 0 4-16,11 0-6 0,-11 0 0 0,7 2 1 16,-7-2 1-16,0 0 1 0,0 0-5 0,9 1 1 15,-9-1 2-15,0 0 2 0,0 0 1 16,9 1 0-16,-9-1 3 0,0 0-4 0,9 2 3 0,-9-2 0 15,0 0 2-15,10 2-3 0,-10-2 2 0,0 0-2 16,7 1 2-16,-7-1-5 0,7 1 3 16,-7-1-6-16,0 0 7 0,8 1-6 0,-8-1-2 15,0 0 7-15,10 1 2 0,-10-1-2 0,0 0-7 16,6 2 6-16,-6-2 0 0,0 0-3 0,0 0 4 0,0 0-5 16,0 0 0-16,9 0-7 0,-9 0 2 0,0 0-6 15,0 0-5-15,8 1-6 0,-8-1-5 0,0 0-6 16,0 0-9-16,9 1-7 0,-9-1-47 0,0 0-105 15,0 0 48-15</inkml:trace>
  <inkml:trace contextRef="#ctx0" brushRef="#br0" timeOffset="162373.34">7098 9571 10 0,'25'2'74'0,"-25"-2"-7"0,13 0-7 0,-13 0-1 15,13 0-9-15,-6 1 1 0,2-1-7 0,-9 0-3 0,17-1-5 16,-7 2 4-16,0-1 0 0,1 0-3 0,0-1-11 16,1 2 8-16,-3-2-8 0,2 2 1 0,-1-2 3 15,-1-1-5-15,-1 2 3 0,-8 0-5 0,16 0 2 16,-5-2-1-16,-11 2-3 0,15 0-2 16,-9-1-4-16,-6 1 7 0,11-1-7 0,-11 1 4 0,8-2-9 15,-8 2 5-15,0 0-5 0,0 0-4 0,12 0 6 16,-12 0-2-16,0 0-3 0,0 0 2 15,0 0-7-15,0 0 2 0,8-1-2 0,-8 1 4 16,0 0 5-16,0 0-9 0,0 0-6 0,0 0-2 16,0 0-9-16,0 0-13 0,0 0-17 0,0 0-16 0,0 0-20 15,0 0-62-15,0 0-154 0,0 0 68 0</inkml:trace>
  <inkml:trace contextRef="#ctx0" brushRef="#br0" timeOffset="162960.26">7260 9465 76 0,'0'0'118'0,"0"0"-4"0,0 0-4 0,0 0-6 16,0 0-10-16,0 0-6 0,0 0-4 0,0 0-10 0,0 0-8 15,0 0-9-15,0 0-4 0,0 0-2 0,0 0-9 16,0 0-5-16,0 0 0 0,0 0-1 0,0 0-8 16,0 0 3-16,0 0-9 0,23 3 4 15,-23-3-10-15,10 0 4 0,-10 0-2 0,0 0-7 0,12 1 2 16,-12-1 0-16,10 2-8 0,-10-2 6 0,9 1-2 15,-9-1 1-15,9 1-2 0,-9-1 2 0,0 0-6 16,10 0-3-16,-10 0-1 0,0 0 19 0,9 1-13 16,-9-1-2-16,0 0-2 0,8 1 1 0,-8-1-3 15,0 0 0-15,7 3-2 0,-7-3 2 0,0 0 1 16,5 3-2-16,-5-3 0 0,0 0 5 0,8 3-8 16,-8-3 4-16,0 0-3 0,2 6 1 0,-2-6 2 15,0 0 0-15,6 6-1 0,-6-6 6 16,3 7-9-16,-3-7 1 0,4 6 8 0,-1-2-4 0,-3-4 1 15,4 6 1-15,-4-6-2 0,2 6-5 0,-2-6 4 16,7 6-5-16,-7-6-1 0,3 8-5 0,-3-8 0 16,6 3-4-16,-6-3 7 0,5 5 0 0,-5-5-9 15,4 4 10-15,-4-4-1 0,0 0 4 0,5 7-3 16,-5-7 7-16,0 0-6 0,5 3 2 0,-5-3 4 16,0 0-4-16,0 0 1 0,-5 12 5 0,5-12-2 15,-8 9 1-15,0-4 3 0,1 2-1 0,-5 0-7 16,-2 5-16-16,0-3-27 0,-4 2-52 0,-9 5-109 15,-1-1-224-15,-2-2 99 0</inkml:trace>
  <inkml:trace contextRef="#ctx0" brushRef="#br0" timeOffset="198127.24">15077 9561 14 0,'0'0'15'0,"0"0"-3"0,0 0 0 15,0 0 2-15,0 0-6 0,0 0 6 0,0 0-6 16,0 0-2-16,0 0 1 0,0 0 4 0,0 0 1 16,0 0-2-16,0 0 0 0,0 0 6 0,0 0-1 15,0 0 1-15,0 0 0 0,0 0 7 0,0 0-4 16,0 0 4-16,0 0 2 0,0 0 5 0,0 0-9 15,0 0-1-15,0 0-6 0,0 0 6 0,0 0-10 16,0 0 4-16,0 0-4 0,21-10-2 0,-16 8-3 16,6-2 7-16,-1 0-2 0,8-4-3 0,-1 0-2 15,2 1 1-15,0-2-1 0,7-1-5 0,0-3-2 0,4 0-1 16,2-2 7-16,0 4-11 0,3-4 7 0,0 0 1 16,1 1 0-16,0-1-2 0,-3 3 1 15,0-3 1-15,-2 4-2 0,0-3-3 0,-1 2 5 16,0 3 1-16,-5-2-1 0,2 0-2 0,-1 0 3 0,-2 0 0 15,1 1-2-15,-5 3 1 0,6-5 0 0,-5 6 0 16,4-5 7-16,1-1 0 0,-7 3-11 16,8-2 8-16,-3-3-6 0,3 4 5 0,-1 1-1 15,-10 0 0-15,5 4-3 0,4-6 3 0,-4 2 7 0,3-2-3 16,0 1 4-16,-3 1-7 0,-2 3 2 0,5-5 3 16,2-1-3-16,-2 2 1 0,-5 2 6 0,2-1 0 15,4-2-6-15,-4 4-1 0,4-2 0 0,-4 0 4 16,4-1-11-16,-4 3 5 0,3-2-5 0,-4 2 5 15,1-1 5-15,-1 1 6 0,1-2-5 0,-1 1-8 16,0 1 4-16,-1 0 0 0,1-2-12 0,-2 1 14 16,2 1 1-16,-3-3-2 0,3 3 0 0,1-3 1 15,-3 3-2-15,2-2 0 0,1 1 6 0,-2 1-7 16,8-3 5-16,-7 3 5 0,-1-2-6 0,7-1 7 16,-8 3-2-16,1-2-7 0,-1 0-2 0,1 3 5 15,-2-2 0-15,2 3-3 0,-1-3-1 0,1 2 3 16,0-1-1-16,-1 0-7 0,1 3 4 0,0-3 1 15,-1 0-1-15,1 1-5 0,-1 0-1 0,3 0 6 16,-5-3 1-16,3 4-5 0,-1 0-3 0,0-1 3 16,0-1-7-16,-1 1 11 0,-1-1 0 0,2-1 1 15,-1 3-8-15,1-3 1 0,-2 0 2 0,3 2 1 16,0-2 1-16,-2 0-8 0,0 0 10 0,1 0 1 16,1 2-7-16,-2-4-4 0,0 2-9 0,-1 1 14 15,3-2 0-15,-4-1 0 0,3 1-9 0,1 0 12 16,-1 0-9-16,0 2 1 0,-1-3-1 0,1 4-9 15,-3-3 5-15,2 2-1 0,-2-3 2 0,-2 6-2 16,-2-2 0-16,2 1-3 0,-1 1-1 0,-3-2-11 16,1 2 2-16,-1-3-13 0,-2 4 0 0,1-1-7 15,0 1-16-15,1-2-35 0,-2 1-103 0,-2 1 46 16</inkml:trace>
  <inkml:trace contextRef="#ctx0" brushRef="#br0" timeOffset="-117185.28">24803 2898 1948 0,'-7'-23'-42'0,"1"-3"27"0,3 7 24 0,-3 3 18 0,2 0 25 16,0 5 7-16,3 1-5 0,-1-1-3 0,0 5-5 15,2 6-29-15,-1-11-4 0,1 11-1 0,-4-7-2 16,4 7 14-16,0 0 23 0,0 0 6 0,0 0-34 16,7 29-2-16,-7-16 6 0,2 2-9 0,-1 3 0 15,3 8-4-15,-4 1-3 0,0 3 4 0,0 1-2 16,-4-2 5-16,4 2-5 0,-1-2 3 16,-1 0-2-16,0-4-5 0,2-7 4 0,-1-1-4 15,1-1 2-15,-1-3 0 0,1-2 0 0,-1-1-1 0,1 0 0 16,-2-1-1-16,2-9 1 0,2 11 1 0,-2-11 2 15,0 0 6-15,0 0 14 0,0 0 7 0,0 13 3 16,0-13 5-16,0 0-2 0,0 0-3 16,0 0-2-16,0 0 1 0,12 0-6 0,-12 0-2 15,19-7-5-15,-6 4-2 0,4-2-6 0,1 0 0 16,0 1-3-16,2 1-4 0,0-3-16 0,2 5-5 16,1-3-23-16,4 2-19 0,-8-1-20 0,0 3-29 15,2 0-42-15,-1 0-37 0,2-2-40 0,-3 4-159 16,-2-2-411-16,2 0 183 0</inkml:trace>
  <inkml:trace contextRef="#ctx0" brushRef="#br0" timeOffset="-116467.8">25309 2970 28 0,'-5'-5'174'0,"5"5"-8"0,-9-6-22 16,9 6-13-16,-13 0-9 0,13 0-12 0,-22 6-8 15,12 1-11-15,-4 5-5 0,1 2-4 0,0 1-12 16,-3 5-5-16,1 0-9 0,3-3 0 16,3-2-5-16,3 3-8 0,2-1-7 0,-1-2-5 0,4 1 2 15,2-3-3-15,0-2 0 0,3 1-2 0,-2-1 4 16,2-2-5-16,3 1-5 0,-1-3 1 0,-1-2-2 16,4 0-3-16,-9-5-1 0,13 8-6 0,-8-7 10 15,-5-1 1-15,16 0-1 0,-16 0 0 16,12-5 3-16,-12 5 1 0,15-7-1 0,-7 1-3 15,-1 0 0-15,0-2 3 0,2-2-5 0,-4 0 2 0,3-5 4 16,-4 4 0-16,3-3-3 0,-5 3-2 16,3 1-3-16,0-5 2 0,-3 4 1 0,0 3 12 15,-2 8-5-15,1-12 4 0,-1 12-8 0,2-9-1 16,-2 9-7-16,0 0-5 0,0 0-4 0,4-10 0 16,-4 10 3-16,0 0-2 0,0 0-1 0,0 0-1 15,0 0-1-15,0 0 1 0,0 39-2 0,4-28 2 16,-2-1-2-16,0 0-1 0,2-2-1 0,0 1 2 15,1 1 2-15,1-2-2 0,3 0 6 0,2-1 2 16,5 0 2-16,2-1 8 0,-1-2 3 0,4-1 0 16,0-4 1-16,-1 1-3 0,0-2-1 0,1-2 2 15,-2 3 2-15,-1-5-1 0,-1 0 0 0,-2-1 0 16,-5 3 0-16,2-4-2 0,-3 1-1 0,0-3-2 16,1-4-1-16,-4 4-7 0,-2-2 1 0,-1-3 1 15,-3-3-4-15,-2 0 1 0,-1 0-4 0,-1 1 5 16,0 4-2-16,-2 1 6 0,0 2 14 0,2 0-2 15,-1 1-3-15,-1 3 0 0,0-1-5 0,2 0-1 16,4 7-6-16,-7-6-4 0,1 4-5 0,6 2-2 16,-7-8-4-16,7 8-11 0,-7-3-18 15,7 3-16-15,0 0-8 0,0 0 11 0,0 0 0 16,0 0 8-16,0 0-8 0,0 0 10 0,23 7 2 16,-9-5 6-16,3 2 0 0,3-4 3 0,-2 3 1 15,0 0 5-15,-2-1-4 0,-3 0 6 0,0 0 0 0,-3-1-3 16,1 3 3-16,-5-2 3 0,2 2-1 0,-2 0 0 15,-6-4 3-15,9 13 10 0,-5-8 0 0,1 4 7 16,-1 1 4-16,-1 0 4 0,0-1 1 0,-3 2-2 16,2-3 0-16,-2 4 1 0,2-3-4 15,-2 3 2-15,2-2-17 0,0 1-24 0,-1 0-34 16,-1-11-42-16,3 20-38 0,0-11-36 0,3 1-34 16,0-1-113-16,0-1-352 0,7-3 156 0</inkml:trace>
  <inkml:trace contextRef="#ctx0" brushRef="#br0" timeOffset="-115829.81">26102 3030 157 0,'0'0'220'0,"-12"-15"-15"0,4 10-9 0,3 0-17 16,-7 0-11-16,4 1-12 0,8 4-10 0,-21 0-19 16,21 0-12-16,-22 4-16 0,10-1-8 0,2 2-7 15,-1 0-6-15,1 1-10 0,2 2-8 0,1 2-6 16,1 0-5-16,2 0-15 0,0-1-18 0,4-9-16 15,0 18-2-15,0-18-7 0,2 12-11 0,-2-12-5 16,10 9-5-16,-6-5-1 0,-4-4 5 0,13 5 3 16,-13-5-4-16,12 1 9 0,-12-1-2 0,13-2 7 15,-13 2-2-15,11-7 2 0,-11 7 9 0,12-9 1 16,-8 3 6-16,-4 6 6 0,7-12 9 0,-5 6 11 16,-2 6 3-16,4-11 0 0,-4 11 3 0,4-9-5 15,-4 9-3-15,0 0-9 0,0 0-2 0,6-7-9 16,-6 7-1-16,0 0 1 0,0 0-2 15,0 0 1-15,6 34-3 0,-6-15 2 0,3 7-4 16,1 1 3-16,-2 6 5 0,0-4-3 0,0 5 1 16,0 0 2-16,2-5-3 0,-2 3 3 0,-2-2-1 15,-2 0 0-15,-2-3 4 0,2 0-3 0,-4-3 5 0,2-5-2 16,-1 6 6-16,-1-11-10 0,-2 2 5 16,0-5 4-16,1 2 2 0,-2-3 2 0,-1-1-2 15,2-2 0-15,-3-2 1 0,1-1-3 0,-1-1-1 16,-2-3-1-16,13 0 0 0,-22-3-4 0,13-2 5 15,-1-2-11-15,4-4 4 0,-1 1-1 0,7-7 1 16,0-2-4-16,7-1 3 0,1-7-2 0,5 0-3 16,4-1 3-16,5 0-5 0,-1-2-2 0,10-9 4 15,-7 12-9-15,1 0 4 0,7-10 1 0,-10 12-1 16,-1 1-1-16,-2-4 2 0,2 3-2 0,-5 2 10 16,-3 0 1-16,-2 8 10 0,-3 0 9 0,0 0 7 15,-5 2 5-15,1 2 17 0,-2 1 4 0,2 1-4 16,-4 9 0-16,0-13 5 0,0 13-1 0,3-11 0 15,-3 11-7-15,0 0-2 0,0 0-12 0,-7-11-5 16,7 11-6-16,0 0 0 0,-23 14-5 0,10-4-4 16,0 2 5-16,-1 2-5 0,1 1-5 0,1 1-3 15,4-2-8-15,3 3-26 0,1-2-29 0,0 1-17 16,8 0-35-16,-2 1-37 0,3 1-47 16,6-3-50-16,4-1-227 0,1-1-503 0,11 1 223 15</inkml:trace>
  <inkml:trace contextRef="#ctx0" brushRef="#br0" timeOffset="-115402.83">26477 3282 69 0,'4'-9'235'0,"1"0"-17"0,4-6-17 15,2 0-19-15,0-2-12 0,0 1-9 0,7-7-11 16,1-3-10-16,3-1-11 0,-4 0-8 0,3 1-15 16,0-4-9-16,2 2-7 0,-3-3-11 0,-4 1-7 15,2 2-9-15,-5 1 1 0,-1 8 8 0,-6 4 7 16,1 0 6-16,-5 5-2 0,2 1-4 0,-3 2 0 16,1-1 2-16,-2 8-7 0,0-10-8 0,0 10-14 15,-5-8-5-15,5 8-13 0,-17 1-1 16,5 4-12-16,-3 3 1 0,-3 2-2 0,-1 1-5 0,4 0-5 15,2 2 0-15,-1 0-18 0,5 1-22 0,1 1-1 16,4 1 2-16,2-5-5 0,2 7 1 0,2-2 2 16,2 0 1-16,4 1 2 0,5-1 4 15,1-3 2-15,-3 3 0 0,10 2 8 0,-8-4 0 0,3 1-4 16,-3-2 0-16,-4-4 4 0,-2 2 2 0,0-1-3 16,1 0 8-16,-3-4 0 0,-1 3-4 0,-2 1 4 15,2-4-4-15,-4 0 5 0,0-6-12 16,0 13-6-16,0-13-2 0,-8 11-21 0,4-4-14 15,4-7-29-15,-13 7-36 0,13-7-41 0,-12 5-44 16,12-5-134-16,-9 3-372 0,9-3 166 0</inkml:trace>
  <inkml:trace contextRef="#ctx0" brushRef="#br0" timeOffset="-115201.27">26944 2977 289 0,'0'0'260'0,"0"0"-27"15,7-8-24-15,-7 8-15 0,4-3-22 0,-4 3-20 16,0 0-17-16,0 0-13 0,0 0-13 0,0 0-2 16,0 0-12-16,4 28-10 0,-4-17-7 0,2 4-4 15,-2-5-10-15,1 7-7 0,2-1-6 0,-1-2-14 16,0-4-27-16,-2 4-35 0,2-2-31 0,0-1-44 16,1 2-37-16,1-4-36 0,-2 1-168 0,0-1-368 15,-2-9 163-15</inkml:trace>
  <inkml:trace contextRef="#ctx0" brushRef="#br0" timeOffset="-115059.5">26933 2807 45 0,'-5'-9'164'0,"1"5"-17"0,1-2-22 0,3 6-32 15,0 0-27-15,0 0-26 0,0 0-19 0,0 0-26 16,0 0-35-16,-10 17-70 0,10-2-118 0,0 3 52 15</inkml:trace>
  <inkml:trace contextRef="#ctx0" brushRef="#br0" timeOffset="-114753.25">27248 2992 166 0,'6'-5'214'16,"-6"5"-3"-16,0 0-8 0,0 0 2 0,0 0 6 15,0 0-3-15,0-15-19 0,0 15-19 0,0 0-16 16,0 0-19-16,0 0-10 0,-16-8-16 0,16 8-10 15,0 0-9-15,0 0-10 0,0 0-11 0,-24 14-8 16,16-5-4-16,2-1-6 0,-1-1-9 0,1 2-10 16,4-1-11-16,0 1-18 0,2-9-11 0,-3 18-15 15,3-9 1-15,0 2-2 0,5 0 0 0,-3-3-4 16,4 5 0-16,-2-4 5 0,1 5 1 0,1-2 0 16,0 0 1-16,2 2-1 0,-5 1 5 0,-1-4 4 15,2 6 2-15,-4 1 4 0,0-1-4 0,-2 1 4 16,0 0 0-16,-3 1 1 0,-3 0 4 0,2 0 1 15,-2-2-1-15,-1 1-5 0,-2-1-5 16,-5 2-19-16,3-6-27 0,1-2-19 0,-1 1-26 16,5-3-46-16,-2-3-43 0,-1 1-130 0,11-7-347 15,-16 7 154-15</inkml:trace>
  <inkml:trace contextRef="#ctx0" brushRef="#br0" timeOffset="-114535.03">27283 3221 80 0,'9'-14'247'0,"5"2"-8"0,-5-5-19 0,1 1-13 16,2 5-4-16,-3-3-14 0,-2 5-12 0,-1 2-9 15,4-1-18-15,-4 0-9 0,-6 8-22 0,7-8-13 16,-7 8-13-16,8-3-11 0,-8 3-12 0,0 0-6 16,13 5-4-16,-9 2-11 0,0 2-1 0,1 1-9 15,-3 2 2-15,0 0-18 0,2 1-24 0,-4 0-21 16,5 1-29-16,-7 2-31 0,2-4-32 0,3 0-40 15,-3-2-50-15,0 1-161 0,1-1-395 0,-1-10 175 16</inkml:trace>
  <inkml:trace contextRef="#ctx0" brushRef="#br0" timeOffset="-114186.64">27606 3053 123 0,'-4'-6'254'0,"2"1"-15"0,-2 0-11 15,4 5-20-15,-7-7-24 0,7 7-21 0,0 0-18 16,-16-3-20-16,16 3-9 0,-11 6-12 16,2 0-9-16,1 2-8 0,0 1-11 0,1 0-7 15,1-1-8-15,1 1-15 0,0 1-13 0,3-1-11 16,0 0-6-16,2-3-17 0,0-6-4 0,0 14-7 0,0-14-9 16,0 0-6-16,4 12 2 0,-4-12-7 15,0 0 7-15,5 7 7 0,-5-7 9 0,0 0-2 16,3 6 15-16,-3-6 3 0,0 0 0 0,0 0-1 15,0 0 0-15,0 0 1 0,0 0 7 0,9-18 4 16,-9 18 5-16,3-10 7 0,-3 10 4 0,1-6-1 16,-1 6 2-16,0 0-3 0,0 0-5 0,2-6-1 15,-2 6-9-15,0 0-7 0,0 0-7 0,0 0-1 16,0 0 0-16,0 0 4 0,0 0-2 0,9 18 2 16,-6-11-6-16,1 2-5 0,2-1-18 0,-1 0-18 15,2 1-36-15,-3 0-38 0,6-1-54 0,-4-1-188 16,2 0-385-16,2-2 170 0</inkml:trace>
  <inkml:trace contextRef="#ctx0" brushRef="#br0" timeOffset="-113968.4">27824 2953 2382 0,'0'-24'45'0,"0"5"6"15,3 1-6-15,-6 5 23 0,3 3 32 0,0 0 7 16,0 10-2-16,0-12-16 0,0 12-14 0,-2-9-9 15,2 9-12-15,0 0-12 0,0 0-5 0,0 0-4 16,0 0 2-16,0 0-1 0,0 0-5 0,-2 45-2 0,2-16 6 16,0 1-13-16,0 0 7 0,2 1 1 15,3 0-35-15,-2 1-14 0,1-2-54 0,2-2-47 16,-1 0-54-16,1-2-62 0,1-2-245 0,-4-5-522 16,3-1 232-16</inkml:trace>
  <inkml:trace contextRef="#ctx0" brushRef="#br0" timeOffset="-112863.7">25540 4076 275 0,'0'0'287'0,"0"0"-15"15,0 0-22-15,-9-10-14 0,9 10-19 0,0-13-18 16,3 3-10-16,3-5-17 0,3-2-8 0,0-1-18 15,2-3-8-15,3-4-14 0,1-1-14 16,-3 3-9-16,2-1-4 0,-2 0-5 0,2-3-9 0,-7 2-11 16,4 1-5-16,-6-1-8 0,-1-1 27 0,1 7-5 15,-3 2 3-15,-2 2-5 0,0-2-2 0,0 5-6 16,-2-1-1-16,2 6-4 0,-4-1 10 0,4 8 6 16,-3-10-12-16,3 10-12 0,0-7-6 15,0 7-9-15,-11-2 1 0,11 2-8 0,0 0 0 0,-22 11 1 16,7-1-10-16,1 0-11 0,3 1 7 0,1-3-4 15,1 2 1-15,1-1-23 0,2 1-30 0,0-1 13 16,4-1-14-16,0-1-2 0,4 1-1 0,0 3-3 16,2-4-3-16,2 2 1 0,4-2-17 0,1-1 10 15,2 3 7-15,-1-3-7 0,5-2 4 0,-3 0 1 16,-1-1 7-16,2-2 2 0,-2 3 2 0,-2-4 5 16,-4 3 3-16,-1-1-4 0,3 0 4 0,-5 2 4 15,2 2 3-15,0-1 2 0,-3 1 4 0,1 5 1 16,0 0 7-16,0-2-5 0,-2 2 1 0,4 0 2 15,-4-1 1-15,2 0-3 0,1 0 4 16,-1-1-1-16,0 1-1 0,1-1 4 0,0-1-1 0,4-1 8 16,0 0-5-16,0-3 3 0,4 2-2 0,-4-4 1 15,5-2-3-15,-1 0 2 0,3-4-3 0,-3 1-5 16,0-2 0-16,-1 0 12 0,1 1-2 0,-4-2-3 16,7-4 2-16,-7 3 1 0,1-4 1 0,0-2-1 15,-3-1-2-15,2-2-7 0,-2 1 4 16,-2 0 2-16,-3-1 6 0,-2 0-7 0,0 3 1 0,0 1 0 15,-2 3 1-15,2-2 2 0,-3 5 12 0,3 6-1 16,-2-10 0-16,2 10-4 0,-2-9-1 0,2 9-7 16,0 0-1-16,0 0 6 0,-27 17 1 15,15-5-7-15,-1 0 2 0,-5 7 0 0,5-2-1 0,-1 4-2 16,5-7 3-16,4 3-2 0,1-2-6 16,0-5 0-16,4 3-11 0,0-6 5 0,4 4-5 15,3-2-2-15,-1 0-7 0,6-3-11 0,-1-2 4 0,2 0 2 16,6-3-2-16,5-2-3 0,-6 0-4 15,4-6 2-15,-3 4 3 0,8-10 4 0,-12 5 4 0,-1-2 1 16,-1-1 4-16,0-1 1 0,-1 4 3 16,-3-7 3-16,-2-1 3 0,4 1 8 0,-4 0 0 15,-3-2 0-15,0 0 3 0,-2 6 9 0,3-6 13 16,-5 8 4-16,2-1 10 0,1 3 1 0,-3 0-13 0,0 7 15 16,0-11-7-16,0 11-7 0,3-6-14 15,-3 6 10-15,0 0-6 0,0 0 3 0,0 0-1 16,0 0 0-16,0 0-5 0,-3 38 5 0,0-22-3 0,3 4 4 15,-2-1-9-15,0 5 9 0,2 1-9 16,0-6 1-16,-3 1 1 0,6-1-2 0,-3-1-19 16,2 2-31-16,-2-4-31 0,5-2-45 0,-3 1-34 0,1-2-49 15,5-2-45-15,-3 0-236 0,-1-3-521 0,0 1 232 16</inkml:trace>
  <inkml:trace contextRef="#ctx0" brushRef="#br0" timeOffset="-112617.98">26450 3634 7 0,'2'-17'302'0,"-4"8"0"0,2-1 9 0,0 1-17 15,0 9-22-15,-2-11-26 0,2 11-30 0,2-8-21 16,-2 8-29-16,0 0-14 0,0 0 2 0,0 0-21 16,2 33-6-16,-2-6-11 0,-2 3-12 0,4 3-13 15,0 4-4-15,-2-3-9 0,0 12-9 0,0-1-6 16,-2-11-6-16,4-2-7 0,-2 0-4 0,2 0-1 15,1 0 0-15,1-3-6 0,-4-1-29 0,2-4-26 16,4-5-43-16,-4 0-20 0,2-2-39 0,-4-4-45 16,2-1-60-16,0-1-53 0,-2-2-199 0,-2-2-512 15,2-7 227-15</inkml:trace>
  <inkml:trace contextRef="#ctx0" brushRef="#br0" timeOffset="-112415.61">26504 3824 88 0,'9'-13'194'0,"0"3"-3"0,-1 4-13 0,0-2-16 16,-2 3-15-16,1 1-14 0,-3 1-3 0,-4 3-2 15,12-2 4-15,-12 2-1 0,11 3-6 0,-9 3-3 16,2-1-10-16,-1 3-2 0,-1 2-6 0,-2 2-4 16,-2 0-6-16,-5 4-7 0,-2 1-11 15,-2-2-13-15,2-1-22 0,-2 0-19 0,-1-2-23 16,3-2-25-16,1 0-36 0,-1-1-37 0,2 0-45 0,2-4-48 15,1 1-166-15,-1-2-387 0,5-4 170 0</inkml:trace>
  <inkml:trace contextRef="#ctx0" brushRef="#br0" timeOffset="-111503.28">26672 3771 194 0,'0'0'283'0,"4"-7"-9"0,-4 7-15 0,3-5-22 16,-3 5-26-16,0 0-16 0,0 0-17 0,0 0-19 15,0 0-11-15,0 0-17 0,0 0-14 0,0 0-12 16,0 0-8-16,-2 22-13 0,2-22-3 0,2 14-12 16,2-5-5-16,-2-1-5 0,4 0-7 15,-2 2-6-15,0-4-6 0,3 1-8 0,1 0-1 16,0-2-3-16,-1-1-4 0,1 1 2 0,1-2-7 16,-2-1 0-16,-7-2-2 0,16 1-2 0,-16-1-4 0,8 0 3 15,-8 0 2-15,0 0-2 0,10-5-2 0,-10 5-4 16,4-8 4-16,-4 8-6 0,0-10 2 0,0 10-1 15,-2-13-3-15,0 3 0 0,2 0-7 16,-2 0-2-16,2 1 0 0,0-1 0 0,0 0-1 16,0 10-5-16,2-13 1 0,-2 13 1 0,0-12-2 15,0 12 0-15,2-10 0 0,-2 10-3 0,5-5-2 16,-5 5 3-16,0 0 2 0,12 2 2 0,-12-2 1 16,10 4-1-16,-3 1 6 0,-3-1 0 0,3 2 2 0,0 2 0 15,0-2 6-15,-1 2 0 0,-1-3 1 16,-1 0-3-16,2 3 2 0,2-2-1 0,-6-1 3 15,2 0-3-15,-4-5 2 0,5 7-3 0,-5-7 5 16,4 4-2-16,-4-4 6 0,0 0-5 0,4 5-1 0,-4-5 2 16,0 0 6-16,3 3 2 0,-3-3-2 15,0 0 2-15,0 0-2 0,9-12-9 0,-6 7 4 16,3 0-4-16,0-4 2 0,-1 0-4 0,2 0 1 16,0 0-4-16,-1 2-4 0,1-2 0 0,-3 4 5 15,2-1-2-15,-2 1 1 0,-4 5-4 0,9-4-2 16,-9 4-3-16,4-5 1 0,-4 5 3 0,0 0 0 0,0 0 5 15,14 7-3-15,-8-4 2 0,-3 2 6 16,3 1-1-16,1 0-6 0,3-1 3 0,-2 1 1 16,-1-3 1-16,1-1 2 0,-2 1 1 0,5-2 5 15,0-1 5-15,3 0-6 0,-1-1-2 0,0-3 0 16,-2 0 1-16,-2 0-6 0,1 0 8 0,-3 1 3 16,1-6-4-16,-3 4 4 0,-1-1 1 0,0 0 2 15,-1-2-8-15,0-1 7 0,-1 0-4 0,-2 9 2 16,2-14 0-16,-2 6 4 0,0 8-7 0,-4-11 8 15,4 11 2-15,-1-9 0 0,1 9-1 0,-2-6-6 16,2 6-2-16,0 0-12 0,0 0-7 0,0 0-1 16,0 0 2-16,0 0 1 0,0 0 2 15,0 0 3-15,2 32-2 0,-1-16 1 0,1 2 3 0,0 0-2 16,-2 2 7-16,0-2-6 0,0-3-1 0,0-2-1 16,2-1 3-16,-2-3 1 0,2-1-2 0,-2-1 0 15,2 0-2-15,-2-7 4 0,2 10-4 0,-2-10-1 16,2 7-7-16,-2-7-1 0,3 4-6 0,-3-4 0 15,0 0-2-15,0 0 3 0,10-1-7 16,-10 1 2-16,17-10-7 0,-8 1 0 0,5-1 2 0,-1 0-1 16,1-4 6-16,-3 2 0 0,-3 0 2 0,2-2 3 15,-1 2-5-15,1-2 9 0,-3-2-1 0,0 5 9 16,-4 1 13-16,-1 1 13 0,0-2 9 0,0 5 19 16,-2 6 11-16,0-10 2 0,0 10 0 15,3-9-6-15,-3 9 9 0,0 0-8 0,0 0-4 0,0 0-11 16,-14 0-2-16,14 0-20 0,-18 11 0 0,9-3 13 15,-1 2-7-15,2-2-2 0,2 2-1 0,-1 4-28 16,3-5-6-16,2 0-40 0,-2 2-37 0,8-4-29 16,0 2-43-16,6-1-53 0,9-2-79 0,2 1-254 15,11-3-588-15,0-6 260 0</inkml:trace>
  <inkml:trace contextRef="#ctx0" brushRef="#br0" timeOffset="-111067.9">28309 3253 236 0,'0'0'276'15,"0"0"-9"-15,0 0-9 0,0 0-9 0,0 0-11 16,0 0-17-16,0 0-11 0,0 0-16 0,0 0-12 16,0 0-6-16,0 0-7 0,0 0-17 0,0 0-10 15,0 0-9-15,0 0-10 0,0 0-4 0,0 0-11 16,0 0-7-16,0 0-9 0,14-6-11 0,-5 4-4 0,2 0-10 15,1 0-12-15,1 0-11 0,-4 0-4 0,2 1 5 16,-11 1 8-16,12-2-17 0,-12 2-5 16,11 0 3-16,-11 0-11 0,8-1-1 0,-8 1-2 15,7-2-3-15,-7 2-2 0,0 0 2 0,0 0-1 16,7-1-9-16,-7 1 7 0,0 0 7 0,0 0-13 16,0 0-11-16,0 0-22 0,0 0-28 0,0 0-54 15,10 0-56-15,-10 0-70 0,0 0-66 0,0 0-286 16,11 0-633-16,-11 0 280 0</inkml:trace>
  <inkml:trace contextRef="#ctx0" brushRef="#br0" timeOffset="-109828.71">29438 3115 59 0,'-4'-9'271'0,"0"1"-11"16,-2-2-5-16,1 1-10 0,-2 0-12 15,1 2-19-15,-1 0-14 0,1 2-14 0,-3 0-14 0,3 3-15 16,-5 0-17-16,11 2-15 0,-21 4-10 0,5 3-11 16,1 3-13-16,-1 1-7 0,0 2-14 0,1 1-15 15,1-1-6-15,1 3 8 0,1 0-7 16,3 0-11-16,3 0-32 0,0-1-6 0,3-4-11 0,3 0-10 15,2 1-4-15,0-3-8 0,3 0-2 0,-1 1-4 16,1-3 0-16,3 0 2 0,-1-2-2 16,4 0 2-16,-2-2 1 0,0-1 3 0,2-2 1 15,-1 0 4-15,1-1 6 0,0-3 7 0,-2-1 6 0,1 0 3 16,-1-2 7-16,-3-2 1 0,1 3 10 16,-1-4 3-16,-1 0 3 0,2-2-1 0,-5-1 8 0,2 3 10 15,-1 0-1-15,-2 1-1 0,0 1 8 16,1 2-3-16,-2 6-3 0,1-8-10 0,-1 8-3 15,2-6 2-15,-2 6-13 0,0 0-5 0,0 0 0 16,0 0-1-16,0 0 4 0,12 17-4 0,-8 2 2 16,2 6-8-16,0 5 5 0,0 5 2 0,0 9 1 15,2 4 0-15,-2-14 1 0,2-1-2 0,-2 3-5 16,2-5 4-16,-2 1 4 0,1-1-7 0,-2-2 3 16,-1 1 0-16,2-3 2 0,-6 2-3 0,0-3 0 15,1-9 1-15,-5 3 9 0,3-5 16 0,-3 1 3 16,0-3 10-16,-1-2 5 0,0 0 4 0,-6-3 1 15,0-1-11-15,0 1 1 0,-8-1 0 0,1-5-8 16,-3-1-2-16,-2-2 6 0,-3-2-17 0,-2-3 0 16,7-1-4-16,-3-3-6 0,-2-2-23 0,2-4-32 15,2 2-45-15,4 2-22 0,3-1-33 0,1 2-32 16,-3-4-48-16,6 2-42 0,2-3-213 0,0 1-516 16,3-1 228-16</inkml:trace>
  <inkml:trace contextRef="#ctx0" brushRef="#br0" timeOffset="-108965.79">29500 3291 2111 0,'11'-6'178'16,"-5"2"-82"-16,0 1-62 0,-2-1-24 0,-4 4-11 16,9-3 6-16,-9 3-6 0,9 0 6 0,-9 0 6 0,13 3 3 15,-5 4 0-15,-1 1 7 0,3 1 6 0,-2 1-3 16,2 5 0-16,-1 1 2 0,-1 1-2 15,1-1-3-15,-3-1 9 0,-1 1-9 0,2 0 2 0,-5-5-2 16,0 2-3-16,-4-3-1 0,2 1-7 16,-2-1-5-16,0-5-7 0,-4 4 4 0,2-2 0 15,-1-4 2-15,-1-1-3 0,6-2 2 0,-12 2 2 16,12-2-10-16,-12-4-9 0,5 1 0 0,3-5-11 16,4 8-6-16,-2-16-4 0,2 5-2 0,3 0 5 15,3 0-2-15,1-4-6 0,6-1-5 0,-1 0 3 16,8-1 10-16,-1-1 0 0,3 1-3 0,0 2 7 15,-2-1 0-15,-1 6 4 0,4-4 6 0,-5 4 1 16,0 1-2-16,-4-1 4 0,1 1-1 0,-6 2 3 16,2 2 15-16,-1 0 9 0,-4 3 11 0,-2-2 9 15,-4 4 8-15,8-6 9 0,-8 6 6 0,7 0-2 16,-7 0 2-16,0 0 2 0,5-3-5 0,-5 3-2 16,0 0-3-16,0 0-2 0,0 0-4 0,0 0-4 15,0 0-8-15,0 0 3 0,-10 20 0 0,4-9-5 16,0-1-1-16,-2 4-4 0,-1-1 5 0,4-3-9 15,0 1 0-15,2 0-3 0,-1-1-2 0,2-2-1 16,0 2-2-16,2-1-1 0,2-1 1 0,-2-8-9 16,2 11-4-16,2-6-4 0,0 0 1 15,1-1 1-15,-5-4-2 0,10 3 3 0,-10-3-4 16,13 0 4-16,-5-2 0 0,3 1 2 0,0-3 2 0,-1-1 1 16,1 0 8-16,-2 0 2 0,-1-3 4 15,2-2-1-15,-1 4 0 0,-4-5 0 0,2 1-1 0,-2 0 1 16,1-2 3-16,-1 3 6 0,-1-1 6 0,-1 5-1 15,-2 0-3-15,-1 5 0 0,4-9-6 16,-4 9 1-16,2-7-5 0,-2 7-4 0,0 0-10 16,0 0-4-16,0 0 2 0,0 0 2 0,0 0-4 15,0 0 4-15,5 19-2 0,-2-12-1 0,-1 3-1 16,1 1 5-16,1-3-3 0,0 3 2 0,-1-2 6 0,5 1-6 16,1-2 1-16,0 1-4 0,3-3-3 0,0-1 2 15,4-2-2-15,3-4-3 0,0-1 1 16,-1 1 2-16,0-1 3 0,1-4-3 0,-3-2 2 15,-1 2 2-15,0-3 3 0,-2-1 8 0,1 0 1 16,-5 1 11-16,-2-1 4 0,0-1 5 0,-1 0 2 16,0-3-2-16,-2 3 0 0,-1-1 3 0,0 0 8 15,-2 0-5-15,1 1 11 0,-2 11 9 0,0-16 9 16,0 16-14-16,3-7 1 0,-3 7 2 0,0 0-13 16,3-12-9-16,-3 12-9 0,0 0-4 0,0 0 6 15,0 0-8-15,0 0 8 0,0 0-4 0,0 32 3 16,-2-16-5-16,1 1 0 0,-2 9 3 0,2 0-7 15,0 1 2-15,0-1 0 0,-2-1-6 0,3 1-2 16,-1-6-1-16,1-2 2 0,-3 3 4 0,4-3-7 16,-1 1-3-16,-1-1-17 0,0-2-21 0,1 3-19 15,0-6-23-15,1 2-33 0,-1-4-26 0,0 1-41 16,0-12-35-16,0 15-35 0,0-15-29 0,0 13-218 16,0-13-532-16,-4 9 235 0</inkml:trace>
  <inkml:trace contextRef="#ctx0" brushRef="#br0" timeOffset="-108735.92">30279 3220 135 0,'11'-15'203'0,"-1"3"-23"0,2 0-10 16,-2 4-10-16,0-1-5 0,1 4-21 0,0-1-13 0,-1 2-16 15,-1 0-11-15,3 0-8 0,-5 4-10 0,-7 0-9 16,16 5-5-16,-7 0-6 0,-3 1-5 15,0 3-5-15,0 0 2 0,-4-1-5 0,0 6-6 16,-4-4-4-16,0 6-6 0,-5-2-13 0,-1 2-10 16,-2-3-22-16,0 3-26 0,-2-2-18 0,0-2-44 15,0 0-42-15,-2 0-141 0,1-1-311 0,2-3 138 16</inkml:trace>
  <inkml:trace contextRef="#ctx0" brushRef="#br0" timeOffset="-108203.47">30467 3000 217 0,'1'-6'281'0,"-1"6"-17"0,1-9-19 0,-1 9-24 16,3-7-25-16,-3 7-20 0,0 0-16 0,0 0-18 0,0 0-8 15,0 0-14-15,0 0-3 0,11 39-11 16,-6-14-8-16,-3 1-9 0,0 1-9 0,1-1-7 0,-2-1-8 15,2-6 1-15,-2 1-6 0,1 0-8 16,0-2-3-16,0-7-6 0,-1 1-3 0,1-1-6 0,0-2-4 16,1-2-2-16,-3 1-5 0,0-8 7 15,0 10 0-15,0-10-8 0,-3 7-2 0,3-7-3 0,0 0-1 16,0 0-8-16,4 7-2 0,-4-7-1 16,0 0 1-16,0 0-9 0,16-11 2 0,-1 1-6 15,-1 1 2-15,4-1-2 0,-3-3-2 0,3 0 2 16,0 4-1-16,-2 0 1 0,2 2-3 0,-7 4-1 15,-1-1 1-15,0 3-3 0,-10 1 2 0,15-1 6 16,-15 1 5-16,14 4 2 0,-5 1 1 0,-1 0 3 16,-3 0-3-16,0 0 4 0,3 0-4 0,-3 0 0 15,0 1 0-15,0-3 3 0,0 1 3 0,-5-4-8 16,9 3 3-16,-4-2 5 0,-5-1 11 0,0 0 5 16,0 0 4-16,0 0-3 0,0 0 9 0,22-6-8 15,-16 2-2-15,2-3 2 0,-1 2-5 0,-7 5 3 16,11-14-2-16,-5 5 0 0,1 0-2 0,-2 0 1 15,1 1 7-15,-6 8-13 0,8-12 1 0,-8 12 0 16,4-9-5-16,-4 9 3 0,2-8-4 0,-2 8-7 16,0 0 0-16,0 0-8 0,0 0-6 0,0 0-5 15,0 0 5-15,0 0-2 0,0 0 3 0,8 23-1 16,-7-13-13-16,-2 1-12 0,0 1-33 0,1 1-37 16,-1 1-40-16,1 2-56 0,1-5-44 0,0 2-239 15,-2-1-522-15,1 0 231 0</inkml:trace>
  <inkml:trace contextRef="#ctx0" brushRef="#br0" timeOffset="-108026.78">30855 2953 73 0,'-8'-7'235'16,"1"-1"-25"-16,3 4-19 0,0-1-27 0,4 5-40 15,0 0-47-15,0 0-26 0,0 0-40 0,0 0-55 16,0 0-60-16,0 0-61 0,0 0-179 0,-9 26 79 16</inkml:trace>
  <inkml:trace contextRef="#ctx0" brushRef="#br0" timeOffset="-107803.52">31155 3055 247 0,'0'0'275'0,"0"0"-1"0,0 0-2 0,0 0-14 16,0 0-27-16,0 0-20 0,0 0-22 0,0 0-21 16,0 0-10-16,-37 4-14 0,28 5-11 0,-2 3-16 15,-3 2-10-15,5 1-8 0,-4 0-12 0,3 3-10 16,0-1-6-16,3-1-5 0,1 0-4 0,0-1-11 16,4 3-3-16,1-4-6 0,4 4-21 0,3-2-30 15,1 0-35-15,1-2-46 0,6-1-47 0,3-1-48 16,2-2-50-16,7-1-217 0,-6-3-488 0,2-5 216 15</inkml:trace>
  <inkml:trace contextRef="#ctx0" brushRef="#br0" timeOffset="-106486.64">31417 3155 59 0,'-14'-13'213'0,"7"8"4"0,-2 1-7 0,-3 3-6 15,12 1-20-15,-22 2-8 0,12 2-12 0,-8 4-12 16,3-1-8-16,0 2-9 0,4 0-11 0,-1 2-16 15,3-1-10-15,0 0-9 0,2 2-10 16,0-2-9-16,3 0-5 0,1 1-7 0,3-1-6 0,0 0-7 16,0-1-2-16,3 0-5 0,0-3-8 0,3 0-6 15,-2-1-4-15,1-2-9 0,1 0 1 0,1-1-7 16,-7-2 7-16,15 0-8 0,-15 0 11 0,13-3-2 16,-13 3 0-16,14-7 6 0,-9 1-6 15,-1 1-6-15,2-4 2 0,-6 9-1 0,9-16 3 16,-3 4-8-16,-2 3 3 0,-3-1 0 0,3-1-1 15,-1 2 1-15,-3 9 3 0,5-11 8 0,-5 11 3 16,1-12-6-16,-1 12 4 0,4-7-6 0,-4 7 3 16,0 0-3-16,0 0-8 0,0 0 4 0,0 0-3 15,0 0 7-15,0 0-3 0,0 0 0 0,0 0-1 16,5 26-1-16,-2-16 0 0,-2 1-2 0,2-2 1 16,0 1-3-16,-3-1 2 0,4-1 4 0,3-1-4 15,-1 1 6-15,6 1-8 0,-2-3 1 0,-1-2-5 16,3 1 3-16,0-3-3 0,2-1 2 0,-1-2-3 15,1-1 36-15,-3 0-7 0,0-1-1 0,-2-1 4 16,-1-2-11-16,0-3 6 0,-3-1-2 0,1-2-4 16,-3 2 9-16,2-6 16 0,-1-3-4 0,-3 0 0 15,1 0-7-15,-2-6 3 0,0-3 1 0,-3 3 3 16,4-5 0-16,-3 2-3 0,1 1 3 0,-1 8 7 16,1-9 4-16,-3 10 3 0,2 1-1 0,1 2 10 15,-1 3 11-15,4 5-3 0,-4-1-4 0,2 8-2 16,-2-11-4-16,2 11-20 0,-2-7-8 0,2 7-8 15,0 0-1-15,0 0-4 0,0 0 6 0,0 0-13 16,-3 52 9-16,-1-23-7 0,1 2 9 0,0-5-8 16,5 6-4-16,-4-1 2 0,0-3 1 0,4-1 3 15,1 0-3-15,1-6 2 0,-1 3-9 0,0-7 4 16,3 0-14-16,2-1 7 0,-1-1 0 0,0-5 1 16,0 1 5-16,3-2 2 0,-1-3-2 0,0 1-3 15,1-2-5-15,0-2 3 0,1-1 1 0,-1-2-2 16,-1-1-4-16,1-3 7 0,-1 0-8 15,2-4-6-15,0 1 8 0,1-6-6 0,-3 1 7 16,0-2-2-16,-1-4-3 0,1 1 1 0,0-7 2 0,-5 5-3 16,1-6-3-16,0-4-13 0,1 3 11 0,-3-2-3 15,-1 5 5-15,-2 4-5 0,2 2 8 0,-1 5 1 16,-1 1 12-16,0 1-3 0,1 3 0 16,-1 7-3-16,-1-11-6 0,1 11 2 0,0-8-7 15,0 8 4-15,0 0 0 0,0 0-9 0,0 0 9 16,0 0-6-16,0 0 8 0,0 0 3 0,-1 44-3 0,1-26 3 15,0 0-3-15,0 0 3 0,1-1-5 16,2 0-1-16,0 1 5 0,1-2-13 0,0 0 11 0,2-1 6 16,0-1 2-16,-1-3-2 0,1-3 5 15,2-1-7-15,-1 1-3 0,1-1 5 0,0-1-5 16,0-1 4-16,2-1-5 0,0-2-1 0,2 1-2 16,-2 0 4-16,0-3-8 0,0-3 6 0,0 0 4 15,-2 3-4-15,2-3-7 0,-1-2 5 0,0-2-2 16,-3 3-4-16,0-1 5 0,-1 0-15 0,4-4 8 0,-6 3 0 15,-3 6 0-15,9-11 10 0,-9 11-4 16,6-9-1-16,-6 9 1 0,6-4-10 0,-6 4 14 16,0 0-3-16,0 0 1 0,8 0 0 0,-8 0 6 15,0 0 0-15,3 11 4 0,-1-3-8 0,-1-1 0 16,3 0 1-16,0-1 6 0,1 3-12 0,2-2 9 16,0 0 0-16,0-3 2 0,5 2-1 0,2-2-2 15,-1-1-13-15,1-1 17 0,0-2-7 0,-1 0 5 16,-13 0-10-16,23-5 12 0,-11 3-4 0,-1-2 8 15,-1 0 3-15,-10 4 5 0,13-6-2 0,-6-1 3 16,1 0-1-16,0 0 7 0,-3 0 6 0,-5 7-5 16,8-12 3-16,-5 5-8 0,0 4 9 0,1-4 7 15,-4 7-1-15,6-7-6 0,-6 7-5 0,0 0-6 16,3-6-5-16,-3 6-11 0,0 0 2 0,0 0-4 16,0 0 4-16,9 20 7 0,-4-1-4 0,1 7 3 15,2 4 0-15,-4 5 3 0,1 10-1 0,-1 2-7 16,-2-2 1-16,2 1 2 0,-3-13 1 0,3 3 0 15,2 10-5-15,1-12 7 0,-3-2-5 0,2 1 0 16,-1 0-6-16,0 2 5 0,2-3 6 0,-2-2-1 16,-3-1-5-16,1-1 0 0,-4-4 2 0,1-5 2 15,0-1 1-15,-3-2 5 0,-3 0 6 0,-2-5-5 16,-2 1 2-16,-4-3-6 0,-4-4 3 0,-10 4 0 16,7-6-6-16,-1-2 0 0,-7-4 0 0,0-2-2 15,-1-3-3-15,2-3-13 0,1-2 9 0,5-1-8 16,1-1 5-16,7-2-14 0,-1-5-9 0,4-6-11 15,6-1-6-15,7-4-16 0,10-13 0 0,11 5 2 16,7-1-3-16,8-2-15 0,9 4-15 0,22-18-13 16,-19 23-16-16,6 2-24 0,21-9-25 15,-18 16-33-15,-4 0-40 0,1 5-28 0,-2 1-49 0,-6 3-265 16,-13 1-631-16,-4 3 279 0</inkml:trace>
  <inkml:trace contextRef="#ctx0" brushRef="#br0" timeOffset="-106347.29">32887 3221 2993 0,'0'0'129'0,"0"0"-92"16,0 0-32-16,0 0-28 0,0 0-1 0,-77 26 12 15,77-26 7-15,0 0 2 0,0 0-18 0,0 0-34 16,0 0-48-16,0 0-63 0,0 0-51 0,0 0-206 16,0 0-457-16,0 0 202 0</inkml:trace>
  <inkml:trace contextRef="#ctx0" brushRef="#br0" timeOffset="-99635.59">29353 8768 241 0,'0'0'258'0,"0"-13"-14"0,2 8-10 0,-2 5-6 0,0 0-9 15,0-12-4-15,0 12-20 0,0-7-11 0,0 7-27 16,0 0-20-16,0 0-18 0,0 0-16 0,0 0 10 16,0 0-12-16,0 0-10 0,0 0-9 0,0 0-10 15,9 36-4-15,-7-13-7 0,1 2-7 0,-2 2 2 16,-1 0-11-16,1 1-5 0,0-3-5 0,3 0 1 16,-2-1-5-16,-1-5-4 0,0 0-2 0,1-7-1 15,-1 5-6-15,-1-6 3 0,1 0-4 0,0 0-3 16,1-3 2-16,0 3 5 0,-2-1-12 0,2-3-2 15,-2 0-21-15,0-7-31 0,1 12-37 0,-1-5-36 16,0-7-39-16,0 12-38 0,0-12-23 0,-3 9-41 16,-2-5-163-16,0 1-457 0,-3-3 202 0</inkml:trace>
  <inkml:trace contextRef="#ctx0" brushRef="#br0" timeOffset="-99352.89">29265 9001 160 0,'0'0'248'0,"0"0"-22"0,-1-7-27 0,1 7-25 0,0 0-18 16,0 0-19-16,0 0-10 0,0 0-12 0,0 0 1 15,0 0-7-15,0 0-9 0,0 0-6 16,5 32-8-16,-4-20-12 0,1 4 0 0,0-6-10 16,1 2-6-16,-1 2-5 0,-2-3-2 0,3 0 0 15,1 1-2-15,-3-5-10 0,2 3-3 0,-2-4-2 0,0 0-3 16,-1-6 7-16,4 11 13 0,-1-8 3 0,-1 2 4 15,3 0 2-15,0-1 4 0,3-2-6 16,2-1-2-16,8-2-6 0,1 0-6 0,2-3-6 16,7-6-2-16,0 3-10 0,-1-1-27 0,-2 1-34 0,2-3-40 15,-8 3-59-15,9-3-63 0,1 0-56 0,-7-6-181 16,4 7-469-16,-2-3 208 0</inkml:trace>
  <inkml:trace contextRef="#ctx0" brushRef="#br0" timeOffset="-98204.02">28478 9726 166 0,'-11'-7'237'0,"0"1"-6"16,0 2-4-16,-2-1-11 0,3 2-9 0,-6 2-19 16,3 0-13-16,-3 3-18 0,-1 2-10 0,5 1-24 15,-4 3-4-15,-2 0-16 0,2 5-6 0,-1-1-13 16,3 2-8-16,0 2-8 0,3-1-5 0,2 0-9 15,0 0-6-15,5 1-2 0,1-3-9 0,5 3-1 0,-1-5-2 16,1 1-4-16,5 1-1 0,-1 1-7 16,1-3 0-16,2-4-4 0,1 0-1 0,2-1-2 15,0-1-1-15,3-4 6 0,4-2-12 0,-6-1-1 0,5-2 0 16,-1 0-1-16,-2-3-1 0,0-1 2 0,-4 0 2 16,0-1-1-16,-1-3-1 0,1-1 4 15,-1-2-3-15,-2-1 1 0,-1-1 5 0,-2-2 3 16,-1 0-3-16,1-6-2 0,-2 6 2 0,-2-6 4 0,1 0 28 15,-2-1-7-15,0 0 7 0,-2 1-3 0,1-1-5 16,-1 0 4-16,1 10 9 0,1 5 12 0,0 1 6 16,-1-1 8-16,1 4 7 0,0 7-21 15,0-11-10-15,0 11-7 0,0-8-11 0,0 8-1 0,0 0-4 16,-1-8-8-16,1 8-7 0,0 0-6 0,0 0 2 16,0 0-3-16,-6 37-3 0,5-18 7 0,2 7-8 15,-2 2 1-15,-1-1-3 0,3-2 4 16,-2 4-2-16,1-2-3 0,1-8 6 0,0 5-5 0,3-5-7 15,0-2 5-15,0-5 1 0,-1 3 3 0,3 2-2 16,-1-1-6-16,0-7 18 0,3 3-20 0,-3-3 12 16,1 1-4-16,2-3-7 0,-1-3-1 0,0 0-8 15,3-1-3-15,-1 0-5 0,2 1 1 0,-2-6-6 16,2 1 5-16,-1-2 3 0,3-1-6 0,-1-3 1 16,-1 0 0-16,-1 0-4 0,3-5 7 0,-3-1-7 15,-1 0 2-15,1 0-1 0,-2-4 6 0,-1 2-6 16,1 0 4-16,0 0 3 0,-4-2 3 0,-2 5 0 15,1 0 1-15,-5 0 6 0,4 1-2 0,-2 1 6 16,0 2 7-16,0 8 8 0,-2-12 2 0,2 12-4 16,-5-9-2-16,1 6 1 0,4 3-1 0,-14 0 2 15,14 0 1-15,-16 5 1 0,6 2-4 0,-5 1 2 16,0 4-4-16,4-1-3 0,2 3 0 0,0-5-1 16,4 3 3-16,1-1 3 0,1 1-5 0,2-2-2 15,2 0 1-15,3 1 0 0,-1-3 2 0,4 1-1 16,4 0-8-16,-2-2-1 0,12-1-5 0,-1-1-3 15,9-2-7-15,-7-4 1 0,11-2-3 0,-4-1-5 16,1-1 2-16,0-4 0 0,-2 1 4 0,-2-2 1 16,-8 3 4-16,0-5 4 0,-4 2-4 0,1-2 5 15,-1-1 1-15,0-1 2 0,-4 0 4 0,-2-1-5 16,0-1 4-16,-6 0 1 0,2 2 2 0,-1 1 3 0,-2 1 15 16,0 3 10-16,2 0 2 0,-4 2 6 0,1 7-1 15,0-10 1-15,0 10-4 0,1-8-3 16,-1 8-7-16,0 0-6 0,0 0 2 0,0 0-4 15,0 0 3-15,0 0-1 0,-8 20 1 0,3-4-3 0,2-4 3 16,0 5 1-16,1 0-5 0,1 1-3 0,0 0 2 16,1-2 0-16,0 1-4 0,0-2-1 15,0 3-26-15,2-1-16 0,0-6-26 0,1 5-32 16,0-3-28-16,-2-2-33 0,1 1-29 0,3-2-29 16,-1 0-25-16,1 1-193 0,-3-6-472 0,4-1 209 0</inkml:trace>
  <inkml:trace contextRef="#ctx0" brushRef="#br0" timeOffset="-98019.58">29192 9733 40 0,'0'0'258'0,"-1"-13"-4"0,1 13-12 0,-1-8-18 16,1 8-20-16,0 0-19 0,-2-7-23 0,2 7-19 16,0 0-15-16,0 0-12 0,0 0-14 0,0 0-7 15,0 0-13-15,-12 23-5 0,11-12-9 0,-2 0-10 16,2 1-6-16,-2 0-28 0,1 5-38 0,-1-5-35 15,3 5-39-15,-1-5-32 0,3 0-31 0,0 3-35 16,-2-3-132-16,0-12-344 0,0 16 152 16</inkml:trace>
  <inkml:trace contextRef="#ctx0" brushRef="#br0" timeOffset="-97864.1">29148 9604 140 0,'-5'-12'202'0,"-1"2"-9"0,4 1-12 16,-2 0-19-16,1 4-16 0,3 5-33 0,-5-8-43 16,5 8-33-16,0 0-27 0,0 0-17 0,0 0-20 15,0 0-25-15,0 0-31 0,9 27-99 0,-4-15-195 16,4 2 87-16</inkml:trace>
  <inkml:trace contextRef="#ctx0" brushRef="#br0" timeOffset="-97601.24">29372 9696 168 0,'0'0'220'0,"0"0"-6"0,0 0-1 0,-29-9-3 16,19 8-19-16,1 1-14 0,9 0-12 0,-14 0-18 15,6 1-14-15,8-1-14 0,-12 4-12 0,5-1-12 16,2 0-9-16,-1 3-9 0,6-6-9 0,-7 11-2 16,3-2-10-16,2 0-8 0,1 1-3 0,1 2-7 15,1 3-2-15,1 1-7 0,1 2-2 0,0-3-5 16,0 4 0-16,2-2 0 0,-2 0-2 0,-1 0-6 15,1 2 3-15,0 2 0 0,-3-3-5 0,0-2 0 16,-2 3-1-16,1-3-3 0,1 2 2 0,-4 0-1 16,0-1-12-16,-2 0-37 0,1-5-30 0,-1 3-43 15,-1-1-28-15,3-3-36 0,2-4-42 0,-5 0-143 16,4 0-391-16,0-1 173 0</inkml:trace>
  <inkml:trace contextRef="#ctx0" brushRef="#br0" timeOffset="-97403.27">29456 9803 24 0,'6'-12'212'0,"2"5"0"0,-1 0-13 0,-3 2-13 16,0 0-19-16,4 3-16 0,-8 2-14 0,9-3-3 16,-9 3-7-16,15 3-10 0,-9 0-12 0,6 3-10 15,-6 2-9-15,1 1-7 0,0 3-6 0,0-4-7 16,-2 4-23-16,6 4-32 0,-6-6-46 0,0 0-41 15,1 2-47-15,0 0-41 0,-2 1-141 0,2-4-329 16,3 0 145-16</inkml:trace>
  <inkml:trace contextRef="#ctx0" brushRef="#br0" timeOffset="-97053.89">30015 9690 5 0,'-11'-16'269'0,"1"4"4"15,-1 4-7-15,0 0-10 0,1 3-11 0,-1 0-22 16,0 4-21-16,3 1-25 0,-3 0-15 0,1 4-19 16,1 3-13-16,0 0-13 0,-1 2-6 0,2 3-16 15,4 0-12-15,-2 2-3 0,2 3-10 0,2-2-17 0,2 2-12 16,4-2-17-16,1-4-11 0,1 0-9 16,1-1-10-16,5-2-10 0,-3 1-6 0,5 0 2 15,-2-5-16-15,0-2-5 0,1-1 6 0,-2-1 5 16,1-2 1-16,-1-2 9 0,0 1 0 0,-2 0 20 0,-1-4 12 15,-1 3 5-15,-2-5 4 0,1-1 0 16,-2 0-2-16,-1 1 18 0,-1 1 14 0,1-2 9 16,-2 3 2-16,-1 7 1 0,1-12 3 0,-1 12-1 15,2-9-6-15,-2 9-9 0,0 0-8 0,1-9-8 16,-1 9-1-16,0 0-3 0,0 0-4 0,0 0-3 0,0 0-3 16,5 26-20-16,-2-14-32 0,0 4-36 0,3 0-51 15,-4 0-64-15,7-1-59 0,-3 4-247 16,3-3-530-16,-1-1 234 0</inkml:trace>
  <inkml:trace contextRef="#ctx0" brushRef="#br0" timeOffset="-96703.21">30612 9839 172 0,'12'-17'241'15,"2"-5"-4"-15,-1 0-15 0,2 2 0 0,-2-3-4 16,-1 1-13-16,-3-1-14 0,4 1-13 0,0-3-18 0,-2 3-6 15,-1 5-5-15,-2 0-7 0,1 3 10 0,-4 2-11 16,-1 2 2-16,0 1-7 0,0 2 1 16,-2 0-12-16,2 1-4 0,-4 6-11 0,2-11 0 0,-2 11-20 15,0 0-13-15,0 0-11 0,-11-4-8 0,11 4-6 16,0 0-1-16,-24 11-6 0,11-3-9 16,0 1-11-16,6 1-10 0,-2 0-1 0,0 3-21 15,2-1-11-15,5 0-12 0,-2 3-8 0,4 1 0 16,4 1-2-16,4-2-7 0,-1 1 2 0,5 0 4 0,-1-2 2 15,2 0 5-15,1-1 1 0,-2 0 1 0,0-1 7 16,-4-3-1-16,1 1 4 0,-1 1-1 0,-2-3 6 16,-1 1 9-16,-2 0-1 0,-1 1-1 15,0-3 6-15,-2-7-5 0,0 14-5 0,-2-7-13 0,2 2-16 16,-2-2-21-16,2-7-19 0,-4 11-58 0,1-7-55 16,0 3-34-16,3-7-41 0,-5 7-152 0,5-7-456 15,0 0 202-15</inkml:trace>
  <inkml:trace contextRef="#ctx0" brushRef="#br0" timeOffset="-96185.33">31001 9735 149 0,'0'0'201'0,"6"-6"-9"0,-6 6 8 0,0 0 3 16,0 0 1-16,0 0-8 0,9 10-13 0,-9-10-14 0,3 11-7 15,-2-5-11-15,-1 2-13 0,1 1-12 0,-2 2-13 16,1-4-9-16,0 2 1 0,0-9-4 0,0 11-2 15,0-11-2-15,0 11 11 0,0-11 13 0,0 0 6 16,-3 9 19-16,3-9-8 0,0 0 20 0,0 0-12 16,0 0-7-16,0 0-8 0,0 0-12 0,0 0-6 15,0 0-18-15,0 0 3 0,0 0-6 0,2-34-14 16,0 24 1-16,2 1-12 0,2-4-7 0,1-1-5 16,2-1-13-16,-3-1-7 0,4 0-11 0,2 2-7 15,-1-2 1-15,6 2-7 0,-3 4-2 0,-1 0-3 16,-3 3-2-16,3 2-2 0,-3 3 0 0,0 0-6 15,-2 4 3-15,3 0 0 0,-2 5 7 0,0-1-25 16,1 3 19-16,0-1 2 0,-4 3-8 0,-1-1 5 16,1 2 6-16,-1 1-5 0,-1-2 2 0,0 2-3 15,0-4 4-15,-1 0 0 0,-2-2 3 0,2-2-9 16,-3-5 0-16,2 11 1 0,2-7 8 0,-4-4 5 16,1 9-22-16,-1-9 21 0,4 4-4 0,-4-4 2 15,0 0-2-15,0 0-2 0,0 0 5 0,0 0-8 16,0 0-18-16,9-15 3 0,-5 9-4 0,3-1 1 15,0-2-16-15,2-1-11 0,1-1-6 0,4-2-15 16,0 5 7-16,1-4-6 0,1 3 10 0,-4 1 1 16,0 4 8-16,-2-1 2 0,0 1 7 0,-2 3 1 15,-2-1 0-15,-6 2 1 0,0 0 3 0,17 5 0 16,-12-1 11-16,-1-1-2 0,-4-3 10 0,6 14-5 16,-3-6-1-16,0 0-10 0,-1 2-5 0,1 0-31 15,-2-1-32-15,1-1-39 0,0-3-49 0,-2-5-63 16,1 16-55-16,-1-11-234 0,0-5-581 0,0 0 258 0</inkml:trace>
  <inkml:trace contextRef="#ctx0" brushRef="#br0" timeOffset="-95383.89">31774 9652 13 0,'-3'-10'251'0,"-3"3"3"0,1-2 4 15,0 4-9-15,-2 1-4 0,0 1-12 0,-5 2-10 16,1 1-18-16,-2 3-11 0,1 2-14 0,-3 3-19 15,0 2-17-15,3 0-10 0,-2 1-17 0,4 1-7 0,3-2-14 16,2 1-8-16,0-3 3 0,3 3-20 0,-1-1-7 16,5-1-9-16,-1 2-3 0,1-4-4 15,3-1-17-15,2 1-8 0,-1-4-14 0,3 1-4 16,3-2-6-16,-1-4-3 0,1 1 1 0,0 0 1 0,-3-2-2 16,0-3 1-16,2-1 0 0,-4 2-1 0,1-2 4 15,-3-3-2-15,1 3 5 0,-2-2-6 0,0 0 2 16,0-1 11-16,-2 2-10 0,2-4 1 15,-2 7 3-15,-2 5 5 0,1-14 7 0,0 10-3 0,-1 4 5 16,0-9-3-16,0 9-3 0,0 0-4 0,0 0 6 16,0 0 2-16,0 0 3 0,0 0 5 0,0 0-5 15,0 0 1-15,-5 30 0 0,2-19 2 0,2 1-8 16,-1 0-1-16,2 4 1 0,1-4-1 0,0 1 0 16,2-3 2-16,-1 0-1 0,4 1-5 0,1-3 3 15,-2 1-4-15,2-4-3 0,0 1 6 0,5-3 0 16,-2 1 3-16,0-3-5 0,4-3 9 0,-3 0-1 15,0-1 4-15,2-2 10 0,-3-2-11 0,0-2 5 16,0 3 14-16,2-7 4 0,-1 0-1 0,-2-3-1 16,-1 3 3-16,0-4 6 0,-1 1 5 0,0-3-3 15,0-5-3-15,0-3 1 0,-2 1-6 0,1 2 10 16,-2-5-6-16,1 3 7 0,-1 0-2 0,-3 6 0 16,3 3 0-16,-4 1-6 0,2 5 6 0,-2 0 2 15,0 1-7-15,1 4-2 0,-1 6-6 0,1-10-8 16,-1 10-6-16,0 0-1 0,0 0-5 0,0 0 5 15,-8 22-7-15,3-6 6 0,-1 10-1 0,-3 2-1 16,1 2 1-16,2-1-3 0,2 0-4 0,0 0 0 16,0-1-2-16,3-2-2 0,1-1 1 0,1-4 0 15,2-3-3-15,3 0 1 0,1-3 0 0,2-1-5 16,1 0 5-16,0-2-5 0,-1-3 4 16,5-3 1-16,-2-2-3 0,3-1-2 0,3-1 1 0,2-2 4 15,-1-1-2-15,-1-3-4 0,-4 2 2 0,3-5-1 16,-2-3-3-16,-1 1 0 0,2-2 2 0,-3-4-2 15,-2 1 3-15,0-2-1 0,-1-7-3 0,-4 3 2 16,3-3 2-16,-2-2-4 0,-1-3-1 0,0 2 0 0,-1-3 0 16,-1 0 3-16,2 5-1 0,-3 4 0 15,-2 4-1-15,0 4-3 0,-1 0 1 0,2 6 1 16,-1 1-2-16,-1 5-4 0,1-10-2 0,-1 10-3 16,0 0 4-16,0 0 14 0,0 0 0 0,-7 36 4 0,0-17 0 15,-2 9-4-15,-4-2 1 0,2 2-3 0,2-2 2 16,1 0-1-16,3 0 0 0,1-1 0 15,3 0-2-15,-1-5-3 0,5 0-19 0,2-4-48 16,1 3-53-16,1-4-54 0,5-1-59 0,-2 2-70 16,4-6-89-16,0 2-372 0,-4-4-824 0,2-1 366 0</inkml:trace>
  <inkml:trace contextRef="#ctx0" brushRef="#br0" timeOffset="-94485.35">27939 11097 101 0,'-9'0'224'0,"9"0"9"15,0 0 0-15,0 0-3 0,0 0-7 0,0 0-15 16,0 0-15-16,-4-6-12 0,4 6-4 0,0 0-24 15,0 0-14-15,6-19-6 0,-2 9-10 0,1-1-12 0,5-1 11 16,-3 1-23-16,-1-3-2 0,5-1-14 16,-1-1-4-16,0-2-4 0,6-2-8 0,-5 4-2 15,-4-1-1-15,9-5-14 0,-3 0 2 0,-4 4-5 16,3 1 1-16,-3 1 8 0,1-7-6 0,0 0-7 16,-3 6-4-16,1-9-2 0,-1 8-1 0,0 2-5 15,-2-1 0-15,-1 2 6 0,-2 3-5 0,0 1 8 16,1 1 1-16,0 1-9 0,-2 2-3 0,-1 7-3 0,2-10 1 15,-2 4-4-15,0 6-3 0,0 0-2 0,2-9-10 16,-2 9-2-16,0 0-5 0,0 0 0 0,0 0 1 16,0 0-9-16,0 0 12 0,-4 35 4 15,2-12-4-15,-3 6-1 0,1 0 4 0,0 2-4 0,-1-2 7 16,5 1-4-16,0-2 4 0,0-1-7 0,2-1 3 16,1-7-5-16,1 0 3 0,3-1-1 0,-1-1 0 15,2-1-7-15,0-3 9 0,3-1-6 0,3-1-1 16,-3-6 6-16,5 1 3 0,2-2 1 0,0-1-14 15,0-3 13-15,3-1-5 0,-2-2-6 0,-1-2 0 16,-3-1 4-16,-1-3-5 0,4-1-3 0,-4 1 5 16,-3-4-5-16,0 0 10 0,-2-1-3 0,-2 1 2 15,0-2-7-15,-2-1 9 0,-3 4-2 0,0 0-4 16,-1-1 3-16,0 1 3 0,1 3-5 0,-2 2-6 16,0 7 10-16,0-12 0 0,0 12 1 0,0-9 1 15,0 9-7-15,0 0 9 0,0 0-8 0,0 0 2 16,0 0-3-16,0 0 3 0,0 0 6 0,-4 31-3 15,2-18-1-15,4-2 7 0,-2 5-9 0,0 1-9 16,0-2-22-16,2-1-18 0,0 1-26 0,0-3-40 16,3 4-34-16,-1-4-47 0,1 3-51 0,1-4-34 15,-1 0-265-15,1-2-589 0,-2 0 260 0</inkml:trace>
  <inkml:trace contextRef="#ctx0" brushRef="#br0" timeOffset="-94303.35">28438 10601 18 0,'-3'-11'201'0,"3"6"-20"0,-3-2-21 0,3 7-19 16,-4-9-32-16,4 9-30 0,0 0-6 0,0 0-13 0,0 0-19 16,0 0-29-16,14 41-12 0,-2-12-22 15,3 14-14-15,0 1-18 0,1 1-17 0,-2-13-78 16,-5 1-162-16,5-1 73 0</inkml:trace>
  <inkml:trace contextRef="#ctx0" brushRef="#br0" timeOffset="-93920.02">28590 10978 57 0,'8'12'69'0,"-4"-3"22"16,1-3 1-16,-2-1 14 0,0 2 22 0,-1-4 6 16,-2-3 28-16,5 7 0 0,-5-7 5 0,0 0-8 15,0 0-5-15,0 0-8 0,0 0-5 16,0 0-12-16,0 0-5 0,0 0-8 0,11-14-12 16,-8 9-3-16,1-3-9 0,0-1-7 0,5 1-11 0,-2-3-3 15,2 1-7-15,1 3-1 0,2 0-3 0,-3 0-6 16,7-1 0-16,-4 4-11 0,-2 1-4 0,-1 1-1 15,2 1-8-15,2 4 0 0,-1-2 1 16,-3 1-5-16,2 2-4 0,6 2 3 0,-6 1-3 0,5 1 1 16,-1-2 8-16,2 1 0 0,-2-2-1 0,2 0-1 15,-1 0-1-15,-2-3-2 0,6 0 2 0,-7-1-4 16,6-3-3-16,-2 0 1 0,2 0-9 16,-3-2 1-16,-4-2-4 0,4-1 3 0,-3-3-4 0,-2 2 2 15,-3-1-2-15,1-1 8 0,-3 1-14 0,1-2 1 16,-5-1 3-16,-1 2 1 0,-1-3-3 0,-1-2-1 15,-3-1-2-15,-1 4 2 0,3 0 4 0,-1 2 12 16,-1-1-6-16,-2 2-2 0,1 0 1 0,-2 2 4 16,1 1-1-16,0 3 6 0,6 3 0 0,-16 0-3 15,5 3 3-15,-1 4 1 0,-4 4 1 0,-1 2-7 16,2 2-1-16,-1 4 3 0,4-3 0 0,5 0-7 16,1 3-3-16,1-3-21 0,1-1-24 0,4 2-28 15,0 0-36-15,2-3-40 0,5 1-55 0,3-3-54 16,3 2-53-16,0-5-185 0,7 0-526 0,7-5 233 15</inkml:trace>
  <inkml:trace contextRef="#ctx0" brushRef="#br0" timeOffset="-93269.5">29413 10814 221 0,'-5'-9'262'0,"-1"1"1"0,1 3-4 15,-4 1-2-15,0 1-13 0,-1 4-20 0,-4 1-10 16,-3 2-17-16,2 5-12 0,-3 3-11 0,1-1-21 15,3 1-10-15,0 3-17 0,1-2-13 0,2 2-12 16,2 1-3-16,4 1-12 0,-2 0-11 0,6-1 4 16,1-1-1-16,3-4-5 0,-1 1-16 0,5-1 5 15,-1-4-14-15,3 1-8 0,1-2-2 0,0-2-6 16,1-2-9-16,0-2 6 0,1 0-16 0,-1-3 0 16,1-1 4-16,-1-1-7 0,1-3-2 0,-2 1 3 15,0-4-5-15,0 3-2 0,-2-3 3 0,-3 0 2 16,2 1 1-16,-1-4-1 0,-2 3 0 0,-1 0 0 0,0-1-7 15,0 2-4-15,-2 0 13 0,0 3 11 16,0 1 3-16,-1 6-3 0,2-10 3 0,-2 10 1 16,1-9-11-16,-1 9-5 0,0 0 8 0,0 0 7 15,0 0 1-15,0 0 3 0,0 0-5 0,-1 29-10 16,1-19 20-16,1 1-20 0,0 1 3 0,2-2-7 16,1 2 1-16,1 0 15 0,0-1-23 0,4 3 6 15,-1-3 7-15,3-4-13 0,4 2 8 0,1-1-5 16,-4-4 6-16,5 1 5 0,0-4 2 0,2 0-5 0,-5-1 3 15,8-2-4-15,-3-3-1 0,-4 1 0 16,3-1-2-16,-1-3 2 0,-2 0-4 0,-3-2 0 16,-3 2 7-16,1-2-7 0,0-3-2 0,-4 3-2 15,-3-2 6-15,1 1-6 0,1-2 6 0,-3-3-11 0,0-1 3 16,-5-2-4-16,-3 3 1 0,-1 0-6 0,1 3 7 16,-3-1-5-16,0 6 1 0,-1 0 5 0,1 2 0 15,-1-1 14-15,2 0-14 0,-2 2-9 0,3 3 11 16,1-2-3-16,6 4-4 0,-9-5-3 0,9 5-2 15,-6-1 3-15,6 1 7 0,0 0-9 0,0 0 8 16,0 0-4-16,0 0 5 0,12 22-5 0,0-17 4 16,-2-1-12-16,8-1 16 0,-1-1-9 0,0 0 0 15,-5 1 5-15,1 0 0 0,1-2-7 0,-5 0 4 16,2 1-6-16,-2 1 5 0,-4 0-5 0,4 2 18 16,-1 1 9-16,-2 1 3 0,-1 1 15 0,-1 1 4 15,0-1-4-15,-1 1-2 0,2 3 3 0,-3 1-5 16,-2-2-3-16,2 2 4 0,-1 2-11 0,-2-2-9 15,1-3-32-15,2 3-37 0,1 0-52 0,-3-3-60 16,5 6-57-16,-1-2-69 0,1-3-64 0,2 1-274 16,1-2-684-16,2-3 303 0</inkml:trace>
  <inkml:trace contextRef="#ctx0" brushRef="#br0" timeOffset="-92369.7">30266 10946 256 0,'0'0'309'15,"4"-3"-22"-15,-4 3-17 0,0 0-2 0,0 0-7 16,0 0 4-16,0 0-16 0,9 15-10 0,-8-9-31 0,2 1-3 16,-1 1-10-16,1 2-23 0,0 0-4 15,-1 0-20-15,0-1-5 0,1 1-15 0,-2-3-3 16,-1-7-16-16,1 9-7 0,2-6-11 0,-3-3 19 15,3 8 13-15,-3-8 7 0,0 0 0 0,0 0-7 0,0 0-13 16,0 0-3-16,0 0-9 0,0 0-11 0,0 0-8 16,0 0-10-16,-18-15-8 0,15 4-4 15,1 1-4-15,-1-1-8 0,3 0 1 0,0-5-4 16,3-3-12-16,0 0-3 0,7-4-3 0,0-1-9 0,1 2 0 16,7-1-5-16,-6 7-2 0,5-3-3 0,-5 6-2 15,-1-2 3-15,1 9-13 0,2 2 8 0,-3-1-3 16,1 1 2-16,1 3-3 0,-3 4-4 0,0 1 7 15,4 3-2-15,-4 2-1 0,1 3 2 0,1 3 1 16,0 2 2-16,3 6-4 0,-5-5 4 0,-2-1-1 16,0 0-2-16,-2-1 3 0,-2 1-4 0,4-1 1 15,-4-6 3-15,-2 2-2 0,3-3-2 0,-2 0-2 16,-1-4 8-16,1-1-1 0,-3-4 3 0,1 10 13 16,-1-10 11-16,3 4 6 0,-3-4-2 0,0 0-1 15,0 0-4-15,0 0-2 0,0 0-10 0,0 0 6 16,0 0-4-16,0-28-1 0,2 18-5 0,0-1-3 15,0 0-8-15,5-6-6 0,0-1-4 0,3 1 2 16,2 0-6-16,1 1-5 0,1 1 1 0,3-2 3 16,-4 5-3-16,3 1 0 0,-5 5 0 0,-2 1 5 15,-1 1-4-15,1 2 1 0,-2 2 2 0,-7 0-8 16,17 8 14-16,-11-2-3 0,1 3 0 0,-2 2 1 16,0 0 2-16,0 1 7 0,0-2-5 0,0 3 2 15,1 1-3-15,-1-1 7 0,0-2-3 0,2-2-1 16,-2 2 2-16,2-3-2 0,-1 0-1 0,1-3 1 15,0-1 4-15,0 0 0 0,0-1 1 0,1-3-6 16,3 0-3-16,0 0-5 0,-1-2 6 0,1 0-4 16,0-4 4-16,-2 0-6 0,1 0 8 0,-1-1-3 15,-3-2 1-15,1-1-2 0,1 0 5 0,-4 0-1 16,2 2-5-16,-4-3 3 0,2 1 1 0,-3 3 6 16,1 3-6-16,-2 4 4 0,3-13 0 0,-3 13-6 0,5-4-3 15,-5 4-1-15,0 0 8 0,0 0 1 16,0 0-2-16,0 0-2 0,0 25 1 0,0-14 4 15,0 0 0-15,0-1 0 0,2 2 0 0,0 1-3 16,2 0 3-16,0-3 1 0,2 0 1 0,1 0 3 0,3-2-4 16,0-2 1-16,-1 1 3 0,4-3-5 0,-4-1 4 15,2-3-4-15,2-2 2 0,-3 2 1 16,2-4 0-16,-3-2 2 0,1 1-1 0,-1-3 1 16,-3-2 0-16,-1 2-3 0,-1-2 2 0,-1-1-1 0,-2 1-5 15,0-2 1-15,-2-5 9 0,1 2-13 16,-2-1 6-16,-2 4 1 0,-1 0-5 0,-1 0 1 15,-1 2-11-15,2 3-26 0,-3-2-20 0,0 3-14 16,-2 2-28-16,0 4-32 0,1 0-38 0,-1 0-38 16,1 2-47-16,0 4-65 0,2-1-56 0,0 2-294 0,3-1-728 15,0 0 323-15</inkml:trace>
  <inkml:trace contextRef="#ctx0" brushRef="#br0" timeOffset="-91736.32">31491 10835 255 0,'0'0'308'0,"0"0"5"0,-10-12 6 16,10 12-1-16,-7-4 1 0,-1 3-25 0,8 1-10 15,-18 1-17-15,8 4-10 0,0 1-18 0,-1 1-17 16,1 3-21-16,-1 2-16 0,2 1-22 0,0 1-16 16,-3 1-12-16,6-1-15 0,1 2-8 0,1-4-14 15,3 0-10-15,1 0-10 0,2-1-5 0,2 0-6 16,1-1-8-16,3-2-6 0,-1-1-6 0,1-2-9 15,2-2-9-15,2 0 2 0,-2-5-12 0,0 0-1 16,2-2-2-16,-1-2 0 0,1-1-4 0,-1-3 12 16,0-3-11-16,-5 3-3 0,2-3 4 0,-3 1-2 15,-3-5 0-15,2 2 7 0,-1-2-3 0,-6 1 3 16,4-3-3-16,-1-1 1 0,0 1 2 0,-1-7 1 16,0 1-5-16,-2-1 3 0,5 1 4 0,-1 1 3 15,0 5-4-15,-1 0-8 0,-1-1 14 0,1 1 2 16,0 9-2-16,0-3 8 0,1 4-5 0,-2 2 1 15,1 7-3-15,0-10-5 0,0 10-6 0,0 0-4 16,-1-9-1-16,1 9-2 0,0 0 1 0,0 0-2 16,-3 31 3-16,0-14 1 0,1 0 5 0,1 12 2 0,-2 0-2 15,2-1 0-15,-1 1-3 0,2-4 1 16,2 0-3-16,-1-1 0 0,3-5-1 0,4 6-2 16,-1-7 1-16,5 0-2 0,-3-4 2 0,1-1 1 15,5-4-4-15,-1 0 1 0,4-1-28 0,-1-1 2 0,3-3 3 16,1-2 7-16,-1-2-4 0,1-2 1 0,5-2 2 15,-4-1 3-15,4-1 1 0,-8-2-3 16,1-2 3-16,0 1 0 0,-3-2 3 0,-1-2 1 16,-1-2 2-16,-4 0-1 0,-1-2-3 0,-3 2-2 0,1-4 5 15,-5 0 1-15,-1 0 3 0,-2 2-7 0,0 3 1 16,-3 2-2-16,-1 1 2 0,1 0-2 0,0 2 1 16,-1 2-1-16,1 2 3 0,4 5-3 15,-10-4 3-15,10 4 0 0,-14 6 3 0,6 3 7 0,1-1 7 16,-6 5-1-16,3 3-2 0,2 1-1 0,0 1 2 15,5-2-5-15,-3 3 2 0,5 0-3 0,1 0 2 16,3-2-4-16,2 0 2 0,4 0-3 0,1-1-29 16,3-4-35-16,5 1-51 0,2-4-48 0,6-1-63 15,-1 0-62-15,3-6-72 0,3-1-70 0,-4 1-321 16,-4-4-806-16,-3 1 357 0</inkml:trace>
  <inkml:trace contextRef="#ctx0" brushRef="#br0" timeOffset="-91535.5">32226 10643 191 0,'4'-16'333'16,"-4"6"18"-16,0 0 9 0,3 0 13 0,-2 3-5 15,-1 7-19-15,1-9-24 0,-1 9-14 0,0 0-7 16,0 0-9-16,0 0-26 0,0 29-22 0,0-10-21 16,3 8-22-16,-1 1-20 0,1 2-18 0,-3-2-13 15,3 5-15-15,-2-3-22 0,3 1-51 0,-2 1-72 16,6-4-79-16,-6 0-93 0,-2 3-94 0,0-4-95 15,-2-4-369-15,-2 1-796 0,-1 1 353 0</inkml:trace>
  <inkml:trace contextRef="#ctx0" brushRef="#br0" timeOffset="-85670.29">28211 11454 118 0,'-3'-5'247'0,"3"5"-28"0,0 0-18 0,0 0-10 15,-4-8-26-15,4 8-17 0,0 0-7 16,0 0-8-16,0 0-14 0,-12 21-10 0,6-7-10 0,4-4-12 16,-1 2-6-16,1 4-11 0,1-4-5 0,-2 5-8 15,3-2-5-15,4-4-3 0,-2 2 4 0,1-3 1 16,1-1 3-16,0 1 1 0,1-2 0 16,0-1-2-16,1-3 1 0,-1 2-3 0,1-3-2 0,-1 1 1 15,-5-4 3-15,12 2-3 0,-12-2 4 0,11 0-8 16,-11 0-2-16,11-5-4 0,-7 0-2 0,-3 0-5 15,3-5-4-15,0-1-4 0,-2 0-3 0,-4 2-5 16,2-3 2-16,-4 0-8 0,0-4 12 0,2 4-11 16,-6 1-5-16,-1-5-2 0,0 2-3 0,3 6-2 15,-4-2-2-15,2 1-1 0,-1 2 3 0,1 2-1 16,2 0-7-16,6 5 6 0,-8-7 3 0,3 5-7 16,5 2 3-16,-8-4-5 0,8 4 2 0,0 0-8 15,0 0-7-15,-8-3-6 0,8 3-5 0,0 0 1 16,0 0 4-16,19 14-2 0,-9-10-4 0,4-3 0 15,8 2 1-15,7-3-1 0,1-1 4 0,0-3-1 16,0 0 3-16,3-2 0 0,-6-4 7 0,1 5 0 16,-3-7 4-16,-7 5-5 0,-3-2 9 0,-3 3 0 15,-3-2 5-15,0 0 4 0,-3-3 5 0,1 0 7 16,-4-1 5-16,-1-5 0 0,-2 5 3 0,0 0 12 16,0-1 18-16,-2-2 3 0,-3 2-3 0,3 2 4 15,-1 1 20-15,1 4 5 0,0-2 9 0,2 8-6 16,-3-9-25-16,3 9 0 0,-2-8-7 0,2 8-9 15,0 0-5-15,0 0 5 0,0 0-7 0,-10 25 0 16,4-1 2-16,-1 2-5 0,1 7 0 0,3 2-2 0,1 15-4 16,-3-1-5-16,2-3 1 0,-1-9-8 15,4 12 1-15,0-14-1 0,4 10-2 0,-4 2-3 16,3-3 9-16,-1-10-8 0,2-1-2 0,-2 0 0 16,4-1 2-16,-4 2-5 0,1-4-15 0,1-3-32 0,1 2-33 15,-4-4-33-15,-1 1-39 0,0-6-55 0,-1-4-53 16,1 0-42-16,-4 0-230 0,3-10-571 15,1-6 252-15</inkml:trace>
  <inkml:trace contextRef="#ctx0" brushRef="#br0" timeOffset="-85503.06">28455 11668 80 0,'0'0'226'0,"1"-10"-27"0,1 5-17 0,-2 5-21 0,5-10-11 15,1 6-11-15,2 1-26 0,2 0-25 0,3 0-36 16,5-1-37-16,1 0-41 0,7 1-38 0,1 1-36 16,4-1-103-16,-10-1-219 0,9 2 97 15</inkml:trace>
  <inkml:trace contextRef="#ctx0" brushRef="#br0" timeOffset="-85286.26">29039 11426 180 0,'0'-8'254'0,"0"8"-5"0,-3-18-8 0,2 13 6 16,1 5 1-16,-2-9-2 0,2 9-23 0,-3-8-21 16,3 8-29-16,0 0-18 0,0 0-14 0,0 0-16 15,0 0-9-15,0 0 6 0,5 29-12 0,-2-4 0 16,-2 5 0-16,2 2-6 0,-1 0-14 16,2 2-3-16,-3 0-16 0,1 0-2 0,0 1-5 0,0-1-2 15,1-1-10-15,-2-3-7 0,2-2-13 0,-1-2-10 16,0 1-28-16,1-8-39 0,-3-1-42 0,3 0-48 15,-3-5-60-15,0-1-59 0,2-1-38 0,-2 0-198 16,-3-4-530-16,3-7 235 0</inkml:trace>
  <inkml:trace contextRef="#ctx0" brushRef="#br0" timeOffset="-84669.68">28911 11687 67 0,'3'-6'173'0,"2"-2"-18"0,1 0-13 15,4 2-9-15,1 1-12 0,4-3 0 0,0 7-9 16,6-2 4-16,-1 0-13 0,1 3-7 0,7 3-4 16,-8 0-4-16,2 1 0 0,-2 2 0 0,0 2-1 15,-4 2 8-15,2 2-2 0,-5 0-8 0,-1 4-5 16,-2-2 0-16,-1 2-2 0,-3 1-1 0,-2-1-8 16,-3 2-5-16,-2-2-3 0,-2-2-6 0,-3 1-1 15,-1-4-5-15,0-1-1 0,-3-1-4 0,-1-1-3 16,1-1-2-16,-1 0-6 0,2-2 1 0,4-1-3 15,-1 0-5-15,0-1-1 0,6-3-5 0,-9 1-9 16,9-1-9-16,0 0-4 0,0 0-6 0,0 0-5 16,5-23 0-16,3 13-2 0,6-5 0 0,1 1-4 15,1 0-2-15,8-3 1 0,-2-1 1 0,2 0-1 16,-2 4 3-16,-1-4 3 0,2 3 1 0,-7 4 4 16,0-3-2-16,-2 4 1 0,-2-2 1 0,-2 5 4 15,-2-3 1-15,-2 1 6 0,1 3 8 0,-3-1 20 16,-2 3 0-16,-2 4 8 0,6-6 2 0,-6 6 3 15,4-6 1-15,-4 6 1 0,0 0-3 0,0 0 2 16,0 0 7-16,0 0-4 0,-15 19-3 0,7-6 0 16,3 1-6-16,-3 0-3 0,2-3-4 0,1 4 3 15,0-3-8-15,1 3 2 0,1-3-7 0,2 1-2 16,0-4 0-16,2 3-3 0,0-3-2 0,1 0-3 16,0-2-11-16,1-2 1 0,1 2-9 0,2-3-3 0,2-2 0 15,-1-2-2-15,2 0-4 0,0-2-2 16,1-2 3-16,-1-3 2 0,-2 1-3 0,0 0 3 15,0-3 5-15,1 1-4 0,-3-3 1 0,0 1 2 16,1-2 2-16,-2 1 1 0,1-2-1 0,-4 3 7 0,2 0 11 16,-1 2 5-16,2 2 10 0,-1 1 0 0,-3 5-6 15,1-9-5-15,-1 9 4 0,0 0 1 16,0 0 7-16,0 0 5 0,0 0-8 0,9 20-3 16,-8-11 1-16,-1 7-1 0,2 3-5 0,-1-3 6 15,0 1-9-15,0 2-14 0,-1-1-31 0,2-2-33 16,-1 3-36-16,2-1-43 0,-1-3-47 0,2-2-42 0,2-4-33 15,1 2-192-15,-2-3-496 0,0-3 219 16</inkml:trace>
  <inkml:trace contextRef="#ctx0" brushRef="#br0" timeOffset="-83902.91">29687 11848 143 0,'1'-12'198'16,"2"0"-7"-16,-3-1-2 0,1-3 0 0,2 3-1 0,-2-2-8 15,3 0-12-15,2 3-11 0,-2 0-11 16,2 2-12-16,-1 1-10 0,-1 0-7 0,3 1-11 0,-1 4-13 15,-1-1-6-15,2 3-7 0,-7 2-11 0,12 0-4 16,-12 0-3-16,14 7-6 0,-3-1 0 0,-1 0-2 16,-4 5 1-16,2-4-6 0,0 5-1 15,2-3 0-15,-4 2-3 0,3-3-3 0,0 2-4 16,0-1 0-16,0 0-3 0,1-4-1 0,0 1 0 0,-1-2 4 16,0 0-4-16,3-2-5 0,-5-2-1 0,2-2 0 15,2 0-3-15,-11 2 5 0,14-7-8 16,-9 4 1-16,1-4-4 0,1-1-4 0,-2-1-1 15,0 2-1-15,-3-3 5 0,1 1-3 0,1-2-4 0,-2-2-3 16,0 3 4-16,0-4-8 0,-2 2 2 0,2 1 0 16,-1 0 0-16,0-1 2 0,0 2 1 0,-1 3 2 15,0 7 0-15,3-12-5 0,-3 12 0 0,0-7-4 16,0 7-3-16,0 0 5 0,0 0 9 0,0 0 14 16,0 0-5-16,0 33 4 0,-3-16-5 0,2 2 3 15,-4 6-5-15,1 0 0 0,3-7-1 0,-2 0-5 16,3 0-1-16,0-1 1 0,0-5 0 0,2 2 0 15,0-3-3-15,-1-2 1 0,2-2 0 0,1-1-7 16,2-3 9-16,-1 1-4 0,3-1 2 0,1-3 2 16,-9 0-3-16,23-5 0 0,-12 0-5 0,2 1-2 15,-1-3 3-15,2-3 5 0,-4 4-8 0,-1-3 3 16,4-2-1-16,-3 0 10 0,0-4-8 0,-4 4-5 16,2-3-10-16,-1 3 0 0,-1-3 1 0,-2 3 4 15,2 1 10-15,-2-1-11 0,-2 5 3 0,2-1-1 16,-2 1-4-16,-2 6 2 0,4-8 0 0,-4 8 2 15,1-5-1-15,-1 5 5 0,0 0 11 0,0 0-3 16,0 0 0-16,0 0 24 0,-8 26-18 0,4-13-1 16,0-3 2-16,1 2-3 0,0 4-4 0,2 0 4 15,1-5-5-15,0-1 0 0,2 1-4 0,2 0 7 16,1-3-3-16,0 0 4 0,1 0-4 0,3 0 5 16,1-5-1-16,0-1-9 0,1 0-1 0,5-2-7 15,-3-2 4-15,4-3-4 0,0-1-3 0,-4 0 0 16,-2 1 4-16,5-4-1 0,-7 2 8 0,1-7-3 15,-1 5-3-15,-2-2-3 0,-1 0 6 0,0-3 1 16,-1 4-8-16,0-1 9 0,-2-2-6 0,0 5 8 16,0-2-8-16,-2 3 0 0,-1 7 12 0,3-10 3 15,-3 10-6-15,2-7 3 0,-2 7 7 0,0 0 13 16,0 0 4-16,0 0-2 0,0 0 3 0,-9 22-4 16,6-10-10-16,-1 0 0 0,-5 3 0 0,4 3 4 15,1-1-12-15,0 1-1 0,-1 0 8 0,1 1-16 16,0-4-31-16,2 0-40 0,-1-2-40 0,1 0-44 15,-1 2-51-15,-1-1-67 0,4-6-63 0,-4 1-259 16,3-1-640-16,0-3 283 0</inkml:trace>
  <inkml:trace contextRef="#ctx0" brushRef="#br0" timeOffset="-83746.96">30221 11559 180 0,'-4'-8'153'0,"4"8"-40"16,0 0-28-16,0 0-45 0,0 0-45 0,0 0-50 15,0 0-31-15,25 0-92 0,-25 0 41 0</inkml:trace>
  <inkml:trace contextRef="#ctx0" brushRef="#br0" timeOffset="-83519.68">30594 11507 51 0,'7'-10'278'0,"-4"4"4"0,3 3 9 16,-4-3 1-16,-2 6 12 0,5-9-11 16,-5 9-21-16,2-8-19 0,-2 8-34 0,0 0-14 15,0 0 2-15,0 0-14 0,0 0-12 0,7 24-6 0,-7-6-15 16,0 10-10-16,0 2-11 0,-2-1-7 16,1 2-24-16,-3-1-6 0,1 0-11 0,-2-1-7 15,1 0-10-15,0-1-7 0,3-2-10 0,-2 1-1 16,3-6-22-16,-1-4-25 0,1-1-38 0,-2 0-47 0,2-3-31 15,3-2-40-15,1-2-41 0,-3 1-43 0,2-3-44 16,0-4-33-16,-3-3-259 0,5 6-614 0,-5-6 273 16</inkml:trace>
  <inkml:trace contextRef="#ctx0" brushRef="#br0" timeOffset="-83201.75">30612 11727 164 0,'0'0'154'0,"3"-13"-2"0,-1 8-16 0,4-1-3 0,2 0-3 15,-1 3-1-15,3 0-12 0,-2 0-5 0,3 3-8 16,-1 0-8-16,1 3-3 0,0 0 16 0,-1 3-12 16,-1-1 2-16,1 4-3 0,-1-1 18 0,-2 3 1 15,-2-1-4-15,1 1-4 0,1 4-7 0,-3-5-6 16,-1 1-10-16,0 0-4 0,2-1-9 16,-1-2-4-16,2 2-3 0,-2-2-22 0,3 1-5 0,-1-4-2 15,0 0-1-15,4-2-1 0,-2-2 0 0,3 1-1 16,0-2 6-16,-1-2-4 0,2 0-4 0,-1-2 7 15,-1-1 1-15,-1-1-2 0,-2 0 4 0,0-2-7 16,-1 1 1-16,0-3 3 0,-2 1 10 0,-3-3-14 16,-1 2-1-16,-1 0-7 0,-2-1-2 0,-1 1-1 15,-3-5-17-15,0 4-2 0,-2 3-22 0,0 1-18 16,-1-1-16-16,-1 4-29 0,0 1-26 0,-1 3-29 16,-2 0-31-16,1 5-30 0,0 0-30 0,3 4-35 15,-3 1-142-15,0 3-439 0,4 1 194 0</inkml:trace>
  <inkml:trace contextRef="#ctx0" brushRef="#br0" timeOffset="-82803.81">30942 11965 130 0,'10'-4'243'0,"2"-2"1"0,-2-2 8 16,0 2-10-16,4-5-2 0,-5 4-12 0,0-2-17 15,-2 0-25-15,3-2-15 0,-3-1-12 0,1 2-11 16,-1-6-4-16,-1 3-22 0,-1-4-12 0,0 2-11 15,-4 2-10-15,1-3-2 0,-2 5-7 0,0-1-2 16,-2 2-1-16,0-2-5 0,-1 5-4 0,-2-4-3 16,-1 6-6-16,1 2 2 0,-4-4 0 0,1 0-10 15,-1 4-3-15,1-1-8 0,2 1 8 0,6 3-16 16,-12-2-4-16,12 2 1 0,-8-2 0 0,8 2-11 16,0 0-4-16,0 0 7 0,0 0-6 0,0 0-5 15,0 0-5-15,0 0 1 0,35 11-9 0,-17-11 0 16,1 0-4-16,2 0-3 0,-2 1 6 0,0-1-3 15,0 2-1-15,-5-2 6 0,-1 3-6 0,0-2 14 16,-2 5-15-16,-2-2 8 0,0 1 11 0,-2 2 10 16,-4 2 15-16,1 2 3 0,0 0-4 0,-1 4-1 15,-3-2-2-15,0 0-3 0,-1 3-2 0,-2-1 1 16,0 2-4-16,1-1-1 0,0-4-19 0,1-1-26 16,1 3-33-16,0-2-40 0,1-2-48 0,-1 0-40 15,2 1-49-15,3-4-47 0,1 2-40 0,0-2-190 16,1-3-552-16,2 2 244 0</inkml:trace>
  <inkml:trace contextRef="#ctx0" brushRef="#br0" timeOffset="-48719.64">31590 11789 175 0,'-4'-8'248'0,"4"8"-4"0,0 0-6 0,-1-8-7 0,1 8-2 15,0 0-9-15,0 0-9 0,-3-11-5 0,3 11-14 16,0 0-15-16,0 0-20 0,0 0-11 0,-1-7-16 16,1 7-10-16,0 0-9 0,0 0-18 0,0 0-9 15,0 0-7-15,0 0-10 0,0 0-5 0,0 0-8 16,0 0 2-16,0 0-1 0,0 0-3 0,0 0-2 15,0 26-4-15,0-16-4 0,-1 4-1 0,0-2 8 16,1 1-20-16,1 3 4 0,-2 0-6 16,-3-3-12-16,4-2-12 0,-3 0-12 0,3 1-27 0,0-1-31 15,-1-1-32-15,1-1-35 0,-2 1-37 0,1-2-48 16,0-1-32-16,1-7-30 0,0 14-170 0,0-14-488 16,-5 8 216-16</inkml:trace>
  <inkml:trace contextRef="#ctx0" brushRef="#br0" timeOffset="-48585.09">31497 11532 9 0,'0'0'16'0,"-13"16"-21"0,13-5-4 15,-3 7 2-15</inkml:trace>
  <inkml:trace contextRef="#ctx0" brushRef="#br0" timeOffset="-48336.01">31683 11926 8 0,'0'0'188'16,"0"0"-4"-16,0 0 2 0,0 0 1 0,0 0-11 16,-6-23-14-16,6 23-7 0,1-13-15 0,0 5-9 15,3-2-10-15,0 0-7 0,5-6-6 0,0 3-6 16,4 2-10-16,1 0-7 0,1 1-6 0,-1 2-6 15,3 2-7-15,-1 1-3 0,0 2-11 0,-3 5 1 16,0-1-11-16,0 4-5 0,4 1-6 0,-3 5 0 16,-1 0-6-16,-3 3-3 0,-1 2 1 0,-1-1-6 15,0 0 0-15,-2 2-7 0,-4 2-37 0,1-3-31 16,-1 2-41-16,0-2-55 0,-1-1-55 0,-2 3-164 16,-1-8-402-16,1 2 178 0</inkml:trace>
  <inkml:trace contextRef="#ctx0" brushRef="#br0" timeOffset="-48103.21">32309 11569 192 0,'0'0'216'0,"4"-7"-17"0,-4 7 0 16,0 0 5-16,0 0-1 0,3 22-12 0,1-5-11 15,-3 9-17-15,-1 1-13 0,0 4-6 16,0-2-18-16,0 2-7 0,-1-1-14 0,2-1-15 16,-2-2-2-16,-1 1-12 0,2-3-5 0,0-6-11 0,2 0-21 15,-4-1-33-15,4-2-37 0,-5 1-49 0,2-5-59 16,-2-2-56-16,3 2-201 0,0-12-429 0,-7 11 189 16</inkml:trace>
  <inkml:trace contextRef="#ctx0" brushRef="#br0" timeOffset="-47603.39">32277 11826 115 0,'3'-7'163'0,"2"0"-4"0,3-1-5 0,-2-2-8 0,4 2-5 16,1-5-7-16,3 4 0 0,-4 0-9 16,5-1-1-16,1-2-7 0,-1 3-8 0,-1-1 1 15,1 0-2-15,-4 1 4 0,-2 1 2 0,2-1 2 0,-3-1 4 16,-1 0-16-16,-1 3-7 0,1-1-17 0,-3 2 3 15,1-3-13-15,-1 6-6 0,-4 3-6 16,4-10-1-16,0 6-17 0,-4 4-3 0,0 0-6 16,5-3-4-16,-5 3 0 0,0 0-5 0,0 0-1 15,1 22 0-15,-2-6 0 0,-2 2-4 0,1 0 35 16,-2 9-6-16,1-8-7 0,-1 5-4 0,4-5-3 16,-1-1-2-16,1 0-3 0,1-1-5 0,-1-6 0 0,2 0-4 15,-1-2-4-15,1-2 3 0,2 0 3 16,-1-1 4-16,2-2 5 0,3 1-3 0,2 0-3 15,3-3 0-15,3 1-2 0,5-3 3 0,-2 2-2 16,-19-2-3-16,0 0-17 0,60 0 12 0,-60 0-1 16,43-5 2-16,-43 5-2 0,41-6-4 0,-41 6 2 15,39-7-2-15,-39 7 3 0,33-13-5 0,-33 13 1 16,23-9-3-16,-23 9 10 0,24-16-11 0,-24 16 4 16,0 0 10-16,22-27 4 0,-22 27 8 0,0 0 2 15,11-30 4-15,-11 30-11 0,0 0 12 0,0 0 9 16,-4-36 15-16,4 36-9 0,0 0-7 0,0 0-2 15,0 0 0-15,0 0-6 0,-37-19 0 0,37 19-10 16,0 0 4-16,0 0-6 0,0 0-13 0,0 0-4 16,-62 32-36-16,62-32-34 0,0 0-39 0,-17 33-48 15,17-33-52-15,-8 31-58 0,8-31-56 0,0 0-262 16,3 41-625-16,-3-41 277 0</inkml:trace>
  <inkml:trace contextRef="#ctx0" brushRef="#br0" timeOffset="-46936.93">28514 12575 36 0,'-8'-6'264'0,"-3"2"-9"15,-1 1-6-15,-2 2-9 0,-5-1-11 0,1 6-3 16,-3-1-18-16,3 3-12 0,-8 5-10 0,0 4-8 15,1 1-18-15,3 1-17 0,-1 5-12 0,3 0-9 16,2 1-14-16,0 0-13 0,5-1-12 16,4-5-6-16,2 2-10 0,4-2-2 0,0 0-11 0,3-2 0 15,3-2 3-15,2-1-14 0,1-3-3 0,4 2 0 16,-1-4-4-16,8 2-2 0,-2-3-2 16,3-3-6-16,4-3 1 0,0-1-3 0,-2-2-8 15,-1 0-5-15,1-3 3 0,-2-1-2 0,-1 0-3 0,0-3 0 16,-2 0 1-16,-1-1-2 0,-3-2-2 0,1 0 1 15,-4 2 5-15,-1-2-3 0,-3 2 3 0,2-1 1 16,-1 1 1-16,-3 1 0 0,2 4 13 0,-4-1 11 16,0 7-13-16,3-9-13 0,-3 9-3 0,1-6 4 15,-1 6-2-15,0 0-6 0,0 0 4 0,0 0 2 16,0 0-5-16,-1 32-1 0,-1-20-2 0,-3 5-5 16,3-1-27-16,-1-3-32 0,2 2-35 0,-2 2-36 15,1-1-43-15,0-1-53 0,2-4-48 0,2 1-247 16,-2-3-566-16,4-1 250 0</inkml:trace>
  <inkml:trace contextRef="#ctx0" brushRef="#br0" timeOffset="-46703.97">28782 12682 154 0,'-10'-7'248'0,"0"3"0"0,1 1 0 0,-4 1-6 16,1 2-7-16,1 2-17 0,-1 3-11 0,-2 3 0 15,0 2-12-15,3 4-18 0,-3 2-14 0,4 0-14 16,-3 7-19-16,3 1-11 0,2-5-16 0,3 0-5 16,1-1-9-16,1 0-7 0,3 2-13 0,3-3-21 15,1 2-14-15,2-3-29 0,4-1-32 0,2-2-33 16,-4-2-33-16,2-4-34 0,4 0-42 0,4-2-38 16,2-3-31-16,2-1-187 0,-3-2-460 0,13-3 204 15</inkml:trace>
  <inkml:trace contextRef="#ctx0" brushRef="#br0" timeOffset="-46485.41">29064 12562 142 0,'-1'-18'221'0,"1"6"11"0,0 0-2 16,0 3-2-16,0 1-14 0,0 8-23 0,0-9-13 16,0 9-5-16,0 0 5 0,0 0 2 0,0 0-7 15,-9 36-10-15,7-11-12 0,-2 3-7 0,3 2-18 16,-3 0-9-16,1-1-15 0,1 3-4 0,2-2-11 15,-4-2-10-15,4 1-5 0,-1-2-8 0,2-1-25 16,-1-7-34-16,1 0-33 0,-1-1-43 0,3-1-38 16,-3-4-48-16,0 3-41 0,2-8-37 0,0 4-41 15,-4-6-143-15,2 1-453 0,0-7 201 0</inkml:trace>
  <inkml:trace contextRef="#ctx0" brushRef="#br0" timeOffset="-46220.22">28843 12811 38 0,'-5'-4'180'0,"5"4"-10"0,0 0-13 16,3-13-7-16,-3 13-6 0,17-10-13 0,-6 5-10 15,9-1-13-15,0 1 2 0,6-1-9 0,3 2-3 16,0-1-7-16,-1-2-1 0,0 2 3 0,0 0 0 16,-6 2 4-16,0 1 6 0,-2 0-16 0,-3 0 3 15,-3 1 3-15,0 1-6 0,-4-1-5 0,1 1 5 16,-3 1 5-16,0 0 4 0,-2 3 1 0,1-1-2 15,0 3-2-15,-1 0-3 0,-1-1-8 0,1 3-8 16,-1-1-7-16,0 3-5 0,0-1-4 0,-1 1-10 16,-1-1-3-16,-1 2-8 0,1-3-28 0,0 2-23 0,-1-2-34 15,-1 2-31-15,2 0-36 0,-2-3-45 16,-1-7-46-16,0 14-46 0,-1-7-210 0,-2-1-501 16,3-6 221-16</inkml:trace>
  <inkml:trace contextRef="#ctx0" brushRef="#br0" timeOffset="-45669.74">29232 12572 5 0,'0'0'110'0,"0"0"-6"0,0 23-11 0,3-11-15 16,2-1-15-16,2 2-17 0,0 5-11 0,3-5-2 15,1 2-9-15,0-2 7 0,0 1-3 0,1-3-8 16,-5-1 2-16,6 1 0 0,-3-1 4 0,-2-2 2 16,1 0 3-16,-4-3 5 0,4 1 3 0,-3 0 5 15,0-3-2-15,0 2 4 0,0-1 1 0,3 3-7 16,-2-4 5-16,0 0-4 0,0 4 12 0,0-3-6 16,-2-1 2-16,2 2-1 0,-2 0 8 0,3 1-1 15,-3-3 8-15,0 1-3 0,0-1 5 0,0 0-1 16,-5-3 4-16,9 4 0 0,-3-1-2 0,-6-3 0 0,11 2 0 15,-8 0-2-15,-3-2 6 0,0 0-5 16,12 0-1-16,-12 0-9 0,10-3-2 0,-10 3-11 16,12-5 0-16,-7 1-6 0,-5 4-2 0,13-5-5 15,-8 3-1-15,-5 2-5 0,10-6 1 0,-4 3-4 0,-6 3 0 16,12-4-6-16,-7 3-1 0,1-2 2 16,2 2-2-16,3 0 0 0,-11 1-2 0,15-2-3 15,-5 2-1-15,0 0-1 0,0-1 1 0,-1-2 2 16,0 2-1-16,3-1 0 0,-1-1 0 0,-1-2 6 15,-1 0 6-15,0 2-5 0,0-2 4 0,0-1 1 0,-2 1 3 16,1-2-4-16,-4 1 12 0,1 0-2 16,-2-1 7-16,0 0 2 0,-2 1 4 0,-1 6-1 15,1-14 2-15,-1 14 1 0,-6-11 6 0,6 11-3 16,-7-6-4-16,-2 4-5 0,9 2 1 0,-15 4-3 16,2 2-2-16,-1 1-2 0,-1 2-7 0,0 4-3 0,2-3-1 15,-1 3 0-15,3 0-6 0,5-1-25 0,0-2-25 16,3 3-45-16,2-3-46 0,2 2-55 0,7-2-65 15,3 3-265-15,7-4-552 0,10-2 244 16</inkml:trace>
  <inkml:trace contextRef="#ctx0" brushRef="#br0" timeOffset="-44769.75">30309 12994 151 0,'14'-15'230'0,"-7"13"-1"0,2-3-9 16,0 1-3-16,5-4-15 0,1-2-12 0,2 3-13 16,-1-1-6-16,2-1-10 0,-1-1-7 0,-2-2-12 0,3 0-9 15,-5 0-2-15,3-2-9 0,-1 2-2 0,-5-2-8 16,1-1-7-16,-2 1-6 0,-1 1 5 0,-1-3 5 15,-4 3 0-15,0 0-7 0,-5 3 3 0,2-2 16 16,-6 3-8-16,2-1 1 0,-6 3-8 16,-4 0 1-16,-3 1-15 0,-1 2-3 0,-1 3 0 0,-1 2-8 15,-8 3-19-15,8 1-7 0,0 2-5 0,3-2-4 16,2 2-5-16,5 0-4 0,-2 0-6 16,5 1-3-16,3 0 0 0,1-1-16 0,3-1-2 15,4 4-10-15,1-1-14 0,3-1-5 0,3-2-5 16,5 0-1-16,1 0-8 0,0-2 2 0,4-1-1 0,-2 0 2 15,-5-2 2-15,-1-1-6 0,6 0 19 16,-4 0-10-16,-3 0 0 0,-1 0 8 0,-2 0-8 0,-1 2 3 16,-8-2 2-16,15 2 6 0,-9 2 5 15,-6-4 1-15,8 11 10 0,-4-3-1 0,1 2-1 16,-1-1 2-16,0 2-6 0,-2-1 6 0,3-1 0 0,-1 2 1 16,1 0-2-16,3-1-8 0,0-1 10 0,-1-1-2 15,2 2 0-15,2-5 2 0,1 0 3 0,5 0-9 16,2-4 4-16,-2 2-1 0,2-4 3 0,3-2-4 15,-2-2 2-15,2 0-6 0,-1-1 1 0,-1-1 1 16,-1-1-2-16,-1 1 4 0,-2-4 4 0,0 3 0 16,-2-4 12-16,-3 0-13 0,2 0 3 0,-5 0-12 15,1-2 6-15,-2-1-1 0,0-1-1 16,-1 1 14-16,-5 4 6 0,2 0-17 0,-3-1 2 16,-1 5 7-16,1-1 9 0,0 8-4 0,-4-13 5 0,0 8 6 15,4 5 1-15,-9-4-7 0,9 4 1 0,-20 5 9 16,2 2 1-16,1 4-12 0,-1 1 10 0,-1 5-9 15,2-3-3-15,5 1-4 0,-1-1-2 16,4 0 0-16,2-2 0 0,5 3 5 0,1-2-4 0,2-3-6 16,7 4 1-16,-1-5-5 0,5-1-5 0,4-2-15 15,5-1 5-15,6-1-3 0,1 2 9 0,1-4 4 16,-1-4-1-16,3-1-6 0,-1-4-3 0,0 2 6 16,-9-1-2-16,0-2 4 0,-3 1 11 0,0-2-6 15,-3 0-3-15,5-1 1 0,-11 0-2 0,6-1 2 16,-9 2 2-16,1-1-2 0,-2 1 5 0,1 0 1 15,-1-1-1-15,-2 4 10 0,-2 2 11 0,-1 4-9 16,4-10 1-16,-4 10 4 0,1-7-5 0,-1 7 0 16,0 0-2-16,0 0-6 0,0 0 4 0,0 0-2 15,0 0-3-15,-10 25 1 0,7-13-1 0,-4 4 0 16,2 0 0-16,1 3-2 0,-3-2-3 0,0 8 2 16,0 0 1-16,1-6 5 0,3 2-2 0,0 4-3 15,-5-2 7-15,4-4-9 0,1-2-2 0,-3 2-5 16,4-3-3-16,-4 0-19 0,6-4-26 0,-1-1-24 15,1-1-33-15,-1-2-35 0,0 0-37 0,-1 0-36 16,2-8-40-16,0 9-34 0,0-9-51 0,0 0-194 16,0 0-581-16,0 0 258 0</inkml:trace>
  <inkml:trace contextRef="#ctx0" brushRef="#br0" timeOffset="-44552.95">31411 12841 219 0,'1'-7'256'0,"2"3"6"16,-3 4-4-16,1-12-11 0,-1 12-14 0,0 0-17 16,4-4-6-16,-4 4-7 0,0 0-13 0,0 0 2 15,6 16-26-15,-2-6-11 0,-1 3-18 0,-3-2-4 16,2 7-26-16,-1-2-7 0,-2 0-11 0,2-2-11 16,1 4-12-16,-2-1-21 0,2-5-28 0,-2 1-32 15,2-3-38-15,-2 3-35 0,0-2-37 0,0-11-48 16,-3 17-44-16,3-10-41 0,-3 1-184 0,3-8-478 15,0 0 211-15</inkml:trace>
  <inkml:trace contextRef="#ctx0" brushRef="#br0" timeOffset="-44384.9">31359 12601 182 0,'-7'-3'188'15,"2"-1"-21"-15,5 4-20 0,0 0-15 0,0 0-12 16,-13 10-34-16,13-10-45 0,-1 17-40 0,6-8-40 16,-1 1-37-16,5 3-83 0,1 0-171 0,8 0 77 15</inkml:trace>
  <inkml:trace contextRef="#ctx0" brushRef="#br0" timeOffset="-43853.29">31663 12775 142 0,'0'0'228'0,"0"0"-6"0,0 0-4 0,-23 11 0 15,14-6-5-15,0 0-1 0,-1 2-9 0,1 1-10 16,1 1-14-16,0 1-14 0,0 0-5 0,1 1-16 16,-1 0-13-16,4 3-12 0,3 0-14 0,0-5 3 15,2 3-15-15,0-1-13 0,5-2-9 0,-3 3-4 16,4-3-7-16,3 1-4 0,-1-3 0 0,-1-1-11 16,3 1-5-16,-1-2-6 0,1-3-1 0,1 0-5 15,0 0-5-15,1-4-3 0,-2 0-1 0,-1 2-2 16,-2-4-3-16,2-2-1 0,-2 0 1 0,-2-1-1 15,2 1-4-15,-2-2 1 0,-2-1-2 0,0-3 1 16,-1 0-3-16,-2 1-2 0,1 0 3 0,0-3-6 16,0 3 6-16,1 0 7 0,1 1-1 0,1 2-7 15,-1 2 1-15,-1 1-3 0,3-1 5 0,0 3 2 16,-6 3 0-16,14-1 10 0,-14 1-9 0,13 6 11 16,-5 2 5-16,2-1 3 0,-4 1 5 0,1 3-7 15,-1 0 2-15,-2-2 7 0,3 6-7 0,-4-3 3 16,1-3-2-16,-2 3-3 0,1-2-1 0,-1 0 4 15,1-5-5-15,0 2 8 0,-2-1 0 0,-1-6 12 16,5 7 4-16,-5-7 11 0,4 4 10 0,-4-4-6 16,0 0-5-16,0 0-7 0,13 0-3 0,-13 0-10 15,12-13-2-15,0 5-8 0,-1 0-5 0,5-2 2 16,0 0-1-16,2-2-8 0,3-3 0 0,0 2-6 16,5-1-4-16,-7 6-5 0,4-2 1 0,-4 3-10 15,-1 3 4-15,-4 2 3 0,-1 1-6 0,0-2-4 16,-4 7 10-16,-1-2-2 0,0 4-2 0,-3-1 4 15,-2 3-4-15,0 4 0 0,-2 0 4 0,-2-2-5 0,-1 1 6 16,0 1-3-16,-3 5 5 0,1-2-8 16,0 1-32-16,0 0-44 0,0-5-56 0,0 0-50 0,1 1-62 15,0-2-72-15,0 0-56 0,0-1-252 16,1-4-679-16,2-5 300 0</inkml:trace>
  <inkml:trace contextRef="#ctx0" brushRef="#br0" timeOffset="-43717.15">32440 13012 164 0,'0'0'299'0,"0"0"-25"0,0 0-11 0,0 0-1 0,0 0-6 16,1-7-17-16,-1 7-24 0,0 0-15 15,0 0-21-15,0 0-17 0,0 0-23 0,0 0-26 16,0 0-50-16,0 0-53 0,0 0-69 0,0 0-91 0,0 0-92 16,0 0-157-16,0 0-430 0,0 0 190 0</inkml:trace>
  <inkml:trace contextRef="#ctx0" brushRef="#br0" timeOffset="-7785.41">1031 3665 143 0,'-2'-6'200'0,"-1"0"-7"0,3 6 2 16,-6-14-9-16,2 5-14 0,-2 0-15 15,1 1 18-15,5 8 0 0,-10-11-7 0,6 5-8 16,4 6-24-16,-6-12 1 0,6 12-4 0,-5-10-6 16,5 10-3-16,-7-8-7 0,7 8-6 0,0 0-15 15,-7-10-6-15,7 10-4 0,0 0-16 0,0 0-9 16,0 0-7-16,-4-7-3 0,4 7-11 0,0 0-7 15,0 0-1-15,0 0-8 0,0 0-2 0,0 0-16 16,0 0 9-16,0 0 3 0,0 0-3 0,18 24 0 16,-11-13-5-16,4 3 4 0,0-1-2 0,2 3-1 15,-1-1-3-15,4-1 3 0,-4-1-3 0,0 2 3 16,-1-3 0-16,4 1-2 0,-2-1-3 16,-3 1-9-16,4 0-16 0,-5 0-18 0,5 2-17 15,-6-7-25-15,2 5-30 0,1 0-18 0,-4-5-36 16,-1 2 2-16,1-3-29 0,1 2-33 0,-4 0-22 15,0-4-128-15,-4-5-405 0,0 0 179 0</inkml:trace>
  <inkml:trace contextRef="#ctx0" brushRef="#br0" timeOffset="-7570.09">1267 3546 177 0,'-4'-13'209'0,"4"13"-6"0,-2-10-13 15,2 10-25-15,0 0-5 0,-4-6-14 0,4 6-11 16,0 0 0-16,0 0-5 0,-23 17-6 0,12-1-10 16,-3 6-9-16,1 1-12 0,-4 2-7 0,0 1-9 15,1 1-9-15,0 1-4 0,1-2-10 0,2 6-3 16,-1 0-29-16,2-3-31 0,1 3-44 16,0-6-39-16,2 3-55 0,0-2-61 0,-2 2-126 15,2-4-360-15,2 0 159 0</inkml:trace>
  <inkml:trace contextRef="#ctx0" brushRef="#br0" timeOffset="-7320.26">1445 3697 128 0,'0'0'202'0,"0"0"-12"15,0 0-8-15,0 0-12 0,0 0-5 0,0 0-11 16,0 0-8-16,-32 36-5 0,22-20-15 16,-4 4-15-16,3-2-8 0,-1-1-11 0,3 0-12 15,5-1-6-15,-1-3-7 0,1 3-8 0,-1-4-4 0,4-1-6 16,-2 1-5-16,3-2-9 0,3 2-9 16,-2-3-27-16,4 1-24 0,-5-10-31 0,17 14-31 0,-5-7-52 15,5-4-56-15,2 0-121 0,1-6-343 16,9 0 152-16</inkml:trace>
  <inkml:trace contextRef="#ctx0" brushRef="#br0" timeOffset="-7148.33">1804 3698 9 0,'5'-7'231'0,"-5"7"-35"15,0 0-12-15,9-6-18 0,-9 6-15 0,0 0-18 16,13-3-9-16,-13 3-14 0,19-3-16 0,-7 1-20 15,-12 2-41-15,25-4-21 0,-10 3-37 0,-2 1-43 16,-2 1-43-16,-11-1-109 0,17 2-236 16,-17-2 105-16</inkml:trace>
  <inkml:trace contextRef="#ctx0" brushRef="#br0" timeOffset="-7005.14">1881 3776 93 0,'-14'11'167'0,"5"-5"-19"0,9-6 4 16,-12 9-6-16,12-9-10 0,-8 7-13 0,8-7-11 15,0 0-18-15,-7 8-7 0,7-8-12 0,0 0-5 16,0 0-4-16,0 0-18 0,0 0-19 16,18 13-38-16,-18-13-47 0,33-3-63 0,-11-3-108 15,8-1-247-15,2-1 110 0</inkml:trace>
  <inkml:trace contextRef="#ctx0" brushRef="#br0" timeOffset="-6736.14">2497 3337 50 0,'0'0'279'15,"0"0"1"-15,0-18 0 0,0 18-20 0,0 0-18 16,0 0-25-16,0-14-23 0,0 14-23 0,0 0-16 16,0 0-21-16,0 0-14 0,0 0-2 0,0 0-17 15,0 0 3-15,0 61-4 0,-2-32-22 0,1-1 8 16,0 1-7-16,-2 0-20 0,3-3 7 0,-1 1-7 15,0-2-10-15,1 0 1 0,0 0-5 0,1-7-12 16,0 2-19-16,1-1-30 0,0 0-41 0,-1 1-38 16,2-2-29-16,1 1-32 0,0-1-46 15,-3 1-46-15,3 0-174 0,-4-5-455 0,0-14 202 16</inkml:trace>
  <inkml:trace contextRef="#ctx0" brushRef="#br0" timeOffset="-6570.1">2270 3857 157 0,'-13'2'245'16,"13"-2"-22"-16,0 0-20 0,0 0-19 0,0 0 0 15,0 0-11-15,0 0-13 0,0 0-12 0,44-21-17 16,-12 13-14-16,1-3-9 0,1-1-12 0,3 1-9 16,14-4-25-16,-14 8-32 0,1-1-56 0,-1 1-35 15,3 1-60-15,-6 2-48 0,0 2-154 0,-5 0-347 16,-7 2 153-16</inkml:trace>
  <inkml:trace contextRef="#ctx0" brushRef="#br0" timeOffset="-6186.4">2222 4110 209 0,'0'0'270'16,"-4"7"-26"-16,4-7-24 0,0 0-20 0,0 0-10 15,0 0-17-15,0 0-13 0,8 23-4 0,-8-23-8 16,5 12-10-16,0-5-12 0,-5-7-12 0,10 14-10 16,-7-5-11-16,-3-9-8 0,6 16-11 0,-6-16-4 15,2 19-7-15,-2-19 0 0,-3 19-7 0,3-19 1 16,-6 20-4-16,-1-11-2 0,1 0 2 0,-4-1-3 16,-1 1-5-16,1-2-2 0,-3-3-6 0,0 4-1 15,1-4-5-15,1-1 0 0,11-3-4 16,-21 4-3-16,21-4-1 0,-16 3-1 0,16-3-3 15,-14 0-2-15,14 0-1 0,0 0-6 0,0 0-2 16,-19 0 2-16,19 0-6 0,0 0 1 0,0 0-3 16,0 0-1-16,0 0-2 0,-9 7-2 0,9-7 0 15,0 0 0-15,0 0 2 0,21 20-1 0,-14-12 2 16,4-1-3-16,1 4 3 0,-1-3-15 0,4 2-28 16,-2-1-9-16,-1-2-27 0,5 3-32 0,2-2-34 15,-2-3-52-15,3 1-54 0,-2-1-203 0,0-3-491 16,0-1 216-16</inkml:trace>
  <inkml:trace contextRef="#ctx0" brushRef="#br0" timeOffset="-5969.94">2492 4182 33 0,'-3'-20'282'0,"3"20"-2"0,-1-14-13 15,1 14-20-15,0 0-17 0,-5-14-23 16,5 14-21-16,0 0-24 0,0 0-12 0,0 0-6 15,0 0-10-15,0 0-5 0,0 0-10 0,0 0-20 16,7 55 0-16,-5-37-7 0,0 0-7 0,2 0-4 16,-3 0-13-16,1 0-9 0,0-1 0 0,1 0-11 15,-1-2-11-15,1 2-38 0,-1 1-43 0,0-3-51 16,-2-15-52-16,0 23-62 0,1-12-259 0,-1-11-505 16,0 0 225-16</inkml:trace>
  <inkml:trace contextRef="#ctx0" brushRef="#br0" timeOffset="-5769.63">2668 4123 160 0,'0'0'240'0,"0"0"-20"0,4-9-11 16,-4 9 0-16,0 0 3 0,0 0-1 16,0 0-6-16,0 0-11 0,-7 43-11 0,4-25-13 15,0-2-23-15,1 2-7 0,-1 0-19 0,2 1-25 16,1-2 3-16,-2 2-7 0,1-2-10 0,1 2-12 15,3-3 0-15,-3-3-36 0,2 3-37 0,1-1-42 16,-2-2-48-16,-1-13-50 0,6 23-64 0,-4-10-239 16,-2-13-483-16,0 0 214 0</inkml:trace>
  <inkml:trace contextRef="#ctx0" brushRef="#br0" timeOffset="-5602.94">2527 4177 33 0,'0'0'209'0,"0"0"-23"0,0 0-17 0,0 0-18 16,7-14-23-16,-7 14-6 0,18-7-17 0,-7 4-26 15,7 0-28-15,1 0-43 0,8-1-62 0,3 1-64 16,0 0-61-16,1-1-193 0,0-1 86 0</inkml:trace>
  <inkml:trace contextRef="#ctx0" brushRef="#br0" timeOffset="-5353.29">2946 4034 91 0,'0'0'258'0,"-10"-13"-2"0,10 13-9 0,-6-6-7 16,6 6-8-16,0 0-11 0,0 0-21 0,-8-9-20 15,8 9-20-15,0 0-15 0,0 0-11 0,0 0-6 16,-14 29 0-16,9-5-8 0,-3 2-11 0,2 3-8 16,0 3-10-16,-2-1-4 0,2 1-11 0,2 1 0 15,-1-4-10-15,1-1-5 0,1 3-12 16,-2-4 6-16,1-1-9 0,1 1-3 0,0-8-3 15,2 5-5-15,-1-7 0 0,1 2-7 0,1 2-2 0,0-4-1 16,-2 0-7-16,2-17-27 0,1 28-33 16,0-17-37-16,-1-11-50 0,0 19-38 0,0-19-30 15,0 16-46-15,0-16-45 0,0 0-155 0,0 0-479 16,-14 12 213-16</inkml:trace>
  <inkml:trace contextRef="#ctx0" brushRef="#br0" timeOffset="-5220.58">2781 4345 7 0,'12'-5'161'16,"-12"5"-17"-16,18-3-15 0,-5 0-24 0,4 2-21 15,2-1-25-15,2 1-36 0,0-2-37 16,7-1-38-16,0 2-56 0,1-2-117 0,2 2 52 0</inkml:trace>
  <inkml:trace contextRef="#ctx0" brushRef="#br0" timeOffset="-5002.87">3362 4241 228 0,'0'0'252'16,"0"0"-10"-16,0 0-1 0,0 0-4 0,0 0-7 15,0 0-16-15,-29-16-15 0,29 16-10 0,0 0-14 16,-40 16-9-16,14-4-8 0,1 1-10 0,3 3-9 16,2 4-1-16,-1-2-11 0,6-4-13 0,-2 7-12 15,4-7-8-15,6 2-11 0,-2-6-8 0,5 1-11 16,4-11-2-16,-1 23-5 0,1-23-14 0,6 23-5 15,4-14-16-15,4 2-16 0,7-2-29 16,9-1-47-16,4-4-52 0,-1-2-47 0,1-2-55 0,1-4-75 16,-2 2-191-16,-2-2-530 0,-4-2 235 15</inkml:trace>
  <inkml:trace contextRef="#ctx0" brushRef="#br0" timeOffset="-4053.27">2267 3889 126 0,'-10'0'144'0,"-1"0"-15"0,1 0-5 0,10 0-14 0,-17 0 4 16,9 0-2-16,8 0-10 0,-17-1-4 0,9 0-13 15,-1-2-5-15,-1 1-2 0,2 1-12 16,8 1-6-16,-18-2 4 0,11 1-5 0,-3 0-4 16,10 1-8-16,-17-3 0 0,11 2-3 0,6 1 3 15,-13 0-5-15,13 0-1 0,-10-1-6 0,10 1 4 16,0 0-11-16,-11 1 3 0,11-1-8 0,0 0 5 0,0 0 4 16,0 0-2-16,0 0 1 0,0 0 1 15,0 0 5-15,-14-4 3 0,14 4 0 0,0 0-1 16,0 0 0-16,0 0-4 0,0 0 1 0,0 0-5 15,0 0 2-15,0 0-1 0,0 0-1 0,-11-4-1 16,11 4 4-16,0 0-6 0,0 0-2 0,0 0 0 16,0 0-4-16,0 0-3 0,0 0 1 0,0 0 3 15,0 0-6-15,0 0-3 0,0 0 1 0,0 0-4 16,0 0 2-16,0 0-1 0,36-6 2 0,-9 2-3 16,12 1 3-16,20-6-1 0,5 2-5 0,2-1 4 15,34-5 0-15,-6 2-6 0,0 5 5 0,-2-3-3 16,-3-2-1-16,-25 7 3 0,27-4-7 0,-27 2 1 15,1 5-3-15,0-6-9 0,-2 1 11 0,-2 2-2 16,-6 1 0-16,0-3 0 0,-21 3-3 0,0-2 3 16,-5 1 1-16,-7 3-1 0,-4-2 3 0,-4 2 3 15,-3 0 3-15,-2 0 4 0,-9 1 2 0,14-1 4 16,-14 1 7-16,9-3-1 0,-9 3-2 16,0 0 3-16,0 0-4 0,10-4-38 0,-10 4-21 15,0 0-48-15,0 0-43 0,0 0-67 0,0 0-69 16,-44-4-154-16,26 8-451 0,-9 3 199 0</inkml:trace>
  <inkml:trace contextRef="#ctx0" brushRef="#br0" timeOffset="-2268.6">1763 3723 87 0,'0'0'115'0,"0"0"-17"0,0 0 2 16,0 0-11-16,0 0-3 0,0 0-4 0,0 0 1 0,0 0-2 15,0 0-3-15,0 0-7 0,0 0-6 0,0 0-5 16,0 0-4-16,0 0-2 0,0 0 6 16,0 0-11-16,0 0-2 0,0 0-5 0,0 0-7 15,0-16 1-15,0 16-4 0,10-2 2 0,-1 1-9 16,0-4 2-16,4 3-5 0,-1 0-1 0,5-2-19 15,-4 1-9-15,-1 0-36 0,4 0-30 0,-3 1-28 16,-1 2-17-16,-2-2-99 0,0 2-233 0,-10 0 104 16</inkml:trace>
  <inkml:trace contextRef="#ctx0" brushRef="#br0" timeOffset="-2120.17">1809 3865 90 0,'-5'7'160'0,"5"-7"-16"0,0 0-11 0,0 0-11 16,0 0-12-16,0 0-13 0,0 0-6 0,32 0-8 16,-14-2-16-16,2-2-30 0,3 3-33 0,3-4-53 15,-4 1-57-15,-1 1-59 0,1 0-177 0,-3 0 80 16</inkml:trace>
  <inkml:trace contextRef="#ctx0" brushRef="#br0" timeOffset="50564.03">4342 9469 75 0,'0'0'132'16,"-8"-1"-11"-16,8 1 4 0,0 0-4 0,-12-3-9 15,12 3-6-15,-9 0-5 0,9 0-6 0,-9-1-8 16,9 1 6-16,-7-3 3 0,7 3-4 0,0 0 0 16,-12-1-6-16,12 1-1 0,0 0-7 0,-8-2-7 15,8 2-4-15,0 0-5 0,0 0-3 0,0 0-7 16,0 0-3-16,-9 0-6 0,9 0-1 0,0 0-7 15,0 0-6-15,0 0-3 0,0 0 0 0,0 0-2 16,0 0-5-16,0 0-1 0,0 0 6 0,0 0-8 16,0 0-4-16,0 0 2 0,0 0 0 0,22-5-1 15,-8 3-1-15,5 0 2 0,9 0-5 0,2-4-1 16,-1 0-5-16,2 2-5 0,-3-1-9 0,-7 1-8 16,0 0-16-16,-1 0-14 0,-2 2-25 0,-5-1-15 15,1 1-25-15,-2-2-27 0,-3 4-21 0,-1-2-132 16,-1 1-318-16,-7 1 141 0</inkml:trace>
  <inkml:trace contextRef="#ctx0" brushRef="#br0" timeOffset="51113.75">4486 9393 99 0,'0'0'143'16,"0"0"0"-16,0 0 1 0,0 0-35 0,0 0-13 15,-10 3 0-15,10-3-17 0,-1 9-8 0,1-9 4 16,0 13-2-16,-1-3-1 0,1 1-4 0,1 0-2 16,0 2-3-16,-1-2-5 0,2 6 1 15,-1 0 12-15,-1-2-2 0,1 3-2 0,2-7-3 0,-2 5-8 16,0-4-4-16,0 0-7 0,-1-3-3 0,3 4-4 16,-2-1-4-16,1-2-1 0,-1 0-3 0,2 1-3 15,-2-1 2-15,-1 0-4 0,1 1-3 0,2-3-2 16,-2-1-1-16,0 0-2 0,-1-7-2 0,0 13-1 15,0-7 1-15,0-6-6 0,2 10 2 0,-1-3 4 0,-1-7-10 16,0 8 8-16,0-8-8 0,0 0 3 16,0 10 0-16,0-10 1 0,0 0 0 0,0 0 0 15,-1 8 7-15,1-8 1 0,0 0-3 0,-6 5 2 16,6-5-1-16,0 0-6 0,-10-2 2 0,10 2 1 16,-13 2-5-16,13-2-3 0,-12-2 4 0,4 2-3 0,8 0-1 15,-15 0 1-15,7-1 0 0,8 1 1 16,-15-1-1-16,15 1 0 0,-11 0-2 0,11 0 0 15,-7-1 1-15,7 1-2 0,0 0 3 0,0 0-6 16,-13 0 1-16,13 0-1 0,0 0 1 0,0 0-2 0,0 0 0 16,-8-3 1-16,8 3-1 0,0 0 0 15,0 0 0-15,0 0 2 0,0 0-1 0,0 0-1 16,0 0 1-16,0 0 0 0,0 0 3 0,0 0 0 16,27 8 1-16,-19-7-1 0,1-1 1 0,0 0-3 15,1 1-1-15,1-1 4 0,0 2-3 0,0-1-14 16,0 0-10-16,1 0-16 0,-2 0-13 0,3 0-19 0,-3 0-18 15,1-1-22-15,3 0-10 0,-3 2-24 0,3-2-4 16,-2 1-13-16,2-1-106 0,-3 0-290 16,1 0 128-16</inkml:trace>
  <inkml:trace contextRef="#ctx0" brushRef="#br0" timeOffset="51396.14">4835 9726 137 0,'0'0'193'0,"0"0"6"16,-6-11-1-16,6 11-3 0,0 0-18 0,-3-5-4 0,3 5-10 16,0 0-11-16,-11-5-15 0,11 5-7 15,-9-1-5-15,9 1-9 0,0 0-4 0,-14 3-11 16,6 0-8-16,2 1-4 0,-2 2-7 0,-1 2-5 16,-1 0-4-16,0 1-2 0,2 0-15 0,-2 1 1 15,0 1-7-15,2 3-4 0,-1-3-5 0,5-3-3 0,-1 1-5 16,3-3-2-16,-2 2-2 0,3 0-2 15,-1-2-5-15,2-6-1 0,2 13-1 0,0-7 2 0,2 1-11 16,1-3 1-16,3-1-8 0,-2 2-20 16,3-1-20-16,1-1-29 0,2-1-29 0,1-2-40 15,1 0-27-15,2-2-45 0,2-1-30 0,-4 1-159 0,-1 0-427 16,5-3 190-16</inkml:trace>
  <inkml:trace contextRef="#ctx0" brushRef="#br0" timeOffset="66463.97">5476 7758 19 0,'0'0'62'0,"0"0"-6"16,0 0 7-16,-8-2-19 0,8 2 5 0,0 0-12 15,0 0 0-15,0 0 1 0,0 0-6 0,-11 1 4 0,11-1-4 16,0 0-3-16,0 0 6 0,0 0-4 0,0 0 5 16,-8-3 1-16,8 3-5 0,0 0 0 15,0 0-5-15,0 0 3 0,0 0 2 0,0 0 3 16,0 0-10-16,0 0 10 0,0 0-5 0,0 0 7 15,0 0-4-15,0 0 4 0,-9-1 3 0,9 1 5 0,0 0-12 16,0 0 3-16,0 0 1 0,0 0-3 0,0 0-1 16,0 0-3-16,0 0 0 0,0 0 1 15,0 0-3-15,0 0 1 0,0 0-4 0,0 0 3 0,0 0-2 16,0 0-3-16,0 0 0 0,0 0 4 0,0 0-5 16,0 0 0-16,0 0 1 0,0 0-3 0,0 0-5 15,0 0 1-15,0 0-10 0,0 0-1 0,0 0 2 16,0 0-1-16,0 0 1 0,0 0 1 0,0 0-4 15,0 0 2-15,0 0-1 0,0 0-4 16,32 4 0-16,-26-4-1 0,2 1-3 0,0 0 3 0,3-1 0 16,-1 0 3-16,1 0-6 0,0 1 3 0,-3-1-5 15,0 1-6-15,2-1-1 0,-10 0-2 0,15 0 0 16,-5 0-3-16,-1 2-10 0,-9-2 1 16,18-2-1-16,-9 4-7 0,1-2 4 0,1 1 0 15,-3 0-10-15,1 2 5 0,-1-2-1 0,0-1-9 0,3 0-3 16,-11 0-2-16,18 0-7 0,-10 1-3 0,-8-1-9 15,13 1-10-15,-13-1-8 0,14-1-69 0,-7 1-169 16,-7 0 75-16</inkml:trace>
  <inkml:trace contextRef="#ctx0" brushRef="#br0" timeOffset="66651.98">5945 7751 4 0,'0'0'-1'0,"11"-1"-1"0</inkml:trace>
  <inkml:trace contextRef="#ctx0" brushRef="#br0" timeOffset="68197.15">4439 7971 158 0,'-6'3'149'0,"6"-3"2"16,0 0-3-16,0 0-4 0,-7 3 1 0,7-3-7 15,0 0 5-15,0 0-2 0,0 0-2 0,0 0-2 16,0 0-1-16,0 0-14 0,0 0-10 0,0 0-10 16,0 0-4-16,0 0-13 0,0 0-5 0,0 0-5 15,0 0-9-15,20-16-4 0,-13 9-8 0,2 0-4 16,0-1-5-16,-1 1 0 0,2-1-5 0,0-2-4 15,-2 2-3-15,2-2-5 0,-2 0-1 0,1 0-3 16,-3 1-3-16,3-1 7 0,-2 0-10 0,-2 3-3 16,-1-1-3-16,1 0-2 0,0 3 0 0,-3-1 6 15,2-1-2-15,-4 7-11 0,4-7 3 0,-1 3-3 16,-3 4-1-16,2-9-2 0,-2 9 3 0,1-6-3 16,-1 6 1-16,0 0 3 0,4-6-6 0,-4 6-4 15,0 0 9-15,0 0-4 0,0 0-1 0,0 0 3 16,0 0-4-16,0 0-4 0,0 0 3 0,0 0-2 15,0 0 1-15,0 0-2 0,0 0-1 0,-6 22 5 16,3-13-1-16,-1 0-2 0,2 2 3 0,0 1-1 16,0-3-1-16,1 2 0 0,-2 3 0 0,3-5 1 15,0 3 3-15,0-4 0 0,3 3 7 0,-2-3-9 16,1 0 1-16,1-3-1 0,0 2-1 0,1 0 1 16,-2-2 4-16,3 1-9 0,0-2-25 0,5 2-24 15,-1-2-49-15,1-1-33 0,3-3-41 0,2 0-49 16,-3-1-144-16,6-4-402 0,-1 0 178 0</inkml:trace>
  <inkml:trace contextRef="#ctx0" brushRef="#br0" timeOffset="68368.84">4608 7618 143 0,'-6'-4'208'0,"6"4"-2"0,-7-5-13 0,7 5-17 15,-6-6-19-15,6 6-12 0,0 0-22 0,-7-4-33 16,7 4-41-16,0 0-36 0,0 0-13 0,0 0-31 16,0 0-37-16,0 0-23 0,13 19-129 0,-8-6-236 15,2-4 105-15</inkml:trace>
  <inkml:trace contextRef="#ctx0" brushRef="#br0" timeOffset="68663.87">4913 7821 76 0,'0'0'230'16,"0"0"-11"-16,0 0-10 0,0 0-6 0,0 0-9 16,0 0-16-16,0 0-8 0,-27-2-6 0,27 2-13 15,-15 5-9-15,5-1-11 0,1 1-8 0,-2 2-13 16,0-1-8-16,2 3-9 0,-1 0-7 0,1 0-11 15,0 1-5-15,0 0-10 0,4-3-6 16,-2 2-5-16,1 1-6 0,1-2-5 0,3 2-4 0,-2-2-1 16,3-1-4-16,1-7-1 0,1 16-5 0,0-10-10 15,4 4-13-15,-1-5-24 0,1-1-25 0,3 3-34 16,5-3-43-16,-3-2-51 0,3 0-50 16,-2 0-181-16,2-2-441 0,1 0 195 0</inkml:trace>
  <inkml:trace contextRef="#ctx0" brushRef="#br0" timeOffset="70164.36">5183 7277 16 0,'0'0'65'16,"0"0"0"-16,0 0 5 0,1-10-8 0,-1 10 5 15,0 0 7-15,2-7-1 0,-2 7 12 0,0 0 5 16,-2-10-4-16,2 10-3 0,2-8 8 0,-2 8 9 16,0 0 6-16,1-10 3 0,-1 10 6 0,0 0 3 15,0-11 4-15,0 11 4 0,0 0-5 0,0-9-7 16,0 9 0-16,0 0-3 0,0 0-2 0,0-9-2 16,0 9-6-16,0 0-8 0,0 0-6 0,0 0-7 15,0 0-8-15,0 0-5 0,0 0-6 0,0 0-2 16,0 0-7-16,0 0-4 0,0 0-8 0,0 0-1 15,0 0-3-15,0 0-4 0,0 0 2 0,-8 29-3 16,7-20-5-16,0 1 0 0,-2-4-5 0,3-6 2 16,-1 17-4-16,1-10-2 0,-1 3-5 0,1-1 1 15,0 1-12-15,-2-1-26 0,2-1-32 0,-1 0-42 16,0 0-42-16,1-8-53 0,-4 15-53 0,0-3-208 16,4-12-492-16,-7 12 218 0</inkml:trace>
  <inkml:trace contextRef="#ctx0" brushRef="#br0" timeOffset="74647.03">5257 9546 44 0,'0'0'49'0,"0"0"-5"0,0 0-10 0,0 0 2 16,0 0-8-16,0 0-4 0,0 0-6 0,-7 3-4 0,7-3-2 15,0 0 0-15,0 0 0 0,0 0 2 0,0 0-6 16,0 0 1-16,0 0 7 0,0 0-8 0,0 0 5 15,0 0-1-15,16 7-6 0,-16-7 1 0,8 2 1 16,-8-2-2-16,10 0-2 0,-10 0-6 16,9 1-1-16,-9-1 0 0,10 2 0 0,-3-2-5 0,-7 0-5 15,12 2-8-15,-4-1-2 0,-8-1-10 0,15 1-23 16,-8 1-58-16,-7-2 25 0</inkml:trace>
  <inkml:trace contextRef="#ctx0" brushRef="#br0" timeOffset="78565.37">7430 9573 29 0,'0'0'63'0,"0"0"-8"0,0 0-1 16,0 0-9-16,0 0-3 0,0 0-4 0,0 0-3 15,0 0-8-15,0 0-2 0,0 0-12 0,0 0-20 16,0 0-15-16,0 0-45 0,0 0-71 0,0 0 32 0</inkml:trace>
  <inkml:trace contextRef="#ctx0" brushRef="#br0" timeOffset="94063.96">15721 15793 62 0,'-1'-12'210'0,"1"12"-7"0,0 0-8 0,0 0-4 16,0 0-2-16,0 0-8 0,-1-8-12 0,1 8-11 15,0 0-11-15,0 0-15 0,0 0-11 0,0 0-11 16,0 0-14-16,0 0-13 0,0 0-8 16,0 0-12-16,0 0-6 0,0 0 0 0,0 0-3 0,0 0 4 15,5 25-3-15,-1-15-2 0,-3 1-2 0,3 2-6 16,-3-1-4-16,3 4-6 0,-2-4-1 0,1 1-2 15,0-2-12-15,0 2 5 0,0-4-1 0,2 2-3 16,-3 0-2-16,2-2-2 0,-1 0 0 16,0 0-3-16,0-3 0 0,0 1-2 0,0 0 1 15,-1-1-5-15,-2-6 1 0,6 9-2 0,-4-6 4 16,-2-3-4-16,3 6 2 0,-3-6 0 0,0 0-1 16,4 7 7-16,-4-7 5 0,0 0-2 0,0 0 2 0,0 0 2 15,0 0 3-15,0 0-5 0,17-10-1 0,-11 4-4 16,-2 1 11-16,3-3-4 0,-2-2-4 0,2-1 1 15,0 1-18-15,-1-1 10 0,2-4 5 0,0-1-13 16,-1 0 10-16,5 1-4 0,-6 0-12 16,2-2 12-16,-1 2-2 0,-2-1 0 0,1 7 4 15,-3-2-2-15,0 1-8 0,-2-1 11 0,2 3-6 16,-2 1 4-16,-1 7-2 0,0-12 0 0,1 6-1 0,-1 6 0 16,0 0 0-16,2-11-3 0,-2 11 7 15,0 0-5-15,-3-9-6 0,3 9 1 0,0 0 5 16,-4-6-10-16,4 6-1 0,0 0 4 0,0 0-6 15,0 0 4-15,-14 4 0 0,14-4-8 0,-5 9 10 16,0-4-2-16,5-5 2 0,-4 11-1 0,2-4 1 16,0-1-4-16,2-6 5 0,0 15-1 0,0-8-3 15,3-1 2-15,0 1 4 0,-1-1-2 0,2 1-21 16,1-1-21-16,1 1-23 0,1 2-32 0,0-2-18 16,2 0-20-16,2-1-21 0,-2-2-25 0,1-1-14 15,0 1-7-15,2 0-3 0,-1-1-1 0,-1 0-127 16,2-2-360-16,-2 2 159 0</inkml:trace>
  <inkml:trace contextRef="#ctx0" brushRef="#br0" timeOffset="94298.12">16102 15881 467 0,'0'0'-3'0,"15"-1"23"0,-15 1 14 16,0 0 17-16,14-1 16 0,-14 1 9 0,0 0 24 15,8-2 3-15,-8 2 15 0,0 0 6 0,0 0 11 16,0 0 5-16,0 0 4 0,8-1-3 0,-8 1-6 16,0 0 1-16,0 0 1 0,0 0 2 0,0 0-2 15,0 0-4-15,0 0-7 0,0 0-2 0,-31 9-6 16,26-4-26-16,5-5 14 0,-14 10-4 0,5-4-10 15,0 3-8-15,3 0-6 0,-2 1-10 0,-1-1-8 16,3 2-6-16,1 0-3 0,1-1-4 0,0 0-6 16,1-1 0-16,3-9-13 0,-2 18 0 15,-1-12-15-15,3-6 2 0,7 12-18 0,0-4-25 0,0-3-34 16,0-3-33-16,3 4-33 0,1-5-26 0,-11-1-44 16,21-2-38-16,-8-1-31 0,5-1-189 0,-2-1-493 15,0-4 219-15</inkml:trace>
  <inkml:trace contextRef="#ctx0" brushRef="#br0" timeOffset="94514.75">16401 15558 99 0,'0'-7'275'0,"0"7"-5"0,0-13-8 0,0 13-7 15,-2-9-10-15,2 9-18 0,0 0-17 0,0 0-16 16,0 0-13-16,2-13-23 0,-2 13-28 0,0 0-3 15,0 0-7-15,0 0-16 0,0 0-5 0,0 0-14 16,-9 28-21-16,8-21 1 0,1 3-25 0,-1-1-29 16,-1 4-45-16,2-2-48 0,0 3-42 0,0 0-46 15,0 3-54-15,0 0-208 0,-2-5-467 0,3 1 208 16</inkml:trace>
  <inkml:trace contextRef="#ctx0" brushRef="#br0" timeOffset="95234.96">16908 16335 7 0,'6'10'103'0,"-5"1"6"0,-1-1-21 16,0 3-9-16,0 2-40 0,0 2-23 16,0-1-34-16,-1 2-53 0,-2 0-76 0,2-1 34 0</inkml:trace>
  <inkml:trace contextRef="#ctx0" brushRef="#br0" timeOffset="96146.73">16806 16105 86 0,'0'0'95'0,"0"0"4"0,16 10-5 16,-11-1-15-16,0 1 0 0,0 4-15 0,0 3-10 16,-1-1-19-16,-2 4-20 0,1-1-55 0,-4 9-70 15,-2-3-120-15,-3-1 54 0</inkml:trace>
  <inkml:trace contextRef="#ctx0" brushRef="#br0" timeOffset="105485.5">24688 8002 2 0,'0'0'26'0,"0"0"-18"16,0 0-14-16,0 0-7 0,0 0 3 0</inkml:trace>
  <inkml:trace contextRef="#ctx0" brushRef="#br0" timeOffset="106314.75">24469 8117 87 0,'0'0'75'15,"0"0"-4"-15,0 0 10 0,0 0-20 0,0 0 4 16,19-11-4-16,-10 8-11 0,1-1-9 0,2 1-5 16,6-3 1-16,1 2-10 0,8-3-1 0,1-1 6 15,3 0-23-15,1 1-3 0,2-4 3 0,2 4-12 16,0-2-3-16,14-2 0 0,-12 3-4 0,10-2-9 16,-10 2-2-16,1 2-16 0,-1-1 6 0,-2-1-5 15,-1 2-18-15,1-1-39 0,-7 3-99 16,-2 0 45-16</inkml:trace>
  <inkml:trace contextRef="#ctx0" brushRef="#br0" timeOffset="107764.59">25125 5199 117 0,'0'0'133'0,"0"0"-16"0,0 0-4 0,0 0-10 16,0 0 1-16,0 0-17 0,0 0-11 0,0 0 4 16,9-20-11-16,-5 14 3 0,-4 6-9 0,10-13-13 15,-4 6-1-15,-4-1 1 0,4 1-3 0,-1-2-5 16,1 1-1-16,2 0 1 0,-4-2-1 0,1 0 6 15,-1 1-7-15,0-1-1 0,1 0-6 0,-3-1 9 16,3 1 2-16,-1 1 5 0,-1-1-3 0,-1 4-2 16,-2-1 2-16,2 0 7 0,-2 7 0 0,3-9-6 15,-3 9 2-15,2-8 1 0,-2 8-4 0,1-8-2 16,-1 8-8-16,0 0-1 0,0 0-5 0,0 0-6 16,3-8-6-16,-3 8 1 0,0 0-6 0,0 0 2 15,0 0-1-15,0 0-3 0,0 0-2 0,0 0 3 16,0 0-1-16,0 0-4 0,-9 21 1 0,9-21-1 15,-2 7 1-15,2-7-2 0,0 0 0 0,0 12-1 16,0-12-2-16,4 6 7 0,-4-6-6 0,7 7-7 16,-4-3-12-16,4-1-24 0,-1 0-22 0,3 0-24 15,-1 1-26-15,2-3-37 0,1 2-29 0,0-3-147 16,1 1-350-16,-12-1 155 0</inkml:trace>
  <inkml:trace contextRef="#ctx0" brushRef="#br0" timeOffset="107931.93">25242 4793 123 0,'0'0'124'0,"0"0"-9"16,0 0-25-16,0-7-24 0,0 7-22 0,0 0-28 15,0 0-20-15,0 0-33 0,20 7-53 0,-9-2-97 16,0-1 44-16</inkml:trace>
  <inkml:trace contextRef="#ctx0" brushRef="#br0" timeOffset="108430.15">25439 4872 48 0,'0'0'153'0,"0"0"-11"16,0 0-15-16,0 0-10 0,0 0-8 0,0 8-3 15,0-8-7-15,0 9-9 0,0-9-6 0,0 16-8 16,0-5-6-16,0 0-5 0,0 2-6 0,0 1-5 16,3 0-3-16,1 0-5 0,-2 3-5 0,0-2-3 15,0-2 3-15,1-2-6 0,-2 4-6 0,0-3 2 16,2 0-9-16,-1-4 2 0,2 3 4 0,-4-5-11 16,3 1 3-16,-2-1-4 0,-1-6-2 0,5 12 1 15,-3-8-1-15,-2-4-4 0,0 10-7 0,0-10 8 16,2 5-1-16,-2-5-1 0,0 0 0 0,2 9-5 15,-2-9 4-15,0 0 9 0,0 0 17 0,0 0 13 16,0 0 13-16,2 6 6 0,-2-6 9 0,0 0 2 16,0 0-2-16,0 0-6 0,0 0-9 0,0 0-13 15,14-20-4-15,-7 13-3 0,-3-2-6 0,1 1-2 16,3-1-3-16,0 1-8 0,1 0-4 0,2 1-4 16,-2-1-2-16,2 1-2 0,1 1-1 0,-1 1-1 15,0 1 0-15,0-1-2 0,-1 5-4 0,2-2 2 16,-2 0-4-16,-1 3 5 0,0 0-7 0,0 1-1 15,0-1 2-15,-5 1 2 0,2 4-4 0,1-4 0 16,-2 4 2-16,0-1 1 0,-1 0 0 0,-4-5 3 16,3 11-5-16,-1-4 5 0,-2-7 6 0,-2 12-12 15,-1-4 0-15,-1-2 1 0,-3 1-8 0,-5 2-1 16,0-3-3-16,2 1-17 0,-3-2-8 0,4 0-19 16,-5-2-22-16,5 0-23 0,-4-1-38 0,3 0-16 15,0-2-28-15,1 0-146 0,9 0-360 0,-23-1 159 16</inkml:trace>
  <inkml:trace contextRef="#ctx0" brushRef="#br0" timeOffset="108631.43">25614 4568 126 0,'0'0'219'0,"-1"-13"-15"16,1 13-22-16,-1-9-21 0,1 9-17 0,0 0-22 15,0 0-13-15,-2-7-14 0,2 7-9 16,0 0-8-16,0 0-8 0,4 24-9 0,-3-7-10 0,3 1-34 16,-2 7-45-16,1-1-60 0,0 3-59 0,-4 0-97 15,3 3-264-15,-4-2 117 0</inkml:trace>
  <inkml:trace contextRef="#ctx0" brushRef="#br0" timeOffset="127737.99">24809 14296 31 0,'0'0'33'0,"6"-5"4"0,-6 5 0 16,4-3-2-16,-4 3 13 0,0 0 16 0,5-8-2 15,-5 8-4-15,0 0-7 0,4-8 15 0,-4 8 3 0,0 0-6 16,-2-10 7-16,2 10 14 0,0 0 0 16,-4-11 10-16,4 11-3 0,0 0-1 0,-4-6-2 0,4 6 2 15,0 0-2-15,0 0-11 0,-1-6 0 16,1 6-9-16,0 0-10 0,0 0-8 0,0 0-3 16,0 0-8-16,0 0 2 0,0 0-3 0,-19 9 4 15,11 1-5-15,0-1-1 0,-3 4 2 0,-1 3-8 16,3-3-7-16,-6 4 4 0,0-3-3 0,-1 0-5 0,0 5 0 15,-3 0-1-15,6-6 4 0,-5 1-10 0,5 1 2 16,-2-2-3-16,2 2 0 0,-1-4-2 16,-2 2-3-16,8-5 2 0,-3 0 1 0,4-1-7 15,-1 3 4-15,2-3-1 0,2-5 0 0,4-2-2 0,-7 6 2 16,7-6 2-16,-6 5 0 0,6-5-1 16,-5 2 1-16,5-2-1 0,0 0 5 0,0 0-6 15,-5 3 15-15,5-3 4 0,0 0 2 0,0 0 1 16,0 0-8-16,0 0-7 0,0 0 1 0,0 0-6 0,20-13 4 15,-12 12-6-15,5-6 0 0,0 2-2 16,3 2 0-16,-3 0 0 0,6-1-2 0,-5 4-2 0,0-3 3 16,4 2-2-16,1-1-2 0,1 2-1 15,-4 0-3-15,3 0-2 0,-6 0-4 0,5 0 1 16,-1 3 0-16,0-3-4 0,0 3 2 0,2-2 0 0,-7 1-2 16,2-1 6-16,0 0 1 0,0 1-2 0,-3 0 2 15,2 0 1-15,-3-2 1 0,-1 2-3 16,-4-1 7-16,-5-1-1 0,12 4 1 0,-12-4 1 0,10 0 10 15,-10 0 2-15,0 0-3 0,7-7 1 16,-5 3 0-16,-2 4 1 0,2-8 3 0,-2 8 1 0,0-13-1 16,0 13 6-16,-4-10-1 0,2-2-2 0,0 5-3 15,-1-2-1-15,-2 0 12 0,1-2-6 0,2 2 2 16,-2-1-3-16,-3 1 0 0,2-1 5 0,-1 0-4 16,-1-1-1-16,1 3 2 0,-2-1 1 15,3 0-7-15,-1 1-2 0,-3 1-1 0,-1 1-4 0,2-1 1 16,2 2-8-16,-1 3 6 0,1-2-3 0,6 4-7 15,-8-7-25-15,3 4-23 0,5 3-34 0,0 0-30 16,-8-4-12-16,8 4-12 0,0 0-25 0,0 0-12 16,0 0-146-16,0 0-349 0,0 0 156 15</inkml:trace>
  <inkml:trace contextRef="#ctx0" brushRef="#br0" timeOffset="132763.97">25030 14563 62 0,'0'0'169'16,"0"0"-3"-16,0 0-12 0,0 0-30 0,0 0 0 16,13 5-5-16,-13-5-10 0,0 0-12 0,15-9-2 15,-8 6-8-15,1-5-4 0,-1 1-7 16,4-2-7-16,2-2-4 0,0 1 8 0,1-2 1 0,-5 3-18 16,7-4 3-16,-5 2-6 0,3-3-3 0,-5 2-8 15,-3 0 5-15,3-1-2 0,-2 2 1 0,-2 0-4 16,-1 0-1-16,-2 2-2 0,1-1 3 15,-2 1 3-15,-1 2 0 0,1 0 1 0,-1 7 7 16,0-13-14-16,0 13-5 0,0-7-3 0,0 7-4 0,0 0-5 16,-2-8-3-16,2 8-4 0,0 0 1 0,-5-5-6 15,5 5 0-15,0 0-5 0,0 0 1 0,-14 11-1 16,10-7 2-16,0 2-5 0,-1 3-3 16,1 1 2-16,-1-3 5 0,1 5-1 0,-1-2-1 15,2 2 1-15,1-2-2 0,1 1 2 0,1-1 3 0,0 1-5 16,1 0 1-16,4-2 3 0,0 3 0 0,-3-7-1 15,5 4 2-15,-3-1-4 0,1-4 1 0,3 3-1 16,0 0 1-16,0-4-2 0,1 0-1 0,1 0-20 16,-2-1-24-16,-1 0-31 0,-1 0-31 15,-6-2-29-15,14-2-30 0,-14 2-20 0,9-3-172 0,-5-1-382 16,-4 4 169-16</inkml:trace>
  <inkml:trace contextRef="#ctx0" brushRef="#br0" timeOffset="132921.29">25246 14117 50 0,'0'0'123'0,"0"0"-17"16,0 0-11-16,0 0-17 0,0 0-2 0,0 0-11 16,0 0-31-16,0 0-35 0,9 30-30 0,-7-15-69 15,0 2-107-15,-1-1 48 0</inkml:trace>
  <inkml:trace contextRef="#ctx0" brushRef="#br0" timeOffset="133213.38">25615 14388 175 0,'0'0'197'0,"0"0"-11"0,0 0-2 16,0 0-14-16,0 0-6 0,0 0-5 0,-26-3 2 15,16 6-6-15,-2 0 1 0,1 3-1 0,-5 2-5 16,5 0-8-16,-5 0-11 0,1 1-7 16,6 0-10-16,-3-1-6 0,1 3-11 0,1-3-7 0,2 2-4 15,3 0-9-15,1-1-8 0,0 3-8 0,3-4-7 16,0 1-3-16,1 1-8 0,1-3 1 16,4 2-8-16,2 0 2 0,2-1-7 0,0-2 1 15,-1 1-6-15,11-1-15 0,-8-1-23 0,0 0-38 16,7 1-35-16,-4-4-39 0,6-2-38 0,0 0-38 0,0 0-43 15,-1-2-191-15,3 2-470 0,-5-3 208 0</inkml:trace>
  <inkml:trace contextRef="#ctx0" brushRef="#br0" timeOffset="133405.27">25981 14339 160 0,'0'0'215'0,"0"0"-7"16,2-7-12-16,-2 7-15 0,0 0-20 16,6-6-14-16,-6 6-16 0,11-5-13 0,-4 5-9 0,-7 0-13 15,18-3-20-15,-11 3-19 0,1 0-29 0,-8 0-39 16,13-1-52-16,-13 1-36 0,12 0-43 0,-12 0-120 16,10 1-283-16,-10-1 126 0</inkml:trace>
  <inkml:trace contextRef="#ctx0" brushRef="#br0" timeOffset="133565.09">25992 14415 107 0,'0'0'152'0,"0"0"-6"16,-5 4 5-16,5-4-7 0,0 0-6 16,0 0-11-16,0 0-13 0,25-1-11 0,-14 1-16 15,0 0-26-15,1-1-39 0,1 1-38 0,5-2-42 0,0 1-64 16,0-1-71-16,1-1-209 0,-2 1 93 0</inkml:trace>
  <inkml:trace contextRef="#ctx0" brushRef="#br0" timeOffset="137864.87">27330 13697 1768 0,'0'-18'71'16,"0"5"21"-16,-2 2-13 0,2 3-3 0,0 8 7 15,-1-13 11-15,1 13 10 0,0-8 12 0,0 8-12 16,0 0 3-16,-2-9 3 0,2 9-9 0,0 0-3 16,0 0-13-16,-1-9-8 0,1 9-7 0,0 0-9 15,0 0-4-15,0 0-4 0,0 0-9 0,0 0-1 16,0 0-8-16,0 0-2 0,0 0-2 0,3 24-8 15,-3-24-26-15,1 14-34 0,1-5-35 0,-2 2-38 16,2 0-54-16,-2 6-62 0,3-2-43 0,-3 4-187 16,3 0-494-16,1-2 219 0</inkml:trace>
  <inkml:trace contextRef="#ctx0" brushRef="#br0" timeOffset="138266.4">27756 14267 75 0,'0'0'291'15,"0"0"-7"-15,0 0-2 0,0 0-7 0,0 0-15 16,0 0-18-16,0 0-17 0,0 0-13 0,0 0-19 15,0 0-15-15,0 0-21 0,0 0-18 0,0 0-11 16,0 0-11-16,0 0-16 0,0 0-5 0,0 0-17 16,0 0-5-16,0 0-6 0,-3-17-5 0,3 17-7 15,16 0-5-15,-5-2 1 0,3 1-4 0,3-1 0 16,4 0-7-16,-2 0-1 0,2 0-5 0,-1-2-1 16,-1 3 3-16,-5-2 3 0,-2 2 4 0,-1 0 0 15,0-1-9-15,-6 1 15 0,-5 1-3 0,12-2 8 16,-12 2-4-16,9-1 4 0,-9 1 2 0,6-2-8 15,-6 2-2-15,0 0-2 0,9-3-7 0,-9 3-2 16,0 0-3-16,0 0-9 0,0 0-7 0,8 0-17 16,-8 0-24-16,0 0-40 0,0 0-46 0,0 0-47 15,0 0-64-15,0 0-65 0,0 0-80 0,-21 13-221 16,21-13-636-16,-10 4 282 0</inkml:trace>
  <inkml:trace contextRef="#ctx0" brushRef="#br0" timeOffset="139763.64">28422 14005 92 0,'0'0'90'15,"0"0"-1"-15,0 0-2 0,0 0 5 0,0 0-13 16,0 0-12-16,0 0-1 0,0 0 0 0,0 0 0 16,0 0 2-16,0 0 0 0,0 0-6 0,0 0 1 15,0 0-3-15,0 0-2 0,0 0-3 0,0 0 2 16,0 0-3-16,0 0-4 0,0 0-1 0,0 0 0 16,0 0-8-16,0 0 9 0,0 0-12 0,0 0-3 15,0 0 0-15,0 0 0 0,0 0-4 0,0 0 2 16,0 0 1-16,0 0-4 0,0 0-6 0,0 0 0 15,0 0 6-15,0 0 3 0,0 0 0 0,0 0-6 16,-18-1 0-16,18 1 0 0,0 0-2 0,-12-2-4 16,12 2 10-16,0 0-2 0,-10 2 0 0,10-2 3 15,0 0-3-15,0 0 1 0,-12 0-5 0,12 0 2 16,0 0 0-16,0 0-2 0,0 0-1 0,0 0-2 16,0 0-1-16,0 0 0 0,0 0 4 0,0 0-3 15,0 0-1-15,0 0-4 0,35-6-1 0,-18 3 1 16,4 0-4-16,0 1-1 0,0-1-3 0,8 1-1 15,-2 1 3-15,-7-2-8 0,2 1-12 0,-3 0-12 16,-2 0-24-16,-3-1-23 0,-5 2-14 0,2 1-28 16,-3-2-17-16,-8 2-16 0,11-2-9 0,-11 2-14 15,8-1-125-15,-8 1-314 0,0 0 138 0</inkml:trace>
  <inkml:trace contextRef="#ctx0" brushRef="#br0" timeOffset="140163.91">28580 13972 57 0,'0'0'140'0,"-8"0"-8"16,8 0-5-16,0 0 0 0,0 0 14 0,-5 7 7 16,1-2 3-16,4-5-7 0,-3 14 10 0,0-3-4 15,2 2-1-15,-2-1-3 0,2 3-6 0,-1 0-11 16,0 1-10-16,1-3-14 0,1 3-2 0,-1 1-7 16,2-2-7-16,-2 1-9 0,1-3-5 0,-2 0-7 15,4-2-5-15,-2 4-6 0,0-2-5 0,0-1-7 16,1-1-1-16,-2-1-6 0,2 1-3 0,-1-4-5 15,1 2-1-15,-1-9-6 0,0 12 3 0,0-12-6 16,0 10-2-16,0-10-2 0,0 9 1 0,0-9-2 16,2 7-2-16,-2-7 2 0,0 0 0 0,-6 7-5 15,6-7 0-15,-7 4 2 0,7-4-7 0,-9 3-5 16,9-3-2-16,-13 0 0 0,5 2-1 0,8-2 1 16,-15-2-7-16,15 2 3 0,-14-4 2 0,5 1 0 15,3 1 3-15,6 2-1 0,-13-4 0 0,8 1 0 16,5 3-2-16,-10-2 4 0,10 2-3 0,0 0 2 15,-6-4-4-15,6 4 1 0,0 0 3 0,0 0-4 16,0 0 0-16,0 0 5 0,0 0-3 0,0 0 2 16,0 0 2-16,31 0-8 0,-17 1 4 0,-1-1-18 15,1 0-17-15,4 2-23 0,0-2-26 0,1-2-34 16,0 1-22-16,0 0-44 0,2-1-27 0,0 0-191 16,-1 0-438-16,-1 0 194 0</inkml:trace>
  <inkml:trace contextRef="#ctx0" brushRef="#br0" timeOffset="140414.94">28966 14234 132 0,'0'0'211'15,"0"0"4"-15,5-7-5 0,-5 7-10 0,0 0-9 16,0 0-4-16,0 0 1 0,0 0-4 0,-30 7 4 16,17-1-3-16,-3 1-6 0,-1 1-8 15,1 3-7-15,-2-1-13 0,4-2-9 0,0 2-12 0,3-2-10 16,-3 3-13-16,7-3-9 0,0 1-13 0,0 0-4 15,4-4-8-15,0 2-2 0,0 2-14 0,3-9-5 16,4 13-6-16,0-4 15 0,1-5-30 0,7 2 10 16,2-3-12-16,4 0-6 0,3 1-11 0,0-3-23 15,1 0-26-15,-2 0-31 0,-1-1-37 0,-1-2-38 16,-4 2-48-16,-1-1-59 0,-2-2-53 0,-3 1-182 16,-2-2-525-16,-6 4 233 0</inkml:trace>
  <inkml:trace contextRef="#ctx0" brushRef="#br0" timeOffset="143830.79">26479 14382 29 0,'-4'3'149'0,"4"-3"-1"0,0 0-6 16,0 0-2-16,0 0 4 0,0 0-5 0,0 0 10 16,0 0 2-16,0 0 3 0,0 0 7 0,0 0-7 15,0 0-8-15,0 0-11 0,0 0-15 0,0 0-10 16,0 0-6-16,0-19-9 0,0 19-13 0,9-9-5 15,-5 1 2-15,3 0-15 0,2-1-3 0,-2 0 7 16,1 3-14-16,-1-6 1 0,1 3-5 0,2-5-8 16,-3 4-2-16,-1 0 4 0,4-4-4 0,-3 3-5 15,-3 1-3-15,2-1-4 0,-1 0-3 0,0 2 2 16,-1-1-3-16,-3 5 13 0,3-1-10 16,-4 6-2-16,2-9-5 0,-2 9-3 0,4-6 0 0,-4 6-5 15,0 0 0-15,2-7-6 0,-2 7 1 0,0 0-1 16,0 0-3-16,0 0 3 0,0 0-6 0,0 0 2 15,0 0-5-15,0 0 6 0,-8 24-2 0,3-15-5 16,3 1 4-16,0 1 3 0,-3-1-2 0,5-2 1 16,-2 2-3-16,2 0 4 0,0 0 3 0,2-1-1 15,3 0-1-15,-1 0-1 0,1 1 2 0,1-3-1 16,1 2 1-16,3-2-3 0,-2-2 2 0,3 1-2 16,1-1-13-16,-1-2-14 0,0 2-21 0,0-4-17 15,-4-1-14-15,0 3-29 0,1-2-20 0,-8-1-11 16,14 1-25-16,-14-1-36 0,9-1-20 0,-9 1-177 15,7-4-429-15,-7 4 190 0</inkml:trace>
  <inkml:trace contextRef="#ctx0" brushRef="#br0" timeOffset="144015.78">26679 13947 122 0,'0'0'182'0,"-3"-7"-3"0,3 7-6 0,-4-8-16 0,4 8-13 16,0 0-17-16,-4-5-13 0,4 5-16 0,0 0-3 16,0 0-17-16,0 0-1 0,0 0-32 0,0 0-30 15,-2 23-47-15,6-11-42 0,-4 1-32 0,2 1-127 16,3 5-251-16,-1-2 111 0</inkml:trace>
  <inkml:trace contextRef="#ctx0" brushRef="#br0" timeOffset="144313.78">27059 14301 233 0,'0'0'256'15,"0"0"-11"-15,7-3-20 0,-7 3-16 0,0 0-11 0,0 0-12 16,0 0-13-16,0 0-6 0,0 0-15 0,0 0-2 15,-36 4-10-15,26-2-7 0,1 5-7 0,1-2-15 16,-4 0-2-16,1 4-5 0,2 0-5 0,-1-1-13 16,0-1-11-16,1 3-3 0,0-1-7 0,2 2-4 15,2-3-9-15,3 2-6 0,-2-1 1 0,4-3-11 16,0-6 3-16,6 15-9 0,-1-8-1 0,6-1-8 16,-2-1-12-16,4-1-19 0,4-1-27 0,0 0-30 15,6-3-47-15,-5 2-40 0,1-1-54 16,2-1-40-16,0-3-227 0,-2 2-514 0,2-4 228 0</inkml:trace>
  <inkml:trace contextRef="#ctx0" brushRef="#br0" timeOffset="146816.01">29532 14179 42 0,'0'0'178'0,"0"0"1"0,0 0 6 0,0 0-12 16,0 0-5-16,4 10-7 0,-4-10-6 0,17-1-6 16,-7 2-10-16,0-1-7 0,2-1-6 0,-1 1-9 15,1 0-12-15,0-2-10 0,-1 2-12 16,-1 0-2-16,-1 0-12 0,-1 0-9 0,-8 0 3 0,16 0-19 16,-10 2-6-16,2-1-20 0,-8-1-29 0,8 3-40 15,-8-3-40-15,6 1-42 0,-6-1-37 0,8 2-32 16,-8-2-115-16,1 7-344 0,-1-7 152 0</inkml:trace>
  <inkml:trace contextRef="#ctx0" brushRef="#br0" timeOffset="146998.71">29526 14340 69 0,'0'0'209'0,"0"0"4"0,-8 1-2 15,8-1 2-15,0 0-5 0,0 0-13 0,0 0-8 16,0 0-12-16,0 0-12 0,27 6-12 0,-13-6-10 15,3 0-15-15,5-2-14 0,-2 2-13 0,-1-1-18 16,3 0-24-16,-3-2-29 0,0 2-38 0,-2-4-44 16,0 5-54-16,0-4-59 0,2-1-40 15,-6 2-142-15,0-1-378 0,5 1 168 0</inkml:trace>
  <inkml:trace contextRef="#ctx0" brushRef="#br0" timeOffset="147930.11">30107 14313 142 0,'0'0'247'0,"0"0"-10"16,0 0-6-16,0 0 12 0,21-12-14 0,-15 9-15 16,6-1-9-16,-6 0-11 0,3 0-9 0,0-3-9 15,0 1-8-15,0-1-16 0,1-1-12 0,0 0-4 16,-1-1-9-16,0 0-3 0,0 0-5 0,0 0-12 15,-1-3-8-15,-1 3-4 0,1-7 1 0,0 3-19 16,-3 1-3-16,1-4-4 0,2 2-9 0,-6 1-8 16,1 2 8-16,-2-1 4 0,2 1-6 0,0 0-11 15,0 3 2-15,0-1 5 0,-3 9-6 0,3-11-4 16,-3 11-4-16,0 0-3 0,2-12 0 0,-2 12-3 16,0 0-12-16,0 0 0 0,0 0-5 0,0 0-1 15,0 0 7-15,0 0-6 0,0 0-2 0,0 0-2 16,0 0-6-16,-24 27 2 0,15-14 6 0,2 2-1 15,2 0-2-15,-2-1 5 0,1-2 1 0,1-1-5 16,0 5-5-16,1-5 7 0,2 0-19 0,1 1 20 16,1-1-7-16,-2-2 3 0,4-1-3 0,0 4-3 15,1-4 0-15,2 0-2 0,-5-8 1 0,14 13 1 16,-8-9-1-16,2 2-15 0,0-4-22 0,3 2-38 16,2-4-39-16,-2 1-38 0,0-1-46 0,-11 0-43 15,23-3-56-15,-11-1-46 0,1 1-254 0,-3-4-639 16,1 1 282-16</inkml:trace>
  <inkml:trace contextRef="#ctx0" brushRef="#br0" timeOffset="148107.41">30432 13876 2105 0,'-4'-11'50'0,"2"4"-44"0,-1-4-1 15,3 11-1-15,-5-10-12 0,5 10 8 0,-9-7 11 16,9 7-2-16,0 0-1 0,-8-3 1 0,8 3-4 15,0 0 4-15,0 0 0 0,-5 25-4 0,7-14-33 16,-1 5-48-16,1-1-60 0,5 3-59 0,-1 0-104 16,-1-4-324-16,3 4 144 0</inkml:trace>
  <inkml:trace contextRef="#ctx0" brushRef="#br0" timeOffset="148413.91">30732 14223 249 0,'0'0'319'0,"0"0"0"15,0 0-3-15,0 0-22 0,0 0 7 16,0 0-16-16,-29 8-15 0,22-4-13 0,-4 2-5 16,1 0-19-16,0 1-20 0,-4 3-7 0,1-1-13 15,-1 4-9-15,1-1-14 0,1-1-5 0,1 1-12 0,3-2-15 16,2-1-15-16,-4 2-10 0,6 0-8 0,-1-3-11 15,0 1-7-15,2-2-7 0,3-7-1 16,3 16-3-16,-3-16-1 0,7 12-7 0,5-7-2 16,-1 1-8-16,0-3-8 0,8 1-10 0,-3-4-17 15,5 0-16-15,-1-2-26 0,-3 2-32 0,3-3-30 16,-2-1-46-16,0 2-56 0,-1-3-50 0,-1 2-58 0,1-5-75 16,-6 5-353-16,-2-5-778 0,1 3 344 0</inkml:trace>
  <inkml:trace contextRef="#ctx0" brushRef="#br0" timeOffset="150318.91">5384 9603 54 0,'0'0'117'0,"0"0"-4"15,0 0-10-15,0 0-12 0,0 0-3 0,0 0-19 16,0 0-9-16,0 0-9 0,10-20 4 0,-10 20-11 16,0 0 6-16,6-2-14 0,-6 2-10 0,0 0-12 0,13-3-25 15,-13 3-11-15,10 2-11 0,-10-2-14 0,14 1-15 16,-3-1-11-16,-1 0-48 0,3 2-131 0,-1-3 59 15</inkml:trace>
  <inkml:trace contextRef="#ctx0" brushRef="#br0" timeOffset="150782.09">7466 9439 94 0,'0'0'99'15,"0"0"-1"-15,0 0-16 0,0 0-9 0,0 0-13 16,0 0-11-16,0 0-25 0,0 0-26 0,0 0-35 16,0 0-53-16,0 0-98 0,0 0 43 0</inkml:trace>
  <inkml:trace contextRef="#ctx0" brushRef="#br0" timeOffset="164914.07">24681 15043 24 0,'0'0'173'0,"0"0"7"16,0 0-2-16,0 0-2 0,0 0-21 0,-19 14-5 15,11-5-11-15,-2-2-6 0,3 2-4 0,-6 0-8 16,1 4-4-16,-1-2-5 0,1 1-8 0,-1-1-6 16,3 1-6-16,-4 0 0 0,2 1-9 0,-1-3-8 15,3-1-6-15,1 0-6 0,-2-1 0 0,2 2-5 16,1-1-5-16,0-2-3 0,0 1 2 0,0-1-8 15,0-1-4-15,2 3-6 0,-1-4-1 0,4 0-6 16,-1-1-2-16,0 1-4 0,4-5 1 0,-5 5-3 16,5-5-2-16,-7 7-3 0,7-7-1 0,0 0-1 15,-7 1-1-15,7-1-2 0,0 0-1 0,-4 5-2 16,4-5-3-16,0 0-1 0,0 0-6 0,0 0 0 16,0 0 4-16,0 0-3 0,16 3 3 0,-16-3-3 15,17-2 2-15,-5-1-6 0,-1 1 7 0,7 0-5 16,0 2 3-16,1-2-4 0,-6 2-1 0,1-2 2 15,5 2-1-15,-2-1 0 0,-4 1-1 0,0-2 3 16,2 2-3-16,4 0-1 0,-6 0-2 0,1 0-1 16,0 2 0-16,0-4 5 0,-2 2 0 0,-1-2-6 15,0 0 3-15,-3 1 2 0,-2-1 1 0,-6 2 4 16,14-3-1-16,-7 1-1 0,-7 2 3 0,9-7 0 16,-4 2 5-16,-3 0 0 0,-2 5 2 0,6-15 0 15,-5 9-1-15,-4-4 2 0,3 0 0 0,0-2 0 16,0 2 1-16,-5-6 3 0,1 0 0 0,-1 2-2 15,-1-1 5-15,-3 0 0 0,1 0 0 0,-1 1 17 16,3 3-6-16,-1-5-2 0,0 7-4 0,0-1 3 16,3 5 3-16,-2-2 0 0,2 2-6 0,1 0-2 15,3 5-3-15,-8-9-3 0,8 9-11 0,-4-5-21 16,4 5-30-16,0 0-28 0,0 0-25 0,0 0-22 16,0 0-53-16,0 0-38 0,-13 22-201 0,14-12-452 15,-1-10 199-15</inkml:trace>
  <inkml:trace contextRef="#ctx0" brushRef="#br0" timeOffset="165264.93">25048 15315 76 0,'0'0'227'0,"0"0"-4"15,0 0-3-15,0 0-3 0,9-13-6 0,-9 13-12 16,5-6-9-16,-5 6-13 0,5-7-8 0,-2 1-9 15,-2-1 2-15,3 1-12 0,-1-3-6 0,0 1-5 16,1-1-3-16,0-1-9 0,-4 1-8 0,2-1-12 16,-2-2-10-16,0 2-9 0,2 0-3 0,-2 2 5 15,0-2-7-15,0 10 2 0,-2-13-16 0,2 8 11 16,0 5-11-16,-2-10-6 0,2 10-1 16,-2-7-6-16,2 7-2 0,0 0-13 0,0 0-15 0,0 0 4 15,0 0-2-15,0 0 5 0,-18 13-6 0,11-3 0 16,1 2-2-16,-2 2-7 0,2-3-4 0,-1 3 6 15,2 1-3-15,1-3-11 0,2 0 2 0,-1-1 8 16,3 0-19-16,3 0-11 0,-1-2-19 0,2 1-17 16,1-1-28-16,2-1-35 0,2-2-39 15,2 0-46-15,0-2-36 0,9-1-39 0,-2-3-37 16,-2-1-192-16,-3-3-545 0,4-1 241 0</inkml:trace>
  <inkml:trace contextRef="#ctx0" brushRef="#br0" timeOffset="165412.87">25190 15001 14 0,'0'0'126'16,"0"0"-10"-16,0 0-13 0,0 0-11 0,0 0-37 0,0 0-47 16,0 0-47-16,0 0-41 0,0 0-86 0,10 35 39 15</inkml:trace>
  <inkml:trace contextRef="#ctx0" brushRef="#br0" timeOffset="165848.14">25399 15165 191 0,'2'4'224'0,"-2"-4"8"0,0 0-9 15,-4 14-9-15,0-6-6 0,4-8-12 0,-8 27-7 16,6-14-17-16,-1 0-17 0,2 1-17 0,0 5-10 15,0-1-1-15,-2-4-7 0,3 4-12 0,0-6-2 16,0-1-13-16,0 1-2 0,0-2-5 0,0 1 1 16,0-2-16-16,0-2-5 0,2-1-5 0,-2-6-7 15,1 10 3-15,-1-10 9 0,0 0-7 0,0 0 8 16,0 14 4-16,0-14 5 0,0 0 0 0,0 0-2 16,0 0-10-16,0 0-12 0,0 0 3 0,0 0-4 15,0 0-6-15,0 0-6 0,0 0-7 0,16-20-2 16,-6 13-13-16,-1 1 5 0,-1 0-10 0,5 1 2 15,-3 1-4-15,3 0 0 0,-3 2-1 0,3 0-9 16,-13 2 7-16,23 3 8 0,-12 0-15 0,-2-1-1 16,2 2 1-16,-2 2-1 0,-2-3 5 0,-2 2-9 15,-1 3-1-15,0-4 11 0,-1 3 0 0,-3 0-2 16,0-7-6-16,-4 16 4 0,-1-8 0 0,-2 0 2 16,-2-1-1-16,-6 2 1 0,3-2 2 0,-8-1-2 15,4 1 6-15,1-2 6 0,-4-1-11 0,4-1-20 16,-3 1-8-16,5-1-9 0,1-3-32 0,1 3-18 15,1-5-42-15,-3 1-43 0,4 0-49 0,1-2-51 16,8 3-45-16,-12-6-205 0,12 6-561 0,-11-8 249 16</inkml:trace>
  <inkml:trace contextRef="#ctx0" brushRef="#br0" timeOffset="166463.93">25075 15234 53 0,'0'0'125'0,"0"0"5"16,2-7-7-16,-2 7-1 0,0 0 0 0,0 0 2 15,0 0-2-15,0 0-6 0,0 0-8 0,1-6-6 16,-1 6 4-16,0 0-7 0,0 0 6 0,0 0 5 15,0 0 5-15,0 0-2 0,0 0-2 0,-5 23-9 16,1-13 0-16,-1-1-3 0,-1 4-7 0,-1-4-3 16,2 2-6-16,-2 1-2 0,1 4-6 0,1-6-9 15,-4 5-4-15,4-7-5 0,-1 5-1 0,1-4-9 16,1 1-7-16,2-1 6 0,-2 0-5 0,0-3-15 16,2 1-2-16,2-7-1 0,-4 9-2 0,4-9-2 15,-5 8-1-15,5-8-1 0,-1 6-10 0,1-6-11 16,-3 4-20-16,3-4-35 0,0 0-24 0,0 0-30 15,0 0-46-15,0 0-43 0,0 0-40 0,0 0-161 16,0 0-435-16,0 0 193 0</inkml:trace>
  <inkml:trace contextRef="#ctx0" brushRef="#br0" timeOffset="166857.29">25803 15266 199 0,'0'0'212'0,"0"0"-6"16,0 0-13-16,0 0-8 0,0 0-12 0,0 0-6 15,0 0-5-15,0 0-12 0,0 0-11 0,0 0-18 16,30 3-2-16,-22-5-20 0,3 4-11 0,-3-1-9 15,0 0-29-15,-1 0-34 0,-7-1-34 0,14 3-47 16,-14-3-45-16,9 1-32 0,-3 0-37 0,-6-1-129 16,0 0-332-16,0 0 147 0</inkml:trace>
  <inkml:trace contextRef="#ctx0" brushRef="#br0" timeOffset="167012.88">25832 15368 123 0,'0'0'186'15,"0"0"-6"-15,0 0-3 0,0 0 1 0,0 0-6 16,0 0-12-16,0 0-11 0,0 0-10 0,18 4-15 16,-10-6-18-16,5-1-7 0,-3 2-31 0,2 0-39 15,-12 1-51-15,25-4-59 0,-12 0-65 0,0 3-128 16,5-5-297-16,-4 0 133 0</inkml:trace>
  <inkml:trace contextRef="#ctx0" brushRef="#br0" timeOffset="167629.94">26481 15479 78 0,'0'0'241'0,"0"0"-7"16,0 0-11-16,0 0-13 0,-8-6-20 0,8 6-10 0,0 0-15 15,0 0-12-15,0 0-9 0,13-20-10 0,-9 14-8 16,3-1-8-16,4-2-4 0,-2 0-4 0,0 2-4 16,5-6-7-16,-3 1-8 0,5-1-9 0,-3 1-3 15,-4-1-4-15,1 4-3 0,2-5-5 16,-1 3-8-16,-1-2-5 0,-3 3-10 0,1-4 2 15,-3 3-4-15,0 0-8 0,1 2 2 0,-3 6 17 0,1-4-13 16,-4 7 0-16,2-12-4 0,0 8 3 0,-2 4-4 16,2-9-13-16,-2 9 6 0,0 0-1 15,0 0-2-15,0 0-2 0,0 0 4 0,0 0-8 16,0 0 6-16,-27 12 1 0,19-5-7 0,1 3 8 16,-2 3-2-16,0-3 2 0,4 0-4 0,-3 7 2 15,3-2-3-15,1-4-6 0,4-1 6 0,-5 1-5 0,5-2-1 16,0 2 0-16,5 0 1 0,-3-3 1 0,1 3-7 15,5-3 6-15,1-2-10 0,1-2-11 16,2 2-22-16,0-3-29 0,4-3-32 0,-1 2-32 16,1-4-45-16,-1 4-48 0,-1-4-46 0,-1-1-33 15,1 1-206-15,-7-2-539 0,2 0 239 0</inkml:trace>
  <inkml:trace contextRef="#ctx0" brushRef="#br0" timeOffset="167789.06">26661 15075 21 0,'-4'-3'189'15,"4"3"-14"-15,-7-6-25 0,7 6-6 0,0 0-24 16,0 0-13-16,0 0-8 0,0 0-32 0,0 0-39 16,0 0-45-16,22 20-44 0,-11-13-110 0,1 2-185 15,1 1 83-15</inkml:trace>
  <inkml:trace contextRef="#ctx0" brushRef="#br0" timeOffset="168230.29">27002 15256 43 0,'-4'7'214'0,"4"2"1"0,-5 2 5 0,1 1-3 15,-1 5-14-15,1-2 5 0,4 2-12 0,-2 0-6 16,0 1-12-16,1-2-10 0,-1 0-17 0,2-1-7 15,-2-1-2-15,6-2-11 0,-4 2-5 16,1-4-11-16,-1 0-3 0,2 0-8 0,0-1-11 0,-2-1 1 16,2-3-5-16,-2-5-7 0,2 11 0 0,-2-5 12 15,0-6-3-15,0 0 2 0,4 8-5 0,-4-8 8 16,0 0 1-16,0 0-9 0,0 0-6 0,0 0-6 16,0 0-12-16,0 0-3 0,15-16-5 15,-11 10-4-15,-2 0-4 0,4-2-4 0,1 0-5 0,-1 3-1 16,4-3-10-16,-3 3-2 0,2-3-1 0,0 3-6 15,4 1 1-15,-1 1 0 0,-1 0-15 0,2 2 4 16,1-1 3-16,-1 2-4 0,1 0 3 0,-3 4-2 16,0 0-4-16,1-1 1 0,-2 1 0 0,-3-1-9 15,1 3 8-15,-4-2 1 0,0 2-4 0,-1 0-2 16,-3-6 4-16,-1 10 1 0,1-10-2 0,-8 12 3 16,0-5-1-16,-2-1-10 0,-1-1 10 0,-5 1 0 15,2-2 1-15,-2 2-2 0,-1-3 1 0,3 0-7 16,-4-1-15-16,4 0-10 0,4-1-31 0,-4-2-33 15,2 1-37-15,0 0-6 0,0-1-53 16,1 0-55-16,2-3-66 0,2 2-53 0,-2-3-212 0,9 5-619 16,-11-10 275-16</inkml:trace>
  <inkml:trace contextRef="#ctx0" brushRef="#br0" timeOffset="168496.73">27195 14845 193 0,'-2'-10'322'0,"0"2"-12"16,2 2-13-16,-4 0-17 0,4 6-22 0,0 0-20 16,0 0-5-16,0-17-30 0,0 17-22 0,0 0-16 15,0 0-17-15,0 0-31 0,0 0 2 16,0 0-7-16,0 0-16 0,-4 32-8 0,3-18-10 15,-1 1-31-15,4 3-32 0,-4 0-44 0,-1 0-38 0,6 1-47 16,-1 0-40-16,-1 0-46 0,1 1-35 0,0-1-216 16,2 1-487-16,1-2 216 0</inkml:trace>
  <inkml:trace contextRef="#ctx0" brushRef="#br0" timeOffset="168874.36">27643 15293 37 0,'0'0'301'0,"0"0"5"0,-14 5 1 0,14-5-3 16,0 0-14-16,-7 1-27 0,7-1-17 0,0 0-25 15,0 0-22-15,0 0-21 0,0 0-11 0,0 0-13 16,0 0 2-16,0 0-2 0,0 0-19 0,0 0-3 16,26 6-4-16,-14-6-11 0,3-1-7 0,-2 1 0 15,0 0-8-15,0 0-2 0,0-2-1 0,-3 0 5 16,1 2-10-16,-3 0-2 0,-8 0-3 0,13-1 4 16,-13 1-4-16,10 0 5 0,-10 0-5 0,0 0 5 15,12-1 3-15,-12 1-4 0,0 0 3 0,0 0-9 16,9 0-5-16,-9 0-4 0,0 0-7 0,0 0-10 15,0 0-3-15,0 0-5 0,0 0-19 0,0 0-18 16,0 0-21-16,0 0-40 0,0 0-46 0,0 0-65 16,0 0-51-16,0 0-56 0,0 0-63 0,0 0-58 15,0 0-367-15,0 0-813 0,0 0 360 0</inkml:trace>
  <inkml:trace contextRef="#ctx0" brushRef="#br0" timeOffset="170396.66">28055 15203 16 0,'0'0'236'0,"-10"-1"2"0,2-1-15 0,8 2-10 15,-13-1-10-15,13 1-9 0,-13 0-11 0,6-1-9 0,7 1-7 16,-13-1-10-16,13 1-10 0,0 0-10 16,-11-2-10-16,11 2-14 0,0 0-3 0,0 0-8 0,-9 0-8 15,9 0-6-15,0 0-3 0,0 0-4 0,0 0-9 16,0 0-5-16,0 0-5 0,35-1-4 0,-17 2-9 15,3-2 7-15,-1 0-17 0,2-1-16 0,-3 1-21 16,2 1-23-16,-4-1-30 0,-2 0-32 16,-3 1-35-16,-2 0-47 0,1-3-41 0,-5 3-28 15,-6 0-25-15,10-1-138 0,-10 1-430 0,0 0 191 0</inkml:trace>
  <inkml:trace contextRef="#ctx0" brushRef="#br0" timeOffset="171313.89">28101 15183 54 0,'0'0'168'0,"-7"2"10"0,7-2 1 16,-6 5 3-16,6-5 10 0,-5 9 4 0,3-4-11 15,0 3 1-15,0 2-5 0,-1 1 4 0,0 0-7 0,1 4-4 16,2 2-14-16,2 1-16 0,-2 1-6 16,0-3 0-16,0 0-23 0,0 0-7 0,3 2-13 15,-3-3-7-15,0 0-7 0,3-2-6 0,-2-1-8 16,0 2-10-16,1-1-5 0,-2-4-3 0,0 4-5 15,0-5-6-15,0 0-2 0,-2 0-6 0,2-8-13 16,-2 13 12-16,-4-8 1 0,4 0-8 0,2-5 3 16,-9 8-8-16,7-6-1 0,-6 1-4 0,8-3 6 15,-13 1-23-15,13-1 15 0,-14-3-4 0,14 3 3 16,-12-4-2-16,5 2 6 0,7 2-5 0,-9-8-2 16,9 8-2-16,-7-5 2 0,7 5 0 0,-6-6-5 15,6 6 2-15,0 0-2 0,0 0-4 0,0 0-3 16,0 0-7-16,0 0 10 0,17-9 0 0,-8 7-5 15,3 0-9-15,1 1-7 0,1-2-16 0,3 2-12 16,0-2-21-16,2 1-19 0,0-2-24 0,1 1-9 16,0 0-20-16,0-1-7 0,-1-2-8 0,-2 1 2 15,1 1 0-15,-6 1 17 0,1-3 7 0,-1 3 20 16,-2-4 10-16,0 5 8 0,-1-4 7 0,-5 3 15 16,4-2 13-16,-3 0 18 0,-2-1 19 0,0 0 19 15,-3 6 21-15,4-8 14 0,-4 8 10 0,2-10 9 16,-2 10 8-16,2-7 8 0,-2 7 8 0,0 0 2 15,4-8 2-15,-4 8-1 0,0 0-2 0,0 0-2 16,0 0-4-16,2-6 16 0,-2 6 15 0,0 0 15 16,0 0 7-16,0 0-6 0,1 25-25 0,-2-15 18 15,2 0 0-15,1 2-3 0,-2-1-10 0,0 1-10 16,-2 1-3-16,4-3-15 0,-1 0-3 0,0 2-4 16,1-1-9-16,0 0-2 0,-1-1-19 0,1 0 3 15,0-3 3-15,-1-1-15 0,-1-6-12 0,3 10-19 16,-3-10-18-16,1 7-5 0,-1-7-7 0,0 0-13 15,0 0-12-15,0 0 6 0,0 0-4 0,0 0 8 16,0 0 1-16,0 0 8 0,0 0 3 0,5-22 6 16,-6 11 3-16,2 3 5 0,1-3 1 0,-1-2 5 15,2 2 1-15,-2-4 0 0,-1 3 6 0,1-4 1 16,1 0-2-16,0 3 13 0,2-2 5 0,-1-2 1 16,5-3 2-16,-2 4 6 0,2 1 0 0,4 2 1 15,-5 3 8-15,1 2 5 0,1 0-2 0,1 3-2 16,-1 1 6-16,-1 2-6 0,-1 0 1 0,-7 2 12 15,20 4-1-15,-11 0-2 0,0 3 1 16,-2 0-14-16,0 4 10 0,-3-1 4 0,-1 1 4 0,0 1-1 16,-1 1 5-16,-5 1-6 0,0-2 2 0,-3 3-4 15,2-4-10-15,-1-1 2 0,-2-1-5 0,0 1-1 16,2-2-1-16,1 3 1 0,-3-5-1 0,5-1-13 16,-1 1 4-16,3-6-15 0,-2 8-6 0,2-8-18 15,3 11 10-15,-3-11-7 0,7 5-2 16,1-3 6-16,-2 0 1 0,5 2 1 0,-3-3 6 15,1 1-3-15,3 0 3 0,-3 0-10 0,-2 0 15 0,2 0-1 16,-9-2-1-16,9 3 5 0,-4 1-2 0,0-2 7 16,-5-2 5-16,3 5 4 0,-3-5 7 15,0 0-1-15,0 0 5 0,-11 15-1 0,6-10 2 16,0-2-4-16,-2 1 7 0,-3 1-5 0,1 0-5 16,-3-2 2-16,2 0-17 0,-2 2-20 0,1-2-25 15,2-2-31-15,1 1-35 0,0 1-43 0,8-3-47 16,-13 1-66-16,7 0-228 0,6-1-542 0,-12-1 239 0</inkml:trace>
  <inkml:trace contextRef="#ctx0" brushRef="#br0" timeOffset="171729.94">29177 15281 91 0,'0'0'279'0,"0"0"-6"0,0 0-10 0,0 0-11 0,0 0-16 16,0 0-16-16,0 0-13 0,0 0-14 0,0 0-18 15,0 0 1-15,0 0 1 0,0 0-9 0,0 0-4 16,0 0-9-16,0 0-14 0,14 10-8 0,-14-10-8 16,17 0-13-16,-6 0-9 0,-11 0-10 15,24-2-31-15,-11 0 29 0,-1 0-27 0,2 2-30 0,-3-1-38 16,1-2-40-16,-3 1-51 0,-9 2-42 0,0 0-34 15,16 0-52-15,-16 0-50 0,7 0-234 0,-7 0-549 16,0 0 243-16</inkml:trace>
  <inkml:trace contextRef="#ctx0" brushRef="#br0" timeOffset="171864.29">29214 15361 137 0,'-6'5'206'0,"2"-1"1"15,4-4-10-15,-7 7 2 0,7-7-10 0,-3 4 0 16,3-4-4-16,0 0-5 0,0 0-9 0,6 11-15 0,-6-11-17 15,14 1-10-15,-5-1-11 0,-1 1-31 0,1-1-42 16,-9 0-45-16,14 0-55 0,-14 0-74 16,13-2-65-16,-8 3-166 0,-5-1-389 0,0 0 172 15</inkml:trace>
  <inkml:trace contextRef="#ctx0" brushRef="#br0" timeOffset="173913.96">29310 15664 59 0,'0'0'241'0,"25"-13"-18"15,-17 10 0-15,1-1-18 0,0-3-14 0,4 1-4 16,-3 0-19-16,3-1-7 0,1-2-5 0,-2 3-11 15,1-6-6-15,2 3-13 0,-4 0-5 0,-2 2-4 16,1-6-6-16,3 0-1 0,-5 4-8 0,-2-2-1 16,1 0-13-16,0 0-2 0,-2 2-1 0,-1-1-3 15,0-2-5-15,-3 3 0 0,-1 9 1 0,3-14-1 16,-3 14 2-16,2-10-5 0,-2 10-9 0,0 0 0 16,2-12-11-16,-2 12-8 0,0 0 2 0,0 0 1 15,0 0-11-15,0 0 9 0,0 0-11 0,0 0-6 16,-28 22 0-16,21-12-10 0,2 2 11 0,0-3-6 15,1 2-2-15,1 1-2 0,1-2-8 0,-1 0 6 16,3-10-12-16,-2 22 4 0,2-13 0 0,1 1-2 16,3-2 5-16,-2 2 2 0,6-4-32 0,-2 1-34 15,2-1-36-15,2-3-34 0,1-1-36 0,0 0-48 16,2-2-43-16,-13 0-34 0,25-4-33 16,-17 2-177-16,2-3-531 0,-2-1 235 0</inkml:trace>
  <inkml:trace contextRef="#ctx0" brushRef="#br0" timeOffset="174062.43">29586 15207 132 0,'-9'-8'191'0,"9"8"-13"0,-4-6-18 16,4 6-15-16,0 0-27 0,0 0-2 0,0 0-13 15,0 0-14-15,0 0-35 0,-7 19-50 0,7-19-64 16,3 28-145-16,-1-15-223 0,2 1 99 0</inkml:trace>
  <inkml:trace contextRef="#ctx0" brushRef="#br0" timeOffset="174879.74">29784 15485 141 0,'0'0'264'0,"0"0"9"0,-1 9-5 0,1-9 2 16,0 0-14-16,-1 17-14 0,-2-7-5 0,3-10-18 16,-1 23-16-16,-2-10-17 0,3 0-7 0,-1 3-14 15,1 1-5-15,-3 0-20 0,2-2-15 16,1 1-14-16,-5-1-8 0,7-2-11 0,0 0-10 16,-1-4-9-16,1 2-6 0,0-1-7 0,-2 0-3 0,0-10-5 15,0 15-6-15,0-15-4 0,2 10-5 0,-2-10-6 16,2 9-9-16,-2-9 2 0,0 0-4 0,1 10 7 15,-1-10-4-15,0 0 7 0,0 0-9 16,0 0-5-16,0 0 2 0,0 0-8 0,0 0 7 16,0 0-2-16,0 0 2 0,0 0 1 0,0 0-12 15,0 0 5-15,0 0-4 0,0 0-1 0,0 0-7 16,0 0 5-16,0 0 5 0,0 0 0 0,0 0-2 0,0 0 1 16,0 0-7-16,0 0 4 0,-4-32 8 0,4 32-16 15,0 0 7-15,0-14 2 0,0 14-8 16,0 0-3-16,3-13 7 0,-3 13-1 0,0 0-1 15,0 0 11-15,0 0-14 0,1-12-2 0,-1 12 10 16,0 0-7-16,0 0-2 0,0 0 0 0,4-8-1 16,-4 8 4-16,0 0-2 0,0 0 0 0,0 0 6 15,0 0-1-15,0 0 4 0,0 0-8 0,0 0 7 16,0 0-8-16,0 0 5 0,0 0-3 0,0 0 2 16,0 0 0-16,0 0-4 0,0 0 9 0,0 0-4 15,0 0-3-15,0 0 6 0,0 0-8 0,0 0 5 16,0 0-3-16,0 0-1 0,0 0-1 0,0 0 1 15,0 0 1-15,0 0 6 0,0 0-4 0,0 0 5 16,0 0-1-16,0 0-4 0,0 0 3 0,0 0 3 16,-3-9 8-16,3 9-4 0,0 0-3 0,0 0 0 15,0 0-2-15,0 0 0 0,0 0 2 0,0 0-2 16,0 0-8-16,0 0 6 0,0 0-4 0,0 0 3 16,0 0-6-16,0 0 1 0,0 0 2 0,0 0 3 15,0 0 7-15,0 0 1 0,4-7-3 0,-4 7-3 16,0 0 3-16,3-8 0 0,-3 8 6 0,2-9-5 15,-2 9 1-15,9-7-11 0,-5 1 2 0,1 2 6 16,1 0 8-16,4-2-11 0,0 3-2 16,0-1 7-16,0 0 2 0,3-2-4 0,-2 4-13 0,2 0 10 15,0 1-3-15,-3 1 2 0,2 1-3 0,-3 1 0 16,1 2 7-16,0 1-7 0,-2 2-3 0,-1-1 2 16,-3 3-2-16,0-1-1 0,-1 3-1 0,-1-2 1 15,-4 0 3-15,0 2 0 0,0-2 4 0,-3 2 0 16,1-2 1-16,-3-1 1 0,-4 1-2 0,2-2 0 15,-1 0-1-15,-3-1 6 0,2-2-16 16,-2-1-8-16,-6 0-21 0,7-1-15 0,-3-1-26 0,2-1-34 16,-2-1-35-16,-1-3-49 0,-2 0-55 0,5 0-68 15,1-1-279-15,0 0-647 0,2-1 285 0</inkml:trace>
  <inkml:trace contextRef="#ctx0" brushRef="#br0" timeOffset="175034.95">29971 15618 34 0,'0'0'173'0,"0"0"-19"16,0 0-20-16,0 0-36 0,0 0-50 0,0 0-42 16,0 0-55-16,0 0-51 0,0 0-108 0,0 0 48 15</inkml:trace>
  <inkml:trace contextRef="#ctx0" brushRef="#br0" timeOffset="180717.33">24285 16366 37 0,'0'0'197'0,"0"0"-1"0,0 0-4 0,0 0-9 0,0 0-1 15,0 0-6-15,0 0 0 0,-14 18-10 0,5-10-2 16,-1 0-9-16,-3 3-4 0,0 2-9 0,-3 1-5 16,0 0-9-16,-7 4-15 0,-3-2-4 0,1 5-4 15,1-4-12-15,1-1-12 0,0 1-6 0,0-4-12 16,-1 6-1-16,2-6-3 0,0 3-11 0,6-6-8 16,2 0 1-16,1-1-8 0,1-2-1 0,5-3 0 15,-2 0 2-15,1-1-7 0,8-3-5 16,-9 6 1-16,9-6-3 0,-8 4 0 0,8-4-4 15,0 0-2-15,0 0-3 0,0 0-2 0,-5 1-1 16,5-1-2-16,0 0 3 0,21-9-5 0,-10 6 0 16,1 0-1-16,6-1 0 0,-2-1-1 0,3 2 2 15,-1-1-3-15,3 2 0 0,-1 2-1 0,-1-2 0 16,2 1-1-16,-1 1 0 0,0 0 3 0,-1 0-5 16,1 1 6-16,-2 1-2 0,0 0-5 0,0-2 0 15,-4 2-1-15,2-4-2 0,2 2 4 0,-6-1 0 16,2 0-1-16,0 1 2 0,-1-3-1 0,-2 2-4 15,1-1 3-15,0-1 1 0,-6 0 6 0,-6 3 11 16,12-4-14-16,-5 0 4 0,-4 0-2 0,-3 4 1 16,7-11-3-16,-6 5 3 0,-1 6 1 0,2-15 0 15,-2 7 1-15,-3-1-2 0,0-1 1 0,-1 1 0 16,-3-3 0-16,1 3-2 0,-3-1 4 0,-2-3-3 16,0 1-3-16,-1 1-1 0,-3 1 2 0,2 1 4 15,-3 2 1-15,4 2-9 0,1-1 2 0,-2 0-7 16,3 3-14-16,-1 1-24 0,1 0-27 0,0-1-41 15,10 3-37-15,-15-2-50 0,15 2-49 0,-11 2-213 16,11-2-499-16,0 0 221 0</inkml:trace>
  <inkml:trace contextRef="#ctx0" brushRef="#br0" timeOffset="181097.92">24595 16379 113 0,'0'0'216'0,"0"0"-3"16,0 0-15-16,0 0-14 0,0 0-2 0,0 0 8 15,0 0-2-15,6 14-14 0,-6-14-13 0,1 18-7 16,3-7-3-16,-2 2-11 0,0-1-18 0,-1 1-8 16,2-1-14-16,0 5-6 0,5-3-7 0,-3 1-2 15,0-4-6-15,-1-2-6 0,1 2-2 0,-1-3-6 16,4 1-3-16,-4-2-3 0,2-1 1 0,-6-6 0 15,10 8 2-15,-3-5 0 0,-7-3-5 0,11 4-3 16,-11-4 1-16,0 0-2 0,17-2-4 0,-17 2 10 16,14-7-9-16,-10 1 1 0,2-2-10 0,-1 2-7 15,0-5 1-15,2 2-4 0,-5-2-6 0,1-1-5 16,-1 2 4-16,2-6-5 0,-2 4-3 0,-1 0-5 16,1 0-19-16,0-1-9 0,-1 4-19 0,0-2-16 15,-1 11-20-15,1-12-21 0,-1 12-34 0,4-10-28 16,-4 10-29-16,0 0-28 0,0 0 0 0,0 0 4 15,0 0-12-15,0 0-1 0,0 0-3 0,0 0-137 16,15 17-390-16,-9-8 173 0</inkml:trace>
  <inkml:trace contextRef="#ctx0" brushRef="#br0" timeOffset="181332.26">24983 16532 109 0,'0'0'189'0,"0"0"4"16,0 0 5-16,0 0-9 0,0 0 2 0,-19 6-3 15,10-5-3-15,-1 3-8 0,-1 1 0 0,0 0-2 16,1-1-6-16,-2 1-5 0,-1 3-2 0,5-2-3 16,-2-1-11-16,0 4-1 0,3-1-12 0,0 0-11 15,3 1-14-15,-2 1-7 0,2 0-15 0,2 0 8 16,2-10-18-16,-2 16-11 0,2-16-12 0,3 19 1 0,-1-13 6 16,2 2-18-16,4 0-4 0,0-2-4 15,-1-1-21-15,3 1-28 0,2-3-33 0,-3 2-39 16,2-3-49-16,1 0-46 0,-1 0-44 0,3-4-59 15,-1 1-228-15,-1-2-553 0,4-2 244 0</inkml:trace>
  <inkml:trace contextRef="#ctx0" brushRef="#br0" timeOffset="181494.71">25342 16534 85 0,'0'0'212'16,"13"-5"1"-16,-13 5-6 0,14-3-10 0,-4 1-18 15,-10 2-19-15,20-5-14 0,-9 4-15 0,-2-1-14 16,3 1-30-16,-12 1-39 0,17-3-37 0,-17 3-49 16,10-1-51-16,-10 1-37 0,0 0-131 0,0 0-279 15,0 0 124-15</inkml:trace>
  <inkml:trace contextRef="#ctx0" brushRef="#br0" timeOffset="181644.46">25410 16606 140 0,'0'0'175'0,"-5"7"-4"0,5-7-4 0,0 0 2 0,0 0-6 16,0 0 2-16,0 0-11 0,0 0-8 16,7 10-10-16,-7-10-14 0,14-1-12 0,-6 1-23 15,-8 0-34-15,21-2-38 0,-10 1-46 0,2-2-53 16,3 0-65-16,-3 1-137 0,1-1-308 0,-1-1 137 16</inkml:trace>
  <inkml:trace contextRef="#ctx0" brushRef="#br0" timeOffset="183429.89">26410 16409 142 0,'-5'-7'209'0,"5"7"-5"16,-2-5 2-16,2 5-3 0,0 0-5 0,-3-9-1 15,3 9-13-15,0 0-10 0,-2-8-10 0,2 8-5 16,0 0-21-16,0 0-6 0,0 0-11 0,0 0-9 0,0 0-8 16,0 0-1-16,0 0 3 0,0 0-2 0,0 0-1 15,0 0-1-15,0 0-11 0,0 33-6 16,2-22-7-16,0 1 5 0,-1 0-21 0,1 5-1 15,3-2-9-15,-3-2-6 0,2 2-2 0,1-1-4 16,-1-2-8-16,-2 2 4 0,1-2 2 0,3-2-10 16,-1 3-3-16,0-4 1 0,-1 1-9 0,0-1 0 15,1 0-7-15,-1-1 5 0,-2-2-1 0,4-1-1 16,-4 3-5-16,2-4 6 0,-4-4-3 0,5 7-4 16,-5-7 5-16,4 7-1 0,-4-7 18 0,4 4 5 15,-4-4 9-15,0 0-21 0,0 0 3 0,12-15-3 16,-10 9 3-16,2-3-6 0,-1-1 2 0,1-1-4 15,0-6-4-15,1 2 2 0,-1-1 3 0,-2-1-4 16,2-1 5-16,2-6-13 0,-2 6 3 0,-2-2 1 16,3 2-1-16,-1 1 4 0,0 5-10 0,-3 1 3 15,4-1-1-15,-3 4-7 0,0 1-15 0,0 2-27 16,-2 5-30-16,3-10-35 0,-3 10-21 0,0 0-18 16,0 0-31-16,0 0-38 0,0 0-36 0,10 17-43 15,-12-5-216-15,2-12-554 0,2 24 245 0</inkml:trace>
  <inkml:trace contextRef="#ctx0" brushRef="#br0" timeOffset="183679.79">26810 16562 161 0,'0'0'225'0,"0"0"5"15,0 0-2-15,-29 4-3 0,16-3-5 0,3 2-7 16,-2 0-4-16,1 1-9 0,-2 3-7 0,-1 1-9 0,5-2-10 15,-2 2-11-15,2 1-11 0,0-1-4 16,0 2-16-16,0-3-17 0,4 2-6 0,-1 1-12 16,3 0-8-16,-1 0-9 0,4-10-6 0,0 18-8 15,4-9-2-15,-4-9-11 0,5 13-4 0,1-6-19 16,2-2-19-16,1-1-17 0,1-1-44 0,4-1-30 16,-3-1-38-16,3-1-41 0,0 0-37 0,3-3-41 15,1 0-46-15,-5-1-179 0,-3 0-499 0,3-1 222 16</inkml:trace>
  <inkml:trace contextRef="#ctx0" brushRef="#br0" timeOffset="183896.73">26897 16133 36 0,'0'0'243'0,"2"-14"-13"0,-2 14-7 0,0 0-16 0,3-14-9 15,-3 14-1-15,0 0-1 0,0 0-14 0,0 0-16 16,0 0-18-16,0 0-12 0,9 39-9 0,-5-23-17 16,0 1-13-16,0 1-29 0,-3-1-34 15,-1 1-39-15,4-3-28 0,1 4-46 0,-3-2-26 0,1 0-43 16,1 1-30-16,0-1-164 0,1 1-370 0,-3-3 164 16</inkml:trace>
  <inkml:trace contextRef="#ctx0" brushRef="#br0" timeOffset="184146.73">27132 16575 36 0,'0'0'265'16,"0"0"6"-16,0 0-3 0,0 0-5 0,0 0-15 16,0 0-14-16,0 0-19 0,0 0-4 0,7 8-8 15,-7-8-7-15,12 0-8 0,-12 0-12 0,20 1-10 16,-8-2-11-16,1-1-10 0,1 2-12 0,3-1-17 15,1-2-13-15,-5 2-6 0,6-2-5 0,0 3-16 16,-5 0-1-16,-3-2-13 0,3 1-5 0,-3 1-8 16,-11 0 0-16,15-3-26 0,-5 2-20 0,-5 0-36 15,-5 1-30-15,10 0-46 0,-10 0-55 0,0 0-67 16,12-7-70-16,-12 7-245 0,0 0-591 16,6-7 261-16</inkml:trace>
  <inkml:trace contextRef="#ctx0" brushRef="#br0" timeOffset="184730.26">27757 16369 235 0,'0'0'235'0,"0"-8"-10"0,0 8-2 16,0 0-17-16,0 0-18 0,0 0-15 0,0 0-20 15,0 0-5-15,0 0 8 0,0 0 6 0,0 0-5 16,9 19-6-16,-6-9-5 0,3 5-2 0,-1 1-16 16,-1-1-2-16,0 1-16 0,4 1-12 0,-2 0 4 15,-1 0-17-15,-1 0-5 0,5-2-12 0,-5 1-6 16,1-4 3-16,-2 1-16 0,1-2-11 0,2 1 3 16,-4-2-8-16,3 0-7 0,-1-2 10 0,0-2-6 15,0 0 3-15,-4-6 7 0,4 6 9 0,-4-6 2 16,6 2 3-16,-6-2-8 0,0 0-3 0,14-6-6 15,-7 2-2-15,-3-2-1 0,3 0-1 16,1-4 0-16,-5 1-5 0,6 0-8 0,-2-5 5 16,-1 2-9-16,1-2 2 0,1-2 1 0,1 1-2 0,-1 0 0 15,0-3-4-15,-2 1-3 0,3 2 3 0,-3-2-5 16,-2 2 7-16,1 1-9 0,0 2 6 0,2 2-4 16,-5 1 3-16,0 2-2 0,-1 3 2 15,-1 4-4-15,4-11 5 0,-4 11-20 0,0 0-1 16,6-11-16-16,-6 11-13 0,3-4-20 0,-3 4-16 15,0 0-21-15,0 0-31 0,0 0-32 0,0 0-42 16,0 0-36-16,0 0-34 0,-8 26-46 0,3-16-193 16,5-10-550-16,-5 12 244 0</inkml:trace>
  <inkml:trace contextRef="#ctx0" brushRef="#br0" timeOffset="185146.15">28303 16541 129 0,'0'0'245'0,"-4"-3"-7"16,4 3-5-16,-7-4-13 0,7 4-6 0,-9-2-8 16,9 2-13-16,-11-1-7 0,11 1-6 0,-13 3-5 15,5 0-8-15,0 0-4 0,-1 5-2 0,2-2-5 16,-1 2-12-16,0 0-8 0,1 2-6 16,1 0-2-16,1-1-10 0,0 1-9 0,3 1-1 15,1-1-4-15,1-10-11 0,-2 21-6 0,2-11-6 0,1-1-7 16,0-2-6-16,-1-7-7 0,6 12 2 0,-3-6-11 15,3-1-6-15,4 1-9 0,0-1-7 16,0 0 0-16,0-2 0 0,1-3-25 0,3 0-24 16,-1 0-38-16,-1 0-37 0,1 0-47 0,-2-4-47 15,1 0-53-15,-2 0-71 0,-1 0-280 0,-9 4-640 16,17-9 283-16</inkml:trace>
  <inkml:trace contextRef="#ctx0" brushRef="#br0" timeOffset="185377.33">28808 16457 167 0,'0'0'264'0,"0"0"-8"15,2-8 0-15,-2 8-7 0,0 0-20 0,0 0-10 16,0 0-16-16,0 0-11 0,0 0-8 0,0 0-21 15,30 5-14-15,-21-2-11 0,3-1-22 0,-3-1-15 16,4-1-31-16,-5 1-33 0,1-1-49 0,-2 1-41 16,-7-1-57-16,0 0-44 0,17-1-44 0,-11 1-28 15,-6 0-148-15,0 0-404 0,0 0 179 0</inkml:trace>
  <inkml:trace contextRef="#ctx0" brushRef="#br0" timeOffset="185562.99">28861 16563 194 0,'-5'4'205'16,"5"-4"7"-16,-4 6 2 0,4-6 1 0,-5 4-8 16,5-4-6-16,0 0-3 0,-2 7-3 0,2-7-14 15,0 0-20-15,0 0-5 0,0 0-23 0,17 0-9 16,-5-3-12-16,-2 2-13 0,2-2-32 0,2 1-31 16,-1 0-41-16,6-3-46 0,-2 0-55 0,2 2-40 15,1-3-72-15,-1 1-180 0,0 0-430 0,0 0 190 16</inkml:trace>
  <inkml:trace contextRef="#ctx0" brushRef="#br0" timeOffset="186198.03">29665 16399 148 0,'-2'-10'256'0,"2"10"-7"0,0 0-4 16,-4-12-6-16,4 12-10 0,0 0-17 0,0 0-11 16,0 0-19-16,-1-10-19 0,1 10-15 0,0 0-12 15,0 0-12-15,0 0-2 0,0 0 11 0,0 0-9 16,0 0 3-16,0 0-21 0,0 0-6 0,16 31 3 16,-13-21-10-16,-1 1-5 0,3-1-4 0,1 1-3 15,-3 1-13-15,3-2 2 0,-3 1-9 0,2 0-5 16,0 0-5-16,-1-1-5 0,1 0-5 0,2 2-3 15,-2-2-9-15,3-3-3 0,-3 3-2 0,1-4 0 16,1 2-3-16,-7-8 2 0,6 9-9 0,0-5 5 16,-6-4-4-16,8 8-4 0,-8-8 3 15,5 4-1-15,-5-4 6 0,0 0 7 0,10 4-13 16,-10-4 1-16,0 0-3 0,18-4 4 0,-18 4 4 16,12-7-6-16,-3 1 8 0,-2-1-2 0,2 0-2 15,-2-2 0-15,2 0 8 0,-2-2-13 0,2-2 4 0,-2-3-2 16,1 2-5-16,0-4 2 0,1 0 3 0,-1 1-7 15,-2-2 2-15,1 0 5 0,-1 2-6 16,-1-2-3-16,1 3 0 0,-2 2 5 0,-1 2-11 16,-2 0 7-16,3 2 5 0,-3 1 0 0,-1 9 0 15,3-13-5-15,-3 13 4 0,2-8-6 0,-2 8-5 16,0 0 0-16,0 0-16 0,3-11-19 0,-3 11-5 16,0 0-15-16,0 0-29 0,0 0-35 0,0 0-36 15,0 0-40-15,-10 33-46 0,6-23-33 0,1 1-37 16,1 0-228-16,-3 5-585 0,5-3 258 0</inkml:trace>
  <inkml:trace contextRef="#ctx0" brushRef="#br0" timeOffset="186463.87">30235 16553 98 0,'0'0'268'0,"0"0"31"0,0 0-9 16,0 0-7-16,0 0-9 0,0 0-13 0,0 0-2 15,0 0-1-15,-37 1-11 0,26 5-21 16,-2-3-14-16,-4 4-14 0,2 3-4 0,2-4-9 16,0 2-15-16,-1 4-15 0,7-6-11 0,-1 2-15 15,3 0-6-15,-2-1-21 0,2 3-6 0,4-3-6 0,-1-1-15 16,2-6-3-16,5 19-2 0,2-12-11 0,0 1-9 16,4-3-4-16,8 0-18 0,2-4-19 0,-1 3-36 15,8-5-37-15,1-2-22 0,-1 2-38 16,-7-2-44-16,-1-1-51 0,1-1-52 0,6-2-79 15,-13 4-261-15,0-2-661 0,-4-1 293 0</inkml:trace>
  <inkml:trace contextRef="#ctx0" brushRef="#br0" timeOffset="188560.02">24267 17387 39 0,'0'0'188'15,"4"-6"-10"-15,-4 6-8 0,0 0-4 0,0 0-11 16,0 0-10-16,0 0-6 0,0 0-6 16,0 0-3-16,0 0-5 0,0 0-4 0,0 0-8 15,0 0-7-15,0 0-5 0,0 0-4 0,0 0-5 16,0 0-1-16,0 0-2 0,0 0-6 0,0 0 4 16,-20 21-6-16,15-11-3 0,-2-2-7 0,-2 1-3 15,-2 3-4-15,-1 1-7 0,1 0-5 0,-1 1 0 16,1-2-4-16,-1 1-5 0,-2 2 0 0,3-2-4 15,-2-2 1-15,3-2-7 0,2 2-9 0,-2 1 3 16,2-3-5-16,0 0 3 0,1 1-2 0,0-6-7 16,2 4 1-16,1-1-1 0,4-7 0 0,-7 7 1 15,7-7-6-15,-7 5-1 0,7-5 1 0,0 0 5 16,-7 5-7-16,7-5 3 0,0 0-3 0,0 0-4 16,0 0 7-16,0 0-1 0,0 0-5 0,0 0 2 15,0 0 3-15,0 0-2 0,0 0-4 0,0 0-5 16,0 0 0-16,0 0 1 0,34-5-2 15,-34 5 3-15,17-1-3 0,-17 1 3 0,20 3 3 16,-8-2-5-16,-2-1-2 0,-10 0 5 0,20 2-11 16,-9 0 11-16,1 0 1 0,-2 1-11 0,-10-3 2 15,21 0-5-15,-11 0-2 0,2 1 6 0,-12-1-2 16,20-2 1-16,-8-1 4 0,1 0-3 0,-4 0-2 16,1-2 6-16,-3 0-5 0,2-1-6 0,-9 6 15 15,16-9 1-15,-11 5 3 0,-5 4-2 0,9-11-6 16,-4 2 10-16,-3 0-4 0,-2 9 0 0,3-17 8 15,-4 8 3-15,1 9-1 0,-3-24-4 0,1 14-1 16,-4-1 5-16,1 1 1 0,-1-2 1 0,-2 1 1 16,1 2-2-16,-1-4-4 0,0 3 1 0,-1 1-3 15,2 0-2-15,0 3 0 0,1 1-3 0,6 5 4 16,-10-9-2-16,10 9-15 0,-9-9-4 0,9 9-12 16,-7-6-30-16,7 6-40 0,0 0-46 0,0 0-19 15,0 0-29-15,0 0-36 0,0 0-49 16,0 0-164-16,0 0-473 0,0 0 209 0</inkml:trace>
  <inkml:trace contextRef="#ctx0" brushRef="#br0" timeOffset="188944.13">24556 17407 183 0,'0'0'252'16,"6"-6"2"-16,-6 6-10 0,0 0-18 0,0 0-14 15,0 0-22-15,0 0-28 0,0 0-3 0,0 0-6 16,0 0-7-16,0 0-6 0,0 0-7 0,9 18-8 16,-5-6-7-16,-1 0-8 0,-3-12-11 0,8 27-7 15,-7-14-13-15,3-4 2 0,2 5-10 0,-4-3-8 16,-2-11-2-16,9 21-4 0,-3-12-5 0,-4 0-7 16,-2-9-1-16,5 11 1 0,-5-11-6 0,7 12 0 15,-7-12-11-15,0 0 11 0,7 9 7 0,-7-9 0 16,0 0 9-16,0 0-1 0,0 0-7 0,0 0 3 15,13 1-9-15,-13-1 1 0,0 0-7 16,12-15-5-16,-12 15-5 0,10-13 5 0,-4 3-1 16,1-1-5-16,-1-1-3 0,0-5-12 0,-1 3 7 15,-1-2-16-15,3 1 12 0,-2-2 5 0,2 0-8 0,-1 2-9 16,-3 0-13-16,0 4-2 0,0 1-10 0,-3 10-36 16,3-12-12-16,1 6-36 0,-4 6-43 0,0 0-40 15,0 0-36-15,0 0-4 0,0 0-8 16,9-6-8-16,-9 6-20 0,0 0-153 0,0 0-456 15,0 0 203-15</inkml:trace>
  <inkml:trace contextRef="#ctx0" brushRef="#br0" timeOffset="189547.27">24840 17535 55 0,'0'0'189'0,"2"6"9"0,-2-6 4 15,0 0 5-15,0 0 4 0,0 0-2 0,-5 15-7 16,5-15-3-16,0 0-5 0,-5 15-3 0,5-15-9 15,-2 13-13-15,0-2-14 0,2-1-9 0,-4 0-18 16,2 0-12-16,2-10-9 0,-3 16-15 16,3-5-9-16,0-11-6 0,-1 15-13 0,1-15 4 15,1 17-7-15,-1-7-5 0,0-10-8 0,0 13-10 0,0-13-11 16,0 10-21-16,0-10-18 0,3 12-16 0,-3-12-25 16,0 0-18-16,0 10-15 0,0-10-13 15,0 0-14-15,0 0-16 0,0 0-17 0,0 0-7 16,0 0-8-16,0 0-4 0,0 0-5 0,0 0 14 15,0 0 12-15,0 0 11 0,0 0 21 0,0-42 5 16,4 31 18-16,-2-5 17 0,2-1 24 0,0 2 22 16,2-1 12-16,-1 0 35 0,5 2-5 0,-5 2 17 15,1 1 18-15,1 1 5 0,0 0 9 0,-4 2 3 16,3 4 2-16,-6 4-3 0,8-9 8 0,-8 9 5 16,10-7 5-16,-10 7 0 0,0 0 1 0,13-1 8 15,-13 1-2-15,0 0-5 0,14 5-4 0,-14-5-5 16,6 4-4-16,-6-4-3 0,8 10-7 0,-6-4-4 15,-2-6-1-15,4 12-13 0,-4-12 0 0,0 13-6 16,0-13-6-16,-1 14 1 0,1-14-6 0,-3 16-3 16,3-16-2-16,-4 15-15 0,4-15-10 0,-3 13-13 15,3-13-13-15,-3 10-7 0,3-10 1 0,1 11-1 16,-1-11 3-16,5 9-3 0,-5-9 0 0,8 9 6 16,1-4 2-16,-9-5 1 0,15 5 2 15,-4-2 1-15,-3 0 0 0,-8-3 6 0,15 5 3 16,-8-4 0-16,-7-1-2 0,12 4 2 0,-12-4 1 15,7 3 1-15,-7-3 16 0,8 6 10 0,-8-6 9 16,0 0 7-16,0 13 1 0,0-13 5 0,-8 9-2 16,8-9-6-16,-11 7 3 0,3-3-3 0,-1 0-7 15,-1 2-1-15,1 0-4 0,-1-3-19 0,1 1-14 16,-3 1-21-16,2 2-29 0,1-3-29 0,3-1-39 16,6-3-48-16,0 0-55 0,-17 7-161 0,17-7-429 15,0 0 191-15</inkml:trace>
  <inkml:trace contextRef="#ctx0" brushRef="#br0" timeOffset="189746.06">25531 17533 228 0,'14'-4'255'0,"-14"4"-12"0,13-3-13 0,-13 3-17 16,13 0-20-16,-13 0-21 0,12-4-9 0,-12 4-22 15,13-3-15-15,-13 3-21 0,9 0-34 0,-9 0-40 16,0 0-40-16,0 0-42 0,0 0-30 0,23 0-32 16,-23 0-19-16,0 0-15 0,6 6-13 0,-6-6-87 15,0 0-267-15,-2 13 119 0</inkml:trace>
  <inkml:trace contextRef="#ctx0" brushRef="#br0" timeOffset="189896.39">25610 17577 285 0,'0'0'1'16,"-11"16"18"-16,6-9 26 0,-4 1-3 0,9-8 21 15,-13 12 11-15,6-4 13 0,0 0 11 0,-1-1 1 16,2-2 14-16,0 1 9 0,6-6 4 0,-7 11-4 15,7-11-6-15,-6 7-3 0,6-7-8 0,0 0 0 16,-7 5 5-16,7-5-3 0,0 0-8 16,0 0-6-16,0 0-5 0,0 0-24 0,27-1-19 15,-27 1-30-15,24-6-17 0,-10 3-49 0,-1-2-53 0,5 0-49 16,2 0-188-16,-3-2-370 0,0 3 163 16</inkml:trace>
  <inkml:trace contextRef="#ctx0" brushRef="#br0" timeOffset="191113.45">26555 17367 28 0,'0'0'242'0,"0"0"-5"0,0 0-10 15,0 0-5-15,0 0-12 0,0 0-22 0,0-10-14 16,0 10-16-16,0 0-18 0,0 0-16 16,0 0-4-16,0 0 3 0,0 0-2 0,0 0 0 15,14 24-9-15,-9-15-6 0,-1 3-6 0,-2-1-4 16,7 0-6-16,-4 3-5 0,2 2-5 0,-1 0-3 16,-2-5-8-16,1 3-5 0,1-1-4 0,0-4-8 15,-2 3-3-15,2-3-6 0,-5-2-9 0,-1-7-5 16,8 17 6-16,-8-12-5 0,0-5-7 0,5 9 0 15,-5-9-3-15,5 7 1 0,-5-7 2 0,0 0-7 16,6 10-1-16,-6-10 7 0,0 0 4 0,0 0 2 16,0 0 6-16,0 0 1 0,0 0 1 15,0 0-5-15,22-19-2 0,-14 8 1 0,-2 2-12 16,3-5 2-16,-2 0-9 0,2-1 13 0,-2-1-10 16,1 0-3-16,2-1 3 0,-3 0 2 0,1-2 4 15,-1 2-13-15,-1 3-4 0,-2 2 0 0,-2 3 2 0,2 2-4 16,-4 7-29-16,4-12-30 0,-4 12-39 0,3-7-40 15,-3 7-28-15,0 0-33 0,0 0-16 0,0 0-31 16,0 0-29-16,-21 29-195 0,12-15-506 16,0 1 224-16</inkml:trace>
  <inkml:trace contextRef="#ctx0" brushRef="#br0" timeOffset="191679.94">26827 17556 81 0,'0'0'238'0,"0"0"0"0,0 0-1 16,0 0-7-16,0 0-20 0,0 0-15 0,0 0-5 16,0 0 1-16,0 0-3 0,0 0-19 0,0 0-10 15,7 13-12-15,-7-13-10 0,0 14-7 16,0-14-10-16,0 17-8 0,2-6-9 0,-4-2-13 16,4 4-9-16,-2-13-8 0,0 19-9 0,0-9-9 15,0 0-2-15,0-10-1 0,0 18-6 0,0-18-19 16,-2 13-19-16,2-13-9 0,-1 10-30 0,1-10-16 15,-2 9-20-15,2-9-15 0,0 0-12 0,0 0-20 16,0 12-9-16,0-12-25 0,0 0-23 0,0 0-16 16,0 0-10-16,0 0 0 0,0 0 17 0,0 0 11 15,0 0 18-15,5-38 12 0,0 26 22 0,4-2 13 16,-5-3 6-16,5 2 23 0,-3-4 15 0,2 2 18 16,1 1 25-16,-3-1 14 0,1 6 3 0,2-3 31 15,0 0 7-15,-3 7 12 0,-1-1 8 0,4-1 4 16,-6 4 5-16,-3 5 5 0,11-9-4 0,-7 4 4 15,-4 5 2-15,10-4-3 0,-10 4 0 0,10-4 3 16,-10 4-7-16,0 0-12 0,14 0-1 16,-14 0 0-16,0 0-5 0,0 0-5 0,14 6 0 15,-14-6-5-15,6 5-5 0,-6-5-6 0,0 0 1 16,2 13-4-16,-2-13 0 0,0 0-4 0,-4 16-4 16,4-16-7-16,-4 10-12 0,4-10-11 0,-2 11-3 15,2-11-11-15,-3 12-1 0,3-12-2 0,-2 11-4 16,2-11 2-16,-3 11 0 0,3-11 6 0,0 0 4 15,9 14-2-15,-9-14 6 0,5 12-2 0,-1-9 0 16,-4-3 8-16,0 0-5 0,9 16 2 0,-7-13 6 16,-2-3 3-16,0 0-1 0,6 13 1 0,-6-13 8 15,4 6-1-15,-4-6 6 0,0 0-2 0,0 0 0 16,-4 14 2-16,4-14 4 0,0 0-11 0,-8 10 0 16,8-10-17-16,0 0-25 0,0 0-23 0,-13 9-39 15,13-9-36-15,-9 3-139 0,9-3-300 0,0 0 133 16</inkml:trace>
  <inkml:trace contextRef="#ctx0" brushRef="#br0" timeOffset="191913.93">27151 17134 154 0,'0'0'220'0,"0"0"-3"0,2-14-11 16,-2 14-7-16,0 0-20 0,0 0-14 0,0 0-5 16,0 0-13-16,0 0-12 0,0 0-10 0,0 0-14 15,0 0-10-15,-9 45-13 0,6-26-30 0,-3-2-36 16,3-1-42-16,-5 2-46 0,4-1-43 0,3 1-38 16,0 0-44-16,-3 0-102 0,2 0-316 0,2-1 140 15</inkml:trace>
  <inkml:trace contextRef="#ctx0" brushRef="#br0" timeOffset="192083.67">27277 17509 50 0,'0'0'219'0,"0"0"-4"16,0 0-13-16,0 0-22 0,0 0-15 0,10 3-13 15,-10-3-23-15,13 0-11 0,-13 0-28 0,15 1-39 16,-15-1-34-16,20 0-76 0,-9 2-80 0,-11-2-93 15,21-2-251-15,-21 2 111 0</inkml:trace>
  <inkml:trace contextRef="#ctx0" brushRef="#br0" timeOffset="192427.71">27651 17380 123 0,'0'0'240'0,"0"0"-2"0,0 0 2 16,0 0-1-16,0 0-21 0,0 0 1 0,16 26-16 16,-11-16-14-16,2 5-8 0,-1 3-23 0,0-2-10 15,-1 3-10-15,0 0-5 0,4-1-11 0,-3 0-13 16,1-1-4-16,5 0-3 0,-4-3-6 0,1 1-11 16,-2-6-4-16,0-1-1 0,-2 1-2 0,-1-3 10 15,-4-6 8-15,9 9 1 0,-9-9 2 0,10 5-9 16,-10-5 0-16,14-1-3 0,-14 1-5 0,16-9-11 15,-6 2-5-15,0-2-7 0,-3-1-5 0,5-3-4 16,-3 0-4-16,2-3-6 0,-2 0 3 0,0 0-11 16,-1-2-2-16,4 1-8 0,-3-9-2 0,0 3 7 15,3 0-16-15,-4 5-10 0,-3 3-10 0,3 1-18 16,-5 4-24-16,-1 2-27 0,-2 8-36 16,5-12-42-16,-5 12-46 0,0 0-45 0,0 0-29 0,0 0-23 15,0 0-30-15,0 0-178 0,0 0-549 16,0 0 244-16</inkml:trace>
  <inkml:trace contextRef="#ctx0" brushRef="#br0" timeOffset="192665.98">28051 17567 179 0,'0'0'246'0,"0"0"10"0,0 0-3 15,0 0 1-15,4 9-13 0,-4-9-13 0,0 0-10 16,-3 21-7-16,3-21-20 0,-5 18-13 0,5-8-10 15,0 1-18-15,0 1-18 0,0-12-4 0,0 17-14 16,-2-6-11-16,2 1-9 0,0-2-10 0,0-10-13 16,0 21-6-16,2-11-3 0,-2-10-14 0,0 12-28 15,0-12-21-15,0 11-32 0,0-11-28 0,0 0-26 16,4 15-32-16,-4-15-34 0,0 0-24 0,0 0-26 16,0 0-30-16,0 0-29 0,-6 8-133 15,6-8-427-15,0 0 190 0</inkml:trace>
  <inkml:trace contextRef="#ctx0" brushRef="#br0" timeOffset="193018.07">28069 17542 22 0,'0'0'169'0,"10"-11"8"0,-2 6-5 0,-2 2 2 16,3 0 1-16,-9 3-11 0,16-3-8 0,-16 3-5 16,14 0-6-16,-14 0-9 0,18 4-15 0,-9-3-12 15,-9-1-8-15,13 7-8 0,-6-3-7 0,-7-4-4 16,9 8-9-16,-5-4 0 0,-4-4-6 0,5 14-5 15,-5-14-5-15,-4 14-5 0,4-14-9 0,-9 16-3 16,4-7-4-16,-1-1-5 0,-1-1-11 0,2 2-9 16,5-9-14-16,-9 8-10 0,5-2-5 0,4-6-1 15,0 0-7-15,-4 12-2 0,4-12-5 16,-1 10-1-16,1-10 6 0,0 0-1 0,0 0 6 16,10 9 2-16,-10-9 1 0,8 5-2 0,-8-5 7 15,12 5-1-15,-12-5 0 0,11 4 3 0,-11-4 3 16,9 5-3-16,-9-5 2 0,5 4 9 0,-5-4 15 15,4 5 5-15,-4-5 7 0,0 7 3 0,0-7 0 16,0 0-3-16,-8 15-1 0,2-10-3 0,-3-1-1 16,0 3-6-16,-2-3-21 0,0 2-10 0,2-1-24 15,-1-1-27-15,0 1-36 0,1-1-38 0,9-4-50 16,-16 5-147-16,16-5-367 0,-13 4 164 0</inkml:trace>
  <inkml:trace contextRef="#ctx0" brushRef="#br0" timeOffset="193346.71">28542 17690 90 0,'0'0'171'0,"-1"9"2"0,1-9-8 0,0 0-12 16,0 0-12-16,14 7-17 0,-14-7-12 0,15-1-23 15,-5 2-32-15,-10-1-36 0,24-5-44 16,-6 2-68-16,-4 2-106 0,3 0-214 0,1-4 94 16</inkml:trace>
  <inkml:trace contextRef="#ctx0" brushRef="#br0" timeOffset="193931.83">29476 17388 79 0,'0'0'208'0,"0"0"1"0,0 0 7 0,0 0-13 0,0 0-6 16,0 0-15-16,19 28-17 0,-12-18-8 0,0-1-7 16,5 7-10-16,-5-6-10 0,4 3-4 0,-1 0-8 15,1-2-2-15,-2 3-6 0,-2-4-8 16,2-1-5-16,-3-1-7 0,3 1-11 0,-2-1-8 16,-7-8 1-16,8 10-9 0,-8-10-4 0,11 9 0 15,-11-9 0-15,5 8 4 0,-5-8 18 0,0 0 4 16,0 0 10-16,0 0-10 0,0 0-4 0,0 0-14 15,0 0 1-15,0 0-7 0,0 0-3 0,23-20-4 16,-18 11-8-16,-5 9-12 0,9-20-2 16,-3 8 2-16,2-2-6 0,1-4-1 0,0 2-6 15,2-1-10-15,1 1 8 0,3-6-8 0,-5 8-12 0,-1 0 2 16,-2 4-11-16,1 3-24 0,-2-1-26 0,-2 3-39 16,-4 5-49-16,6-6-46 0,-6 6-32 15,0 0-21-15,0 0-15 0,0 0-33 0,0 0-163 16,0 0-495-16,3 28 220 0</inkml:trace>
  <inkml:trace contextRef="#ctx0" brushRef="#br0" timeOffset="194530.06">29883 17571 220 0,'8'2'265'0,"-8"-2"-4"0,0 0-12 0,0 0-11 16,0 0 2-16,0 0-10 0,0 0-8 0,-5 20-13 15,5-20-13-15,-1 15-20 0,1-15-16 0,0 18-8 16,1-5-10-16,-1 0-15 0,0 2-3 0,2-3-16 16,-2-1-4-16,2 0-14 0,-1 1-16 0,-1-12 5 15,3 19-22-15,-1-10 4 0,0 1-9 0,-2-10-15 16,4 11-25-16,-2-5-26 0,-2-6-25 0,3 11-27 16,-3-11-23-16,1 10-22 0,-1-10-19 0,0 0-10 15,1 9-17-15,-1-9-15 0,0 0-14 0,0 0-11 16,0 0-7-16,0 0 11 0,0 0 11 15,0 0 2-15,0 0 19 0,9-36 15 0,-6 25 20 16,-1-7 3-16,0 0 12 0,0 1 11 0,1-2 19 16,1 0 19-16,-2-6 25 0,2 7 23 0,4 3 17 15,-2-1 24-15,2 1 18 0,-2 5 6 0,2-6 11 16,-1 8 14-16,1 1 3 0,-1-1 3 0,2 1 10 16,2 3 7-16,-3 1 3 0,2 1 5 0,-10 2 5 15,22-4-7-15,-13 4-4 0,-9 0-5 0,20 4-5 16,-20-4-5-16,14 3-2 0,-8-1-4 0,-6-2-7 15,12 8-7-15,-12-8-1 0,9 7 4 0,-9-7 3 16,4 11-10-16,-4-11 1 0,0 0-4 0,-1 19-3 16,1-19-7-16,-10 13-4 0,4-3-1 0,-3-3-4 15,2 2-10-15,-4 4-1 0,2-5-12 0,0-2-7 16,3 3-9-16,6-9-10 0,-9 14-10 0,6-7-5 16,3-7-3-16,0 13-13 0,0-13 1 15,3 12 3-15,-3-12 2 0,5 9-2 0,-5-9 8 16,10 8 4-16,-1-3 1 0,0-1 1 0,0 0 3 15,1 1 4-15,-10-5 0 0,13 3-3 0,-13-3 4 16,11 5 4-16,-11-5 1 0,10 4 3 0,-10-4 2 16,0 0 11-16,0 0 2 0,3 7 1 0,-3-7-2 15,0 0-3-15,-19 8-18 0,10-3-11 0,-1 0-25 16,-5-2-33-16,2 2-42 0,-1-1-59 0,-4 1-216 16,-2-1-430-16,1-3 190 0</inkml:trace>
  <inkml:trace contextRef="#ctx0" brushRef="#br0" timeOffset="49212.3">5250 9552 2 0,'0'0'67'0,"0"0"1"0,0 0-20 15,-8-5-1-15,8 5-6 0,0 0-2 0,0 0-6 0,-5-3-13 16,5 3-14-16,0 0-19 0,0 0-16 15,0 0-27-15,0 0-58 0,0 0 25 0</inkml:trace>
  <inkml:trace contextRef="#ctx0" brushRef="#br0" timeOffset="50838.21">15081 9674 92 0,'0'0'158'0,"0"0"0"0,0 0-10 15,-5-3-11-15,5 3-11 0,0 0-13 0,0 0-7 16,0 0-22-16,0 0-5 0,0 0-13 0,0 0-8 16,0 0-9-16,0 0-11 0,0 0-9 0,0 0-12 15,0 0-14-15,0 0-6 0,0 0-14 0,0 0-9 16,0 0-15-16,0 0-10 0,0 0-8 0,0 0-5 15,0 0-5-15,0 0-9 0,0 0-98 0,0 0-190 16,0 0 84-16</inkml:trace>
  <inkml:trace contextRef="#ctx0" brushRef="#br0" timeOffset="51611.91">14937 14425 140 0,'0'0'150'0,"0"0"-23"16,0 0-4-16,0 0-25 0,0 0-9 0,0 0-13 15,0 0-11-15,0 0-12 0,0 0-15 0,0 0-17 0,0 0-21 16,0 0-23-16,0 0-25 0,0 0-36 16,0 0-54-16,0 0-149 0,0 0 67 0</inkml:trace>
  <inkml:trace contextRef="#ctx0" brushRef="#br0" timeOffset="52674.86">14880 14622 76 0,'0'0'94'0,"-4"-9"-36"16,4 9-16-16,-2-8-27 0,2 8-16 0,-3-5-20 15,3 5-24-15,0 0-47 0,0-11 22 0</inkml:trace>
</inkml:ink>
</file>

<file path=ppt/ink/ink2.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2-17T06:55:28.578"/>
    </inkml:context>
    <inkml:brush xml:id="br0">
      <inkml:brushProperty name="width" value="0.05292" units="cm"/>
      <inkml:brushProperty name="height" value="0.05292" units="cm"/>
      <inkml:brushProperty name="color" value="#FF0000"/>
    </inkml:brush>
  </inkml:definitions>
  <inkml:trace contextRef="#ctx0" brushRef="#br0">25661 6457 41 0,'0'0'155'0,"0"0"-3"0,0 0-5 16,-4 4-6-16,4-4 1 0,0 0-9 0,0 0-4 15,0 0-9-15,0 0-9 0,0 0-6 0,0 0-13 16,0 0-3-16,0 0-10 0,0 0-10 0,0 0-3 16,0 0-2-16,0 0-12 0,0 0 0 0,0 0-10 15,0 0-2-15,0 0-2 0,0 0-1 0,0 0 0 16,0 0-5-16,0 0 2 0,0 0-3 0,0 0 2 15,0 0 3-15,0 0-5 0,0 0-2 0,0 0-6 0,-11 3-1 16,11-3-1-16,-12 0-4 0,12 0 1 16,-15 0-4-16,6 2-2 0,-2-2 2 0,2 0 0 15,9 0-6-15,-14 1 1 0,14-1-1 0,-11 0-5 16,11 0 2-16,-7 1-1 0,7-1-2 0,0 0-1 0,-13 1-2 16,13-1 1-16,0 0-2 0,0 0-2 15,0 0 2-15,-5 2-1 0,5-2 0 0,0 0 2 16,0 0 0-16,0 0 2 0,18 11-3 0,-5-7 8 15,8 0-3-15,6 1-1 0,4 2-2 0,5-4 1 16,0 2 0-16,16-1 1 0,0 0 2 0,-3-1 3 0,3 0-3 16,-3-2 1-16,-10 1-2 0,17 0 3 15,-3 0 0-15,1-2 0 0,2 0 2 0,-1 3-2 16,0-2 2-16,3-1-2 0,3 0-2 0,0 0-1 16,2 0 2-16,-3-1 0 0,-1 1 7 0,6-2-3 0,-5 1-1 15,-3-1-1-15,1-3-1 0,-1 2 0 0,3 0 3 16,-3-1 0-16,0-1-4 0,-1-2 4 0,-1 2-3 15,-1 3-1-15,-14 0-1 0,12-4 2 0,-3 0 5 16,-10 1-2-16,12-1-2 0,-16 4 1 16,-3 0 1-16,2 0-4 0,-4-2 3 0,3 1-4 0,-3 0 2 15,1 1-2-15,3 0-1 0,-5-1 0 0,-2 3 0 16,6-2 0-16,-8 1-2 0,4-1 1 16,-9 2 1-16,8-1-1 0,-6 2 3 0,4-2-1 0,-5 0 1 15,-1 1 1-15,-2 0-1 0,2 1-2 0,1 0 3 16,0 1-3-16,0-2 6 0,9 0-1 0,-1 0 5 15,-9 0-2-15,9 0-5 0,-9-2 3 0,7 2 3 16,0 0-5-16,2-1 1 0,-2 4-2 0,1-3 1 16,-1 0-1-16,2 0 0 0,-8 1-3 15,2-2 1-15,5-2-1 0,-1 2 0 0,1-1-1 0,-1 2 0 16,3-1 2-16,-1 1-4 0,-8-2 5 0,10 1-1 16,0-1-3-16,-2-1 4 0,2 1-1 0,-1-1-2 15,1 3-1-15,0-3-1 0,-2 0 4 0,1 3-1 16,-1-3 0-16,0 2 4 0,5-1-8 0,-2-1-18 15,-3 0 3-15,-1 2 0 0,3-4 4 0,-1 4 1 16,-2-2-3-16,-7 2 3 0,2-3 1 0,5 2 1 16,-8-1 2-16,2 2 4 0,0 1-3 0,-3-2 3 15,0-2-1-15,0 2 0 0,-1-1 3 0,2 3 2 16,-1-2 1-16,-3 2 2 0,4-2-4 16,-9 2 8-16,7-2-1 0,0-2 1 0,-7 3 4 15,3 1-1-15,-4 0-3 0,3 0 0 0,-5 0-5 0,5-2 5 16,-3 1-5-16,-1 1 1 0,-9 0-2 0,15-1 1 15,-7 2-1-15,-8-1 0 0,14 0 2 0,-6-1 0 16,-8 1-3-16,13 0 2 0,-13 0-1 0,12 0 0 16,-12 0-2-16,10 0-4 0,-10 0-20 0,11-2-23 15,-11 2-25-15,9 0-30 0,-9 0-33 0,0 0-53 16,7-3-217-16,-7 3-438 0,0 0 193 0</inkml:trace>
  <inkml:trace contextRef="#ctx0" brushRef="#br0" timeOffset="1535.77">4869 7255 8 0,'0'0'38'0,"0"0"-6"0,0 0 1 15,0 0-2-15,0 0-7 0,0 0 1 0,0 0-3 16,0 0-7-16,0 0 2 0,-9-4-3 0,9 4-5 15,0 0 4-15,0 0-4 0,0 0-4 0,0 0 1 0,0 0 0 16,-7-4 2-16,7 4-2 0,0 0-3 16,0 0-2-16,0 0-1 0,0 0-2 0,0 0 5 15,0 0 4-15,0 0-8 0,0 0-5 0,0 0 3 16,0 0-1-16,-7-4-3 0,7 4 1 0,0 0 2 16,0 0-9-16,0 0-3 0,0 0 0 0,0 0 7 15,0 0 5-15,28 4 1 0,-13-1 2 0,4-6 1 16,13 3-4-16,4 0 5 0,2 0 1 0,16-4 3 15,0 0 0-15,5 0 11 0,2-3-8 0,3-2 1 16,27-4-4-16,-30 6 6 0,3-3-9 0,25-2 11 16,-25 0-8-16,30-2 14 0,-29 6-7 0,25-4 4 15,-30 6 3-15,3-1-1 0,0-1-1 0,3 4-3 16,-5-3-3-16,-3 1 7 0,0 5-2 0,-6 1 5 16,-14 0-8-16,1 0 2 0,-2 1-3 0,0 2 5 15,1 1 11-15,-5-1-15 0,-1 3 9 0,-1-2-3 16,-2 2-7-16,-1 3 3 0,-1-3-2 0,-6 0 4 15,-1-1 14-15,-1 1-15 0,0 0 4 0,-1 0-4 16,0-2-4-16,-5 0-4 0,0-1 7 0,0 2 2 16,-3-2 3-16,1 1 2 0,0-4-3 0,-1 3-7 15,-3 0 19-15,2-2-10 0,-2 1 7 0,-7-2-9 16,11 1 1-16,-4 2-1 0,-7-3-2 0,9 0 3 16,-9 0-9-16,6 3 4 0,-6-3 4 0,0 0-6 15,0 0-1-15,9 0-3 0,-9 0 2 0,0 0-1 16,0 0 2-16,0 0-9 0,0 0 6 0,9 1-1 15,-9-1-8-15,0 0 3 0,0 0 2 0,0 0-3 16,0 0 3-16,0 0 0 0,0 0 1 0,0 0-2 16,0 0 2-16,0 0-2 0,0 0-1 0,0 0 1 15,0 0-8-15,0 0 3 0,0 0 4 0,0 0 1 16,0 0 4-16,0 0-7 0,0 0 9 0,0 0-6 16,0 0-3-16,0 0 2 0,0 0-3 0,0 0 3 15,0 0-3-15,0 0-3 0,0 0-16 0,0 0-38 16,0 0-27-16,4 3-104 0,-4-3-204 0,0 0 91 15</inkml:trace>
  <inkml:trace contextRef="#ctx0" brushRef="#br0" timeOffset="4967.68">21027 7341 92 0,'0'0'99'0,"0"0"-11"15,0 0-3-15,-6-5-13 0,6 5 2 0,0 0-2 16,0 0 13-16,0 0 5 0,-10-5-1 0,10 5-6 0,-5-4-10 16,5 4 6-16,-7-2 10 0,7 2-3 15,-7-4-13-15,7 4-2 0,-9-3-7 0,9 3-9 16,-8-4-5-16,8 4-6 0,0 0-7 0,-8-5 0 16,8 5-6-16,0 0-5 0,0 0-2 0,-9-3-2 0,9 3 1 15,0 0-6-15,0 0-8 0,0 0-2 0,0 0 3 16,0 0-2-16,-7-2-2 0,7 2 7 0,0 0-7 15,0 0-5-15,0 0-1 0,0 0-3 0,0 0 6 16,0 0-3-16,0 0 5 0,19 16-3 0,-14-13 2 16,3 1 2-16,3 0 0 0,-2 1-4 0,3-2 6 15,0 3 2-15,5-3-1 0,1 3-4 0,2-2 8 16,1-1 3-16,-1 3-2 0,8-3 3 0,-7 0-4 16,8-2 5-16,-2 5-1 0,1-4-1 0,0 1 0 15,-1-1 0-15,1 0 4 0,3-1-4 0,-2 0 3 16,2 0-1-16,4-1-5 0,-2 1 3 0,1-1 0 15,1 3-4-15,-1-2 1 0,1 2 4 0,-1-3-3 16,-1 2 3-16,6 1-1 0,-5-2-2 0,6 0 4 16,-2 1-1-16,12-2 2 0,-13 4-3 0,18-3 2 15,-15-1 1-15,-1 1-4 0,16-1 2 0,-2 0 0 16,-1 2 0-16,-13-4-2 0,12 1 1 0,-12 0-2 16,14 1-6-16,-16 1 6 0,-1 0-1 0,3 1-2 15,-2-2 2-15,13-2 7 0,-14 2-6 0,1-1-1 16,1 2 0-16,1-1 3 0,1 0 0 0,-1-1 2 15,0 2 1-15,-1-1-7 0,0 0 3 0,-5 2 5 16,1 0-5-16,1-4-3 0,0 4 2 0,-7-2-2 16,2 0 2-16,0-2 1 0,-3 4-4 0,-6-2 5 15,1 1 0-15,1-2-3 0,-4 1 0 0,2 0-2 16,-1-2 3-16,-7 4 0 0,3-4 1 0,-3 0-1 16,0 2 2-16,-1 0 0 0,-2 0-1 0,1 0-1 15,-4-1-5-15,-7 1 0 0,13 0-1 0,-13 0 1 16,11 0 0-16,-11 0-2 0,0 0-2 0,10 0-1 15,-10 0 0-15,0 0-9 0,9 0-14 0,-9 0-21 16,0 0-26-16,0 0-22 0,0 0-25 0,0 0-19 0,12 0-26 16,-12 0-10-16,0 0-10 0,14 0-22 15,-8-1-126-15,4-1-353 0,3-2 156 0</inkml:trace>
  <inkml:trace contextRef="#ctx0" brushRef="#br0" timeOffset="5716.49">25644 7320 54 0,'0'0'159'0,"0"0"-11"0,0 0-8 0,0 0-14 16,0 0 3-16,0 0-6 0,0 0-11 0,0 0-4 15,0 0-1-15,0 0-7 0,-29-6-4 0,29 6-5 16,-5-1-5-16,5 1 0 0,0 0-8 0,-11-3-7 16,11 3-6-16,0 0-10 0,0 0-7 0,-9-1-5 15,9 1-7-15,0 0 0 0,0 0-8 16,0 0-2-16,0 0-8 0,0 0 0 0,0 0-3 0,0 0 1 15,0 0-2-15,0 0-2 0,0 0 3 0,0 0 0 16,33 6 2-16,-14-3-2 0,2-1-1 0,6 0 0 16,5 1-3-16,2 0 3 0,2 0-2 0,4 1 4 15,11-4-4-15,-11 2-6 0,13-2 4 0,3-4 3 16,4 7-5-16,-1-6 1 0,2 3 0 0,6 0 0 16,-2-1-2-16,27 1 0 0,-29-3 1 0,29 2-2 15,-2 0-1-15,-27-1-1 0,29-2 2 0,-31 4 3 16,33-2-2-16,-28 0 5 0,30-1-4 0,-2 0 3 15,-2 1 1-15,1 2 1 0,-1-3-3 0,-25 0 0 16,27 2 2-16,0 1-8 0,0-2 4 0,-3 1 2 16,3 1 1-16,0 0-1 0,-2 0-4 0,1 0 15 15,-26-3 1-15,34 3-7 0,-13-3 3 0,-22 3-2 16,31-2-1-16,-4 2-2 0,-4-4-2 0,2 0 3 16,-25 3 3-16,27-3-3 0,-2 0-3 0,-27 1 2 15,0-1 0-15,1 2 4 0,-3-2-3 0,0 3-3 16,-2-1 0-16,-2-1 2 0,-3 0-1 0,-4 1 1 15,-14 2 5-15,0-3 1 0,-3 3 1 0,1 0-1 16,-3-1-1-16,-4 2 8 0,0-2-3 0,-10 0-1 16,1 1 1-16,-7 0-4 0,0-3-2 0,-3 3 7 15,-1 1-5-15,-8-1 3 0,13 0 3 0,-13 0 0 16,9 0 4-16,-9 0 3 0,8 2 5 0,-8-2 0 16,0 0 0-16,0 0-5 0,0 0 0 0,0 0 0 15,11 0 2-15,-11 0-2 0,0 0 8 0,0 0-14 16,0 0-6-16,0 0-9 0,0 0-4 0,0 0-10 15,0 0-7-15,0 0-17 0,0 0-21 0,0 0-17 16,0 0-25-16,0 0-41 0,0 0-56 0,0 0-41 0,0 0-44 16,-38 1-175-16,17-2-483 0,-8-3 213 15</inkml:trace>
  <inkml:trace contextRef="#ctx0" brushRef="#br0" timeOffset="8836.03">17298 8158 119 0,'0'0'131'0,"-10"-1"-5"0,10 1-7 15,0 0-9-15,-10-3 1 0,10 3-6 16,0 0-6-16,0 0-1 0,-8 0-7 0,8 0-6 15,0 0-8-15,0 0-3 0,0 0-5 0,0 0-8 0,0 0-2 16,0 0-8-16,0 0-8 0,0 0-5 0,0 0-2 16,0 0-1-16,0 0-4 0,0 0-6 15,0 0-5-15,0 0 0 0,0 0 0 0,0 0-4 0,0 0-2 16,0 0-3-16,0 0-1 0,0 0-3 0,0 0 3 16,0 0 0-16,29 1 7 0,-21 1-3 0,4-1-2 15,0-1-7-15,1 1 6 0,6 1 0 0,-1-2 1 16,0 0 0-16,1 0-2 0,2-1 7 15,1 2 0-15,-3-1-7 0,8 0 0 0,-6-1 1 0,7 1 2 16,1 1-5-16,-8-1 4 0,10 2 2 0,-2-2-2 16,1 1-1-16,0 3-8 0,-3-4 9 0,3 2-6 15,2-1 4-15,-3 2 0 0,3-3 3 0,4 2-3 16,-2-2 2-16,-1 1-3 0,2-1 5 16,-1 4-2-16,0-4-7 0,2 1 6 0,-3 0 1 0,4-1 4 15,-3 0-4-15,1 0-2 0,1 0-2 0,-2 0 5 16,3 0-4-16,1 0 2 0,-1 0 0 0,1-2-4 15,13-1 5-15,-16 2 1 0,3-2 0 0,14-1-5 16,-2 2 6-16,-12 1-6 0,-1-3 0 0,-1 2-1 16,16 2 1-16,-15 0 1 0,2-3-4 0,-2 2 3 15,-1-1-1-15,2-1-3 0,0 3 3 0,1-4 1 16,-1 3 0-16,2 0 1 0,10-2-2 0,-17 1 1 16,6-1 0-16,11 1-3 0,-10 1 2 0,12-2 0 15,-11 3 1-15,9-3-1 0,2 2 3 0,-12-1-3 16,11 1 2-16,0-1-6 0,0-1 7 0,2 1-5 15,-15 1 3-15,-1 1-2 0,14-3-1 0,-14 3 4 16,4 0-3-16,9-1-1 0,2 2 1 0,-16 0 4 16,1-1-6-16,0 1-3 0,14-3 10 0,-12 2-3 15,2 0 2-15,11-1 0 0,-12 3-5 0,10-2 4 16,-10-2-4-16,12 2-2 0,-13 2 6 0,1-2-1 16,13-2 0-16,-14 0-2 0,14 1 0 0,-16 1 0 0,12-1-3 15,-9 1 4-15,8-2-2 0,-9 0 2 16,13 0 2-16,-2 0-1 0,-12 0-4 0,1 0-2 15,1 0 3-15,13 2 4 0,-14-2-7 0,13-2-2 16,-12 4 3-16,-1-2-1 0,-2 1-1 0,1 1 0 16,3-3 0-16,-4 1-1 0,0 1 6 0,2 0 0 15,-1-4-3-15,-1 5-2 0,-1-1 3 0,3-1-3 16,-1 2 2-16,13-1 0 0,-16-1-1 0,4 1 0 16,-2 1 2-16,0 0-2 0,-1-3 0 0,2 0-1 15,-1 3 3-15,3 0-5 0,11 0 1 0,-13-1 1 0,-2 1 3 16,2-2 1-16,-1 2 1 0,0 0-5 0,-1 0 10 15,1 0-5-15,0 2 1 0,-1-2-2 0,0-2 2 16,3 2-5-16,-3-1 5 0,3 0 0 16,-2-1-1-16,-2 0 1 0,4 2 1 0,-1-1-3 0,-1 2 4 15,14-3-3-15,-12 2 1 0,13-3 0 0,-14 2-2 16,-2-1 0-16,3 2 5 0,0 0-1 16,12-2 1-16,-11 1-4 0,-1-2 4 0,0 3-5 0,-1-1 3 15,2-1-2-15,-1 2 1 0,0 0-2 0,-1-3 0 16,0 2-3-16,-1-1 4 0,0 2-2 0,2-1 4 15,-1 1-1-15,-1-1 0 0,2 1 3 0,-2-3-2 16,1 3 0-16,1 0-1 0,-3 0-1 0,-1-2 0 16,-1 2 2-16,1 1 2 0,-3-2-5 0,-1 1 4 15,2-2 2-15,-4 0 1 0,-1 2 1 0,0-3-4 16,-6 3 1-16,-4 0 2 0,1-1 3 0,0 0 0 16,-5-2-3-16,-1 3-2 0,5-1 5 0,-8 1-2 15,0-1 1-15,-2 1-2 0,0 1-3 0,-8-1 1 16,11-1-1-16,-11 1 1 0,12 1-1 0,-12-1 0 15,10-1-4-15,-10 1 7 0,0 0-8 0,8-2-5 16,-8 2-20-16,0 0-16 0,0 0-38 0,0 0-50 16,0 0-82-16,0 0-83 0,0 0-171 0,0 0-497 15,0 0 221-15</inkml:trace>
  <inkml:trace contextRef="#ctx0" brushRef="#br0" timeOffset="34199.97">7793 9782 80 0,'0'0'151'0,"0"0"-1"15,-5-4-10-15,5 4 6 0,0 0-14 0,0 0 2 16,-6-5-6-16,6 5-1 0,0 0-5 0,0 0-8 16,0 0-7-16,0 0-12 0,0 0-6 0,0 0-11 15,0 0-10-15,0 0-7 0,0 0-7 0,0 0-6 16,0 0-8-16,-3-6-4 0,3 6-5 0,0 0-14 15,0 0-8-15,0 0-6 0,0 0-2 0,0 0-5 16,0 0-7-16,0 0 2 0,0 0 2 0,0 0 2 16,29 1 0-16,-20 2-6 0,8-1 3 0,2 0-2 15,1 1 5-15,0-2-9 0,1 1-5 0,7 0 1 16,-5 0-4-16,3-1 2 0,-6 0 0 0,2 1 1 16,0 1 8-16,3 1-9 0,-4 0-4 0,7-1-1 15,-6 1-1-15,-2-1-2 0,3 0 2 0,4 1-5 16,0 1 1-16,2-1 5 0,2 1 0 0,-2-1 0 15,0-2-3-15,2 1 3 0,1 1-1 0,-2-1 4 16,1 0 7-16,1 2-14 0,2-2 14 0,0-2-6 16,1 3 1-16,-1-2-7 0,1-2 11 0,1 0 3 15,2 2-9-15,-1-2 2 0,-1-2 6 0,2 0-11 0,0 0 14 16,-2-1-4-16,-1 0-1 0,3-1-4 16,2 2 0-16,-1-1 6 0,-2 1 5 0,2-2-8 15,-2 3 4-15,-1-1 3 0,2-2 3 0,-2 0-4 16,2 2 1-16,-2 0 3 0,2-1-2 0,-2 1 1 0,-3-1 0 15,2 1 5-15,-2 0-9 0,-1 0 13 16,0 1-5-16,-2 0-2 0,0 1-1 0,-2 2-5 16,-6-3 13-16,7 1-7 0,-8 0 6 0,0-1 2 15,6 1-4-15,-8 1 4 0,2-1-6 0,7-1 4 16,-8 2-6-16,1-3 2 0,-1 0-3 0,-1 0 2 16,2 2 8-16,-1-1-5 0,-2-1-3 0,-5 1 1 0,0 1-1 15,1-3 4-15,-3 2-4 0,2-1-3 16,-4 2 5-16,-1-2 1 0,-8 2-7 0,14-1 3 15,-9 0-2-15,-5 1-19 0,9-1-5 0,-9 1-26 0,8-2-18 16,-8 2-57-16,0 0-144 0,0 0 65 0</inkml:trace>
  <inkml:trace contextRef="#ctx0" brushRef="#br0" timeOffset="35999.97">12812 9645 6 0,'-13'0'60'16,"13"0"3"-16,0 0-1 0,-10-3-2 0,10 3 0 16,0 0-4-16,-11-1-4 0,11 1-1 0,0 0-3 15,0 0-6-15,-8-1 2 0,8 1 0 0,0 0-2 16,0 0-6-16,0 0 7 0,0 0 4 0,0 0-13 16,0 0 6-16,-10-3-2 0,10 3-1 0,0 0-4 0,0 0-6 15,0 0-1-15,0 0 1 0,0 0-10 16,0 0 1-16,0 0-5 0,0 0-2 0,0 0-2 15,0 0 2-15,0 0-6 0,0 0-4 0,0 0-3 16,0 0 15-16,0 0-12 0,21 10 6 0,-15-7-1 0,1-1 3 16,-7-2-1-16,18 2 0 0,-7-1 5 15,1 2-3-15,-1-2-1 0,5 1-4 0,1-2 9 16,2 1-13-16,3 1 4 0,4-1 3 0,1-1 6 16,3 2-16-16,-8-4 7 0,8 1 6 0,-3-2-6 0,2 3-4 15,0-1 2-15,0-1-17 0,-2-1 19 16,5 1 3-16,-4 0-2 0,-1 0 2 0,3 0 1 0,-1 0 11 15,2-1-17-15,-2 2 1 0,-1 0-5 0,5 0 8 16,-4-2 1-16,1 2-1 0,1-1-10 0,1 1 12 16,-1 0-8-16,-2-2 7 0,2 1-6 0,-1 0 2 15,1 1-5-15,1 0 6 0,-1 0 0 0,3-1-3 16,-5 0-3-16,2 0 6 0,-2-2-2 16,-1 2 6-16,1 0-8 0,0 0-11 0,-2 0 19 0,1 2 2 15,-9-3-5-15,3 3-2 0,-1-1-4 0,-1 1 5 16,2-2-3-16,5 2 3 0,-8 0-3 0,1 0 2 15,2 0 1-15,-1 0-6 0,0 0 3 0,0-1 3 16,0 1-5-16,1 0 5 0,-2 0-1 0,2 0 3 16,-1 1-5-16,1-2 3 0,0 1-4 0,1 1-2 15,-3-1 7-15,3 0-11 0,-1 0 6 0,5 2 4 16,-9-1-3-16,3-1 0 0,2 0 4 0,-2-1-1 16,6 2-2-16,-4-1 5 0,6-1-10 0,-7 2 2 15,3-1 4-15,-3 0-5 0,1-1-1 0,-2 1 2 16,0 0 0-16,7 0 13 0,-1 0-16 0,-5 1 0 15,-2-1-2-15,2 0 7 0,6 1-1 0,-6-2 0 16,5 1 0-16,0 0 2 0,-4 0 0 0,-3 0-1 16,13-1 2-16,-6-1 5 0,1 2-7 0,3-1-1 15,-3-1 1-15,0 2-6 0,2 0 2 0,-2-2 12 16,4 0-11-16,-2 0 4 0,0 2 0 0,0-1 5 16,1 0-8-16,1 0 2 0,-1-2 3 0,-1 3 1 15,2 0-4-15,-1-1 3 0,-2 0-3 0,2-1 0 16,1 1-1-16,-1 1-1 0,-2-3 4 0,2 2-11 15,0-1 13-15,0 2 0 0,0-3 3 0,2 2-1 16,-1-1-3-16,1 2-2 0,1-2 0 0,-1 0-5 0,-1 2 5 16,1-2 0-16,-1 2 0 0,0-1-4 15,2 1 3-15,0-2-2 0,-1 1 4 0,-1-2 0 16,1 2-2-16,-1 0-1 0,1 0 1 0,2-2 2 16,-5 2-7-16,2 0 11 0,-2-1-5 0,-2 2 3 0,3-1-9 15,-3 1 5-15,1 1 5 0,-1-1-2 0,0 0 4 16,3 3-3-16,-2-4-1 0,1 1 0 0,-1-2-9 15,-1 5 6-15,2-3 3 0,-2 1 1 0,1-1-4 16,1 1 3-16,-2 1 3 0,-1-1-3 0,3-1-1 16,1 1 0-16,2-1 4 0,-1 1-6 0,-4-2 1 15,5 2 15-15,1-1-11 0,-5 2-3 0,2-1 2 16,-2-1 0-16,2 0-2 0,-6 1-4 0,5-1 5 16,-1-1 0-16,-1 1-2 0,0 1 5 0,-1 1-2 15,1-2 0-15,-1 0 0 0,2 1 4 0,1 1-8 16,-1-2 2-16,1 2-2 0,2-4 1 0,0 2 0 15,-2 3-1-15,0 0 3 0,3-5-1 0,-1 4 0 16,2-1-5-16,-4 2 4 0,3-3 0 0,-1 2-3 16,0-1 0-16,1-1-3 0,0 0 7 0,2 1-2 15,-1-1-1-15,1-2-2 0,1 0 1 0,-1 2 0 16,-1 0 2-16,1 2-4 0,1-4 11 0,1 2-7 16,0 0 0-16,-1-2 5 0,3 0-5 0,-2 2 2 15,-2-2-5-15,6 1 1 0,-5-2-2 0,1 0 4 16,0 4-3-16,3-2 2 0,-2-1 2 0,0 1-1 15,-2 1 0-15,-1-1-1 0,3-3 1 0,-3 4-6 0,-1 0 5 16,2-1 2-16,-2 1-4 0,1 0 6 16,1-2 0-16,-4 2-6 0,2 2 0 0,-1-1 1 15,2-1-3-15,-2-1 5 0,0-1-3 0,1 2 0 16,-2 0 1-16,-1-1 0 0,0 0 2 0,0 1 1 0,1-1-2 16,0 2 0-16,0 0 6 0,0 0-5 0,-3-3 2 15,0 4-4-15,2 0 12 0,-2-2-11 16,1 0 0-16,-2 2 5 0,-1-2-2 0,2 0-6 15,-10 0 2-15,4 0 3 0,5 1 0 0,-7 1-1 0,7 0 2 16,-9-3-1-16,2 1 0 0,0-1 2 0,0-1-1 16,1 2 0-16,-1 0 1 0,0 0 5 15,0 0 1-15,-1-2-4 0,0 2 1 0,2-1 2 16,-3 1-5-16,0-2-2 0,-2 1 3 0,-1 2-2 0,0-1-2 16,-3 0 2-16,0 0 1 0,4 2-3 0,1-2 0 15,-5-2 0-15,0 2 3 0,-2 2-4 0,2-4 4 16,0 2-3-16,0 2 1 0,-1-2 1 0,0 0 2 15,2 0 0-15,-1-2 4 0,-1 2-2 0,2-2-3 16,-1 2 6-16,1 0-7 0,-1-1 3 0,2-1-2 16,-2 2 1-16,0 0 0 0,5 0 0 0,-5 0-3 15,2-1 5-15,-1-1-2 0,0 2 3 0,-1 0-4 16,1 0 1-16,0 0-2 0,0 0 4 0,3-2 0 16,-5 2 4-16,1-2-2 0,0 2 4 0,-2 0 2 15,2-2 0-15,-1 2 0 0,-1-1-2 0,-3 0 3 16,3 1-2-16,0 0-6 0,-11 0 4 0,15 0-1 15,-6-2 4-15,-9 2-3 0,13 0 2 0,-13 0-2 16,10-1-2-16,-10 1-2 0,8-1 0 0,-8 1-5 16,0 0 7-16,0 0-6 0,11 1 2 0,-11-1-3 15,0 0-9-15,0 0-12 0,0 0-25 0,0 0-34 16,0 0-36-16,0 0-51 0,0 0-192 0,-29 11-384 16,8-8 170-16</inkml:trace>
  <inkml:trace contextRef="#ctx0" brushRef="#br0" timeOffset="39273.68">25952 9887 36 0,'0'0'101'0,"0"0"4"0,0 0-15 16,0 0 0-16,-17-12 6 0,17 12 2 0,-6-4-11 0,6 4-2 15,0 0 0-15,-7-4-1 0,7 4-10 16,-9-4 4-16,9 4-4 0,0 0-3 0,-7-2-2 15,7 2-1-15,0 0-4 0,0 0-2 0,0 0-10 16,0 0-2-16,0 0-9 0,0 0-3 0,0 0-2 0,0 0-7 16,0 0-6-16,0 0-2 0,0 0-10 15,0 0 1-15,0 0-1 0,0 0-5 0,27 8 1 16,-20-6-1-16,5 1-6 0,-1 0-1 0,1-2-5 0,7 2 0 16,-1-1-4-16,0 3 1 0,2-2-3 0,3-2 10 15,6 1-4-15,5-2 4 0,-1-2-3 0,3 1 3 16,0 0-2-16,2-1-1 0,1 0 3 0,-1 2 0 15,0-1-3-15,12-4 3 0,-10 3-4 0,-2-1 3 16,14-1-1-16,0 1 6 0,-12 2-2 0,9-3-1 16,5-1-2-16,-17 3 2 0,16-3 0 0,-1 1 5 15,-14 2-6-15,2-1 1 0,14 1-3 0,-16 1 0 16,16-2 8-16,-14 0-2 0,14-1-7 0,-4 4 6 16,-10-1-1-16,12 0 5 0,-1 0-4 0,-1 0 10 15,-10-1-9-15,12 2 9 0,-2 2-4 0,-12-1-2 0,14-5 0 16,-1 4 2-16,-13-4-2 0,13 3-4 15,3-1 0-15,-18-2 2 0,15 2 7 0,-14-1-4 16,1 1-5-16,14-1 1 0,-14 1-7 0,-2-1 4 16,5-1 0-16,-3 1 0 0,0 0-2 0,-2 1 8 15,2 0-4-15,0-2 8 0,-3 1-6 0,2 0-6 0,-3 0 2 16,1-1 7-16,-1 4-3 0,-2-3-4 16,-1-1 5-16,1 4-3 0,-1-3 1 0,-2 1-3 15,1-1 0-15,-9 1 1 0,7 0-1 0,-6 1 5 0,6-1 3 16,-9-2-3-16,8 2-5 0,-6 1 1 0,-3-2 1 15,1 3-4-15,0-1 3 0,-3 0 4 0,2-1 1 16,-4 2-5-16,0-1 5 0,-1-1-8 16,5 2 2-16,-5-2 3 0,-1 2-1 0,0-1 0 0,1 0-1 15,0 1 1-15,-3 0-3 0,0 0 3 0,0-2-2 16,-10 2 1-16,18-2 3 0,-6 2-2 0,-2-1 0 16,-1 1 2-16,-9 0 3 0,20-2-6 0,-9 2 5 15,0-1-5-15,-1 1 7 0,1 0 2 0,0 0-8 16,-1 0 8-16,-2 0-4 0,1 1 17 0,4 1-4 15,-7-1-9-15,-6-1 4 0,17 0 3 0,-10 0-3 16,1 2-6-16,0-2 8 0,-8 0-3 0,14 0 3 16,-7 2 2-16,-7-2 1 0,12 1 0 0,-12-1-4 15,11-1-3-15,-11 1 5 0,8 1-2 0,-8-1-5 16,0 0-3-16,10-1 6 0,-10 1-3 0,0 0-10 16,0 0-16-16,0 0-23 0,9 1-22 0,-9-1-28 15,0 0-45-15,0 0-35 0,0 0-114 0,0 0-307 16,0 0 137-16</inkml:trace>
  <inkml:trace contextRef="#ctx0" brushRef="#br0" timeOffset="40834.24">8634 10633 79 0,'-7'-4'101'0,"7"4"3"0,0 0-11 0,-7-3-3 0,7 3 0 16,0 0-8-16,-7-2 1 0,7 2-6 15,0 0-4-15,0 0-7 0,0 0-11 0,0 0-3 0,-7-5-1 16,7 5-15-16,0 0-3 0,0 0-4 0,0 0-3 15,0 0-8-15,0 0 4 0,0 0-1 0,0 0-2 16,0 0-7-16,0 0 2 0,27 1 0 0,-15-1-1 16,1-1-1-16,6 4 2 0,-1-3-1 0,4 0-5 15,-1 0-1-15,8 2 5 0,0-2-4 0,0 0 7 16,1 2-3-16,-1-2 0 0,6 0 5 0,-2 0-4 16,0-2-2-16,3 2 4 0,2 2 3 0,-1-5 3 15,14 2-5-15,0-1-5 0,-12 2 11 0,13-2 4 16,-12 1-2-16,0-1-2 0,9 1-5 0,-9-1 6 15,12 4-3-15,-15-2 3 0,2 1-4 0,-2-1 7 16,1 0-19-16,-1 3 11 0,2-1-3 0,-5-2 9 16,2 3-5-16,1-2-6 0,-1 1 4 0,-3 1 1 15,1-3-3-15,1 0 3 0,-2 2 0 0,3 0 4 16,1-3-3-16,-3 4-3 0,1-2 7 0,1-2-1 16,-2 2-1-16,2-4 1 0,4 1 6 0,-3 0-7 15,0 2 2-15,0-3-2 0,0 0 3 0,3 0-9 0,-5 0-1 16,1-1 4-16,0 1 2 0,-4 1-6 15,3 1 2-15,-5-2-5 0,-8 2 2 0,7-2 2 16,-7 4-4-16,-2-1 2 0,1-2-3 0,-2-1 1 16,0 2-5-16,2 2 8 0,-5-2 0 0,2 2-3 15,-4-1 0-15,0 0 0 0,1 1 2 0,-1-2 0 16,-1 2 0-16,-4 1 2 0,3-1-2 0,-4-1 2 16,-1 0-3-16,-7 0-2 0,14 0-4 0,-14 0 1 15,9 1 3-15,-9-1-4 0,8-2 0 0,-8 2 2 0,0 0 0 16,0 0-4-16,0 0 1 0,13 1-11 0,-13-1-19 15,0 0-14-15,0 0-33 0,0 0-19 0,0 0-18 16,10 3-22-16,-6-1-30 0,1 1-29 16,0 2-117-16,-5-5-334 0,11 7 148 0</inkml:trace>
  <inkml:trace contextRef="#ctx0" brushRef="#br0" timeOffset="41921.58">13425 10646 155 0,'0'0'161'0,"0"0"2"16,0 0-5-16,-14-1-6 0,14 1 2 15,0 0-2-15,-9-3 0 0,9 3-3 0,0 0-4 16,0 0-11-16,-8-6-8 0,8 6-13 0,0 0-12 0,0 0-7 15,0 0-9-15,-5-3-10 0,5 3-5 0,0 0-10 16,0 0-5-16,0 0-10 0,0 0-8 0,0 0-1 16,0 0-4-16,0 0-7 0,0 0-4 0,0 0 1 15,22 0-2-15,-22 0-2 0,23 3-3 0,-11 0 2 16,1-3-5-16,-2 0-4 0,9 2-1 0,-2 0 1 16,-2-2-3-16,4-1 0 0,-2 2-2 0,2-2-8 15,3 2 7-15,4-3-2 0,2 2-3 0,0-2 3 16,0 2 3-16,0 0-7 0,3-3 3 0,-1 0 0 15,3 3 0-15,-2-1 2 0,2-2-2 0,2 0 1 16,-3 1 2-16,1 0-5 0,-1 0 1 0,-1 1-2 16,4-1 2-16,-3-1-1 0,3 1 0 0,2-2 2 15,-4 3 2-15,4-3-3 0,0 1 2 0,-1 0-1 16,3 1 4-16,-2 1-4 0,2-2 2 0,-3 5-1 16,1-4-1-16,-1 2 2 0,0-1 1 0,3 1 1 15,-3 0-3-15,1-2 5 0,2 2-4 0,-1 0 0 16,-2 2 1-16,-1-2-1 0,0 0 0 0,0-2 10 15,-2 4-10-15,2-2 0 0,0 0 4 0,-2 0-3 16,2 1 10-16,-1-1-8 0,-1-1 2 0,2 2 1 0,1-1-2 16,0 3 0-16,1-3 1 0,-2 0 0 15,3-1 2-15,1 2-1 0,-1-1 1 0,0-3-1 16,2 3-1-16,-3-1 0 0,0-1 0 0,14 0-2 16,-15 1 4-16,0-1-5 0,14 1 0 0,-12-2-2 0,-2 1 8 15,1-1-3-15,0 1-1 0,-3 1 1 0,3-3-1 16,-1 1 1-16,4 1 4 0,-1 2-6 0,-3-2 1 15,0 1-1-15,4 0 0 0,-4 0 0 0,1-2 0 16,-1 3 0-16,2-1-1 0,-2 1 2 0,-1 0 2 16,-2-2 0-16,-1 0-2 0,-1 3 0 0,2-1 13 15,-4-1-13-15,2-1 4 0,0 1-4 0,-1 1 4 16,0 0-2-16,-1 1 1 0,-2 1-3 16,0-4 2-16,-6 2-3 0,10-2 0 0,-4 2-1 0,-6 0-1 15,-2 1 0-15,8-4 3 0,1 6 0 0,-3-3-1 16,2 1 2-16,-8-2-2 0,1 0-2 0,7 1 2 15,-7-2-2-15,-1 4 1 0,1-4 2 0,-2 2 7 16,0 2-11-16,0-1 2 0,2 0-2 0,-3-2 3 16,1 1-2-16,-1 0 4 0,1 1-6 0,-6 1 4 15,7-1-3-15,0 0 3 0,-3 0-4 0,4 0 3 16,-5 0 1-16,3-1 1 0,1 1-3 0,-8 1 2 16,5 1 3-16,-4-1-4 0,1-2-1 0,4 0 7 15,-7 0-6-15,5 0-3 0,-4 2-2 0,1-2 5 16,4 1-4-16,-6-2 4 0,-1 2-1 0,2-1-2 15,-1 0 3-15,0-1-4 0,-5 2-1 0,4-1 8 16,-10 0-4-16,13 0-1 0,-13 0-1 0,12-1 0 16,-12 1 3-16,10-2-2 0,-10 2-3 0,0 0 6 15,0 0-3-15,10 0 4 0,-10 0 0 0,0 0-3 16,0 0 1-16,0 0-4 0,0 0 1 0,0 0-9 16,0 0-9-16,8 2-9 0,-8-2-20 0,0 0-12 0,0 0-17 15,0 0-16-15,0 0-23 0,0 0-22 16,0 0-12-16,0 0-19 0,0 0-15 0,0 0-25 15,7-5-123-15,-7 5-358 0,0 0 159 0</inkml:trace>
  <inkml:trace contextRef="#ctx0" brushRef="#br0" timeOffset="43000.12">19249 10565 59 0,'0'0'116'15,"-10"0"-4"-15,10 0-2 0,0 0-18 0,-10-1 4 16,10 1-5-16,0 0-3 0,0 0-5 0,-7-2-4 15,7 2-1-15,0 0-1 0,0 0-5 0,0 0-6 16,0 0-7-16,0 0-6 0,0 0-1 0,0 0-3 16,0 0-6-16,0 0 3 0,0 0-10 0,0 0 0 15,0 0 4-15,0 0-10 0,0 0-1 0,0 0-2 16,0 0-3-16,19 14 4 0,-13-13-1 0,2 0-4 16,0 0 0-16,2 1-4 0,1 2 1 0,5-4-5 15,-5 2 3-15,4-1 1 0,0 1-4 0,2-2 0 16,1 0 1-16,3 1-2 0,-3-1 4 0,3 2-3 15,1-2 5-15,5 1-8 0,1-2 5 0,-1 1 2 16,2 0-3-16,1-2-5 0,0 1 5 0,4-1 7 16,-1 2-6-16,0-3-1 0,0 0 2 0,4 0-1 15,0 1-1-15,2-1-1 0,2 0 1 0,-4 0 1 16,2-3-5-16,0 3 1 0,13-2 0 0,-12 3-2 16,0 0 2-16,14-3-6 0,-1 2 3 0,-14 1-3 15,12-2 3-15,-11 1-1 0,12-2-4 0,-1 1 7 16,-12 4-1-16,1-1-3 0,12 0 5 0,0-3-4 0,-13 3 3 15,-1-2 2-15,0 2-6 0,15-2 2 0,-15 3 2 16,3-3-3-16,10 1 2 0,-13-2 0 16,-1 2 1-16,3 0 1 0,-2-1-3 0,3 1 4 0,-2 2 4 15,-1 0 0-15,14 0 2 0,-15-1-8 0,16 1 8 16,-17 0-1-16,1-1 1 0,1-1-4 16,2 2 3-16,-2-1-5 0,0 1 1 0,2-1-3 15,-1 2-2-15,-3-2-1 0,1 0 3 0,-1 1 4 0,1 0-8 16,-1-3 1-16,0 3 0 0,0-2 3 0,-2 0 4 15,1 2-1-15,-1-3 0 0,-1 3-2 0,-1-2 2 16,0 0-4-16,-1-1 4 0,2 2-3 0,-2-2-1 16,-2 2 0-16,1 0 12 0,0-2-8 0,0 2-1 15,-1 1-3-15,-1-2 1 0,0 1-2 0,-1-2 0 16,-7 2-1-16,1 0 1 0,1 1-3 0,-3 0-1 16,-1 0-2-16,2-1 0 0,-7 1 1 0,1-2-1 15,-1 1-1-15,1 0 3 0,-3 2-2 0,0 0 11 16,0-1-4-16,1 0 1 0,-5 0 1 0,2 0-1 15,-9 0 3-15,14 0 1 0,-7 0-5 0,-7 0 1 16,12 2 8-16,-4-2-1 0,-8 0-4 0,9 0 10 16,-9 0-8-16,14-2-1 0,-14 2 6 0,10 2-4 15,-10-2 0-15,7 1-1 0,-7-1-3 0,10 1 5 16,-10-1-9-16,0 0 4 0,0 0 0 0,12 1-2 16,-12-1-1-16,0 0 6 0,0 0 0 0,6 2 11 15,-6-2-3-15,0 0 0 0,0 0 0 0,0 0 1 16,0 0 0-16,0 0-4 0,0 0 3 0,0 0-2 15,0 0-9-15,10 1 9 0,-10-1-8 0,0 0-1 16,0 0 0-16,0 0 7 0,0 0-11 0,0 0-3 16,0 0 2-16,0 0-3 0,0 0-4 0,0 0-13 15,0 0-21-15,0 0-26 0,0 0-34 0,0 0-42 16,0 0-54-16,0 0-57 0,0 0-72 0,-28-4-165 16,15 2-521-16,-1 0 231 0</inkml:trace>
  <inkml:trace contextRef="#ctx0" brushRef="#br0" timeOffset="44517.55">25214 10367 56 0,'0'0'90'0,"0"0"-9"0,0 0-8 0,0 0 0 15,0 0-8-15,0 0-9 0,0 0-13 0,0 0 3 16,0 0 2-16,0 0-8 0,13 8 1 0,-13-8-9 15,0 0 6-15,0 0-12 0,0 0 1 0,0 0-1 16,6 3-6-16,-6-3 5 0,0 0-6 0,0 0 1 16,0 0-8-16,4 5 2 0,-4-5-3 0,0 0-13 15,5 4-2-15,-5-4-9 0,0 0-24 0,0 0-11 16,0 0-25-16,0 0-62 0,-10 13-145 0,10-13 65 16</inkml:trace>
  <inkml:trace contextRef="#ctx0" brushRef="#br0" timeOffset="45449.73">24999 10477 87 0,'0'0'122'0,"0"0"-16"0,0 0-16 0,6 8-8 15,-6-8 3-15,9 1-13 0,-9-1-7 0,10 1-3 0,-10-1 3 16,15 1-4-16,-10 1-9 0,3-2 4 0,4 1-6 16,-1 2-14-16,3-3 9 0,-3 0 3 0,2 2-2 15,1-1-9-15,3 1 2 0,2 0 2 16,1 0-3-16,0-2 1 0,9 1 0 0,-2 0-5 0,2 1-6 16,3-2-2-16,-3 0-2 0,1 2-1 0,3-1-5 15,1-1-1-15,1 1 2 0,2 1 2 16,-1-1-11-16,-1-1 4 0,0 0-3 0,0 0-2 0,3 3-1 15,3-4 1-15,-3 2-2 0,12 0 9 0,-10 2-2 16,-2-5-2-16,2 4 7 0,-3-1-4 0,3 0-4 16,12 2 2-16,-14-5 0 0,18 0-4 0,-18 3 6 15,2 0-1-15,1-3-1 0,8 2-4 0,-9 1 7 16,12-3 2-16,0 2 5 0,-14-2-8 0,16 1-7 16,-14 0 4-16,-2 0 0 0,14 1 0 0,-14 0-4 15,0 0 3-15,3-2 2 0,-3 2-3 0,-2 2 0 16,16-2-3-16,-18 0-1 0,1-2 2 0,4 2-3 15,-6 0 4-15,6 0-2 0,-3 0 4 0,-3 0-9 16,3 0-1-16,-2 0 7 0,-1 3-6 0,-1-4 4 16,1 2-3-16,-1-1 2 0,2 0 0 0,-2 0 1 15,-3 1 3-15,4-2 4 0,-5 2-3 0,-2 0 0 16,5-2 0-16,-2 1-2 0,-8 0 0 0,6-2-1 16,-4 3 2-16,-4-1-4 0,2-1-1 0,0 1 7 15,-2-2-4-15,3 2-3 0,-1-1 4 0,-5 1 2 16,2 0-3-16,0 0-3 0,0 0 1 0,-3 0-2 0,3 0 4 15,1-2-2-15,-2 1-3 0,3 0 1 0,-4-1 0 16,3 2 2-16,-6 2-2 0,5-4-1 16,-3 2-1-16,-1 2 2 0,-1-2 0 0,6 0-3 0,-5 1 3 15,3-1-1-15,-2 0-2 0,-1-1 3 0,-1 1 0 16,6 2 3-16,-2-2-3 0,1 0 2 16,1 2-2-16,-4-2 0 0,4 0 0 0,-2 0-1 15,-2 0 0-15,3 0 3 0,1 0 1 0,-1 0-2 0,1 0-1 16,2 0 3-16,-3 1-9 0,0-1 6 0,-5-1 0 15,5 2 0-15,2-1-2 0,-4 0 3 16,2 0-2-16,0-1-4 0,4-2 2 0,-3 3 2 0,-2-1-1 16,2-1 1-16,-1 2-1 0,2 0 1 0,-2 0 1 15,2 0-3-15,1 0-2 0,-2 0 4 0,0 0-3 16,-1 0 2-16,1 0-1 0,3 0-1 0,0 2 2 16,-6-2-1-16,5-2 1 0,-1 2 4 0,-1 0-3 15,3 0 0-15,-3 2-1 0,1-1 5 0,1-1 2 16,-3 0-2-16,1 0-2 0,1 1 2 0,0 1 0 15,-1-2-2-15,1 1-2 0,-3 1 3 0,2 0-3 16,-6-1 4-16,5-2-1 0,-5 1 0 0,5 1-4 16,-6-1 3-16,1 2-3 0,0-2 6 0,0-2 1 15,-2 4 7-15,-2-2-2 0,0 0 1 0,-1 0-2 16,-8 0 2-16,10 1-1 0,-10-1 1 0,11 0-2 16,-11 0 4-16,0 0-8 0,9 0 4 0,-9 0-4 15,0 0-1-15,0 0 3 0,8 0-4 0,-8 0-2 16,0 0 0-16,0 0-1 0,0 0-8 0,0 0-13 15,0 0-19-15,0 0-34 0,0 0-43 0,0 0-29 16,0 0-42-16,0 0-27 0,0 0-113 0,-27-13-350 16,16 9 155-16</inkml:trace>
  <inkml:trace contextRef="#ctx0" brushRef="#br0" timeOffset="46817.36">4947 11294 53 0,'0'0'62'0,"0"0"1"16,-7 2-1-16,7-2-4 0,0 0-6 0,0 0 6 16,0 0-13-16,-7 2-4 0,7-2-2 15,0 0-7-15,0 0 2 0,-8 2 12 0,8-2-12 16,0 0 6-16,-8 3 0 0,8-3-3 0,0 0 0 16,-7 2 5-16,7-2-16 0,0 0-1 0,-7 3-3 15,7-3 5-15,0 0-7 0,-7 2-1 0,7-2-6 16,0 0-4-16,0 0 2 0,0 0 13 0,-7 4-11 15,7-4-6-15,0 0 11 0,-9 1-6 0,9-1-1 0,0 0 4 16,-6 4 8-16,6-4-2 0,0 0 8 0,0 0 8 16,-9 0-4-16,9 0 4 0,0 0-1 15,0 0 3-15,0 0 4 0,-7 2-4 0,7-2 2 16,0 0-4-16,0 0 2 0,0 0-6 0,0 0 7 0,0 0-9 16,0 0-1-16,0 0-3 0,0 0-5 0,0 0 7 15,0 0-4-15,0 0-2 0,0 0-4 16,0 0 1-16,0 0 3 0,0 0-6 0,0 0 0 15,0 0 2-15,0 0-1 0,30 1 7 0,-13 0 3 0,2-1 0 16,2 2-1-16,0-1 0 0,8-1 19 0,1-1-7 16,-1 2 2-16,2 0 1 0,1-2-2 0,0 2 1 15,1-1 0-15,1 0-5 0,-2 0-2 0,5 0-5 16,-5-1 4-16,1 1-5 0,-2 0 0 0,0-1-1 16,-2 2 2-16,-8-1-1 0,8-1 4 0,-1 1 4 15,-7 0-3-15,-5 0-1 0,2-3-4 0,0 3-1 16,-5 0 2-16,-3-1-8 0,0 1 7 0,-2 0-5 15,-8 0 4-15,12-1-1 0,-12 1 8 0,10 0 4 16,-10 0 7-16,7 1 4 0,-7-1 7 0,0 0 8 16,0 0 2-16,8 1 4 0,-8-1 1 0,0 0-5 15,0 0 5-15,0 0 2 0,0 0-8 0,8 1-4 16,-8-1 1-16,0 0-4 0,0 0-7 0,0 0-1 16,0 0-7-16,0 0-2 0,0 0-7 0,0 0-3 15,0 0-5-15,0 0-7 0,0 0 2 0,0 0-4 16,0 0-28-16,0 0-14 0,0 0-22 0,0 0-36 15,0 0-36-15,0 0-43 0,0 0-56 0,0 0-52 16,0 0-40-16,0 0-202 0,0 0-555 0,-5 16 246 16</inkml:trace>
  <inkml:trace contextRef="#ctx0" brushRef="#br0" timeOffset="48386.62">6938 11478 102 0,'0'0'154'0,"0"0"3"0,0 0-2 0,0 0-11 15,0 0-7-15,0 0-1 0,0 0-4 0,0 0-12 16,0 0-5-16,-5-5-12 0,5 5-9 0,0 0-8 16,0 0-13-16,0 0-8 0,0 0-10 0,0 0-8 15,0 0-10-15,0 0-3 0,0 0-7 0,0 0-4 16,0 0-2-16,0 0 2 0,0 0-6 0,20 3-1 15,-20-3 1-15,13 0-2 0,-5 0-2 0,3 0-3 16,-1 2 1-16,3-2 1 0,-1 1-5 0,0 1 1 16,2-1-5-16,-1-2 1 0,5 1 2 0,0 0-6 15,0 1 9-15,0-2-10 0,-2 1 4 0,2-3 1 16,0 3-4-16,1 0 4 0,2-1-3 0,-5 1-4 16,5-1 3-16,-3 0 5 0,1-1-5 0,0 1-1 15,0 0 1-15,3-1 4 0,0 2-5 0,-3-1 2 16,3 1 1-16,4-1 1 0,-5 1-1 0,-1-2-7 15,7 1 7-15,-4-1-1 0,-2 0-2 0,-1 0 0 16,0 1-1-16,1-1 0 0,1 4-2 0,-2-4 5 16,8 2 3-16,-7 2-7 0,-2-4 3 0,2 1 4 15,0 1-5-15,1 1 1 0,-1-1 0 0,0 2 3 16,-1-1 5-16,9-2-4 0,-9 1-3 0,-1 0-2 16,0 0 3-16,2 2-2 0,-3-2 1 0,2 1-2 15,-2 1-2-15,1-2 5 0,-1 0-2 0,0 0 2 16,1 3 0-16,-1 0-1 0,0-3 4 0,1 0 0 0,-2 0-2 15,3 1-1-15,-1-3 3 0,0 2-1 0,4-2 0 16,-5 2 1-16,4-1-3 0,-2-1 2 16,1 4 1-16,1-2 0 0,5-2-2 0,-7 0 0 15,2 2 2-15,6-2-3 0,-8 1 0 0,7-1-2 0,-4 2-4 16,-4-1 8-16,4 1-4 0,-1 0 1 0,5 1-4 16,-5 1 5-16,1-5 0 0,5 3 1 0,-7 0 0 15,8 0-1-15,-3 0-1 0,1-1-1 16,-4 0 2-16,-1 0-1 0,-2 2-2 0,9-1 0 0,-6 0 5 15,5 0-2-15,-2 2 0 0,2-4 0 0,1 1 1 16,-2 0-4-16,-4 1 0 0,5-1 4 0,1 1 0 16,0-4-1-16,0 4 0 0,0-2-2 0,-1 2-1 15,1 0 8-15,-1-2-4 0,1 0 0 16,-2 3 0-16,3 0 0 0,0-1-4 0,-2-1-2 0,1 1 6 16,1-3 0-16,2 1 2 0,-4 0-3 0,2 2 5 15,-2 0-5-15,2 0-3 0,-1 0 0 0,1 0 1 16,-9 0 3-16,7 0-1 0,-1-1 1 0,-5 2-4 15,10-1 3-15,-4 0-3 0,0 0 7 0,2 0-2 16,-1-1 0-16,2-1-3 0,-2 2-4 0,0 0 8 16,2 0-2-16,-2 0 2 0,2 0-3 0,-2 0 2 15,2 0-1-15,-2 0-2 0,0 0 1 0,0-2 0 16,-3 1-3-16,4-2 5 0,0 3 0 0,0-1-5 16,1 1 3-16,0 0 0 0,-1-1 0 0,-1-3-2 15,1 3 2-15,0-2 1 0,-1 2 0 0,0-3 2 16,1 2 1-16,0 2-8 0,2-4 3 0,0 0 2 15,-2 2 0-15,0 2 1 0,-1-3-1 0,-1 3-1 16,1-2 2-16,0 1 1 0,1-3-3 0,-1 4 5 16,2-4-6-16,-3 2 1 0,4-1 0 0,-4 0 0 15,-1 3 1-15,1 0-2 0,2 0 2 0,-2 0-6 16,0-3 6-16,0 2-6 0,-1-1 6 0,1 0-3 16,0 2 5-16,2 0-7 0,-3-2-2 0,-1 2 6 15,-4 0 0-15,4-1-1 0,1 1 1 0,-5 1-4 16,7 1 6-16,-8-4-3 0,7 4 3 0,-6-1-5 15,0-1 1-15,4 3 2 0,-3-3 1 0,4 0 3 16,-4 1-4-16,-2-2 7 0,6 1-5 0,-6 0 6 16,2-2-6-16,6 4 0 0,-10-2 2 0,9 1-2 15,0 0 2-15,-8-1 0 0,1 0-3 0,-1-1 1 16,3 0 1-16,4 1-2 0,-7 1 1 0,2-2 0 16,1 2-3-16,-2 0 1 0,-1 1-2 0,0-2-1 0,2 0 6 15,-2 0-2-15,1 0 3 0,-2 0-5 16,-2-2 5-16,3 4-3 0,-1-2-3 0,0 0 3 15,-2 1-3-15,2-1 0 0,0 0 4 0,0 2-4 16,1 1 2-16,-5-3-3 0,4 4 5 0,-1-3-3 0,-2-1 2 16,2 4-2-16,-1-3 2 0,4 0-5 15,-10-1 3-15,7 2-2 0,1-1 3 0,-6-1-2 0,9 0-3 16,-4 2 0-16,-2 0 5 0,1-1-3 16,2 3 5-16,-1-5-1 0,0 2-1 0,2-2-1 0,-3-2 1 15,2 3-3-15,1 0 4 0,-4-1 1 0,2 1-1 16,-3-2-3-16,2 0 3 0,-4 4-4 0,3-5 2 15,-6 3-1-15,9-3 3 0,-6-1 0 0,0 3-2 16,-1 0 0-16,-1-1 2 0,3 1-3 0,-4 0 2 16,2 0-1-16,1-1-10 0,-6 2-15 0,4-3-13 15,-3 3-19-15,-8 0-17 0,13 0-22 0,-5 0-25 16,0-3-26-16,0 2-28 0,-1-1-147 16,-7 2-348-16,14-1 154 0</inkml:trace>
  <inkml:trace contextRef="#ctx0" brushRef="#br0" timeOffset="50143.74">14944 11328 44 0,'0'0'100'0,"0"0"-7"0,-7 7 10 16,7-7-13-16,0 0-8 0,0 0-3 0,0 0-7 15,0 0-9-15,0 0-1 0,0 0-3 0,0 0-14 16,0 0-3-16,10 11-1 0,-10-11-6 0,6 3-2 16,0-1 5-16,-6-2 1 0,7 4-2 0,1-1 6 15,-8-3-9-15,14 3-2 0,-5 0-2 0,-2 1 1 16,-7-4-3-16,22 4-1 0,-10-1-10 0,1-3 3 15,3 3-1-15,2 0-6 0,0 2 5 0,0-3 7 16,3 1-1-16,-2 0 1 0,3-2 3 0,-1 3-7 16,8 1-4-16,-1-2 3 0,-2 1 6 0,1-2 3 15,-6-1-6-15,10 4-4 0,0-2-4 0,-2 1 4 16,2-2 2-16,1 0 0 0,1 0-4 0,0-1 1 16,2 2-3-16,0 0 3 0,-1-2-2 0,1 0-4 0,1 1 1 15,0-2-1-15,0 2-1 0,1-2 2 16,-1 0 0-16,3 0-1 0,-2-2 2 0,16 2-5 15,-16 0-1-15,1 0 5 0,-1-2-3 0,1 1-7 16,1 0 3-16,0-3 5 0,12 2-2 0,-12-1-3 0,12 0 3 16,-15 0 4-16,0 1-9 0,1 1-4 0,2-2 10 15,-2 3 1-15,-1-2 1 0,1 0-4 16,-2-1 2-16,2-1-9 0,-3 4 4 0,4-2 2 16,-3 1 0-16,0-2 0 0,-1 5 0 0,1-1-1 0,-3-1 0 15,1-1-3-15,0 1-1 0,-1 0 2 0,0 1-1 16,-3 0-1-16,1 1-1 0,0-2 4 0,1 4-3 15,-1-1 2-15,-1-1-2 0,-1-1 2 0,0-4-2 16,0 3-1-16,-1 0 1 0,2 2 0 0,-2 0-1 16,-6-1 0-16,7 1 2 0,-5-2-1 0,5 0 3 15,-5 1-3-15,-3-1-1 0,9 0 4 0,-1-3-6 16,-8 3 1-16,9 0 2 0,-1 2 3 16,-1-2 0-16,0 0-3 0,-4 0 4 0,-1-2-1 15,6 1-4-15,-5 2 5 0,3-2-8 0,-3 0 6 0,3 0 3 16,3 1-7-16,-6 0 5 0,3-2 1 0,-5 2-3 15,6 0-2-15,-4 2 3 0,3-1-2 0,3-1 2 16,-10 0-5-16,4 1 6 0,-3-1 0 0,0 0 0 16,9 1 4-16,-7-1-4 0,-2 0 1 0,1-1-3 15,0 2 5-15,1-1-1 0,0 0 4 0,-1-1-1 16,0 0-4-16,-1 1 0 0,3 1 0 0,-4-2 3 16,2 0-4-16,-1-1 6 0,-2 2-4 0,2 0 0 15,-1 0 4-15,0 2 1 0,-3-1 2 0,3-1 2 16,-3 0 2-16,2 0-5 0,-5 2 4 0,4-2-6 15,-5-1 4-15,2 2-6 0,-1-3 4 0,0 6 0 16,-1-6-1-16,0 1 4 0,1 1-6 0,-3-1 0 16,1 2 5-16,1-1 2 0,-2-1-1 0,0 1-2 15,2 1 2-15,-3-1 1 0,-1 0-2 0,3-1-2 16,-3 2 5-16,-8-1-2 0,12 1 0 0,-3 1-3 16,-9-2 2-16,14 1-6 0,-7 0 1 0,-7-1-1 15,12 0-2-15,-12 0 2 0,11 1-1 0,-6 1-2 16,-5-2 1-16,13 2 2 0,-6-3-2 0,0 4 1 15,-7-3-5-15,10 3 1 0,-2-3 3 0,-2 3-4 16,2-2 4-16,1 2 4 0,-1-2-2 0,3 1-1 16,-2-2 2-16,3 2 1 0,-1 0 0 0,3 1-1 15,-3-1-4-15,7-1-1 0,-4 1 2 0,3-3-1 16,2 1 1-16,1 0 1 0,1 1 0 0,-1-2-3 16,2 2 8-16,7 1 5 0,-7 0 5 0,6-1-4 15,3-3 7-15,-1 3-2 0,-2-2-5 0,2 2 2 16,1 0 3-16,0-1 5 0,-2-1-7 0,0 1 1 0,3 3-4 15,0-7-5-15,2 5 4 0,-2 0 1 0,2-1-2 16,0 0-2-16,2 0 0 0,-3-1-5 16,2 1 3-16,3 1 3 0,-2-2-6 0,-5 2 5 15,2-1 0-15,4 0-2 0,-3 0 5 0,2-2-1 0,-2 1-2 16,4 1-4-16,-4 0 3 0,1-2 0 0,-1 1-1 16,2 0-1-16,-4 0-1 0,3-1 4 15,-1-1-7-15,1 2 1 0,-2-2-7 0,-1 1 10 16,1 4-1-16,0-2 0 0,-1 0 5 0,-1 0-2 0,0 0 1 15,3 0 7-15,-3 2-8 0,-3-2-1 0,0 0 3 16,0 1-3-16,-1 0 11 0,1 1-10 0,-5 0-3 16,5-4 3-16,0 2 2 0,0 0-11 15,2 0 2-15,-3-2 2 0,2 2-2 0,1 2 3 0,-11-4-1 16,9 0 1-16,-5 2-4 0,-3 0-3 0,8 0 12 16,2-2 0-16,-9 2-4 0,-1 0 4 0,8 0 1 15,-8 0-7-15,1-2 4 0,-2 4 8 0,4-4-3 16,-3 4-6-16,-2-2 6 0,3-2-5 0,1 4 5 15,-1 1 2-15,-1-3-3 0,2 0-1 0,-3 0-1 16,1 0-2-16,1 0 2 0,-1-3-3 0,0 5-1 16,0-2 5-16,0-2-7 0,1 2-3 0,-2 0 2 15,1 0 3-15,0-3-3 0,-2-1 2 0,1 4 2 16,0-1 0-16,-2-1 16 0,-3 2-20 0,5-3 7 16,-1 3-8-16,-4 2 0 0,-1-4-1 0,0 0 12 15,1 1-10-15,-2 1-7 0,-1-1 4 0,-11 1-1 16,20-3 2-16,-12 2-5 0,-8 1 4 0,15 0-6 15,-15 0 1-15,14-1 9 0,-14 1-1 0,14-2-10 16,-14 2 5-16,10-1 1 0,-10 1 7 0,0 0-9 16,12-1 6-16,-12 1-7 0,0 0 12 0,0 0-3 15,0 0-1-15,0 0 9 0,0 0 7 0,0 0-4 0,0 0 6 16,13 1-1-16,-13-1 3 0,0 0-3 16,0 0 6-16,0 0 1 0,0 0 1 0,0 0 4 15,0 0 0-15,0 0 5 0,7-1 4 0,-7 1-5 16,0 0-4-16,0 0 2 0,0 0 5 0,0 0-3 0,0 0-1 15,0 0-6-15,0 0 3 0,0 0-4 0,0 0-3 16,0 0-3-16,0 0-6 0,0 0 1 16,0 0-4-16,0 0-3 0,0 0-1 0,0 0-5 15,0 0-3-15,0 0-13 0,0 0-18 0,0 0-22 0,0 0-34 16,0 0-34-16,0 0-40 0,0 0-35 16,0 0-46-16,0 0-36 0,0 0-23 0,0 0-27 15,0 0-15-15,0 0-249 0,0 0-633 0,0 0 280 16</inkml:trace>
  <inkml:trace contextRef="#ctx0" brushRef="#br0" timeOffset="51173.15">22954 11343 58 0,'0'0'102'0,"-11"3"-2"0,11-3-11 0,0 0 17 15,0 0-15-15,-13 1 7 0,13-1 6 0,0 0 3 16,0 0 4-16,-15 0-1 0,15 0-2 0,0 0-4 16,0 0-8-16,0 0-6 0,-11 2-5 0,11-2-9 15,0 0-8-15,0 0-7 0,0 0-5 0,0 0-1 16,0 0-11-16,0 0-6 0,0 0-5 0,-17 0-2 15,17 0 0-15,0 0-3 0,0 0-3 0,0 0-2 16,0 0 0-16,0 0-1 0,0 0 4 0,0 0-1 16,0 0 3-16,0 0-3 0,0 0 7 0,23 18 5 15,-18-17-1-15,2 2 1 0,4-1 2 0,-1 0-2 16,1-1-5-16,2 1 0 0,-1 0 2 0,2-1-3 16,-1 0 3-16,5 0-1 0,0 1 3 0,1-1-4 15,-1-1 2-15,2 1-3 0,0 0 3 0,7 1 4 16,-1-4 5-16,-3 2-6 0,5 2 2 0,1-4 0 15,1 2-2-15,-1-1-2 0,1 0 0 0,-2 1-8 16,6-1 2-16,-6-1-3 0,0 0-2 0,3 1 0 16,0 1-1-16,-4 0-1 0,3 0 0 0,0 0 1 15,2-2-3-15,-2 2 4 0,2 2 3 0,-4-4-3 16,6 2 0-16,-4 2 3 0,0-4-5 0,3 2-1 16,0-2 1-16,2 1 3 0,1 1-2 0,-5 0-2 15,3 0 6-15,3 0-4 0,-3-3-6 0,3 2-3 16,0 1 3-16,0-2 1 0,-3 2 4 0,2-2-4 0,-2 0-3 15,4 4 4-15,-3-4-2 0,2 2 0 0,1-2 15 16,-1 1-7-16,4 1-6 0,-6-1-1 16,2-1-3-16,-3 1-1 0,5-1-2 0,-1 0 2 15,0 1 2-15,15-3 0 0,-18 2-6 0,5 1 4 0,-4 0-4 16,3 0 3-16,-2 0-3 0,-1 0-7 0,0-2 7 16,0 3 1-16,0 1 3 0,2-4-8 15,-5 2 14-15,2 0-13 0,0-1 6 0,-3-1 3 16,-1 3 6-16,2-2-10 0,2 1-3 0,-2 0-2 0,-2 1 5 15,1-3-4-15,-3 2 5 0,2 0 6 0,-4 1-4 16,1-1 1-16,0 1 2 0,-5-1 0 0,5 0-10 16,-1 0 4-16,1-1 1 0,-8 1-2 15,9 0 2-15,-8-1 3 0,1 1-11 0,-2 0 10 16,3 0-4-16,-3 0-5 0,0 1 5 0,1-2 4 0,-2 1-7 16,0 0 8-16,-1 1-1 0,0 1 8 0,0-1 2 15,-5 0-1-15,1-1 2 0,-1 1 6 0,1 0-4 16,-1 0 6-16,-4 1-1 0,5 0 0 0,-5-1-4 15,1 0-1-15,2 0 1 0,-3 2 2 0,-9-2-3 16,11 2 1-16,-4-1-2 0,-7-1 1 0,11 0-4 16,-11 0 2-16,9 0 2 0,-9 0 4 0,0 0 0 15,7 3 5-15,-7-3 1 0,0 0-9 0,0 0-3 16,11 1 9-16,-11-1-8 0,0 0 1 0,0 0-5 16,0 0 0-16,0 0-3 0,0 0-2 0,0 0-4 15,0 0 0-15,0 0-15 0,0 0-33 0,0 0-48 16,0 0-67-16,0 0-73 0,0 0-98 0,0 0-113 15,-40-13-282-15,13 6-774 0,-12-5 342 0</inkml:trace>
</inkml:ink>
</file>

<file path=ppt/ink/ink3.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1-01-25T03:52:04.992"/>
    </inkml:context>
    <inkml:brush xml:id="br0">
      <inkml:brushProperty name="width" value="0.05292" units="cm"/>
      <inkml:brushProperty name="height" value="0.05292" units="cm"/>
      <inkml:brushProperty name="color" value="#FF0000"/>
    </inkml:brush>
  </inkml:definitions>
  <inkml:trace contextRef="#ctx0" brushRef="#br0">13658 7003 14 0,'-8'-4'18'0,"8"4"-14"0,0 0-7 0,0 0-3 0,-9 0-6 15,9 0 3-15</inkml:trace>
  <inkml:trace contextRef="#ctx0" brushRef="#br0" timeOffset="5122.03">16655 8174 40 0,'-6'-3'50'0,"6"3"-8"0,0 0 7 16,0 0-11-16,0 0-4 0,-4-8 6 0,4 8 2 15,0 0-6-15,0 0-8 0,8-9 2 0,-8 9-6 16,5-7 1-16,-5 7-7 0,6-5 1 0,-6 5-8 16,9-4 3-16,-4 1-5 0,2 1 2 0,-7 2 0 15,14-4-2-15,-1 1-1 0,-2 0 9 0,1 2-10 16,2-2 8-16,2 0-3 0,4 1-4 0,-1-1 2 16,3 1 9-16,-1-2-9 0,2 3 2 0,6 0 0 15,-2-2 1-15,-1 2-8 0,3 1 5 0,3 0-4 16,0 1 4-16,1-2-6 0,2 1-5 0,1 1 13 15,1 0-2-15,1-1-6 0,3 3-1 0,9-2 3 16,2 0 2-16,-1 0 1 0,-14 2-4 0,2-2 3 16,13-1 0-16,-2 0-2 0,4 3-2 0,-2-3 3 15,-1 0-1-15,0-1-5 0,2 2 6 0,0-2 0 0,1 1 0 16,4 0-4-16,-3 0 3 0,-1 1-8 0,3-1 3 16,-3 0-6-16,-2 1 5 0,1-1 4 15,-1 0-2-15,5 3-4 0,-2-4 1 0,1 1 5 16,-1-1 0-16,0 1-1 0,3 1 5 0,-1-1-11 0,5 1 6 15,-2 0-5-15,-2-1 1 0,4 0 9 0,0 1-4 16,-2-1-2-16,4-1 2 0,-1-1-8 16,2 0 8-16,-1 0-1 0,1-2-3 0,-2 2 2 15,2 0-5-15,0 0 6 0,-1-2-3 0,-1 1 3 0,-1 0-2 16,1 0 8-16,-2 0-9 0,-2 2-5 0,5-4 6 16,-4 3-4-16,3-3 4 0,-2 4-6 0,2-4 4 15,-2 2 6-15,4 1-5 0,-1-1-7 16,1-1 14-16,-1 0-4 0,1 0 0 0,-2 0 1 0,0-1 5 15,-1-1-8-15,6 1-2 0,21-1 4 0,-31-1 1 16,3 2 8-16,1 1-4 0,4-3-6 0,-1 1 1 16,0 2 2-16,-2 1-2 0,0-4 6 0,-1 2 0 15,0 2-8-15,-2-1 5 0,-2 1 1 0,2-1-5 16,2 1-2-16,-1 0-2 0,1 1 4 0,-2 0 3 16,0-1-9-16,1-1 3 0,0-1 7 0,1 2-3 15,-3 0 2-15,-1-2-2 0,1 3 2 0,0-4-2 16,-2 6 7-16,2-6-6 0,0 6 2 0,1-7-1 15,-2 4-7-15,3-1 0 0,-2-2 6 0,1 0-4 16,1 1 0-16,-3 1 3 0,1 0-4 0,1-5-2 16,-3 4 7-16,-1 1 1 0,2 0-5 0,-1-2 1 15,1 2 1-15,-1-1 3 0,1 3 5 0,-1-2-9 16,0-2 7-16,0 2-7 0,-1-1-1 0,-1 2 4 16,-1 1 0-16,3-1-2 0,-3 1 0 0,1 2-3 15,-5-1 6-15,4 1-5 0,-3-2 2 0,-12 2-1 0,15-3 5 16,-4 0 3-16,1 2-22 0,-11 1 18 0,11 1 3 15,4-2-1-15,-4 0 2 0,2 2-4 16,-3 0 6-16,3-3-3 0,-2 2-7 0,-13 1-2 16,2-1 6-16,14-3-1 0,-16 3-2 0,-1-1 1 0,2 1 1 15,0 0 0-15,2 0 1 0,10 1 21 0,-15-1-31 16,3 2 5-16,-1-2 0 0,-2 2 11 16,0-2-4-16,-1 0-3 0,2 2-3 0,-3-2 1 15,2 0 1-15,-3 1-3 0,1-1 3 0,0 0 3 0,-3 3 2 16,0-1-8-16,-1-1 3 0,-1-1 3 0,0 0-4 15,-2 0 3-15,0 2-4 0,-7 0 6 16,9-2-4-16,0 2-4 0,-6 0 3 0,4 0 3 16,0 0-11-16,0 1 14 0,-7-2-3 0,9 0-5 0,-2 0 6 15,-6 0 7-15,8 2-11 0,-6 0-2 0,-2-2 4 16,2-1 1-16,-2 3 0 0,-1-2-4 0,2 0-1 16,-1 0 0-16,8 2 6 0,-9-1 0 0,4 1 3 15,3-3-4-15,1 1-6 0,-6 2 1 0,7 1 4 16,-2-4 5-16,0 3-11 0,0 1 6 0,0 2-3 15,2-2 3-15,-10-1 5 0,2 1-2 0,0 0-2 16,1-3 2-16,-4 2 3 0,5-2-4 0,-3 4-3 16,-2-4-1-16,4 2-2 0,-1-2-4 0,-2 1 13 15,0-1-1-15,-2 1 4 0,4 1-3 0,-1-3-3 16,2 1 4-16,-1-1-2 0,1 2 1 0,-1 1-6 16,1-2 3-16,-2 0 1 0,3 1 3 0,4 0-11 15,-8-2 20-15,0 1-18 0,2 0 2 0,-2-1 11 16,2 3-18-16,-2-1-6 0,1-1-10 0,-3 1-5 15,3-2-9-15,0 0-13 0,1 1 1 0,1 0-1 16,-2 1-6-16,9 0-5 0,-2-2-8 0,3 0-6 0,-1 2-7 16,2-2-2-16,-1 1-75 0,-2-1-167 15,1 0 75-15</inkml:trace>
  <inkml:trace contextRef="#ctx0" brushRef="#br0" timeOffset="5792.3">28465 7915 25 0,'0'0'39'0,"-13"-1"0"0,13 1 1 0,-9-1-1 16,9 1 1-16,-11 0-8 0,11 0 2 0,0 0 6 15,-12 0-10-15,12 0 0 0,0 0 5 0,-7 1-6 16,7-1 0-16,0 0 1 0,0 0-7 0,0 0 6 15,0 0-5-15,-10 1 8 0,10-1-13 0,0 0 4 16,0 0-6-16,0 0 0 0,0 0-12 0,0 0 8 16,0 0-3-16,0 0 4 0,0 0 7 0,0 0-5 15,0 0 9-15,0 0-4 0,28 3-5 0,-14-2-5 16,1 1 9-16,-1-2 4 0,5 3-14 0,2-3 11 16,0 0-7-16,0 0-5 0,-2 3 13 0,3-3-10 15,-4 0-4-15,1 0 7 0,-6 0-4 0,2-2 2 16,-2 4-1-16,1-4-1 0,-4 2 4 0,2 2 4 15,-1-2 6-15,1 0-8 0,-2-2-6 0,-1 2 10 16,-9 0-9-16,13 0 15 0,-13 0-3 0,7-1 8 16,-7 1-11-16,0 0 10 0,11 0-8 0,-11 0 4 15,0 0-4-15,0 0 2 0,10-2-7 0,-10 2-5 16,0 0 2-16,0 0-13 0,0 0-16 0,0 0-31 16,0 0-26-16,0 0-28 0,0 0-105 0,0 0-220 15,-28-3 97-15</inkml:trace>
  <inkml:trace contextRef="#ctx0" brushRef="#br0" timeOffset="7568.1">5440 9333 17 0,'0'0'21'15,"1"-9"-1"-15,-1 9 0 0,3-17-15 0,-2 6-12 16,3-5-6-16,0 0-14 0,0-3 7 0</inkml:trace>
  <inkml:trace contextRef="#ctx0" brushRef="#br0" timeOffset="8242.32">5477 9171 14 0,'8'-26'2'0,"-1"0"1"16,0 7-1-16,0-4 4 0,-1 7 9 0,-1 0-7 16,0 2 1-16,-3 1-5 0,3 2-3 0,0 1 8 15,-2 0-4-15,1 1 2 0,-3 2 4 0,2 1-1 16,-3 6 5-16,2-10 4 0,-2 10-2 0,2-9 7 16,-2 9 4-16,0-7-1 0,0 7 3 0,0 0 1 15,0 0-6-15,1-10 3 0,-1 10-1 0,0 0-4 0,0 0 1 16,0 0-4-16,0 0-2 0,0 0-3 15,0 0 4-15,0 0-5 0,0 0 6 0,0 0 0 16,0 0-1-16,0 0 0 0,0 0 0 0,-3-7 7 16,3 7 0-16,0 0-7 0,0 0 6 0,0 0-5 15,0 0 4-15,0 0-8 0,0 0 2 0,0 0 3 16,0 0-5-16,0 0-3 0,0 0 4 0,0 0 2 16,0 0 3-16,0 0-4 0,0 0 4 0,0 0-5 15,0 0 2-15,0 0-1 0,0 0 2 0,0 0 1 16,0 0-1-16,0 0 4 0,-7-3 3 0,7 3-14 15,0 0 0-15,0 0-2 0,0 0 2 0,0 0-1 16,0 0 2-16,0 0-4 0,0 0 2 0,0 0-6 16,0 0 2-16,0 0 2 0,0 0-7 0,-6-5 3 15,6 5 4-15,0 0 2 0,0 0-9 0,0 0 7 0,0 0-2 16,0 0-7-16,0 0-5 0,0 0 5 0,0 0 1 16,0 0-12-16,0 0 8 0,0 0 1 0,0 0-7 15,0 0-4-15,0 0 3 0,0 0 8 0,0 0-1 16,0 0-2-16,21 1 2 0,-21-1-6 0,14 0 8 15,-4 1-1-15,3-1-1 0,5 0-6 0,1 0 8 16,-1 0-6-16,10-2 1 0,3-1 4 0,8 0 5 16,0-2-10-16,-1 2 14 0,1-1-5 0,-4-1-3 15,6-1-6-15,-4 0 8 0,15 0 1 0,-13 1-18 16,1 0 9-16,9-3 6 0,-10 4 0 0,-2 0 4 16,1-1-5-16,0 0 6 0,2 0 7 0,-2 4-7 15,16-4-4-15,-15 3 0 0,18-2-2 0,-2-2 2 16,0-2 3-16,-3-3 4 0,-2-2-1 0,-14 2-5 15,-2 1 0-15,0 0 2 0,-4 1-4 0,-2 2 0 16,-8 3 2-16,-4-2 4 0,-2 4-2 0,-2-2-18 16,-1 2 0-16,-4 1 17 0,-1-1 4 0,-6 2 4 15,10-3 3-15,-10 3 10 0,0 0-6 0,8-2-12 16,-8 2 16-16,0 0-2 0,0 0 11 0,0 0-4 16,0 0-4-16,0 0 0 0,0 0-6 0,0 0 2 15,0 0-1-15,-19-9-1 0,19 9-12 0,0 0 8 16,0 0-3-16,-9-3 1 0,9 3 1 0,0 0-1 0,0 0-11 15,0 0-12-15,0 0-14 0,0 0-4 16,0 0-8-16,0 0-12 0,0 0-20 0,0 0-14 16,0 0-16-16,0 0-94 0,11 24-211 0,-9-20 94 15</inkml:trace>
  <inkml:trace contextRef="#ctx0" brushRef="#br0" timeOffset="18482.25">22996 10801 36 0,'-12'-4'87'16,"3"1"3"-16,3-1-11 0,-6 0-11 0,6 3 16 15,-1-2-20-15,7 3-21 0,-9-4 1 0,9 4 1 16,-5-3-11-16,5 3 0 0,0 0-2 0,0 0 3 16,0 0-6-16,0 0-1 0,0 0 2 0,21 17 18 15,1-12 2-15,8 2 5 0,10-2 1 0,17-4-8 16,9 2 7-16,28-2-7 0,-2 1-1 0,-1-5-1 15,5-5-4-15,8 4-6 0,4-3 2 0,2-1-1 0,6-1-3 16,1-5-9-16,-3 2-2 0,1-3-4 16,-3 2 0-16,3 0-3 0,-8 2-1 0,-6 2-4 15,-6 2-4-15,-30-1 9 0,-4 2-8 0,-1 1 6 16,-8 0-4-16,-14 1-1 0,-4 2-6 0,-3-1 6 0,-10 1-2 16,-1 0 0-16,-6 2-4 0,-4-3 7 0,-1 3-7 15,-3-1 6-15,-6 1 1 0,0 0-3 0,12 0 11 16,-12 0-10-16,0 0-18 0,5-3 12 15,-5 3-16-15,0 0-15 0,0 0-13 0,0 0-16 0,0 0-13 16,4 11-31-16,-4-11-35 0,2 10-85 0,-2-10-239 16,4 9 106-16</inkml:trace>
  <inkml:trace contextRef="#ctx0" brushRef="#br0" timeOffset="18909.73">27353 10559 39 0,'-21'0'115'0,"4"0"9"15,3 0-10-15,1 0-17 0,2-1 2 16,1 1-9-16,10 0-8 0,-13 1-13 0,6-1-5 16,7 0-6-16,0 0-6 0,-6 3-5 0,6-3-4 0,0 0-2 15,24 7-1-15,5-5-7 0,5 1 0 0,22-1-6 16,5-2 3-16,6-1-7 0,25 2 7 16,0-2-6-16,-29 0-3 0,31-1 0 0,-26 1-1 15,-3-1-1-15,29-2-3 0,-30 3 4 0,0-1-10 0,0-2 8 16,-4 0-2-16,-4 2-2 0,-4 1 9 0,-13-1 0 15,-4-1-6-15,-1 0 1 0,-5 3-4 0,-9-1 0 16,-4 1 1-16,-4-1-3 0,-2 1 0 0,-3 0 0 16,-7 0 0-16,11-2-8 0,-11 2 8 0,9 0-9 15,-9 0-12-15,0 0-11 0,0 0-11 0,0 0-22 16,0 0-11-16,-41-2-13 0,13 5-29 0,-5-1-21 16,-6 1-83-16,-14 1-226 0,-7-2 101 0</inkml:trace>
  <inkml:trace contextRef="#ctx0" brushRef="#br0" timeOffset="20004.21">8002 11618 39 0,'-9'-4'54'0,"9"4"3"0,-10-4-8 0,10 4-11 16,-7-2 1-16,7 2-8 0,-8-4 6 0,8 4-5 15,-9-3-11-15,9 3-3 0,0 0-6 0,-10 0 14 16,10 0-7-16,0 0-4 0,0 0-2 0,0 0 4 16,0 0-3-16,0 0 3 0,0 0 12 0,0 0 8 15,0 0 2-15,30 10 9 0,2-12-3 0,7 0 4 16,20-4-11-16,31-5 0 0,7-6 6 0,7-1 8 15,3-1-13-15,6 2 0 0,0-1 8 0,-1 4-14 16,-3-1-4-16,1 0 1 0,4 1-1 0,0 1-1 16,0-1 2-16,-2 5-14 0,2-4 0 0,-7-1 4 15,0 2-8-15,1 0 6 0,-3-2-2 0,-4 2 5 16,-2 2-5-16,-1-1 8 0,-8-2-3 0,-26 7-7 16,1-3 8-16,0 3 3 0,-7-1-1 0,2-2 2 15,-5 4-4-15,-18 0 0 0,4 4-7 0,-4-4 0 16,-6 3 6-16,-5 0-3 0,-6-1-4 0,-2 2 0 15,-8-1-5-15,-1 1 5 0,0 0-2 0,-2 1-2 16,-7 0-6-16,8-2 4 0,-8 2-20 0,0 0-15 16,0 0-30-16,0 0-19 0,0 0-44 0,0 0-125 15,0 0-266-15,-34 11 119 0</inkml:trace>
  <inkml:trace contextRef="#ctx0" brushRef="#br0" timeOffset="25256.7">8753 5089 8 0,'0'0'13'15,"0"0"1"-15,0 0-5 0,0 0 1 0,-8-1-4 16,8 1 4-16,0 0-7 0,0 0 2 0,0 0-1 15,-10 0 4-15,10 0-6 0,0 0 5 0,-13 1-2 16,13-1-1-16,-8 2-4 0,8-2 3 0,-10 1-1 16,10-1 3-16,-11 3 1 0,11-3 1 0,-11 1 1 15,5 1 0-15,6-2 3 0,-12 1 1 0,6 1-1 16,6-2-1-16,-13 1 1 0,8 2 7 0,5-3-5 16,-13 1-2-16,13-1 4 0,-11 1-2 15,11-1-6-15,-12 0 6 0,6 1 0 0,6-1-3 0,-9 1 6 16,9-1-7-16,-10 0 2 0,10 0 12 0,0 0-6 15,-12 0-3-15,12 0 1 0,0 0 1 0,-7 1 2 16,7-1-2-16,0 0-1 0,0 0-2 0,0 0-3 16,0 0 0-16,0 0 4 0,0 0-8 0,0 0 16 15,-11 0-17-15,11 0-2 0,0 0-5 16,0 0 8-16,0 0-2 0,0 0-1 0,0 0-11 0,0 0 13 16,0 0 4-16,0 0-3 0,0 0-1 0,31 1 4 15,-22-1 2-15,3-1-4 0,1 2-5 0,0-2 11 16,8 1 7-16,-2-1-6 0,3 0 1 0,6-1-1 15,1-1 3-15,3 0-1 0,-1 1 0 0,1-5 2 16,2 2-3-16,-2 1-4 0,3-1-3 16,-1 1 12-16,-1 0-12 0,2 1 10 0,-4 0-8 15,3 0-7-15,1-1 2 0,0 1-2 0,3 1 2 0,-3 1-11 16,2-2 14-16,2 1 0 0,-2-1 9 0,1-1-15 16,13 0 3-16,-12 3 0 0,1-1 3 0,10-4 5 15,-11 2 2-15,-1 1-4 0,0-1 6 16,1 1-5-16,-4-2-2 0,1 1 4 0,0 1-6 15,-2 2-5-15,-3-2 4 0,0 3 1 0,-1 0 0 16,1 0-2-16,-2 0 4 0,2 0-1 0,2 0-3 0,-2 3 4 16,2-2-6-16,1 2 4 0,0-3 1 0,-1 4-10 15,2 0 2-15,1-2 2 0,2 0 0 0,-1-1-1 16,3 5-2-16,-3-4 6 0,2 2-3 16,-2-3-4-16,2 2-3 0,-2-1 3 0,2-1 8 15,11-1 12-15,-13 0-15 0,4 2-6 0,0-4 8 16,11 2-1-16,-12 0 0 0,12 0-4 0,0-3 12 0,-13 3-11 15,1-3 7-15,10 0-11 0,0 2 13 0,-12-2-1 16,1 1-5-16,-1 1 2 0,2-2 1 0,-1 2 2 16,-1-1-7-16,-2 1-1 0,2 0 8 15,-2 0-3-15,2-1 5 0,-2 1-3 0,-1-1 2 16,-1 0-5-16,0 2 5 0,-4 0-2 0,-1-2-5 16,2 2 8-16,-1-1-3 0,-4 1-5 0,-3 1 3 0,-2 1 3 15,2-2-4-15,-2 0-11 0,-2 0 14 16,0 2-7-16,0-2 4 0,-5 0 2 0,-3 1-3 15,3-1-7-15,-1 0 11 0,-1 1-6 0,-1-1-1 16,-2 1 4-16,1 2 5 0,-1-1-16 0,1 0-6 16,-4-2-18-16,2 3-15 0,-2 1-24 0,-1-1-16 15,0 2-22-15,1 0-74 0,-6-5-194 0,7 12 85 16</inkml:trace>
  <inkml:trace contextRef="#ctx0" brushRef="#br0" timeOffset="26214.72">13964 5070 2 0,'5'14'19'0,"-5"-14"-4"15,0 0-1-15,0 0-3 0,6 11 8 0,-6-11-8 16,3 6-3-16,-3-6-5 0,0 7 7 0,0-7-1 16,2 6-7-16,-2-6 8 0,0 0-6 0,0 0 2 15,0 0 1-15,0 0-3 0,-4 13-3 0,4-13 3 16,-5 2-2-16,5-2 1 0,-9 5 0 0,9-5-4 16,-7 5 3-16,7-5-1 0,-6 3 1 0,6-3 2 15,-9 2-7-15,9-2 8 0,-10 2-6 0,4-1 1 16,6-1 1-16,-11 3 1 0,11-3-1 0,-14 1 2 15,7-1 5-15,7 0 2 0,-11 2 5 0,2 0 8 16,9-2 2-16,-9 0-7 0,9 0 4 0,-9 1-1 0,9-1-2 16,0 0-2-16,0 0-4 0,-8 1 0 0,8-1-3 15,0 0-3-15,0 0 5 0,0 0-3 16,0 0-1-16,0 0 5 0,0 0-3 0,0 0 1 16,21 6 2-16,-7-6 2 0,6 0 1 0,2 0 2 15,10-2 12-15,4 2 2 0,16 0-1 0,2-1-7 16,3-2 3-16,5-1 5 0,1 2-3 0,2 1 2 15,30-2-2-15,-33 2 4 0,26 1-6 0,-25 0-3 16,-1 0-6-16,-3 0 6 0,2 0-1 0,2-1-6 16,-4 1 3-16,1-2 6 0,5 0-9 0,0 0 7 15,2 0-17-15,-1-1 20 0,1 0-8 0,26 0-11 16,-33 2 7-16,2-1-4 0,0 1-1 0,1 0-6 16,-1-3 4-16,-3 3-1 0,-4 1 9 0,2-3-10 15,-3 2 14-15,-14 1-14 0,-2 0-1 0,-1-3-7 16,1 5 12-16,-3-4-15 0,-2 1 10 0,-4 1-5 15,-1-1 2-15,-1 0-1 0,-7 0-1 0,-3 0 0 16,-4 1 0-16,1-1 0 0,0 1 1 0,-2 1 3 0,-2 1-1 16,-2-3-2-16,0 1-1 0,-8 0 14 15,12 0-16-15,-5 1 4 0,-7-1-7 0,0 0 10 16,10 0 9-16,-10 0 0 0,0 0-5 0,0 0-4 16,10 0 0-16,-10 0-4 0,0 0 4 0,0 0-1 15,0 0 1-15,0 0-3 0,8-3-1 0,-8 3-13 0,0 0-16 16,0 0-19-16,0 0-10 0,0 0-11 15,0 0-15-15,0 0-15 0,10 3-56 0,-10-3-166 16,0 0 73-16</inkml:trace>
  <inkml:trace contextRef="#ctx0" brushRef="#br0" timeOffset="44206.98">10900 6078 33 0,'-11'1'45'0,"11"-1"-6"16,-10 1-1-16,10-1-1 0,-9 0-6 0,9 0-2 15,0 0 3-15,-11 0-10 0,11 0 0 0,-9 0 5 16,9 0-2-16,0 0-6 0,-10-2 9 0,10 2-2 15,0 0-1-15,-8-3-2 0,8 3-1 0,0 0 0 16,0 0 1-16,-10-2-6 0,10 2 5 0,0 0-1 16,0 0 2-16,0 0-3 0,0 0-2 0,-8-3 2 15,8 3 0-15,0 0-6 0,0 0-3 0,0 0 9 16,0 0-7-16,23-3-1 0,-10 2-1 0,7-2 5 16,8 0 2-16,6-3-9 0,1 2-1 15,15-5 15-15,3 2-19 0,0-2 9 0,3 3-6 16,-1-3 2-16,-1 1 0 0,-3 1 2 0,-12 1 5 0,12-1-6 15,-14 2-2-15,-3 0 6 0,3 2-9 0,-4-3 3 16,-1 0 5-16,-1 0 3 0,-4 2 1 0,-3-1 0 16,-6 1-1-16,1 0-9 0,-6 1 19 0,-3 1-7 15,2 1 1-15,-5-2 2 0,-7 3 11 0,13-2-2 16,-13 2-5-16,9-2 14 0,-9 2-7 0,7-4 7 16,-7 4-13-16,0 0-7 0,0 0-5 0,0 0 1 15,0 0-1-15,0 0-7 0,0 0-24 0,0 0-10 16,0 0-18-16,0 0-16 0,0 0-19 0,0 0-14 0,0 0-101 15,0 14-208-15,3-8 93 0</inkml:trace>
  <inkml:trace contextRef="#ctx0" brushRef="#br0" timeOffset="44854.23">15040 6019 2 0,'-9'-2'65'15,"9"2"-3"-15,-6-3-6 0,6 3 4 0,0 0-7 16,-13-3-2-16,13 3-8 0,-8-1-4 0,8 1-6 15,0 0-8-15,0 0 3 0,-13 0 1 0,13 0-6 16,0 0-4-16,0 0-2 0,0 0-6 0,0 0 3 16,-5 4 0-16,5-4 0 0,0 0 2 0,0 0-3 15,16 10 8-15,-5-9-3 0,7 5 9 0,11-5-8 16,9 3 11-16,14-2 6 0,8 2-16 0,3-4 3 16,34 2 2-16,-32-3-6 0,26 1-4 0,-26-1-1 15,-1 0-4-15,0-1 5 0,-2-1-6 0,-2 3 0 16,-1-2 4-16,-4-3-6 0,-3 3 1 0,-2 0 4 15,-11 2-7-15,0-3 16 0,-2 1 0 0,1-1 2 16,-4 0-2-16,2 0 6 0,-6 1 1 0,0 1-5 16,-10-1-2-16,1 2 6 0,-7 0 11 0,0 0-7 15,-4 0 3-15,0 0 2 0,-2-1 1 0,-8 1 0 0,13 0 1 16,-13 0-1-16,9 0-3 0,-9 0 0 16,0 0-4-16,10-2-4 0,-10 2-3 0,0 0 2 15,8-1-3-15,-8 1-6 0,0 0 5 0,0 0 5 16,0 0-2-16,0 0-5 0,0 0 0 0,7-2-14 0,-7 2-10 15,0 0-19-15,0 0-19 0,7 6-26 0,-7-6-33 16,6 7-14-16,-2-2-136 0,1-1-272 16,1-1 121-16</inkml:trace>
  <inkml:trace contextRef="#ctx0" brushRef="#br0" timeOffset="45541.14">19747 6045 38 0,'0'0'71'15,"0"0"5"-15,-13-1-11 0,13 1 4 0,-9-1-13 16,9 1-4-16,0 0 2 0,-13 0-6 0,13 0-4 16,-7-1-3-16,7 1-5 0,0 0 3 0,-12 0-8 15,12 0-3-15,0 0 3 0,0 0-10 0,0 0 5 16,0 0-5-16,0 0 2 0,0 0-4 0,0 0 15 15,27 4-8-15,4-1 4 0,6-1-1 0,17-2-4 16,6 2 1-16,30-4 1 0,-24 0 2 0,34-1-19 16,-3-2 16-16,-1 1-3 0,-5-1-5 0,-26 2 1 15,29-2-1-15,-29 1-6 0,1 2-1 0,-2-3 5 16,-1 0-1-16,-4 0-2 0,-3 2 1 0,-4-1 11 16,-13 1-5-16,-2-1 3 0,-3 3 2 0,-3-1-5 0,-2-1-3 15,-1 1 5-15,-9 0 8 0,-7 0-9 0,1 1-1 16,-6 1 5-16,0-2-3 0,-7 2 2 15,13-1 0-15,-13 1 3 0,8-1-2 0,-8 1 1 16,0 0-1-16,11 0-9 0,-11 0 2 0,0 0-4 0,0 0-5 16,0 0 5-16,0 0-2 0,8-2-1 0,-8 2-4 15,0 0 6-15,0 0-9 0,0 0-1 16,0 0-14-16,0 0-12 0,0 0-8 0,0 0-26 16,8 6-21-16,-8-6-43 0,5 5-135 0,-5-5-276 0,4 3 122 15</inkml:trace>
</inkml:ink>
</file>

<file path=ppt/ink/ink4.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2-17T06:57:47.713"/>
    </inkml:context>
    <inkml:brush xml:id="br0">
      <inkml:brushProperty name="width" value="0.05292" units="cm"/>
      <inkml:brushProperty name="height" value="0.05292" units="cm"/>
      <inkml:brushProperty name="color" value="#FF0000"/>
    </inkml:brush>
  </inkml:definitions>
  <inkml:trace contextRef="#ctx0" brushRef="#br0">20823 5277 16 0,'-6'-8'46'0,"3"3"-2"0,3 5-5 15,-8-7-2-15,8 7-7 0,-7-6 3 0,7 6-5 16,-7-4-3-16,7 4-4 0,-5-5 0 0,5 5-4 16,-6-4-4-16,6 4-3 0,0 0 1 0,-9-4 2 15,9 4-10-15,0 0 7 0,-5-3-1 0,5 3 3 16,0 0-6-16,0 0 0 0,0 0 0 0,0 0-9 15,0 0 0-15,0 0 2 0,0 0-4 0,0 0 1 16,0 0 3-16,0 0-6 0,0 0 2 0,0 0 5 16,0 0 1-16,18 11-1 0,-12-8-1 0,1 1 4 15,4-1-6-15,0 2 6 0,1-3-3 0,6 5 3 16,1-3 1-16,7 2 6 0,2 0-7 0,-1-3 11 16,1 1-7-16,1-2 3 0,2 0-3 0,3 1 0 15,0-3-2-15,4 0-1 0,-3 0 5 0,4 0-3 16,1-1 1-16,11 1-6 0,-3-3 6 0,5 2 0 15,-14 1 1-15,14-3 4 0,-15 1 1 0,3-1-10 16,11 1 4-16,1-1 5 0,-15 0-11 0,13 2-4 16,-11-3 10-16,1 2-4 0,9-2-5 0,1 0 14 15,0 1-10-15,-13 2-3 0,2-2 0 0,11 0-2 16,-14 0 3-16,1 3-1 0,16 0 1 0,-16 0-2 16,13-1 3-16,-14 1-5 0,3-1 7 0,1 2 3 15,9-2-4-15,-11 1-2 0,0 1 1 0,13-1 1 16,-17 3 0-16,2-2-3 0,0 0 11 0,1 0-18 15,0 1 8-15,2-2-2 0,-3-1 12 0,2 0-9 16,0 2 2-16,-1-2-1 0,-1 2 1 0,2-1-5 16,2 0 7-16,-4 3 0 0,-3-3-15 0,2 0 9 15,1-2 5-15,-2 2 7 0,2 0-4 0,-4 0-9 16,1 2 2-16,-2-2 10 0,0 0-8 0,-1 0 5 16,0 1-2-16,-2-1 4 0,0 2-6 0,2-2 5 15,0-2-1-15,-3 2-2 0,2 0 4 0,0 0-8 16,-1 0 0-16,1 0 5 0,-1 0 4 0,-1-3-2 15,0 3-12-15,3-1-5 0,-4 0 6 16,2 1 10-16,-2 0 3 0,0-1-2 0,-5 1-16 16,0 0 5-16,0 1 9 0,-1-1-11 0,7 0 6 0,-7 1 2 15,5-1-2-15,-4 1 2 0,6-1-2 0,-9 2-2 16,9-1-1-16,1 1 0 0,-1-1-2 0,-6 0 1 16,5-1 2-16,2 0 5 0,0 0-1 0,-2 0 0 15,5 0-3-15,-4-1 1 0,9 0-3 16,-5-1 6-16,1 2-8 0,0-3 6 0,2 3-4 15,-2 0 0-15,2-1 3 0,-2 0-3 0,2-4-1 0,-2 7 3 16,2-2-2-16,-4-2-4 0,3 1 4 0,-2 0-1 16,2-1 3-16,-4 4 8 0,2-2-11 0,-2 0-3 15,0-3 4-15,2 6-1 0,-5-2-5 16,0 2-9-16,-5-3-8 0,7 2-18 0,-2-1-11 16,1-1-43-16,-6 1-105 0,-2-1 48 0</inkml:trace>
  <inkml:trace contextRef="#ctx0" brushRef="#br0" timeOffset="464.27">26291 5223 45 0,'0'0'109'0,"0"0"-13"15,0 0-11-15,0 0-13 0,0 0 9 0,0 0-22 16,0 0 5-16,0 0-25 0,0 0 0 0,44-2 1 15,-17 2 13-15,7-1-14 0,4 1 1 0,16-2-3 16,0 0-6-16,5 0-4 0,3-2-1 0,1 4-5 16,-2-2 4-16,4-2-11 0,2 2-1 0,23 2-4 15,-32-3 9-15,3 3-7 0,2-2 1 0,0 0-4 16,0 2 2-16,0-2-2 0,1 1-8 0,-5 1 9 16,0-1-9-16,-1 1 20 0,-3 1-6 15,-2-1-1-15,-12-1-11 0,-3 1-5 0,14 0 7 16,-13 0-5-16,-5-2 3 0,2 4 3 0,-4-4 1 0,-1 2 1 15,1-2-6-15,-4 2-3 0,-7 0-11 0,-4 0 22 16,0 2-6-16,-4-2-6 0,-1 0-1 0,-2 0-28 16,-10 0-12-16,11 0-6 0,-11 0-12 0,10 0-9 15,-10 0-22-15,0 0-49 0,0 0-153 16,0 0 68-16</inkml:trace>
  <inkml:trace contextRef="#ctx0" brushRef="#br0" timeOffset="2233.89">11244 6053 19 0,'10'-3'45'16,"2"2"-20"-16,0-1-19 0,3 2-23 0,2 0-16 16,1 2 8-16</inkml:trace>
  <inkml:trace contextRef="#ctx0" brushRef="#br0" timeOffset="2454.01">12313 6063 23 0,'9'-2'101'0,"-9"2"-9"0,5-2-17 0,-5 2 1 16,0 0-13-16,6-4-16 0,-6 4-20 0,0 0-28 16,0 0-20-16,0 0-17 0,0 0-36 0,0 0-81 15,0 0 36-15</inkml:trace>
  <inkml:trace contextRef="#ctx0" brushRef="#br0" timeOffset="2975.79">15825 6014 57 0,'0'0'74'0,"0"0"-11"0,0 0-19 15,0 0-12-15,0 0-23 0,0 0-14 0,0 0-19 16,0 0-18-16,0 0-45 0,0 0 20 0</inkml:trace>
  <inkml:trace contextRef="#ctx0" brushRef="#br0" timeOffset="3587.77">20123 6000 64 0,'0'0'110'0,"0"0"-4"0,0 0-2 0,0 0-20 0,0 0-15 16,0 0 12-16,0 0-36 0,0 0-13 16,0 0-21-16,0 0-21 0,0 0-13 0,0 0-13 15,0 0-8-15,10 0-56 0,-5 2-106 0,-5-2 47 0</inkml:trace>
  <inkml:trace contextRef="#ctx0" brushRef="#br0" timeOffset="3859.75">21398 6025 118 0,'0'0'139'15,"10"0"-9"-15,-10 0-8 0,0 0-2 0,0 0-11 16,0 0-4-16,0 0-8 0,8-1-2 0,-8 1-17 16,0 0-2-16,0 0-14 0,0 0 5 0,0 0-16 15,0 0-32-15,0 0-23 0,0 0-27 0,0 0-36 16,0 0-9-16,0 0-23 0,0 0-87 0,0 0-200 16,0 0 88-16</inkml:trace>
  <inkml:trace contextRef="#ctx0" brushRef="#br0" timeOffset="13772.24">28334 7758 57 0,'0'0'100'0,"-6"-4"-12"0,6 4-14 0,0 0-19 15,0 0-24-15,0 0-25 0,0 0-27 16,0 0-44-16,0 0-71 0,0 0 31 0</inkml:trace>
  <inkml:trace contextRef="#ctx0" brushRef="#br0" timeOffset="14113.78">28937 7780 19 0,'0'0'133'0,"0"0"-12"0,0 0-11 0,0 0-11 16,0 0-12-16,0 0-2 0,0 0-17 0,0 0-4 15,5 3 0-15,-5-3-26 0,0 0-22 0,0 0-19 16,0 0-26-16,0 0-8 0,0 0-22 0,0 0-71 16,0 0-140-16,0 0 63 0</inkml:trace>
  <inkml:trace contextRef="#ctx0" brushRef="#br0" timeOffset="14369.84">29263 7871 57 0,'0'0'111'0,"0"0"-18"0,0 0-15 16,0 0-18-16,0 0-15 0,0 0-31 16,0 0-28-16,0 0-60 0,0 0-81 0,0 0 36 15</inkml:trace>
  <inkml:trace contextRef="#ctx0" brushRef="#br0" timeOffset="24533.78">22326 10436 93 0,'-7'-6'83'0,"7"6"-29"16,0 0 1-16,0 0-8 0,0 0-13 0,0 0 2 15,0 0-14-15,0 0-2 0,0 0-14 0,0 0-4 16,0 0-6-16,0 0-5 0,0 0-26 0,16 12-33 15,-16-12-72-15,9 7 32 0</inkml:trace>
  <inkml:trace contextRef="#ctx0" brushRef="#br0" timeOffset="25009.78">25163 10560 45 0,'0'0'129'16,"0"0"-13"-16,0 0-11 0,0 0-2 0,0 0-10 15,0 0 0-15,0 0-12 0,0 0 1 0,0 0-17 16,0 0-9-16,0 0-4 0,0 0-19 0,0 0-19 16,0 0-8-16,0 0-17 0,0 0-19 0,0 0-20 0,0 0-15 15,0 0-89-15,0 0-165 0,0 0 74 0</inkml:trace>
  <inkml:trace contextRef="#ctx0" brushRef="#br0" timeOffset="79282.64">19116 9850 44 0,'-12'-4'43'16,"2"0"-7"-16,-2 2-1 0,2 1 4 0,0-3-11 15,1 0 0-15,0 1-4 0,9 3-3 0,-13-5-1 16,5 4-9-16,1-1 3 0,7 2 8 0,-9-5-13 16,4 3 5-16,5 2-3 0,0 0 4 0,-12-3 4 15,12 3-10-15,-6-2 5 0,6 2 0 0,0 0 0 16,-8-2 1-16,8 2-6 0,0 0 1 0,0 0-2 15,0 0-2-15,0 0-2 0,0 0-4 0,0 0 1 16,0 0 3-16,0 0 1 0,0 0-1 0,0 0 0 16,0 0-12-16,0 0 16 0,27 0 2 0,-9 0 0 15,0 0 3-15,10 1-4 0,3 0-7 0,1-1 9 16,2 0-2-16,2 0 0 0,16 0 3 0,-13-1-6 16,17-2 5-16,0 0-3 0,0-1-3 0,2 1 0 15,-2 1 6-15,3-1-2 0,2 0-7 0,-1 2 11 16,2-2-2-16,0 0 0 0,0 1-7 0,-2-3 7 15,-1 1-10-15,2 1 12 0,2-1-8 0,-3 1 9 16,0 0-5-16,-4 2 8 0,-4 0-12 0,-2-1 0 16,-10 2 19-16,-3 0-17 0,-1 0-3 0,-1 2 1 15,-1-4 12-15,-5 5-6 0,-1-2-3 0,-6-1-7 16,-3 1 5-16,-5 1 7 0,0-2-9 0,-1 2-1 16,-3-1 7-16,-2 0-2 0,-1 1 2 0,-7-2-7 0,11 1 0 15,-11-1 0-15,9 0-7 0,-9 0-3 16,0 0-17-16,6 0-12 0,-6 0-31 0,0 0-70 15,0 0-147-15,0 0 66 0</inkml:trace>
  <inkml:trace contextRef="#ctx0" brushRef="#br0" timeOffset="79898.73">14648 9894 36 0,'17'0'76'0,"12"-2"6"0,3 0-9 0,1 0-10 0,9-1 0 16,14-2-7-16,3 0-10 0,4-2 7 15,31 0-14-15,-3 0 8 0,-1-3-7 0,-24 6 3 0,31 0-17 16,-2 0-4-16,-3-2-2 0,-26 6 0 16,26-4 1-16,-27 2 1 0,29-4-5 0,-29 5 7 15,0 1-5-15,0-3 6 0,-1 2-7 0,-3 0 3 16,0 0 3-16,-3 1-4 0,-3-3 0 0,-3 2-3 0,-13 1-2 16,-1-2-2-16,-1 2-11 0,2 2-13 0,-4-4-6 15,-1 4-18-15,-6-2-16 0,0 4-33 0,-13-2-64 16,-1 0-160-16,-1 1 71 0</inkml:trace>
</inkml:ink>
</file>

<file path=ppt/ink/ink5.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2-17T06:58:42.851"/>
    </inkml:context>
    <inkml:brush xml:id="br0">
      <inkml:brushProperty name="width" value="0.05292" units="cm"/>
      <inkml:brushProperty name="height" value="0.05292" units="cm"/>
      <inkml:brushProperty name="color" value="#FF0000"/>
    </inkml:brush>
  </inkml:definitions>
  <inkml:trace contextRef="#ctx0" brushRef="#br0">8268 12419 2 0,'0'0'31'0,"0"0"-10"0,0 0-11 0,0 0-9 15,0 0-7-15,0 0-5 0,0 0-9 0,0 0 4 16</inkml:trace>
</inkml:ink>
</file>

<file path=ppt/ink/ink6.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1-01-25T03:55:25.100"/>
    </inkml:context>
    <inkml:brush xml:id="br0">
      <inkml:brushProperty name="width" value="0.05292" units="cm"/>
      <inkml:brushProperty name="height" value="0.05292" units="cm"/>
      <inkml:brushProperty name="color" value="#FF0000"/>
    </inkml:brush>
  </inkml:definitions>
  <inkml:trace contextRef="#ctx0" brushRef="#br0">28027 4863 54 0,'-11'1'70'0,"11"-1"-10"0,-16 2 3 0,7-2-7 0,9 0-7 16,-15 0 1-16,3 0-5 0,3 0 3 0,-5 0-4 16,3 0-2-16,-3 0 4 0,1 0 2 0,2 0-6 15,-3 2-2-15,3-2-3 0,-3 0-2 0,1 1-5 16,2-1 0-16,-2 0 4 0,3 1-5 0,-2 1 4 15,2-1-12-15,1 0 1 0,3 0 6 16,6-1-6-16,-12 2-3 0,12-2-2 0,-9 1-1 16,9-1-3-16,0 0-1 0,-8 1-5 0,8-1 13 0,0 0-3 15,0 0 0-15,0 0-3 0,0 0 0 0,21 6 9 16,-2-4-3-16,10 0 4 0,9 0-3 0,18-4 5 16,3 0-1-16,7-2 3 0,29 1-2 15,2-2-3-15,-3-1 3 0,3 0-6 0,2-1 8 0,-2 0-3 16,9 1-8-16,-2-3 5 0,7 2-3 0,4 4-1 15,2-3 5-15,0-2-8 0,-2 6 7 0,8-1-8 16,-5-1 0-16,9 2 2 0,1-5 1 0,2 3-6 16,4 1-2-16,-3-1 0 0,1 2-2 0,-1 0-2 15,0 4 3-15,0 2-1 0,-6-4-1 16,-1 3-3-16,-9 0 2 0,-9-1-5 0,-6 2 6 16,-7 2 0-16,-32-2 25 0,2-1-3 0,-6 3-3 0,-4-5-7 15,-15 1 3-15,-6-4-6 0,-2 2 1 0,-11-1-1 16,-4 2 0-16,-2-2-4 0,0 1-6 0,-8 1-10 15,-5-1-9-15,0 0-26 0,0 0-25 0,0 0-42 16,0 0-31-16,0 0-141 0,0 0-301 16,-30-12 134-16</inkml:trace>
  <inkml:trace contextRef="#ctx0" brushRef="#br0" timeOffset="892.63">27691 3078 52 0,'-3'-6'126'0,"0"-1"2"0,1 1-4 16,2 6-7-16,-4-10-12 0,4 10-11 0,-2-6-7 15,2 6-19-15,0 0-3 0,-5-9-13 0,5 9-4 16,0 0-4-16,0 0 0 0,0 0-14 0,0 0-1 15,0 0-6-15,0 0 2 0,7 31-3 16,-5-19 3-16,2 3-9 0,0 3-1 0,3 2 4 0,-2 6-3 16,4 1 2-16,-2 0-3 0,-1 2 2 0,3 4 2 15,-1 0-4-15,0 0-2 0,-1 13-1 0,-1-13 5 16,2 2 3-16,1 11-4 0,-3 1-1 16,2-13 2-16,-2 14 1 0,2-1 0 0,-3 7 2 15,4-4-5-15,2 1 4 0,-8-2-1 0,5 1-1 16,-3 1 3-16,2-2 2 0,2 2-3 0,-4-2-2 15,1 2 7-15,-4-2-5 0,3 0-1 0,-2 1 2 0,-3 0 3 16,0 4-1-16,4 1 1 0,-2 1-3 16,2-2 1-16,-4 2-8 0,1 3 5 0,-1 0-3 15,-3 24 2-15,3-26-6 0,3-1 1 0,1 3-8 16,-2 22-3-16,2-23 1 0,7 25 8 0,-5-25-3 16,11 26-2-16,-6-27-7 0,-1 28 9 0,-4-25 0 15,8 25 6-15,-4-27-6 0,-3 0 2 0,0 27-5 0,0-28-14 16,-2 24-13-16,-1-22-3 0,-2 0-5 15,-4 1-4-15,4-3-13 0,-4-1-2 0,0-2-9 16,-2 0-6-16,-6-1-4 0,1-3-11 0,2-3-8 16,5-14-11-16,-2 2-14 0,-1-2-14 0,5-2-73 15,-2 0-217-15,0-7 97 0</inkml:trace>
  <inkml:trace contextRef="#ctx0" brushRef="#br0" timeOffset="2112.9">26989 4777 36 0,'-11'-2'39'0,"0"2"2"0,-1 2-6 0,1-2-4 15,-3 1 0-15,3 0-6 0,2 2-12 0,-4-2 9 0,4 0-5 16,0 1-1-16,-1 0 2 0,10-2-2 0,-13 1-3 15,7-1-3-15,6 0 2 0,-14 4 0 0,5-1 0 16,2-1-3-16,-1 0-3 0,-2 0 3 0,-1 1-4 16,1 0 0-16,-2 0-4 0,1 1 0 0,-3-1-1 15,3 2 2-15,-2-1 0 0,-4 0 8 16,-1 1-5-16,5 0-7 0,-2-2 6 0,1 0 0 0,1 1-5 16,1 0 5-16,1-2 4 0,2 1 8 0,-2-2-4 15,4 1 7-15,1-2 4 0,-1 3-7 0,7-3 5 16,-10 2 1-16,10-2 5 0,-8 2-8 0,8-2 7 15,0 0-6-15,-7 4-5 0,7-4-1 0,0 0 1 16,0 0-1-16,-8 1 5 0,8-1 6 0,0 0-7 16,0 0 0-16,0 0-18 0,0 0 3 0,0 0-1 15,0 0-10-15,0 0 10 0,0 0 2 0,0 0 2 16,0 0-4-16,-10 3-3 0,10-3 0 0,-3 4 12 16,3-4-11-16,-6 5-1 0,6-5 5 0,-6 4-3 15,1 0-1-15,5-4 4 0,-12 4-4 0,6-1-2 16,6-3 7-16,-13 4-11 0,5-1 6 15,8-3 4-15,-9 2 1 0,9-2 0 0,-8 4-1 0,8-4 1 16,-7 3 7-16,7-3-7 0,0 0 8 0,-9 0-2 16,9 0 1-16,0 0 3 0,0 0-4 0,0 0 0 15,0 0 12-15,-7 3-12 0,7-3 0 16,0 0 6-16,0 0-10 0,0 0 1 0,0 0-3 16,0 0 0-16,0 0 2 0,0 0 11 0,0 0-17 15,0 0 0-15,0 0 3 0,0 0 2 0,0 0 13 0,0 0-3 16,0 0 8-16,0 0 4 0,31 0-1 0,-20 0 6 15,10 2-3-15,-1-2 4 0,8-2-10 0,5 4 8 16,-1-2-3-16,5 0 2 0,1-2-13 0,17-1 8 16,-1-1-3-16,6 1 5 0,-3-3 1 15,10 2-3-15,25-6 1 0,-27 4-4 0,23 0-8 0,-23-1-4 16,25 1 9-16,-28 3-5 0,0-3 2 0,-6 5-5 16,-3 0-1-16,1-1 3 0,-2 2-1 0,-14 0-9 15,-2 2-14-15,4 0-4 0,-3 0-7 0,-1 0-8 16,3 0-7-16,-1-2-7 0,-2 0-21 15,1 0-6-15,-1 0-15 0,-1 0-13 0,-1 1-19 0,-1-2-77 16,-5 1-211-16,6 0 94 0</inkml:trace>
  <inkml:trace contextRef="#ctx0" brushRef="#br0" timeOffset="5636.34">27706 3065 26 0,'0'0'59'0,"0"0"3"15,-3-5-12-15,3 5-6 0,0 0-1 0,0 0-6 16,0 0 10-16,0 0-7 0,0 0 2 0,0 0 0 0,0 0-3 15,0 0 18-15,-7-5-13 0,7 5-2 16,0 0-4-16,0 0 0 0,0 0 3 0,0 0-11 16,-4-8-3-16,4 8 2 0,0 0 6 0,0 0-10 15,0 0 1-15,0 0-4 0,0 0 4 0,0 0 7 16,-5-3-5-16,5 3-8 0,0 0 5 0,0 0-3 16,0 0-2-16,0 0-3 0,0 0-2 0,0 0-4 15,0 0 3-15,-4-6-11 0,4 6 4 0,0 0 0 16,0 0 4-16,0 0-6 0,0 0-1 0,0 0-7 15,-8 13 2-15,8-13-1 0,-8 9 6 0,4-6 1 16,-3 3 3-16,2 2-8 0,-6-1 10 0,2 5-11 16,-4-2 9-16,1-1 0 0,-1 0-5 0,2 0 5 15,-3 0 1-15,1 1 1 0,3-2-3 0,0 0 0 16,-1-1 2-16,1 0-3 0,3-2 4 0,-1 1-6 16,2-1 4-16,-2-2-4 0,4 1 4 0,4-4-7 15,-9 6 3-15,9-6-3 0,-7 3 7 0,7-3 3 16,-4 3-11-16,4-3-2 0,0 0 7 0,-7 6-5 15,7-6-3-15,0 0-5 0,0 0-3 0,-3 6-23 16,3-6-15-16,0 0-17 0,0 0-12 0,0 0-11 16,0 0-15-16,0 0-58 0,10 8-175 0,-10-8 78 15</inkml:trace>
  <inkml:trace contextRef="#ctx0" brushRef="#br0" timeOffset="6015.61">27761 3006 67 0,'0'0'111'0,"0"0"-11"0,0 0 1 15,0 0-6-15,0 0-18 0,0 0-7 0,-9-11-1 16,9 11-2-16,0 0-5 0,0 0-16 0,0 0-1 16,0 0-9-16,0 0 3 0,0 0-11 0,0 0-3 15,0 0 1-15,0 0-4 0,0 0-7 0,0 0 12 16,0 0-12-16,0 0 4 0,17 15-2 0,-8-8 3 15,-1-1-2-15,4-1-2 0,1 4 2 0,5 0 2 16,-2 1-9-16,2 0 3 0,9 3-35 0,-3-1-18 16,-4-1-35-16,4 4-33 0,-2 1-70 0,-7-4-190 15,-2 0 85-15</inkml:trace>
  <inkml:trace contextRef="#ctx0" brushRef="#br0" timeOffset="8117.3">26691 3423 13 0,'0'0'96'16,"0"0"6"-16,0 0-4 0,0 0-8 0,-6-7-2 16,6 7-5-16,0 0 0 0,0 0-8 0,0 0-14 15,-4-7 6-15,4 7-3 0,0 0-12 0,0 0 2 16,0 0-1-16,0 0-3 0,0 0-8 0,0 0-3 15,-4-5-7-15,4 5-2 0,0 0 0 0,0 0-7 16,-9-2-1-16,9 2-4 0,0 0 8 0,-5-5-11 16,5 5 6-16,0 0-16 0,0 0 10 0,-9-3 2 15,9 3-3-15,0 0 0 0,0 0 6 0,0 0 0 16,0 0 0-16,-5-5-3 0,5 5 2 16,0 0-4-16,0 0-4 0,0 0-1 0,0 0-1 15,23-11 1-15,-2 6-3 0,8-2-2 0,2 1-4 16,3-1 4-16,0 0-8 0,1 2-18 0,-1 0 3 15,-1 1-28-15,-3 2-22 0,1-1-10 0,1 1-18 16,-10 0-17-16,1 2-90 0,-3-2-221 0,2 2 98 16</inkml:trace>
  <inkml:trace contextRef="#ctx0" brushRef="#br0" timeOffset="8777.03">26951 3317 84 0,'0'0'73'0,"0"0"0"16,0 0-8-16,0 0-15 0,0 0-2 0,-11 0-4 15,11 0-6-15,0 0-1 0,0 0-6 0,0 0-7 16,0 0 13-16,0 0-22 0,0 0-1 0,0 0 6 16,-5 8 4-16,5-8-12 0,0 0 2 15,0 0 5-15,0 14-4 0,0-14 1 0,0 0-1 16,3 16-1-16,-3-16 1 0,-3 14-6 0,3-14 7 16,0 16-11-16,-2-6 22 0,2 0-23 0,0 2 32 15,0-12 9-15,0 26-18 0,0-12 0 0,0-2 4 0,0 4-9 16,0-4 1-16,2 0 3 0,-4-1-10 0,6 6-3 15,-3-2-2-15,1 0 5 0,-4-3-2 16,4 0 0-16,0 2-5 0,-2-4 2 0,2 2 4 16,-2-2-6-16,0-10-3 0,0 19-2 0,0-12 3 15,0-7 0-15,0 16-7 0,0-16 10 0,0 0-3 16,-2 16 0-16,2-16-1 0,0 0 0 0,-2 14-5 16,2-14 1-16,0 0 1 0,0 0 5 0,0 15-2 15,0-15 0-15,0 0 2 0,0 0-4 0,0 0 7 0,0 0-11 16,-5 13 8-16,5-13 1 0,0 0-8 15,0 0 7-15,-11 4-7 0,11-4 0 0,0 0-4 16,0 0 9-16,-14 4-4 0,14-4-6 0,-11 0 3 16,11 0-2-16,0 0 4 0,-16-2 1 0,16 2 1 15,0 0 1-15,-16-2-3 0,16 2 1 0,-11-1-1 16,11 1 2-16,0 0-9 0,-15-1 6 0,15 1 4 16,0 0 6-16,-18 0-13 0,18 0 5 0,0 0-6 15,-11-1 3-15,11 1 1 0,0 0-2 0,0 0 2 16,0 0 5-16,0 0-1 0,0 0-4 0,0 0-2 15,0 0 3-15,0 0-5 0,-12-1 7 0,12 1-7 16,0 0 7-16,0 0-3 0,0 0 3 0,34-4 1 16,-14 1-5-16,9-2-7 0,7 1-13 0,0 3-40 15,20-8-30-15,3 4-111 0,-7 1-217 0,3-3 97 16</inkml:trace>
  <inkml:trace contextRef="#ctx0" brushRef="#br0" timeOffset="11340.34">31799 4711 25 0,'0'0'129'0,"-10"-6"-9"0,10 6-9 16,-5-5-11-16,5 5-7 0,-6-4-4 0,6 4-8 16,-8-4 1-16,8 4-3 0,-9-3-3 0,9 3 2 15,-8-4-1-15,8 4 2 0,-7-4-9 0,7 4-4 16,-8-5-9-16,8 5 0 0,-10-2-5 0,10 2 0 15,-9-3-8-15,9 3 4 0,-8-2-11 0,8 2-3 16,-10-3 0-16,10 3-2 0,-8-2-5 0,8 2-1 16,0 0-5-16,-10 0-1 0,10 0-1 0,0 0-3 15,0 0-5-15,-10-1 3 0,10 1-2 0,0 0-4 16,0 0 2-16,0 0-2 0,0 0-1 0,0 0 2 16,0 0-9-16,0 0 4 0,-8 3 0 0,8-3-1 15,0 0 3-15,0 0-5 0,0 0 4 0,0 0 3 16,19 16 1-16,-11-10-4 0,2 1 6 0,2-2-6 15,-1 1-4-15,3 3 3 0,-2-1-2 16,2 0-4-16,-4-3 1 0,6 4 6 0,-8-4-5 16,1 1-2-16,-1 1 5 0,0-1-1 0,-2-2-2 15,-2 2-2-15,-2 4-1 0,0-1 4 0,-2 0 0 0,-2 2-1 16,-3 1 4-16,-3 2-4 0,-5 2 2 0,-5 4 4 16,-3 2-5-16,0-1 1 0,-1-3-5 0,-1 0-23 15,-1 1-22-15,3-2-18 0,7-2-25 0,-1-2-34 16,2 1-35-16,-1-1-103 0,4 1-285 15,1-5 127-15</inkml:trace>
  <inkml:trace contextRef="#ctx0" brushRef="#br0" timeOffset="11843.1">31814 5079 91 0,'1'-4'210'15,"-1"4"-7"-15,0 0-12 0,0 0-13 0,0 0-11 16,0 0-13-16,0 0-17 0,0 0-13 0,0 0-19 16,0 0-3-16,0 0-14 0,0 0-8 0,0 0-12 15,15 10-4-15,-12-6-10 0,2 0-2 0,0 2-6 16,1 3-4-16,1 1-5 0,0-1 0 0,2 0-5 15,-2 0-10-15,-1 1 6 0,2-1-6 0,-2 6 4 16,1-5-7-16,-2 2-2 0,2 0-4 16,0-2 7-16,-1 1-5 0,1 0-1 0,-1-3-1 15,-1 2-4-15,3-2 1 0,-2 0 0 0,-2-1-3 16,-4-7 6-16,8 12-3 0,-6-5 2 0,-2-7-1 0,8 9 3 16,-3-6 1-16,-5-3 6 0,5 6 5 0,-5-6 9 15,0 0 1-15,8 6 14 0,-8-6 5 0,0 0 0 16,9 2-4-16,-9-2 4 0,0 0-2 15,0 0-7-15,15-12-4 0,-10 5-4 0,0-1 1 16,2 0-4-16,1-2-11 0,0 1 7 0,3-4-6 16,0 0-6-16,-2-1 2 0,1 0 0 0,-1 0-8 15,0 0 1-15,1-2 0 0,-3 1-2 0,-1 4-5 0,2-3 3 16,-3 2-2-16,1 2-3 0,-2 0-3 0,1-1-5 16,0 0-18-16,-1 5-13 0,-1-1-22 0,3-2-11 15,-6 9-27-15,3-12-26 0,-3 12-37 0,4-9-38 16,-4 9-31-16,0 0-186 0,0 0-447 15,1-11 198-15</inkml:trace>
  <inkml:trace contextRef="#ctx0" brushRef="#br0" timeOffset="13264.37">32100 5409 67 0,'4'4'146'0,"-4"-4"-2"0,0 0-9 0,0 0-15 16,0 0-6-16,0 0-9 0,0 0-15 0,0 0-14 15,0 0-6-15,0 0-28 0,0 0-16 0,0 0-10 16,0 0-31-16,3 6-19 0,-3-6-18 0,0 0-23 16,0 0-88-16,0 0-176 0,0 0 78 0</inkml:trace>
  <inkml:trace contextRef="#ctx0" brushRef="#br0" timeOffset="15664.08">29016 6768 123 0,'0'0'164'0,"-17"-4"-12"16,7 1-2-16,3 1 3 0,-3 0 2 0,0-1-11 16,3 3-1-16,-1-3-7 0,8 3-11 0,-10-3-5 15,10 3-3-15,-12-3-8 0,12 3-11 0,-6-3-6 16,6 3-6-16,0 0-5 0,-7-1-10 15,7 1-1-15,0 0-13 0,0 0-5 0,0 0-2 0,0 0-8 16,21-10-9-16,-3 7-10 0,1-3-10 0,-1 4-14 16,2 0-23-16,3-1-19 0,-3 2-20 0,1 0-35 15,-2 2-28-15,-6-1-13 0,1 0-27 16,-1 1-19-16,-5-1-101 0,-2 1-309 0,-6-1 136 16</inkml:trace>
  <inkml:trace contextRef="#ctx0" brushRef="#br0" timeOffset="16132.25">29066 6744 90 0,'0'0'180'0,"0"0"-8"0,0 0-6 15,0 0 0-15,-7 3-3 0,7-3-15 0,0 0-10 16,0 0-14-16,0 0-14 0,0 0-22 0,0 0 0 16,0 0-14-16,0 10-5 0,0-10-7 0,-1 16 3 15,2-7-7-15,-5 2-3 0,4 5-7 0,-2 2-1 16,2-1-5-16,0-1 0 0,-1 1-3 0,1 2-4 15,-1-3-2-15,-2-4-2 0,4 5-2 0,-2-4-1 16,0 0-5-16,-1-1-1 0,2 4 0 0,-1-2-1 16,1-4-2-16,-2 2-3 0,0-1-3 0,0 0 2 15,-1-1 1-15,2 0-6 0,-2-1 2 0,2-1 1 16,-2 1-5-16,0-2 2 0,1 1-2 0,2-8 1 16,-3 11-1-16,-1-5-1 0,1 1-3 0,3-7 5 15,-5 8-10-15,4-3 8 0,1-5 3 0,-5 5 0 16,5-5-1-16,-4 5-2 0,4-5-1 0,0 0 1 15,-9 4-2-15,9-4 2 0,-9 2-4 0,9-2 3 16,-13 0-1-16,13 0-2 0,-11 0-3 0,3-3 3 16,8 3 0-16,-19-3 2 0,10 1-2 0,-1 2 0 15,1-3 1-15,9 3 1 0,-13-2-2 0,13 2 0 16,-8-1-4-16,8 1 1 0,-11-2-1 0,11 2-1 16,0 0 0-16,0 0 2 0,-10 0-2 0,10 0 0 15,0 0-2-15,0 0 1 0,0 0 4 0,0 0-3 0,0 0 3 16,0 0-2-16,0 0 0 0,0 0 2 15,41 0-3-15,-24-1-24 0,2 0-17 0,-3-1-24 16,3 2-22-16,-1-2-40 0,1 0-13 0,1 0-30 16,-3-1-10-16,3 1-136 0,-5 0-343 0,5-3 153 0</inkml:trace>
  <inkml:trace contextRef="#ctx0" brushRef="#br0" timeOffset="16297.4">29328 7075 118 0,'5'-5'180'0,"-5"5"-14"0,6-5-8 16,-6 5-7-16,7-1-12 0,-7 1-22 0,9-5-8 16,-9 5-9-16,14-3-9 0,-9 2-16 15,-5 1-18-15,14 0-31 0,-14 0-35 0,14 0-26 0,-8 1-26 16,-6-1-30-16,11 1-14 0,-7 2-93 0,-4-3-214 16,0 0 95-16</inkml:trace>
  <inkml:trace contextRef="#ctx0" brushRef="#br0" timeOffset="16453.93">29344 7138 149 0,'0'0'158'0,"0"0"1"0,0 0-5 0,0 0-3 15,0 0-7-15,0 0-16 0,0 0-17 16,0 0-4-16,0 0-13 0,0 0-15 0,25 0-18 0,-15-2-27 16,0 0-39-16,4-1-19 0,-1 0-51 0,0-2-38 15,3 1-106-15,-4 0-237 0,5-3 105 0</inkml:trace>
  <inkml:trace contextRef="#ctx0" brushRef="#br0" timeOffset="17358.12">29761 6857 225 0,'3'-7'219'16,"-3"7"-24"-16,6-6-12 0,-1 0-17 0,4 0-15 15,6 1-14-15,1-3-14 0,2 2-10 0,1 0-13 16,1 3-21-16,2-2-22 0,-4 3-28 0,1 0-29 16,-2 0-18-16,-5 1-18 0,0 0-33 0,-4 1-9 15,0 1-20-15,-1 0-12 0,-7-1-5 0,6 3 11 16,-6-3 5-16,0 0 3 0,0 0 11 0,0 9 6 16,0-9 18-16,0 0 7 0,-10 6 21 0,10-6 14 15,0 0 13-15,-13 3 8 0,13-3 9 0,-7 0 18 16,7 0 22-16,0 0 2 0,0 0 3 0,-12 0 16 15,12 0-1-15,0 0 3 0,0 0 10 0,0 0 6 16,0 0 1-16,0 0-2 0,0 0-9 0,-10 0-9 16,10 0-4-16,0 0-8 0,0 0-4 0,0 0-4 15,0 9 0-15,0-9 0 0,0 14-3 0,2-4 3 16,-2 2 2-16,2-1-3 0,-2 6 1 0,0-1 0 16,1 0 2-16,-2 2-5 0,1-2 2 0,1 1-8 15,-4-4 3-15,3 3-4 0,0-3 9 0,2 0-3 16,-2 0-5-16,0 0-3 0,1 0-2 0,-1-3-5 15,3 0 1-15,-3-1-6 0,-2-2-2 0,4 1 0 16,-2-8-3-16,0 13-2 0,1-7 0 0,-1-6-3 16,0 11-1-16,0-11-3 0,-1 8-5 0,1-8-8 15,-6 8-9-15,3-3-8 0,3-5-3 0,-12 5-2 16,6-2-3-16,-7-3-9 0,3 2 4 0,-1-1 1 16,0-1 1-16,1 0 5 0,-2-1-2 0,2 1 4 15,10 0 0-15,-15-2 1 0,6 2 6 0,9 0 0 16,-14 0-3-16,14 0 7 0,-8 0-2 0,8 0 6 0,0 0-1 15,-10 0 0-15,10 0 1 0,0 0 2 0,0 0 3 16,0 0 3-16,0 0-1 0,0 0 1 16,0 0 1-16,0 0-6 0,37-3 1 0,-20 2 3 15,2-1-16-15,-3 1-6 0,6 0-12 0,0-2-6 16,-1 0-17-16,0 1-13 0,1 0-10 0,-2-1-6 16,-1 0-17-16,-1 3 10 0,0-1 0 0,-4 0 12 15,-2-2 2-15,0 1 7 0,-1 0 7 0,0 0 13 0,-2-1 6 16,-3 1 13-16,1 0 24 0,-7 2 14 15,9 0 22-15,-9 0 20 0,9-4 14 0,-9 4 9 16,5-3 9-16,-5 3 7 0,0 0-1 0,0 0 4 16,0 0-6-16,9 0-12 0,-9 0-8 0,0 0-6 0,0 0-6 15,0 0-7-15,0 0 0 0,0 0-1 0,-5 17 2 16,5-17-4-16,-7 15-2 0,3-6-4 16,1-3-2-16,0 3-4 0,2 1-4 0,1-2-1 0,-1 3-2 15,1-2-3-15,2-2 2 0,4 1 6 0,1 1 1 16,-1-2 2-16,3 1 4 0,1-4 4 0,2-1 1 15,-2 0 1-15,3 1-2 0,-3-2-1 16,2-2 1-16,0 0 5 0,-1-6-10 0,0 3-7 16,-3 0 2-16,1 0-3 0,-3-3 0 0,3-1-4 0,-4 4 1 15,-1-8-1-15,0 1-6 0,0-2-2 0,-2 2 3 16,0 0-3-16,-1-2-2 0,-1 0-2 0,0 2-2 16,-1-1-3-16,1 0 2 0,-3 1-5 0,0 2 2 15,1-2-1-15,-2 4-10 0,-1 0-17 0,0 2-13 16,-3-1-19-16,-1 1-20 0,1 1-22 0,8 3-40 15,-15-2-37-15,9 0-53 0,6 2-214 0,-14 1-480 16,14-1 213-16</inkml:trace>
  <inkml:trace contextRef="#ctx0" brushRef="#br0" timeOffset="18355.56">30759 6857 114 0,'1'-9'175'0,"-1"9"12"15,0-6-16-15,0 6-12 0,2-10-5 0,-2 10-5 16,0 0-4-16,-3-9-1 0,3 9-11 0,0 0-9 16,0-10-11-16,0 10-2 0,0 0-7 0,0 0-4 15,3-9-9-15,-3 9-7 0,0 0-6 0,0 0-6 16,0 0-6-16,0 0 0 0,-3-9-5 0,3 9-7 15,0 0-2-15,0 0-2 0,0 0-6 0,0 0 1 16,0 0-8-16,0 0-3 0,0 0-1 0,0 0-1 16,0 0-1-16,0 0-9 0,4-6 1 0,-4 6 0 15,0 0-3-15,0 0-1 0,0 0 0 0,0 0-5 16,0 0 0-16,0 0-3 0,0 0 1 0,0 0 2 16,0 0-7-16,0 0 1 0,0 0 0 0,0 0 4 15,0 0-3-15,0 0 2 0,0 0-2 0,0 0 0 16,0 0-1-16,0 0 0 0,0 0 1 0,0 0-2 15,0 0-2-15,0 0 0 0,0 0-2 0,0 0 5 16,0 0-7-16,0 0 3 0,0 0-4 0,0 0 4 16,0 0-1-16,0 0 0 0,0 0-3 0,0 0 0 15,0 0 2-15,0 0-4 0,0 0 6 0,0 0-6 16,0 0 1-16,0 0 0 0,0 0 3 0,0 0-3 16,0 0 0-16,0 0 0 0,0 0-1 0,0 0 5 15,0 0-7-15,0 0 5 0,0 0-4 0,0 0 4 16,0 0-2-16,0 0 1 0,0 0 0 0,0 0 0 15,0 0 3-15,0 0-6 0,0 0 0 0,0 0 4 16,0 0-2-16,0 0 2 0,0 0 0 0,0 0-4 16,0 0 3-16,0 0-2 0,0 0-1 0,0 0 8 15,0 0-7-15,0 0 5 0,0 0-2 0,0 0 1 16,0 0-1-16,0 0 1 0,0 0-2 0,0 0 4 16,0 0-4-16,0 0 1 0,0 0-3 0,0 0 6 0,0 0-1 15,0 0-4-15,0 0 4 0,0 0-4 0,0 0 5 16,0 0-1-16,0 0-2 0,0 0 6 15,0 0-2-15,0 0 6 0,0 0 3 0,0 0-1 16,0 0-1-16,0 0 0 0,0 0 2 0,0 0 4 16,0 0-3-16,0 0-1 0,0 0 4 0,0 0-7 0,0 0-1 15,0 0 4-15,0 0 4 0,0 0-8 0,0 0-2 16,0 0 9-16,0 0-7 0,0 0 7 0,0 0-7 16,0 0-2-16,0 0-1 0,0 0-3 15,0 0 1-15,0 0-2 0,0 0 3 0,0 0 0 16,0 0-5-16,0 0-1 0,0 0 1 0,0 0-8 0,0 0 0 15,0 0 1-15,0 0-3 0,0 0 0 0,0 0 3 16,-13 17-2-16,10-6 5 0,-1 7 1 0,-2 0-7 16,1 11 7-16,-2-1-1 0,-2 4 0 15,1-1 2-15,0 2 3 0,2 1-4 0,-2 0 5 0,1 0 1 16,-1 0-4-16,3-2 0 0,0-3 5 0,2 2-2 16,0-4 0-16,-3-2-3 0,5-8-4 0,1 1-7 15,0 3-7-15,4-6-13 0,1-4-20 0,4 3-20 16,0-1-16-16,1-3-27 0,1-1-40 15,4 1-33-15,1-1-38 0,1-4-220 0,-4-2-483 0,-1-2 214 16</inkml:trace>
  <inkml:trace contextRef="#ctx0" brushRef="#br0" timeOffset="18846.66">30966 7161 132 0,'0'0'243'0,"0"0"-14"16,-1-5-6-16,1 5-9 0,0 0-6 0,-2-9-11 16,2 9-17-16,0 0-4 0,0 0-13 0,3-12-14 15,-3 12-14-15,8-8-15 0,-4 3-9 0,1 0-15 16,4-1-9-16,1 0-10 0,0 0-10 0,4-5-8 15,2 2-3-15,-1 0-3 0,2 2-6 0,-6 0-3 16,1 1-5-16,-3 0-5 0,-2-1-1 0,2 2-4 16,-3-2-1-16,1 0-5 0,-2-1-2 0,-2 3-3 15,1-3-2-15,-3 2-1 0,0-2 0 16,3-1 0-16,-4 9-4 0,0-13 0 0,0 13-6 0,0-10 3 16,0 10 5-16,-5-10-2 0,5 10-6 0,-7-7 0 15,3 2 0-15,4 5-5 0,-9-7 6 0,3 7-5 16,6 0 1-16,-16 0-2 0,4 3 4 0,-1 1-8 15,-2 2 2-15,-3 1 0 0,4 1 0 0,-1 3-1 16,0 2 1-16,0 2 5 0,2 1-4 0,1 0 4 16,-1 4 0-16,3-4 7 0,0 5-3 0,6-6-22 15,0 3 8-15,3 2 0 0,2-2 6 16,3-2 2-16,2 1 4 0,4 0 4 0,3-4 3 0,2 0 6 16,6 3-4-16,3-3-8 0,-5-3 1 0,4 0-15 15,-2-3-17-15,0-1-24 0,-1-2-23 0,-1 1-36 16,-3-2-35-16,-2 0-53 0,4-2-34 0,-5-2-214 15,-6-1-480-15,-7 2 213 0</inkml:trace>
  <inkml:trace contextRef="#ctx0" brushRef="#br0" timeOffset="24039.62">31126 6414 53 0,'0'0'194'0,"0"0"-6"16,0 0-20-16,0 0-10 0,-3-8-13 0,3 8-19 15,0 0-12-15,0 0-10 0,0 0-14 0,0 0-9 16,0 0-7-16,0 0-7 0,0 0-9 0,0 0-12 16,0 0 2-16,0 0-8 0,0 0-4 0,0 0-3 15,4 28-3-15,-1-20-3 0,-1 4-1 0,3 3-1 16,-1-2-9-16,2 1 13 0,-3-1-13 0,5 3 0 15,-2-1 5-15,-1-3-7 0,1-1 4 16,-1 0-6-16,1-1 0 0,-1-2 1 0,2 0 1 0,-2 0-3 16,-3-2 3-16,1-1 0 0,-1 0-1 0,3-1 2 15,-5-4 0-15,7 6 11 0,-7-6 7 0,5 5 5 16,-5-5 7-16,0 0-1 0,0 0 1 16,14-7-4-16,-6-2-7 0,-1 0 0 0,2-5 0 0,3 0 6 15,-2-2-10-15,-2-1 4 0,6-5-9 0,-3-3-2 16,1 2-1-16,-2 0-3 0,3 0-1 0,-4 0-4 15,0 5 0-15,1-5 6 0,-5 9-12 0,-2 1 1 16,-1 3-2-16,2-1-2 0,1 5-1 0,-2 1-9 16,-3 5-24-16,2-8-15 0,-2 8-25 0,3-6-29 15,-3 6-20-15,0 0-24 0,0 0-17 0,0 0-6 16,0 0-19-16,0 0-125 0,-16 18-333 0,13-11 149 16</inkml:trace>
  <inkml:trace contextRef="#ctx0" brushRef="#br0" timeOffset="24315.12">31465 6486 142 0,'0'0'150'0,"0"0"-17"0,0 0-12 15,0 0-10-15,0 0-14 0,10 0-13 0,-10 0-7 16,0 0 1-16,1 7 2 0,-1-7 1 0,3 13-12 15,-2-8 0-15,-1-5-4 0,1 12-3 0,2-6-11 16,-2 0-6-16,-1-6-3 0,1 13-2 0,1-7-3 16,-1 1-10-16,1 1 2 0,0-3 0 0,-2-5-3 15,1 12-6-15,0-9 1 0,1 5-14 0,-1 1-24 16,-1-9-17-16,1 11-21 0,0-6-16 0,-1-5-42 16,4 7-5-16,-4-7-16 0,0 0-75 0,-1 9-226 15,1-9 100-15</inkml:trace>
  <inkml:trace contextRef="#ctx0" brushRef="#br0" timeOffset="24650.57">31528 6454 124 0,'6'-9'129'0,"-1"-1"-5"0,0 0 5 0,0 4-8 16,0 1-7-16,0 0-11 0,-5 5-9 0,8-7-8 16,-3 4-12-16,0 0-1 0,-5 3 0 0,13-4-16 15,-13 4 0-15,10 1-8 0,-10-1-2 0,9 4-6 16,-3-1 1-16,-6-3-7 0,7 9 0 0,-5-4-9 15,1-1 2-15,-3-4-4 0,1 11-6 0,-1-11 2 16,0 12 2-16,0-12-3 0,-1 13-1 0,-2-7-2 16,2 1-4-16,1-7 0 0,-4 9-1 0,3-3-4 15,1-6 0-15,-3 8-2 0,3-8-6 0,0 0-6 16,0 12 1-16,0-12-2 0,3 8 5 0,-3-8 6 16,5 7-11-16,-1-3 9 0,-4-4-4 0,8 7-1 15,-3-3-2-15,1 0 1 0,-2 0 1 0,1-1-6 16,-5-3 7-16,9 7-3 0,-5-3 0 0,-4-4 5 15,5 9-4-15,-1-5 3 0,-4-4-1 0,4 7-1 16,-4-7 1-16,0 7-1 0,0-7-2 0,0 0-19 16,-3 11-14-16,-2-6-25 0,5-5-29 0,-8 8-12 15,3-4-31-15,0 1-79 0,-4-1-232 0,-2-2 103 16</inkml:trace>
  <inkml:trace contextRef="#ctx0" brushRef="#br0" timeOffset="24852.6">31227 6716 135 0,'0'0'194'16,"0"0"-22"-16,0 0-15 0,0 0-13 0,0 0-14 16,0 0-9-16,41-12-6 0,-13 7-11 0,4-2-11 15,1 1-8-15,5 0-12 0,-3 0-9 0,1 2-18 16,-4 3-28-16,-2-1-32 0,-7 2-34 0,-2-2-27 15,-3 4-54-15,-7 1-103 0,-2-3-249 0,-5 2 111 16</inkml:trace>
  <inkml:trace contextRef="#ctx0" brushRef="#br0" timeOffset="25258.92">31306 6789 143 0,'0'0'148'16,"0"0"-6"-16,0 0-4 0,3 12-8 0,-3-12-13 16,6 9-9-16,-2-2 5 0,0 3-1 0,0 1 1 0,-2 1-9 15,2-1-2-15,0 2-10 0,-2 0-10 16,0-1-6-16,0 1-6 0,-1-3-8 0,1 2-5 16,-4-3-6-16,4-2-1 0,-1 0-8 0,-1-7 0 15,1 12 2-15,-1-12 10 0,2 8 9 0,-2-8 10 0,0 0-7 16,0 0 0-16,0 0-6 0,0 0-4 15,0 0-7-15,0 0-5 0,0 0-5 0,0 0-5 16,0 0-3-16,2-27-4 0,1 22-6 0,3-3-1 16,-1-4 5-16,3 2-7 0,-2-2-4 0,2 4-2 15,-2-4-3-15,2 2-3 0,0 1 2 0,-1 2-5 16,2-2-1-16,-1 4 1 0,-2 0-2 0,-2-1-4 16,0 3 4-16,-4 3-5 0,9-6-3 0,-3 5 3 15,-6 1-2-15,11-2-1 0,-11 2 0 0,0 0 2 16,11 5-1-16,-7-1 3 0,0 2-2 0,0 2 3 0,-2-3 4 15,1 1 3-15,-1 5-7 0,2-2-12 0,-4-2-30 16,3 1-34-16,-2 3-38 0,0-1-47 16,1-2-31-16,0-2-186 0,-2-6-412 0,-1 13 182 15</inkml:trace>
  <inkml:trace contextRef="#ctx0" brushRef="#br0" timeOffset="25552.52">31595 6838 113 0,'3'-1'172'0,"-3"1"-18"0,0 0-20 0,0 0-12 16,6-2 5-16,-6 2-9 0,0 0-3 0,8 13 4 15,-3-4-5-15,-3-3-11 0,5 1-1 0,-3 4-8 16,-1-4-11-16,1 1-5 0,0-2-8 0,2 2-5 16,-1 0-3-16,-1-2 1 0,-1-1 2 0,-3-5 4 15,8 8 7-15,-6-6 0 0,-2-2 15 0,8 6 10 16,-8-6 5-16,6 0-4 0,-6 0-9 0,0 0-1 15,12-6-15-15,-12 6-4 0,7-8-10 16,0-1-7-16,-1 2-3 0,-1-5-5 0,0 4-5 0,2-2-4 16,0-1-6-16,-2 1-7 0,2-1-17 0,-2 1-8 15,0-2-20-15,-1 4-27 0,2-1-33 0,-3 0-24 16,-1 1-27-16,1 4-27 0,0-2-43 0,-3 6-37 16,2-6-169-16,-2 6-438 0,0 0 194 0</inkml:trace>
  <inkml:trace contextRef="#ctx0" brushRef="#br0" timeOffset="25868.23">31838 6876 171 0,'11'-6'185'0,"-11"6"-4"16,12-2-6-16,-5 1-19 0,0-2-18 0,3-1-10 16,2 1-11-16,-2 2-8 0,-2-1-23 0,2 1-16 15,-1 1-27-15,-9 0-31 0,13-2-26 0,-6 4-21 16,-7-2-17-16,12-2-11 0,-12 2-7 0,0 0 3 15,9-1 9-15,-9 1-5 0,0 0 25 0,0 0 4 16,0 0 2-16,0 0 14 0,0 0 19 0,0 0 17 16,0 0 6-16,0 0 19 0,0 0 12 0,0 0 10 15,0 0 5-15,0 0 3 0,0 0-10 0,0 0-3 16,0 0-9-16,0 0-4 0,0 0-8 0,0 0 5 16,0 0 2-16,0 0 3 0,0 0 7 0,-15 24 1 15,14-13-5-15,1 0-7 0,0 0 2 0,0 0-10 16,-1 2 0-16,1 2-1 0,-1 0-3 0,-1 2-6 0,1-4-17 15,-3 2-30-15,2 1-45 0,-1 0-44 16,1 1-39-16,0-1-164 0,-1-1-338 0,3-2 150 16</inkml:trace>
  <inkml:trace contextRef="#ctx0" brushRef="#br0" timeOffset="26059.34">32164 7193 157 0,'0'0'259'0,"1"-7"-21"16,-1 7-25-16,0 0-20 0,6-5-23 15,-6 5-15-15,12-4-13 0,0 1-18 0,0 0-15 16,1 2-24-16,3-2-35 0,4 3-42 0,1-3-54 0,-1 0-37 16,1 1-52-16,1 2-139 0,-5-6-295 15,-1 3 131-15</inkml:trace>
  <inkml:trace contextRef="#ctx0" brushRef="#br0" timeOffset="26292.6">32646 6788 54 0,'2'-10'297'0,"1"5"-4"0,-2-1-13 0,-1 6-25 15,3-10-11-15,-3 10-22 0,2-6-25 0,-2 6-29 16,0 0-15-16,0 0-16 0,0 0-14 0,0 0-10 0,3 25-19 15,-3-9 2-15,2 2-14 0,-1 10 1 0,2-3-13 16,-2 1-1-16,3 3-7 0,-4-4-3 0,3-1-9 16,0 0-4-16,0-4-22 0,1 0-29 15,-1-2-29-15,-1-2-30 0,2 2-40 0,-4-8-47 16,0-10-57-16,0 0-51 0,4 39-149 0,-4-39-442 0,2 17 196 16</inkml:trace>
  <inkml:trace contextRef="#ctx0" brushRef="#br0" timeOffset="26519.59">32964 6729 2212 0,'0'0'113'0,"19"-30"-26"0,-19 30-47 16,13-19-23-16,-13 19-17 0,0 0 1 16,0 0 1-16,29-10 3 0,-29 10 15 0,0 0 5 15,60 32 15-15,-36-9 11 0,11 9-6 0,-6 13 0 16,1 0-1-16,-6 3-2 0,-7 1-2 0,-5-1-33 15,-4 0 3-15,-10 0-2 0,-6 0 2 0,-5-1 2 16,-7-1-5-16,-9 1-16 0,-8-4-36 0,-9-4-32 16,2-4-25-16,-10-1-38 0,2-7-37 0,2-2-36 0,-5-3-141 15,2-1-383-15,0-8 170 0</inkml:trace>
  <inkml:trace contextRef="#ctx0" brushRef="#br0" timeOffset="27286.47">32385 5360 112 0,'0'0'144'16,"1"-7"-17"-16,-1 7-12 0,0 0-10 0,0 0-3 0,0 0-20 16,0 0-8-16,0 0-12 0,0 0 4 0,0 0 3 15,0 0-10-15,-7 28 1 0,5-20-7 16,0 2-2-16,0-1-3 0,1 1-9 0,-2-1-2 15,2 1-2-15,0-1-6 0,0 0-2 0,-1 2 2 0,1-3-5 16,0 1-4-16,1-1-1 0,-3 0-16 16,3-8-27-16,-1 14-15 0,-2-8-22 0,2 0-19 15,1-6-5-15,-4 12 5 0,4-12-19 0,-1 5 1 16,1-5-74-16,0 0-184 0,-6 3 82 0</inkml:trace>
  <inkml:trace contextRef="#ctx0" brushRef="#br0" timeOffset="27632.17">32380 5321 22 0,'6'-7'137'0,"-1"0"-14"0,4 2-3 15,-1-2-9-15,3 4-9 0,0 0-11 0,-1 0 2 16,0 0-19-16,-2 3-3 0,2 0-16 0,-1 3-1 16,-9-3-12-16,15 2 7 0,-8 2-6 0,-1-1-4 15,0 2-6-15,-3 0 0 0,1 0-5 0,-2 2-2 16,0 0 7-16,-1 3-2 0,-2-2-5 0,-2 0 5 15,-2 2 3-15,0 0-7 0,-3-3-3 0,3 2-3 0,-3 1-8 16,1-1 2-16,0-4-25 0,1 3-4 0,2-1-12 16,0 0 1-16,2 0-1 0,2-7 4 15,-3 8-2-15,3-8-7 0,1 13-1 0,-1-13 3 16,3 12 4-16,1-7 5 0,1 0 10 0,1 2-9 16,3-1 8-16,-1 1 6 0,0 1-5 0,-1 0 6 0,1-1-1 15,-2 0-3-15,1-1 8 0,-2-1 4 0,-3 2-9 16,2-3 4-16,-1 2-1 0,-3-6 14 15,1 11-1-15,-1-11 5 0,-9 11-5 0,3-4-7 16,-3-1-9-16,0-2-17 0,-4-1-31 0,3 0-24 16,-4-2-32-16,0 0-63 0,0-1-186 0,-4 0 82 0</inkml:trace>
  <inkml:trace contextRef="#ctx0" brushRef="#br0" timeOffset="37423.11">26846 3574 24 0,'0'0'57'0,"0"0"4"16,0 0-13-16,0 0-7 0,0 0 3 15,0 0-5-15,0 0-9 0,-5 4-6 0,5-4 3 16,0 0-4-16,0 0-5 0,0 0 13 0,0 0-14 16,0 0-2-16,0 0 6 0,0 0-9 0,0 0-1 15,0 0-1-15,0 0-1 0,0 0 4 0,0 0-1 0,0 0-1 16,0 0-3-16,0 0 2 0,0 0-3 15,0 0 2-15,0 0-2 0,0 0-5 0,0 0 3 16,0 0-1-16,0 0 6 0,0 0-6 0,0 0-2 16,0 0 4-16,0 0-3 0,0 0 2 0,0 0-4 15,0 0-2-15,0 0-1 0,0 0-6 0,0 0-7 16,0 0-4-16,0 0-21 0,0 0-9 0,0 0-43 16,9 13-99-16,-9-13 45 0</inkml:trace>
  <inkml:trace contextRef="#ctx0" brushRef="#br0" timeOffset="53251.89">9445 8373 47 0,'0'0'99'16,"0"0"-3"-16,0 0-15 0,0 0-7 0,0 0 1 15,0 0-10-15,0 0 6 0,0 0-12 0,0 0-3 0,0 0-10 16,0 0-7-16,0 0-12 0,0 0 13 0,0 0-6 16,0 0 6-16,0 0-3 0,-1 9 7 0,1-9-23 15,0 0 18-15,0 0-6 0,0 0 4 0,0 0-4 16,0 0 4-16,0 0-10 0,0 0 5 0,0 0-3 15,0 0-5-15,0 0 0 0,0 0 1 0,0 0-9 16,0 0 1-16,0 0 3 0,0 0-7 0,0 0 3 16,0 0 1-16,0 0-10 0,0 0-1 0,0 0 5 15,0 0 6-15,0 0-5 0,0 0-6 0,0 0 4 16,0 0-4-16,0 0 1 0,0 0-5 0,0 0 4 16,0 0 0-16,0 0 1 0,0 0-7 0,0 0 4 15,0 0 2-15,0 0 1 0,0 0-13 0,0 0-8 16,0 0 3-16,0 0-10 0,0 0 3 0,0 0-8 0,0 0-6 15,0 0-11-15,0 0-1 0,0 0-21 0,0 0-5 16,0 0-14-16,0 0-17 0,0 0-79 0,0 0-194 16,0 0 87-16</inkml:trace>
  <inkml:trace contextRef="#ctx0" brushRef="#br0" timeOffset="54429.63">21084 6027 45 0,'0'0'119'0,"0"0"-13"0,0 0 2 0,0 0-5 15,0 0-9-15,2 7-3 0,-2-7-4 0,0 0-11 16,0 0-10-16,0 0 3 0,0 0-8 0,0 0-8 15,0 0-9-15,0 0-4 0,0 0-3 0,0 0-8 16,0 0-7-16,0 0 4 0,0 0 1 0,0 0 3 16,0 0-7-16,0 0-5 0,0 0-16 0,0 0 14 15,0 0-23-15,0 0-19 0,0 0-2 0,0 0-9 16,0 0-23-16,0 0-3 0,0 0-16 0,0 0-13 16,0 0-75-16,0 0-181 0,-21-13 81 0</inkml:trace>
  <inkml:trace contextRef="#ctx0" brushRef="#br0" timeOffset="55152.37">22598 8571 1 0,'0'0'68'16,"0"0"-16"-16,0 0-19 0,0 0-10 0,0 0-20 15,0 0-20-15,0 0-11 0,0 0-29 0,0 0 13 16</inkml:trace>
  <inkml:trace contextRef="#ctx0" brushRef="#br0" timeOffset="64632.04">10122 5549 11 0,'0'0'62'15,"0"0"11"-15,0 0-8 0,0 0-6 0,0 0-6 16,0 0 2-16,0 0 0 0,0 0-4 0,0 0-1 16,0 0-5-16,0 0-2 0,0 0 1 0,0 0-4 15,0 0-2-15,0 0-5 0,0 0-11 0,0 0 9 16,0 0-17-16,0 0 1 0,0 0 6 0,0 0-15 15,0 0 2-15,0 0-3 0,0 0-12 0,0 0-10 16,0 0-11-16,0 0-8 0,0 0-11 0,0 0-24 16,0 0-45-16,0 0-125 0,0 0 56 0</inkml:trace>
  <inkml:trace contextRef="#ctx0" brushRef="#br0" timeOffset="75573.78">22627 8313 49 0,'0'0'57'0,"0"0"-8"16,0 0-5-16,0 0-5 0,0 0-21 0,0 0-6 16,0 0-13-16,0 0-9 0,-8 1-5 0,8-1 1 15,0 0-6-15,0 0-15 0,0 0-38 0,0 0 18 16</inkml:trace>
  <inkml:trace contextRef="#ctx0" brushRef="#br0" timeOffset="75600.56">22603 8322 84 0,'0'0'-14'0,"0"0"-16"0,0 0 8 0</inkml:trace>
  <inkml:trace contextRef="#ctx0" brushRef="#br0" timeOffset="81745.88">21040 5609 28 0,'0'0'52'15,"0"0"-6"-15,0 0-3 0,0 0 2 0,0 0-8 16,0 0-1-16,0 0-5 0,0 0 0 0,0 0-2 16,0 0 2-16,0 0-3 0,0 0-7 0,0 0-1 15,0 0-1-15,-9-21 4 0,9 21-9 0,0 0 2 16,0 0-2-16,0 0 2 0,0 0-1 0,0 0-10 15,0 0-10-15,0 0-11 0,0 0-14 0,0 0-10 16,0 0-5-16,0 0-33 0,0 0-84 0,0 0 38 16</inkml:trace>
  <inkml:trace contextRef="#ctx0" brushRef="#br0" timeOffset="82386.19">22201 8037 109 0,'0'0'109'0,"6"-2"-10"0,-6 2-9 0,0 0-4 15,0 0 3-15,9-2-12 0,-9 2-7 0,0 0-5 16,0 0-9-16,13 2-4 0,-13-2-6 0,0 0 2 16,0 0-6-16,9 2 0 0,-9-2-13 0,5 2 2 15,-5-2-3-15,0 0 5 0,0 0-13 0,0 0-2 16,0 0-4-16,0 0 0 0,0 0-3 0,0 0 1 15,0 0 4-15,0 0-5 0,0 0-7 0,10 0-8 16,-10 0-24-16,0 0-4 0,0 0-14 0,0 0-5 16,0 0-21-16,0 0-28 0,0 0-65 0,-23 5-179 0,10-4 79 15</inkml:trace>
  <inkml:trace contextRef="#ctx0" brushRef="#br0" timeOffset="96391.4">22706 8438 70 0,'0'0'76'0,"0"0"8"0,0 0-12 0,0 0 4 0,0 0-16 16,0 0-1-16,0 0-17 0,0 0 1 0,0 0-5 15,0 0 0-15,0 0-7 0,11-17-12 0,-11 17-11 16,0 0-8-16,0 0-8 0,0 0-10 16,0 0-5-16,0 0-5 0,0 0-17 0,0 0-54 15,0 0-108-15,0 0 48 0</inkml:trace>
  <inkml:trace contextRef="#ctx0" brushRef="#br0" timeOffset="109385.18">12967 11165 10 0,'-5'-7'27'0,"5"7"-6"16,0 0-4-16,-1-9-3 0,1 9 2 0,0 0-11 15,6-9 4-15,0 5-10 0,6 0 3 0,6-7-4 16,9-3-4-16,6-3 6 0,15-6-4 0,-1-1-3 16,5-1 1-16,2-2-11 0,28-8-16 0,-26 14 8 15</inkml:trace>
  <inkml:trace contextRef="#ctx0" brushRef="#br0" timeOffset="115440.48">10144 6056 2 0,'0'0'-1'0</inkml:trace>
  <inkml:trace contextRef="#ctx0" brushRef="#br0" timeOffset="116307.3">9374 8913 11 0,'0'0'59'0,"0"0"-5"15,0 0-7-15,0 0-6 0,0 0-3 0,0 0-9 16,0 0-7-16,0 0-5 0,0 0-9 0,0 0-20 16,0 0-12-16,0 0-25 0,0 0-52 0,0 0 24 15</inkml:trace>
  <inkml:trace contextRef="#ctx0" brushRef="#br0" timeOffset="-201796.12">10370 13003 32 0,'58'-3'32'0,"-3"-1"-4"15,0 1 2-15,-1-2-6 0,-2 0-3 0,2 1-5 16,-1 0 9-16,0 1-7 0,0 0-1 0,-3 0-2 16,2 0-5-16,-13-1 7 0,12 2-7 15,-13 0 6-15,13 2-1 0,-12-1-4 0,1 2 2 0,14-3 4 16,-16 1-5-16,0 1 0 0,14-2-4 0,-14 2 3 15,12 0-2-15,-12 3-2 0,13-6 3 0,-14 3 0 16,2 0-1-16,12 0-8 0,0-1 10 0,-12 1-1 16,-1 0 0-16,15 1-2 0,-2-2-1 0,-13-1-3 15,1 2 6-15,13 2-3 0,-14-2 2 0,14 0-1 16,-14-2-8-16,0 2 3 0,0-2-2 0,3 2 7 16,-1 0-1-16,-4 0-1 0,2 1 0 0,3-1-2 15,-1 3 6-15,-6-3-8 0,4 1 0 0,3-2 4 16,-3 1 1-16,-3 1 2 0,4 1-9 0,0-2 0 15,-2 1 10-15,-1 1-6 0,2 1-8 0,3-2 9 16,-3 2 3-16,2 1-1 0,-4-1-1 0,5 1-1 16,-5 0-1-16,2 4 0 0,-4-5 6 0,4 3-8 15,-3-2 4-15,4 3 0 0,-1-1 2 0,-2 4-4 16,2-2 4-16,-1-3 3 0,1 4-3 0,2-4 6 16,-2-2 3-16,3 4-7 0,10-2-4 0,-12-1 1 15,1 1-1-15,9-1 8 0,3-1-5 0,-13 0 6 16,0 0-1-16,13-1 1 0,-14-2-1 0,12 0-2 15,-13 4-2-15,2 0 5 0,1-4-7 0,15 5-1 16,-17-4 0-16,2 1 5 0,11 0-4 0,1 1-6 16,-2-2 13-16,-13-1-13 0,16 2 0 0,-16 0 6 15,15-1-8-15,-11 0 2 0,11 1-8 0,-12-2 8 16,10 1-5-16,-12-1 1 0,-1 4-1 0,2-3-3 16,1 1-13-16,-2 0-3 0,1 1-4 0,-3 1-10 15,1-1-22-15,-4 1-15 0,-1 2-48 0,-2 0-130 16,2-2 58-16</inkml:trace>
  <inkml:trace contextRef="#ctx0" brushRef="#br0" timeOffset="-200641.44">18249 13185 31 0,'17'-3'44'0,"3"0"3"16,1 0-3-16,-1 0-5 0,0 2-1 0,1-3 3 15,1 2-7-15,5 0-7 0,-6 0 3 0,1-1-6 16,0 1-4-16,7 1 8 0,-1-2-11 0,0 3 0 15,0-3-1-15,2 2-3 0,0 2 3 0,2-2-2 16,3-1 4-16,-1 1-11 0,4-1-3 0,-1 2 7 16,2 0 0-16,11 0-10 0,-9 0 7 0,10 0-3 15,-10 0 7-15,9 0-1 0,-9 1 0 0,11-2-2 16,-11 3-2-16,11-1 0 0,0 1 9 0,-1 0 0 0,0 1-7 16,0-2 3-16,0-2-7 0,1 3 1 0,0-1 8 15,2 0-6-15,3-2 8 0,-2 2-1 16,0 0-2-16,0 3-4 0,2-4 9 0,-1 1-5 15,-1-2 1-15,2 4 6 0,0-3-11 0,2 2 0 0,-2-2 8 16,3 1-2-16,-2-1-4 0,1 2 2 0,1-1 2 16,0 2 7-16,-3-3-12 0,1 0 3 0,-1 3-3 15,3-1-2-15,-3-1 5 0,0 0-4 0,-1-1-4 16,4 1 3-16,-2-1-3 0,-2-1-2 0,3 1 3 16,1 0 3-16,-1 0-7 0,-2-1-2 0,2 0 3 15,1 0-2-15,0 3 5 0,0 0-2 0,-2 0 8 16,-2-1 1-16,4-4-17 0,-4 5 11 0,2-2-6 15,-2 0 7-15,-1 1 0 0,0 2 0 0,0-5-6 16,1 4 2-16,-1-2 0 0,0 2-2 0,-2 1 3 16,0-2-5-16,5 1 6 0,-6-1-4 0,-1-1 6 15,2 0-7-15,1 2 1 0,-14-2-1 16,14 1 6-16,-2-1-9 0,-1-1 5 0,3 2-6 0,0-1 10 16,-2 2 2-16,3-2-10 0,-1-2 1 0,1 1 5 15,-3 0-2-15,6 0 2 0,-2-2-13 0,1 3 5 16,1-1 9-16,-1 2-4 0,0-2-2 0,-2 1 10 15,1 0-7-15,-1 1 1 0,2-2-4 0,1 1 6 16,-1 0-10-16,2 1 0 0,0-1-4 0,2-1 5 16,-1 1 11-16,-1 0-16 0,1 0 14 0,1 0-1 15,0 1-6-15,0 1 3 0,2-2-3 0,-3-2-2 16,3 4 0-16,0-2 7 0,-2 2-3 0,3-2 3 16,0 0 4-16,0 1-10 0,-1-1 8 0,0-1-7 15,0 3-1-15,-3-3 8 0,4 2-7 0,-2 1 6 16,4-2-4-16,-1 1 7 0,-1 2 1 0,1-1-1 15,27 1-4-15,-32 1 4 0,3-3 0 0,2 3-5 16,-6 1-1-16,3-3 1 0,-1 1-8 0,0 2 12 16,-1-1-3-16,1-1 7 0,2 1-17 0,2-1 12 15,-2 1-7-15,-3 0 7 0,3-2-2 0,0 4 2 16,-4-4-1-16,1 2 4 0,1 3-21 0,-2-4 8 0,-1 1 3 16,3-1 8-16,-6 2-1 0,3-1-9 0,-5-2-10 15,1 2-3-15,4 0-11 0,1 0-1 16,-4-1-14-16,2 1 0 0,-2 1-6 0,-2-2-11 15,0 2-11-15,-2 2-13 0,-14-5-70 0,2 0-165 0,13-1 73 16</inkml:trace>
  <inkml:trace contextRef="#ctx0" brushRef="#br0" timeOffset="-198890.83">7459 14018 40 0,'-10'-7'58'0,"2"1"0"0,-2 0 4 0,2-1-7 16,-1 2 1-16,3 0-3 0,-3-1 7 0,1 1-4 15,1-1 0-15,0 3-11 0,0-2 2 0,0 1-6 16,0-1-2-16,-2 0-11 0,2 1 3 0,1 1 0 16,6 3 0-16,-10-6-7 0,3 6 3 0,7 0-3 15,-12-6 3-15,8 4-8 0,4 2 1 0,-9-3 7 16,9 3-15-16,-7-2 3 0,7 2 7 0,0 0-2 16,-8-4 1-16,8 4-2 0,0 0 0 0,0 0 2 0,0 0-13 15,0 0-1-15,-8-2 3 0,8 2-5 0,0 0 9 16,0 0-8-16,0 0 1 0,0 0-10 0,0 0-1 15,0 0-3-15,0 0 7 0,0 0-2 0,0 0-10 16,0 0 10-16,29 4-2 0,-19-4 3 16,4 3 2-16,-1-2-3 0,6 2 3 0,-1-2-1 0,4 3 2 15,6-1 1-15,0-3-3 0,2 0-6 0,-1-3 5 16,4 2-1-16,2-1-2 0,1 1 8 0,2 0-7 16,13-6 6-16,0 4 3 0,0 0-6 15,3-1 8-15,-3 3-5 0,3-3 1 0,1 2 3 0,4 2-7 16,3-4-65-16,0 3 19 0,3-2 17 0,1 1 1 15,-2-1 0-15,28 1-6 0,-32 2 12 0,28-2-7 16,-28 4-8-16,-5 0 14 0,-4-1 2 0,-14-2 0 16,1 2 11-16,-3 2-2 0,5-2 1 0,12-1 3 15,5 4-123-15,-3 0 162 0,3-6-40 0,1 0 4 16,4 1-3-16,-1-6 7 0,0 3-4 0,2-3 2 16,-2 1 3-16,2-1 9 0,-3 0-7 0,0 2-7 15,-1 0 10-15,-4 0-7 0,-3-1-4 0,2 2 7 16,-4 0 1-16,5 1-3 0,-17-1 2 0,16-1 2 15,-2 4 0-15,-12-3-2 0,12 0-2 0,-1-2-6 16,-1 5 0-16,-11-3 5 0,12 1 3 0,-13 1-8 16,3-1 3-16,9-2-1 0,-9 1-3 0,-4 0 14 15,1 4-7-15,-2-1 5 0,2 0 0 0,3 1 0 16,-3-2 1-16,1 1 3 0,-2 1-2 0,2-2 2 16,-3 2-3-16,1 0 2 0,0 5 0 0,2-7-4 15,0 5-5-15,0 0 8 0,-1-3-1 0,3 2 1 16,10 2 1-16,-15 0 2 0,3 0-2 0,-1-1 3 15,1-1 5-15,1 1-9 0,-3-2 0 0,2-1-1 16,0 2 5-16,14 0-5 0,-14 1-5 0,2 1 8 16,10-2 3-16,0 0-4 0,-13-1 8 0,16 1 1 15,0-1-6-15,-1-1 5 0,1 1-2 0,-2-1 5 16,2 4-3-16,-5-4 0 0,-9 3-10 0,10-1 9 16,-10-1-3-16,-1 1 0 0,-1-2-3 0,0 3 6 15,0 0-5-15,14-3 4 0,-14 1-4 0,-3 1 5 16,2-2-2-16,-3 2 3 0,2-2-13 0,-1 3 8 15,1 0 0-15,-2-3 3 0,-1 2-1 0,1-1-3 16,-3 2-3-16,-1-2 1 0,-3 0 0 0,-5 2 4 16,1-3 2-16,-5 2 3 0,4-2 8 0,-3 0-6 15,-2 2 2-15,-3 1 2 0,-3-2-1 0,0-1-4 16,-2 0 4-16,-9 0 6 0,16 0 1 0,-12-1 7 16,-4 1-1-16,10 1 8 0,-10-1-8 0,0 0-1 15,9 0-3-15,-9 0-1 0,0 0-7 0,0 0-9 16,0 0-16-16,0 0-19 0,10 0-30 0,-10 0-15 15,0 0-18-15,0 0-25 0,0 0-109 0,-27 10-238 16,19-7 105-16</inkml:trace>
  <inkml:trace contextRef="#ctx0" brushRef="#br0" timeOffset="-196008.37">19813 14849 4 0,'-9'-1'31'0,"9"1"-10"0,0 0-1 0,-10-3-1 0,10 3 1 15,0 0 0-15,0 0-3 0,-9 0 2 0,9 0 7 16,0 0 2-16,0 0 0 0,0 0 6 16,0 0-6-16,0 0-8 0,-9-1 6 0,9 1-8 0,0 0 2 15,0 0-2-15,0 0 7 0,0 0-5 0,0 0-8 16,0 0 0-16,0 0 5 0,34 0-3 0,-22 0 1 15,0 1-8-15,2-2 5 0,5 1 8 0,0 0-12 16,2 0-2-16,0 0-5 0,1 0 4 16,6-3 0-16,2 3 1 0,-9-2 0 0,8 0 3 15,-1 1-3-15,-2 1 5 0,5 1 2 0,-1-1 7 16,3-2-3-16,0 1 2 0,3 0-4 0,1-2-2 0,-1 3 2 16,2-1-1-16,-1-3-3 0,1 4 2 15,15-1-12-15,-15 0 1 0,16 0 16 0,-2 0-4 0,-2 1-5 16,2-1-4-16,-13-1 1 0,12 1 0 15,1 1-3-15,4-1 8 0,-6 0-3 0,-10 0-8 16,14 1 5-16,-16-2-6 0,17 1 0 0,-5 1 7 16,2 0-2-16,-14 0 1 0,15-4 5 0,-2 8-3 0,-13-7 0 15,3 2 2-15,12-1 3 0,-13 4 0 0,10-4-4 16,-10 2-4-16,-2 0 7 0,15 0-8 16,-3-1 1-16,-13 1 0 0,2 0 13 0,1-2-10 15,12 2 4-15,-12-1 0 0,11 1-3 0,-11-2 4 16,-2 2 5-16,0-1-1 0,17-2-4 0,-5 2-1 15,-13 0-1-15,0 2 1 0,0-3-3 0,4 3 4 0,-2-2-20 16,0 1 20-16,-2-2-4 0,1 2 4 0,0-1-7 16,-3-2 2-16,1 0 1 0,-1 3-9 15,0-2 20-15,-1 0-15 0,-1-2 7 0,-1 1-3 16,1 3-2-16,-1-2-2 0,0-1 5 0,-3 4-2 16,1-2-6-16,-2 2 8 0,-1-1-1 0,0 1 2 0,-7-1 3 15,9 0-1-15,0 1-10 0,-3 1 12 0,-3-2-2 16,-2 0 2-16,8 0 4 0,-2-2-5 15,-4 4-2-15,-4-1 1 0,3-1 2 0,-2 2-7 16,0-1 4-16,1 0-4 0,1 1 2 0,-3 0-6 16,3 0 3-16,-2-2 1 0,1 0-3 0,-1 0-2 15,3 0 2-15,-2 0-2 0,1 0 6 0,6 0-8 16,-8 0-7-16,3 0 6 0,-2 0 4 0,-2-2 4 16,2 2-7-16,1 2-3 0,0-4 13 0,-1 0-7 15,-1 4-3-15,-1-4-3 0,0 4 8 0,-1-2-13 16,0-2 16-16,-1 4-9 0,-4-2-15 0,0 2-12 15,0-2-24-15,0 0-18 0,-2 0-27 0,3 0-21 16,-1 2-69-16,0-2-200 0,0-2 89 0</inkml:trace>
  <inkml:trace contextRef="#ctx0" brushRef="#br0" timeOffset="-195357.89">25751 14814 11 0,'4'1'87'16,"-4"-1"-11"-16,14 2-3 0,-5-2-2 0,0 1-4 16,3 1 6-16,1-1-13 0,5 1-1 0,0-1 9 15,2 0-18-15,7 1 1 0,5 1-3 0,-1-2-21 16,0 3 20-16,3-2-9 0,2 1-1 0,2-2-9 15,1 1 3-15,1 0-8 0,14 2 2 0,-5 0-7 16,3-3 7-16,0 6-15 0,-3-2 6 0,5 1 12 16,-2-1-5-16,-1 0-23 0,5-1 15 0,-2 1-7 15,0 2 10-15,-1 0-5 0,0-3-4 0,3 3-1 16,-4-1 3-16,3-2 1 0,-3 2 5 0,2-2-4 16,3 0-3-16,-1 0-3 0,-1 0-2 0,1 1-1 15,3 1-1-15,0-3 3 0,1 1-9 0,-1 2 8 16,0-3 3-16,1 1-1 0,-1-1-8 0,-4-1 1 15,1-1 3-15,-4 2-4 0,4-1 3 0,-16 0-3 16,12 0-1-16,-14 1 6 0,15-2-3 0,-16 0 2 16,1 1 16-16,-1 0-8 0,3-1 4 0,-6 0 1 15,-1 1 6-15,-2-2 1 0,0 1 6 0,-4 0-1 16,-7 1 0-16,-1-1 3 0,0-1-3 0,-2 0 10 16,0-1-14-16,-5 2 5 0,1-1-9 0,0 0-7 15,-1 1 4-15,0-1 1 0,-4 0-1 0,2 0 1 16,-10 0 1-16,14 0-9 0,-14 0 4 0,11 0 1 15,-11 0-1-15,0 0-6 0,6-1-11 0,-6 1-13 16,0 0-16-16,0 0-16 0,0 0-24 0,3-8-22 16,-3 8-22-16,0 0-31 0,-21-10-78 0,7 6-244 15,-5-3 108-15</inkml:trace>
  <inkml:trace contextRef="#ctx0" brushRef="#br0" timeOffset="-194735.46">8478 15701 61 0,'-18'-4'60'0,"-3"-1"-10"0,0-1 1 15,0-1-3-15,-6-2-8 0,-1-5-4 0,-1 1-19 16,0-1-3-16,0-2-4 0,-1 4-3 0,2-3-2 15,1 5-5-15,0-5-7 0,4 6 5 16,-4-3-6-16,5 6-2 0,-3-3-2 0,6 2-5 0,-1 2 5 16,3 0-8-16,0 2-33 0,-1-3-55 0,8 5 25 15</inkml:trace>
  <inkml:trace contextRef="#ctx0" brushRef="#br0" timeOffset="-193680.01">6062 15734 6 0,'0'0'60'0,"0"0"0"0,-5-5-9 15,5 5-3-15,0 0 5 0,0 0-11 0,0 0-2 16,-4-6 0-16,4 6-7 0,0 0-7 0,0 0 5 15,0 0-11-15,0 0-4 0,0 0 1 0,0 0-1 16,0 0-4-16,0 0-1 0,0 0-4 16,0 0 2-16,0 0-6 0,0 0 4 0,0 0-1 0,0 0-4 15,17-5 7-15,-17 5-7 0,17 3-1 0,-7-4 1 16,3 1-4-16,6-2 6 0,1 2-2 0,1-2 4 16,7-1-2-16,0-2 10 0,1 2-17 0,2-1 6 15,2-2-1-15,1 3 0 0,-1-3 2 0,1 3-2 16,3-1-2-16,0-2 7 0,3 3-8 15,-2-3 5-15,13-2-5 0,-12 3 5 0,13-1-1 16,-16 2-2-16,2 0-3 0,1 1 8 0,0 0-3 0,0 1-10 16,-4-2 6-16,4 4-4 0,-5-5 2 0,-1 3-3 15,-2-3 6-15,-3 4 3 0,-1-2-4 0,-8 3-1 16,-1 0 2-16,-5 0 3 0,1 2-2 0,-3-1-1 16,-3-1 0-16,0 1-2 0,-8-1 0 15,11 0-1-15,-11 0 5 0,9 2 0 0,-9-2 11 0,7 1 12 16,-7-1 4-16,0 0 12 0,8 2 5 0,-8-2-2 15,0 0 14-15,0 0 0 0,0 0 1 0,0 0-4 16,0 0 2-16,0 0-7 0,0 0-1 16,0 0-9-16,0 0 5 0,0 0-11 0,0 0-1 15,0 0-2-15,0 0-7 0,0 0-1 0,0 0-3 16,0 0-5-16,0 0-12 0,0 0-14 0,0 0-22 0,0 0-20 16,0 0-20-16,0 0-15 0,0 0-19 0,10-2-86 15,-10 2-210-15,0 0 93 0</inkml:trace>
  <inkml:trace contextRef="#ctx0" brushRef="#br0" timeOffset="-192891.89">10511 15716 24 0,'19'-1'21'16,"2"1"0"-16,6 0-3 0,1 0-1 0,1-3-3 16,4 2 0-16,6-1 2 0,0 1 3 0,0 1-6 15,18-3 4-15,-5 2-3 0,5-2-5 0,-5 1 1 16,-12 1-2-16,10 1 0 0,2 3-1 0,-12-5 4 16,13 4 1-16,-14-1 0 0,-1 1-5 0,0 0 5 15,-1 0 1-15,-1-1 2 0,0 2 1 0,-4-2 4 16,1 2 3-16,-2-2-3 0,-4 2 2 0,-6-1 1 15,1-1 1-15,-2 1 5 0,-7-2-4 0,0 0 1 16,-1 0-3-16,0 0 8 0,-5 1 8 0,-7-1 3 16,10 1 23-16,-10-1 12 0,11 0 3 0,-11 0 5 15,0 0 4-15,10 0 5 0,-10 0-9 0,0 0-4 16,0 0-8-16,0 0-9 0,0 0-2 0,0 0-5 16,0 0 3-16,0 0-14 0,0 0-4 0,0 0-1 15,0 0-5-15,6-5-16 0,-6 5-17 0,0 0-5 16,0 0-42-16,0 0-25 0,0 0-19 0,0 0-22 15,0 0-17-15,0 0-110 0,8 8-255 0,-8-8 114 16</inkml:trace>
  <inkml:trace contextRef="#ctx0" brushRef="#br0" timeOffset="-191967.35">14762 15777 67 0,'-11'-4'113'0,"11"4"-7"0,-7-3-18 15,7 3-7-15,0 0-8 0,-7-4-4 0,7 4-6 16,0 0-14-16,0 0-4 0,-7-2-2 0,7 2-4 16,0 0 3-16,0 0-1 0,0 0-6 0,0 0-2 15,0 0 3-15,0 0-8 0,27 5-1 0,-27-5 7 16,20 2-11-16,-7-1 6 0,1 0-6 0,2 1 1 16,2-1 0-16,0 2-5 0,0-3-1 0,4 1 2 15,8 0-6-15,-9-1 5 0,8 2-5 0,6-2 10 16,2 0-2-16,1-2 0 0,0 0-2 0,13-2-7 15,-11 1 3-15,10 0-5 0,1 3-1 0,1-3 2 16,0 1-2-16,-2-1-3 0,1 2 2 0,1 0 3 16,-1 2-8-16,0-1 0 0,3 1-5 0,-4-1 12 15,5 0-8-15,-4 2 2 0,0-2 4 0,3 3-1 16,1-2 0-16,1-1-4 0,-1 3 4 0,1-1 9 16,4 1-14-16,-1-2 1 0,1 2-4 0,0-2 5 15,1 0-1-15,1 1 1 0,-4-2-3 0,1 1 6 16,5 1-5-16,-1 1 6 0,-3-3 2 0,2 3-5 15,1-1-1-15,1-1 4 0,-3 1 1 0,2 1-3 16,1-3 3-16,0-1-1 0,-2 2 0 0,2-1 1 16,-4 0-1-16,4 2 4 0,-5-1-3 0,1-1 7 15,-2 1-3-15,0-1 3 0,-1 3 2 0,1 1 5 16,-1-3-3-16,-2 2-1 0,-2 1-8 0,2-5 13 16,-1 4-12-16,-3-2 0 0,4-2 3 0,-4-1-5 15,-13 4 2-15,1-2 5 0,14 0-10 0,-17 0 3 16,5 0-4-16,-3 0 4 0,0-2-1 0,-1-1-3 15,-3 4 2-15,4-2-2 0,-4 1 1 0,-5-1 5 16,0 1 3-16,-2-2 4 0,-5 1-10 0,0 2 0 16,-4-2 9-16,1 1 0 0,-8 0 2 15,3 0-2-15,-2-1 3 0,-1 1 2 0,0-2 2 0,-5 1 3 16,-6 1 2-16,14 0 6 0,-14 0 6 0,9-1 2 16,-9 1 1-16,0 0 6 0,0 0-2 0,8 1 2 15,-8-1-2-15,0 0-7 0,0 0-7 0,0 0-1 16,7-4 0-16,-7 4-6 0,0 0-5 0,0 0 0 15,0 0-8-15,0 0-3 0,0 0-11 16,0 0-10-16,0 0-14 0,0 0-17 0,0 0-22 0,8-2-23 16,-8 2-28-16,0 0-32 0,0 0-35 0,0 0-16 15,0 0-20-15,0 0-111 0,0 0-352 0,0 0 156 16</inkml:trace>
  <inkml:trace contextRef="#ctx0" brushRef="#br0" timeOffset="-190296.22">20861 15750 72 0,'0'0'98'0,"-10"-2"-8"0,10 2 4 16,0 0-13-16,0 0 2 0,-10 0-5 0,10 0-8 15,0 0 0-15,0 0-1 0,0 0 0 0,0 0-6 16,0 0-1-16,0 0 11 0,0 0-23 0,0 0 7 16,0 0-7-16,0 0-4 0,29 2-1 0,-17-2-7 15,6 1-4-15,2 0 1 0,1-1 1 16,0 0 2-16,7-1-2 0,2 1-2 0,-2 0-5 0,3 1 3 15,-2-1-5-15,3 0-3 0,2 0 5 0,1 0 2 16,-2 0-3-16,6 1 0 0,-4 0-5 0,4-2 0 16,1 1-1-16,0 1-3 0,15 1-2 0,-17-1 0 15,15 0 2-15,-15-2-4 0,2 2 9 0,-1-2-11 16,14 1 6-16,-12 2-10 0,11-5 2 0,-12 5 0 16,11-2 2-16,-10 1-1 0,14-1 0 0,-2 0-3 15,0-6 1-15,0 5-4 0,1 2 1 0,-1-2 3 16,-1 3-4-16,-15-4 2 0,17 2 3 0,-15-1 3 15,1 1 0-15,11-1 3 0,-13 1-2 0,13-5 1 16,-11 4 11-16,0 1-9 0,-1-3-1 0,0 2-3 16,-4-2 0-16,5 3 3 0,0 0-1 15,11-2-1-15,-14 4-4 0,0-2-2 0,1-2 5 0,-1 1 0 16,-2 1 3-16,3-2 1 0,2 2 0 0,-1-3-1 16,-1 2 0-16,-1 1-3 0,0-1 1 0,-3 1-3 15,4 0 2-15,-4 0-4 0,3-1 6 16,1-2-7-16,-2 2 0 0,-2 1 1 0,1-1-1 15,-1 1-3-15,1-1 5 0,-3-1-3 0,4 2 1 0,-4-1-3 16,5 1 2-16,-7 0 0 0,3-2 2 0,-1 0 1 16,-2 1-1-16,-1 1 2 0,-1 0 5 0,-1-1 3 15,-5 1 2-15,6-3 1 0,-6 4 1 0,-2-2 0 16,8 1 1-16,-1 0-3 0,1 0-2 16,-7 0 1-16,-2 0-5 0,1 0 3 0,2 0-3 0,-2-2 2 15,-3 2-3-15,4-2 1 0,-5 2-3 16,3 0 2-16,0-1-2 0,-2 1-2 0,2 0 2 0,-7-1 4 15,6 0 4-15,-7-1-4 0,2 1 1 0,-2 1 4 16,0-1 3-16,-1 1-1 0,0 0 1 0,-2-2 0 16,-8 2 1-16,15-1 1 0,-3 0-4 0,-2 0-2 15,1 1-2-15,-3-1 3 0,-8 1-2 0,12-3 0 16,-5 1-8-16,-7 2 7 0,14 0-2 0,-6 0-6 16,-8 0 1-16,10-1-4 0,-10 1 6 15,12 0-6-15,-12 0 1 0,9-1-1 0,-9 1 0 0,0 0 4 16,7-1 0-16,-7 1 1 0,0 0-2 0,0 0 1 15,11-2 4-15,-11 2 1 0,0 0 6 16,0 0-2-16,0 0 5 0,0 0-3 0,0 0 8 16,0 0-2-16,0 0 3 0,0 0-2 0,0 0 4 0,0 0-12 15,0 0 3-15,0 0 0 0,11 0 0 0,-11 0 1 16,0 0 0-16,0 0-7 0,0 0 6 0,0 0-2 16,0 0 5-16,0 0 5 0,0 0-3 0,0 0-5 15,0 0-3-15,0 0-3 0,0 0-3 0,0 0 0 16,0 0 0-16,0 0-4 0,0 0-3 15,0 0-1-15,0 0 1 0,0 0 4 0,0 0 0 16,0 0-6-16,0 0 8 0,0 0-11 0,0 0 6 0,0 0 0 16,0 0 1-16,0 0-7 0,0 0-6 0,0 0-7 15,0 0 15-15,0 0-2 0,0 0 2 16,0 0 0-16,0 0-21 0,0 0 7 0,0 0 13 16,0 0-1-16,0 0 5 0,0 0-3 0,0 0-13 15,0 0 13-15,0 0-1 0,0 0-1 0,0 0 2 0,0 0-2 16,0 0-4-16,0 0 6 0,0 0-6 0,0 0-4 15,0 0 10-15,0 0-2 0,0 0-2 16,0 0-2-16,0 0-15 0,0 0 12 0,0 0 3 16,0 0 3-16,0 0 2 0,0 0-4 0,0 0 6 15,0 0-7-15,0 0 2 0,0 0-10 0,0 0 2 16,0 0 11-16,0 0-5 0,0 0 9 0,0 0-1 0,0 0-13 16,0 0-16-16,0 0 10 0,0 0 21 0,0 0-5 15,0 0-8-15,0 0 11 0,0 0-5 16,0 0-21-16,0 0 25 0,0 0-2 0,0 0 0 15,0 0 0-15,0 0-4 0,0 0-6 0,0 0 9 16,0 0-5-16,0 0 5 0,0 0 1 0,0 0-5 16,0 0-5-16,0 0 4 0,0 0 3 0,0 0 0 15,0 0-2-15,0 0-2 0,0 0 4 0,0 0-6 16,0 0 10-16,0 0-12 0,0 0 9 0,0 0 2 0,0 0-7 16,0 0 2-16,0 0 1 0,0 0-5 15,0 0 3-15,0 0-6 0,0 0 11 0,0 0-3 16,0 0-5-16,0 0 3 0,0 0 2 0,0 0-20 15,0 0 0-15,0 0 8 0,0 0 17 0,0 0 2 16,0 0-10-16,0 0 10 0,0 0-3 0,0 0-8 16,0 0-2-16,0 0 8 0,0 0-2 0,0 0 3 15,0 0 3-15,0 0-8 0,0 0 0 0,0 0 7 16,0 0-5-16,0 0 4 0,0 0-3 0,0 0 2 16,0 0-9-16,0 0 4 0,0 0 1 0,0 0-8 15,0 0 12-15,0 0-2 0,0 0-5 0,0 0 6 16,0 0 2-16,0 0-1 0,0 0 0 0,0 0-23 15,0 0 19-15,0 0-1 0,0 0 1 0,0 0-5 16,0 0 13-16,0 0-9 0,0 0 5 0,0 0 0 16,0 0 1-16,0 0-3 0,0 0 4 0,0 0-6 15,0 0-11-15,0 0 9 0,0 0-12 0,0 0-7 16,0 0-12-16,0 0-21 0,0 0-19 0,0 0-13 16,0 0-19-16,0 0-25 0,0 0-32 0,0 0-40 15,0 0-44-15,-46-1-56 0,27 1-213 0,0-3-557 16,5-1 246-16</inkml:trace>
  <inkml:trace contextRef="#ctx0" brushRef="#br0" timeOffset="-189238.44">26940 15737 58 0,'0'0'105'16,"0"0"-3"-16,0 0-13 0,0 0 6 0,-7-2-12 15,7 2 0-15,0 0-13 0,0 0 1 0,-10 0-1 16,10 0-1-16,0 0 13 0,-12-1-15 0,12 1-3 15,0 0-2-15,-9-3-2 0,9 3-5 16,0 0-1-16,-12 3 2 0,12-3-10 0,0 0 2 0,-11 0-6 16,11 0 15-16,0 0-18 0,-6 1-2 15,6-1-4-15,0 0-1 0,0 0 1 0,0 0 0 0,0 0-5 16,-10 2 4-16,10-2 1 0,0 0 2 0,0 0 7 16,0 0-4-16,0 0 0 0,0 0 6 0,0 0 1 15,0 0-6-15,0 0-1 0,33 4-3 16,-19-2 0-16,2-1-1 0,4-1-4 0,1 3-1 0,5-3-3 15,3 0 1-15,0 0 3 0,0 1-6 0,1-1-1 16,1 2-2-16,-1-4 0 0,-1 5 0 0,2-4-1 16,1 1 2-16,3 0 0 0,2 0-3 0,-1 1-5 15,2 0 5-15,-2 0-2 0,4-2-3 16,-3 2 3-16,3 0 0 0,-6-1-5 0,3 0 4 16,-3-1-1-16,0 1 2 0,0 0-5 0,2-1 1 0,-1 0-1 15,-1 0-2-15,2-2 0 0,0 0 1 0,0 0 3 16,2 2 2-16,-2-2-2 0,-3 1 4 15,3-2 2-15,-4 2-4 0,2 0 5 0,-3 1-4 16,-4-3-3-16,3 4 4 0,-8-2-4 0,1 2 3 16,-1-3-2-16,0 2 1 0,-1-3-1 0,6 1-3 15,-1 3 6-15,-3-1-4 0,4-1 2 0,-5 1-2 16,0 1-2-16,6 0 2 0,-6 1 1 0,5-2-1 0,-5 1 0 16,-2-1 1-16,8 1 2 0,-10 0 0 15,5 1-2-15,-2-2-1 0,0 3 6 0,1-2 2 16,-3 0 1-16,4 0-5 0,-4-1 10 0,1 1-6 15,0 0 1-15,-1 0 5 0,-4 0 0 0,-2 0 9 16,3-2-12-16,-5 1 3 0,1 1 1 0,-2 0 4 16,-2-1 1-16,-8 1-6 0,13 1-2 0,-13-1-4 15,11-1-14-15,-11 1 20 0,9 0-11 0,-9 0-2 16,9 1 4-16,-9-1-14 0,0 0 10 0,0 0-4 16,7 1-2-16,-7-1 2 0,0 0-3 0,0 0 0 15,0 0 1-15,0 0-6 0,7 2 6 0,-7-2-7 16,0 0 4-16,0 0-6 0,0 0-8 0,0 0-15 15,0 0-12-15,0 0-17 0,0 0-25 0,0 0-21 0,0 0-14 16,0 0-28-16,0 0-30 0,0 0-46 0,-37-2-52 16,9 3-198-16,-4-6-506 0,-7 1 224 15</inkml:trace>
  <inkml:trace contextRef="#ctx0" brushRef="#br0" timeOffset="-187597.94">5901 16486 31 0,'0'0'31'0,"0"0"11"0,0 0-5 15,0 0-6-15,0 0-1 0,0 0 0 0,0 0 2 0,0 0 1 16,0 0 5-16,0 0-4 0,0 0 8 0,0 0-6 16,0 0-4-16,0 0-5 0,0 0 1 0,0 0 1 15,0 0-11-15,0 0 6 0,0 0-8 0,0 0 3 16,0 0-8-16,0 0 9 0,0 0-14 15,0 0 2-15,0 0-1 0,0 0-4 0,0 0 4 16,0 0-3-16,0 0-1 0,0 0-1 0,0 0 3 16,0 0-3-16,0 0 0 0,0 0 0 0,0 0-1 0,0 0-1 15,0 0-8-15,0 0 9 0,0 0-1 16,0 0-2-16,0 0 3 0,0 0-4 0,0 0 2 16,0 0-4-16,0 0 0 0,0 0 2 0,0 0-3 15,0 0 3-15,0 0-1 0,0 0 2 0,0 0 2 16,0 0-2-16,22 12 0 0,-13-9 4 0,0 1-8 15,3-2 4-15,7-1-5 0,0 2-3 0,-3-2 4 16,2 2-3-16,2-2 8 0,8 2-3 0,0 2 4 0,1-3-1 16,0 3-3-16,3-2 9 0,2 1-5 15,0-3 0-15,-1 4 0 0,3-2 0 0,0-1-6 16,-2 0 9-16,1-2-3 0,-1 3 1 0,2-3-4 16,0 0 1-16,1 0 1 0,0 2 2 0,-1-4 1 15,2 2 4-15,-3 0-4 0,4-1-7 0,-2 1 7 16,2-2 1-16,-2 2-6 0,0-2 6 0,2 1-3 15,-1 1 5-15,0 0-2 0,0-1 2 0,2 2-6 16,10-2 2-16,-11-1 3 0,-3 2 1 0,3 0-8 16,13 0 3-16,-3 0 0 0,-10 0 0 0,-2-1 3 15,1 0-7-15,1-2 7 0,-1 0 1 0,0 0-7 16,0 0 3-16,-4 1-3 0,1-2 1 0,-3 3 12 16,-2-2-6-16,0 1-11 0,-7-1 4 0,3 3-1 15,2-1 2-15,-7-1 1 0,1 4-2 0,-1-4 1 16,0 2 0-16,-1 0 4 0,2 2-6 0,6-1 13 15,-6-2-9-15,9 1-3 0,-2 0 4 0,2 0-3 16,-2 1 0-16,2 1 3 0,2-2 17 0,3-2-3 16,-1 1 7-16,19 2-140 0,-1 4 118 0,-15-4-34 15,13 3 15-15,-13-5 27 0,1 1 5 0,-2-4-3 16,-3 1-6-16,-3 0 4 0,-3 3-5 0,-9-2 1 16,2 1-1-16,-2 1 4 0,-6 0-5 0,1 0-3 15,-3 0 4-15,-2 0-17 0,1-1 18 0,-10 1-10 16,12 0 8-16,-12 0 2 0,11 0-1 0,-11 0 1 15,11 1-7-15,-11-1 4 0,0 0 0 0,9-1-2 16,-9 1 2-16,0 0-11 0,7 1-1 0,-7-1-6 16,0 0-6-16,8 3-1 0,-8-3-15 0,9 0-7 15,-9 0-25-15,10 3-76 0,-3-2 34 0</inkml:trace>
  <inkml:trace contextRef="#ctx0" brushRef="#br0" timeOffset="-186816.56">11306 16534 26 0,'-18'0'38'0,"-1"0"4"0,1 3-2 0,5-2-1 15,-1 0 2-15,5-1 12 0,0 0-20 0,0 0 2 16,9 0-14-16,-12 0-2 0,12 0 0 16,-8 1 2-16,8-1-9 0,0 0 17 0,0 0-11 15,-4 5 2-15,4-5-6 0,0 0 11 0,0 0-3 16,19 4 7-16,-10-2-2 0,3 0 0 0,-1-1-5 16,10 1 10-16,-2 0-10 0,3 2 4 0,6-1-4 15,0 0 2-15,2-1 5 0,2-2-4 0,1 0 7 16,5 1-8-16,13 1 2 0,-15-2-11 0,19 0 6 15,-3 0-6-15,0 3 1 0,3-3-5 0,0 0 4 16,0 1-1-16,-2-1-2 0,5 0 7 0,-3-1-7 16,4 2 3-16,0-1-5 0,1 2 1 0,-4 0 2 15,3 0-6-15,-2 0 8 0,5-1-6 0,-3 2 10 16,-2 1 0-16,4-2-8 0,1 1 6 0,3-2-6 16,0 2 3-16,-2 1-3 0,-1-1 1 0,1 3-6 15,-2 0 4-15,2-4-6 0,-3 3 1 0,1 0 3 16,4-1-5-16,-6-2 6 0,5 2-3 0,-5 0 2 15,0-4 0-15,-1 5-8 0,-3-3 9 16,2 2-3-16,-3 0-4 0,2 0 7 0,-5-4-1 0,-10 1 2 16,10 2-3-16,-12-2 6 0,1 1-1 0,-2 0 5 15,-4-2 7-15,1 1-4 0,0 0 1 0,-5-3-3 16,-2 2 0-16,-8-2 6 0,3 2 6 0,-2 0 4 16,-4-2-1-16,-6 2 7 0,1-1 5 0,-4 1-4 15,-1 1 6-15,-7-1 5 0,12-1 3 0,-12 1-1 16,9 1 4-16,-9-1 0 0,0 0-3 15,8-1-2-15,-8 1-6 0,0 0-3 0,0 0-7 16,12 0 0-16,-12 0-7 0,0 0-10 0,0 0-11 0,0 0-13 16,0 0-18-16,0 0-11 0,0 0-12 0,0 0-19 15,0 0-14-15,0 0-16 0,0 0-21 16,0 0-6-16,0 0-3 0,0 0 2 0,0 0-21 16,-2 11-3-16,8-9-77 0,-6-2-239 0,11 6 106 15</inkml:trace>
  <inkml:trace contextRef="#ctx0" brushRef="#br0" timeOffset="-185660.41">16760 16549 19 0,'-11'0'49'0,"11"0"-11"15,-13 2 0-15,5 0-10 0,1-1 2 0,-4-1-7 16,-1 3-1-16,0 0 1 0,1-2 2 0,-1 1-3 16,-1 0 7-16,1 0-2 0,-1 1-3 0,0-3 5 15,1 3-2-15,2-3 2 0,0 2 8 0,4-1-2 16,-1 2-7-16,7-3-11 0,-11 1 9 0,11-1 1 15,-9 1-7-15,9-1 7 0,-7 3-8 0,7-3 5 16,0 0-9-16,0 0 7 0,0 0 13 0,0 0-5 16,0 0 9-16,0 0 4 0,18 6-12 0,-7-6-5 15,1 0 13-15,2 0-5 0,3 0 3 0,5-1-6 16,-1-1 2-16,0 1 4 0,7 0 4 0,4-1-1 16,0-1-3-16,5 3 0 0,-3-3 4 0,4 1-1 15,1 0-6-15,14-1-5 0,-15 0-1 0,14 1 5 16,-1-2-2-16,-1 1 2 0,5-1-2 0,-4 1-9 15,2 1 4-15,-1-3-8 0,0 1 7 0,-2-1-11 16,3 1 5-16,-1 2 1 0,4-1 3 0,-6 1 3 16,3-3-2-16,1 4 1 0,3-4-6 0,-1 5 4 15,0-4 0-15,4 2-3 0,-1-2-1 16,-1 2-5-16,3-2 1 0,-5 3 6 0,2 0-1 0,2-1-2 16,-1 0 2-16,3 0-3 0,1 2 0 0,-6-1 0 15,1 1-2-15,5-2 2 0,-2 2-1 0,0 0 0 16,-2-3-4-16,1 4 6 0,-2 1-5 0,2-2-2 15,-4 0 0-15,-4-3 3 0,5 1 0 0,-5 1-2 16,0 2 3-16,1-1 0 0,-14-1 1 16,1 1 3-16,12-3-1 0,-2 6 5 0,4-3 0 15,-2 0 2-15,-13-1 0 0,0 1 0 0,15-3 1 16,-3 1 0-16,-13 1-4 0,2-1-2 0,-2 2-1 16,3-5 1-16,10 2-3 0,-14 1 1 0,2 0-1 0,-2 2-1 15,-1-4 0-15,3 3-2 0,-6-2-4 0,1 1 6 16,-3 0-2-16,0-2 1 0,-9 2-1 15,-2 1 0-15,1-1-2 0,-6 0 5 0,-2 1-1 16,0 0 5-16,-3 1-3 0,-10 0 3 0,15 0 0 16,-15 0 0-16,11-1-1 0,-11 1 9 0,0 0-2 15,13-2-3-15,-13 2 8 0,0 0-2 0,0 0-1 16,0 0 2-16,12-1-1 0,-12 1-3 0,0 0 2 16,0 0-3-16,0 0 0 0,0 0 3 0,0 0-5 15,0 0 3-15,0 0-5 0,0 0 2 0,0 0 1 16,0 0-4-16,0 0 0 0,0 0 3 0,0 0-2 15,0 0-3-15,0 0 1 0,10-3-5 0,-10 3-6 16,0 0 10-16,0 0-10 0,0 0-2 0,0 0-2 16,0 0 2-16,0 0-3 0,0 0 3 0,0 0-2 15,0 0-2-15,0 0 2 0,0 0-10 0,0 0-14 16,0 0-12-16,0 0-15 0,0 0-12 0,0 0-2 16,0 0-12-16,0 0-17 0,0 0-17 0,0 14-13 15,0-14-17-15,0 0-31 0,0 0-26 16,-3 19-28-16,3-19-180 0,0 12-432 0,0-12 192 0</inkml:trace>
  <inkml:trace contextRef="#ctx0" brushRef="#br0" timeOffset="-183900.15">21967 16551 22 0,'0'0'47'0,"0"0"0"0,0 0-1 15,0 0-3-15,0 0 10 0,0 0-7 0,0 0-4 16,0 0 0-16,0 0 0 0,27 10 5 0,-22-9 5 15,6 2-12-15,0-2 7 0,1 1-2 0,2 0-5 16,7 1-1-16,-1-1-11 0,7-2 3 0,2 2 2 16,1 0 2-16,2-1-6 0,1 0 3 15,2-1-18-15,3 2 13 0,1-2 16 0,11 1-14 0,1 0-5 16,0 0 4-16,-12 0-13 0,13 2-3 0,-2-6-1 16,4 6 1-16,-3-3-1 0,0 0 6 15,-10 3-7-15,13-2-1 0,1 2-4 0,0-1 0 16,2 0 5-16,0 1-10 0,1-1 6 0,-4 0-5 15,2 2 6-15,2-3-9 0,0 4 3 0,-3-3-4 16,0 0 4-16,3 2 1 0,1-1 5 0,-3-2-4 16,4 3 2-16,-1 0-6 0,-1-1 11 0,2 0-6 0,0 0 0 15,0-1-7-15,-2 1 11 0,-2-1-7 16,2 1 2-16,-2-2-11 0,0 3 10 0,-1-2-2 16,3 0 9-16,-2 2-12 0,0-4 9 0,2 3 5 15,-2 3 0-15,1-4-9 0,-1 0-4 0,-2 1 9 16,4 0-6-16,-2 1 5 0,-2 0-7 0,-2-1 0 15,2-1 2-15,0 3 7 0,-3-5-7 0,-1 4 3 16,1-3-1-16,0 0-3 0,-12 1 6 0,14 2-2 0,-3-4 1 16,-12 0 7-16,1 0-1 0,14 3-6 15,-14-3 7-15,-1 2 2 0,14-1 1 0,-16-1-5 16,4 2 9-16,0-2-3 0,-3 3 3 0,-1-4 4 16,4 2-6-16,-2 2-2 0,1 0 3 0,-1-1-10 15,0-2 5-15,-2 3 2 0,1-1-8 0,2 0 6 16,-3 1 0-16,2-3-2 0,0 1-2 0,-5 1-3 15,4-1 2-15,-1 1-7 0,2-3 5 0,-2 1 0 16,0 1-1-16,2-1-2 0,-2 0 3 0,-2 0-3 16,0-1 1-16,1 0-5 0,-1-2 3 0,1-1-2 15,-1 2 6-15,-4 0-6 0,3 1-3 0,-1-3 3 16,-1 4 6-16,0-3-7 0,-1 0 6 0,1 0 1 16,0 0-6-16,2 1 4 0,-5 4-5 0,3-4 6 15,-3 2-2-15,3-3-6 0,-2 3 14 0,0-3-8 16,-1 3-2-16,-6 0 3 0,1-1-4 0,3-2 2 15,1 2 3-15,-6-1-8 0,1 2 10 0,-4-3-9 16,2 2 5-16,1-2 0 0,-3 1 1 0,-2 0-3 16,3-2 2-16,-5 3 0 0,3-3-6 0,0 3 4 15,1-1 0-15,1-1 1 0,0-1-1 0,-1 1 3 16,2 2-3-16,1-3-3 0,-2 0-1 0,8 0 3 16,-8 2-6-16,0-1 13 0,-1-1-10 15,1 4 7-15,3-5 2 0,-4 3-5 0,3 0 2 16,-1 0-1-16,-3-1-2 0,1 1 7 0,-2 1-1 15,4-2 3-15,-2-1-4 0,1 2-1 0,-2 1 1 16,2-3-1-16,-2 2 8 0,1 1-10 0,2-1 4 0,-2 0 0 16,0-1 1-16,0 2-1 0,1-2-1 0,-1 3 1 15,-1-3 2-15,3 1 1 0,-4 1-6 0,5-1 2 16,-2 0 4-16,0 1-3 0,3 0 5 16,-3-1 0-16,0 1-8 0,2 0 2 0,-4-2 1 15,3 2 4-15,-1 1-3 0,0-3-4 0,2 1 3 16,-1 2-1-16,0-3 2 0,1 3-1 0,1-1 3 15,-6 1 1-15,2 0-3 0,1 0 7 0,-1-1-10 16,1 1 1-16,-7-2 1 0,7 2 3 0,-3-1 0 16,-3 1 7-16,0 0-3 0,-13 0 0 0,19 0-4 15,-5 1 0-15,-14-1-1 0,18 0 1 0,-10 2-3 16,-8-2 1-16,13 0 0 0,-13 0-4 0,12 1 4 16,-12-1-2-16,0 0-5 0,11 1-11 0,-11-1-5 15,0 0-15-15,0 0-15 0,0 0 0 0,0 0-7 16,0 0-32-16,0 0-25 0,0 0-35 0,-37 4-125 15,3-4-293-15,-4-2 129 0</inkml:trace>
  <inkml:trace contextRef="#ctx0" brushRef="#br0" timeOffset="-182421.11">6947 17663 33 0,'0'0'65'0,"0"0"-1"0,0 0-4 16,0 0-11-16,0 0 3 0,0 0-15 0,0 0 1 15,0 0-5-15,0 0-10 0,0 0 4 0,0 0 4 16,0 0-10-16,0 0 0 0,30 0-7 0,-17-1-2 16,6 0 7-16,-2 0-13 0,3-1 5 0,1 2-4 15,-1 0 7-15,3-3-6 0,4 1-1 0,-6 0-1 16,7 2 0-16,0 1 1 0,0-1-8 0,-6 0 3 16,1 0 1-16,-3-1-3 0,2-1 0 0,-2 4 6 15,1-1-9-15,8 1 0 0,-8 1 20 0,-1-3-20 16,1 1 1-16,7 1-1 0,1 1 11 0,-1 4-8 15,4-5 9-15,1 2-1 0,1 0-6 0,1 0 3 16,-1 3-1-16,4-2-7 0,-2-2 4 0,-2 4 3 16,1-2-7-16,2-1 2 0,0 3 9 0,1-3-9 15,-3 1-1-15,-1-2 6 0,6 2 1 0,13 0-4 16,2 2-4-16,2-1-119 0,-1 5 72 16,3-3-43-16,-7-1 88 0,7-3-27 0,0-1-2 15,1-3 6-15,2 3-1 0,2-3-28 0,-2 0-60 0,1 1 26 16</inkml:trace>
  <inkml:trace contextRef="#ctx0" brushRef="#br0" timeOffset="-181958.48">9412 17749 12 0,'63'-5'11'0,"2"-2"18"16,-1 3-18-16,1 0 1 0,1-1-3 0,26 0 7 0,-32-1 4 15,6 0 3-15,24-3-3 0,-26 6-1 16,0-3-2-16,31-3 5 0,-6 3-10 0,-25 1 5 0,29-6-9 16,-29 11 7-16,3-4-4 0,-3 1 2 15,28-3-4-15,-30 5-2 0,1-2-1 0,-1-3 2 16,2 4-5-16,2-2 4 0,0 1-4 0,-2 1 5 15,1-3 2-15,0 5-2 0,-1-4 4 0,3-3-5 16,23 4 4-16,-33-2 1 0,5 3-1 0,29-6-3 16,-28 7 9-16,27-1-5 0,-25-2 1 0,1 0-1 15,0 0 2-15,27 0-2 0,-30-2 1 0,1 2 4 16,28-3-8-16,-30 2 2 0,4 1 4 0,25 0 7 16,-26 4-11-16,32-3 5 0,-32 0-3 15,27-1-4-15,-29 4-2 0,27-5 18 0,-25 5-17 0,27-1 7 16,-29 2-9-16,3-2 17 0,-1 1-15 15,29 1-3-15,-31-2 2 0,29 1 6 0,-29-3-4 16,0 1-1-16,2-2 5 0,25 4 5 0,-28-3 0 16,3-1 0-16,-2 1 6 0,2-1-6 0,-2-1 9 15,2 5-10-15,-2-3-1 0,-2 1 5 0,2 0-4 16,-5 1-1-16,-3-1-3 0,3 0 8 0,-4 0 6 16,-14 2-7-16,-2-2 12 0,4 4-14 0,-5-5 7 15,1 3 3-15,-2 1-12 0,-4-1 1 0,-1 2 8 16,-11 0 5-16,2-3-2 0,-4 1 6 0,2 0-4 15,-3-1 1-15,-6 2 1 0,2-1-1 0,1 0-4 16,-14 0-1-16,18 3-4 0,-8-3-3 0,-10 0 3 16,15 2-6-16,-15-2-4 0,0 0-9 0,23 0-28 15,-23 0-10-15,17 0-27 0,-6-2-36 0,1 2-29 16,-12 0-83-16,19-3-227 0,-19 3 100 0</inkml:trace>
  <inkml:trace contextRef="#ctx0" brushRef="#br0" timeOffset="-180662.68">29039 9357 179 0,'-1'-14'217'0,"-1"6"-8"0,1-4-9 0,0 4-9 16,1 8-15-16,-1-12-20 0,1 12-14 0,-2-9-20 16,2 9-11-16,0 0-17 0,2-7-11 0,-2 7-6 15,0 0-7-15,0 0-8 0,5 36-10 0,-3-12-6 16,2 1-1-16,0 6-2 0,2 1-4 0,1-2-5 16,0 4-3-16,1-4-4 0,0 0-2 0,2-3-5 15,-2 0 1-15,-2-4-4 0,2-5-2 0,-3-1 6 16,0-6-3-16,-1-2-5 0,1 1 1 0,-1-2-2 15,0-4 2-15,-2 2 2 0,2-2 7 0,-4-4 16 16,5 6 13-16,-5-6-6 0,0 0-2 0,0 0-8 16,18-10-1-16,-7 3-1 0,1-5-4 0,0-1 13 15,1-9-3-15,2 2-4 0,0-2-1 0,0-2-7 16,-1-2-2-16,0 0-4 0,0-2 1 0,-2 1-3 16,2 0-1-16,-4-1-5 0,-1 1-3 0,1 3 4 15,-1-1-5-15,-5 7-1 0,3 1-1 0,-4 0-2 16,-1 5-2-16,-1 2 4 0,0 0-3 0,-1 4-6 0,0 6-2 15,-2-13 5-15,2 13-6 0,-5-8 2 16,5 8-4-16,-11-3-1 0,11 3 2 0,-16 4 1 16,7 1-1-16,-2 0 2 0,1 1 0 0,3 2-4 15,0-1 2-15,-2 1 6 0,6 2-5 0,1 1 0 0,2-1-3 16,3 1 4-16,3-2 2 0,2 2-18 0,5 1-17 16,2 0-23-16,2-1-26 0,2 1-28 15,5-1-34-15,-6-1-20 0,2-1-26 0,-1-1-18 0,1 1-4 16,-3-1-122-16,-4-4-363 0,5 1 161 0</inkml:trace>
  <inkml:trace contextRef="#ctx0" brushRef="#br0" timeOffset="-180485.58">29617 9448 44 0,'0'0'215'0,"-3"-9"-3"16,3 9-7-16,0 0-9 0,0 0-15 0,-1-7-16 15,1 7-17-15,0 0-17 0,0 0-17 0,0 0-13 16,0 0 0-16,0 0-17 0,0 0-5 0,0 0-10 15,0 0-8-15,5 31-20 0,-4-19-26 0,3 4-28 16,-4 2-39-16,3-1-29 0,-1 1-26 0,-3 1-29 16,0 0-34-16,-2-1-98 0,-1 1-289 0,-1-1 128 15</inkml:trace>
  <inkml:trace contextRef="#ctx0" brushRef="#br0" timeOffset="-180295.61">28914 9900 62 0,'-5'-1'216'0,"5"1"-20"0,0 0-21 0,0 0-21 16,19-5-15-16,4 2-10 0,9 2-15 0,4-3-14 16,17 3-6-16,2-3-18 0,-1 3-33 0,-3-1-44 15,-11 4-43-15,-3 0-55 0,-3 3-127 0,-13-1-244 16,-2 1 107-16</inkml:trace>
  <inkml:trace contextRef="#ctx0" brushRef="#br0" timeOffset="-179817.55">29063 10010 34 0,'-8'0'204'0,"8"0"-21"16,0 0-20-16,-3 13-13 0,5-4-4 15,-1 2-11-15,5 1-9 0,-4 5-12 0,3 3-7 16,2 6-2-16,-2-2-6 0,0-7-7 0,4 7-5 16,-4-6-6-16,-1 0-9 0,2 2-5 0,0-4-1 0,0 1-2 15,-1-4-5-15,0-2-5 0,0 0-3 0,-2-1-2 16,1-1-3-16,-1-2-3 0,0-1 0 16,1 0 0-16,-2-2 8 0,-2-4 11 0,3 7 14 15,-3-7 11-15,4 4-1 0,-4-4-10 0,0 0 0 0,0 0-9 16,0 0-3-16,10-18-11 0,-5 7-3 0,1-6 2 15,2-1-10-15,1-1-1 0,1-6-3 16,3-1-3-16,0-1-5 0,2-1 0 0,1-1-7 0,-1 2 0 16,0 2-3-16,-1-1-2 0,-1 3-1 0,-4 5 2 15,0 2-3-15,-1 0 1 0,-2 1-2 0,-2 6-10 16,2-3 3-16,-2 6 0 0,-2-1-2 0,-2 7-1 16,3-7-1-16,-3 7-2 0,1-9 0 0,-1 9-2 15,3-8-1-15,-3 8-3 0,0 0 1 0,0 0 1 16,-13-3 2-16,13 3-5 0,-14 1 3 0,14-1-3 15,-19 6 0-15,10-2 2 0,0 2-4 0,0-2-5 16,2 1-4-16,1 0 1 0,3 3-6 0,-3-3 2 16,5 1 2-16,1-6-5 0,-1 13 1 0,5-6-4 15,2-1-10-15,3 0-6 0,2 1-10 0,7-1-22 16,2-2-29-16,-3-1-38 0,3 0-54 0,-1 1-31 16,-1 1-216-16,-4-5-476 0,-1 2 210 0</inkml:trace>
  <inkml:trace contextRef="#ctx0" brushRef="#br0" timeOffset="-179536.16">29545 10192 47 0,'0'0'205'0,"12"4"-12"0,-7-3-18 0,-5-1-15 16,9 7-11-16,-5-1-5 0,-2 2 3 0,-1 2-7 15,-2 3-16-15,-4 3-9 0,-3 1-11 0,-1-1-5 16,-5 4-13-16,1-4-4 0,0 0-9 0,-2 0-7 16,1-2-6-16,2-2-5 0,0 0-8 0,2-5 4 15,5-2-11-15,0 1-4 0,-1-2-4 0,3-1-2 16,3-3 2-16,0 0-5 0,0 0 2 0,0 0-6 16,7 11-2-16,5-11-4 0,3-3-8 0,3 0-20 15,4-2-25-15,7-1-35 0,-1-1-50 0,0 0-51 16,0-2-197-16,-10 1-398 0,9-4 177 0</inkml:trace>
  <inkml:trace contextRef="#ctx0" brushRef="#br0" timeOffset="-179375.25">30009 10005 50 0,'18'-4'140'0,"-3"-1"-12"15,1 4-18-15,-5 1-29 0,2-1-29 16,-3 2-39-16,0 0-45 0,-1 2-59 0,-9-3-98 0,9 5 44 16</inkml:trace>
  <inkml:trace contextRef="#ctx0" brushRef="#br0" timeOffset="-179248.04">29962 10131 46 0,'0'0'128'0,"0"0"-7"0,0 0-14 15,15 6-5-15,-2-6-28 0,6-1-18 0,9-3-24 16,4-1-46-16,4 0-42 0,0-3-44 0,14-6-107 16,-12 4 47-16</inkml:trace>
  <inkml:trace contextRef="#ctx0" brushRef="#br0" timeOffset="-179001.11">30840 9529 28 0,'2'-16'258'0,"2"-1"-17"0,-3 5-11 0,1 1-2 0,-1 3-8 16,0 1-17-16,-1 7-18 0,1-10-22 0,-1 10-20 15,2-6-14-15,-2 6-15 0,0 0-12 0,0 0-9 16,0 23-8-16,0-6-6 0,-2 2-5 0,0 6-6 16,-1 1-5-16,-2 2-2 0,4-3-7 0,-3 2-4 15,0-1-6-15,2-1-2 0,-2-7-1 0,1 1-5 16,-1 0-6-16,2-3-10 0,-1 1-27 0,0-4-27 15,0-1-36-15,1-1-40 0,-1-1-45 0,0-1-45 16,2-3-47-16,1-6-131 0,0 0-408 0,-11 6 182 16</inkml:trace>
  <inkml:trace contextRef="#ctx0" brushRef="#br0" timeOffset="-178842.28">30787 9552 136 0,'3'-3'173'0,"-3"3"-11"0,8-5-15 0,-2 3-6 0,-6 2-10 16,18-3-11-16,-7 3-12 0,5 3-14 0,0 0-11 16,6 1-5-16,0 2-16 0,2 3-28 0,-2-4-34 15,6 3-48-15,-7-3-45 0,-1 3-129 0,-4-2-240 16,-1-3 107-16</inkml:trace>
  <inkml:trace contextRef="#ctx0" brushRef="#br0" timeOffset="-178656.72">31163 9461 205 0,'0'0'238'16,"1"-8"-10"-16,-1 8-19 0,0 0-20 0,2-8-19 15,-2 8-19-15,0 0-13 0,0 0-12 0,0 0-8 16,0 0-5-16,5 24-11 0,-5-10-8 0,1 4-6 16,2 1-12-16,-3 2-2 0,1 3-9 0,-1-4-3 15,0 6-11-15,1-2-23 0,-3-4-34 0,0-1-47 16,1 1-52-16,-2-1-59 0,3-3-203 0,-1-3-396 15,0-2 175-15</inkml:trace>
  <inkml:trace contextRef="#ctx0" brushRef="#br0" timeOffset="-178464.08">31383 9671 11 0,'0'0'268'0,"6"-6"-20"16,-6 6-21-16,4-4-19 0,-4 4-15 0,0 0-11 15,0 0-14-15,0 0-12 0,0 0-16 0,1 18-12 16,-2-7-11-16,1-1-11 0,-2 2-14 0,2 0-5 16,-2 1-10-16,1 4-41 0,-2-2-37 0,0 2-45 15,0 0-59-15,2-1-44 0,-2 0-54 0,-3-2-121 16,0 0-350-16,0-3 155 0</inkml:trace>
  <inkml:trace contextRef="#ctx0" brushRef="#br0" timeOffset="-178280.34">30897 10043 171 0,'0'0'229'0,"60"-2"-18"0,-23 0-16 16,14 0-18-16,7 0-20 0,2-2-17 0,-1 2-11 15,5 1-21-15,-6-1-35 0,-3 2-45 0,-16 0-50 16,-3 0-50-16,-3 3-54 0,-12-1-107 0,-4-1-253 15,-3 2 111-15</inkml:trace>
  <inkml:trace contextRef="#ctx0" brushRef="#br0" timeOffset="-178040.47">31062 10226 67 0,'0'0'282'0,"0"0"-19"15,-9-3-21-15,9 3-24 0,0 0-23 16,0 0-21-16,-6 8-13 0,6-8-6 0,-4 12-10 16,3-2-8-16,-2 2-11 0,0 0-10 0,1 5-7 0,-2 1-15 15,-1-1-11-15,0 0-1 0,4-1-13 0,-3 1-8 16,0 0-5-16,0 0-5 0,0-4-15 16,0 1-24-16,-2 2-24 0,2-5-30 0,0 0-34 15,2-1-45-15,-1-1-43 0,2-1-27 0,-3-3-36 16,-2 1-124-16,6-6-379 0,0 0 169 0</inkml:trace>
  <inkml:trace contextRef="#ctx0" brushRef="#br0" timeOffset="-177872.72">31043 10259 92 0,'9'-4'167'0,"0"4"0"0,-9 0-14 0,16-1-14 16,-5 4-16-16,1-1-14 0,5 1-6 15,2 3-13-15,2-3-11 0,-3 1-20 0,3-1-28 16,1 1-34-16,-3 1-38 0,0-2-39 0,-1 1-118 0,-4-1-215 16,-2-1 95-16</inkml:trace>
  <inkml:trace contextRef="#ctx0" brushRef="#br0" timeOffset="-177700.7">31376 10205 168 0,'0'0'207'0,"2"-8"-12"0,-2 8-20 0,0 0-20 15,0 0-13-15,0 0-12 0,0 0-1 0,0 0 0 16,0 0-7-16,0 26-9 0,-3-10-4 16,-1 2-7-16,-1-1-11 0,4 2-8 0,-3-2-8 15,-1 9-4-15,4-1-7 0,-3-5-27 0,0 0-40 0,0-1-45 16,0-2-51-16,3 0-47 0,-3 0-188 0,-3-3-362 16,2-3 161-16</inkml:trace>
  <inkml:trace contextRef="#ctx0" brushRef="#br0" timeOffset="-177449.77">31520 10439 97 0,'10'1'218'0,"-4"3"-10"0,-1 1-6 16,1 0-4-16,0 4-9 0,-5 3-11 0,0-4-16 15,-2 3-13-15,0 2-10 0,-5 1-7 0,-1 0-11 16,1 1-6-16,-1-5-7 0,-2 1-7 0,3-1-11 15,-2 0-10-15,2-1-6 0,2-1-5 16,-1-2-6-16,4 2-8 0,1-8 0 0,1 10 2 0,7-3-3 16,1-1 1-16,5-2-4 0,6 0-9 0,13-1-3 15,3 0-12-15,5 0-23 0,11-1-36 0,6-4-39 16,-6 2-54-16,3-4-79 0,-15 4-246 0,11-5-488 16,-13 2 216-16</inkml:trace>
  <inkml:trace contextRef="#ctx0" brushRef="#br0" timeOffset="-176922.42">29136 10987 2061 0,'-40'-6'36'16,"7"-2"15"-16,4 0 2 0,8 2-9 0,9 3-9 16,2 1-11-16,-1-2-3 0,6 2 4 0,5 2-5 15,0 0 3-15,0 0 7 0,31-13 2 0,3 7 4 16,25 3 2-16,32-5-2 0,7 0-1 0,5 5-3 16,15 0-3-16,11-1 7 0,11 1-8 0,12 3-5 15,5 2-4-15,3 3-2 0,2 1 2 0,8 3-4 16,8 1 13-16,-10 0-3 0,-2 5-1 0,-2-9 7 0,-3 9-2 15,-1-4-12-15,-11 3-5 0,-7-6 2 0,-9-2-1 16,-13-1 2-16,-12 2 0 0,-13 0-2 16,-32-3 1-16,-8-2-1 0,-3-2-1 0,-14 3 25 15,-5-3 1-15,-33 0-2 0,51-3-5 0,-51 3-1 0,33 0-6 16,-33 0 0-16,0 0-6 0,0 0-12 0,32-10-18 16,-31 9-24-16,-3-2-41 0,2 3-40 0,-17-7-46 15,-6 2-70-15,-9 1-218 0,-5-2-486 0,-19-3 215 16</inkml:trace>
  <inkml:trace contextRef="#ctx0" brushRef="#br0" timeOffset="-175938.1">29384 10953 4 0,'0'0'119'0,"-9"-2"-4"0,3 0-7 15,6 2-6-15,-17-1-2 0,7-1-18 0,-2 1-3 16,0 1-7-16,0-2-4 0,-7 2-9 0,0 0 4 16,-2 0-16-16,0 0-1 0,0 0-4 0,2 0 3 15,-1-2 4-15,-2 0-1 0,1-1 4 0,0-2-1 16,-6-2 3-16,0-2-4 0,-1-2 1 0,1-3-1 0,-4 1-9 16,-2-2 3-16,-12-8 2 0,12 5-2 15,1-2-1-15,-15-6-1 0,14 9 0 0,-15-12-1 0,4 1-3 16,-1 2 5-16,2 0-2 0,0-3 4 0,4 2-4 15,7 5-1-15,-8-12 0 0,3 2 2 0,12 5-2 16,-6-11-3-16,3 1-1 0,7-6-2 0,0 2-3 16,1-3-3-16,6 0-2 0,3-4 2 0,2 2-1 15,1-4-1-15,3 2 3 0,0-1-4 0,2-1-5 16,2 2-3-16,2 0-3 0,2-2-1 0,5 2 1 16,-2-2-2-16,3-1-2 0,5-1-2 0,1 1 0 15,3 1-5-15,3 0 4 0,1 1-5 0,3 1 2 16,3-3-1-16,0 4 2 0,0 0-2 0,4 3 0 15,0 5 0-15,1 1 0 0,1 4-2 0,4 0-1 16,0 1 1-16,-8 13 2 0,2-2-1 0,15-6-4 16,0 3 2-16,3 0 3 0,3 0-6 0,-1 2-1 15,-5 1-6-15,7 2 5 0,-2 3 0 0,-2 1-2 16,5 3-1-16,-1 0 3 0,3-1 0 0,1 2-2 16,2 2-2-16,2 0-4 0,27-3 4 0,-22 6-6 15,29-1 0-15,-6 2 2 0,2 2 0 0,3-2-4 16,-1 1 3-16,-28-1-3 0,31 4-3 0,-1 2 3 15,-4-2 3-15,-1 1 0 0,0 1-3 0,0 1 2 16,-1 4 16-16,7 4-1 0,-6-2 0 0,0 0-2 16,-26 0 3-16,30 1-8 0,-30 3 4 0,28 0 1 15,-28 0-6-15,26 4 2 0,-26-3-1 0,26 6-15 16,-25-4 2-16,25 4 0 0,-30-4 2 0,1-1-2 16,-3 3 3-16,-2-1 8 0,2 1-5 0,-3 1 2 0,-2 2 1 15,-3-1 1-15,-3 1 4 0,0 0-1 0,-14-1-1 16,10 2 0-16,-12-1-4 0,-2 2 4 0,1 4-1 15,6 6 4-15,1 2-2 0,-4 6-1 16,-6 3 7-16,1 0-3 0,-4 0 1 0,-4 2-2 16,0 2 2-16,-5-1 0 0,-2 4 6 0,-1-2-3 0,-6 4-1 15,-5-2 0-15,2 1 2 0,-8 0-1 16,-1-1 3-16,-3 2-5 0,-1 0 2 0,0 4 1 0,-2 0-2 16,2-1 1-16,-5-1 1 0,-2 2 3 15,3-3 1-15,0 2-7 0,-6-4 6 0,4-3-4 0,-4 1-2 16,0-3 5-16,2-11-1 0,-8 7-2 0,-1 0 5 15,-3-2-7-15,-2 2 3 0,-2-3 3 0,-3-2 1 16,-1-6-2-16,-2 4 1 0,-6-6 0 0,3-1-4 16,-9 0 4-16,4-5-2 0,-1 2 4 15,-1-3-4-15,2-1-2 0,13-4 6 0,-14 5 0 0,0-4-15 16,-1 3-18-16,1-3-20 0,-3 1-45 0,-4-6-43 16,1 2-49-16,0-4-106 0,1-4-313 0,-6-1 138 15</inkml:trace>
</inkml:ink>
</file>

<file path=ppt/ink/ink7.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2-17T07:00:55.627"/>
    </inkml:context>
    <inkml:brush xml:id="br0">
      <inkml:brushProperty name="width" value="0.05292" units="cm"/>
      <inkml:brushProperty name="height" value="0.05292" units="cm"/>
      <inkml:brushProperty name="color" value="#FF0000"/>
    </inkml:brush>
  </inkml:definitions>
  <inkml:trace contextRef="#ctx0" brushRef="#br0">10305 6774 28 0,'0'0'20'0,"0"0"-14"15,0 0-15-15,0 0-10 0,0 0 4 0</inkml:trace>
  <inkml:trace contextRef="#ctx0" brushRef="#br0" timeOffset="2682.02">10694 8067 59 0,'0'0'55'16,"0"0"-3"-16,0 0-3 0,0 0-5 0,0 0-2 15,0 0-3-15,0 0-2 0,0 0-6 0,0 0 1 16,0 0-2-16,0 0-2 0,0 0-3 0,0 0 6 0,0 0-7 15,0 0-1-15,0 0-1 0,0 0-12 16,0 0 0-16,0 0 3 0,0 0 2 0,0 0-5 16,0 0-4-16,0 0-11 0,0 0-4 0,0 0-12 15,0 0-6-15,0 0-6 0,0 0-10 0,0 0-49 16,0 0-99-16,0 0 44 0</inkml:trace>
  <inkml:trace contextRef="#ctx0" brushRef="#br0" timeOffset="3997.9">20464 8167 50 0,'0'0'76'16,"0"0"-5"-16,0 0-7 0,0 0-8 0,0 0 1 16,0 0-9-16,0 0-6 0,0 0-2 0,0 0-1 15,0 0-8-15,0 0-1 0,0 0-7 0,0 0 0 16,0 0-3-16,0 0-9 0,0 0 1 0,0 0 4 15,0 0-2-15,0 0-5 0,0 0-4 0,0 0 2 16,0 0-4-16,0 0 5 0,0 0 3 0,0 0-6 16,0 0 3-16,0 0-8 0,0 0 7 0,0 0-5 15,0 0 6-15,0 0 0 0,0 0-4 0,0 0 1 0,0 0 3 16,-6-13-7-16,6 13 1 0,0 0 2 16,0 0-2-16,0 0-10 0,0 0 0 0,0 0-5 15,0 0-2-15,0 0 1 0,0 0-5 0,0 0-4 16,0 0-11-16,0 0 5 0,0 0-18 0,0 0-6 0,0 0-42 15,0 0-102-15,0 0 45 0</inkml:trace>
  <inkml:trace contextRef="#ctx0" brushRef="#br0" timeOffset="7911.83">18523 10503 28 0,'11'-6'64'16,"3"-5"-21"-16,3 3-15 0,-2-1-17 0,0-1-6 16,0 1-9-16,-4 1-26 0,-1 1-31 0,-1 0 14 15</inkml:trace>
  <inkml:trace contextRef="#ctx0" brushRef="#br0" timeOffset="23697.9">9118 8295 37 0,'0'0'58'0,"0"-9"-3"0,0 9-9 15,0 0-1-15,0 0-6 0,0 0-4 0,0 0-4 16,0 0-6-16,0 0 3 0,3-13-2 0,-3 13-6 16,0 0-4-16,0 0 7 0,0 0-9 0,0 0 2 15,0 0 1-15,0 0-11 0,0 0-4 0,0 0-3 16,0 0-12-16,0 0-14 0,0 0-11 0,0 0-39 0,0 0-84 16,0 0 38-16</inkml:trace>
  <inkml:trace contextRef="#ctx0" brushRef="#br0" timeOffset="76653.13">29320 9475 60 0,'-1'-8'93'16,"1"8"-7"-16,0 0-1 0,0-11-13 0,0 11-9 15,-1-7 6-15,1 7-17 0,0 0-2 0,0 0-30 16,2-7-20-16,-2 7-24 0,0 0-24 0,0 0-49 16,0 0-104-16,5 19 47 0</inkml:trace>
  <inkml:trace contextRef="#ctx0" brushRef="#br0" timeOffset="76918.28">29592 10595 42 0,'0'0'121'0,"0"0"-8"0,0 0-22 16,0 0-15-16,0 0-7 0,0 0-35 0,0 0-4 16,0 0-23-16,0 0-27 0,0 0-34 0,0 0-32 15,0 0-91-15,0 0 41 0</inkml:trace>
  <inkml:trace contextRef="#ctx0" brushRef="#br0" timeOffset="77558.31">31242 9586 23 0,'0'0'38'15,"0"0"-18"-15,0 0-11 0,0 0-18 0,0 0-5 16,0 0-15-16,0 0 7 0</inkml:trace>
  <inkml:trace contextRef="#ctx0" brushRef="#br0" timeOffset="77840.7">31435 10458 18 0,'0'0'114'0,"0"0"-5"0,0 0-12 0,0 0-10 16,0 0-11-16,4 4-6 0,-4-4-20 0,0 0-7 16,0 0-26-16,0 0-28 0,0 0-21 0,0 0-75 15,0 0-115-15,0 0 51 0</inkml:trace>
</inkml:ink>
</file>

<file path=ppt/ink/ink8.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1-01-25T04:00:12.482"/>
    </inkml:context>
    <inkml:brush xml:id="br0">
      <inkml:brushProperty name="width" value="0.05292" units="cm"/>
      <inkml:brushProperty name="height" value="0.05292" units="cm"/>
      <inkml:brushProperty name="color" value="#FF0000"/>
    </inkml:brush>
  </inkml:definitions>
  <inkml:trace contextRef="#ctx0" brushRef="#br0">7968 4325 43 0,'0'0'54'0,"0"0"-3"0,0 0 1 0,0 0 6 16,0 0-1-16,0 0 0 0,0 0-1 0,0 0 8 16,0 0 1-16,0 0-7 0,0 0-3 0,0 0 6 15,0 0-5-15,0 0-1 0,0 0-2 0,0 0 5 16,0 0-7-16,0 0 6 0,0 0-8 0,0 0-2 16,0 0 1-16,-15-5-3 0,15 5 2 0,0 0-7 15,0 0-3-15,0 0 2 0,0 0-8 0,0 0-3 16,0 0 0-16,0 0 0 0,0 0-5 0,0 0 1 15,0 0-6-15,0 0 7 0,0 0-7 0,0 0-1 16,0 0 4-16,0 0-6 0,0 0-6 0,0 0 2 16,0 0-2-16,0 0-4 0,0 0 1 0,0 0-5 15,0 0-3-15,0 0 5 0,0 0-2 0,30 3 1 16,-18-3 1-16,-1 1 0 0,1 0 2 0,2 1 0 16,2-1-7-16,4 1 8 0,1 0-3 0,-1-2 5 15,2 1-7-15,5-1-1 0,-5 1-2 0,-1-1-2 16,0 1 5-16,0 1 0 0,-2-2-4 0,-1 0 0 15,-2 0 0-15,3 1 3 0,-1 0-3 0,-6-1 4 16,1 0 2-16,1 0-2 0,-3 0-1 0,-4 0 6 16,-7 0-12-16,14 0 5 0,-14 0 1 0,9 0 0 15,-9 0-5-15,7 1 5 0,-7-1 2 0,0 0 6 16,12-1-3-16,-12 1 4 0,0 0 3 0,0 0 6 16,0 0-3-16,0 0 5 0,0 0 2 0,0 0-7 15,0 0 5-15,0 0-4 0,7 1-1 0,-7-1-4 16,0 0 0-16,0 0-3 0,0 0 0 0,0 0-4 15,0 0-8-15,0 0-18 0,0 0-21 0,0 0-26 16,0 0-17-16,0 0-23 0,0 0-14 0,7 7-13 16,-3-3-94-16,2 0-248 0,-6-4 110 0</inkml:trace>
  <inkml:trace contextRef="#ctx0" brushRef="#br0" timeOffset="1166.56">13270 4282 1 0,'0'0'72'0,"0"0"-14"0,0 0 2 15,0 0-20-15,-14-9 3 0,14 9-5 0,0 0-2 16,0 0 9-16,-4-7-17 0,4 7-5 16,0 0 2-16,-7-3-2 0,7 3-6 0,0 0-1 15,-6-4-1-15,6 4 0 0,0 0 1 0,-9-4-3 16,9 4-6-16,-10-2 3 0,10 2-1 0,-8-2 2 0,8 2-5 15,-11-1 6-15,11 1 0 0,-10-3-5 0,10 3 5 16,-11-1-3-16,11 1 7 0,-11-2-5 16,11 2-2-16,-11 2 1 0,11-2 13 0,-11 0-12 15,11 0 1-15,-11 0-4 0,11 0 3 0,-12 0 2 16,12 0-4-16,-9 0-5 0,9 0 5 0,0 0-5 16,0 0 5-16,-12 0 0 0,12 0-1 0,0 0 7 15,0 0-13-15,0 0 9 0,0 0-5 0,0 0 6 0,0 0 1 16,0 0 11-16,0 0-6 0,39 4 3 15,-21-3-8-15,4-1 3 0,6 0 6 0,-1 0-8 16,0-1 5-16,2 1-8 0,-9 0 7 0,9 1-2 16,-9-2 1-16,1 1 2 0,7 0-4 0,-7-3 4 15,1 2-3-15,-4 1-2 0,0-2 6 0,1 1 5 16,-6 1-2-16,-2 0 3 0,-2 0-5 0,-2-1 4 16,-7 1 6-16,11 0 3 0,-11 0 5 0,9-1 7 15,-9 1-8-15,0 0 10 0,9 0-1 0,-9 0 2 16,0 0 1-16,0 0 4 0,0 0-3 0,0 0 1 15,9 0-8-15,-9 0-4 0,0 0 1 0,0 0-6 16,0 0-5-16,0 0 0 0,0 0-4 0,0 0-4 16,0 0-2-16,0 0-3 0,0 0-6 0,0 0-4 0,0 0-8 15,0 0-24-15,0 0-21 0,0 0-33 16,0 0-26-16,0 0-20 0,8 1-27 0,-8-1-128 16,6 7-302-16,-6-7 134 0</inkml:trace>
  <inkml:trace contextRef="#ctx0" brushRef="#br0" timeOffset="2166.3">17750 4056 4 0,'0'0'97'15,"0"0"1"-15,0 0 3 0,0 0-31 0,0 0-4 16,0 0 2-16,0 0-4 0,0 0-5 0,0 0-5 0,0 0-4 16,0 0-2-16,0 0-8 0,0 0-5 15,0 0-13-15,0 0 9 0,0 0-8 0,0 0 6 16,0 0-6-16,0 0-5 0,0 0-11 0,0 0 13 16,0 0-8-16,0 0 7 0,0 0-5 0,0 0 9 0,0 0-6 15,0 0 5-15,0 0-6 0,0 0 8 0,0 0-5 16,0 0 1-16,0 0 0 0,0 0-3 15,0 0-3-15,0 0 7 0,0 0-2 0,0 0 0 16,0 0-6-16,0 0-5 0,0 0-1 0,0 0 2 16,0 0-1-16,0 0-2 0,0 0-2 0,0 0 1 0,0 0-4 15,0 0 5-15,0 0-6 0,0 0 6 0,0 0-3 16,0 0 1-16,0 0-1 0,0 0-2 0,0 0 11 16,0 0-8-16,0 0 0 0,0 0-4 15,0 0-1-15,0 0 5 0,0 0-5 0,0 0 5 16,0 0-9-16,0 0 6 0,0 0-4 0,0 0 8 0,0 0-3 15,0 0-5-15,0 0 1 0,0 0 6 0,0 0-2 16,0 0-4-16,0 0 4 0,0 0-6 0,0 0-6 16,0 0-4-16,0 0-4 0,0 0-10 0,0 0 7 15,0 0-23-15,0 0-11 0,0 0-14 16,0 0-1-16,0 0-19 0,0 0-11 0,0 0-52 0,0 0-165 16,0 0 72-16</inkml:trace>
  <inkml:trace contextRef="#ctx0" brushRef="#br0" timeOffset="8641.15">25585 4192 87 0,'0'0'107'0,"0"0"-12"16,0 0-9-16,0 0-12 0,0 0 11 0,0 0-25 15,0 0-4-15,0 0-7 0,0 0 0 0,0 0-6 16,0 0-6-16,0 0-4 0,0 0 5 0,0 0-20 15,0 0 9-15,0 0-4 0,0 0-2 0,0 0-6 16,0 0-2-16,0 0-13 0,0 0-8 0,0 0-10 16,0 0-16-16,0 0-9 0,0 0-25 0,0 0-16 15,0 0-44-15,0 0-136 0,0 0 60 0</inkml:trace>
  <inkml:trace contextRef="#ctx0" brushRef="#br0" timeOffset="9611.54">27627 4191 12 0,'0'0'25'16,"-9"1"11"-16,9-1 0 0,0 0-2 15,0 0 13-15,0 0-9 0,0 0-7 0,0 0 6 16,0 0 2-16,0 0 3 0,0 0-11 0,0 0 6 0,0 0-8 16,0 0 2-16,0 0-5 0,0 0 0 0,0 0-2 15,0 0 0-15,0 0-10 0,0 0 6 0,29 6 6 16,-18-6-16-16,8 2 4 0,-7-2-4 0,9 1-6 16,-2 0 7-16,3 0 7 0,-2 1-4 15,9-1-4-15,1 0-6 0,1 1-4 0,-2-1 14 16,4 2-1-16,-3-2-8 0,3 0 17 0,-3-1-14 0,1 2 1 15,0-2-5-15,-2 2 4 0,1-2-5 16,3 0-7-16,-3 1 3 0,4-1 2 0,-3 0 2 16,2 1 2-16,-1-1 5 0,-2 0-11 0,0-1 6 0,-1 2-11 15,-1-2 9-15,-1 0 2 0,4-1-7 16,-4 2-2-16,1-2 8 0,-8 1 1 0,2 0-3 16,-2-1-1-16,0 1 12 0,1 1-23 0,-4-1 11 15,3 0 1-15,-1 0 0 0,-6 1 4 0,0 0-6 0,1-1 3 16,0 0 4-16,1-1 0 0,-2 1 10 15,1 0-7-15,-2 1 6 0,-4-1-5 0,3-1 16 16,-3 0-15-16,-1 1 13 0,-7 1-8 0,12-3-1 16,-12 3-2-16,9-1 11 0,-9 1-9 0,0 0 3 15,7-2 10-15,-7 2-1 0,0 0-15 0,0 0 6 16,8-1 0-16,-8 1-2 0,0 0 2 0,0 0 1 16,0 0-3-16,0 0-3 0,0 0 7 0,0 0-17 15,9-1 5-15,-9 1 2 0,0 0-7 0,0 0 6 16,0 0-7-16,0 0-13 0,0 0-8 0,0 0-18 15,0 0-15-15,0 0-20 0,0 0-22 0,0 0-17 16,0 0-56-16,0 0-181 0,0 0 80 0</inkml:trace>
  <inkml:trace contextRef="#ctx0" brushRef="#br0" timeOffset="12172.71">8379 6037 20 0,'0'0'3'0,"0"0"-8"0,0 0-3 0,0 0 2 0</inkml:trace>
  <inkml:trace contextRef="#ctx0" brushRef="#br0" timeOffset="114952.19">7871 10781 9 0,'-8'-6'57'15,"8"6"-2"-15,-6-7-14 0,2 3-1 0,4 4-3 16,-9-6 2-16,9 6-8 0,-9-4 4 0,9 4-3 15,-9-7-8-15,5 5 7 0,4 2-10 0,-9-5 7 0,9 5-5 16,-11-5-17-16,6 3 8 0,5 2 2 0,-9-5-2 16,9 5-4-16,-11-3 2 0,5 1-4 15,6 2 6-15,-9-3-3 0,9 3-1 0,-9-2-2 16,9 2 5-16,-10-4-8 0,10 4 1 0,-8-3-1 0,8 3 2 16,0 0-2-16,-9 0 3 0,9 0-2 0,0 0 10 15,-7-3-9-15,7 3-4 0,0 0 4 0,0 0-2 16,0 0-11-16,0 0-2 0,0 0 9 15,0 0 2-15,0 0 0 0,0 0 3 0,0 0 1 0,0 0-1 16,0 0-3-16,0 0-5 0,0 0 2 0,0 0 2 16,0 0-4-16,0 0 2 0,0 0 5 0,28 10-5 15,-22-7 1-15,2-2-7 0,1 2 6 0,2-2 0 16,-2 2-3-16,3 0 6 0,-1-2-6 0,3 2 9 16,0-2-1-16,-1-1-3 0,1 2 2 0,3-2-7 15,2 0 6-15,-4 0 0 0,4 0 2 0,-2 0 11 16,2 0-12-16,2-2-4 0,-1 2 0 0,2-1 8 15,7 0-5-15,-7-1 9 0,7-1-4 0,-3 0 4 16,1 3 7-16,1-5-8 0,0 4-11 0,-6-3 8 16,6 1 7-16,0 0-7 0,-2 0-5 0,-3 0 5 15,5 2-8-15,-7 0 10 0,7-2-5 0,-6 2 0 16,-1 1 2-16,0-3 5 0,2 3-3 0,-5 1-5 16,3-1 0-16,-2 0-3 0,0 0-2 0,1 2 2 15,1-2-1-15,-2 1 2 0,0 0 1 0,-2-1-2 16,1 2 1-16,0 2 1 0,1-3 8 0,-1 0-6 15,1 0 1-15,-1 2-10 0,0-3 7 0,0 2 8 16,-2-3-9-16,2 2 3 0,1 2 10 0,1-2-16 16,0-1 4-16,-1 1 4 0,-1-1 4 0,1 1-2 15,0-1-14-15,2 1 15 0,-2-1-8 0,-1 1 0 16,1 1 4-16,-1-2-5 0,4 0 3 0,-2 0 0 16,-1 2 4-16,3-3-12 0,1 1-3 0,-3 3 4 15,0-4 6-15,1 2-7 0,1-2 4 0,4 0-2 16,-6 0 0-16,0 3 10 0,0-1-8 0,3-1 3 15,-3 1 14-15,-1-1-12 0,3 2-9 0,0-2 11 0,-3 0-10 16,-1 0 6-16,1 1-3 0,-2 2-1 16,-2-4-2-16,-2 2 4 0,1 0-1 0,-1-1-12 15,-2 0 5-15,3-1 8 0,-2 1-1 0,2 0 0 16,-3 0 0-16,1 0 4 0,0-1-7 0,-1 2 8 0,-2-2-4 16,2 1 8-16,-1-2-11 0,-2 4 0 0,-8-2-3 15,17 1-12-15,-10 0-22 0,0 1-14 0,-7-2-14 16,14 3-84-16,-9 0-161 0,-1 1 72 0</inkml:trace>
  <inkml:trace contextRef="#ctx0" brushRef="#br0" timeOffset="115653.18">10437 10758 36 0,'-9'-3'56'0,"9"3"-2"0,-13-2-9 15,13 2-5-15,-10-2-2 0,10 2 1 0,-10 0-9 16,10 0 0-16,-12 3-7 0,12-3-1 0,-7 1-3 0,7-1-3 16,0 0-2-16,-9 3-3 0,9-3 7 15,0 0-8-15,0 0 1 0,0 0-5 0,-5 5 7 16,5-5-2-16,0 0 0 0,0 0 3 0,16 9 1 16,-6-8-2-16,4 1 1 0,3-2 7 0,5 2 2 15,7-2-1-15,2 0 0 0,3-2-1 0,2 2 0 0,1-3-5 16,3 0 2-16,12-1-6 0,-12 2-2 15,11-3 6-15,0 3-5 0,-12 0 6 0,0 1-2 16,13-2-6-16,-12 0 9 0,0 2-11 0,-2-3 0 0,0 1 1 16,1 0 1-16,-4-1-5 0,-4 1 4 0,0 0 1 15,-11 3 3-15,1-1 0 0,-1-1 7 0,-2-1-7 16,1 1 10-16,-7 2 2 0,0-4 9 16,-1 1 0-16,-4 2-4 0,2 0 14 0,-9 1 3 0,13-4 3 15,-13 4 0-15,7-1 7 0,-7 1-2 0,0 0 1 16,10-3-2-16,-10 3 0 0,0 0-7 0,6-1 0 15,-6 1-5-15,0 0-7 0,0 0-6 0,0 0-1 16,0 0 0-16,0 0-11 0,0 0-2 0,0 0-18 16,0 0-19-16,0 0-10 0,0 0-13 0,10 4-19 15,-10-4-23-15,3 7-22 0,-3-7-13 16,4 11-106-16,-4-6-249 0,0-5 110 0</inkml:trace>
  <inkml:trace contextRef="#ctx0" brushRef="#br0" timeOffset="116223.87">12282 10740 84 0,'0'0'82'0,"-12"-4"-10"16,12 4-5-16,-9-1-1 0,9 1-4 0,-8-3 6 0,8 3-9 15,-7-2 6-15,7 2-15 0,0 0 1 0,0 0-7 16,0 0-7-16,-11-2-8 0,11 2 2 0,0 0 1 15,0 0-7-15,0 0-12 0,0 0 5 16,0 0-2-16,0 0 1 0,0 0-5 0,0 0 16 0,0 0-6 16,33 7-7-16,-21-5-1 0,6-2 9 0,4 2-1 15,5 1 0-15,4-3 4 0,-1 4-8 16,3-4-4-16,-1 3-4 0,4-3-2 0,-1 0 7 0,4 0 1 16,12 2-19-16,-17 0 9 0,5-2 7 0,-1-2-1 15,0 4-1-15,-2-2-5 0,4-2 11 0,-4 2-11 16,2-1 8-16,-4-2-9 0,-3 2 0 0,1-3 8 15,-3 2 2-15,-2-1 0 0,-8 3-5 0,-2-1 6 16,-3 0-9-16,-3 1 2 0,-5-2-3 0,-6 2 0 16,11 0 18-16,-11 0 2 0,10-1 8 0,-10 1 7 15,0 0 2-15,9 1 7 0,-9-1 1 0,0 0 0 16,0 0 0-16,0 0 0 0,8-3-8 0,-8 3-4 16,0 0-4-16,0 0-5 0,0 0-3 0,0 0-7 15,0 0-3-15,0 0-15 0,0 0-18 0,0 0-18 16,8 6-10-16,-8-6-3 0,0 0-27 0,0 0-15 15,2 8-19-15,-2-8-23 0,4 10-125 0,-2-6-277 16,1 0 123-16</inkml:trace>
  <inkml:trace contextRef="#ctx0" brushRef="#br0" timeOffset="117283.63">17254 10722 45 0,'-13'-1'57'0,"13"1"-2"0,-9 0-1 16,9 0-6-16,-10-3-1 0,10 3-1 0,-8-3 5 0,8 3 2 16,0 0-4-16,-9-1-9 0,9 1-3 0,0 0-2 15,0 0 2-15,-9-3-5 0,9 3-2 16,0 0-1-16,0 0 6 0,0 0-5 0,0 0 3 16,0 0-4-16,0 0 1 0,0 0-5 0,0 0-12 0,0 0 7 15,0 0 2-15,0 0-15 0,0 0 8 0,0 0-1 16,0 0 7-16,0 0-14 0,0 0-2 0,28 0 17 15,-14 0-14-15,5 3 5 0,3-4 5 0,1 1-1 16,4-2-5-16,1 5 4 0,-1-3-5 0,4 0 3 16,-3 0-8-16,2-1 9 0,1 2-7 0,-1 0 0 15,-1-2-2-15,0 1 13 0,-1 1-9 0,0-2 9 16,-6 0-5-16,6-1-1 0,-8 1-1 0,1 1 2 16,6-1 3-16,-5 0-2 0,-3 1 1 0,3-1-3 15,-2 1-4-15,1-3 7 0,-2 2-3 0,-1-1-5 0,1 4 5 16,-1 0-4-16,-7-3 4 0,-1 0-4 15,2 1 0-15,-4 0-3 0,-8 0-1 0,12-2 1 16,-12 2-4-16,10 2 3 0,-10-2-1 0,8 0 1 16,-8 0-1-16,11 1 0 0,-11-1-3 0,8 3-10 0,-8-3-22 15,7 1-13-15,-7-1-24 0,6 2-9 16,-6-2-6-16,5 4-16 0,-5-4-88 0,7 5-201 16,-7-5 89-16</inkml:trace>
  <inkml:trace contextRef="#ctx0" brushRef="#br0" timeOffset="117810.88">19298 10797 73 0,'0'0'94'0,"-9"-1"-3"0,9 1 1 0,-9-4 0 0,9 4 1 16,-7-1-9-16,7 1-2 0,0 0-3 0,-8-3-6 15,8 3-6-15,0 0-1 0,0 0-9 16,0 0-11-16,0 0-4 0,0 0-2 0,0 0-6 15,0 0-1-15,0 0 4 0,0 0-4 0,24-2-7 0,-8 1-3 16,2 2-4-16,3 0 6 0,11-1-6 16,3 0-1-16,3 1 1 0,0-1-4 0,11-2-6 15,3 2 8-15,-13 1-9 0,16-5 0 0,-2 4 0 0,0-1 4 16,-1 1-3-16,-11-2-1 0,-3 3-3 0,1-2 2 16,-3 1 3-16,-1-2 1 0,1 2-2 15,-3 0 3-15,-3-1-1 0,-5 1 0 0,-4 0 2 0,-1-2 7 16,-7 2 3-16,5 0 5 0,-8-2 8 0,-1 2 8 15,-9 0 2-15,13-1 12 0,-13 1-2 0,9-3 1 16,-9 3 4-16,6-1-4 0,-6 1-1 0,0 0-6 16,9-3-3-16,-9 3-4 0,0 0-6 0,0 0-6 15,0 0-5-15,0 0-3 0,0 0-8 0,0 0-17 16,0 0-23-16,0 0-15 0,0 0-22 0,0 0-26 16,0 0-41-16,0 0-28 0,0 0-12 0,0 0-9 15,-10 23-90-15,10-23-289 0,4 6 127 0</inkml:trace>
  <inkml:trace contextRef="#ctx0" brushRef="#br0" timeOffset="118423.18">22078 10860 30 0,'0'0'96'15,"-13"-3"-3"-15,13 3-6 0,-9-4 9 0,9 4-6 16,-10-2 1-16,10 2 4 0,-8-2-7 0,8 2-4 16,0 0-2-16,-8-3-7 0,8 3-15 0,0 0-3 15,0 0-5-15,0 0-6 0,-6-4-1 0,6 4-9 16,0 0 1-16,0 0-9 0,0 0-2 0,0 0 1 16,0 0-2-16,0 0-2 0,0 0-2 0,23-1-6 15,-10 1 2-15,6-1-3 0,2 0-2 0,8-1-4 16,-1 1 3-16,5 0-3 0,1-1 2 0,1 1-8 15,4 1 8-15,1-2-5 0,16-2 1 0,-3 2-7 16,2 1 7-16,-1 0-3 0,4-4 0 0,-2 4-1 16,3-1-2-16,-1 2 0 0,1 0 12 0,0-3-9 15,-3 2 1-15,-1 0-3 0,-3-1 4 0,-12 2-4 0,11 0 3 16,-12 0-1-16,12 0 1 0,-16-2 1 16,3 2-2-16,-4 2 3 0,-1-4 0 0,-2 1 5 15,-4 1 4-15,-6 0 7 0,-3 0 0 0,-1 0 0 0,-3 0 3 16,-4 0 6-16,-2 0 1 0,0-1 3 0,-8 1 6 15,10 0 2-15,-10 0-1 0,7-2 2 16,-7 2-2-16,0 0-2 0,10 2-3 0,-10-2-1 16,0 0-4-16,0 0-6 0,0 0-3 0,0 0 3 0,0 0-6 15,0 0-4-15,0 0-5 0,0 0-10 0,0 0-23 16,0 0-25-16,0 0-22 0,0 0-38 0,0 0-24 16,0 0-33-16,0 0-142 0,0 0-331 0,0 0 147 15</inkml:trace>
  <inkml:trace contextRef="#ctx0" brushRef="#br0" timeOffset="119976.46">26482 10691 47 0,'2'-10'65'0,"-2"10"-8"16,0 0-7-16,0 0 3 0,0 0-5 0,0 0-1 15,0 0 2-15,0 0-8 0,4-8-3 0,-4 8 0 16,0 0 8-16,0 0-17 0,0 0-5 0,14-1-3 16,-14 1-3-16,11 0 0 0,-3 0 3 0,4 0-4 0,1 0-5 15,0 1 7-15,4-1 0 0,1 2-2 0,-1 0 0 16,6 0-1-16,-3 0-7 0,9 0 2 15,2 0 6-15,-1-1 1 0,-1 2-9 0,2-2 3 0,1 0 2 16,-1-1 0-16,-1 3-5 0,1-5 8 0,2 4-9 16,-3 1 1-16,3-3 1 0,-3 2 2 15,-1-1 0-15,4 0-1 0,0-1 4 0,-2 0 1 16,3 2 2-16,0-1-4 0,-3 0-7 0,5 2 10 0,0-3-6 16,-1 0 9-16,3 2-6 0,-1-2 0 0,1 3 0 15,2-2 0-15,-2 2-5 0,1-3 6 0,-3 0 0 16,3 2 5-16,-5-1-9 0,2-2 14 0,-1 5-24 15,-1-2 10-15,-3 1-6 0,2-3-3 0,-4 0 4 16,1 2-6-16,-1 1 4 0,-3-1-2 0,3-1-4 16,-2 0 8-16,-6 2-5 0,8-4 1 0,-8 1 3 0,0 0 2 15,7 3-10-15,-5-3 9 0,6 2-5 16,-7-1 6-16,5 0-6 0,-7-1 1 0,7 1-2 16,-8-2-1-16,0 1 3 0,3-2 0 0,0 0 0 0,-5 4 6 15,2-4-10-15,-1 2 9 0,1-2-9 0,-1 2 7 16,-2 0-6-16,4-1-3 0,-4 1 10 0,2-2-4 15,-5 1-1-15,1 0 4 0,-1-1-3 16,3 2-7-16,1-1 8 0,-2 1 1 0,-2-2 3 0,5 2-4 16,-5-2-8-16,5 2 13 0,-6-1-8 0,8 1 7 15,-1-1-6-15,1 1 3 0,-1-1-2 0,-1 1-2 16,1-3-4-16,-1 3 3 0,4 0 4 0,-3 0 1 16,0 0-6-16,-1-1 7 0,0 2-7 0,3-2 7 15,-2 1-9-15,-1-2 4 0,1 3-1 0,0-2-2 16,-1 1 6-16,1 0 0 0,-1 0-1 0,2 0 2 15,0 0 0-15,-2 0-6 0,1 1 7 0,-3-2-2 16,3-1-6-16,1 2 8 0,-1 0-9 0,3 0 9 16,-2 0-5-16,-1-3 4 0,3 0-7 0,-1 2 4 15,-2 0 0-15,2 0 0 0,1-3-1 0,-4 4 4 16,2 0-2-16,1-3-2 0,-3 3 0 0,1-2 5 16,0-1 3-16,0 1-3 0,1 0-7 0,-3 0 7 15,2 1 0-15,0 1 2 0,-2-2-6 0,2 1 6 0,-6-1-8 16,7 1 8-16,-7 0-7 0,6-2 6 15,-2 5-7-15,-3-2 12 0,-1 0-11 0,1 0 5 16,0 1 3-16,4-2-6 0,-4 2 3 0,0-1 1 0,4 1-2 16,0 0 0-16,0-1 5 0,0 2-1 15,2 1-2-15,-2-6 2 0,1 6-1 0,0-3 3 16,3 2-5-16,-3-1 4 0,-1 1-2 0,3 0 0 0,-1-2-1 16,-3 3 1-16,3-5 0 0,0 6-4 0,-2-2-2 15,3-2 2-15,-2 1 4 0,0-1-1 0,0 1 0 16,1 1-4-16,-1-2-1 0,0-2 7 0,0 2-4 15,3 2 5-15,-2-2-5 0,7-2 4 0,-5 1 1 16,-1 1-5-16,-1-1 3 0,-1-1 4 0,0 4 2 16,-2-4-7-16,-2 2-2 0,-2-1 4 0,-3 0 0 15,1-1 1-15,4 2-4 0,-3-1-5 0,-1 2 2 16,-1-1 1-16,0 0-1 0,0 0 5 0,-1-1-4 16,-9 1 0-16,17 0 3 0,-11 0-2 0,-6 0-4 15,9 0-1-15,-9 0-5 0,9 1-11 0,-9-1-11 0,0 0-9 16,0 0-22-16,0 0-13 0,0 0-18 0,0 0-16 15,0 0-24-15,-26 4-83 0,6-4-229 16,-7 4 103-16</inkml:trace>
  <inkml:trace contextRef="#ctx0" brushRef="#br0" timeOffset="121843.21">4007 11533 12 0,'0'0'43'0,"0"0"-5"0,-4-7-2 0,4 7-5 15,0 0-3-15,0 0 3 0,-2-9 2 0,2 9-15 16,0 0 4-16,0 0-2 0,-4-7-2 0,4 7 6 16,0 0-6-16,0 0-3 0,0 0 3 0,-5-3-15 15,5 3 10-15,0 0 3 0,0 0-6 0,0 0-1 16,0 0 0-16,0 0 2 0,0 0 5 0,0 0-8 15,0 0 9-15,0 0-6 0,0 0 1 0,0 0 5 0,0 0-7 16,0 0-3-16,0 0-7 0,0 0 3 16,0 0 2-16,0 0-3 0,0 0 2 0,0 0 5 15,0 0-1-15,0 0-4 0,0 0-4 0,0 0-1 0,0 0 10 16,0 0-6-16,0 0-1 0,0 0-10 0,0 0 7 16,0 0 5-16,0 0-8 0,0 0 2 0,0 0 7 15,0 0-7-15,0 0 7 0,0 0-9 0,9-10 6 16,-9 10-2-16,0 0 2 0,0 0-2 0,0 0-7 15,0 0 3-15,0 0 3 0,0 0 7 0,0 0-3 16,0 0-5-16,0 0 2 0,0 0 0 0,13 1 0 16,-13-1 5-16,10 0-2 0,-10 0-5 0,14 0 1 15,-4 0 5-15,2-1-4 0,2 1 6 0,0 0-6 16,5-2 3-16,1 2-3 0,0-2-2 0,1 2 8 16,6 0-4-16,0-2 1 0,-4 0-5 0,-1 0 2 15,3 0-4-15,-3-1 2 0,7 0 4 0,-7 2-12 16,6 4 18-16,-1-5-5 0,0 2-6 0,-5-1-1 15,6-1 4-15,-7 2 1 0,6-3 0 0,-5 3-7 0,5-1 9 16,0-2 2-16,0 3-8 0,-6-1 1 16,9-2 1-16,-11 2 4 0,4 1-3 0,-1-2 6 15,-3 2-9-15,1-2 5 0,-1 1-1 0,-1 2-1 0,1 1 3 16,-1-4-1-16,3 4-7 0,-2-2 10 0,-1 0-2 16,1 2-7-16,-2-2 9 0,2 0 0 0,-1 1-9 15,-6 1 10-15,8-4-3 0,-2 5 0 0,1-2 0 16,0-1-1-16,0 0-5 0,1-2 4 0,-1 2-1 15,0 0 1-15,1-3-2 0,-2 3 4 0,2 0 0 16,-2 1 2-16,3-1-7 0,-3 2 4 0,-2-2-2 16,1 1-7-16,-3 0 9 0,0-1 1 0,-1 0-6 15,2 2 3-15,-2 0 1 0,0 0 6 0,1-1-5 16,4 1-7-16,-4 1 2 0,2-2 1 0,2 2-1 16,1-1 3-16,-1-2 2 0,1 1-1 0,-1 1-1 15,3-1-3-15,0 1 5 0,0 0-1 0,7 0 0 16,-6 1 0-16,6 0-1 0,1-3 6 0,1 4-2 15,-4-4-6-15,5 1-3 0,-2 1 7 0,1 1 2 16,1-1-4-16,-2 0 3 0,3 0 0 0,-3 0-4 0,1-2-3 16,2 2 3-16,-7 1-4 0,5-2 1 15,-1 2-3-15,-7-1 4 0,-1-1 3 0,9 3 0 0,0-1 6 16,4 2 10-16,0-2-10 0,3 0-3 0,0-1 5 16,18 3-19-16,-1-1 6 0,-2-4 7 0,1 3 3 15,1-1-11-15,-2-2 8 0,0 1-1 0,1 2-22 16,-2-5 4-16,0 2 2 0,1 0 1 0,-12-2-1 15,12 3-86-15,-13-2 29 0,2-1 74 0,-4 2 1 16,2-1 3-16,-2-1-1 0,0 0-5 0,-1 2 3 16,-1 0 0-16,-1-2-1 0,1 3 0 0,-2 0 1 15,0 1-2-15,2-2 4 0,-2 0-4 0,1 0-2 16,0 0 0-16,1-2 3 0,0 0 1 0,-1-1-3 16,2 1-1-16,0 0-1 0,-3-3 5 0,3 2 2 15,-4 0-5-15,-3-1 1 0,1 3 0 0,-10-2-5 16,3 1 4-16,-2 3-15 0,-3-1-5 0,1 0-15 15,-6-1-33-15,0 3-73 0,-1-1 33 0</inkml:trace>
  <inkml:trace contextRef="#ctx0" brushRef="#br0" timeOffset="122196.16">8042 11553 58 0,'32'-3'60'0,"-14"2"-3"0,2 1-5 16,10-3-9-16,2 0 4 0,2 0-9 15,-1 3-5-15,6-1-4 0,-4-3-2 0,4 1 6 16,12 0-6-16,0 0-2 0,0 1-5 0,-11-1 2 15,14-1 1-15,0 1-1 0,0 1 0 0,0 0 2 16,-3-1 1-16,0-1-5 0,-15 2-4 0,1-1-7 0,0 2 7 16,-1-1-2-16,1 0-9 0,-3-1 5 15,-2 4 4-15,-1-3-9 0,-3 1 6 0,-5-1-3 16,-2 3-1-16,-2-1-10 0,-1-1 7 0,-4 1 3 0,-2 1 0 16,1 0-13-16,-4 0-9 0,-1-1-8 0,-8 0-11 15,11 1-11-15,-6 2-8 0,-5-3-58 0,8 2-119 16,-8-2 54-16</inkml:trace>
  <inkml:trace contextRef="#ctx0" brushRef="#br0" timeOffset="130426.51">19682 11694 15 0,'-11'-3'30'0,"-2"0"-2"16,1 1-1-16,2-1-6 0,-2 0-3 0,-1 1 1 15,2 0 13-15,1-1-6 0,2 1-5 0,0 0 1 0,-3-2 4 16,5 3-7-16,6 1-2 0,-15-5-4 0,8 4-1 16,7 1 6-16,-9-5 3 0,9 5-1 15,-8-4 1-15,8 4 0 0,-5-3-4 0,5 3-1 16,0 0 2-16,-8-3-9 0,8 3 2 0,0 0 3 0,0 0-3 15,0 0-2-15,0 0-2 0,0 0-6 0,0 0 9 16,0 0-3-16,0 0-4 0,0 0 1 0,0 0 3 16,21-6-5-16,-11 6 7 0,3-1-3 15,0 1-4-15,7-3 9 0,-1 0-1 0,8 1 6 0,3-1-7 16,2 0-5-16,1 0 15 0,1-1-9 0,2 3 7 16,0 0-4-16,2-3-4 0,-6 3-1 0,3-3-5 15,-2 1 4-15,0 3 1 0,-2-3-1 0,-2 1 2 16,-1 0 0-16,0 4-2 0,2-4-2 0,-2 0 4 15,2 1 4-15,-1-1-9 0,1 0 10 0,1 1-1 16,2 0-5-16,0 0 1 0,2-1 7 0,1-1-10 16,1 2 3-16,-2 1 4 0,4-1-3 0,-1 1-2 15,2-2 1-15,-2 2 8 0,0 0-15 0,0-3 4 16,-1 4 8-16,1 1-5 0,-1-2-1 0,1 0-6 16,-2 0 6-16,4 0 8 0,-5-2-8 0,3 1 3 15,1 1-1-15,12 0-17 0,-14-3 19 0,2 3-5 16,2-1 7-16,9 0-7 0,-11-1 11 0,1-1-12 15,-2 1 3-15,14 0 8 0,-2-1-10 0,-10 2-1 16,-2-2-2-16,2 2 4 0,11-3-5 0,-14 4 9 16,1-3-5-16,15 0-5 0,-15-1 0 0,2 1 0 15,12-1 4-15,-12 1 5 0,-2 0 0 0,-1 2-11 16,0-4 3-16,0 3 10 0,0 0-13 0,-1-1 1 16,0 3 8-16,-2-3 2 0,1 3-8 0,0 0-2 15,3 0 6-15,-6 0-1 0,2-3-5 0,1 3 5 16,-1-3-6-16,-1 0 10 0,2 3-2 0,-3 0-5 15,1-2 9-15,-3 1-8 0,2 2 0 0,1-3-7 16,-1 3 13-16,-2-3-6 0,4-1-1 0,-1 3 5 16,-4 0-10-16,2 1 7 0,3 1 0 0,0-4 1 0,-1 2 0 15,1-1-3-15,0 2-1 0,0 1-1 16,1-4 2-16,0 1-4 0,0 0 4 0,1 2-8 16,-2 0 13-16,1-1-9 0,-2-1 5 0,0 0 0 15,-1 0-1-15,0 3 1 0,0-1-5 0,1-1 6 0,-3-2-10 16,0 1 8-16,0 0-1 0,0 3-2 0,2-2 1 15,0 0 3-15,0 0-2 0,-1 1-2 0,2-1-2 16,0 0 2-16,2 0-3 0,-3 1 0 0,0-3 4 16,3 4-1-16,0-3-1 0,0 2-2 0,-4 1 0 15,5-1 6-15,-2-1 0 0,-4 0-3 0,0 2 6 16,0-4-4-16,-2 1 2 0,2 1-10 0,-9 1 3 16,0-1 0-16,-1 2 5 0,2-1-6 0,0-1 14 15,-2 1-9-15,-1 1-4 0,1-1 3 0,-3-1-3 16,0 0 6-16,0-1-4 0,1-1-1 0,-2 1 0 15,3 1 1-15,-2 1 3 0,1-2-2 0,2 1 0 16,-2 0 3-16,0 0 1 0,0-1-6 0,2-1 3 16,0 1-4-16,-1 2 9 0,0-1-9 0,0 0-5 15,-6 0 8-15,1 1-1 0,0-1 1 0,0 0 3 16,0-2 1-16,-2 2 1 0,2-2-5 0,-3 4 6 16,1-4 1-16,-2 1-3 0,-1 1-7 0,-9 0 1 15,15 1 4-15,-6-1-2 0,-9 0 8 0,13-1 0 16,-13 1 4-16,9 0-1 0,-9 0-3 0,0 0 4 15,10-1 5-15,-10 1 4 0,0 0-11 0,0 0 5 0,0 0-8 16,8 1 11-16,-8-1-11 0,0 0 19 0,0 0-9 16,0 0-5-16,0 0-1 0,0 0-4 0,0 0 2 15,0 0 6-15,0 0-13 0,8-2-16 16,-8 2-12-16,0 0-26 0,0 0-29 0,0 0-10 0,0 0-15 16,0 0-16-16,0 0-73 0,0 0-211 0,0 0 93 15</inkml:trace>
  <inkml:trace contextRef="#ctx0" brushRef="#br0" timeOffset="131639.99">26546 11617 5 0,'0'0'69'16,"0"0"-1"-16,0 0-2 0,0 0-4 0,0 0-3 15,1-13-7-15,-1 13 0 0,0 0-8 0,0 0 2 16,0 0 4-16,0 0-9 0,2-10-14 0,-2 10 7 16,0 0-7-16,10-3 7 0,-10 3-16 0,15-1 6 15,-5 0-3-15,2-1-7 0,4 0-8 0,2 2 8 16,1-3-7-16,0 3 8 0,1 0-1 0,0 0-2 15,11-1-1-15,-8 1-5 0,4 0 8 0,-4-2 0 16,6 4-4-16,-7-2 6 0,5-3-6 0,-6 3 2 16,3-1 4-16,2 1-13 0,-5-2 5 0,0 2 1 15,10 0 9-15,-11 0-10 0,7-2 10 0,0 4-11 16,2-2 1-16,0 0 6 0,-8 0-15 0,8 0 8 16,0 0 9-16,0 2-6 0,-7-2-1 0,6 2 0 15,0-3 1-15,-7 2 2 0,8 1-11 0,-1-5 3 16,-1 3 4-16,-1 1 0 0,1-2 1 0,-5 2 3 15,6 1-6-15,-8-2 1 0,9-2-4 0,-9 1 6 16,2 0-12-16,-1 1 11 0,1-2-11 0,1 2 5 16,-3 0 5-16,8-2-2 0,-1 2-4 0,-8 0 5 15,4-2 1-15,-3 2-5 0,2 0 2 0,0 0-5 0,-4 0 5 16,11 0 7-16,-8-2-9 0,1 2 0 0,-2-2 5 16,3 2-1-16,-3-2-6 0,0 2-3 15,1 0-2-15,-1 0 3 0,-3 0 6 0,2-1 0 0,-1 2 6 16,0-2-10-16,0 1 6 0,-1 0 5 0,2-2-14 15,-4 2-1-15,4 0 2 0,1 2 3 0,-1-2 1 16,0 1-4-16,2-2-2 0,-4 2 11 16,5-1-8-16,-4 0 3 0,5 0 0 0,-3 0 9 0,-2-1-7 15,4 1-4-15,-4 0 3 0,1-2 4 0,0 2-5 16,-3 0 1-16,5 0 0 0,-3 0-1 0,1 0 1 16,0 0 0-16,-1 0 7 0,-1 0-10 0,4 0 6 15,-1 0-6-15,-4 0 2 0,2 0 2 0,0 0 1 16,1 0-3-16,1 2 5 0,1-1-3 0,-2-1-4 15,1 0 0-15,-1 0-3 0,-3 0 6 0,2 2-6 16,1-2 9-16,-2 1-3 0,2-1-5 0,-2 1 0 16,1 1 3-16,-3-2-3 0,4 2 1 0,-1 0-9 15,1-2 17-15,2 2-3 0,-2 0-5 0,4 1 4 16,-1-1-3-16,-2-1 1 0,2 0 6 0,-1 0-1 0,8-1-3 16,-7 3-7-16,-2-4 5 0,1 3-3 15,0-1 1-15,-1 1 1 0,1-2 6 0,-1 2-5 16,1-2-2-16,-2 1-2 0,2 2 2 0,-1-2-3 0,-1 2 4 15,3-2 7-15,-6 2-2 0,5-3-8 0,-1 1 9 16,-2 0-5-16,1 2-11 0,-2-2 9 16,3 0 1-16,-1-1 1 0,-1 2 9 0,3 0-4 15,-1-1-3-15,-1 1-9 0,3-1 11 0,1-1-7 0,-2 3 3 16,2-1 5-16,3-2-9 0,-4 2 6 0,-1-2 1 16,-1 3 0-16,2-3 4 0,-2 0-7 0,1 2-11 15,-1-1 14-15,1 2 1 0,5-3-8 0,-5 0 6 16,-2 1 1-16,0 1 3 0,0 0-10 0,-1-1 12 15,0 0-7-15,-4 0-2 0,4 1 1 0,-5-1 2 16,1 0-1-16,0 1 1 0,1-1 0 0,-4 0-4 16,1 0 7-16,0 1-4 0,-1-2 2 0,2 0 2 15,-4 1-7-15,0 1 16 0,-9-2-13 0,14 1-1 16,-9 0 0-16,-5-1 4 0,12 2-3 0,-12-2-3 16,11 2 13-16,-11-2-15 0,8 1 6 0,-8-1-2 15,0 0 3-15,8 0-3 0,-8 0 2 0,0 0 0 16,6 3-4-16,-6-3 1 0,0 0 1 0,0 0-7 15,9 1 3-15,-9-1 10 0,0 0 1 0,0 0-12 16,0 0-8-16,7 3-7 0,-7-3-9 0,0 0-14 0,0 0-16 16,0 0-5-16,0 0-17 0,-17 6-20 15,4-4-91-15,-9-2-208 0,1-1 93 0</inkml:trace>
  <inkml:trace contextRef="#ctx0" brushRef="#br0" timeOffset="132593.81">5081 12676 44 0,'0'0'49'16,"4"-10"7"-16,-4 10-5 0,2-11-12 0,1 8-1 0,-3 3-4 15,2-11 3-15,-2 11 0 0,2-10-14 16,-2 10-3-16,2-8-3 0,1 2 5 0,-3 6-7 0,3-9-2 16,-1 2 1-16,0 1-5 0,-2 6-4 15,7-12 4-15,-5 7-13 0,1-1-1 0,0-1-6 0,-1 0-5 16,2 3-3-16,2-3-10 0,-1-1-3 0,0 1-7 15,3-2-25-15,-1 1-67 0,1 0 30 16</inkml:trace>
  <inkml:trace contextRef="#ctx0" brushRef="#br0" timeOffset="133122.2">5602 12256 49 0,'0'0'71'0,"0"0"-6"16,0 0-1-16,0 0-4 0,0 0-5 0,-15-10 0 15,15 10 0-15,0 0 2 0,0 0-11 0,0 0 1 16,0 0-1-16,0 0-14 0,0 0 2 0,-5-5 2 15,5 5-9-15,0 0 1 0,0 0-6 0,0 0-8 16,0 0 1-16,0 0 8 0,0 0-7 0,0 0-4 16,0 0-11-16,0 0 6 0,0 0-7 0,0 0-1 15,0 0 2-15,0 0-5 0,0 0 0 0,0 0 7 16,0 0-12-16,25 4 3 0,-14-3 9 0,1 0-14 16,1 1 14-16,6-4 0 0,-2 5-3 0,5-6 2 15,-1 2-2-15,7 1-2 0,2-2 4 0,-10 2 3 16,3-3-5-16,-1 3-4 0,6-1 10 0,-10 1-5 15,0 0-9-15,-5 3 7 0,1-3 2 0,-1 0-2 16,-6 0-6-16,1 0 4 0,-8 0 12 0,11-2-7 16,-11 2 7-16,0 0 1 0,11 0 9 0,-11 0 10 15,0 0-9-15,0 0 18 0,10 0 6 0,-10 0-3 16,0 0 12-16,0 0-6 0,0 0-2 0,0 0-5 0,0 0 3 16,0 0-2-16,0 0-6 0,6 4 1 15,-6-4-6-15,0 0-7 0,0 0 6 0,0 0-8 16,0 0-1-16,0 0-13 0,0 0-11 0,0 0-14 0,0 0-12 15,0 0-23-15,0 0-26 0,0 0-10 0,0 0-2 16,11-1-2-16,-11 1 0 0,7 2-9 16,-1 2-56-16,-6-4-171 0,13 5 76 0</inkml:trace>
  <inkml:trace contextRef="#ctx0" brushRef="#br0" timeOffset="133867.73">12092 12594 35 0,'0'0'32'0,"0"0"-6"16,0 0-16-16,0 0-13 0,0 0-14 0,0 0-19 16,0 0 9-16</inkml:trace>
  <inkml:trace contextRef="#ctx0" brushRef="#br0" timeOffset="135604.91">15386 12375 12 0,'0'0'10'0,"0"0"-14"16,11 4-4-16,-11-4 2 0</inkml:trace>
  <inkml:trace contextRef="#ctx0" brushRef="#br0" timeOffset="137631.87">19475 12451 36 0,'0'0'37'0,"-23"4"1"0,23-4 0 16,-9 1-4-16,9-1-6 0,-8 3 1 0,8-3 1 16,0 0-17-16,-9 0 2 0,9 0 0 0,0 0 0 15,0 0 0-15,0 0-2 0,0 0-1 0,-9 3 3 16,9-3-6-16,0 0-2 0,0 0 7 0,0 0-6 16,0 0-1-16,0 9-6 0,0-9 6 0,0 0 0 15,13 8 3-15,-7-5-5 0,2-1 2 0,3 0 3 16,2 1-2-16,8-1 3 0,2-2 2 0,-4 1-2 15,12 1 4-15,-1-4-2 0,4 1 1 0,-1 2 3 16,1-1-9-16,5-2-5 0,-4-1 11 0,4 1-8 16,-2-1 2-16,2 2 9 0,1-3-4 0,11 0-3 15,-1-1 6-15,0 2 6 0,-11 0-7 0,15-3-6 16,0 1 5-16,-3 2-4 0,5-4 2 0,-1 3-10 16,1-1 11-16,1-1 5 0,3 3-7 0,0-3-7 15,-3 2 12-15,1-1-4 0,-1 4-1 0,-2-2 1 0,-4-3 2 16,3 6-1-16,-3-2-2 0,-1 0 4 15,-14 2-2-15,1 0 1 0,2-1-6 0,12 1 3 16,-13-2 0-16,1 2 0 0,1 0-6 0,11-1 7 16,-13 0-1-16,3 0 1 0,-1 0 7 0,13 2-8 0,-14-2 0 15,1 0 2-15,13 2-3 0,-2-1 4 16,-12 0-2-16,-1 0-1 0,0 0 5 0,16-1 1 16,-2 1-5-16,-13-1 6 0,14 1-5 0,-16-2-1 0,16 0 7 15,-2-1-19-15,1 1 12 0,-1 1 3 0,3-1-5 16,-4-2 3-16,5 4-2 0,-17-1-3 0,3-2 4 15,9 0-7-15,2-1-1 0,2 1 1 0,-16 1 1 16,12-1 0-16,3-1 14 0,-2 1-9 0,0 1-3 16,-10 1 3-16,14 1 0 0,0 0 0 0,-15-1 5 15,13-1-4-15,-1 4 0 0,-12-1-5 0,11-1 6 16,-12 0-2-16,0 1-3 0,-1 1-4 0,2-2 7 16,-2 2 0-16,2-2-3 0,0 2-5 0,-1 0 4 15,14-1 0-15,-2-1-1 0,-13 0 0 0,0 2 6 16,1-1-4-16,0-1-5 0,11 1 5 0,-13 0-6 15,3 3 4-15,-2-3-6 0,-1 1 1 0,0 0 2 16,4-1-4-16,-1 2 0 0,-3-2-1 0,5-1 2 16,-4 2-2-16,-2-1 1 0,0 0 4 0,2 1-1 15,1-2 3-15,-4 1-10 0,1-1 3 0,0 0 6 16,-3 1 0-16,3-1-12 0,-4 0 11 0,1 0 3 16,2-1 5-16,-1 1-3 0,1 1 3 0,1-2-4 15,-3 3 2-15,-1-1 3 0,0 1-7 0,1-1 4 16,-1-2 4-16,-1 1-3 0,0 0-1 0,-2 0-2 0,1 1 5 15,-1-1-9-15,0 1 3 0,0 1 5 16,-1 0-8-16,0-2 1 0,-6 1-3 0,5 0 3 16,-4 0 0-16,4-2 0 0,-6 1-4 0,8 1 4 0,-2 0-1 15,-1 1 1-15,-3-2-7 0,0 0 10 0,4 3-5 16,0-1 1-16,-8 0 2 0,9-2-4 0,-6 1-2 16,1 2 0-16,-1-3 10 0,-1 1-3 0,1 1-6 15,5-2 0-15,-5 1 1 0,-3-1 4 0,1 0-2 16,1 3 1-16,0-2-3 0,0 0 1 0,-6-1 1 15,3 0 1-15,0 1-2 0,0-1-2 0,-1 0 0 16,2 1 6-16,-3-1-6 0,1 2 6 0,2-2-5 16,-2 0 3-16,2 0 1 0,-6 1-1 0,7 0-1 15,-7-1 2-15,6 2-8 0,-6-2 6 0,5 1-3 16,-2-1-2-16,2-1 5 0,0 1 0 0,2 0 0 16,0 0 0-16,-9-2-4 0,10 1 3 0,-11 1-3 15,5 0-2-15,-3 0 5 0,1-1-2 0,-1 1-3 16,-3 0 3-16,5 0 8 0,-3-2-8 0,1 2 3 15,1-1 3-15,-2 1-6 0,1-1 3 0,3 2-1 16,-1-1-3-16,-3 0 0 0,2 0-1 0,3 1 3 16,-3 1 1-16,-1-1-1 0,1-1-6 0,-1 1 5 15,1 1 0-15,-4-2 8 0,3 1-4 0,0 0 1 16,-3 0-3-16,3-1 10 0,-3 0-7 0,2 2 1 16,0-2 0-16,-4 1-2 0,-7-1 8 0,15 0-9 0,-7-1 4 15,-8 1-2-15,11 1 5 0,-11-1 3 0,10 0 3 16,-10 0-2-16,8 2-3 0,-8-2 6 15,0 0-3-15,13-2 1 0,-13 2-2 0,7-1 1 16,-7 1-2-16,11 0 3 0,-11 0-2 0,9-2-2 0,-9 2 1 16,0 0-1-16,9-1 3 0,-9 1-3 0,0 0 2 15,6-1-1-15,-6 1 1 0,0 0-3 16,0 0 3-16,0 0-3 0,0 0-2 0,0 0-2 0,0 0 3 16,0 0-1-16,0 0 0 0,10 0 0 0,-10 0-1 15,0 0-2-15,0 0-1 0,0 0-1 0,0 0-3 16,0 0 0-16,0 0 1 0,0 0 1 0,0 0 0 15,0 0-5-15,0 0 2 0,0 0-13 0,0 0-16 16,0 0-19-16,0 0-9 0,0 0-21 0,0 0-26 16,-29 8-27-16,17-5-26 0,-8 4-127 0,-7-3-307 15,-2 0 137-15</inkml:trace>
  <inkml:trace contextRef="#ctx0" brushRef="#br0" timeOffset="153255.18">12073 6080 11 0,'0'0'42'0,"0"0"-19"16,0 0-17-16,0 0-20 0,0 0-15 0,0 0 6 15</inkml:trace>
  <inkml:trace contextRef="#ctx0" brushRef="#br0" timeOffset="157627.6">7381 13017 48 0,'0'0'80'0,"0"0"-15"0,0 0-2 0,0 0-10 15,0 0-1-15,0 0-11 0,0 0-2 0,0 0-13 16,0 0-7-16,0 0-6 0,8 12-10 0,-8-12-13 0,0 12-23 16,0-3-44-16,-3 3-83 0,-1-2 37 15</inkml:trace>
  <inkml:trace contextRef="#ctx0" brushRef="#br0" timeOffset="190312.4">4400 14541 4 0,'0'0'77'0,"-4"-4"-6"16,4 4-10-16,0 0 5 0,0 0-5 16,-5-6 3-16,5 6-7 0,0 0 8 0,-8-3 1 0,8 3 2 15,0 0-12-15,-6-4 7 0,6 4-6 0,0 0 4 16,0 0-4-16,0 0-7 0,0 0-2 0,0 0-2 16,0 0-1-16,0 0-13 0,-5-5-1 0,5 5-8 15,0 0 3-15,0 0-3 0,0 0 2 0,0 0-15 16,0 0 2-16,0 0 4 0,0 0-4 0,0 0 0 15,0 0-6-15,0 0 6 0,0 0-2 0,0 0-13 16,0 0 9-16,0 0 0 0,0 0-5 0,0 0 6 16,0 0-2-16,0 0 6 0,0 0-4 0,0 0 0 15,0 0-6-15,0 0 8 0,0 0-5 0,0 0 3 16,0 0-1-16,0 0-11 0,0 0 5 0,0 0 2 16,0 0-2-16,0 0 14 0,0 0-14 0,0 0 5 15,0 0 1-15,0 0-2 0,0 0-2 0,0 0 4 16,0 0-13-16,0 0 8 0,0 0-14 0,0 0-2 15,0 0-5-15,0 0-3 0,0 0 15 0,0 0-2 16,32 3-8-16,-11-3 5 0,6-1-1 0,5 2 6 16,2-4 10-16,4 2-4 0,-3 0-5 0,3-1 6 15,1-1 3-15,-1-1-2 0,-2 4 4 0,3-6-9 16,-6 2 3-16,-1 0 3 0,-5 0-1 0,-8 0-1 16,-1 2-3-16,-7 0 1 0,-1-1 3 0,-3 3 5 0,-7 0 0 15,12 0 2-15,-12 0 6 0,9-3 2 0,-9 3 10 16,0 0 12-16,9 0 6 0,-9 0 2 15,0 0 1-15,0 0 6 0,9 1 3 0,-9-1 0 0,0 0-4 16,0 0 2-16,0 0-1 0,0 0-5 0,0 0-10 16,0 0-4-16,0 0 0 0,0 0-15 0,0 0 7 15,0 0-5-15,0 0-2 0,0 0-1 16,0 0-5-16,0 0-11 0,0 0-18 0,0 0-19 16,0 0-24-16,0 0-28 0,0 0-30 0,4 5-21 0,-4-5-5 15,0 0-116-15,0 0-281 0,0 0 125 0</inkml:trace>
  <inkml:trace contextRef="#ctx0" brushRef="#br0" timeOffset="200548.76">8278 7454 42 0,'0'0'45'0,"0"0"-20"0,0 0-8 0,0 0-14 16,0 0-13-16,0 0-11 0,0 0-22 0,0 0 10 15</inkml:trace>
  <inkml:trace contextRef="#ctx0" brushRef="#br0" timeOffset="200713.86">8298 7488 25 0,'0'0'74'0,"0"0"-7"0,0 0-8 0,0 0-11 0,0 0-20 16,0 0-27-16,0 0-4 0,0 0-15 15,0 0-30-15,-14 8-50 0,14-8 23 0</inkml:trace>
  <inkml:trace contextRef="#ctx0" brushRef="#br0" timeOffset="200863.69">8167 7590 26 0,'0'0'78'0,"0"0"-22"0,0 0-10 0,0 0-24 16,0 0-20-16,0 0-41 0,0 0-42 0,0 0 20 16</inkml:trace>
  <inkml:trace contextRef="#ctx0" brushRef="#br0" timeOffset="-180861.35">8770 17293 16 0,'0'0'34'16,"0"0"-16"-16,0 0-3 0,0 0-7 0,0 0-5 15,0 0-2-15,0 0-9 0,0 0-1 0,0 0-4 16,0 0 13-16,0 0-5 0,0 0-5 0,-25 19 5 16,25-19-3-16,-9 7-8 0,9-7 4 15</inkml:trace>
  <inkml:trace contextRef="#ctx0" brushRef="#br0" timeOffset="-179908.6">8516 17463 22 0,'0'0'31'0,"-14"0"-1"15,14 0 2-15,0 0-1 0,0 0 4 0,0 0 12 16,0 0-11-16,0 0 10 0,0 0 1 0,-20-3 1 16,20 3 0-16,0 0 0 0,0 0 2 0,0 0 4 15,0 0-5-15,0 0-10 0,0 0 2 16,0 0 2-16,0 0-1 0,-12-6 0 0,12 6-5 15,0 0-3-15,0 0-6 0,0 0 1 0,0 0 1 0,0 0 9 16,0 0-5-16,0 0-3 0,0 0 3 0,0 0-4 16,0 0-1-16,0 0 2 0,0 0-4 15,0 0-4-15,0 0 0 0,0 0-3 0,0 0-5 0,0 0 0 16,0 0 0-16,0 0-4 0,0 0-3 16,0 0 5-16,0 0 2 0,0 0 0 0,0 0-7 15,0 0 0-15,0 0 1 0,0 0 6 0,0 0-18 16,0 0 12-16,0 0 1 0,0 0 11 0,0 0-6 15,0 0 3-15,36-7-1 0,-25 5-3 0,3 0-1 16,6 0 1-16,-2-1-3 0,2 0 4 0,2 1-5 16,7 0 2-16,-7 0-3 0,6-1 1 0,0 2 3 15,0-2-1-15,3-2-4 0,-2 3 4 0,-1 0-2 16,2-2 6-16,-2-2-5 0,2 2 10 0,0 2-12 16,0-4-2-16,0 4 0 0,1-1 3 0,-6 0-1 15,-3 1-1-15,1-2-5 0,-1 3 7 0,-4-1-5 16,1-1-3-16,-1 2 2 0,2-3 1 0,-2 3-3 15,-1-1 0-15,2 1-1 0,-1-1 2 0,1 0 0 16,1 1-1-16,-3-1 2 0,3 0 0 0,-2 0-3 16,0-1 4-16,0 2 4 0,0-1-4 0,-4 0 4 15,3 0 4-15,-2 0-3 0,-4 1-5 0,5-2 6 16,-6 2 1-16,3 0-12 0,-13 1 6 16,20 1 7-16,-20-1-7 0,19-1-9 0,-11 2 7 15,-8-1-2-15,12 0-2 0,-12 0 0 0,12 0 3 16,-12 0-3-16,12 1 10 0,-12-1-6 0,14 1-5 15,-14-1 5-15,14 2-2 0,-14-2-2 0,12 0 6 16,-12 0-4-16,0 0-3 0,13-2 6 0,-13 2-2 16,0 0 1-16,15-1-1 0,-15 1 6 0,11-1 0 15,-11 1-5-15,0 0 2 0,13-4 1 0,-13 4 3 16,0 0-3-16,13-2-2 0,-13 2 0 0,0 0 5 16,0 0-7-16,11-3-1 0,-11 3 2 0,0 0 3 15,0 0-4-15,0 0 4 0,12-3-8 0,-12 3 5 16,0 0 0-16,0 0-4 0,12-1 3 0,-12 1-1 15,0 0-2-15,11-2 6 0,-11 2-4 0,0 0 0 16,11-2 1-16,-11 2 0 0,0 0-1 0,15-2-1 16,-15 2 1-16,0 0 1 0,12-2-3 0,-12 2 4 15,0 0-6-15,0 0 6 0,10-2-2 16,-10 2-2-16,0 0 7 0,0 0-9 0,0 0 3 16,0 0-1-16,0 0 2 0,0 0-7 0,0 0-14 15,0 0-1-15,0 0-15 0,0 0-6 0,0 0-20 0,0 0-17 16,0 0-41-16,-36-2-42 0,36 2-114 15,-20 3-298-15,20-3 133 0</inkml:trace>
  <inkml:trace contextRef="#ctx0" brushRef="#br0" timeOffset="-170507.14">9128 17094 35 0,'0'0'37'16,"0"0"-33"-16,0 0-17 0,0 0-14 0,0 0 7 16</inkml:trace>
  <inkml:trace contextRef="#ctx0" brushRef="#br0" timeOffset="-156979.65">14340 18024 1 0,'0'0'13'0,"0"0"4"16,0 0-3-16,0 0 5 0,0 0-5 0,0 0 9 15,0 0-5-15,0 0-8 0,0 0-4 0,0 0 1 16,0 0 0-16,0 0-4 0,0 0-1 0,0 0 7 15,0 0-4-15,0 0 3 0,0 0-12 0,-8 7 7 16,8-7-1-16,0 0 5 0,0 0-3 0,0 0-6 16,0 0 4-16,0 0 0 0,0 0 2 15,0 0-1-15,0 0-1 0,0 0 1 0,0 0-8 16,0 0 5-16,0 0-2 0,0 0 4 0,0 0 1 16,0 0 6-16,0 0-3 0,0 0 4 0,0 0 0 15,-6 11 0-15,6-11 0 0,0 0-1 0,0 0 0 16,0 0 3-16,0 0-8 0,0 0 2 0,0 0 3 15,0 0 1-15,0 0-4 0,0 0-1 0,0 0-5 16,0 0 3-16,0 0-5 0,0 0 10 0,0 0-7 16,0 0 1-16,0 0 2 0,0 0-5 0,0 0 4 15,0 0-4-15,0 0 6 0,0 0-2 0,0 0-3 16,0 0-4-16,0 0 4 0,0 0 2 0,0 0-2 16,0 0 1-16,0 0-4 0,0 0 5 0,0 0 1 15,0 0-5-15,0 0 2 0,0 0-4 16,0 0 6-16,0 0-4 0,0 0 3 0,0 0 1 15,0 0 1-15,0 0-5 0,0 0 3 0,0 0-4 16,0 0 7-16,0 0-1 0,0 0-5 0,0 0 4 16,0 0 0-16,0 0 1 0,0 0-5 0,0 0 4 15,0 0-4-15,0 0 3 0,0 0-3 0,0 0-1 16,0 0 4-16,0 0 0 0,0 0-2 0,0 0-3 16,0 0 5-16,0 0-1 0,0 0 0 0,0 0 0 15,0 0-2-15,0 0 4 0,0 0-4 0,0 0 6 16,0 0-4-16,0 0 10 0,0 0-13 0,0 0-3 15,0 0 6-15,0 0-5 0,0 0-2 0,0 0 0 16,0 0 17-16,0 0-19 0,0 0-7 0,0 0 2 16,0 0 1-16,0 0-5 0,0 0-3 15,0 0 0-15,0 0-19 0,0 0-41 0,0 0 19 16</inkml:trace>
  <inkml:trace contextRef="#ctx0" brushRef="#br0" timeOffset="-141260.02">12410 7415 1 0</inkml:trace>
  <inkml:trace contextRef="#ctx0" brushRef="#br0" timeOffset="-12910.71">2051 5571 64 0,'0'0'88'0,"0"0"4"0,0 0 6 15,0 0 10-15,0 0 7 0,0 0 1 0,0 0-17 0,0 0-2 16,0 0-1-16,0 0 2 0,0 0-2 0,3-15-2 15,-3 15 5-15,0 0-3 0,0 0 1 0,-2-11-12 16,2 11-2-16,0 0-2 0,0 0-4 16,0 0-2-16,-5-8-10 0,5 8-9 0,0 0-5 15,0 0-9-15,0 0-3 0,0 0-8 0,0 0-5 0,0 0-7 16,0 0-3-16,0 0-4 0,0 0-1 0,0 0-4 16,0 0-4-16,0 0 2 0,2 33 0 15,0-21 0-15,-2 5-2 0,1 1-6 0,-1 1 5 0,1 0-5 16,2 0 4-16,-3 0 0 0,2 1-1 15,0-4 3-15,-1 1-3 0,0 3-3 0,2-3-2 0,-2 2 4 16,2-3 1-16,-2 0-1 0,0 1 2 0,-1-1 2 16,2-5-1-16,-1 2-5 0,0-2 5 0,0-2 2 15,1 1-1-15,1 0 1 0,-1-1-4 16,-2 1-7-16,1-3-6 0,1 3-21 0,-2-3-12 16,0-7-26-16,0 0-12 0,0 21-17 0,0-21-10 15,-1 11-2-15,1-11-5 0,0 0-11 0,-5 13 9 0,5-13 0 16,0 0-2-16,0 0-73 0,0 0-210 0,0 0 92 15</inkml:trace>
  <inkml:trace contextRef="#ctx0" brushRef="#br0" timeOffset="-12195.15">2255 5642 107 0,'0'0'143'0,"0"0"-6"0,0 0 0 0,0 0-21 0,0 0-11 16,0 0-11-16,0 0-13 0,0 0-8 15,0 0-10-15,0 0-5 0,0 0-3 0,0 0-8 16,0 0-7-16,-19 17 2 0,10-4-8 0,-4-1-9 16,-2 0-8-16,-2 1 2 0,-4 3-5 0,5-5-11 15,0-1 5-15,4-3-20 0,2 1 17 0,1-1-2 0,1-2 2 16,3 0-9-16,1-3 7 0,4-2 4 16,-7 5-6-16,7-5 3 0,-7 4-1 0,7-4-2 15,-4 6 2-15,4-6-7 0,0 0 1 0,0 0-14 16,-7 6 0-16,7-6 4 0,0 0-5 0,0 0 10 0,4 10 1 15,-4-10-2-15,6 10 4 0,-1-4-6 16,0 2 10-16,3 0 3 0,1 0-5 0,-1-2-6 16,3 3 7-16,2-1-4 0,3 1 7 0,1-1-26 15,2-3-13-15,-2 1-8 0,2 1-6 0,-1-3-6 16,4-2-1-16,-5-2-2 0,3 2-6 0,-6-4 2 16,-14 2 0-16,25-2 4 0,-25 2 8 0,22-6 1 15,-11 1 1-15,-11 5 11 0,19-7-3 0,-11-1 8 16,-8 8 2-16,14-16 6 0,-10 6 4 0,-4 10 14 15,9-18-1-15,-5 8 6 0,0 0 10 0,-2-2-1 16,-2 12 8-16,4-22-1 0,-1 12 6 0,-2 1 9 16,2-1 6-16,-3 10 5 0,4-17 8 0,-2 10 11 15,-2 7 14-15,3-11 13 0,-3 11 9 0,0-6-7 16,0 6-6-16,1-6-8 0,-1 6-12 0,0 0-12 16,0 0 0-16,0 0-7 0,0 0-6 0,0 0-1 15,0 0-6-15,13 18-1 0,-10-10-2 0,1 2 6 16,2 2-10-16,-3-1-1 0,4-1-3 0,-1 1 5 15,0 0-3-15,0-1-4 0,-1 0 4 0,0 0-6 16,0-2 0-16,0 2 0 0,0-2 0 0,-1 3-3 16,0-4-12-16,2 1 11 0,-1-3-1 0,-2 0 1 15,-3-5-1-15,5 9 3 0,-2-7-5 0,-3-2-1 16,3 6 13-16,-3-6-7 0,0 0 5 0,6 5 11 16,-6-5 7-16,0 0 7 0,0 0-6 0,8-16-3 15,-4 7-5-15,3-7 0 0,-1-1-4 0,0-1-1 16,1-6-1-16,2 2-3 0,-2-4 0 0,-1 1 1 15,-1 1-2-15,2 1-1 0,-4 3-1 0,2-5-3 16,-2 9-4-16,-1 0 1 0,2 6-1 0,-4 1-3 16,1 2-2-16,1-2 3 0,-2 9-15 0,1-11-23 15,-1 11-26-15,0 0-27 0,0 0-15 0,0 0-15 16,0 0-4-16,0 0-4 0,0 0-4 0,0 0 2 16,0 0-3-16,-27 25-66 0,18-13-211 0,1-3 94 15</inkml:trace>
  <inkml:trace contextRef="#ctx0" brushRef="#br0" timeOffset="-11905.06">2733 5661 33 0,'0'0'147'0,"0"0"-10"16,7 3-21-16,-7-3-6 0,0 0-15 0,5 5-10 15,-5-5-5-15,2 9-1 0,0 1-13 0,0-2 4 16,-1 3 1-16,2 0-10 0,1-1-6 0,-3 3-6 15,0-3-5-15,0 2-5 0,3-1-1 16,-2 1-3-16,0-2 7 0,-1-1-6 0,2-1-18 0,-2 0 1 16,1 0 3-16,-1 0-4 0,0-2 3 0,-1-6-3 15,4 11-5-15,-3-6 4 0,-1-5-4 0,7 9-7 16,-7-9 5-16,5 7 7 0,-3-4-9 16,-2-3-1-16,9 9-17 0,-9-9-11 0,18 5-24 0,-8-4-21 15,2-2-13-15,7-4-9 0,3-1-9 0,3-2 2 16,-5-1 0-16,4-2 1 0,1 0-8 0,0 1-52 15,-11-1-166-15,3 5 73 0</inkml:trace>
  <inkml:trace contextRef="#ctx0" brushRef="#br0" timeOffset="-11011.75">3297 5745 11 0,'0'0'21'0,"0"0"3"0,9-8 1 16,-9 8 2-16,7-6-2 0,-7 6 5 0,8-9-5 15,-8 9 11-15,5-8 2 0,-2 4 10 0,-3 4 13 16,6-8 7-16,-3 5 13 0,-3 3 7 0,2-11 27 16,-2 11 9-16,0-7 3 0,0 7 0 0,0 0-4 0,-4-11-13 15,4 11-10-15,0 0-6 0,-1-10-10 16,1 10-4-16,0 0-13 0,0 0-5 0,-4-7-8 16,4 7-9-16,0 0-6 0,0 0-7 0,0 0-2 15,0 0-6-15,0 0-4 0,-16 14-2 0,11-5 1 16,-2-1-4-16,2 3 1 0,1-1-4 0,0 0-2 15,2 0-2-15,0-1 1 0,1 0-7 0,-1 1 4 16,2-3-5-16,-2 3 5 0,2-10-4 0,3 13-4 16,-3-7-2-16,2 1 3 0,-2-7-3 0,3 9-4 15,0-5 1-15,0 1 6 0,-3-5-7 0,7 5 5 16,-7-5 0-16,5 4-2 0,-5-4 1 0,10 2-1 16,-10-2 5-16,0 0 2 0,13-2 1 0,-13 2 0 15,10-5-1-15,-5 2-1 0,-1-3 2 0,-4 6-2 16,5-10 1-16,-1 3-3 0,0-2 2 0,-1 3-2 15,-1-3 1-15,1 1 4 0,0 1-10 0,-3-1 6 16,0 8 3-16,3-11-2 0,-1 5 4 0,-2 6 5 16,0 0 0-16,2-8-1 0,-2 8-8 0,0 0 2 15,0 0-1-15,1-7 0 0,-1 7-7 0,0 0 1 16,0 0-5-16,0 0 3 0,0 0-2 0,0 0 5 16,0 0-7-16,3 26 6 0,-2-18-9 0,0 2-8 15,2-1-7-15,-1-1-17 0,-2-8-10 0,6 15-17 16,-4-8-17-16,-2-7-16 0,9 10-2 0,-5-5-1 15,-4-5 2-15,0 0 2 0,13 8 14 0,-13-8 3 16,0 0 9-16,0 0 6 0,0 0 9 0,0 0 0 16,29-14 1-16,-29 14 13 0,13-16 7 0,-8 6 2 15,-5 10-4-15,10-20 14 0,-5 7-2 0,0-1 15 16,0-1-1-16,0-2 8 0,-2 5 11 0,1-6-3 16,-2 7 7-16,2-5 5 0,-2 4 9 0,0-1 15 15,1 4 10-15,-2-1 28 0,0 3 41 0,-1 0 29 16,0 7 7-16,3-12 2 0,-3 12 3 0,0-7-9 15,0 7-15-15,0 0-9 0,0-9-21 0,0 9-18 16,0 0-16-16,0 0-4 0,0 0-9 0,0 0-10 0,0 0-2 16,0 0-3-16,0 30-6 0,1-15-2 15,0-2-2-15,-1 4-3 0,3 2 0 0,-2 0-4 16,2 0-1-16,-1 1 1 0,0 5-16 0,0-6-13 16,1-2-22-16,-2 2-15 0,2-3-28 0,-2 0-22 15,0-4-23-15,0 0-20 0,-2-3 2 0,1-9-9 16,0 0 15-16,-4 17 8 0,4-17 5 0,0 0 10 15,0 0 2-15,0 0 8 0,-18 4 3 0,18-4-59 16,0 0-165-16,0 0 73 0</inkml:trace>
  <inkml:trace contextRef="#ctx0" brushRef="#br0" timeOffset="-10216.67">3492 5818 405 0,'0'0'-28'0,"-7"-19"10"15,7 19 9-15,-7-20 8 0,5 11 4 0,2 9 2 16,-6-14 6-16,5 8 7 0,1 6 3 0,0 0 16 0,-2-13 11 16,2 13 9-16,0 0 6 0,-4-10 0 15,4 10-17-15,0 0 1 0,0 0-13 0,0 0-12 16,0 0-9-16,10-9-14 0,-10 9-19 0,13-3-5 15,0 2-7-15,-2 0-9 0,-11 1 2 0,32-3-4 16,-19 4-2-16,7 2 7 0,-1 1-3 0,2 0 7 0,1-1-1 16,-2 3 5-16,-1-1 0 0,2-2 10 15,-3 2 0-15,-6 0-5 0,1-1 2 0,1 0 7 16,-14-4 6-16,18 6 2 0,-6-3 6 0,-3-1 16 16,-9-2 5-16,15 2 20 0,-15-2 15 0,14 2 19 15,-8-4 30-15,-6 2 19 0,13-3 0 0,-9 0-1 16,-4 3 2-16,9-5-5 0,-4-1-2 0,0 3-4 15,0-3-1-15,0-2-4 0,-1-1-10 0,1 2-9 16,-1 1-9-16,0-2-5 0,-1-2-12 0,2 2-1 16,-3-1-7-16,2 0-6 0,-1 3-6 0,-2-5-4 15,1 6 1-15,-2 5-7 0,4-10-1 0,-4 10-1 16,2-7-4-16,-2 7 0 0,0 0-9 0,0 0-8 16,0 0-2-16,0-8-5 0,0 8-11 0,0 0 5 15,0 0-3-15,0 0 0 0,0 0 2 0,-7 20 3 16,6-10-2-16,1-2-10 0,0 3-11 0,0-1-1 15,0 0-2-15,1 0-12 0,-1-10-24 0,5 20-19 16,1-11-14-16,1-2-12 0,2 0-10 0,4-1-12 16,-2-2 8-16,-11-4 3 0,23 2 5 0,-23-2 10 15,25-6 4-15,-25 6 4 0,25-13 9 0,-16 7 14 16,0-2-2-16,-9 8 13 0,12-19 2 0,-10 6 13 16,-2 13 4-16,-1-31 7 0,-2 13 8 0,-1 0 5 15,-1 2 1-15,-4-4 8 0,2 4 1 0,-2-1 14 16,-1 2-2-16,2 1 5 0,-1 5 8 0,0-7 6 15,0 9 8-15,3-1 14 0,-3 3 20 0,1 0 33 16,-1 1 11-16,1-1-5 0,8 5-11 0,-11-7-19 16,11 7-19-16,-9-4-22 0,9 4-32 0,0 0-8 15,0 0-34-15,0 0-6 0,0 0-12 0,0 0 0 16,0 0-11-16,0 0 4 0,0 0 6 0,0 0 14 16,0 0 0-16,0 0 14 0,43 12 1 0,-25-12 2 15,-18 0 5-15,37-8 7 0,-19 6 3 0,1-2 0 16,-2 0 6-16,-3 0 10 0,-14 4-3 0,23-2 13 15,-13 1 15-15,-10 1-2 0,13-2 24 0,-13 2 29 16,12-4 61-16,-12 4 34 0,9-4 8 0,-9 4-1 16,5-6-3-16,-5 6 2 0,0 0 1 0,0 0-1 15,6-7-9-15,-6 7-13 0,0 0-20 0,0 0-16 16,0 0-14-16,4-3-17 0,-4 3-19 0,0 0-10 16,1 16-12-16,2-5-3 0,-2 8-4 0,-6 8-6 15,2 0-6-15,0 2-7 0,3 3-6 0,-3 0-1 16,3 0-9-16,1 1-9 0,1 0-13 0,-1-3-8 15,1 1-24-15,1-5-34 0,-2-1-32 0,4 1-31 16,-2-7-4-16,1-3-5 0,-2 1-2 0,1-5 1 16,-1-2 6-16,-2-10 0 0,0 0 8 0,4 20 23 15,-4-20 17-15,0 0 1 0,0 0 12 0,0 0-62 16,0 0-165-16,0 0 73 0</inkml:trace>
  <inkml:trace contextRef="#ctx0" brushRef="#br0" timeOffset="-10016.83">4229 5874 273 0,'7'-17'-18'15,"-1"-2"12"-15,5-3 4 0,-1-2 2 0,-1 6 2 16,0 0 5-16,0 0-2 0,1 4 6 0,-4 3-2 15,1 1 11-15,-2 3 8 0,-5 7 25 0,6-10 45 16,-2 7 30-16,-4 3 8 0,4-5-14 0,-4 5-18 16,0 0-12-16,0 0-8 0,0 0-12 0,0 0-6 15,8 15-4-15,-7-7-12 0,0 2-3 0,2 6-18 16,-3 0 14-16,1-4-10 0,0 3 4 0,1 2-8 16,0-2-2-16,-2-2-23 0,3 1-11 0,-1 2-18 15,2-4-12-15,-1 0-13 0,-3-12-7 0,5 17-22 16,-5-17 3-16,2 13-12 0,-2-13 2 0,0 0 2 15,0 0-7-15,0 0 7 0,0 0-64 0,0 0-158 16,0 0 70-16</inkml:trace>
  <inkml:trace contextRef="#ctx0" brushRef="#br0" timeOffset="-9818.87">4340 5556 97 0,'3'-7'135'16,"-3"7"-13"-16,0 0-10 0,6-4-18 0,-6 4-7 15,0 0-5-15,0 0-15 0,16 7-8 0,-11-2-1 16,2 4-6-16,-1 0-3 0,2 1-7 0,1 4-2 16,-3 1-22-16,-1 0-31 0,0-2-3 0,0 1-28 15,-3 2-6-15,-4-4 2 0,-1 0-7 0,-2 3 1 16,-4-1-2-16,-3 0-4 0,-2-2 0 0,-1 0 6 16,-3-2-47-16,-9 2-110 0,1-2 50 0</inkml:trace>
  <inkml:trace contextRef="#ctx0" brushRef="#br0" timeOffset="-9129.05">2963 6415 51 0,'17'-22'115'16,"2"1"-3"-16,3-1-8 0,-1-1-11 0,0-3-1 16,1-2-2-16,1 1-7 0,-4 0-8 0,-1-1-6 15,2-2 0-15,-3 2-3 0,2-1-2 0,-5 3-4 16,0-1-4-16,-5 10 4 0,-4 0 5 0,-1 5 12 15,0 0 3-15,-2 5 13 0,-1-1 2 0,1 2-9 16,-2 6-11-16,1-9-8 0,-1 9-16 0,0-8-1 16,0 8-8-16,0 0-7 0,0 0-9 0,0 0-10 15,-23 12-7-15,13-3-1 0,-3 3-9 0,2 0-8 16,2 1-12-16,0-2-2 0,2-3-9 0,5 3 0 16,1 1-2-16,2-3 7 0,1 4-8 0,4-3 7 15,-1 2-4-15,7-1 3 0,2 0-3 0,-2-3-3 0,5 0 6 16,2 2 7-16,-3-3-5 0,1 2 0 15,-2 0-2-15,1-2-1 0,-6 0 3 0,1-1 7 16,-2-1 4-16,-4 0-13 0,3 3 4 0,-4-4 3 0,1 1 3 16,-3 0 12-16,-2-5-5 0,-3 12-2 0,-2-7-7 15,-2 4 1-15,-3-2-9 0,-3-1-18 0,-1 1-4 16,-2-1-2-16,0 1-8 0,-2-1-3 0,6-4 6 16,0 0 1-16,3 1-1 0,1-3-5 0,8 0 5 15,0 0 3-15,0 0 2 0,-19-4 6 0,19 4 4 16,0 0 4-16,0 0 0 0,12-22 5 15,-5 15 11-15,6-6-3 0,-1 1 4 0,-1 1 3 0,4-3 1 16,-2 0 13-16,-2 0 5 0,3 1 3 0,-3-2 1 16,4 2 6-16,-3-2 7 0,2 4 3 0,-5 3 12 15,0 0 16-15,-4-1 16 0,3 3 19 0,-3 1 17 16,-1 2-9-16,-1-2-12 0,-3 5-8 0,7-2-8 16,-7 2-12-16,0 0-7 0,0 0-3 0,11 8 2 15,-9-1 12-15,1 3 0 0,-1 1-7 0,-1 2 0 16,2 4 0-16,-2 2-29 0,-1 0-7 0,-1-2-31 15,1 1-24-15,-2-1-9 0,1-2-17 0,0-3-13 16,-1 0-14-16,0-5-8 0,1 3-68 0,1-10-186 16,0 0 83-16</inkml:trace>
  <inkml:trace contextRef="#ctx0" brushRef="#br0" timeOffset="-8419.87">3450 6061 104 0,'0'0'91'0,"0"0"-25"0,0 0-13 16,0 0-16-16,0 0-12 0,0 0-11 0,0 0-11 15,10 19-12-15,-1-12-3 0,0-1 4 0,4 0-2 16,5-1 2-16,2 0-4 0,7 0 0 0,1-4 8 16,1-1-1-16,0-4 0 0,-2 4 2 0,-7 2 2 15,-3-4 9-15,-3 2 9 0,-3-3 8 16,-3 4 29-16,0-2 36 0,-8 1 22 0,11-4 41 0,-6 2 10 15,-5 2 0-15,5-6-14 0,-5 6-12 0,0 0-10 16,0-9 0-16,0 9 0 0,0 0-8 0,0 0-1 16,0 0-11-16,-7-8-14 0,7 8-10 0,0 0-13 15,0 0-6-15,-9-1-11 0,9 1-7 0,0 0-5 16,-9 14-4-16,4-7-5 0,1-2-2 0,0 5-20 16,0-5-13-16,0 7-10 0,3-3-4 0,1-2-4 15,0 3-2-15,0-10-2 0,0 13-1 0,3-6 3 16,-3-7-7-16,2 9 5 0,1-6 0 0,-3-3 2 15,7 4 2-15,-7-4 7 0,8 0 4 16,-8 0-2-16,10-5 3 0,-5-1 3 0,-1 1 3 0,3-2-4 16,-1-6 4-16,-4 5 2 0,4-8 4 0,-5 1 6 15,2-1-2-15,-3 0-1 0,0 4 3 0,0-6 1 16,-3-1 0-16,2 2 1 0,-1 0 4 0,0 2 6 16,0 1 15-16,1 4 2 0,-1 0 5 0,-1 2 1 0,3 8-1 15,-1-12-7-15,1 12-7 0,-1-6-9 16,1 6-15-16,0 0-16 0,0 0-8 0,0 0 1 15,0 0 1-15,0 0 4 0,-5 25 0 0,2-8 2 16,2 2 0-16,-2 6 1 0,1-1 4 0,2-5-3 16,2-2 2-16,1-2-1 0,-1 1 1 0,2-3 0 15,4-3 2-15,-1 0 2 0,2-2 3 0,2-2 0 16,-1-1-3-16,0-1 5 0,4-2 1 0,-2-1-4 16,0 1 2-16,4-4-2 0,-3-2 1 0,-1 1 3 15,1-2-1-15,-3 0 0 0,3-4 0 0,-3 3 2 16,-1-3 2-16,0-1-3 0,-2 1-2 0,-1-2 1 15,-1 1 3-15,1 1 1 0,-2-2 2 0,-1 3 3 16,-3 0 9-16,0 8 2 0,1-10-2 0,-1 10-1 16,0-9-5-16,0 9-8 0,0 0-3 0,0 0-2 15,0 0-1-15,0 0-5 0,0 0 3 0,-20 16-13 16,13-5-11-16,2 4-15 0,0 1-27 0,4 0-27 16,-3 0-29-16,9-2-18 0,0 1-9 0,5-2-4 15,1 0 2-15,4-3 4 0,-2 0 1 0,3 2-90 16,0-4-257-16,0 0 113 0</inkml:trace>
  <inkml:trace contextRef="#ctx0" brushRef="#br0" timeOffset="-7896.67">2078 7012 15 0,'0'-13'177'0,"-2"0"-6"15,1 4-7-15,1 2-6 0,0-3-7 0,0 10-1 16,-2-13 2-16,2 13-13 0,-2-8-11 0,2 8-24 16,-1-7-14-16,1 7-11 0,0 0-14 0,0 0-7 15,0 0-6-15,0 0-6 0,4 28-3 0,2-5-4 16,-2 5-7-16,0-2-2 0,-2 0-1 0,2-2-6 16,0 2-1-16,-1 2 2 0,1 0-4 15,3 2 1-15,-2-4-10 0,-3 1-17 0,4-1-22 0,-2 2-12 16,-1-3-21-16,-1-1-30 0,0-3-35 0,-2-4-22 15,0 1-17-15,-4-2-90 0,2-8-276 0,2-8 122 16</inkml:trace>
  <inkml:trace contextRef="#ctx0" brushRef="#br0" timeOffset="-7575.39">2346 7032 171 0,'3'-4'257'0,"-3"4"-27"15,0 0-24-15,5-7-23 0,-5 7-18 0,0 0-19 16,0 0-16-16,0 0-14 0,0 0-9 0,0 0-15 16,-31 23-14-16,18-11-17 0,-2 1-14 0,-1 1-9 15,-1-1-10-15,4 0-7 0,0-1-1 0,4-5 1 0,0 0-1 16,4-2-3-16,1-2-1 0,-1 1 0 0,5-4-6 16,-9 6 0-16,9-6-1 0,-5 4-1 15,5-4-4-15,0 0-7 0,-6 3-3 0,6-3-3 16,0 0-11-16,0 0-2 0,0 0-9 0,-2 7-2 0,2-7-7 15,0 0 9-15,0 0-2 0,8 10 7 16,-3-7-1-16,3 1 9 0,-1 1 0 0,2 2 4 16,2 0 9-16,7 0-14 0,-4 1-9 0,5-1-15 15,-1-3-21-15,2 2-12 0,2-4-12 0,6 0-14 0,0 1-7 16,-9-3 3-16,9-1-6 0,-7-3 2 0,-1-1-63 16,-1 1-186-16,2-2 82 0</inkml:trace>
  <inkml:trace contextRef="#ctx0" brushRef="#br0" timeOffset="-7347.44">2828 6970 118 0,'1'-9'213'0,"-1"9"-14"0,-4-8-15 0,4 8-17 0,-6-11-10 16,2 7-18-16,4 4-12 0,-8-4-12 16,2 1-15-16,6 3-12 0,-9 0-9 0,9 0-14 0,-13 6-6 15,9-1-7-15,-1 3-8 0,0 2-5 0,1 0-5 16,-2 6 0-16,2 0-3 0,3 0-3 0,0 1-3 15,2 2-1-15,1-2-2 0,5 2-4 0,2 5-31 16,0 0-21-16,-2-5-27 0,5-2-21 0,1-2-17 16,2-1-21-16,0-4-11 0,2-1 4 0,1-6 1 15,0 1-5-15,-2-1-76 0,-2-6-223 0,-14 3 100 16</inkml:trace>
  <inkml:trace contextRef="#ctx0" brushRef="#br0" timeOffset="-7032.94">3105 6955 47 0,'4'-17'164'0,"-2"1"12"16,0 1 7-16,-2 4 1 0,0 1 5 0,0 0 2 16,1 2-1-16,-1 8-11 0,3-9-15 0,-3 9-18 15,0-8-16-15,0 8-19 0,0 0-19 0,0 0-9 16,0 0-12-16,0 0-4 0,0 0-9 0,0 0-4 16,14 26-3-16,-11-11-9 0,3 3-4 0,-3 1-2 15,3-3-5-15,-3 0-2 0,1 2-7 0,0 0-1 16,0-3-2-16,-2-2-1 0,0-1-3 0,0-2-1 15,1 7 0-15,2-2 0 0,-2-2-2 0,-1 1-3 16,1-5 1-16,0 3-2 0,0-1 0 0,1-2 1 16,-2 3-1-16,0-6-3 0,3 3-3 0,-1-1-5 15,1-1-4-15,2 0-6 0,-2 2-14 0,3-4-13 16,-1 4-21-16,3-4-22 0,0-1-19 16,2 0-34-16,5-1-9 0,3-4-16 0,1-4 3 0,6-1-2 15,1-3 9-15,-1-2 6 0,1-2 5 0,0 2 13 16,-1-4 12-16,0-2 2 0,1-1-59 0,-2 2-185 15,0-4 82-15</inkml:trace>
  <inkml:trace contextRef="#ctx0" brushRef="#br0" timeOffset="-6660.13">3775 6969 24 0,'22'-16'20'0,"-6"4"8"0,-1 3-4 0,1 1 8 15,-6 0 15-15,-1 2 19 0,-3 3 41 0,-6 3 42 16,9-8 46-16,-6 5 14 0,-3 3-18 0,5-7-19 16,-5 7-10-16,1-4-16 0,-1 4-15 0,0 0-13 15,0 0-12-15,0 0-12 0,0 0-10 0,-20 1-7 16,20-1-15-16,-14 10-5 0,6-3-8 0,-1 4-2 15,-1-3-9-15,1 2-1 0,-1 4-3 0,0 1 0 16,2-1-7-16,1 1-1 0,1 1-6 0,0-4-4 16,1-3 1-16,2 2-9 0,2 0-13 0,-2-3-3 15,3 2-6-15,0-10-3 0,3 12-8 0,-1-5 1 16,1-4-2-16,-3-3 4 0,9 7 2 0,-4-6 2 16,-5-1 4-16,0 0 3 0,15-7-1 0,-10 4 7 15,4-2 1-15,-4-4-4 0,2 0 3 0,-2 1 1 16,-1-1 2-16,-2 0 1 0,2-1 5 0,-1 3 12 15,-2 0 4-15,-1 7 8 0,1-9 3 0,-1 9 1 16,3-9-2-16,-3 9-5 0,2-6-5 0,-2 6-8 16,0 0-5-16,0 0-1 0,0 0-2 0,0 0-2 15,0 0 0-15,0 0 2 0,0 0 0 0,-1 26 0 16,1-18-6-16,0 3-4 0,0 0-9 0,3 0-15 16,-1 0-26-16,1-1-26 0,1 0-28 0,1 1-28 15,2-4-9-15,1-1-6 0,0-1-3 0,-8-5 6 16,19 4 3-16,-19-4 13 0,24-6-89 0,-24 6-241 15,22-9 107-15</inkml:trace>
  <inkml:trace contextRef="#ctx0" brushRef="#br0" timeOffset="-6456.76">4065 6997 15 0,'8'-15'35'0,"-3"-4"2"15,2 2 4-15,-4 0 11 0,1 0 15 0,-3 1 26 16,2 5 40-16,-2-6 30 0,-2 6 20 0,-2-1 14 16,3 12 8-16,-1-17 3 0,1 17-5 0,0-11-12 15,0 11-15-15,0 0-21 0,-2-11-17 0,2 11-23 16,0 0-15-16,0 0-16 0,0 0-9 0,0 0-7 15,0 0-8-15,0 0-6 0,7 40-6 0,-5-21-1 16,1 7-4-16,0-1-8 0,2-6-26 0,1 5-11 16,-2 0-13-16,-2-5-28 0,3 0-19 0,-3 0-27 0,0 0-36 15,1 0-30-15,-2-1-23 0,2-3-9 0,-5-3-1 16,2-12 1-16,-2 15-114 0,2-15-324 16,0 0 144-16</inkml:trace>
  <inkml:trace contextRef="#ctx0" brushRef="#br0" timeOffset="-6314.91">4084 6996 28 0,'5'-4'90'0,"3"1"-10"0,1-1-5 0,1 0-13 16,1 1 0-16,1 0-15 0,1 2-25 0,0-1-18 0,-13 2-17 16,24 1-17-16,-13 3-42 0,-11-4-77 15,0 0 35-15</inkml:trace>
  <inkml:trace contextRef="#ctx0" brushRef="#br0" timeOffset="-5898.73">2685 7845 14 0,'-11'-4'242'0,"11"4"-28"0,-6-1-25 15,6 1-22-15,0 0-22 0,0 0-15 0,0 0-13 0,-11 5-12 16,11-5-12-16,-6 9-9 0,5-3-6 0,0 1-12 16,-2 3-6-16,5-1-10 0,0 4-1 15,-1-3-6-15,3 0-3 0,0 2-3 0,2-4 5 16,1 0-2-16,0-3-4 0,1 1-3 0,4-1-4 0,-1-4-4 15,2-4-5-15,2-1-5 0,1-3-5 0,0-1 2 16,0-3 0-16,-2-1-2 0,-3-1 2 0,-1 0-1 16,-2-2 5-16,-4 4-4 0,-2-2 0 0,0 1-2 15,-5-2 3-15,-1 4 1 0,-3-6-2 0,-4 1-3 16,0 2 0-16,-1 0 0 0,0 3-4 0,-3 0-3 16,3 7 1-16,0-3-9 0,1 6-10 0,-5 1-4 15,1 7-10-15,-3 1-14 0,0 1-9 0,-2 7-14 16,1 1-27-16,7-5-24 0,1 1-14 15,6 1-20-15,2-5-119 0,2 1-293 0,1-11 129 0</inkml:trace>
  <inkml:trace contextRef="#ctx0" brushRef="#br0" timeOffset="-5670.75">3060 7631 19 0,'0'-11'316'16,"0"1"-16"-16,-1 3-17 0,1 7-8 0,-1-13-17 15,1 13-20-15,0-8-24 0,0 8-25 0,0 0-26 16,1-10-25-16,-1 10-17 0,0 0-12 0,0 0-11 16,0 0-12-16,1 29-6 0,-1-5-12 0,5 8 2 15,-3-1-12-15,-4 3-6 0,4 0 0 16,0 12-15-16,-1-11-23 0,1 12-8 0,-1-13-18 0,4-3-18 16,-1-1-26-16,-3 0-23 0,1-1-22 0,0-4-31 15,-2-1-36-15,3-8-29 0,-2-3-15 0,-1-3-165 16,-2 0-407-16,2-10 181 0</inkml:trace>
  <inkml:trace contextRef="#ctx0" brushRef="#br0" timeOffset="-5455.97">3247 7812 261 0,'0'0'283'0,"0"0"-29"0,5-6-34 0,-5 6-22 0,0 0-24 16,0 0-16-16,6 17-19 0,-4-8-10 0,-2 2-14 15,0 6-11-15,-2 1-8 0,2 7-13 16,0 1-3-16,-1 0-23 0,2-7-21 0,-2 0-34 16,1 2-26-16,3-2-30 0,-2-1-27 0,0-5-32 0,1-3-14 15,-1 1-11-15,0-5-11 0,-1-6 11 16,0 0 2-16,0 15-2 0,0-15-78 0,0 0-233 16,0 0 104-16</inkml:trace>
  <inkml:trace contextRef="#ctx0" brushRef="#br0" timeOffset="-5258.69">3298 7731 145 0,'4'-4'172'0,"-4"4"-27"0,5-8-4 0,-5 8-28 0,6-4-10 16,-6 4-15-16,0 0-4 0,0 0-8 0,0 0-3 16,14 7-4-16,-12-1-4 0,2 3 1 0,-3 0-1 15,-2 2-9-15,-1 1-3 0,1 0-1 0,-2 4-6 16,-2-1-10-16,-1 1-20 0,-3 3-22 0,-3 5-29 15,5-9-29-15,-3-2-23 0,-2 0-20 0,0-1-14 16,2-3-87-16,0 0-224 0,10-9 99 0</inkml:trace>
  <inkml:trace contextRef="#ctx0" brushRef="#br0" timeOffset="-4855.37">3504 7906 170 0,'10'-13'208'0,"-2"-2"-25"16,2-2-12-16,-1 2-7 0,-1 0-5 0,2-4-8 15,0-5-8-15,0 1-11 0,2-2-14 0,-3-2-9 16,-3 10-10-16,4-7-9 0,-2 7-9 0,-3 0-4 16,0 3 3-16,-2 3-1 0,1 3-2 0,-2 3-9 15,1-2-1-15,-3 7-10 0,1-6-13 0,-1 6-12 16,0 0-13-16,0 0-10 0,0 0-9 0,0 0-7 15,0 0-6-15,0 0-7 0,-18 23-8 0,13-13-10 16,1 2-21-16,-2 2-12 0,3-1-27 0,2 0 10 16,1-1-2-16,1-3 1 0,2 3 5 0,6 1 6 15,-2-3 8-15,2-1 8 0,3-1 0 0,-1-2 13 0,0 3 5 16,1-2 5-16,-2-1-4 0,1 0-7 16,-1-1 22-16,-2 3 5 0,-3-4-2 0,0 0 8 15,-3-1-3-15,-2-3 9 0,7 7-2 0,-5-3 1 16,-2-4 11-16,0 9-10 0,0-9 12 0,-10 10-10 0,2-5-11 15,2-1-11-15,0 0-4 0,-3-3-6 0,1 3-13 16,8-4-1-16,-12 3-2 0,12-3-8 16,-10-3 5-16,10 3 2 0,0 0-1 0,0 0-3 15,-3-16-45-15,3 16-115 0,10-17 51 0</inkml:trace>
  <inkml:trace contextRef="#ctx0" brushRef="#br0" timeOffset="-4682.87">3745 7757 255 0,'20'-19'-1'0,"-1"3"4"0,-5 1 11 0,4-4 4 0,-6 8 5 15,0-2 24-15,-2 5 42 0,-2 1 72 0,-4 0 46 16,-2 1 4-16,3 3-5 0,-5 3-17 0,4-5-22 15,-4 5-19-15,5-6-16 0,-5 6-18 0,0 0-13 16,4-4-12-16,-4 4-13 0,0 0-9 0,0 0-7 16,0 0-5-16,5 20-3 0,-3-11-5 0,-2 3-2 15,1 4-7-15,1 1-13 0,1-2-21 0,2 3-17 16,-4-2-30-16,0 0-37 0,1-4-45 0,-1-2-29 16,2 1-18-16,-2-5-3 0,-1-6-1 0,4 12-108 15,-4-12-308-15,0 0 136 0</inkml:trace>
  <inkml:trace contextRef="#ctx0" brushRef="#br0" timeOffset="-3983.9">3880 7472 33 0,'-6'14'71'0,"6"-14"-18"0,0 15-22 0,2-6-23 16,2 0-8-16,2 1-5 0,2-3-2 15,7 1 3-15,4 2-7 0,0-3 2 0,9 0-5 16,3-2 2-16,0-1 1 0,-2-2 0 0,1-2 3 16,-2-2 5-16,-7 1 0 0,-4-2 4 0,-2 3 13 15,-4 0 8-15,-1-1 23 0,0-1 23 0,-4 2 51 16,-6 0 57-16,0 0 29 0,0 0-3 0,8-5-10 16,-8 5-14-16,0 0-4 0,0 0-10 0,0 0-12 0,0 0-10 15,0 0-16-15,0 0-17 0,0 0-11 16,0 0-15-16,0 0-7 0,-24 7-13 0,19-2-5 15,0 3-6-15,-2 2-10 0,1-2-2 0,-1 4-11 0,1 4-7 16,2-5-16-16,3 1-14 0,0-2-10 0,-2 7-11 16,3-11-3-16,1 2-8 0,3 2 4 0,-1-5 2 15,1 0 0-15,2-2 9 0,3-2 0 0,0 2 5 16,2-3-1-16,1-4 4 0,-2 1 0 0,7-5 1 16,-7 2 4-16,-2 0 11 0,-1-3 21 0,-1 1 12 15,-2-3-3-15,2-3-3 0,-3 1-1 0,-1-3 2 16,-2 4 31-16,0-5-1 0,-3-1-15 0,1 1-7 0,-2-1-4 15,1 0 0-15,-2-1-3 0,-1 1-5 16,-1-1-2-16,5 5-3 0,0 2 15 0,0 5 1 16,-2-3-2-16,3 4-3 0,1 6-5 0,-3-9-8 15,3 9-6-15,-4-6-17 0,4 6-12 0,0 0-4 16,0 0 1-16,0 0 5 0,0 0 3 0,2 35 0 16,-1-20 3-16,0 12-1 0,0-8 4 0,2 6-3 15,1-6 3-15,2 5-2 0,-3-5 4 0,2-1-2 16,0-1 3-16,3-4-3 0,-1 1 2 0,0-3-2 0,2-2 1 15,2 3 0-15,2-7-89 0,6-3 15 0,-1 0 10 16,0-4-2-16,1 1 8 0,0-4 0 0,2-3-4 16,-1 2-7-16,-2-5 0 0,-1 0 6 15,-2 0-5-15,0-2 11 0,-2 0-3 0,0-3 23 0,-5 0 7 16,-1 0 10-16,-3 4 23 0,0 1 23 16,0 2 24-16,-3 2 17 0,0 0 8 0,-1 7 0 15,0-9-7-15,0 9-7 0,0 0-9 0,0 0-6 16,0 0 1-16,-12-1-6 0,12 1-5 0,-16 14 0 0,5 3-5 15,0-3-5-15,2 3-13 0,1-1-21 0,1 1-34 16,5 1-31-16,3-3-34 0,2-4-28 0,5-1-2 16,1-5-5-16,3 0 0 0,6-1-111 0,1 0-281 15,10-4 125-15</inkml:trace>
  <inkml:trace contextRef="#ctx0" brushRef="#br0" timeOffset="23620.14">29267 5444 31 0,'0'0'47'0,"0"0"-2"0,0 0-13 0,0 0-1 15,0 0-4-15,0 0-1 0,0 0-2 16,0 0-6-16,0 0 2 0,0 0-3 0,0 0-3 0,0 0 1 16,0 0-1-16,0 0-3 0,0 0 5 0,0 0-7 15,0 0-4-15,0 0 4 0,0 0-3 0,0 0 0 16,0 0-2-16,0 0-3 0,0 0 6 0,0 0-3 15,0 0-4-15,0 0-8 0,0 0-9 0,0 0-6 16,0 0-13-16,0 0-24 0,0 0-64 0,0 0 29 16</inkml:trace>
  <inkml:trace contextRef="#ctx0" brushRef="#br0" timeOffset="26334.83">22717 7610 23 0,'0'0'38'0,"0"0"-7"15,0 0-7-15,-3 5 2 0,3-5-3 0,0 0 1 16,0 0-6-16,0 0-6 0,0 0 4 0,0 0 2 16,0 0-16-16,0 0 10 0,-5 7-2 0,5-7 2 15,0 0 0-15,0 0-4 0,-3 6 0 0,3-6-4 16,0 0-2-16,0 0 5 0,-3 7-3 0,3-7 2 16,0 0-12-16,-4 5 10 0,4-5 2 0,0 0-4 15,0 0-2-15,0 0 2 0,-4 6 1 0,4-6-5 16,0 0 5-16,0 0 1 0,-4 8 2 0,4-8-4 15,0 0 1-15,-3 5-5 0,3-5 8 0,0 0-4 16,0 0-1-16,0 0 1 0,0 0-1 0,0 0-2 16,0 0 4-16,-4 6-9 0,4-6 5 0,0 0-1 15,0 0 1-15,0 0 0 0,0 0 1 0,0 0-1 16,0 0 2-16,0 0 2 0,0 0-6 0,0 0 7 16,0 0 0-16,0 0 3 0,0 0 0 0,0 0-3 15,0 0 6-15,0 0-5 0,0 0 0 0,0 0 2 16,0 0-3-16,0 0 2 0,0 0-6 0,0 0 1 15,0 0 3-15,0 0 2 0,0 0 1 0,0 0-5 16,0 0-2-16,0 0 2 0,0 0 3 0,0 0-6 16,0 0 2-16,0 0 2 0,0 0-2 0,0 0-1 15,0 0 0-15,0 0 2 0,0 0-2 0,0 0 9 16,0 0-9-16,0 0 3 0,0 0-1 0,0 0-1 16,0 0-2-16,0 0 10 0,0 0-5 0,0 0 3 15,0 0-1-15,0 0 5 0,0 0-6 0,0 0-4 0,0 0-5 16,0 0 9-16,0 0-2 0,0 0-1 15,0 0 0-15,0 0-5 0,0 0 6 0,0 0-5 16,0 0 9-16,0 0-7 0,0 0 9 0,0 0-3 0,0 0-6 16,0 0-3-16,0 0 8 0,0 0-3 0,0 0-1 15,0 0 7-15,0 0-5 0,0 0 0 16,0 0 1-16,0 0 1 0,0 0 0 0,0 0-5 0,0 0 3 16,0 0 7-16,0 0-17 0,0 0 2 0,0 0-15 15,0 0-6-15,0 0 2 0,0 0-11 0,0 0-7 16,0 0-31-16,0 0-79 0,0 0 35 0</inkml:trace>
  <inkml:trace contextRef="#ctx0" brushRef="#br0" timeOffset="27459.2">29894 7448 15 0,'0'0'8'0,"0"0"3"16,0 0-3-16,0 0 6 0,0 0-3 0,0 0-2 16,0 0-9-16,0 0 4 0,0 0 1 15,0 0-8-15,0 0 7 0,0 0 0 0,0 0 1 16,0 0 3-16,0 0-5 0,0 0 3 0,0 0-3 0,0 0 1 16,0 0-4-16,0 0 7 0,0 0-9 0,-4 7 6 15,4-7-2-15,0 0 4 0,0 0-6 0,0 0 2 16,0 0-1-16,0 0 0 0,0 0-4 0,0 0 6 15,0 0-3-15,0 0-2 0,0 0 4 0,0 0-4 16,0 0 3-16,0 0 2 0,0 0 2 0,0 0 0 16,0 0 0-16,0 0 3 0,0 0 5 15,0 0 1-15,0 0 5 0,0 0-11 0,0 0 5 16,0 0-6-16,0 0 12 0,0 0-7 0,0 0-1 0,0 0 0 16,0 0-6-16,0 0 12 0,0 0-10 0,0 0-1 15,0 0 2-15,0 0-2 0,0 0 0 0,0 0 3 16,0 0-5-16,0 0-1 0,0 0 2 0,0 0 0 15,0 0-3-15,0 0 4 0,0 0-2 0,0 0-1 16,0 0 1-16,0 0-7 0,0 0 4 0,0 0 4 16,0 0-2-16,0 0-1 0,0 0-3 0,0 0 1 15,0 0 1-15,0 0-4 0,0 0 3 0,-2-23-1 16,2 23-2-16,0 0 6 0,0 0-5 0,0 0 2 16,0 0-3-16,0 0-6 0,0 0-2 0,0 0-9 15,0 0 4-15,-5-7-9 0,5 7 1 0,0 0-5 16,0 0-15-16,0 0-45 0,-6-3 20 0</inkml:trace>
  <inkml:trace contextRef="#ctx0" brushRef="#br0" timeOffset="33888.6">13337 4198 8191 0</inkml:trace>
  <inkml:trace contextRef="#ctx0" brushRef="#br0" timeOffset="40536.28">16715 9274 383 0,'-1'0'-111'15,"0"0"319"-15,1-1-457 0,0 1 239 0,0 0-7 16,0-2 1-16,0 0-87 0,0 2 53 0</inkml:trace>
  <inkml:trace contextRef="#ctx0" brushRef="#br0" timeOffset="54955.71">9372 17343 17 0,'0'0'25'15,"0"0"-15"-15,0 0 6 0,0 0-22 0,0 0-5 16,0 0-11-16,0 0 5 0</inkml:trace>
  <inkml:trace contextRef="#ctx0" brushRef="#br0" timeOffset="116889.72">23177 14445 49 0,'0'0'72'0,"-7"-1"-2"15,7 1-11-15,0 0 14 0,-10-1-15 0,10 1 5 16,0 0-6-16,0 0-2 0,0 0-5 0,-10-3 4 16,10 3-11-16,0 0-6 0,0 0 5 0,0 0-7 15,0 0 0-15,0 0 4 0,0 0 6 0,0 0-7 16,0 0 4-16,27 8-7 0,-12-4-3 0,7 2-1 16,9-1-2-16,1-1 2 0,6 2-3 0,13 0-8 15,-1 3 5-15,5 0-3 0,-1-4-5 0,-1 1 0 16,-1 1-3-16,-1 1-1 0,0-1 4 0,-16-3-8 15,5 1-2-15,-3-1 4 0,3 3-3 0,-3-5 8 16,-3 3 3-16,0-3-9 0,-5 0-6 0,-6-1 2 16,-4 0 4-16,-1 1-1 0,-5-2 7 0,-2 1 6 15,0-2 1-15,-5 1 3 0,-6 0-2 0,10-2 4 16,-10 2-3-16,10 0-1 0,-10 0-2 0,0 0-2 16,8-3-1-16,-8 3-3 0,0 0-7 0,0 0 4 15,0 0-2-15,4-4 0 0,-4 4-4 0,0 0 3 16,0 0-2-16,0 0-2 0,0 0 0 0,0 0-1 15,0 0-6-15,0 0-3 0,0 0-5 0,0 0-10 16,0 0-24-16,0 0-12 0,0 0-2 0,0 0-31 16,0 0-19-16,0 0-24 0,0 16-85 0,0-16-233 15,3 9 103-15</inkml:trace>
</inkml:ink>
</file>

<file path=ppt/ink/ink9.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2-17T07:03:04.797"/>
    </inkml:context>
    <inkml:brush xml:id="br0">
      <inkml:brushProperty name="width" value="0.05292" units="cm"/>
      <inkml:brushProperty name="height" value="0.05292" units="cm"/>
      <inkml:brushProperty name="color" value="#FF0000"/>
    </inkml:brush>
  </inkml:definitions>
  <inkml:trace contextRef="#ctx0" brushRef="#br0">24515 4280 31 0,'0'0'69'0,"-8"-3"1"0,8 3-12 0,0 0-1 16,0 0 0-16,0 0-1 0,0 0-2 0,0 0 4 15,0 0-2-15,-10-3 0 0,10 3 2 16,0 0-4-16,0 0-3 0,0 0 5 0,-6-2 5 0,6 2-10 16,0 0-4-16,0 0 3 0,0 0-2 0,0 0-6 15,0 0-3-15,0 0 1 0,0 0-5 0,0 0-2 16,0 0 3-16,0 0-5 0,0 0-2 0,0 0 0 15,0 0-5-15,0 0-4 0,0 0 1 0,0 0-1 16,0 0 0-16,0 0-2 0,0 0-1 0,0 0-2 16,0 0 1-16,0 0-1 0,0 0 8 0,0 0 3 15,0 0-1-15,0 0 7 0,0 0 0 0,0 0 0 16,0 0 1-16,0 0-10 0,0 0 0 0,0 0-5 16,0 0 0-16,0 0-1 0,28-3 0 0,-10 0-8 15,11 0-1-15,4-4 9 0,6 2-2 0,17 0-6 16,5-2 3-16,3 2-3 0,24-8-6 0,-25 6 5 15,2 1-6-15,25-2 4 0,-25 1-7 0,0-1-3 16,0 0-12-16,0 2-20 0,25-3-8 0,-27 2-17 16,27-2-30-16,-30 3-24 0,1-3-21 15,2 3-117-15,-9 0-272 0,0 1 121 0</inkml:trace>
  <inkml:trace contextRef="#ctx0" brushRef="#br0" timeOffset="7270.16">6024 5734 30 0,'0'0'32'0,"0"0"-5"16,0 0-3-16,0 0 2 0,0 0-4 0,0 0 0 16,0 0-6-16,0 0-2 0,0 0-5 0,0 0 4 15,0 0-6-15,0 0 2 0,0 0-1 16,0 0-2-16,0 0 2 0,0 0-3 0,0 0 0 16,0 0-1-16,0 0 9 0,0 0-13 0,0 0 4 0,0 0-6 15,0 0 1-15,0 0 6 0,0 0-4 0,0 0-3 16,0 0 4-16,0 0 0 0,0 0 0 0,0 0-3 15,0 0-3-15,0 0 7 0,0 0-5 0,0 0 0 16,0 0 2-16,0 0-1 0,0 0 1 16,0 0 2-16,0 0 1 0,0 0 0 0,0 0-1 15,0 0-4-15,0 0-1 0,0 0 1 0,0 0 1 0,0 0 4 16,0 0 0-16,0 0-2 0,0 0 4 0,0 0-5 16,0 0-3-16,0 0 0 0,0 0 5 0,0 0-2 15,0 0 2-15,0 0 1 0,0 0-4 16,0 0 1-16,0 0 5 0,0 0-2 0,0 0 0 15,0 0 0-15,0 0 8 0,0 0-5 0,0 0-1 16,0 0 7-16,0 0-4 0,0 0-1 0,0 0-2 0,0 0 3 16,0 0-5-16,0 0-1 0,0 0 2 0,0 0-3 15,0 0-10-15,0 0-1 0,0 0-13 0,0 0-6 16,0 0-27-16,0 0-60 0,0 0 27 16</inkml:trace>
  <inkml:trace contextRef="#ctx0" brushRef="#br0" timeOffset="19231.96">27963 13288 134 0,'0'0'161'16,"0"0"-2"-16,0 0 6 0,1-9-3 0,-1 9-7 15,0 0-5-15,0 0-4 0,0 0-7 0,0-8-4 0,0 8-2 16,0 0-7-16,0 0-1 0,0 0-5 0,0 0-9 16,0 0-5-16,0 0-5 0,0 0-6 0,0 0-7 15,0 0-3-15,0 0-7 0,0 0-2 0,0 0-2 16,0 0-10-16,0 0-4 0,0 0-6 16,0 0-4-16,0 0-5 0,0 0-9 0,0 0 2 0,0 0-10 15,0 0 6-15,0 0-6 0,0 0-8 0,0 0 1 16,0 0-4-16,0 0-3 0,-16 12-3 15,11-6-2-15,1-1-1 0,-3 4-2 0,1-4-1 0,1 1 3 16,-2 3 0-16,1-1-2 0,1 2-1 0,1 0 0 16,-1 1-4-16,-1-1 2 0,3 0-21 0,-2 2 2 15,-1-2 0-15,4 3 3 0,-3-3-1 0,1 0 6 16,2 2-6-16,-1-2 6 0,2 0-3 0,-2 0 2 16,7 1 2-16,-4-2 2 0,1 1 1 0,1-1-1 15,0 0-1-15,2 0 1 0,2 0 2 16,-3-1 3-16,2 2 0 0,-1-4-2 0,3 4 7 0,0-4-5 15,1 2 0-15,-3-5 3 0,5 1-3 0,-2 1 5 16,1-2-2-16,2 1 1 0,-2-1 3 16,0-1-4-16,3-2 0 0,1-2 0 0,0 4 0 15,-1-4 3-15,-1 0-1 0,2-2 3 0,0 0-4 0,3-1 9 16,1-1-9-16,-5-2-2 0,0 4 6 0,3-7-7 16,0 2 1-16,-4-3 1 0,2 2-3 0,-1-3 2 15,-2 0-3-15,0-1 6 0,-1 1-7 0,-1-1 2 16,1-1 2-16,-2 0 0 0,-2 0 0 0,2 0 4 15,-5 3-3-15,1 0 0 0,-3-6 0 0,0 6-1 16,0-4-2-16,-3 4 4 0,1 0-2 0,-3 0 0 16,2 0 1-16,-2 0-5 0,-4-2 3 0,3 5-1 15,-5-2 1-15,1 2 6 0,1 0 1 0,-1 1-1 16,-2 2 1-16,1 0 3 0,-2 2-3 0,-1 0-3 16,1 1-1-16,-1 2 9 0,1 0-12 0,-1 1 2 15,-2 1 0-15,-2 3-3 0,-1 1-5 0,4 1-8 16,-3 1-15-16,-3 0-17 0,12 0-22 0,-5-1-22 15,3 2-16-15,-3 1-33 0,3 2-29 0,5 1-19 16,-5 1-26-16,4 2-19 0,0 0-131 0,1-5-392 16,5 3 174-16</inkml:trace>
  <inkml:trace contextRef="#ctx0" brushRef="#br0" timeOffset="21697.94">28343 13427 22 0,'0'0'62'0,"0"0"1"15,0 0-5-15,0 0 9 0,0 0-1 0,0 0 4 16,0 0-12-16,0 0 7 0,0 0-9 16,0 0 3-16,0 0-15 0,0 0 14 0,0 0-12 15,0 0-5-15,0 0 4 0,0 0 3 0,0 0-4 0,0 0 0 16,0 0 2-16,0 0-2 0,-2 7-7 0,2-7 10 16,0 0 1-16,0 0-4 0,0 0 4 15,0 0-2-15,0 0-1 0,0 0 9 0,0 0-4 0,0 0 4 16,0 0-1-16,0 0 7 0,0 0-7 15,0 0 6-15,0 0-6 0,0 0 2 0,0 0-4 0,0 0-4 16,0 0-1-16,0 0-2 0,0 0 0 0,0 0-6 16,0 0-2-16,0 0-4 0,0 0 0 0,0 0-4 15,0 0-3-15,0 0-4 0,0 0 0 0,0 0-4 16,0 0 3-16,0 0-7 0,0 0 1 16,0 0-3-16,0 0 1 0,0 0-1 0,0 0 0 0,0 0 5 15,0 0-1-15,0 0 0 0,0 0 4 0,0 0-3 16,0 0 4-16,0 0-3 0,0 0 0 0,0 0-1 15,0 0 0-15,0 0-2 0,0 0 8 0,0 0-6 16,0 0-3-16,0 0-4 0,0 0 7 16,0 0-4-16,0 0 1 0,0 0-2 0,0 0-2 0,0 0 4 15,0 0-2-15,0 0 0 0,0 0 6 0,0 0-6 16,0 0 0-16,0 0-2 0,0 0 0 0,0 0 2 16,0 0 0-16,0 0-2 0,0 0 6 0,0 0-7 15,0 0 0-15,0 0 2 0,0 0-3 0,0 0 1 16,0 0 1-16,0 0-1 0,0 0-2 0,0 0-5 15,0 0 7-15,25-4-1 0,-15 2 1 0,2 0-3 16,6-1 1-16,3 1-2 0,7 1 2 0,0-1-2 16,-1 1-1-16,4-3-2 0,-1 2 2 0,1-2 0 15,-2 0 0-15,2 0-2 0,-2 1 3 0,-1-1 0 16,1 1-1-16,0-1-1 0,1 0 2 0,-4 2-2 16,-3-1 2-16,-5 0-4 0,4 1 1 0,-6-1-1 15,1 2 3-15,-2 0 1 0,-4-2-6 0,0 3 3 16,-2-1-3-16,-1-1-1 0,0 1 3 0,-1-1-1 15,-7 2 1-15,0 0-2 0,13 0 1 0,-13 0 2 16,8-2 1-16,-8 2-5 0,0 0 3 0,8-2-1 16,-8 2-1-16,0 0 0 0,0 0 4 0,0 0-5 15,0 0 5-15,0 0-2 0,9 0 1 0,-9 0-3 16,0 0 5-16,0 0-2 0,0 0 0 0,0 0-1 16,0 0 3-16,0 0-3 0,0 0 3 0,0 0 0 15,0 0-2-15,0 0-2 0,0 0 2 0,0 0 7 16,0 0 4-16,0 0 3 0,0 0 2 0,0 0 1 15,0 0 1-15,0 0 0 0,0 0 0 0,0 0 2 16,0 0 2-16,0 0-1 0,0 0 1 0,0 0-4 16,0 0-2-16,0 0 4 0,0 0 0 15,0 0-1-15,0 0 5 0,0 0-2 0,0 0 2 16,0 0 3-16,0 0-5 0,8-3 8 0,-8 3-6 0,0 0-2 16,0 0-2-16,0 0 0 0,0 0-4 0,0-7 1 15,0 7 1-15,0 0-5 0,0 0-3 0,0-12-1 16,0 12 3-16,0 0-2 0,1-10 0 0,-1 10-8 15,0-8 0-15,0 8 2 0,3-10 2 0,-3 10 0 16,1-10 1-16,-1 10 4 0,3-8-6 0,-2 2-4 16,-1 6 5-16,2-8 0 0,-2 8-9 0,4-9 2 15,-4 9 7-15,4-9-7 0,-4 9 4 0,3-6-1 16,-3 6 2-16,0 0-5 0,2-6-2 0,-2 6 0 16,0 0 2-16,6-4-3 0,-6 4 6 0,0 0-4 15,0 0-6-15,0 0 5 0,17 10-3 0,-12-7 1 16,2 4 5-16,-1-1-4 0,1 0-2 0,2 4 5 15,0-1-3-15,1 1 3 0,3 3-3 0,-6-3 0 16,5 0 1-16,-2-1 0 0,-1 0 0 0,0 1 1 16,1-2 2-16,-1 1 1 0,0-3-4 0,0 2 7 15,1 0-2-15,-2-5-5 0,-3 3 2 0,1-2 2 16,1 0 1-16,-7-4-2 0,7 5 3 0,-7-5-1 16,8 3-2-16,-8-3 8 0,7 3-1 0,-7-3 7 15,0 0 3-15,0 0-5 0,0 0-1 0,13-6 2 16,-9 3 0-16,1-1-6 0,-5 4-1 0,8-12 4 15,-4 7 1-15,4-5-4 0,-2 0 4 0,4-4 4 16,0 0 1-16,-1 0-14 0,0 1 11 0,-1 1-8 16,2-1-6-16,-2 4 0 0,-3-1 6 0,3 2-7 15,-2 1-1-15,2-1-1 0,-4 4 3 0,2 1-1 16,-1-1-4-16,-5 4 2 0,10-7-1 0,-5 6-3 16,-5 1 2-16,9-2-2 0,-9 2 7 0,12 8-2 15,-7-2 0-15,0-3-1 0,3 6 1 0,0-2-1 16,-1 0-6-16,1 1 8 0,-2 0 0 0,2 1 1 15,-1-2 3-15,1 1-5 0,-3 0 6 0,-1-3-8 16,1 0 2-16,-1 0 4 0,-1 0-2 0,-3-5-9 16,8 8 9-16,-5-4 0 0,-3-4 2 15,8 4 0-15,-8-4 3 0,4 5 1 0,-4-5 0 0,10 0-6 16,-10 0 8-16,6 1-5 0,-6-1 2 0,0 0-2 16,12-3 1-16,-12 3-1 0,7-7 0 0,0 3 0 15,2-1 3-15,-4 1-2 0,0-5 4 0,1 2 4 16,4-2 5-16,-2-1-16 0,0 1 3 15,1-1-7-15,0 0 0 0,0 2 3 0,0-1 1 0,1 0-4 16,-2 4 3-16,-1-1-3 0,0 2 0 0,0-1-2 16,0 3-1-16,0 1 0 0,-7 1 2 0,12-1 0 15,-12 1-3-15,11 2 6 0,-6 1-9 0,1 1 5 16,0 1 4-16,0 2 1 0,-1-1-2 0,1 1-3 16,-3 2 7-16,3-1-7 0,-3-2 7 0,4 2-4 15,-2-1 4-15,-1-1 0 0,-2-1 1 0,2 0-2 16,0 0 0-16,-4-5 1 0,5 7-7 0,-2-3 3 15,-3-4 1-15,5 4 4 0,-5-4-3 0,0 0 5 16,3 6-5-16,-3-6 6 0,0 0-5 0,0 0 4 16,0 0-3-16,0 0 3 0,4 4 2 0,-4-4-4 15,0 0 5-15,0 0-5 0,12-12 3 0,-8 6 3 16,-4 6-2-16,11-11-3 0,-4 4 1 0,-1 0-1 16,-1-1 0-16,3 0-3 0,-1-1 0 0,0 5 3 15,-2 0-4-15,1-1 0 0,2 1-6 0,-2-1 3 16,1 1 3-16,-7 4-4 0,11-3-6 0,-4 1 15 15,-7 2-12-15,10 0 1 0,-10 0 1 0,12 4 3 16,-6-3 0-16,-6-1-5 0,7 8 2 0,0-3 1 16,-3 1 1-16,1 0-4 0,1 1 2 0,-1-1 1 15,0 1-1-15,1-2 4 0,-5 2 1 0,4-1 3 16,-1 0-5-16,3 1 6 0,-2 0-6 0,1-1 4 16,1 1 0-16,-1-4-2 0,2-1 3 0,3 4 1 15,-4-5 0-15,6 3-4 0,0-3 0 0,0 1 1 16,2-4-3-16,5 1-1 0,0-1-1 0,9-1-5 15,0-5-1-15,1 2 5 0,-2-1-3 0,3 0 0 16,-2 0-4-16,2-1 8 0,1 1-7 0,-2-2 5 16,2 0 2-16,-1 1-3 0,0 2 4 0,0 0 1 15,-2 1-5-15,0 0 4 0,-2 1 1 0,-7 1-2 16,8-2 4-16,-7 5-6 0,0-4 2 0,-4 2 2 16,2-2 3-16,2 2-4 0,-5 0-2 0,3 2 1 15,-7 0 3-15,2-2-2 0,0 2 1 0,-1 2 1 16,0-2-2-16,-2 0 2 0,2 0-1 0,-1 0 0 15,-2 0 4-15,1 2-6 0,-1-1 0 0,1-1 1 16,-1 1 8-16,-1 1 1 0,1-1 0 0,-10-1-3 16,15 0 4-16,-8 0-1 0,-7 0 2 0,11 1 1 15,-3-1-2-15,-8 0 0 0,8 2-3 0,-8-2 4 16,0 0 1-16,10 0-1 0,-10 0 9 0,0 0-10 16,0 0-2-16,0 0-5 0,10 0-10 0,-10 0-16 15,0 0-32-15,0 0-37 0,0 0-61 0,0 0-77 16,0 0-79-16,0 0-208 0,0 0-563 0,-38-3 249 15</inkml:trace>
  <inkml:trace contextRef="#ctx0" brushRef="#br0" timeOffset="22633.48">30872 12904 87 0,'3'-9'137'0,"1"3"2"0,-1-3-4 0,-2 0 1 0,3 0 3 15,-4 0-6-15,3-1-3 0,-3 10 2 0,1-13 3 16,-1 4-13-16,0-1-4 0,1 2 3 16,-1 8-8-16,0-16 0 0,-1 8-4 0,0 1 0 15,1 7 1-15,-2-13 2 0,2 13-7 0,0-10-7 0,0 10-5 16,0 0-10-16,-1-9-3 0,1 9-12 0,0 0-7 16,0-9-9-16,0 9-3 0,0 0 0 15,0 0-8-15,0 0-4 0,0 0-3 0,0 0-5 16,0 0-3-16,0 0-6 0,0 0-1 0,0 0-2 15,-1-8-8-15,1 8-4 0,0 0-10 0,0 0-8 0,0 0-3 16,0 0-10-16,0 0-4 0,0 0-7 0,0 0-10 16,0 0-8-16,0 0-10 0,0 0-8 0,0 0-4 15,0 0 3-15,0 0-5 0,0 0-4 16,0 0 3-16,0 0-2 0,18 6 12 0,-18-6 6 16,12 1 9-16,-12-1 5 0,13-1 8 0,-4 1-1 15,-9 0 4-15,9 0 7 0,-9 0 1 0,9 0 20 0,-9 0 6 16,0 0 12-16,9-4 11 0,-9 4 7 0,0 0 7 15,6-3 12-15,-6 3 2 0,0 0 6 0,0 0 3 16,2-8 10-16,-2 8 0 0,0 0 3 16,0 0-4-16,0 0 10 0,0-7-9 0,0 7-1 15,0 0 0-15,0 0 1 0,0 0-5 0,0 0-2 16,0 0-5-16,0 0-3 0,0 0-9 0,0 0-6 0,0 0-5 16,0 0 1-16,0-11-11 0,0 11-4 15,0 0-1-15,0 0 0 0,0 0 1 0,2 28 0 0,1-11-1 16,-1 9 1-16,1 1 2 0,1 2 4 15,1 4 0-15,2 1 9 0,1 16 4 0,0 3 23 16,0 3-3-16,0-4-6 0,-1 1-3 0,-2-2 3 16,0 1-1-16,0-2 2 0,-1 1 9 0,1-4-4 0,0-1-3 15,-2-12 0-15,-1-1-7 0,1 3-1 0,1-2-1 16,-2-1-11-16,1-3 1 0,-2 3-5 16,3-2 3-16,0-1-4 0,0 1 3 0,-3-10-12 15,1-2 3-15,0-1-3 0,0 1 4 0,-2-3-11 16,2 1 4-16,-1-5-4 0,0-1-9 0,0 1 10 0,-1-3-7 15,2 2 7-15,-2-4-1 0,1 0-3 0,-1-7-9 16,0 11-27-16,1-5-23 0,-1-6 8 16,3 7-42-16,-3-7-31 0,0 0-35 0,1 6-39 15,-1-6-54-15,0 0-83 0,0 0-228 0,0 0-600 16,0 0 266-16</inkml:trace>
  <inkml:trace contextRef="#ctx0" brushRef="#br0" timeOffset="23298.99">31186 13604 52 0,'-5'-3'196'0,"-1"0"1"16,6 3-5-16,-9 0-2 0,9 0-4 0,-8-3 0 16,8 3-8-16,-8-5-4 0,8 5-8 0,0 0-8 15,0 0-11-15,-6-4-5 0,6 4-12 16,0 0-7-16,0 0-11 0,0 0-4 0,0 0-9 15,-8-3-6-15,8 3-9 0,0 0-13 0,0 0-3 0,0 0-6 16,0 0-6-16,28 12-2 0,-16-9-4 0,2 1-1 16,6 1-20-16,2 0 11 0,0 0-16 15,-2-1 11-15,1 1-6 0,0 0-1 0,1 0 0 16,6 2-5-16,0-4-2 0,1 0-3 0,-1 2 2 16,-2 0-8-16,-4-2 3 0,-1 0 0 0,2-2-3 15,-2 1-2-15,1 1-1 0,4 2-2 0,-5-4 4 0,2-1-2 16,-2 2-4-16,-1-2-8 0,-1 0 7 0,-1 1-1 15,-5-1 2-15,0 0 1 0,0 0-6 0,-4 0 2 16,1 2-1-16,-3-2-1 0,-7 0 2 16,12 0-2-16,-12 0 2 0,8 0-1 0,-8 0 0 15,0 0 2-15,7 3-6 0,-7-3 6 0,0 0-6 0,0 0-5 16,12-3 9-16,-12 3 8 0,0 0 3 0,0 0 14 16,0 0 7-16,0 0 11 0,0 0-15 0,4 5 2 15,-4-5 4-15,0 0-24 0,0 0 20 0,0 0 3 16,-22 14-6-16,12-7 5 0,-3-1 4 15,-2 3-2-15,-2 2-4 0,-4 5-2 0,1 0-17 0,3-5 16 16,1 3-1-16,-3 4 2 0,3-5-9 0,1-1-25 16,1-1 24-16,1 1-13 0,-3-1 17 0,5-3-15 15,-1-2-20-15,3 1-23 0,0-1-36 16,0 1-34-16,1 0-28 0,2-4-35 0,6-3-31 16,-11 3-45-16,11-3-38 0,-6 2-243 0,6-2-568 0,0 0 252 15</inkml:trace>
  <inkml:trace contextRef="#ctx0" brushRef="#br0" timeOffset="23499.27">31843 13640 111 0,'3'-13'263'16,"-5"1"2"-16,2 1-6 0,-1-2-3 0,-2 3-7 16,-2-2-11-16,0 2-7 0,-4-4-17 0,2 4-17 15,-4-3-15-15,0 2-12 0,2 1-11 16,1 0-15-16,-2 1-6 0,2 2-24 0,1-2-13 15,0 1-9-15,0 4-4 0,0-5-25 0,1 1-38 0,1 3-40 16,1 0-43-16,4 5-46 0,-7-13-62 0,4 4-71 16,0 2-260-16,3 7-538 0,-2-19 238 15</inkml:trace>
  <inkml:trace contextRef="#ctx0" brushRef="#br0" timeOffset="24370.97">30975 12917 5 0,'0'0'113'0,"0"0"-5"15,0 0-3-15,0 0 7 0,0 0-9 0,0 0-4 16,0 0-10-16,0 0-2 0,0 0 6 0,0 0-1 16,0 0 4-16,0 0 4 0,0 0-14 0,0 0 11 15,0 0-1-15,0 0-1 0,0 0 1 0,0 0 0 16,0 0 4-16,0 0 3 0,0 0 8 0,0 0 3 15,0 0 4-15,0 0-7 0,0 0-8 0,0 0-10 16,0 0-11-16,8-10-8 0,-8 10-5 0,8-12-8 16,-3 4-6-16,3 1-6 0,0-1-3 0,1-2 0 15,5-1-5-15,2-3-4 0,-1 2-3 0,4-6 0 16,3 0-3-16,2 0-4 0,-5-2-1 0,6 0-4 16,-1 0-1-16,-1 0 0 0,-3 0-6 15,5-1 3-15,-1 1-1 0,-1-1 3 0,0 1 4 0,-1 0 7 16,-1 2 1-16,-5 4-3 0,5-2 0 0,-5 4 5 15,-2 1 8-15,0-1-1 0,-3 1 11 0,-3 3 5 16,3 0-2-16,-2-1 12 0,0 2 7 0,-3 3-5 16,-1-2 3-16,1 2 13 0,-1-1-7 0,-5 5 5 15,7-6-2-15,-7 6 1 0,5-7-7 0,-5 7-1 16,2-4-8-16,-2 4-6 0,0 0-3 0,5-7-9 16,-5 7-3-16,0 0-3 0,7-4-7 0,-7 4-2 15,0 0-4-15,0 0-3 0,0 0-5 0,0 0-4 16,0 0-6-16,0 0 2 0,0 0-4 0,0 0-15 15,0 0-24-15,0 0-25 0,0 0-33 0,0 0-27 16,5-5-33-16,-5 5-29 0,0 0-32 0,0 0-26 16,0 0-34-16,0 0-31 0,0 0-19 0,0 0-230 15,0 0-595-15,0 0 263 0</inkml:trace>
  <inkml:trace contextRef="#ctx0" brushRef="#br0" timeOffset="31365.72">31640 11823 53 0,'0'0'82'0,"0"0"-7"15,0 0-7-15,0 0-1 0,-3-6-13 16,3 6-3-16,0 0-7 0,0 0-1 0,0 0 0 15,0 0 6-15,-6-6 1 0,6 6-16 0,0 0 3 0,0 0 4 16,-4-7 1-16,4 7 4 0,0 0 9 0,-5-8-7 16,5 8-9-16,-4-5-10 0,4 5 5 15,-4-5-3-15,4 5 13 0,-4-9-17 0,4 9 1 0,-3-6 3 16,3 6 2-16,-4-9-11 0,4 9 7 16,-2-7 8-16,2 7 7 0,-3-6 1 0,3 6-12 0,-4-6 5 15,4 6 0-15,0 0-4 0,-4-10-2 0,4 10 0 16,0 0 12-16,0 0-2 0,-4-6-1 0,4 6-2 15,0 0 2-15,0 0-5 0,-5-6-3 0,5 6-6 16,0 0 1-16,0 0-9 0,0 0-4 16,0 0 0-16,0 0-2 0,0 0-5 0,0 0 0 0,0 0 2 15,0 0-5-15,0 0 0 0,5 36 10 0,-1-18-5 16,-2 8 5-16,1 0-5 0,3 3 12 0,-3 1 0 16,0 2 2-16,2-1 2 0,-2 1 2 15,1 1 1-15,1-4-1 0,1 0 4 0,1 4 6 0,-2-2-3 16,5-2 8-16,-3-4 3 0,1 2-3 0,-3-8-4 15,2 0-4-15,-3-2-5 0,0 0 0 0,0-1 1 16,1 0 8-16,-2-4-1 0,-1 1 1 0,2-4-5 16,1 1-5-16,-4-2 5 0,2 2-2 0,-2-4-4 15,0 0 4-15,-1-6-3 0,2 10 5 0,-2-10-4 16,2 8 0-16,-2-8-3 0,0 9 2 0,0-9-3 16,0 0-2-16,2 7 3 0,-2-7-6 0,0 0 4 15,0 0 2-15,0 0-5 0,0 0-4 0,0 0-4 16,0 0 3-16,0 0-6 0,0 0-7 0,1 7-22 15,-1-7-30-15,0 0-35 0,0 0-43 0,0 0-52 16,0 0-46-16,-14-15-24 0,7 9-172 0,0-1-454 16,-2 2 200-16</inkml:trace>
  <inkml:trace contextRef="#ctx0" brushRef="#br0" timeOffset="32625.26">31582 11859 73 0,'0'0'94'0,"0"-9"-10"0,0 9-7 15,0 0-5-15,4-11-3 0,-4 11-12 0,1-7-3 0,-1 7 1 16,0 0-4-16,2-9-9 0,-2 9 0 0,0 0-7 16,3-9-14-16,-3 9-1 0,3-6-7 15,-3 6-7-15,5-7 2 0,-5 7-11 0,4-6-20 0,-4 6 6 16,5-6-3-16,-5 6-6 0,9-6 3 15,-7 2 2-15,-2 4 1 0,6-6 1 0,-2 2 2 16,-4 4 1-16,3-5 10 0,-3 5 11 0,3-6 2 0,-3 6 3 16,0 0 9-16,3-8 1 0,-3 8-2 0,0 0 4 15,0-9 10-15,0 9 20 0,0 0-13 0,-7-8-5 16,7 8 8-16,-6-6-2 0,2 2 7 16,4 4-4-16,-8-6 6 0,8 6 1 0,-7-6 11 15,7 6-3-15,-9-4-6 0,9 4 5 0,-7-7-1 0,3 4 4 16,4 3 4-16,-6-6 1 0,6 6-3 0,-1-9-6 15,1 9-3-15,-3-9 3 0,3 9-7 0,2-10-4 16,-2 10-1-16,3-13-4 0,4 6-7 16,-1-1-1-16,2-1-7 0,7 1 0 0,-3-6-2 15,-1 2-3-15,3 1-6 0,0-1 5 0,1 1-7 16,0-4 2-16,0 4 1 0,-1 0-5 0,-1 0 4 0,-4 2-6 16,1 1 1-16,-1-2-3 0,0 2 3 15,-2 0 1-15,0-2 0 0,2 2 3 0,-4-1 9 0,-3 2 6 16,1-2-8-16,0 2 6 0,-2 1-7 15,-1 6 1-15,0-14-2 0,-3 8 0 0,3 6-2 16,-6-13 2-16,-1 4-7 0,0 2-1 0,-2-2 6 0,0 0-8 16,-2 2 3-16,0 0-4 0,-2 0-1 15,2-1 2-15,-1 3-6 0,0-2 5 0,0 2-5 0,2-1 3 16,-3 0-4-16,3 2 3 0,1-1 3 16,1 1-1-16,-1-1 0 0,3 2 0 0,6 3-3 15,-9-6 2-15,9 6-3 0,-6-5-2 0,6 5-1 0,-3-6 3 16,3 6-2-16,0 0-1 0,11-12 3 0,-3 6 0 15,1 2-3-15,1-3 3 0,-1 0-2 0,3 2 0 16,-1-1-1-16,-2-1 3 0,3 0-2 16,-1-3 1-16,0 4 0 0,-2-1 0 0,1 0 1 15,-4 0 1-15,0-2-3 0,0 3 3 0,-2-3-6 0,-3 1 7 16,1 0-2-16,1-2 3 0,-3 1-3 0,0 0-4 16,-5 2 3-16,2-1 1 0,-1-1-2 15,-1-2 3-15,-1 3-1 0,-1-1-3 0,2 1 3 0,0 0 5 16,-1 1 2-16,2 0-11 0,0 1 1 15,0-1-4-15,0 3 0 0,4 4 7 0,-6-12-4 16,4 6 4-16,2 6-2 0,2-16 0 0,-1 10-7 0,6-1 9 16,-2-5-3-16,1 5 2 0,1-2 0 0,-1 1-2 15,3-2-2-15,-3 1 5 0,5-4-2 16,0-1-2-16,-5 3 0 0,2 1 5 0,-3 1-4 16,0-2 4-16,0-1-3 0,-1-3 1 0,-1 4 0 15,-1-2 0-15,-3 6 0 0,2-3-2 0,-1 10 2 0,-3-17-2 16,-3 8-5-16,0 0 6 0,0 0-1 0,-2 2 4 15,-1 0-2-15,-1 1-3 0,1-4 1 0,0 3 1 16,1 2-1-16,1-1 5 0,0 1 0 16,2 2-3-16,0-3 0 0,-1 0 0 0,6 6 3 15,-8-9-4-15,5 4 2 0,3 5-1 0,-5-9-3 16,3 6 3-16,2 3 1 0,0 0-3 0,1-16 4 16,-1 16-3-16,3-9 1 0,-1 2 1 0,1-3-1 0,-2 2-2 15,2-4 2-15,-1 0 1 0,1 0-2 16,0-5-3-16,0-1 2 0,-3 1 2 0,0-2-1 15,-5-1 4-15,1-3-3 0,-4-2 0 0,1-1 4 16,-2 1 3-16,-3-1-4 0,1-1 5 0,-4 0 1 0,2 0-2 16,1 2-2-16,-3-3 6 0,1 6 4 15,1-4 1-15,1 0 0 0,2 2 8 0,4 7-9 16,-2-7-3-16,3 6 5 0,1 0-6 0,2 3-3 0,0-1-1 16,2 5-1-16,0-1 0 0,0 12 0 15,2-21 0-15,-1 11 2 0,3 0 0 0,-4 10-9 16,5-11 0-16,-1 4-10 0,1 2-15 0,1-4-8 0,-1 4-11 15,0 0-10-15,1 2-15 0,-6 3-15 0,0 0-15 16,14-7-15-16,-14 7-20 0,9-5-14 16,-9 5 1-16,0 0-12 0,10-2-6 0,-10 2-4 15,8 2-97-15,-8-2-288 0,0 0 128 0</inkml:trace>
  <inkml:trace contextRef="#ctx0" brushRef="#br0" timeOffset="33098.99">31517 9769 24 0,'0'0'154'15,"-9"-7"-9"-15,4 3-6 0,5 4-5 0,0 0-4 16,-10-8-12-16,10 8-14 0,-9-4-2 0,9 4-7 15,0 0-9-15,-9-3-7 0,9 3-6 0,0 0-8 16,-8-2-7-16,8 2-5 0,0 0 0 0,0 0 7 16,-16 12-4-16,10-7 3 0,1 4-4 0,1 1-3 15,1-1-6-15,-2 1 2 0,3 2-4 0,2 0-5 16,0 0-1-16,2 1 7 0,1 0-3 0,4 0-6 16,-2-2 0-16,7 3-2 0,0 0 3 0,2-6-6 15,3 0 0-15,0 2-3 0,0-7-1 0,1-2 5 16,5 1 2-16,-2-1 1 0,2-3 0 0,-4-2-3 15,3 0 2-15,-3-1-5 0,0-4-1 0,0 0 2 16,-5 0 0-16,0-1-5 0,-4-3-4 0,-2 3-1 16,-3 0 2-16,0-3-2 0,-2-3-4 0,-6 5-3 15,1-6 3-15,-7 0-6 0,1 1-1 0,-2-1 2 16,-4 2-1-16,-3-3-5 0,1 5 5 0,0 1-4 16,-2 1-3-16,-1 1 0 0,0 3-2 0,3-1 2 15,-4 4-8-15,2 2-9 0,-1 0-15 0,3 0-17 16,4 2-21-16,-1 3-21 0,3 1-32 0,0 0-30 15,4 2-21-15,6-6-22 0,-3 13-160 0,3-13-383 16,6 18 170-16</inkml:trace>
  <inkml:trace contextRef="#ctx0" brushRef="#br0" timeOffset="33481.33">31995 9636 84 0,'1'-5'210'0,"-1"5"-3"0,3-14-12 15,-3 14-13-15,2-7-23 0,-2 7-12 0,4-6-19 16,-4 6-8-16,0 0-15 0,0 0-12 0,17 11-7 16,-9-3-8-16,1 2 1 0,2 2-4 0,0 2-6 15,-1 1-3-15,1-1-9 0,0 1-1 0,1-1-7 16,1 0 0-16,0 0-1 0,-2-3 7 0,-2-2 0 15,4 1-2-15,-2-1 4 0,-1-3 0 0,0 0 5 16,1-2 7-16,-2 0 14 0,-3-2 7 0,-6-2 2 16,14 0-5-16,-5-6-8 0,-1-2-8 0,1 0-6 15,0-1 2-15,-3-1-6 0,2-5-5 0,-2 1-5 16,2-3-1-16,-3 1-7 0,-1-3 8 0,2 2-17 16,-2 0-4-16,0 0-8 0,4-7-2 0,-5 7 1 15,-1-1-13-15,0 0-4 0,2 1-8 0,-3 3-4 16,2 2-20-16,-2 2-17 0,1 1-21 0,-2 4-34 15,0 5-46-15,1-11-43 0,-1 11-22 0,0 0-17 16,0 0-8-16,0 0-9 0,0 0-144 0,10 25-420 16,-5-14 186-16</inkml:trace>
  <inkml:trace contextRef="#ctx0" brushRef="#br0" timeOffset="33714.87">32598 9645 140 0,'0'0'221'0,"0"0"5"0,-7-10 1 0,7 10-5 16,-8-9-11-16,8 9-10 0,-5-3-14 0,5 3-20 16,0 0-13-16,-12-2 4 0,12 2-4 0,-11 7-9 15,3-2-4-15,-3 3-18 0,-1 3-13 0,1 1-10 16,-1 0-5-16,3 2-14 0,4-4-4 0,0 2-11 16,1-1-7-16,0 1-9 0,2-1-11 15,2 1-26-15,2 1-21 0,5-2-24 0,0 4-35 0,1-6-21 16,1 0-33-16,8-1-33 0,0 1-31 15,3-2-19-15,1-4-12 0,-21-3-11 0,0 0-118 0,66 0-372 16,-66 0 164-16</inkml:trace>
  <inkml:trace contextRef="#ctx0" brushRef="#br0" timeOffset="33931.98">32867 9681 59 0,'0'0'185'0,"0"0"-3"15,0 0-2-15,0 0-8 0,0 0 3 0,-15-53 1 16,15 53-2-16,0 0 2 0,0 0-8 0,-57 8-8 0,38-1-6 15,2 2-6-15,1-2-12 0,2 3-9 0,2-3-11 16,3 1-8-16,3 1-18 0,-1 1 2 16,1-1-11-16,5 1-3 0,0-3-13 0,2 3-4 15,-1-10-2-15,0 0-5 0,0 0-9 0,37 33-6 16,-37-33-7-16,38 13-30 0,-11-6-20 0,-27-7-33 16,54 12-35-16,-34-8-43 0,-20-4-46 0,39 7-47 15,-39-7-214-15,0 0-472 0,36 7 209 0</inkml:trace>
  <inkml:trace contextRef="#ctx0" brushRef="#br0" timeOffset="36147.58">31954 13669 25 0,'0'0'122'0,"0"0"-8"16,-4-7-8-16,4 7-12 0,0 0-4 0,0 0-5 16,0 0-12-16,0 0-5 0,0 0-12 0,0 0-7 15,-2-8-1-15,2 8-13 0,0 0 4 0,0 0-6 16,0 0 0-16,0 0-3 0,0 0-7 0,-20 11-3 15,15-8-14-15,-1 1-7 0,1 3-9 0,-1-1-11 16,-2 1-18-16,-1 0-6 0,1 2 0 0,1 0-11 16,-1-1-6-16,0 3 2 0,2-3-4 0,1-1 0 15,0 0 4-15,1 1 5 0,0-1 3 0,1 0 4 16,3-7 2-16,-3 10-25 0,3-10 63 0,-3 8-26 16,3-8 7-16,-1 10 4 0,1-10 1 15,0 0 13-15,0 8 12 0,0-8 9 0,0 0-2 0,0 0 13 16,0 0 7-16,0 0 11 0,0 0 7 15,0 0 11-15,0 0-8 0,0 0-7 0,0 0 13 0,0 0 10 16,14-21 30-16,-14 21-19 0,4-8 4 0,-4 8 1 16,0-8 0-16,0 8-4 0,1-8-3 0,-1 8 1 15,0 0 1-15,3-9 3 0,-3 9-8 0,0 0-2 16,2-6 5-16,-2 6-14 0,0 0-3 16,0 0-11-16,3-7 1 0,-3 7-8 0,0 0-2 15,0 0-6-15,0 0-3 0,0 0-3 0,0 0-2 0,0 0-5 16,0 0-3-16,0 0 3 0,0 0-9 15,0 0 6-15,0 0-6 0,0 0 9 0,0 0-9 0,12 12-3 16,-12-12-2-16,4 11 6 0,-1-3 4 16,-2 2 10-16,3 1-1 0,0 1 3 0,-2 0 11 15,1 3-5-15,-2 3-1 0,3 1-4 0,0 0 3 16,1 7-3-16,0-1 1 0,-1-1-5 0,0 3-23 0,-2 1-4 16,2 0 8-16,-3-1-3 0,4 1 10 15,-3 2-4-15,-1 1 16 0,0 0 1 0,-1 0-4 16,-1 3-2-16,2-4 2 0,-2 2-4 0,-2 0-3 15,3 1 3-15,2-3-6 0,1-3-4 0,-3 2 2 16,2 0-1-16,-2-1 3 0,2-2-2 0,0 1 0 16,2 1 1-16,-3-2-3 0,1 0-1 0,0-1 5 15,0-8-3-15,1 2-3 0,-4-1 3 0,2 0 7 0,0-1 4 16,3-1-6-16,-4-4 0 0,1 0 1 16,2 0-1-16,-2-2 2 0,0 2-5 0,0-2 15 15,1 0-8-15,0-1-3 0,1 0 2 0,-2-2-5 16,2-1 2-16,-3-6 1 0,2 12 2 0,0-6-9 15,-2-6 3-15,1 9-2 0,-1-9 0 0,0 6-1 16,0-6-1-16,3 7 2 0,-3-7-3 0,0 0-3 16,0 0 3-16,2 7-1 0,-2-7 3 0,0 0 1 15,0 0 0-15,0 0-3 0,0 0 1 0,0 0-2 16,4 6 1-16,-4-6-4 0,0 0 3 0,0 0 0 16,4 8 6-16,-4-8 1 0,5 4 2 0,-5-4 0 15,7 4-3-15,-1-1-2 0,-6-3 1 0,11 6-1 16,-6-3 4-16,2 0 1 0,-1 0 2 0,5 1-2 15,-3 1-4-15,0 0 2 0,1-1-3 0,1 1 1 16,-1 2-4-16,-3-3 0 0,1-1 0 0,0 0-2 16,-2 2-3-16,-1 0 7 0,-4-5 0 0,7 9-9 15,-5-4 1-15,1 2 0 0,-3 0 1 16,0-7-3-16,-3 16 4 0,2-4 1 0,-3-1-2 0,-2-1 0 16,1 0 8-16,-6 5-5 0,2-2 5 0,0 2-6 15,-2-1 2-15,-1 0 2 0,2 0-3 0,0 2 1 16,1-2-2-16,3 2 0 0,-2 0 4 15,3-5-7-15,1 1 14 0,2 1-10 0,-1 2 0 0,6 2-5 16,0-1 4-16,5 0 5 0,-2-2 3 0,3 2-5 16,4-3 4-16,-1 0-5 0,-1 1 3 15,4 0 0-15,-2-1-2 0,-1-3 1 0,1-1-2 16,-6 1 0-16,2-3 3 0,-4-1-6 0,-1 0-2 16,0 0-2-16,-1 1 5 0,-1 3-1 0,-2 0-1 0,-1-3 4 15,-2 4 26-15,-3-3-2 0,-1 3 2 0,-1 0-13 16,-3 2 10-16,0 0-10 0,1 0-3 15,3-3-2-15,1 0-4 0,-2 1 1 0,1 3-3 16,0 1-12-16,3-2 18 0,2-2-13 0,0 1 13 16,1 5-6-16,1-5-17 0,3 3 17 0,-1 1-1 15,2-5-2-15,1 0-1 0,-1 1 2 0,1-2-1 16,0 0-2-16,2 1-9 0,-2 0 13 0,1-1-3 16,4-1 3-16,-5 1-1 0,3 0-4 0,1 3 3 15,1-3-2-15,-5 1 4 0,3-2-11 0,0 5 4 16,-2-2-2-16,0 3 4 0,2-1 2 0,-4 2 0 15,1-1 2-15,8 8 1 0,-8-6-5 0,1 7 1 16,1 1 2-16,-1-7-7 0,4 4 1 0,-6-2 3 16,4 2-2-16,2 3 7 0,-2-6-6 0,1 6 1 15,0-7-3-15,0 1 1 0,2 3 3 0,-4-3 3 16,1-1-6-16,-1-3 3 0,1 2 0 0,-3-3 4 16,1 3-11-16,2 0 9 0,-6-5-2 0,1 0 11 15,1 2-1-15,-2-3 5 0,1 0-3 16,-1 0-5-16,1 1 3 0,-2-1-2 0,1-3 5 15,-1 3-4-15,0 0-6 0,-1-11 2 0,0 17-2 16,0-9 1-16,1 3-3 0,-1-11-2 0,0 14 0 16,0-14 8-16,-1 11-7 0,1-11 4 0,0 12-3 15,0-12-6-15,0 0 5 0,-1 12-2 0,1-12-2 16,0 0-9-16,0 0 19 0,0 0 0 0,-1 12-1 16,1-12-14-16,0 0 2 0,0 0-10 0,0 0-4 15,0 0-1-15,0 0-5 0,0 0-4 0,-3 8-30 16,3-8-3-16,0 0-5 0,0 0-8 0,0 0-7 15,0 0-7-15,0 0-6 0,0 0-12 0,0 0-7 16,0 0-16-16,3 6-11 0,-3-6-2 0,0 0-5 16,0 0-16-16,0 0-4 0,0 0-13 0,0 0-2 15,-13 4-6-15,13-4 9 0,-8 0 13 0,8 0-97 16,0 0-285-16,-8 3 126 0</inkml:trace>
  <inkml:trace contextRef="#ctx0" brushRef="#br0" timeOffset="36554.93">32348 16708 360 0,'0'0'-25'0,"0"0"18"0,0 0 18 0,0 0 7 0,0 0 11 15,0 0 10-15,0 0 9 0,0 0-1 16,0 0 3-16,0 0 0 0,0 0 13 0,0 0 2 16,0 0 0-16,0 0 12 0,7-20 1 0,-7 20-7 15,3-8-2-15,-3 8 0 0,0-11 0 0,0 11-1 16,2-11-8-16,0 5-1 0,-2 6-5 0,4-9 3 16,-4 3 3-16,0 6 8 0,1-9 1 0,-1 9 1 15,0 0 2-15,2-8 0 0,-2 8-2 0,0 0-3 16,0 0 4-16,0-11-7 0,0 11 4 0,0 0-8 15,0 0-1-15,0 0 4 0,0 0 5 0,0 0 0 16,0 0 6-16,0 0 6 0,0 0-6 0,-21 25 2 16,13-15-3-16,0 0-8 0,1 0-6 0,-1-1-8 15,0 1-3-15,5 0-3 0,-4-1-6 0,3-2-7 16,-2 5 0-16,2-4-2 0,4-8-5 0,-2 11-1 16,2-11-3-16,0 12 5 0,0-12-7 15,11 8 6-15,-6-3-7 0,-5-5 1 0,14 1 2 0,-2-1-5 16,-12 0 0-16,23-6-4 0,-9 1 0 15,3-2-1-15,-5 2 2 0,0 0-4 0,-3-3-2 16,0 0 1-16,0-1 3 0,-3-1-4 0,-2 0-1 16,-2 0-1-16,0 2-3 0,-4-3-7 0,-1 3-7 15,-4-1-3-15,-1 1-6 0,-1-1-12 0,-3 6-15 16,1-2-19-16,-8 1-19 0,1 1-26 0,-5 0-35 16,4 3-31-16,0 1-41 0,4-1-245 0,-3 5-502 15,0-4 222-15</inkml:trace>
  <inkml:trace contextRef="#ctx0" brushRef="#br0" timeOffset="37832.07">29190 16801 95 0,'-14'2'208'15,"14"-2"-7"-15,-14 6-10 0,6-2-8 0,-3 1-8 16,0-2-14-16,2 7-11 0,-3 0-5 0,1 3-13 16,2-2-14-16,1 3-9 0,-4-1-5 0,5-2-13 15,4-1-4-15,-4 3-10 0,5-2-6 0,-1-1-7 16,2 0-2-16,0-1-7 0,3 1-3 0,-2-10-7 16,4 12-3-16,-4-12 2 0,9 11-3 15,-3-8-3-15,2 0 3 0,1-2 4 0,2 0-7 0,-11-1-4 16,25-5-5-16,-12 5-1 0,1-8 3 0,1 0-1 15,-1-2 0-15,0 0-3 0,-2 0 4 0,-1-2 0 16,-3 2-1-16,-2-4-1 0,-2 3-2 0,-3 0 0 16,1-2-3-16,-4-2-11 0,0 1 9 15,-3 2-4-15,-2-1-1 0,-4 0 0 0,0 6-4 0,-3-3-1 16,-3 4 1-16,-3 4-2 0,2 0-6 16,-3 4 1-16,0-1-8 0,2 2-16 0,-1 3-19 15,2 3-22-15,0-1-26 0,6-1-23 0,0 5-34 16,4-2-28-16,4-3-47 0,1 5-214 0,3-12-466 15,2 18 206-15</inkml:trace>
  <inkml:trace contextRef="#ctx0" brushRef="#br0" timeOffset="38472.78">29355 16929 7 0,'-18'1'217'0,"4"-1"-6"0,1 0-11 16,0 0-16-16,13 0-18 0,-18 0-12 16,18 0-14-16,-12 0-16 0,12 0-13 0,0 0-4 0,-7 5-5 15,7-5-2-15,0 0-6 0,0 0-3 16,24 12-6-16,-7-10-6 0,6 0-7 0,5-4-12 15,3 5-2-15,3-7-4 0,3 3 1 0,17-1 5 16,0-5 0-16,6-2 11 0,5 5-5 0,-1-5-1 16,25-1-4-16,-25 2-4 0,26-6-6 0,-30 7 1 15,4 0-5-15,25-3 3 0,-29 4-2 0,5 0-1 16,27-5 1-16,-2-4-5 0,-24 11 2 0,1-2-5 16,25-7-7-16,-3 9 0 0,-29-3-4 0,3-2-2 15,0 4 3-15,26-4 0 0,-35 2-6 0,3 2 5 16,2-3-7-16,0 4 2 0,0-4-10 0,-3 1-13 15,-4 2 15-15,2-3 2 0,-3 2-7 0,-13 2-4 16,15-1 6-16,-15-3-9 0,14 1 5 0,-14 4-9 16,1-2 1-16,1-1 6 0,-3 0-3 0,1 1 1 15,0 1-3-15,-3-3 1 0,-3 4 3 0,-1-1 0 16,-3 1-16-16,1 0 14 0,-2-1-15 0,-7 2 14 16,-1 1 6-16,-2-1-3 0,-3 2-3 0,-2-4 2 15,-1 4-3-15,1-2-11 0,-2 1-16 16,-10 1 3-16,14-3 5 0,-14 3 8 0,10-2-4 15,-6 0 6-15,-4 2 1 0,0 0 0 0,14-5-2 0,-14 5 4 16,0 0-2-16,13-3 2 0,-7 1 2 0,1-1-3 16,0 0 1-16,1 1 3 0,1-1 0 0,4 3 3 15,1-3-7-15,4 3 3 0,-5-2-3 0,4 1 0 16,-4-2 4-16,5 2-5 0,-6-2 11 16,-1 3-18-16,0-2-8 0,2 0 1 0,3-1-8 15,-5 3 3-15,7-3-13 0,-4 2-9 0,-2 0-1 16,-12 1-15-16,0 0-7 0,0 0-10 0,59-8-14 15,-59 8-26-15,0 0-21 0,34-4-28 0,-34 4-26 16,0 0-33-16,0 0-145 0,0 0-404 0,0 0 180 16</inkml:trace>
  <inkml:trace contextRef="#ctx0" brushRef="#br0" timeOffset="39268.11">28120 14056 146 0,'0'0'192'16,"-1"-15"-11"-16,1 10-8 0,0 5-6 0,0-12-3 15,0 12-5-15,-1-7-11 0,1 7-20 0,0 0-12 16,-2-9-14-16,2 9-7 0,0 0-11 0,0 0 8 16,0 0 5-16,0 0 11 0,5 25-12 0,-3-9 0 15,2 3-5-15,1 6-3 0,-2 0-7 0,2 4-4 16,-1-4-5-16,-2 4-3 0,0-4-4 16,0-4-4-16,0 2-11 0,1-2 1 0,-1-3-6 0,2 1-3 15,-2-2-6-15,1 0-1 0,-2-4-7 0,-1 4 3 16,2-4-11-16,-2-2 2 0,1 3 0 0,-2-5-5 15,1 2 3-15,0 1-4 0,1-3-5 0,0 2 4 16,-2-4-3-16,1-7-15 0,0 16-22 0,0-12-34 16,0-4-31-16,-1 13-34 0,-2-7-37 0,0 0-47 15,3-6-32-15,-2 16-179 0,0-7-453 0,2-9 201 16</inkml:trace>
  <inkml:trace contextRef="#ctx0" brushRef="#br0" timeOffset="40331.31">28087 15153 155 0,'-4'-3'185'0,"4"3"-2"0,-6-10 0 16,6 10-18-16,-3-6-12 0,3 6-15 0,0 0-19 16,-7-3-9-16,7 3-12 0,0 0-4 0,0 0-8 0,0 0-6 15,16 19-5-15,-10-10 1 0,1 2-12 16,4 3-4-16,-2 2-5 0,-2-1-4 0,5 0-5 15,-3 0-7-15,0 1 0 0,-1 0-4 0,2 0-3 16,0-2-2-16,-3-3-7 0,-1 0 4 0,2 0-5 16,-2-2 7-16,1 0 3 0,-1-1 3 0,0-2 5 15,0-2 5-15,-1 0 0 0,1-1 6 0,1-1 0 16,-7-2 0-16,12 0-6 0,-2-5-1 0,-2-2-10 16,1 0 5-16,1-3-1 0,-2 1-3 0,0-5-6 15,1 3-3-15,0-6-4 0,-3 2 9 0,2 0-12 16,-2-3-2-16,0 2 0 0,-3-3 29 0,0 2-3 15,-2 0-5-15,-1-1-4 0,0 2-6 0,-4-1 0 16,1 6-5-16,-2 0-6 0,3 0 3 0,-5 4-5 16,1-2 0-16,1 5-4 0,-2-1 0 0,7 5-2 15,-12-4-3-15,12 4 1 0,-13 1-3 0,13-1-4 16,-17 9 2-16,11-3-7 0,-1 2-18 0,1 1-10 16,4 1-7-16,2 0-16 0,0 0-14 0,5 2-16 15,-2-2-34-15,4 1-26 0,2-1-36 0,5-1-33 16,4 0-27-16,-3 0-148 0,4-4-422 0,2-1 187 15</inkml:trace>
  <inkml:trace contextRef="#ctx0" brushRef="#br0" timeOffset="40531.83">28642 15186 3 0,'0'0'210'0,"0"0"-6"0,0 0-5 0,0 0-7 16,0-5-13-16,0 5-16 0,0 0-12 0,0 0-14 15,0 0-14-15,0 0-15 0,0 0-11 0,0 0-8 16,0 0-3-16,0 0-14 0,3 18-7 0,-3-18-7 16,3 12-4-16,-2-6-8 0,-1-6-5 0,3 13-12 15,-2-6-21-15,2-1-23 0,-3-6-32 0,0 14-31 16,0-14-44-16,3 15-39 0,-3-6-155 0,-3 1-341 16,3-10 151-16</inkml:trace>
  <inkml:trace contextRef="#ctx0" brushRef="#br0" timeOffset="40845.98">28559 14960 52 0,'2'-9'122'16,"-2"9"-16"-16,0 0-12 0,0 0-4 0,0 0-17 15,0 0-16-15,0 0-25 0,0 0-48 0,8 19-39 16,-7-10-38-16,-1-9-100 0,1 11 44 0</inkml:trace>
  <inkml:trace contextRef="#ctx0" brushRef="#br0" timeOffset="41331.21">28685 16015 206 0,'0'-12'219'16,"0"12"-11"-16,0-8-17 0,0 8-10 15,0 0-26-15,0 0-15 0,4-8-16 0,-4 8-4 16,0 0 3-16,0 0-11 0,10 24-8 0,-4-7-8 0,2 8-8 16,0 3-9-16,2 3-4 0,-6 0-5 0,5 15-8 15,-5-10-8-15,4 9-3 0,0 1-30 16,3-1-1-16,-3-11-2 0,1 0-15 0,0-1-26 16,0-1-28-16,1 3-20 0,-2-6-46 0,-1 2-38 15,4-1-54-15,-6-4-107 0,0-1-342 0,-1-5 152 16</inkml:trace>
  <inkml:trace contextRef="#ctx0" brushRef="#br0" timeOffset="47364.07">29049 12475 202 0,'0'0'209'16,"0"0"-7"-16,0 0-13 0,0 0-14 0,0 0-15 15,0 0-16-15,2-7-17 0,-2 7-13 0,0 0-11 16,0 0-14-16,0 0-4 0,0 0-1 0,0 0 6 16,1 22-9-16,-1-12-7 0,-1 1 1 0,2 6-9 15,-1-1-4-15,-1 1-5 0,-1-2-3 0,1 3-19 16,1-4-4-16,-1 2 2 0,1-4-7 0,0 2 2 16,1 1-5-16,-1-3-4 0,-1-2-3 0,-1 3 1 15,4-2-1-15,-2 0-2 0,0-2-4 0,0 3 0 16,-2-5-3-16,2 3 3 0,0-1-22 0,0-9-16 15,-1 13-26-15,0-8-20 0,1-5-20 0,0 13-18 16,0-13-25-16,0 0-11 0,-1 7-7 0,1-7-3 16,0 0-4-16,0 0-106 0,0 0-289 0,0 0 128 15</inkml:trace>
  <inkml:trace contextRef="#ctx0" brushRef="#br0" timeOffset="47682.04">29038 12473 14 0,'0'-15'129'0,"1"3"3"0,2 3-17 16,-1 2-4-16,2-1-4 0,1 3-9 0,3 0-2 16,0 0-2-16,3 3 1 0,0 1-14 0,1 2-2 15,0 1-3-15,-1 1-10 0,-3-1-7 0,1 3-3 16,-1 2-11-16,-2 1-2 0,-3 1-4 0,0 0 2 16,-2 3-3-16,-3-2 0 0,-3 2-4 0,-1 0-4 15,-5 3 2-15,1-1-3 0,-2-2-5 0,-1 0 2 16,-2-3-5-16,1 4-1 0,4-6 0 0,-2-3 3 15,5 3 3-15,0-4-5 0,1 0 0 0,2 1-4 16,4-4 1-16,-9 4 3 0,9-4-8 0,-6 5-3 16,6-5-2-16,-2 6 3 0,2-6 1 0,0 0-4 15,9 14 1-15,-2-9 3 0,0-1 1 0,5 4-3 16,1-3 2-16,5 4-1 0,1-2-7 0,0 0 2 16,8 3-12-16,-7-4-15 0,8 3-26 0,0 1-29 15,1-4-32-15,-4 2-40 0,2-1-147 0,-8-2-319 16,3 1 140-16</inkml:trace>
  <inkml:trace contextRef="#ctx0" brushRef="#br0" timeOffset="47824.05">29511 12823 135 0,'0'0'163'0,"0"0"-11"0,0 0-18 15,0 0-17-15,0 0-23 0,0 0-42 0,4 4-38 16,-4-4-36-16,0 0-48 0,0 0-59 0,0 0-138 15,0 0 61-15</inkml:trace>
  <inkml:trace contextRef="#ctx0" brushRef="#br0" timeOffset="68215.9">28672 13226 1 0,'0'0'177'0,"0"0"-8"0,0 0-8 15,0 0-7-15,-11-2-10 0,11 2-10 0,0 0-2 0,0 0-1 16,-10 0-8-16,10 0-8 0,0 0-10 0,0 0-10 16,0 0-8-16,0 0-11 0,0 0-6 0,0 0-2 15,0 0 0-15,0 0-2 0,0 0-3 16,0 0-8-16,0 0 0 0,0 0-4 0,-9 2 8 0,9-2-3 15,0 0-4-15,0 0-2 0,0 0-6 0,0 0-4 16,0 0 0-16,0 0-7 0,0 0-3 0,0 0-3 16,0 0 1-16,0 0 0 0,0 0 0 0,0 0 1 15,0 0-2-15,0 0-1 0,0 0-1 0,16 13-4 16,-11-11-1-16,2 2-2 0,-1 1-2 0,2-1-1 16,-1 0-2-16,0 0-2 0,2 2 2 15,-2-2-1-15,0 3-3 0,2 0-2 0,0-2 0 0,0 2-1 16,-1 0 0-16,-2 0-2 0,1 0-1 0,-1-1 1 15,0 2 1-15,0 0 0 0,1 0-2 0,-5-2 0 16,1 1 1-16,1-2-2 0,1 4 1 0,-5-3-4 16,0 2 3-16,0 1-2 0,0 1 8 0,-3 1-7 15,1 1-2-15,-6 3 0 0,1 0 3 0,0 2-4 16,-1-2 7-16,-1 2-5 0,0-1 0 0,4 1-1 16,-6-2-1-16,4 2-2 0,0-2-8 0,-4-1-12 15,4 3-18-15,2-3-31 0,-3 0-16 0,5-2-25 16,-3 1-25-16,1-3-28 0,5 2-31 0,-4-4-26 15,0 5-119-15,2-5-371 0,-1 0 163 0</inkml:trace>
  <inkml:trace contextRef="#ctx0" brushRef="#br0" timeOffset="68665.6">28575 13927 163 0,'0'0'161'16,"-6"7"-3"-16,6-7-6 0,0 0-9 0,-3 9-4 15,3-9-6-15,0 0-3 0,0 0-9 0,0 0-3 16,0 0-4-16,0 0-6 0,8 7-17 0,-8-7-6 16,0 0-4-16,13-1-8 0,-13 1 0 0,0 0-2 15,11-2-3-15,-11 2-5 0,8-6-4 0,-8 6 0 16,7-7-6-16,0 3-2 0,-5-3-1 0,3 2-8 15,-1 0 3-15,0 0-5 0,-4 5 7 0,4-13-9 16,-1 8-3-16,-1 0-4 0,-2 5 1 0,3-12-4 16,-2 8 1-16,-1 4-6 0,3-10-2 0,-3 10-1 15,0-9 1-15,0 9 0 0,0 0-1 0,1-7-6 16,-1 7 0-16,0 0-3 0,0 0 6 0,0 0-9 16,0 0 4-16,1-10 4 0,-1 10-6 0,0 0 0 15,0 0-2-15,0 0-2 0,0 0 8 0,0 0 8 16,0 0 6-16,0 0 0 0,-8 20-5 0,5-11-1 15,3 0 1-15,0-1-2 0,-2 2 1 0,1-1 5 0,1 2-9 16,1-3-1-16,1 1-3 0,-2-1-3 0,3 1-5 16,0-2-1-16,1 1-4 0,2 0-16 15,-2 1-15-15,4-2-16 0,-3-2-27 0,3 2-23 16,-1-3-28-16,-1 0-30 0,1-1-27 0,1 0-12 0,0 0-17 16,-1-1-14-16,-1 0-125 0,-6-2-378 0,12 0 168 15</inkml:trace>
  <inkml:trace contextRef="#ctx0" brushRef="#br0" timeOffset="68829.84">28711 13849 112 0,'-6'-5'186'0,"3"1"-3"0,3 4-1 0,-8-7-9 16,4 4-13-16,4 3-16 0,0 0-17 0,-6-9-16 15,6 9-28-15,0 0-23 0,0 0-29 0,0 0-28 16,0 0-28-16,0 0-41 0,0 0-38 0,0 0-123 15,14 18-246-15,-9-14 110 0</inkml:trace>
  <inkml:trace contextRef="#ctx0" brushRef="#br0" timeOffset="69034.73">28878 13937 59 0,'0'0'264'0,"0"0"-19"0,0 0-17 0,0 0-2 16,6 3-4-16,-6-3 1 0,0 0-4 15,0 0-1-15,3 7 10 0,-3-7-21 0,0 13-28 16,2-4-14-16,1 4-5 0,0 3-35 0,-3-3-9 16,5 4-15-16,-5-1-23 0,5 2-33 0,-4-3-22 0,3 3-26 15,0-2-35-15,-2 3-45 0,1 0-54 16,1-5-36-16,-2-1-52 0,2 3-221 0,-4-4-482 16,1-1 213-16</inkml:trace>
  <inkml:trace contextRef="#ctx0" brushRef="#br0" timeOffset="76995.92">30743 13366 26 0,'0'0'86'0,"0"0"-2"16,0 0-10-16,0 0-11 0,0 0-5 15,0 0-5-15,0 0-3 0,0 0 5 0,0 0-27 0,0 0 3 16,0 0-20-16,0 0-9 0,0 0-17 0,0 0-13 16,0 0-4-16,0 0-7 0,0 0-46 0,0 0-92 15,-4 6 42-15</inkml:trace>
  <inkml:trace contextRef="#ctx0" brushRef="#br0" timeOffset="81404.08">30092 13427 7 0,'0'0'1'0,"0"0"-1"16,0 0-2-16,0 0-1 0</inkml:trace>
  <inkml:trace contextRef="#ctx0" brushRef="#br0" timeOffset="125097.99">5965 5191 16 0,'0'0'56'0,"0"0"-2"0,-11-4-6 0,11 4-13 16,-9-5 7-16,9 5 3 0,-8-2 1 0,8 2 11 15,-11-5-17-15,6 4 3 0,5 1-5 0,-11-5 7 0,5 2-7 16,6 3 8-16,-12-5 1 0,6 4 0 0,6 1-7 16,-12-5 5-16,6 3-11 0,-1-1-2 0,-4-1 1 15,2 2-3-15,-2 0 6 0,1-2 6 0,-1 2-9 16,-1 0 5-16,1 0 0 0,2-1 6 15,-5 1-12-15,1 2 6 0,1-2-4 0,2 1-12 0,-2 0 2 16,-1 1-4-16,3 1-4 0,1 0-3 0,0 1 4 16,-1-2 3-16,10 0-3 0,-15 1-3 0,7-1-2 15,0 1 4-15,8-1-7 0,-15 5 4 16,7-3-5-16,-1 0-5 0,-1 1-1 0,2 0 1 16,2 0 2-16,0 1-1 0,-3 0-3 0,-1 1 3 15,-1-2 3-15,2 2-2 0,-1-1 3 0,1 3 2 0,-1-3-6 16,0 2 1-16,-1 2-2 0,2-1 3 0,-2-1-6 15,2 2 11-15,-1-3-16 0,0 1-1 0,-1 3 5 16,2-1 3-16,-2 0 2 0,2 1-3 0,0-2-4 16,1 0-2-16,-2 1 11 0,1-2-7 15,1 1 5-15,0-1-4 0,0 1 1 0,0-1 10 0,0 1-9 16,0-2 3-16,0 3-4 0,0-2 3 0,-1 1 6 16,-3 6-7-16,4-6 5 0,0 1 4 0,-1 0 4 15,2-2-4-15,-1 2-9 0,1 0 7 0,0 1-6 16,1-3 4-16,-1 0 0 0,1 2-2 15,-1-1 0-15,1-1 2 0,0 3 2 0,0 0-8 16,1 1 6-16,0-1-3 0,0 3 4 0,-1-2 1 0,2 0-2 16,-3 2 0-16,4-1-3 0,0 1 3 0,-1 1-3 15,2-3 2-15,-3 2 1 0,3 1 3 0,0-1-2 16,-1-1 4-16,3 5-1 0,-1-4 16 16,0 4 1-16,1-1 8 0,-2 1-3 0,0-3-5 15,2 1 0-15,0-2-3 0,-1 2 1 0,2 0-6 0,-2-3 0 16,2 0 0-16,-1 2-1 0,1-1 2 0,0-1-1 15,-1 2 2-15,2 0 4 0,0-1-3 0,3 3-2 16,-3-1 6-16,3 0-3 0,-3 3 3 16,2-3-4-16,-1-1 6 0,0 0 1 0,1-2 0 15,0 1-3-15,0 3-1 0,1-3 1 0,-1 0-1 16,2 4-4-16,1-2 0 0,-2-5 5 0,1 6-8 0,0-5 2 16,-2 1 0-16,3-1 5 0,-2-1-2 0,1 1 6 15,2-1-3-15,-2 0-8 0,1 1 1 16,1-1 3-16,-1-1-4 0,1 1 2 0,-2 0-3 15,3-2 3-15,0 1 4 0,0-1-5 0,-1 2 5 16,1-1-3-16,-1-1-2 0,1 0-5 0,1-2 4 0,1 0-6 16,-2 3 4-16,0-4-3 0,2 1-2 15,-2 0 3-15,-1 0-8 0,-2-1 1 0,3-1 4 0,-1 0-4 16,1 2-4-16,-1-2 1 0,-1 0 1 16,2 0-1-16,-1 1 4 0,2-1 3 0,-2-1-6 15,-1 1 1-15,1-2-1 0,2 1-1 0,1 1-1 16,-1-2 0-16,0 1 0 0,0 0 1 0,-1 1-1 0,0-1 2 15,1-2-5-15,1 0 2 0,0 1 4 0,-1-1-6 16,1 0-1-16,-4 0 3 0,5-1-2 16,-2 1-1-16,3 0 4 0,-3-2 0 0,0-1-5 15,0 3 8-15,1-1-5 0,-2 1-1 0,-2-1 5 16,-7 1-8-16,16-2 1 0,-9 2 0 0,1-1 4 0,2-1 1 16,-10 2-5-16,19 0 2 0,-11-1-1 0,0 0-1 15,1-1 2-15,-9 2-2 0,19-3 1 0,-13 2-2 16,2 1 4-16,1-3-1 0,-9 3 2 15,16-1-4-15,-8-3 5 0,0 4 1 0,-1-1-2 16,1-1-2-16,0 0 0 0,-1 0 2 0,-7 2 1 16,13-6-1-16,-5 2 1 0,2 3 8 0,0-3-13 0,-3 2 3 15,-1-1-4-15,3 1 4 0,-3-2 0 16,2 1-3-16,0 0 1 0,1-1 5 0,-2 1-6 0,0-4-3 16,-1 5 5-16,3-1-2 0,-1 0 2 15,-2-1-6-15,1 1 8 0,3-1-7 0,-5 1 1 16,2-1 0-16,0-1-1 0,-2 2 1 0,3-1 3 0,-3 0-3 15,1-1 3-15,1 3 1 0,-2-3-2 0,2-1 0 16,-7 6 0-16,12-6-2 0,-8 2 3 16,1 0 1-16,0 1 8 0,1-1-10 0,-2-1 2 15,0-2-1-15,0 3-2 0,1 0 2 0,-5 4 3 16,6-10-3-16,-2 5-2 0,-1-1 0 0,-3 6 4 16,6-12 7-16,-3 7-9 0,-1-1 7 0,1 0-8 15,-1 0 2-15,-2 6-3 0,5-14 3 0,-2 5-5 0,1 0 1 16,-3 2 2-16,2 0 0 0,-1-2-1 15,-1 0 3-15,2 2-10 0,-3 7 6 0,3-11 2 16,-2 3-2-16,0 2-2 0,0-2 9 0,-1 8-4 16,2-13-4-16,-2 4 4 0,0 9-2 0,0-13 3 15,1 6-4-15,-1 7 2 0,0-14 0 0,-1 5 0 0,1 9-3 16,0-16 1-16,0 9 9 0,0 7-9 16,0-13 0-16,-2 3 4 0,1 0-2 0,0 0 0 15,0 2 8-15,1 8-11 0,-2-16 1 0,1 8 0 16,0-2 0-16,-2 1 0 0,2 0 0 0,-3-1 0 15,3 1 4-15,-3-3 0 0,3 5-3 0,-2-5-3 16,2 5 5-16,-3-3 0 0,4 1-4 0,-1-1 0 16,-1 1 2-16,0 2 2 0,2 7-3 0,-3-17-4 15,1 7 7-15,-2 1-1 0,1-1-2 0,0 3-1 16,0-1 5-16,2 1-5 0,-3-3 0 0,1 3 3 16,2-1 0-16,-3-2 1 0,0 2-3 0,2 2 0 15,-5-2-1-15,2 0 1 0,0-1 2 0,1 1 8 16,2 1-11-16,-2-1-2 0,-1-1 4 0,0 2 0 15,0 0 0-15,0-2-1 0,1 2 1 0,0-2 0 16,-1 1 13-16,1 3-10 0,0-2-2 0,-2-2 3 16,2 1-2-16,-1 1 1 0,0 2-4 0,1-1-1 15,0 0 4-15,-1 0-4 0,1-2 4 0,4 8 1 16,-9-13-3-16,5 6 3 0,-1 0-1 0,1 2 1 16,4 5-1-16,-7-10-1 0,4 5 5 0,1-2-2 15,2 7 1-15,-7-7-1 0,5 2-1 0,2 5-3 16,-8-8 2-16,5 3 1 0,3 5 0 0,-6-8 2 15,6 8 3-15,-5-9-3 0,5 9-5 0,-5-5 4 16,5 5 0-16,-5-6-2 0,5 6-1 0,-6-6 3 16,6 6-1-16,-6-7 1 0,6 7 4 0,-5-6 0 15,5 6-4-15,-6-4 6 0,6 4-4 0,-3-6 1 16,3 6 0-16,0 0 1 0,-5-9-1 0,5 9 4 16,0 0-3-16,-7-6 0 0,7 6-2 0,-3-3 6 15,3 3-3-15,0 0-2 0,-7-7 2 0,7 7 3 16,-3-7-2-16,3 7-5 0,-7-5 6 0,7 5 4 15,0 0-2-15,-6-4 0 0,6 4 1 0,-8-5-4 16,8 5 0-16,-8-5-1 0,8 5 3 0,-6-6 4 16,1 3-2-16,5 3 0 0,-7-5-2 0,7 5 2 15,-6-5-6-15,6 5 8 0,-9-4-1 0,9 4-3 16,-8-4 5-16,8 4-5 0,0 0-3 0,-17-6 5 16,10 4-2-16,1-1-5 0,-2 0 2 15,8 3-5-15,-15-3-3 0,5 1 6 0,1-1-12 0,-3 2-9 16,2-1-17-16,-2 2-27 0,0 0-33 0,-5 0-50 15,-3 2-79-15,-7 4-66 0,-8 3-242 0,-1 4-573 16,-16 0 254-16</inkml:trace>
  <inkml:trace contextRef="#ctx0" brushRef="#br0" timeOffset="126747.98">5643 5967 85 0,'0'0'187'15,"0"0"-19"-15,5 2-16 0,-5-2-18 0,0 0-11 16,0 0-11-16,0 0-11 0,0 0-23 0,0 0-25 16,0 0-29-16,0 0-46 0,0 0-62 0,0 0-102 15,0 0-200-15,0 0 88 0</inkml:trace>
  <inkml:trace contextRef="#ctx0" brushRef="#br0" timeOffset="128503.99">22984 7425 58 0,'0'0'161'0,"0"0"-14"0,0 0-10 16,0 0-17-16,0 0-13 0,0 0-11 0,0 0-11 16,0 0-19-16,0 0-26 0,0 0-40 0,0 0-35 15,0 0-129-15,0 0-178 0,0 0 80 16</inkml:trace>
  <inkml:trace contextRef="#ctx0" brushRef="#br0" timeOffset="166150.81">22010 1226 145 0,'0'0'166'16,"-2"-10"-14"-16,2 10-11 0,0 0-10 0,-7-10 12 15,5 6-5-15,2 4-11 0,-4-6 5 0,4 6-4 16,-4-7-8-16,4 7 6 0,-4-6-7 0,4 6-1 15,-4-6-8-15,4 6-2 0,0 0-11 0,-6-7-4 16,6 7-6-16,0 0-8 0,0 0-7 0,0 0-6 16,-4-5-6-16,4 5-15 0,0 0 8 0,0 0-11 15,0 0 2-15,0 0-11 0,0 0-1 0,0 0-4 16,0 0-7-16,0 0-5 0,0 0 3 0,0 0-10 16,0 0 1-16,0 0 2 0,0 0-4 0,0 0 1 15,0 0 0-15,13 18-2 0,-8-9 0 0,0 1 1 16,5 4-1-16,-2 0-1 0,1-1-1 0,-1 5 0 15,1 0-1-15,-2-3-1 0,4 2 1 0,-4-2-1 16,3 4 2-16,-1-5-2 0,0 2 1 16,0-3-3-16,-4-1 4 0,1 5-1 0,1-3-2 15,-2 2 4-15,3-7-4 0,-3 2 2 0,-1 0 1 16,0 0-3-16,1 0 1 0,-1-3-1 0,2 4-13 0,-2-3 14 16,-2-2 0-16,-2-7-12 0,6 12 13 0,-6-12-4 15,3 5 3-15,-3-5 1 0,4 8 3 16,-4-8-3-16,0 0 6 0,4 7-5 0,-4-7 20 15,0 0 5-15,0 0 0 0,0 0 7 0,0 0-1 16,0 0-11-16,0 0 6 0,0 0-2 0,10-29-7 16,-9 17 1-16,2-2-6 0,2-2-5 0,-1 0 7 15,1-1-3-15,-1 1-6 0,2 1 0 0,-2-4 0 16,3 3-7-16,-4-2-2 0,3-2 2 0,-1 3 0 16,1 0 0-16,0 2-4 0,-2 0 2 0,0 0-1 15,-1 3 4-15,1 1-5 0,-3 1 0 0,1 0-7 16,-2 10 11-16,3-17 1 0,-3 9-5 0,0 0-2 15,0 8-4-15,1-14 5 0,2 6 2 0,-3 8 0 16,1-11-5-16,2 5 2 0,-3 6 0 0,2-8-7 16,-2 8-11-16,0 0-10 0,0 0-18 0,3-13-16 15,-3 13-15-15,0 0-22 0,0 0-33 0,0 0-39 16,0 0-27-16,7-6-29 0,-7 6-179 0,0 0-443 16,0 0 196-16</inkml:trace>
  <inkml:trace contextRef="#ctx0" brushRef="#br0" timeOffset="167714.69">22462 1397 47 0,'0'0'144'0,"0"0"1"0,0 0-8 15,0 0-11-15,0 0-7 0,0 0-2 0,0 0-9 16,0 0-5-16,0 0-6 0,0 0-17 0,0 0 4 15,0 0-8-15,0 0-7 0,0 0-7 0,0 0-8 16,0 0-11-16,0-13 1 0,0 13-4 0,0 0-11 16,0 0-5-16,0 0-1 0,0 0-7 0,0 0 2 15,0 0 1-15,-7 36 1 0,4-23-5 0,1 0-2 16,-1 11 4-16,1-5 2 0,-1-2-7 16,-1 0-3-16,3 1-1 0,-3-7 3 0,4 6-9 15,-2-1 10-15,2-4-4 0,-3-2-4 0,2 4 9 16,0-3-9-16,1-1 0 0,1 3-2 0,-1-13 2 15,-1 18-4-15,1-10 6 0,0-8-3 0,1 14-3 16,-1-14 1-16,0 0 1 0,-1 15 1 0,1-15 6 16,1 7-10-16,-1-7 3 0,0 0 7 0,0 0-5 15,0 12-2-15,0-12 1 0,0 0 4 0,0 0 14 16,0 0 8-16,0 0 10 0,0 0 12 16,0 0 9-16,0 0 5 0,0 0 5 0,-6 7 5 0,6-7-3 15,0 0-7-15,0 0-8 0,0 0-2 0,0 0-7 16,0 0-2-16,0 0-4 0,0 0-5 0,0 0-6 15,0 0-3-15,5-35-6 0,-5 35 0 0,2-13 0 16,-2 13-5-16,3-12-3 0,-3 12-1 0,2-11-1 16,-2 11-4-16,5-9 1 0,-5 9-2 15,7-13-4-15,-7 13 3 0,7-9-1 0,-7 9-2 16,7-10-3-16,-2 7 2 0,-5 3-1 0,11-10-1 16,-3 5 1-16,-1 2 1 0,5 1-1 0,-1-1-2 15,0-1-4-15,2 2 8 0,-13 2-7 0,20 0 1 16,-7-1 0-16,-3 1-1 0,-10 0 1 0,21 5-1 15,-15-2-1-15,4 0-2 0,-10-3 4 0,13 3 0 16,-7 1 3-16,-6-4-2 0,11 10 3 0,-6-6-3 16,0 1 3-16,-5-5-2 0,5 10 0 0,-1-5 4 15,-4-5-7-15,1 12 2 0,-1-12 5 0,0 0-7 16,-6 19 3-16,1-12 4 0,-4 0-5 16,-2 2 1-16,0 1 2 0,-6-3-4 0,1 2 10 15,-2-3-7-15,-1 0-4 0,3 0-2 0,-1-1-9 0,1-2-16 16,2 1-29-16,1-2-35 0,2-1-46 0,11-1-41 15,-21 0-240-15,21 0-458 0,-24-1 203 0</inkml:trace>
  <inkml:trace contextRef="#ctx0" brushRef="#br0" timeOffset="169132.02">23106 1471 166 0,'0'0'178'0,"0"0"-4"16,3-4-8-16,-3 4-6 0,0 0-8 0,0 0-16 16,0 0-6-16,0 0-7 0,0 0-8 0,0 0-5 15,0 0-9-15,0 0-2 0,0 0-6 0,0 0-1 16,0 0-14-16,0 0-2 0,0 0-4 0,0 0-2 15,0 0-2-15,0 0-4 0,0 0-4 0,0 0-4 16,0 0-1-16,0 0-3 0,0 0-7 0,0 0 5 16,0 0-9-16,0 0 1 0,0 0-4 0,0 0 0 15,0 0-5-15,0 0 4 0,0 0-3 0,0 0-3 16,0 0 0-16,0 0-3 0,0 0 0 16,0 0 3-16,0 0 4 0,0 0-4 0,0 0-3 15,0 0-1-15,0 0-6 0,0 0 6 0,0 0-17 16,0 0 4-16,0 0-7 0,0 0 2 0,0 0-6 15,10-1 1-15,-10 1 3 0,15 0-2 0,-3 0-5 0,-1-1 17 16,3 0-12-16,-2 2-32 0,0-2-29 0,1 1-26 16,-3 2-44-16,-10-2-34 0,23 3-41 15,-12-2-39-15,-1 1-179 0,-10-2-453 0,15 3 201 16</inkml:trace>
  <inkml:trace contextRef="#ctx0" brushRef="#br0" timeOffset="169320.07">23138 1613 238 0,'0'0'228'0,"0"0"-5"0,0 0-17 0,-4 3-16 16,4-3 0-16,0 0-22 0,0 0-17 0,0 0-16 0,0 0-17 15,0 0-20-15,20 3-28 0,-20-3-45 0,31 0-56 16,-12 0-76-16,3 1-210 0,-1-1-344 0,1-3 152 15</inkml:trace>
  <inkml:trace contextRef="#ctx0" brushRef="#br0" timeOffset="180182.14">23632 1148 91 0,'0'0'122'0,"0"0"-1"0,0 0-15 0,0 0-9 16,4-7-12-16,-4 7 2 0,0 0-21 0,0 0-8 16,0 0-2-16,0 0-2 0,0 0-6 0,0 0 0 15,0 0-10-15,0 0 16 0,0 0-20 0,0 0-1 16,0 0 5-16,0 0 0 0,0 0-2 0,0 0 1 16,0 0-4-16,0 0 8 0,0 0-6 0,0 0-4 15,0 0 5-15,0 0-5 0,0 0-4 0,0 0 8 16,0 0-7-16,0 0 6 0,0 0-3 0,0 0 6 15,0 0-4-15,0 0 4 0,0 0 1 0,0 0-1 16,0 0 2-16,0 0 3 0,0 0-1 16,0 0 4-16,0 0-6 0,0 0 5 0,0 0-2 15,0 0-1-15,0 0 6 0,0 0-5 0,0 0 7 16,0 0 2-16,0 0-4 0,0 0-4 0,0 0-4 16,0 0-3-16,0 0-4 0,-1-8-4 0,1 8 0 0,0 0-2 15,0 0 1-15,0-9 3 0,0 9 0 16,0 0 0-16,0 0-1 0,0 0-13 0,0 0 13 15,0 0-1-15,0 0-3 0,0 0-2 0,0 0-4 16,-2-11 0-16,2 11-2 0,0 0-3 0,0 0-3 16,0 0-3-16,0 0-1 0,0 0-1 0,0 0-2 15,0 0-2-15,0 0-2 0,0 0-2 0,0 0 3 16,0 0-3-16,0 0-3 0,0 0-6 0,0 0 10 16,3 32 0-16,-1-22 1 0,-4 5 0 0,4 3 2 15,1-1-3-15,-3 1 5 0,2 1-1 0,4-1 1 16,-5 0-1-16,2 1-2 0,-1-3 2 0,-1 1 2 15,-1 0-5-15,0 0 2 0,0 0-4 0,2 0 5 16,-1-5-1-16,0 4 4 0,1 3-1 0,-1-2-2 16,0 0 1-16,0-2 0 0,-1-3-3 0,0-2 5 15,2 1-1-15,-2-11-1 0,0 22-8 0,0-16 7 16,0-6 2-16,2 13-1 0,-2-13-2 0,1 11 2 16,-1-11 0-16,2 9-5 0,-2-9 3 15,0 0 1-15,0 0-1 0,0 14 1 0,0-14-1 0,0 0 2 16,0 0-4-16,2 8 5 0,-2-8-2 15,0 0-6-15,0 0 6 0,0 0 0 0,0 0-3 16,0 0 2-16,0 0-1 0,0 0 0 0,0 0 4 16,0 0-3-16,0 0 4 0,0 0-3 0,0 0 2 15,0 0 1-15,0 0-3 0,0 0-6 0,0 0 17 16,0 0 0-16,0 0 6 0,0 0 6 0,0 0 0 16,0 0 6-16,0 0 0 0,0 0 4 0,0 0-1 15,0 0 0-15,0 0 7 0,0 0-8 0,0 0 5 16,0 0-1-16,0 0-5 0,0 0-5 0,0 0-4 15,0 0 3-15,0 0-4 0,0 0-3 0,0 0-3 16,0 0 1-16,0 0 5 0,0 0-10 0,0 0 0 16,4-39 0-16,-4 39-9 0,4-9 10 0,-4 9-1 15,0 0-4-15,2-19 0 0,-2 19 0 0,4-11-6 16,-4 11-1-16,4-13 2 0,-4 13-3 0,3-12 0 16,-3 12 9-16,6-10-4 0,-6 10 1 0,0 0-10 15,6-14 2-15,-2 10-11 0,-4 4 8 0,5-10 5 16,-5 10-2-16,6-9-6 0,-6 9 8 15,8-9-6-15,-3 4 2 0,-5 5-3 0,12-9 4 16,-5 7 1-16,3-3-2 0,-10 5 2 0,12-6-4 0,-4 3-1 16,-8 3 9-16,13-4-11 0,-13 4 5 15,13-4 0-15,-6 3-3 0,-7 1 4 0,14 0-5 0,-14 0 3 16,15 1 1-16,-15-1-3 0,12 4 1 16,-12-4-1-16,14 3-5 0,-7 1 5 0,2 1 1 15,0 1 0-15,-3 2 3 0,2-2-3 0,-2 4-8 16,0 0 15-16,0 0-2 0,-3-1 3 0,3 0-7 15,-4 1 6-15,1 0 1 0,2 2-8 0,-3-4 3 16,-1 1 3-16,-1-9 1 0,4 19-2 0,-1-14-2 16,-3-5 5-16,0 13 1 0,0-13-4 0,4 11 3 15,-4-11-4-15,1 10 5 0,-1-10-3 0,0 0-1 16,3 13 5-16,-3-13-10 0,1 9-27 0,-1-9-34 16,0 0-34-16,4 11-43 0,-4-11-41 0,7 5-48 15,-7-5-68-15,8 3-160 0,-8-3-497 0,0 0 219 16</inkml:trace>
  <inkml:trace contextRef="#ctx0" brushRef="#br0" timeOffset="184718.44">24155 1559 61 0,'0'0'141'0,"0"0"-8"16,0 0-4-16,0 0-13 0,0 0-10 16,0 0-7-16,0 0-8 0,0 0-1 0,0 0-3 15,0 0-3-15,0 0 0 0,0 0-2 0,0 0-9 16,0 0 1-16,0 0 1 0,4-3-1 0,-4 3-3 15,0 0 3-15,0 0-5 0,0 0 4 0,0 0 1 16,0 0-10-16,0 0-1 0,0 0 26 0,0 0-3 16,0 0-5-16,0 0-8 0,0 0 0 0,0 0-4 15,0 0-1-15,0 0-6 0,0 0-1 0,0 0-1 16,0 0-5-16,0 0-3 0,0 0-4 0,0 0 5 16,-12-10-5-16,12 10-5 0,0 0 5 0,0 0-10 15,0 0 4-15,0 0-5 0,0 0-3 0,0 0-2 16,0 0-2-16,0 0-7 0,0 0 3 0,0 0-17 15,0 0 9-15,0 0-3 0,0 0-6 0,0 0 0 16,0 0 1-16,0 0-7 0,0 0 3 0,0 0 1 16,0 0-3-16,0 0-1 0,0 0-3 0,0 0-3 15,0 0 0-15,0 0-2 0,0 0 4 16,0 0-3-16,0 0 4 0,0 0-1 0,0 0 1 16,0 0-8-16,3 28 10 0,-1-18-3 0,-3 0 0 15,0-1 1-15,1-2 2 0,-2 3-1 0,0-1 0 16,2 2 0-16,0 0 4 0,-1 0-4 0,1 0 0 0,-2-1 3 15,2-1-5-15,-1 1 2 0,0 0-2 0,-1-1 1 16,2-1 0-16,0-8-1 0,-1 12 2 16,0-6 5-16,1-6-5 0,0 11 0 0,0-11 1 15,-1 9-1-15,1-9 6 0,-3 7-5 0,3-7 0 16,0 0 6-16,0 0-6 0,-4 7-16 0,4-7 20 16,0 0-3-16,0 0 2 0,0 0 0 0,0 0-3 15,0 0 5-15,0 0-2 0,4 10-9 0,-4-10-9 16,0 0-33-16,0 0-5 0,0 0-28 0,0 0-25 15,0 0-28-15,0 0-26 0,0 0-41 0,0 0-61 16,0 0-158-16,0 0-452 0,0 0 199 0</inkml:trace>
  <inkml:trace contextRef="#ctx0" brushRef="#br0" timeOffset="184973.57">24123 1420 168 0,'0'0'295'0,"0"0"-19"0,0 0-5 0,0 0-6 16,0 0-13-16,0 0-13 0,-3-7-15 0,3 7-26 16,0 0-9-16,0 0-21 0,0 0-18 0,0 0-16 15,0 0-22-15,0 0-7 0,0 0-17 0,0 0-7 16,0 0-35-16,0 0-30 0,0 0-37 0,0 0-42 15,0 0-48-15,0 0-29 0,0 0-43 0,0 0-28 16,0 0-40-16,0 0-133 0,0 0-414 0,0 0 184 16</inkml:trace>
  <inkml:trace contextRef="#ctx0" brushRef="#br0" timeOffset="186223.81">24399 1642 82 0,'0'0'191'0,"0"0"-9"16,0 0-5-16,0 0-15 0,0 0-3 0,0 0 0 16,0 0-10-16,0 0-5 0,0 0-6 0,0 0-11 15,0 0-7-15,0 0-9 0,0 0-8 0,0 0-5 16,0 0-10-16,0 0-1 0,0 0-2 0,0 0-11 15,0 0-18-15,0 0 10 0,0 0-11 0,0 0-5 16,0 0-2-16,18-16-1 0,-18 16-7 0,9-3-4 16,-9 3 0-16,7-4-2 0,-3 0 1 0,4 0-4 15,-8 4 3-15,9-8-3 0,-9 8-3 0,9-7-4 16,-5 3-2-16,-4 4 1 0,8-7-19 16,-8 7 18-16,5-10-10 0,-5 10 6 0,4-7-3 0,-4 7 0 15,7-6 2-15,-7 6-4 0,0 0 0 0,0 0-3 16,5-13-1-16,-5 13 5 0,1-7-2 0,-1 7 0 15,0 0 0-15,0 0-5 0,3-12 6 0,-3 12-4 16,0 0-1-16,0 0 3 0,0 0-5 0,0 0 5 16,-8-13 1-16,8 13 1 0,0 0 1 15,0 0 6-15,-10-7-8 0,10 7 5 0,-8-3-6 16,8 3-6-16,-10 0-1 0,10 0 2 0,-11 1-4 16,11-1 3-16,0 0 0 0,-18 0-3 0,13 2-1 15,-2-1 0-15,7-1 1 0,-13 5 0 0,7 0-4 16,-2-2 1-16,1 3-12 0,-2 0 14 0,-1 2-3 15,1-1 3-15,-1 2-4 0,3 0 4 0,-1-1-4 16,1 2-3-16,1 1 6 0,-1-2 0 0,-1 7 0 16,3-5-12-16,1-2 7 0,-1 4 8 0,0-3-1 15,2 2-5-15,2 3 5 0,-4-2-4 0,5-2-2 16,0 0 2-16,-1-1-1 0,1 0 2 0,1 1-2 16,0 0 3-16,3-2 3 0,0 3 1 0,0-5-4 15,1 5 4-15,-1-5-1 0,2 0 0 0,2 1 4 16,-1-2-3-16,0 0 6 0,-1-1 0 0,6 1-14 15,-2-1 21-15,2-3-2 0,1 1 0 0,5-2 4 16,0 0 1-16,-5 0-1 0,6-1 5 16,-6 0-3-16,1-1-1 0,-1 1 1 0,2-4-5 15,-3 4 4-15,-1-2 2 0,1-1-5 0,-12 3 8 0,15-3-19 16,-15 3 12-16,14-4 10 0,-14 4-2 0,10-2-2 16,-10 2-4-16,9-3-4 0,-9 3 1 0,9-4-2 15,-9 4-7-15,0 0 3 0,0 0-3 16,10-5-10-16,-10 5-26 0,0-4-21 0,0 4-32 15,0 0-35-15,0 0-35 0,0 0-36 0,0 0-38 16,3-14-54-16,-3 14-203 0,0 0-521 0,0 0 230 16</inkml:trace>
  <inkml:trace contextRef="#ctx0" brushRef="#br0" timeOffset="187320.92">24860 1338 44 0,'0'0'248'0,"-1"-9"-9"0,1 9-13 0,0 0-6 16,-4-6-6-16,4 6-5 0,0 0-24 0,-2-7 1 15,2 7-12-15,0 0-21 0,0 0-11 0,0 0-16 16,0 0-15-16,0 0-7 0,0 0-16 0,0 0-10 15,0 0-7-15,0 0-12 0,0 0-5 0,0 0-10 16,0 0-9-16,0 0 4 0,0 0-8 0,0 0 2 16,0 0 1-16,0 22-7 0,0-22-3 0,2 27-4 15,-6-16 1-15,4 5 2 0,-1-5-3 0,2 0-1 16,-1 1-9-16,2 0 7 0,-4 5 2 0,1-2-7 16,1-4 5-16,0 0-2 0,-1 0-5 0,1-11 2 15,-2 18-2-15,2-18-3 0,-1 11 6 0,1-11 2 16,0 0-2-16,1 14 4 0,-1-14-3 0,0 0 0 15,0 0-2-15,-1 12 2 0,1-12 7 0,0 0 0 16,0 0 10-16,0 0-5 0,0 0 7 0,0 0-4 16,0 0 4-16,0 0 4 0,-1 9-1 15,1-9-5-15,0 0 1 0,0 0 7 0,0 0-13 0,0 0 8 16,0 0 4-16,0 0-7 0,0 0-8 0,0 0-7 16,0 0 2-16,0 0 6 0,0 0-3 0,0 0-5 15,0 0-8-15,0 0 1 0,0 0-9 0,0 0 6 16,0 0-6-16,0 0 3 0,0 0-4 15,0 0-11-15,0 0 13 0,0 0 2 0,0 16 1 16,0-16-6-16,0 0 9 0,2 11-4 0,-2-11-2 16,0 0 2-16,2 13-16 0,-2-13 16 0,2 9-2 15,-2-9 1-15,0 0-5 0,0 0 6 0,0 10-2 16,0-10 2-16,0 0 0 0,0 0-1 0,0 0 6 16,0 13-20-16,0-13-16 0,0 0-18 0,0 0-28 15,0 0-29-15,0 0-34 0,0 0-28 0,0 0-39 16,0 0-32-16,0 0-51 0,0 0-199 0,0 0-525 15,0 0 234-15</inkml:trace>
  <inkml:trace contextRef="#ctx0" brushRef="#br0" timeOffset="187589.19">24803 1145 175 0,'0'0'257'0,"-5"-8"-5"15,5 8-4-15,0 0-10 0,-8-10-16 0,8 10-14 16,0 0-17-16,0 0-20 0,0 0-16 0,-4-10-21 16,4 10-9-16,0 0-15 0,0 0-12 0,0 0-8 15,0 0-14-15,0 0-22 0,0 0-35 0,-5-4-31 16,5 4-32-16,0 0-18 0,0 0-24 0,0 0-34 15,0 0-39-15,0 0-41 0,17 32-157 0,-12-22-387 16,-4-1 171-16</inkml:trace>
  <inkml:trace contextRef="#ctx0" brushRef="#br0" timeOffset="188197.92">25019 1449 163 0,'0'0'259'0,"0"0"-6"15,0 0-12-15,0 0-14 0,0 0-18 0,0 0-21 16,0 0-19-16,0 0-14 0,0 0-20 0,0 0-16 16,12 2-13-16,-12-2-11 0,0 0-10 0,0 0-6 15,2 16-2-15,-2-16-5 0,-2 27-6 0,2-15-6 16,0-2-6-16,-1 4-7 0,-1 2-4 0,0-2-2 15,0-3-6-15,-1 2-3 0,3-1 5 0,-2-1 1 16,1-1-8-16,-1 3 0 0,2-1 3 16,-4-2-5-16,4-10-2 0,-2 14 1 0,2-14-3 15,-2 15-6-15,2-15-2 0,-3 8-2 0,3-8 5 16,0 9-1-16,0-9-7 0,0 0 5 0,0 0-3 16,0 0 2-16,0 0-3 0,0 0 10 0,0 0 4 15,0 0-1-15,-2 18 12 0,2-18 5 0,0 0 6 16,0 0-3-16,0 0 9 0,0 0-4 0,0 0 8 15,0 0-9-15,0 0-5 0,0 0-5 0,0 0-13 16,0 0 1-16,0 0-13 0,0 0-1 0,0 0-5 16,13-41 3-16,-8 31-8 0,-5 10 1 0,10-13-4 15,-4 6 1-15,-6 7-1 0,14-12-4 0,-3 5-2 16,-3 4 5-16,-8 3-2 0,21-7-3 0,-21 7-1 16,22-1 2-16,-22 1-3 0,19 2 3 0,-7 4-1 15,-12-6 3-15,21 6-4 0,-13 2 3 0,1-2 0 16,1 0 1-16,-4 2 16 0,-6-8-14 0,12 14-2 15,-7-7-3-15,-5-7 8 0,7 16-5 0,-7-16-7 16,2 13 4-16,-2-13 0 0,0 0 1 0,-5 21 2 16,-2-14 1-16,-2 0-2 0,-2-1-1 15,0 1 0-15,-3-4-3 0,-3 1 4 0,1-1 3 16,2-1-3-16,-4-2-3 0,5 2-4 0,13-2 2 16,-30-2-4-16,30 2-18 0,-22-3-9 0,14 1-22 15,8 2-32-15,-17 0-41 0,17 0-49 0,0 0-57 16,-13-7-69-16,13 7-159 0,0 0-508 0,0 0 226 15</inkml:trace>
  <inkml:trace contextRef="#ctx0" brushRef="#br0" timeOffset="188747.94">25583 1560 41 0,'0'0'242'0,"0"0"-10"16,0 0-1-16,0 0-15 0,0 0-6 0,0 0-15 16,0 0-2-16,0 0-16 0,0 0-4 0,0 0-9 15,0 0-7-15,0 0-4 0,0 0-9 0,0 0-8 16,0 0-7-16,0 0-6 0,0 0-4 0,0 0-10 15,0 0-7-15,0 0 5 0,0 0-17 0,0 0-8 16,0 0-13-16,0 0-1 0,0 0 0 16,0 0-12-16,0 0-6 0,0 0-4 0,0 0-2 0,0 0-6 15,0 0 7-15,0 0-17 0,0 0-8 0,0 0 3 16,0 0-6-16,0 0 5 0,16-5-9 0,-3 3 5 16,-1 1-3-16,10-2-5 0,-3 3-2 0,2-1 10 15,0-1-8-15,0 2-4 0,-2 0 3 0,2 0-4 16,-2 0 1-16,0-2-3 0,1 1-14 0,-3-1-15 15,-5 0-17-15,-1 2-35 0,-2 0-29 16,0 2-33-16,-9-2-34 0,0 0-24 0,20 0-44 16,-20 0-15-16,9-4-36 0,-9 4-153 0,0 0-482 15,0 0 214-15</inkml:trace>
  <inkml:trace contextRef="#ctx0" brushRef="#br0" timeOffset="188999.42">25763 1407 118 0,'0'0'287'0,"0"0"-7"16,-6-5-8-16,6 5-22 0,0 0-4 0,0 0-21 15,-3-5-17-15,3 5-22 0,0 0-20 0,0 0-18 16,0 0-23-16,0 0-9 0,0 0-9 0,0 0-13 16,0 0-1-16,-3 22-10 0,3-8-9 0,0-2 0 15,0 5-8-15,0-1-9 0,0 0-4 0,0 3-3 16,0-2-6-16,0 2-18 0,0-1 16 15,-2-2-5-15,0 2-3 0,4-3-1 0,0 1-9 0,-4-5-30 16,4 5-43-16,-2 0-45 0,-2-4-53 0,4 3-47 16,-2-4-67-16,0 0-218 0,0-11-516 0,0 18 228 15</inkml:trace>
  <inkml:trace contextRef="#ctx0" brushRef="#br0" timeOffset="189582.05">26063 1494 2278 0,'4'-10'127'0,"2"-2"-69"16,-2 0-16-16,-2 1-7 0,5-5-11 0,-5 4 2 15,5-3 26-15,-5 3 10 0,5 1 12 16,-4 2 21-16,1-1 12 0,0 1 3 0,-1 1 3 0,-3 8-5 15,4-10-11-15,-4 10-2 0,0 0-15 0,4-11 4 16,-4 11-16-16,0 0-18 0,4-9-7 0,-4 9-4 16,0 0 3-16,0 0-12 0,0 0-2 0,0 0 0 15,8 26 1-15,-4-10-3 0,-1 3 0 16,-1 5-9-16,6 0 6 0,-8-3-2 0,1 3 1 0,-2 2 6 16,2-6-18-16,0-1 13 0,2 0 3 15,0-1-7-15,-6-6 1 0,6 1-3 0,-3-2 2 16,0 3 3-16,2-7-9 0,-2-7 9 0,0 0-17 15,0 25 9-15,-2-18-8 0,2-7 8 0,0 0 10 16,0 16-14-16,0-16 8 0,0 0-4 0,0 0-1 16,0 0 0-16,2 15 8 0,-2-15-4 0,0 0-9 15,0 0 6-15,0 0-6 0,0 0 16 0,0 0 15 16,0 0 8-16,2 5 7 0,-2-5 0 0,0 0-8 16,0 0-10-16,0 0-1 0,0 0 0 0,0 0-7 15,11-32-5-15,-7 22-16 0,3-4 4 0,3-2 0 16,-2 6-7-16,5-1-2 0,-3 4-4 0,-3 0 5 15,8-1 4-15,-6 0-5 0,5 0-9 0,-1 3 8 16,-2 3-3-16,-11 2-3 0,23-2-2 0,-23 2 4 16,17 3-3-16,-5-1 2 0,-1 3 0 0,-2 0-2 15,1 2-1-15,-2 1-3 0,-1 2 8 0,0-2-5 16,0 3 5-16,-1-2-2 0,-3 4 3 0,3-3 0 16,-1 2 6-16,-5-2-7 0,2 2 6 0,2-2-7 15,-2 2-17-15,3-4-38 0,-4 2-38 0,1 1-49 16,0-2-59-16,-2-9-54 0,-2 17-78 0,4-8-307 15,-2-9-695-15,0 0 308 0</inkml:trace>
  <inkml:trace contextRef="#ctx0" brushRef="#br0" timeOffset="190165.11">26582 1865 250 0,'0'0'289'0,"0"0"-6"16,9-9-16-16,-9 9-22 0,7-7-6 0,-7 7-19 16,5-8-18-16,-5 8-12 0,13-11-14 0,-7 4-15 15,0 1-6-15,0-3-17 0,-1-1-11 0,1 1-13 16,1-2-14-16,-2 2-1 0,1-4-10 16,1-1-9-16,-3 2-18 0,3-4 5 0,-3 5-1 15,2-5-6-15,-2 2 0 0,0 2-5 0,-4-4-6 0,4 4-4 16,-3 2-2-16,1-3-1 0,0 5-3 0,-2 8 3 15,2-19 12-15,-2 19-9 0,0 0 15 0,-2-15-20 16,2 15 1-16,0 0-9 0,0 0 1 16,-4-19-4-16,4 19-2 0,0 0-2 0,0 0 0 15,-13-5-7-15,13 5-2 0,0 0 2 0,-17-3-1 16,17 3-3-16,-11 0-4 0,11 0-4 0,0 0 4 16,-14 0-10-16,14 0 8 0,0 0-7 0,0 0 9 15,0 0-3-15,0 0-9 0,-15-2 4 0,15 2 4 16,0 0-7-16,0 0-2 0,0 0-1 0,0 0 4 15,0 0-3-15,0 0 10 0,0 0 0 0,0 0-8 16,0 0-2-16,0 0-7 0,32 10 13 0,-19-4 2 16,-1-2 1-16,1-4-10 0,5 0 8 0,-5 2-7 15,1-2 1-15,-1 2-1 0,-2 1 6 0,3-4-4 16,-3 3-1-16,-11-2 12 0,22 3-9 0,-15 1 4 16,-7-4-13-16,14 4-3 0,-14-4 3 0,13 3-5 15,-13-3 2-15,9 6 8 0,-9-6-3 0,10 7-2 16,-4 0 5-16,-2-3 4 0,-4-4-14 0,9 15 20 15,-5-7 2-15,-4-8-4 0,1 14 4 0,4-5 2 16,-3 2 0-16,0-2-5 0,0-1-2 16,-2-8-2-16,3 18 2 0,-1-9 2 0,0 1-4 15,0-2-17-15,-2-8-36 0,4 14-53 0,-1-5-48 16,-3-9-58-16,0 0-56 0,9 15-78 0,-7-8-234 16,-2-7-627-16,0 0 278 0</inkml:trace>
  <inkml:trace contextRef="#ctx0" brushRef="#br0" timeOffset="190631.76">27063 1724 107 0,'0'0'206'0,"0"0"-4"0,0 0-2 15,0 0-12-15,0 0-18 0,0 0-10 0,0 0-14 16,13 4-12-16,-13-4 0 0,14-7-7 0,-14 7-6 16,9-7-2-16,-9 7-4 0,11-7-6 0,-5 5-8 15,-6 2 2-15,10-11-2 0,-3 8-1 0,-1-4-9 16,-1 1-4-16,-5 6-11 0,11-16-6 0,-8 13 9 15,-3 3-7-15,4-16-3 0,-2 11-2 0,-2 5 1 16,0 0 5-16,2-17-4 0,-2 17-1 0,0 0-8 16,0 0-12-16,0-17 13 0,0 17 7 0,0 0-21 15,0 0 12-15,-6-13-6 0,6 13-4 0,0 0-9 16,0 0-6-16,-17-2-6 0,17 2 6 0,0 0-17 16,-27 10-2-16,17 0 1 0,-1-4 4 0,1 2-9 15,-3 2 0-15,4-1 1 0,0 5-7 0,0-1 4 16,0-1-1-16,3 0-14 0,3 0 15 0,-2 0-3 15,3 0 4-15,2 0-2 0,2 2 0 0,0-4 2 16,2 2-10-16,0 0-2 0,2-1-29 16,1-1-24-16,5-1-43 0,1 1-45 0,-2-5-64 15,3 0-72-15,3 2-300 0,-5-4-625 0,-1 1 277 16</inkml:trace>
  <inkml:trace contextRef="#ctx0" brushRef="#br0" timeOffset="191213.83">27463 1510 200 0,'0'0'289'0,"0"-13"-5"0,0 13-7 0,-2-10 0 15,2 10-13-15,0 0-17 0,2-12 1 0,-2 12-26 16,0 0-9-16,0 0-21 0,0 0-12 0,-2-10-23 16,2 10-11-16,0 0-19 0,0 0-20 15,0 0 6-15,0 0-14 0,0 0-14 0,0 0-14 16,0 0-1-16,0 0-15 0,0 0-3 0,0 0-2 16,0 0-7-16,0 0-7 0,0 0-19 0,0 0 11 15,13 29-3-15,-7-17-1 0,-3-1-5 0,4 5 3 16,-1 0-8-16,1-2 6 0,0 2-4 0,-1 1 0 15,0-2 1-15,0-3-9 0,1 3 3 0,-1-6 3 16,-2 3-2-16,2-2-2 0,-2-1-3 0,0-2-3 16,-1 2 3-16,-3-9-1 0,6 12-1 0,-1-6 6 15,-5-6-8-15,4 8-5 0,-4-8 14 0,5 8-12 16,-5-8 9-16,0 0 3 0,4 7-15 0,-4-7 17 16,0 0-4-16,0 0 16 0,0 0 4 0,0 0 11 15,0 0 3-15,0 0-10 0,0 0 3 0,0 0-5 16,18-19-4-16,-9 9-5 0,-4-1-2 0,4-3-3 15,0-1-4-15,2-2-3 0,-2 2-2 0,0 0-1 16,3-3 1-16,-2 0-4 0,-5 2 0 0,6 1 7 16,-4 1-8-16,-1 2 9 0,1 1-10 15,-5 2 5-15,5 0-4 0,0 1 0 0,-7 8-10 0,5-11 14 16,-1 5 1-16,-4 6-3 0,4-10-2 0,-4 10-3 16,0 0 0-16,0 0-3 0,4-7-1 15,-4 7-17-15,0 0-14 0,0 0-18 0,0 0-33 0,0 0-26 16,0 0-29-16,3-9-45 0,-3 9-48 15,0 0-20-15,0 0-7 0,0 0-41 0,0 0-243 16,0 0-588-16,0 0 260 0</inkml:trace>
  <inkml:trace contextRef="#ctx0" brushRef="#br0" timeOffset="191631.46">27894 1651 275 0,'9'-6'294'0,"-9"6"4"0,0 0-5 0,0 0-10 0,0 0-8 16,0 0-14-16,0 0-14 0,5-13-13 0,-5 13-13 15,0 0-21-15,0 0-15 0,0 0-13 0,0 0-9 16,0 0-8-16,0 0-22 0,0 0-4 0,0 0-9 15,0 0-4-15,0 0-13 0,0 0-10 16,0 0-16-16,0 0-2 0,0 0-9 0,-35 14-5 16,25-8-15-16,0 1 4 0,0 2-7 0,1-1-6 15,-1 3-11-15,2-3 2 0,0 3-6 0,2-1-2 16,0 0 4-16,1 0-4 0,0 0 0 0,0-1-4 16,3 0 2-16,-2 1-7 0,2 0-2 0,0 0 2 15,2-10-1-15,2 16-4 0,-2-16 0 0,2 15 3 16,2-7 3-16,1 1-4 0,-1-3-2 0,4 1 3 15,0-1-10-15,-1 1 0 0,-7-7-43 0,21 6-13 16,-9-1-35-16,-2-4-36 0,4 2-45 0,-4-2-56 16,-10-1-67-16,20-3-72 0,-20 3-234 0,18-7-651 15,-18 7 289-15</inkml:trace>
  <inkml:trace contextRef="#ctx0" brushRef="#br0" timeOffset="192098.99">28080 1819 210 0,'0'0'290'0,"0"0"-8"0,0 0-14 0,0 0-8 15,0 0-17-15,16-8-11 0,-16 8-23 0,12-3-12 16,-12 3-18-16,15-5-15 0,-3 2-14 0,-5-1-23 16,3-1 2-16,-1 2-9 0,0-4-8 0,0 1-15 15,0 2-8-15,-3-2-6 0,4 1 6 0,-3 0-1 16,-1-5-4-16,-1 4-15 0,2-2 1 0,-2 0-8 15,-1 1 2-15,1-3-5 0,-1 2 0 0,-2-2-3 16,-2 10 6-16,2-14-8 0,-2 14-1 0,2-12-8 16,-2 12 12-16,0 0-1 0,0-13 2 0,0 13-14 15,0 0 3-15,-2-12-1 0,2 12-3 0,0 0-2 16,0 0-6-16,-7-8-9 0,7 8 0 0,0 0-3 16,-15 1 1-16,15-1-3 0,-25 12-6 15,13-5 1-15,-2 3-6 0,-3-3 2 0,4 5-5 0,0-3-3 16,-1 4 4-16,3-1-3 0,-1 0 3 15,1 1 0-15,3-3-3 0,3 2-12 0,-2 0 13 0,4-2-5 16,-3 3 7-16,4-1-2 0,-2-3-3 0,3 1 3 16,1-10 1-16,0 21-3 0,3-9 2 0,1-3-14 15,1 2 13-15,1-2 1 0,4 1-1 0,3-1 0 16,1 0 0-16,0-1-1 0,5-1 2 16,-1 0-1-16,0-2-4 0,4-1 7 0,5-1 0 15,-6-1-16-15,1-1-10 0,0-1-18 0,-4 0-22 16,3 0-35-16,-6 0-29 0,-3 0-36 0,1-1-56 15,-2-4-59-15,3 1-76 0,-4 0-279 0,-2-2-678 16,-1 0 300-16</inkml:trace>
  <inkml:trace contextRef="#ctx0" brushRef="#br0" timeOffset="195119.89">22371 2388 46 0,'0'0'83'0,"0"0"-6"16,0 0 1-16,0 0 7 0,0 0-5 0,0 0-1 15,0 0-1-15,0 0 5 0,0 0-7 0,0 0 6 16,0 0-5-16,0 0-5 0,0 0 2 0,0 0-8 16,0 0-6-16,0 0-7 0,0 0-7 0,0 0-4 15,0 0-3-15,0 0-8 0,0 0 0 0,0 0 1 16,0 0-10-16,0 0 5 0,0 0-15 15,0 0 5-15,0 0-1 0,0 0-12 0,0 0-11 16,0 0-6-16,0 0-31 0,0 0-15 0,0 0-18 16,0 0-13-16,0 0-13 0,0 0-94 0,0 0-211 15,0 0 94-15</inkml:trace>
  <inkml:trace contextRef="#ctx0" brushRef="#br0" timeOffset="196498.54">22421 2326 95 0,'0'0'116'0,"0"0"-12"0,0 0-10 16,0 0-8-16,0 0-10 0,0 0-4 16,0 0-7-16,0 0-2 0,0 0 2 0,0 0-6 15,0 0-6-15,0 0 5 0,0 0 1 0,0 0 1 16,0 0 0-16,0 0 0 0,0 0 6 0,0 0-1 15,0 0 3-15,0 0 3 0,0 0 3 0,0 0 1 0,0 0 0 16,0 0-2-16,0 0 5 0,0 0-3 16,0 0 8-16,0 0-10 0,0 0-5 0,0 0 0 15,0 0 3-15,0 0-2 0,1-6 3 0,-1 6-2 16,0 0-4-16,0 0 0 0,0 0-1 0,0 0-4 16,0 0-3-16,0 0-1 0,0 0 1 0,0 0-2 15,0 0-8-15,0 0-3 0,0 0-3 0,0 0-5 16,0 0-3-16,0 0-3 0,0 0-3 0,0 0-1 15,0 0-8-15,0 0 2 0,0 0-3 0,0 0 6 16,0 0-11-16,0 0 2 0,0 0-7 0,0 0 1 16,0 0-4-16,0 0-1 0,0 0 2 0,0 0-3 15,0 0 2-15,0 0-5 0,0 0-2 0,0 0 2 16,0 0-3-16,0 0 2 0,0 0-2 0,0 0-1 16,0 0 4-16,0 0-4 0,0 0 2 0,0 0 0 15,0 0 2-15,0 0 4 0,-1 25-5 0,1-25 11 16,-2 11-7-16,2-3 2 0,-1 2-2 0,1 0 7 15,0 3 6-15,0 0-3 0,-1-3 0 0,-1 2-3 16,0 0 2-16,2 0 6 0,0 1-9 16,-2-2-1-16,4 1 1 0,-2-1-3 0,1 0 0 0,-1 1-1 15,0-4 2-15,1 3 1 0,-1 0-2 0,3-3 1 16,-2 3-2-16,1-2-3 0,-2 0 4 0,0-1 2 16,2-2-7-16,-1 1 4 0,2-2-2 15,-3-5-1-15,3 12 8 0,-2-6-9 0,1-1 5 0,-2-5-5 16,5 7 3-16,-2-3 4 0,-3-4-5 15,5 7-1-15,-5-7 3 0,8 6-3 0,-4-3-5 16,-4-3-17-16,14 1-17 0,-7-1-21 0,-7 0-35 16,21-4-43-16,-21 4-52 0,16-6-67 0,-8 3-232 15,-8 3-527-15,11-11 234 0</inkml:trace>
  <inkml:trace contextRef="#ctx0" brushRef="#br0" timeOffset="196713.97">22435 2168 228 0,'-2'-8'265'0,"2"8"-18"16,0 0-27-16,0 0-15 0,0-9-20 0,0 9-18 15,0 0-16-15,0 0-20 0,0 0-11 0,0 0-23 16,0 0-33-16,0 0-47 0,0 0-40 0,0 0-34 15,0 0-37-15,0 0-49 0,0 0-154 0,0 0-322 16,0 0 143-16</inkml:trace>
  <inkml:trace contextRef="#ctx0" brushRef="#br0" timeOffset="197081.74">22882 2578 242 0,'0'0'259'0,"0"0"4"16,0 0 0-16,6-5-15 0,-6 5-9 0,0 0-13 16,0 0-6-16,0 0-22 0,0 0-11 0,0 0-17 15,0 0-9-15,0 0-22 0,0 0-8 0,0 0-17 16,0 0-12-16,0 0-12 0,0 0-8 0,0 0-10 15,-28 11-7-15,20-4-8 0,1 0-8 0,-1 1-5 16,-1 2-5-16,2 1-5 0,0-1-8 0,1 1 5 16,-2 0-9-16,2-1-6 0,2-1 7 0,-1 1-3 15,2 0 4-15,-1-1-7 0,3-1-5 0,-4 1-3 16,5-9 1-16,0 0 2 0,1 22-5 0,-1-22-4 16,7 13-4-16,-7-13-6 0,6 10-14 15,-2-5-30-15,-4-5-25 0,20 7-42 0,-9-4-39 16,1-2-42-16,7-1-56 0,2-1-50 0,-7-1-151 15,4-2-494-15,2-1 218 0</inkml:trace>
  <inkml:trace contextRef="#ctx0" brushRef="#br0" timeOffset="197273.72">23221 2555 50 0,'0'0'270'0,"0"0"-16"15,0 0-21-15,0 0-12 0,0 0-20 0,0 0-15 16,3-9-20-16,-3 9-11 0,0 0-15 0,17-1-12 16,-17 1-13-16,17-2-15 0,-5 2-19 0,0 0-33 15,1 0-42-15,-13 0-43 0,24 0-49 0,-11 0-46 16,-3 0-45-16,-10 0-144 0,19 3-347 16,-19-3 154-16</inkml:trace>
  <inkml:trace contextRef="#ctx0" brushRef="#br0" timeOffset="197430.91">23235 2660 142 0,'0'0'187'15,"0"0"-5"-15,-3 7-8 0,3-7-5 0,0 0-7 16,0 0-10-16,0 0-12 0,0 0-10 0,0 0-6 16,18 6-20-16,-6-6-26 0,5-1-30 0,0 0-41 15,3-1-59-15,7-3-74 0,0-2-145 0,-1 2-292 16,-6-2 129-16</inkml:trace>
  <inkml:trace contextRef="#ctx0" brushRef="#br0" timeOffset="198397.99">23955 2329 2286 0,'0'-12'87'0,"-1"0"-45"0,-2 2 9 16,2 0-50-16,-1 3 28 0,-2 0 17 0,4 7 10 15,-1-11 7-15,1 11 1 0,-3-7 2 0,3 7 0 16,0 0-5-16,-1-8-8 0,1 8-4 0,0 0-10 16,0 0-3-16,0 0-3 0,0 0-11 0,0 0-3 15,0 0-1-15,0 0-1 0,7 36-1 0,-3-11-3 16,0 3-3-16,0 0 2 0,0-1-1 0,1-2 1 15,-2 0 4-15,2 1-8 0,-5-9 1 0,5 3 2 16,-3-2-5-16,2-1-1 0,-3-1 1 0,1-1 2 16,-1 2-1-16,0-5-2 0,0-2 2 0,1 0 0 15,-2-10-2-15,4 14 3 0,-4-14-2 0,0 12 5 16,0-12 4-16,1 8 10 0,-1-8 11 0,0 0 4 16,0 0 14-16,0 0 13 0,1 11 4 15,-1-11 15-15,0 0 8 0,0 0 16 0,0 0 2 16,0 0-1-16,0 0-6 0,0 0-12 0,0 0-6 15,0 0-19-15,0 0-12 0,0 0 4 0,3-35-13 16,-1 25-15-16,1-1-6 0,-1 2-13 0,3 0 0 16,-1-1-4-16,1 0 5 0,1-1-10 0,0 1-11 15,4 1-2-15,2-3 0 0,-1 5 0 0,2-3-5 16,1 0 8-16,3 5-5 0,-5 0-1 0,1 4 0 0,0-2 1 16,0 3 4-16,-1 2-1 0,0 3-1 15,-2 0-2-15,0 2 8 0,-1 0-11 0,2 3 6 16,-4-1 0-16,-2 3 1 0,1-2 7 0,-1 0 2 15,1 3-6-15,-4-1 4 0,2-1 2 0,-2 1-3 16,-1-2 0-16,0 1-11 0,-1 0-21 0,2-1-36 16,-2-10-34-16,2 17-43 0,-2-11-38 0,0-6-50 15,0 0-43-15,0 20-40 0,1-14-234 0,-1-6-594 16,0 0 262-16</inkml:trace>
  <inkml:trace contextRef="#ctx0" brushRef="#br0" timeOffset="198714.91">24391 2576 63 0,'0'0'179'0,"0"0"-4"0,0 0-14 0,0 0 0 0,0 0-19 16,0 0-10-16,0 31-12 0,0-31-12 0,1 12-3 16,2-2-5-16,-2-1-10 0,-1-9-7 15,8 15 4-15,0-8-8 0,-5-1 1 0,4 2-5 16,-1-3 4-16,2 0 3 0,-8-5-1 0,15 7 2 15,-4-6-2-15,-1 1-1 0,1-1-2 0,-11-1-2 16,14 0 2-16,-14 0-2 0,0 0-1 0,23-4 2 16,-14 1-2-16,-9 3 1 0,0 0-8 0,10-14-3 15,-8 9-12-15,-2 5-5 0,-2-16-8 0,2 16-3 16,-5-18-9-16,-2 9-6 0,0 0-8 0,0 2-11 16,0-1-11-16,1 1-9 0,-3 1-20 0,1 1-14 15,-2 0-19-15,10 5-19 0,-18-4-23 0,10 2-31 16,8 2-28-16,0 0-30 0,-23 0-22 0,23 0-160 15,-11 5-414-15,11-5 184 0</inkml:trace>
  <inkml:trace contextRef="#ctx0" brushRef="#br0" timeOffset="199032.7">24624 2645 28 0,'9'-2'211'0,"1"0"-8"16,-10 2-6-16,20-4-6 0,-8 1-10 0,1-1-8 15,-1-2-13-15,1 1-17 0,-1 0-7 0,-2 0-12 16,0 0-6-16,0-1-4 0,0 3-3 16,-10 3-7-16,12-10-2 0,-7 3-11 0,-1 2-4 15,-4 5-4-15,6-13 10 0,-3 6-7 0,-3 7 1 16,3-11-3-16,-3 11-10 0,-2-12-4 0,2 12 7 16,0 0 5-16,-4-15 7 0,4 15-21 0,-7-8-9 15,7 8-14-15,-12-4 3 0,12 4-3 0,-16 1-9 16,16-1 3-16,-22 7-14 0,12-1-1 0,-2 0-1 15,3 1-6-15,0 2-1 0,2 1-4 0,-3 0-1 16,5 0 3-16,-2 2-7 0,4 0 0 0,0-1 4 16,-1 1 1-16,2 0-4 0,2-3-3 0,0-9-15 15,4 23-17-15,3-14-27 0,-1 0-25 0,2 0-35 16,4-2-37-16,4-1-46 0,4-1-35 0,-3-2-38 16,2 0-180-16,-2 0-487 0,4-3 216 0</inkml:trace>
  <inkml:trace contextRef="#ctx0" brushRef="#br0" timeOffset="200769.31">26223 2516 128 0,'0'0'218'0,"0"0"-3"0,0 0-7 16,0 0-6-16,0 0-4 0,0 0-15 0,0 0-9 15,0 0-10-15,0 0-7 0,0 0-5 0,0 0-7 16,0 0-3-16,0 0-5 0,0 0-1 16,0 0-1-16,0 0-11 0,0 0 1 0,0 0-11 15,0 0-9-15,0 0 5 0,0 0-9 0,0 0-14 16,0 0 1-16,0 0-8 0,0 0 8 0,0 0-27 16,0 0 11-16,0 0-10 0,0 0-5 0,0 0-7 0,0 0-3 15,0 0-2-15,0 0-1 0,0 0-9 0,0 0 2 16,0 0-6-16,0 0-6 0,0 0-2 0,0 0 0 15,0 0-1-15,0 0-1 0,0 0-4 16,0 0 0-16,0 0 1 0,0 0 1 0,0 0-2 16,0 0 6-16,0 0-6 0,0 0 0 0,0 0 9 15,0 0-4-15,0 0 1 0,0 0 7 0,0 0-7 16,0 0 2-16,0 0-2 0,0 0 5 0,0 0-6 16,0 0 1-16,0 0-2 0,0 0 6 0,0 0-5 15,0 0-1-15,0 0 0 0,0 0 1 0,0 0-7 16,0 0 3-16,0 0-7 0,0 0 11 0,0 0-6 15,0 0 7-15,0 0-6 0,0 0-1 0,0 0-4 16,0 0 2-16,0 0-1 0,0 0-3 0,0 0-4 16,0 0-1-16,0 0 4 0,0 0-4 0,0 0 1 15,0 0 2-15,0 0-8 0,0 0 6 0,0 0-11 16,0 0 4-16,0 0-1 0,0 0-10 0,0 0-5 16,0 0 11-16,0 0-1 0,0 0-2 0,18-2 3 15,-7 1 3-15,9 1-2 0,-1-2-1 0,-2 1 0 16,2-3 8-16,3 3-9 0,-4 0 1 0,0 0 1 15,-3-1-2-15,-1 2 1 0,-1-3 5 0,-2 3-20 16,-1 0-6-16,-10 0-16 0,20-2-18 0,-11 0-16 16,-2 2-21-16,-7 0-22 0,13-2-27 0,-13 2-27 15,0 0-35-15,0 0-31 0,0 0-38 0,18 0-23 16,-18 0-235-16,0 0-581 0,0 0 256 16</inkml:trace>
  <inkml:trace contextRef="#ctx0" brushRef="#br0" timeOffset="201015.76">26387 2401 221 0,'0'0'274'0,"-4"-10"2"16,4 10-5-16,0 0-4 0,0 0-19 0,-2-10-20 16,2 10-20-16,0 0-16 0,0 0-26 0,0 0-16 15,0 0-21-15,0 0-10 0,0 0-11 0,0 0-12 16,0 0 9-16,0 0-4 0,0 38-3 0,2-23-19 15,0 3 0-15,-2-1-9 0,2 1-2 0,-2 0-5 16,0 0-11-16,0-2 0 0,0 4 3 0,2-3-22 16,0 2-46-16,-2-3-45 0,0-3-53 0,0 2-64 15,-2-1-75-15,4-1-284 0,-2-13-578 0,0 21 256 16</inkml:trace>
  <inkml:trace contextRef="#ctx0" brushRef="#br0" timeOffset="201565.24">26814 2276 204 0,'4'-10'297'0,"-1"1"5"15,-3 9 2-15,4-10-1 0,-4 10-9 0,0 0-21 16,4-12-18-16,-4 12-29 0,0 0-20 0,4-5-21 16,-4 5-23-16,0 0-11 0,0 0-26 0,0 0-8 15,0 0-17-15,0 0-3 0,13 29-8 0,-9-12 8 16,2 9-20-16,-3 0 1 0,1 1 2 0,0-1-22 16,-2 0 3-16,2-8-7 0,0 1-6 0,-4 0-3 15,2-1-4-15,0-1-6 0,-4 0 4 0,4-2-12 16,-2-3-1-16,2 1-2 0,-2-4 3 0,3 1-3 15,-3-10 0-15,0 13-5 0,0-13-5 0,0 0 5 16,2 11 0-16,-2-11-3 0,0 0 5 0,0 0 1 16,2 9-2-16,-2-9-1 0,0 0 23 0,0 0 13 15,0 0 14-15,0 0 7 0,0 0 0 0,0 0 1 16,0 0-13-16,0 0-10 0,0 0-10 0,0 0-8 16,16-33-5-16,-11 23-16 0,5-3-2 0,4 0-6 15,-3-1-1-15,2 1-3 0,1 3-2 0,-3 1-3 16,-2 1 4-16,1 1 0 0,2 0-5 15,-3 3-1-15,1 1-1 0,-10 3-6 0,15-2 2 16,-15 2-2-16,14 1 3 0,-5 3-3 0,0-1 8 0,0 3-2 16,-2 1 2-16,0 2-2 0,-1-1 1 0,-2 2 1 15,2 0 8-15,0-2-9 0,-1 3 9 0,-1-2-8 16,0 0 4-16,0 0-2 0,-3 1-14 16,-1-10-35-16,5 20-45 0,-5-14-51 0,0-6-47 15,0 0-52-15,2 23-50 0,-2-23-59 0,2 12-300 16,-2-12-708-16,0 0 314 0</inkml:trace>
  <inkml:trace contextRef="#ctx0" brushRef="#br0" timeOffset="201973.24">27359 2456 12 0,'2'-10'250'15,"-2"10"-11"-15,0 0-13 0,5-13-2 0,-5 13-10 16,3-6-5-16,-3 6-16 0,0 0-13 0,0 0-16 16,0 0-12-16,0 0-11 0,0 0-11 0,0 0-9 15,2-10-5-15,-2 10-6 0,0 0-5 0,0 0-4 16,0 0-6-16,0 0 0 0,0 0-5 16,0 0-5-16,0 0-6 0,0 0 8 0,0 0-15 15,0 0-1-15,0 0-1 0,0 0-4 0,0 0-10 16,0 0-5-16,0 0-9 0,0 0 8 0,0 0-14 0,0 0 2 15,0 0-4-15,0 0-1 0,0 0 0 0,0 0-9 16,0 0 1-16,0 0-3 0,0 0 1 16,0 0-13-16,0 0 3 0,0 0-3 0,0 0 5 15,0 0-12-15,0 0 5 0,0 0 4 0,0 0-2 16,0 0 4-16,0 0-8 0,0 0-5 0,0 0 2 16,0 0 1-16,0 0 2 0,0 0-2 0,0 0-1 15,0 0 2-15,0 0 2 0,0 0-4 0,0 0 3 16,0 0-5-16,0 0-7 0,0 0-11 0,0 0-20 15,0 0-36-15,0 0-43 0,0 0-52 0,0 0-66 16,0 0-76-16,0 0-249 0,0 0-603 0,0 0 267 16</inkml:trace>
  <inkml:trace contextRef="#ctx0" brushRef="#br0" timeOffset="204044.22">24482 2433 118 0,'0'-8'157'0,"0"8"-2"0,0 0-4 15,0 0 2-15,0 0-13 0,0 0 2 0,0 0-10 16,0 0-1-16,0 0-2 0,0 0-9 0,0 0-7 16,0 0-3-16,0 0-1 0,0 0-8 0,0 0-8 15,0 0-4-15,0 0-8 0,0 0-2 0,0 0-9 16,0 0-2-16,0 0-10 0,0 0-2 16,0 0-6-16,0 0-3 0,0 0-10 0,0 0-1 15,0 0-5-15,0 0-2 0,0 0-4 0,0 0-5 0,0 0-5 16,0 0-1-16,0 0-3 0,0 0-3 0,0 0 0 15,0 0 0-15,0 0-3 0,-10 19 1 16,8-12-3-16,1 5 1 0,-1 5 1 0,1-1-1 0,-1 3 3 16,0 5-3-16,0-1-3 0,2 7 2 15,-1-5 0-15,0 3 3 0,-1-1-2 0,4-1 1 16,-2 0 3-16,-2-3 0 0,2-4 2 0,3 6 3 16,-4-6 4-16,1-1 5 0,1 1-4 0,-1-1 5 15,0-2-3-15,0 0 3 0,3-6-7 0,-3 7 2 16,0-7-4-16,-2 2 5 0,4-2-7 0,0 0 2 15,0-1 0-15,-2-9-5 0,3 16 1 0,-3-16 6 16,3 12-7-16,-3-12-2 0,0 10 3 0,0-10-3 16,1 10 0-16,-1-10 0 0,0 0-1 0,0 0 2 15,1 10-2-15,-1-10 0 0,0 0-8 0,0 0-21 16,0 0-20-16,0 0-17 0,0 0-29 0,0 0-25 16,0 0-16-16,0 0-46 0,0 0-52 0,0 0-183 15,0 0-446-15,0 0 197 0</inkml:trace>
  <inkml:trace contextRef="#ctx0" brushRef="#br0" timeOffset="204223.64">24450 2780 98 0,'0'0'163'0,"0"0"-26"0,0 0-9 0,9-7-14 0,-9 7-8 16,10-7-13-16,-1 4-9 0,4 0-11 15,5-1-11-15,-2-3-33 0,2 4-25 0,-1 0-49 16,1-1-40-16,-1-1-76 0,-6 1-173 0,-1 1 77 16</inkml:trace>
  <inkml:trace contextRef="#ctx0" brushRef="#br0" timeOffset="204607.98">24466 2456 112 0,'6'-12'125'16,"-6"12"-2"-16,9-10-21 0,-4 6-7 0,-5 4-5 16,10-10-14-16,-1 4-7 0,-9 6-3 0,15-7-7 15,-6 2-7-15,-1 3-5 0,3-4-5 0,-11 6-6 16,18-3-1-16,-10 1-2 0,-8 2-2 0,13-2-4 15,-13 2-9-15,12-2 7 0,-12 2-21 0,0 0-27 16,13 4-22-16,-13-4-25 0,7 5-15 0,-5-1-89 16,-2-4-189-16,4 13 83 0</inkml:trace>
  <inkml:trace contextRef="#ctx0" brushRef="#br0" timeOffset="204990.78">24597 2466 143 0,'0'0'154'0,"0"0"-11"15,0 0-11-15,0 0-9 0,0 0-11 0,0 0-10 16,0 0-7-16,0 0-13 0,0 0-10 0,0 0-8 15,0 0-3-15,-19 13-1 0,14-7 0 0,-3 5 1 16,2-2-11-16,-2 6-3 0,0 0 1 0,1 2-5 16,-2 1-1-16,1 7 0 0,2-3 1 15,-1-3-1-15,3-2-2 0,-1 3 0 0,3-1-4 0,-1 6 6 16,-1-6-3-16,3-3 4 0,-2 2-1 0,2-1-4 16,1 0-3-16,-1-4-1 0,2 3 7 0,-1-4-5 15,1 0-6-15,1-1 0 0,-2-5-5 0,0-6 1 16,1 19-3-16,0-10-3 0,-1-9 0 0,0 15 5 15,0-15-10-15,-1 16-2 0,1-16-20 0,1 13-29 16,-1-13-36-16,0 0-30 0,3 14-34 0,-3-14-17 16,0 0-37-16,0 0-113 0,0 0-329 0,0 0 145 15</inkml:trace>
  <inkml:trace contextRef="#ctx0" brushRef="#br0" timeOffset="205147.8">24506 2795 28 0,'14'-4'101'15,"-2"0"3"-15,3-1-14 0,3 2-20 0,0-1-27 16,1 0-35-16,0 2-34 0,0-2-44 0,3-1-75 16,5-2 32-16</inkml:trace>
  <inkml:trace contextRef="#ctx0" brushRef="#br0" timeOffset="205319.57">25075 2710 114 0,'0'0'97'0,"0"0"-44"0,0 0-29 16,0 0-32-16,6 1-39 0,-6-1-51 0,0 0 23 15</inkml:trace>
  <inkml:trace contextRef="#ctx0" brushRef="#br0" timeOffset="207632.73">27355 2449 9 0,'2'-8'125'0,"-2"8"8"0,0 0-10 16,0 0 6-16,0 0-11 0,0 0 6 0,0 0-1 16,0 0-5-16,0 0 0 0,0 0-5 0,0 0 7 15,0 0-1-15,0 0-2 0,0 0-6 0,0 0-4 16,0 0-10-16,0 0-10 0,0 0-2 16,0 0-6-16,0 0-6 0,0 0-8 0,0 0-6 15,0 0-2-15,0 0-11 0,0 0-1 0,0 0-3 16,0 0-5-16,0 0-3 0,0 0-4 0,0 0-4 15,0 0 5-15,0 0-4 0,0 0 5 0,0 0-9 16,0 0 0-16,-11 25-3 0,5-16 3 0,3 1-9 0,-6-1 0 16,5 1 2-16,-1 6-2 0,1-6 2 15,-1 6-3-15,1-3-3 0,2-2 4 0,-1-2-7 16,0 3 3-16,1-2-2 0,2-10 0 0,0 18-2 16,0-9 1-16,0-9 0 0,2 11 0 0,-2-11-1 15,6 12-2-15,-6-12 5 0,8 8-3 0,-1-5 0 16,2 0 1-16,3-1-1 0,0-2-1 0,-12 0 3 15,23 0-1-15,-14-2-2 0,5-1 4 0,-1 1-1 16,-2-2 1-16,1 0 0 0,-1-3 1 0,1 1-1 16,-2-2 0-16,2 0 2 0,-1-3 5 0,2-1-10 15,-7 4 6-15,1-3-1 0,-1 1-2 0,-2-2-3 16,1 2 6-16,-1 1 0 0,-4-1 4 0,0 10 1 16,2-21-3-16,-4 11-2 0,-1-1 1 0,-1 1-3 15,-2 0-2-15,-2 3 2 0,2-2-5 0,-3 3 9 16,3-1-10-16,6 7-3 0,-17-9-1 0,8 8-9 15,-1-3-7-15,0 2-14 0,10 2-8 0,-15-2-17 16,15 2-17-16,-16 0-32 0,16 0-30 0,0 0-36 16,-18 9-27-16,13-3-42 0,5-6-146 15,-7 13-416-15,7-13 185 0</inkml:trace>
  <inkml:trace contextRef="#ctx0" brushRef="#br0" timeOffset="208052.94">27723 2614 160 0,'0'0'225'16,"0"0"-5"-16,0 0-9 0,0 0-23 0,0 0-18 15,14-2-15-15,-14 2-16 0,0 0-12 0,11-11-13 16,-2 5-10-16,-5 0-10 0,6 0-4 0,0 1-9 15,-3-2-7-15,3-2-1 0,-2 3-7 0,-1-3-6 16,2 2-5-16,-1 0 10 0,-2-2-1 16,0 2 2-16,-1-1-9 0,-5 8-3 0,6-13-7 15,-2 6 7-15,-4 7 5 0,2-10-3 0,-2 10 3 0,2-10-6 16,-2 10-1-16,0 0-3 0,0-13-7 16,0 13 1-16,0 0 0 0,0 0-4 0,-10-12-5 15,10 12-3-15,-9-2-1 0,9 2-7 0,-20 4 0 16,7-1-4-16,-4 7 1 0,0-3-3 0,1 4-4 15,-1-1-3-15,0 0 1 0,2 3 3 0,1 1 6 16,1 1-15-16,2 2 5 0,2-3-6 0,0 1 5 16,6-2-1-16,-3 1-5 0,4 0 1 0,2-4 3 15,2 6-2-15,3-6 2 0,-1 1-11 0,9 3-21 16,-1-5-19-16,5 2-21 0,10-1-29 0,0-2-37 16,1-3-37-16,5-1-42 0,-2 0-43 0,-3-1-188 15,-8-2-476-15,9-2 210 0</inkml:trace>
  <inkml:trace contextRef="#ctx0" brushRef="#br0" timeOffset="209112.17">28080 2559 201 0,'0'0'219'0,"0"0"-21"15,0 0-34-15,0 0-29 0,0 0-37 0,0 0-44 16,0 0-41-16,0 0-41 0,0 0-25 0,0 0-28 16,0 0-73-16,0 0-166 0,0 0 74 0</inkml:trace>
  <inkml:trace contextRef="#ctx0" brushRef="#br0" timeOffset="209908">28150 2552 21 0,'0'0'136'0,"0"0"-12"0,2 7-21 15,-2-7-12-15,0 0-6 0,0 0-9 0,0 0-9 16,0 0-14-16,0 0-16 0,4 9-48 0,-4-9-44 16,3 3-67-16,-3-3-131 0,0 0 59 0</inkml:trace>
  <inkml:trace contextRef="#ctx0" brushRef="#br0" timeOffset="-206215.16">28105 2387 55 0,'0'0'155'0,"0"0"3"0,0 0-9 0,2-6-10 16,-2 6-7-16,0 0-7 0,0 0-6 16,0 0-8-16,0 0-12 0,0 0-12 0,0 0 0 15,0 0-15-15,0 0 0 0,0 0-14 0,0 0 6 16,0 0-13-16,0 0-5 0,0 0 6 0,0 0-12 16,0 0-3-16,0 0-8 0,0 0-2 0,0 0-2 15,0 0-5-15,0 0 2 0,0 0-4 0,0 0-9 16,0 0-3-16,0 0 2 0,0 0-2 0,0 0-3 15,0 0 2-15,0 0-5 0,9 17 3 0,-7-10 0 16,3 2-1-16,-1 1 2 0,1 2-1 0,0 1 0 16,2 4 5-16,-1-6-4 0,-1-1 3 0,-1 1-4 15,3 4 1-15,-3-5 1 0,1 2-1 0,3-2 0 16,-3 2 3-16,-1-3-4 0,4 3 2 0,-4-3-4 16,3 2 1-16,-3-2-3 0,1 0 1 0,-1-1 1 15,5 2-1-15,-7-5 0 0,-2-5 0 0,8 12 1 16,-4-8-3-16,-4-4 7 0,4 10-1 0,-4-10 1 15,0 0-1-15,7 7 0 0,-4-5 10 0,-3-2 20 16,0 0 13-16,0 0 15 0,2 5 9 0,-2-5 13 16,0 0 2-16,0 0 8 0,0 0-1 15,0 0-2-15,0 0-10 0,0 0-7 0,0 0-10 0,0 0-3 16,0 0-9-16,10-22-5 0,-10 22-6 0,5-15-4 16,0 6-6-16,-3-3-4 0,3 2-2 0,-3-1 0 15,4-4-10-15,-1 0-11 0,0-2-3 0,0 2-4 16,-2 0 3-16,4-3-2 0,-3 7-4 15,-1-5-12-15,3-3-9 0,1 1-1 0,0 1-3 16,-2 0 0-16,3 1 4 0,-3 2-5 0,0 3-4 16,-1 2-4-16,1 3-7 0,-5 6-13 0,5-10-14 15,-5 10-27-15,5-8-36 0,-5 8-34 0,0 0-13 16,0 0-1-16,0 0-14 0,0 0-135 0,0 0-363 16,13 20 161-16</inkml:trace>
  <inkml:trace contextRef="#ctx0" brushRef="#br0" timeOffset="-205831.77">28510 2595 139 0,'0'0'201'0,"0"0"-4"16,0 0-8-16,0 0-10 0,2-6-10 0,-2 6-13 15,0 0-17-15,0 0-8 0,0 0-5 0,0 0-12 0,0 0-7 16,0 0-13-16,0 0-8 0,0 0-9 16,0 0-11-16,0 0-3 0,-19 15-10 0,11-9-1 15,0 0-7-15,-1 2-6 0,-1 1 1 0,2-1-9 16,1 0 0-16,-1 3-4 0,0-2-3 0,3-1-3 15,0 0-2-15,2-2-1 0,-3 3-2 0,4-2 0 16,0 0-7-16,1-1 4 0,1-6-2 0,0 12 4 16,0-12-7-16,3 11 1 0,2-7-1 0,-1 1-11 15,5 0-7-15,0 0-21 0,3-1-14 0,1-1-28 16,3 1-23-16,-3-4-42 0,5 0-23 0,-4 0-30 16,-3-2-141-16,0 0-360 0,-11 2 160 15</inkml:trace>
  <inkml:trace contextRef="#ctx0" brushRef="#br0" timeOffset="-205209.93">28411 2611 2 0,'0'0'121'16,"0"0"-8"-16,0 0-8 0,0 0-14 0,13-13-8 16,-13 13-2-16,8-3-9 0,-8 3-5 0,0 0-3 15,15-2-12-15,-15 2-8 0,0 0-1 0,13 0-12 16,-13 0-4-16,0 0 0 0,14 2-6 16,-14-2 7-16,0 0-8 0,13 3-3 0,-13-3 0 0,6 4 5 15,-6-4-1-15,0 0-4 0,8 5 7 16,-8-5-4-16,0 0 5 0,8 5 0 0,-8-5 2 0,0 0 1 15,0 0-8-15,5 11 3 0,-5-11-3 16,0 0 3-16,0 0-3 0,-4 12 1 0,4-12-4 0,0 0-1 16,-9 13 1-16,9-13-2 0,-9 7-1 15,4 0 0-15,5-7-5 0,-13 7-23 0,8-3-15 0,5-4-27 16,-9 8-25-16,9-8-30 0,-9 7-102 16,3-4-229-16,6-3 101 0</inkml:trace>
  <inkml:trace contextRef="#ctx0" brushRef="#br0" timeOffset="-204498.3">28563 2595 86 0,'0'0'97'15,"0"0"-10"-15,0 0 3 0,0 0-11 0,0 0-6 16,0 0 15-16,0 0-16 0,0 0 8 0,0 0-2 16,0 0-4-16,0 0 8 0,0 0-4 0,-3-16-4 15,3 16 5-15,0 0-5 0,0 0-3 0,0 0 5 16,0 0-7-16,0 0 3 0,0 0-5 16,0 0-3-16,0 0-5 0,0 0-4 0,0 0-7 15,0 0-6-15,0 0-12 0,0 0 4 0,-13 4-8 16,13-4 1-16,0 0-3 0,-15 9-4 0,10-4-6 15,-1-2-1-15,1 2-1 0,-1 1-1 0,3 0 2 0,-4 1-7 16,0 0 0-16,3-1 3 0,0 0-7 16,1 2 3-16,-1-3-4 0,0 1-6 0,4-6 8 15,-4 11-1-15,2-5 2 0,2-6-4 0,-4 12 3 16,4-12-3-16,-4 12 0 0,4-5 6 0,-2-2-6 16,2-5-1-16,2 12-3 0,-2-12 11 0,0 0-15 15,3 14 8-15,-3-14 5 0,5 10-5 0,1-5 3 16,-6-5 3-16,9 9 1 0,-5-6 3 0,-4-3 0 15,18 7 4-15,-9-3-2 0,0-2-2 0,3-1-2 16,-3 2-5-16,-9-3-14 0,16 3-24 0,-16-3-27 16,15 4-26-16,-15-4-41 0,12-1-26 0,-12 1-142 15,0 0-322-15,0 0 142 0</inkml:trace>
  <inkml:trace contextRef="#ctx0" brushRef="#br0" timeOffset="-203978.75">28776 2705 17 0,'0'0'106'0,"0"0"-8"0,0 0-10 0,0 0 1 16,0 0-3-16,0 0-12 0,0 0-2 0,0 0-4 16,0 0-1-16,0 0-5 0,0 0-1 0,0 0-3 15,0 0-6-15,0 0-5 0,0 0 3 0,0 0-8 16,0 0 9-16,0 0-16 0,0 0 7 0,0 0-5 15,0 0 2-15,0 0-9 0,0 0-2 0,0 0 0 16,0 0-1-16,0 0-5 0,0 0 2 16,0 0-6-16,0 0 2 0,0 0-6 0,0 0 1 15,0 0 3-15,0 0-3 0,0 0 5 0,0 0-8 16,0 0 0-16,0 0-1 0,0 0 0 0,0 0 6 16,0 0-5-16,0 0-2 0,0 0-6 0,0 0 4 0,0 0 0 15,0 0-4-15,0 0 5 0,0 0-2 16,0 0 2-16,0 0-6 0,0 0 3 0,0 0-3 15,0 0 0-15,0 0 5 0,0 0 0 0,0 0-6 16,0 0 6-16,0 0-4 0,0 0-4 0,0 0-1 16,0 0-10-16,0 0-8 0,0 0-19 0,0 0-14 15,0 0-19-15,0 0-19 0,0 0-11 0,0 0-16 16,0 0-100-16,0 0-235 0,0 0 105 0</inkml:trace>
  <inkml:trace contextRef="#ctx0" brushRef="#br0" timeOffset="-199931.84">28730 2696 47 0,'0'0'102'0,"0"0"-9"15,0 0 4-15,0 0-3 0,0 0 2 0,0 0-8 16,0 0-2-16,0 0-1 0,0 0-2 0,0 0-10 16,0 0-3-16,0 0-6 0,0 0 0 0,25-13-4 15,-25 13-1-15,8-5-3 0,-8 5-2 0,7-5-1 16,-7 5-7-16,11-7 2 0,-11 7-1 0,10-7-9 15,-5 1-2-15,-5 6-3 0,8-6 9 0,-8 6-4 16,4-6 0-16,-4 6-8 0,9-7 8 0,-9 7-16 16,0 0 7-16,5-11 2 0,-5 11 2 0,0 0 7 15,2-9-4-15,-2 9 1 0,0 0-7 0,0 0 0 16,-2-12-6-16,2 12 2 0,0 0-7 0,0 0-1 16,0 0-2-16,-8-10-3 0,8 10-1 15,0 0-6-15,0 0 0 0,-19 1 2 0,19-1 0 0,-13 5-4 16,13-5 1-16,-16 11 2 0,7-6-2 0,0 0-3 15,1 2-1-15,2 0 4 0,-1-1-4 0,1 2-2 16,-2-2 4-16,8-6-3 0,-8 12 1 0,6-5 0 16,2-7-6-16,-5 13 5 0,5-13 3 0,-2 13-6 15,2-13 3-15,3 16 1 0,0-9 0 0,3 2 2 16,-1-1-4-16,4-2 4 0,-3 2 2 16,3 0-6-16,-1-2-10 0,6-1-12 0,-3 2-23 15,1-4-24-15,2 1-22 0,3-1-26 0,-4 0-29 16,2 0-20-16,0-3-111 0,-4 0-302 0,-11 0 134 15</inkml:trace>
  <inkml:trace contextRef="#ctx0" brushRef="#br0" timeOffset="-198839.8">28566 2634 13 0,'0'0'21'0,"0"0"-1"15,0 0-2-15,0 0 2 0,0 0-3 0,0 0 9 16,0 0-16-16,0 0-10 0,0 0 0 0,0 0-14 16,0 0-9-16,0 0-22 0,0 0 9 0</inkml:trace>
  <inkml:trace contextRef="#ctx0" brushRef="#br0" timeOffset="-190854.69">22468 1894 77 0,'0'0'77'0,"0"0"-3"0,0 0-11 15,0 0-14-15,0 0 0 0,0 0-1 0,0 0-5 16,0 0-9-16,0 0 1 0,0 0-5 0,0 0 1 15,0 0-9-15,0 0 1 0,0 0 0 0,0 0-14 16,0 0-10-16,0 0-21 0,0 0 1 0,0 0 11 16,0 0-21-16,0 0 0 0,-10-16-1 15,10 16 0-15,0 0-12 0,-9-4 3 0,9 4 1 16,-6-3-24-16,6 3-69 0,-10-1 31 0</inkml:trace>
  <inkml:trace contextRef="#ctx0" brushRef="#br0" timeOffset="-189050.13">22492 2973 64 0,'0'0'102'16,"0"0"-4"-16,0 0 0 0,0 0-2 0,0 0 3 16,0 0-6-16,0 0 5 0,0 0-10 15,0 0 6-15,0 0-2 0,0 0 2 0,6 2-1 0,-6-2-4 16,0 0-4-16,0 0 1 0,0 0 2 15,0 0-7-15,0 0-4 0,0 0-9 0,0 0-8 0,0 0-5 16,0 0-2-16,0 0-3 0,0 0 3 0,0 0-1 16,0 0-1-16,0 0-4 0,0 0-2 0,-25-4-6 15,25 4-5-15,0 0 0 0,-11-1 2 0,11 1-1 16,0 0 1-16,0 0-3 0,-10 0-1 16,10 0 2-16,0 0-2 0,0 0 1 0,0 0-5 15,0 0 3-15,-7-4 2 0,7 4-2 0,0 0-2 16,0 0-2-16,0 0 1 0,0 0-5 0,0 0 2 0,0 0-4 15,0 0 0-15,0 0 0 0,0 0 1 0,0 0-1 16,0 0 1-16,0 0-6 0,0 0 2 16,-10-1-2-16,10 1 1 0,0 0 0 0,0 0-2 15,0 0 1-15,0 0 5 0,0 0 0 0,0 0 1 16,0 0-11-16,0 0 10 0,0 0-2 0,0 0-2 16,0 0-4-16,0 0-6 0,0 0 1 0,0 0-1 15,0 0-2-15,0 0 1 0,0 0-3 0,0 0 3 0,34 0 0 16,-22 1-5-16,7-2 0 0,-1 1 2 15,1-1-8-15,1 2 9 0,3-2-4 0,4 2 3 16,-5-1 0-16,-2-1 0 0,7 1-3 0,-5 0 0 16,-1 1 2-16,0-2 1 0,-1-1 1 0,1 2 1 15,-3 2-5-15,0-2 5 0,-3-2-2 0,-1 2-2 16,-2 2 3-16,-1-1-2 0,-2-1 1 0,1 1 4 16,-3-1-7-16,-7 0 1 0,11-1-7 0,-11 1 8 15,9 0 0-15,-9 0 0 0,8 1 2 0,-8-1-6 16,0 0-1-16,0 0 4 0,0 0 2 0,9 3-1 15,-9-3-2-15,0 0 2 0,0 0-1 0,0 0 5 16,0 0 3-16,0 0 0 0,0 0-1 0,0 0 2 16,0 0-6-16,0 0 4 0,9-2-1 0,-9 2-1 15,0 0-2-15,0 0 3 0,0 0-4 0,0 0 1 16,0 0-9-16,0 0 12 0,0 0-5 0,0 0-2 16,0 0 0-16,0 0-5 0,0 0-16 0,0 0-24 15,0 0-23-15,0 0-26 0,0 0-29 0,0 0-36 16,0 0-38-16,0 0-40 0,0 0-184 0,0 0-454 15,0 0 201-15</inkml:trace>
  <inkml:trace contextRef="#ctx0" brushRef="#br0" timeOffset="-186824.04">5964 6080 43 0,'0'0'112'0,"0"0"-3"16,0 0 7-16,0 0-15 0,0 0-3 0,0 0-13 15,0 0 5-15,0 0-8 0,0 0-3 0,0 0-2 16,0 0-2-16,0 0 0 0,0 0-1 0,0 0-6 15,0 0-2-15,0 0 0 0,0 0-6 0,0 0-4 16,0 0-4-16,0 0-2 0,0 0-4 0,0 0-3 16,0 0-3-16,0 0-8 0,0 0 2 0,0 0-8 15,0 0 1-15,0 0-4 0,0 0-6 0,0 0-5 16,0 0-16-16,0 0-17 0,0 0-19 0,0 0-25 16,0 0-28-16,5 3-29 0,-5-3-25 0,0 0-94 15,0 0-260-15,0 0 116 0</inkml:trace>
  <inkml:trace contextRef="#ctx0" brushRef="#br0" timeOffset="-185995.34">5780 7605 74 0,'0'0'99'0,"0"0"-1"0,0 0-5 0,0 0 0 16,0 0-9-16,0 0-1 0,0 0-7 0,0 0-2 16,0 0-15-16,0 0 5 0,0 0-5 0,0 0-5 15,0 0-5-15,0 0-3 0,0 0-8 0,0 0-2 16,0 0 1-16,0 0 6 0,0 0-7 0,0 0-2 16,0 0-3-16,0 0-1 0,0 0-12 0,0 0 5 15,0 0 1-15,0 0-5 0,0 0 4 0,0 0-3 16,0 0-4-16,0 0 2 0,0 0-5 0,0 0-3 15,0 0 1-15,0 0 0 0,0 0-2 0,0 0-5 16,0 0 2-16,0 0 3 0,0 0-4 0,0 0-4 16,0 0 4-16,0 0 1 0,0 0-3 0,0 0 3 15,0 0-1-15,0 0 2 0,0 0-14 0,0 0 15 16,0 0-6-16,0 0-1 0,0 0 2 0,0 0-8 16,0 0 6-16,0 0 0 0,0 0 3 0,0 0 6 15,0 0-8-15,0 0-6 0,0 0 9 0,0 0-2 0,0 0-4 16,0 0-1-16,0 0 2 0,0 0 10 15,0 0-24-15,0 0-3 0,0 0-4 0,0 0-5 16,0 0-18-16,0 0-7 0,0 0-8 0,0 0-15 16,0 0-7-16,0 0-6 0,0 0-6 0,0 0-18 0,0 0-59 15,0 0-183-15,0 0 82 0</inkml:trace>
  <inkml:trace contextRef="#ctx0" brushRef="#br0" timeOffset="-175753.03">22583 1849 39 0,'0'0'130'0,"0"0"-9"16,0 0-12-16,0 0-9 0,0 0-12 0,0 0-10 16,0 0-1-16,0 0-9 0,0 0 0 0,0 0-10 15,0 0 4-15,0 0 1 0,0 0-12 0,0 0-3 0,0 0-6 16,0 0-5-16,0 0 2 0,0 0-14 15,0 0 0-15,0 0-1 0,0 0-7 0,0 0 2 16,0 0-9-16,0 0-27 0,0 0-15 0,0 0-19 16,0 0-28-16,0 0-21 0,0 0-87 0,0 0-202 15,0 0 89-15</inkml:trace>
  <inkml:trace contextRef="#ctx0" brushRef="#br0" timeOffset="-174543.31">24271 1930 38 0,'0'0'154'0,"0"0"0"0,0 0-10 16,0 0-6-16,0 0-12 0,0 0 2 0,0 0-11 16,0 0-9-16,0 0-8 0,0 0-12 15,0 0-4-15,0 0-11 0,0 0-2 0,0 0-11 16,0 0-8-16,0 0-2 0,0 0-4 0,0 0-6 0,0 0-6 16,0 0-2-16,0 0-2 0,0 0-9 0,0 0-7 15,0 0-15-15,0 0-21 0,0 0-22 0,0 0-27 16,0 0-33-16,0 0-14 0,0 0-14 15,3 4-103-15,-3-4-256 0,0 0 114 0</inkml:trace>
  <inkml:trace contextRef="#ctx0" brushRef="#br0" timeOffset="-174013.78">27052 1800 101 0,'0'0'172'0,"0"0"5"16,0 0 2-16,0 0-4 0,0 0-5 0,1 8-5 15,-1-8-6-15,0 0-5 0,0 0 13 0,0 0 7 16,0 0-12-16,0 0-9 0,0 0-9 0,0 0-9 16,0 0-13-16,0 0-7 0,0 0-14 0,0 0-11 15,0 0-6-15,0 0-11 0,0 0-4 0,0 0-9 16,0 0-8-16,0 0-11 0,0 0-14 15,0 0-24-15,0 0-26 0,0 0-34 0,0 0-42 16,0 0-37-16,0 0-59 0,0 0-49 0,0 0-168 16,0 0-446-16,0 0 198 0</inkml:trace>
  <inkml:trace contextRef="#ctx0" brushRef="#br0" timeOffset="-173222.99">24285 2966 19 0,'0'0'138'0,"0"0"3"0,0 0-6 16,0 0-9-16,0 0-4 0,0 0-3 0,0 0-8 15,0 0-3-15,0 0-18 0,0 0 8 0,0 0 2 16,0 0-2-16,0 0 0 0,0 0-2 0,0 0-4 0,0 0-2 16,0 0 2-16,0 0-2 0,0 0-7 0,0 0-5 15,0 0-8-15,0 0-8 0,0 0-3 0,0 0-4 16,0 0-7-16,0 0-6 0,0 0-5 15,0 0-1-15,0 0-10 0,0 0 2 0,0 0-5 16,0 0-1-16,0 0-11 0,0 0-14 0,0 0-11 16,0 0-12-16,0 0-20 0,0 0-8 0,0 0-24 15,0 0-14-15,0 0-21 0,0 0-21 0,0 0-19 0,0 0-7 16,0 0-11-16,9 3-96 0,-9-3-288 16,0 0 127-16</inkml:trace>
  <inkml:trace contextRef="#ctx0" brushRef="#br0" timeOffset="-172615.67">27424 2753 123 0,'0'0'182'0,"6"6"7"15,-6-6 4-15,0 0 9 0,0 0 4 0,0 0-5 16,0 0-2-16,0 0-4 0,0 0-1 0,0 0-9 16,0 0-2-16,0 0-9 0,0 0-3 0,0 0-4 15,0 0-6-15,0 0-9 0,0 0-4 0,0 0 0 16,0 0-22-16,0 0-10 0,0 0-14 0,0 0-10 15,0 0-1-15,0 0-16 0,0 0-7 0,0 0-5 16,0 0-8-16,0 0-32 0,0 0-29 0,0 0-42 16,0 0-53-16,0 0-69 0,0 0-81 0,0 0-60 15,-15 11-239-15,3-3-596 0,-7-5 265 0</inkml:trace>
  <inkml:trace contextRef="#ctx0" brushRef="#br0" timeOffset="-170894.5">26735 1755 16 0,'0'0'99'0,"0"0"-5"0,9-3 0 0,-9 3 5 15,0 0-2-15,0 0-16 0,0 0 20 0,0 0 0 16,0 0-5-16,0 0 5 0,0 0 0 0,0 0-3 16,0 0 1-16,0 0-2 0,0 0-3 0,0 0-3 15,0 0-9-15,0 0-3 0,0 0 0 0,0 0-3 16,0 0-5-16,0 0-4 0,0 0 1 0,0 0-7 16,0 0-5-16,0 0-8 0,0 0 2 0,0 0-12 15,0 0 0-15,0 0-3 0,0 0-10 0,0 0-1 16,0 0-6-16,0 0-16 0,0 0-26 0,0 0-19 15,0 0-31-15,0 0-37 0,0 0-39 0,0 0-23 16,0 0-2-16,0 0-113 0,0 0-312 16,0 0 138-16</inkml:trace>
  <inkml:trace contextRef="#ctx0" brushRef="#br0" timeOffset="-170012.22">27063 2711 45 0,'0'0'183'0,"0"0"-6"0,7 0-4 15,-7 0 1-15,0 0-4 0,0 0-1 0,0 0-5 16,9 3-12-16,-9-3-10 0,0 0-15 0,0 0-15 15,0 0-15-15,0 0-17 0,0 0-29 0,0 0-33 16,0 0-46-16,0 0-44 0,0 0-78 0,0 0-148 16,0 0-322-16,0 0 143 0</inkml:trace>
  <inkml:trace contextRef="#ctx0" brushRef="#br0" timeOffset="-151509.54">4575 6206 63 0,'0'0'97'0,"0"0"-8"16,0 0-9-16,0 0-2 0,0 0-18 0,0 0-5 15,0 0-4-15,0 0-6 0,0 0-3 0,0 0 8 0,0 0-10 16,0 0-9-16,0 0-3 0,0 0 1 0,0 0-12 15,0 0-14-15,0 0-11 0,0 0-6 16,0 0-11-16,0 0-5 0,0 0-13 0,0 0-10 16,0 0-62-16,0 0-123 0,0 0 55 0</inkml:trace>
  <inkml:trace contextRef="#ctx0" brushRef="#br0" timeOffset="-151124.39">5864 6224 82 0,'8'1'134'16,"-8"-1"-16"-16,0 0-6 0,0 0 1 0,0 0-2 16,6 2 0-16,-6-2-6 0,0 0-10 0,0 0-8 0,0 0-7 15,0 0-8-15,0 0-7 0,0 0-10 0,0 0-5 16,0 0-5-16,0 0-1 0,0 0-6 16,7 4-2-16,-7-4-5 0,0 0-4 0,0 0-5 15,0 0 2-15,0 0-4 0,0 0-8 0,0 0 4 16,0 0-6-16,0 0 3 0,0 0-7 0,0 0-7 0,0 0-4 15,0 0-6-15,0 0-10 0,0 0-6 0,0 0-10 16,0 0-19-16,0 0-5 0,0 0-10 16,0 0-12-16,0 0-12 0,0 0-16 0,0 0-82 15,0 0-209-15,4 3 94 0</inkml:trace>
  <inkml:trace contextRef="#ctx0" brushRef="#br0" timeOffset="-143661.58">9642 10775 9 0,'0'0'58'16,"0"0"-6"-16,0 0-10 0,0 0-19 0,0 0-5 0,0 0-12 15,0 0-26-15,0 0-12 0,0 0-33 0,0 0 14 16</inkml:trace>
  <inkml:trace contextRef="#ctx0" brushRef="#br0" timeOffset="-143136.72">10455 10762 2 0,'0'0'26'0,"0"0"-16"16,0 0-17-16,0 0-7 0,11 1 4 0</inkml:trace>
  <inkml:trace contextRef="#ctx0" brushRef="#br0" timeOffset="-91476.77">8326 6183 47 0,'0'0'100'0,"0"0"-9"0,0 0 3 0,0 0-5 15,0 0-6-15,0 0-7 0,0 0-4 0,0 0-6 0,0 0 3 16,0 0 2-16,0 0-9 0,0 0 0 15,0 0-11-15,0 0 0 0,0 0-7 0,0 0-7 16,0 0 0-16,0 0-7 0,0 0 3 0,0 0 1 0,0 0-14 16,0 0-5-16,0 0-8 0,0 0-19 0,0 0-10 15,0 0-15-15,0 0-28 0,0 0-11 0,0 0-14 16,0 0-84-16,0 0-187 0,0 0 83 0</inkml:trace>
  <inkml:trace contextRef="#ctx0" brushRef="#br0" timeOffset="-91208.6">8231 6219 22 0,'0'0'64'0,"0"0"-7"0,0 0-6 0,0 0-2 15,0 0-8-15,0 0-5 0,0 0-6 0,0 0-6 16,0 0-7-16,0 0-10 0,0 0-12 0,0 0-8 16,0 0-10-16,0 0-37 0,0 0-64 0,0 0 28 15</inkml:trace>
  <inkml:trace contextRef="#ctx0" brushRef="#br0" timeOffset="-90238.28">7931 6261 11 0,'0'0'104'0,"0"0"-3"15,0 0-3-15,-12-1-15 0,12 1-3 16,0 0-9-16,0 0-10 0,-7-3-3 0,7 3-11 0,0 0-3 16,-12 2-3-16,12-2-5 0,0 0-8 0,-13-2 5 15,13 2 0-15,-9 0-20 0,9 0 11 0,0 0-5 16,-15-2 2-16,15 2-5 0,-10 0 4 0,10 0-1 15,-9 0-11-15,9 0-2 0,0 0 5 0,-13 0 14 16,13 0-21-16,0 0 11 0,-10 2-12 0,10-2 4 16,0 0 7-16,-10 0-11 0,10 0 11 0,0 0-4 15,-10-2 3-15,10 2 3 0,0 0-4 0,-11-1 4 16,11 1-1-16,0 0 7 0,0 0-2 0,0 0 6 16,-10 1-5-16,10-1 3 0,0 0 1 0,0 0 1 15,0 0 7-15,0 0-8 0,-11-1 4 0,11 1-1 16,0 0 14-16,-8-3-1 0,8 3-4 0,0 0 1 15,0 0 2-15,0 0-7 0,0 0 1 0,0 0 4 16,0 0-1-16,0 0 2 0,0 0-2 0,-11 0-3 16,11 0 2-16,0 0-5 0,0 0-1 0,0 0-3 15,0 0 1-15,0 0 0 0,0 0-5 0,0 0-1 16,0 0-1-16,0 0-2 0,0 0 0 16,-11 0-2-16,11 0-1 0,0 0 0 0,0 0-5 0,0 0 0 15,-9-1 2-15,9 1-3 0,0 0-2 0,0 0 2 16,-11 0-7-16,11 0 4 0,-10 0-3 0,10 0 1 15,-10 0-1-15,10 0-3 0,-11 0 7 0,11 0-5 16,-13-2 1-16,13 2-2 0,-11-1 2 16,11 1-2-16,-9-1 2 0,9 1-1 0,0 0 0 0,-9-3 2 15,9 3-1-15,0 0 4 0,0 0-1 0,0 0 0 16,-9-1 2-16,9 1-4 0,0 0 6 0,0 0-8 16,0 0 6-16,0 0-6 0,0 0 5 15,0 0-2-15,0 0-1 0,0 0 1 0,0 0 1 0,0 0-1 16,0 0-2-16,0 0 0 0,0 0 0 0,0 0-1 15,0 0 0-15,0 0 0 0,0 0 1 0,0 0-4 16,0 0 3-16,0 0-3 0,0 0 2 0,0 0-2 16,0 0 2-16,36 0 4 0,-16 1 0 0,1-2 1 15,7 1 2-15,0-2-1 0,1 3 6 0,-1-1-5 16,3 1 1-16,1-3-6 0,-4 2 1 0,1 0 3 16,0 0 2-16,-8 0 4 0,1 0-4 0,-2 0 1 15,1 1 2-15,-2-2-4 0,1 1 4 0,-2 0-4 16,-4 0-1-16,-1 0-1 0,1-2 0 0,-3 5-2 15,1-2 0-15,-3-1 2 0,3 1 7 0,-3-1 2 16,2-1 6-16,-1 1-4 0,-10 0-2 0,16 0 0 16,-9 1 0-16,-7-1 1 0,16 0 0 0,-10 0 4 15,4 2-4-15,-10-2 1 0,11-2-1 0,-11 2-3 16,11-1 1-16,-3 2-1 0,-8-1-2 0,11 0 0 16,-11 0 0-16,12 2-2 0,-12-2 0 0,0 0-2 15,10 0 3-15,-10 0-4 0,8 0 1 0,-8 0-3 16,0 0 1-16,0 0-2 0,0 0 2 0,0 0-4 15,11-3 2-15,-11 3 8 0,0 0-7 0,0 0-3 16,8 1-11-16,-8-1-20 0,0 0-16 0,0 0-22 16,0 0-24-16,0 0-30 0,0 0-38 0,0 0-25 15,0 0-15-15,0 0-10 0,0 8-139 0,0-8-375 16,0 0 167-16</inkml:trace>
  <inkml:trace contextRef="#ctx0" brushRef="#br0" timeOffset="-89650.75">5844 5953 34 0,'0'0'120'0,"0"0"-9"0,0 0-7 15,0 0-9-15,0 0-8 0,0 0-8 0,0 0-10 16,0 0-8-16,0 0-4 0,0 0-22 0,0 0-12 15,0 0-20-15,0 0-25 0,0 0-24 0,0 0-24 16,0 0-54-16,0 0-133 0,0 0 58 0</inkml:trace>
  <inkml:trace contextRef="#ctx0" brushRef="#br0" timeOffset="-89175.33">8937 5760 96 0,'9'0'133'0,"-9"0"-4"0,0 0-5 16,0 0-7-16,0 0-8 0,0 0-10 16,0 0-11-16,0 0-11 0,0 0-11 0,0 0-16 15,0 0-11-15,0 0-25 0,7 3-22 0,-7-3-33 16,0 0-27-16,0 0-22 0,0 0-66 0,0 0-169 15,0 0 75-15</inkml:trace>
  <inkml:trace contextRef="#ctx0" brushRef="#br0" timeOffset="-87844.84">8494 14689 58 0,'0'0'206'0,"0"0"-23"0,0 0-17 16,0 0-16-16,6-4-15 0,-6 4-14 0,0 0-3 16,0 0-17-16,0 0-8 0,0 0-10 0,0 0-11 15,0 0-15-15,0 0-24 0,0 0-31 0,0 0-37 16,0 0-35-16,0 0-46 0,0 0-111 0,0 0-245 16,0 0 109-16</inkml:trace>
  <inkml:trace contextRef="#ctx0" brushRef="#br0" timeOffset="-87398.28">9508 14607 78 0,'0'0'98'0,"0"0"0"0,0 0-9 15,0 0-11-15,0 0-1 0,0 0-4 0,1 8 3 16,-1-8-12-16,0 0-13 0,0 0 6 0,0 0-2 16,0 0 2-16,0 9-8 0,0-9-13 0,0 0 2 15,0 0 1-15,0 0 2 0,0 0-19 0,0 0 5 16,0 0 1-16,-3 10-7 0,3-10 10 0,0 0-11 16,0 0-11-16,0 0 13 0,-1 7-15 0,1-7 0 15,0 0-18-15,0 0-2 0,0 0-10 0,0 0-14 16,-2 9-3-16,2-9 3 0,0 0-7 0,0 0-7 15,0 0-1-15,-4 7-7 0,4-7-13 0,0 0-12 16,0 0-54-16,0 10-149 0,0-10 67 0</inkml:trace>
  <inkml:trace contextRef="#ctx0" brushRef="#br0" timeOffset="-86151.3">5450 14409 13 0,'0'0'123'0,"-5"5"-10"0,5-5-13 15,0 0-7-15,0 0-4 0,0 0-5 0,0 0-14 16,0 0-1-16,0 0-12 0,0 0-18 0,0 0-22 15,0 0-16-15,0 0-26 0,0 0-22 0,0 0-25 16,0 0-49-16,0 0-131 0,0 0 58 0</inkml:trace>
  <inkml:trace contextRef="#ctx0" brushRef="#br0" timeOffset="-85427.69">7278 13455 2 0,'0'0'109'0,"0"0"11"0,0 0-6 15,0 0-6-15,0 0 2 0,0 0-15 0,0 0 4 16,0 0-9-16,0 0-10 0,0 0-1 0,0 0-6 16,0 0-21-16,0 0-2 0,0 0-11 15,0 0-15-15,0 0-13 0,0 0-38 0,0 0-33 16,0 0-36-16,0 0-83 0,0 0-194 0,0 0 87 15</inkml:trace>
  <inkml:trace contextRef="#ctx0" brushRef="#br0" timeOffset="-84980.71">7110 14794 6 0,'0'0'58'0,"0"0"-6"15,0 0-20-15,2 7-26 0,-2-7-18 0,0 0-12 16,0 0-26-16,0 0 12 0</inkml:trace>
  <inkml:trace contextRef="#ctx0" brushRef="#br0" timeOffset="-81770.73">14493 14954 101 0,'-8'-4'194'15,"8"4"-21"-15,-9-2-19 0,9 2-25 0,-6-4-16 16,6 4-24-16,0 0-21 0,-5-4-21 15,5 4-21-15,0 0-24 0,0 0-9 0,0 0-21 16,0 0-19-16,0 0-22 0,0 0-89 0,18-5-171 0,-18 5 76 16</inkml:trace>
  <inkml:trace contextRef="#ctx0" brushRef="#br0" timeOffset="-81257.88">15378 14836 26 0,'0'0'90'0,"0"0"-9"0,0 0-12 0,0 0 0 15,0 0-5-15,0 0-10 0,0 0 8 0,0 0-6 16,0 0-4-16,0 0 4 0,0 0-9 0,0 0-3 0,0 0-10 15,0 0-8-15,0 0 12 0,0 0-5 0,0 0-6 16,0 0-2-16,0 0-1 0,0 0-10 16,0 0 3-16,0 0-3 0,0 0 3 0,0 0-1 15,0 0-4-15,0 0 3 0,0 0-3 0,0 0 0 16,0 0-9-16,0 0 8 0,0 0-2 0,0 0-5 0,0 0 3 16,0 0 7-16,0 0-8 0,0 0 0 0,0 0-4 15,0 0 0-15,0 0-3 0,0 0-2 0,0 0-9 16,0 0-11-16,0 0-4 0,0 0-7 15,0 0-11-15,3 5 1 0,-3-5-8 0,0 0 2 16,0 0-4-16,7 4-5 0,-7-4 1 0,0 0-2 16,0 0-48-16,0 0-117 0,0 0 51 0</inkml:trace>
  <inkml:trace contextRef="#ctx0" brushRef="#br0" timeOffset="-80769.69">14231 14409 39 0,'-4'4'86'0,"4"-4"-9"0,0 0-4 0,0 0-13 15,0 0-7-15,0 0-11 0,0 0-9 0,22 3-19 16,-22-3-24-16,10 3-22 0,-4-3-41 0,-6 0-79 16,9 4 36-16</inkml:trace>
  <inkml:trace contextRef="#ctx0" brushRef="#br0" timeOffset="-79982.08">15218 14479 73 0,'0'0'111'15,"0"0"-11"-15,0 0 4 0,0 0-22 0,0 0-5 16,0 0-12-16,0 0 0 0,0 0-13 0,0 0-9 16,0 0-6-16,0 0 4 0,0 0 0 0,0 0-11 15,0 0-7-15,0 0 2 0,0 0-7 0,0 0-2 16,0 0-9-16,0 0-10 0,0 0 1 0,0 0-7 15,0 0-9-15,0 0 2 0,2 9-14 0,-2-9 4 16,0 0-2-16,0 0 3 0,0 0 0 0,-2 10 2 16,2-10-1-16,0 0 2 0,0 0 1 0,0 0-2 15,-5 10-2-15,5-10 7 0,0 0 3 0,0 0 1 0,0 0 1 16,0 7 3-16,0-7-5 0,0 0 12 0,0 0-9 16,0 0-1-16,-4 8 3 0,4-8 6 15,0 0-1-15,0 0 2 0,0 0-2 0,0 0 2 16,0 0 1-16,0 0 7 0,0 0 4 0,0 0 4 15,0 0 3-15,0 0 5 0,0 0 3 0,0 0-1 0,0 0-5 16,2 8 9-16,-2-8-9 0,0 0 23 16,0 0-27-16,0 0 2 0,5 3-3 0,-5-3 2 15,0 0-6-15,0 0 2 0,0 0 3 0,0 0-2 16,0 0-4-16,0 0 5 0,0 0-6 0,0 0 1 16,0 0 10-16,0 0-7 0,0 0 7 0,0 0-2 0,0 0-3 15,0 0 10-15,0 0-5 0,0 0 1 16,0 0-5-16,0 0 5 0,0 0-2 0,0 0-2 15,0 0 3-15,0 0 6 0,0 0-13 0,0 0 6 16,0 0-8-16,0 0 2 0,0 0-3 0,0 0-2 0,0 0 2 16,0 0-17-16,0 0-12 0,0 0-7 0,0 0-18 15,0 0-8-15,-14 3-22 0,14-3-11 0,0 0-62 16,-7 4-162-16,7-4 73 0</inkml:trace>
  <inkml:trace contextRef="#ctx0" brushRef="#br0" timeOffset="-78726.55">20845 14504 61 0,'0'0'54'0,"7"-2"-34"16,-7 2-43-16,0 0-24 0,0 0 11 0</inkml:trace>
  <inkml:trace contextRef="#ctx0" brushRef="#br0" timeOffset="-78480.66">21695 14465 104 0,'8'-3'238'0,"-8"3"-29"0,0 0-29 0,8-2-28 16,-8 2-25-16,0 0-35 0,0 0-32 0,0 0-39 15,0 0-28-15,7 6-23 0,-7-6-39 0,0 0-22 16,2 9-74-16,-2-9-178 0,2 7 79 0</inkml:trace>
  <inkml:trace contextRef="#ctx0" brushRef="#br0" timeOffset="-78258.55">22406 14479 55 0,'9'-3'327'0,"-9"3"-35"16,0 0-26-16,8-5-27 0,-8 5-30 0,0 0-26 15,0 0-34-15,0 0-39 0,7-2-44 16,-7 2-47-16,0 0-47 0,0 0-39 0,0 0-33 16,2 10-41-16,-2-10-123 0,3 9-285 0,2-6 127 0</inkml:trace>
  <inkml:trace contextRef="#ctx0" brushRef="#br0" timeOffset="-77930.88">23136 14504 223 0,'0'0'279'16,"10"-2"-24"-16,-10 2-10 0,0 0-24 0,0 0-14 16,0 0-16-16,0 0-19 0,0 0-10 0,0 0-20 15,0 0-17-15,0 0-7 0,0 0 1 0,0 0-2 16,0 0-4-16,0 0-6 0,0 0 12 15,0 0-10-15,0 0-5 0,0 0-11 0,-24-4 0 0,24 4-11 16,0 0-4-16,0 0-9 0,0 0-4 0,0 0-5 16,0 0-9-16,0 0-3 0,0 0-11 0,0 0 2 15,0 0-4-15,0 0-14 0,0 0-10 16,0 0-19-16,0 0-16 0,0 0-21 0,0 0-20 0,0 0-24 16,0 0-34-16,0 0-37 0,0 0-40 0,0 0-24 15,0 0-29-15,-14 4-201 0,14-4-490 0,-13 6 217 16</inkml:trace>
  <inkml:trace contextRef="#ctx0" brushRef="#br0" timeOffset="-77231.13">16087 14561 39 0,'-10'-3'46'0,"-1"-1"-2"0,0 0-10 0,3 2-14 0,-1-1 2 15,-1-1-5-15,0 3 5 0,2 0-3 0,-5-4-5 16,4 5 2-16,0-3-3 0,-3 3-6 0,3-1 0 15,1-1 3-15,0 0 2 0,8 2-2 0,-14-4-2 16,7 3-5-16,0-2-3 0,-4 0 6 0,2 1-12 16,0-2-7-16,1 3 0 0,-1-2-6 15,0 0-7-15,0 0-23 0,-2 2-53 0,2 0 24 0</inkml:trace>
  <inkml:trace contextRef="#ctx0" brushRef="#br0" timeOffset="-75796.88">15762 14485 1 0,'-11'-1'13'0,"11"1"5"0,-16-2 12 15,9 1 7-15,-2-1 10 0,9 2 7 0,-14-3 2 16,14 3 6-16,-11-3 11 0,5 1-2 0,6 2 8 15,0 0 0-15,-12-2 5 0,12 2-20 0,-7 0-2 16,7 0-4-16,0 0 2 0,0 0-4 0,0 0-6 16,0 0-6-16,0 0 1 0,0 0 3 0,0 0-3 15,0 0-3-15,0 0 3 0,0 0 1 0,0 0 1 16,27-3 0-16,-27 3 2 0,20 0 0 16,-8 1 0-16,0-1-2 0,2 2-1 0,3-2-1 15,1 2-5-15,0-1-2 0,4-1-3 0,-1 1 4 0,7-1 0 16,-2 3 0-16,-3-3-7 0,6-1 1 0,-7 1-4 15,7 0-3-15,-2-2-1 0,1 0-3 0,-1 3 1 16,-5-2 0-16,0 1 1 0,6-2 1 16,-1 0 2-16,1 2 4 0,-3 0-1 0,-3 0 1 0,9-1 4 15,-4-2-4-15,2 2 2 0,-7-1-5 0,7 2 0 16,2 2-1-16,-4-5-1 0,1 3-1 0,0 0-3 16,1 0 4-16,-7 1-6 0,6-1 0 0,0-1 0 15,-9 1 2-15,3-2-2 0,0 1 3 0,-2 2-3 16,11 0-3-16,-3-2 0 0,0 1-1 0,2-3 4 15,-4 3 1-15,-3 0-4 0,4-2 1 0,1 0-3 16,-7 2 1-16,8-2-2 0,-1 1-3 0,0-3 3 16,-1 6-1-16,-6-4-3 0,8 0 4 0,-8 0-2 15,7-1-1-15,0 2-1 0,-8 0-2 0,10-3 4 16,-9 4-1-16,8 0 1 0,-8 0-2 0,1 0-3 16,-2 0 5-16,7-2-5 0,0 2-1 0,-5 0 1 15,6-3 0-15,-8 3 3 0,9-3-3 0,-8-1 2 16,7 3-1-16,0-1-5 0,-8 1 7 0,8-1-10 15,-7 1 4-15,9-3-2 0,-9 2 4 0,6 0-5 16,0-1 6-16,0 0-6 0,-4 0 6 0,4 3-5 16,-5-2 0-16,3-2-1 0,-3 2 4 0,1 0 4 15,-1 0-7-15,-2 2 1 0,8-5 1 0,-7 4-4 16,2 2 3-16,-3-3-2 0,2 2 5 0,1-2-5 0,-4 2 1 16,4 2-5-16,-1-2 1 0,-2 2 4 15,-1-2-2-15,3 3 1 0,-3-1-2 0,2-2 1 16,-2 3 6-16,0 1-3 0,3-3-4 0,-3 2 2 15,-2 2 1-15,2-4 1 0,-3 0 0 0,4 2 0 0,-1-2-2 16,-3 3 0-16,2-3 5 0,0 2-7 0,0-1 5 16,-1-1-7-16,3 1 5 0,2-1 2 15,-9 0 1-15,7 1 1 0,-3-1-1 0,2 0 3 16,0-1 2-16,-1-1-1 0,1 4-1 0,-1-3 1 16,0 2 3-16,1-1-8 0,-4-1 1 0,6 2-2 0,-3-2 0 15,1 4 3-15,-1-4 2 0,1 0-2 0,1 2-5 16,1-1 3-16,-3-2 2 0,1 4-1 15,-1-1 2-15,2 1-5 0,1-3 1 0,-1 1-2 16,1 1-1-16,0-2 4 0,-1 3-1 0,0-3-1 16,2 2 1-16,-1 0 1 0,1-2-3 0,0 3 2 0,-3-2 0 15,9-1 0-15,-5 0-3 0,-3 0 2 0,-2-1 3 16,4 1-3-16,-2 0-2 0,0-1 0 0,1 1 3 16,0 0-5-16,-1-2 6 0,0 4-5 15,1-2 4-15,1 0 2 0,0 0-2 0,-2-2-1 0,-1 2-2 16,3-2 2-16,-2 4 2 0,7-2 4 0,-7-2-8 15,0 0-2-15,-1 2 4 0,0 0 1 0,2 2 1 16,-2-2-2-16,1 0 3 0,2-2 0 16,-3 4-1-16,2-2 5 0,-2 0-7 0,0 2 2 15,2-2-2-15,-1 2 3 0,0-1 1 0,1-1-3 0,0 0 1 16,-1 0 3-16,1-1-1 0,0 1-5 0,-2 1 5 16,2-1-1-16,-2 1-1 0,0-2 1 0,4 1-1 15,5-1 3-15,-6 1-5 0,-2 0 2 16,-1 0 3-16,4-2-3 0,5 2 0 0,-7-2 4 0,8 4-4 15,-1-4 1-15,-1 0-5 0,0 0 6 0,2 2 3 16,0-1 3-16,-9-1 3 0,8-2-4 0,0 3 3 16,-6-3-5-16,5 3-3 0,1 0-1 0,-7-1-2 15,8 0 9-15,-6 0-3 0,4 1 7 0,1 0-5 16,-5 0 3-16,4 2-5 0,0-2 2 0,-6 1 4 16,7-3-6-16,-6 0-2 0,-1 1 2 0,5 2-2 15,-4-2 5-15,0 0-3 0,0 1-4 0,6 0 1 16,-7-1-3-16,6-2 9 0,2 2-5 0,-9-1 7 15,8 1 4-15,-5 1 0 0,-2-1 1 0,0 0-3 16,6 0 3-16,-5 2 2 0,6-1-2 0,-8 0-2 16,-3 0 0-16,4-1 2 0,-1 0-4 0,-1 0 2 15,1-1 3-15,-2 0 19 0,1 3-21 0,-1-3 9 16,3 3 6-16,-1-1-2 0,-3-1-2 0,2 2-6 16,1-1-3-16,-2 1 4 0,1-3-1 0,1 3 15 15,0 0-12-15,0 0 8 0,1-2-3 0,-1 2-10 16,2 0 1-16,0-2-3 0,-2 0 1 0,1 2 2 15,0 0 5-15,1-1 0 0,0 1-3 0,5-5 1 16,-6 5-1-16,8-1-1 0,-8-1-4 0,1 1 14 16,-3-2-8-16,4 3-14 0,5-3 11 0,-6 3-4 15,-3-3 10-15,3 2-5 0,0 0 3 0,6 1-6 16,-5-2 0-16,-3-1-1 0,3 5-3 0,4-4-4 16,-4 4 5-16,3-4-3 0,-6 2-1 0,3 0 5 15,4 0-2-15,-9-2-3 0,4 2-2 0,-3 2-1 16,-1-4-1-16,2 2 0 0,-2-1-3 0,2 0-1 15,-2 1 1-15,-1-3 4 0,-2 3-7 0,1-1 1 16,-2 0 0-16,-2 2 5 0,-1-2-3 0,0 1 1 16,-3 0-5-16,-8 0 1 0,16 1 2 0,-8-1-13 15,-8 0 11-15,9-1 2 0,-9 1-4 0,13-2 2 16,-13 2-2-16,0 0-28 0,9-1-4 0,-9 1-17 16,0 0-20-16,0 0-19 0,0 0-37 0,0 0-24 15,0 0-32-15,0 0-31 0,0 0-31 0,-27 9-34 16,8-8-37-16,-9 4-40 0,-8-2-181 0,-1 1-578 15,-19 1 256-15</inkml:trace>
  <inkml:trace contextRef="#ctx0" brushRef="#br0" timeOffset="-74031.94">12065 14526 50 0,'-11'-2'113'0,"11"2"-3"0,-8-2-3 15,8 2-8-15,-8-3 1 0,8 3-6 0,-7-2-2 16,7 2-1-16,0 0 2 0,-8-2 2 0,8 2 7 0,0 0-2 16,-10-6-9-16,10 6-1 0,0 0-7 0,-7-4-5 15,7 4-7-15,0 0-1 0,-5-3-8 0,5 3-4 16,0 0-7-16,0 0-3 0,0 0-4 15,-4-5-1-15,4 5-6 0,0 0-1 0,0 0-2 16,-7-6-3-16,7 6-4 0,0 0 7 0,-7-2-2 16,7 2 8-16,0 0 3 0,0 0 1 0,-10-3-2 0,10 3 9 15,0 0-4-15,0 0-8 0,0 0-2 0,-10-1 3 16,10 1-5-16,0 0 0 0,0 0-5 0,0 0-1 16,0 0-4-16,0 0 0 0,0 0-5 15,0 0 0-15,0 0 0 0,0 0-6 0,0 0 0 0,0 0 0 16,0 0-5-16,0 0 2 0,0 0-2 0,0 0 2 15,0 0-5-15,0 0 0 0,0 0-1 0,0 0 5 16,0 0-3-16,0 0 1 0,0 0-2 0,0 0 5 16,0 0 2-16,0 0 3 0,22 10-3 15,-13-6 7-15,1 2-6 0,1-3 14 16,3 1-8-16,-1-1 0 0,5 1-4 0,0 1 6 0,2-1-3 0,0 0 6 16,0 0 1-16,2-1-8 0,-1 1 10 0,1 1-10 15,5 3 1-15,-7-5-3 0,2 0 5 0,1-2-1 16,-4 1-4-16,3-1 3 0,0-1 1 0,-3 1-1 15,3 1-1-15,-2 1-3 0,2-2 2 16,-3 1 2-16,0-2-5 0,2 1-2 0,0 2 3 0,0-1-3 16,-2-1-2-16,0 1 2 0,-1 1 0 0,1-1-4 15,-2-1-2-15,2 2 2 0,0-2 2 0,-1 1 9 16,1-2-12-16,-1 3-1 0,2 0 3 16,-3-1-5-16,2-2 2 0,1 0 0 0,-2 1 0 15,2 1 1-15,-2-1-2 0,2 0 1 0,-2-1-2 0,0 2-2 16,2-1 3-16,1 2-2 0,-3-1-2 0,2-1 11 15,0-1 1-15,0 4-10 0,-1-4-1 0,0 2-4 16,-1 0 4-16,5 0 3 0,-6 1-2 16,4-3 0-16,0 3 5 0,-4-3-2 0,2 2 0 15,-2-1-2-15,3-1 3 0,-1 0 1 0,-2 0-1 0,2 0 0 16,-2 2-2-16,1-4 1 0,3 2-2 16,-10 0 0-16,7 0-3 0,0 0 3 0,2 0 1 15,-3 0-3-15,2 2 4 0,-1-4 0 0,0 2 3 16,-4 0-4-16,3 0-5 0,1 0 0 0,0 0 1 15,2-3 4-15,-1 6-3 0,-2-1 4 0,6-4-1 0,-3 4 2 16,7-4 6-16,0 1 2 0,2-1-2 0,2 1-3 16,-2-2 2-16,3 0-3 0,-1 0 1 0,1 0 1 15,-1-3-5-15,1 3 6 0,-1 2-1 16,0-5-1-16,1 3 0 0,-1 1-1 0,1-2 0 16,-1 2-1-16,3-1 1 0,-4 2-1 0,4-3 3 0,-1 0 1 15,-1 1 0-15,1-3-8 0,-1-1 1 0,-1 2 2 16,2 0-4-16,-1 1 2 0,0 2-4 15,-1-3 11-15,2 4-3 0,-3-2 2 0,4-1-2 0,-4 1-1 16,2 1 7-16,0 0-6 0,-1-1 1 16,1 0-2-16,-4-2-6 0,2 1 8 0,3 1-4 0,-4 0 8 15,1-1 1-15,3 1-10 0,-3-2 3 0,0 2 5 16,-1-2-6-16,0 0 2 0,2 2 1 16,0-2-6-16,-4 0-1 0,2 1 8 0,-1 0-5 0,-1 0-7 15,2 2 9-15,-3-1-6 0,-5-1 9 16,6 1-6-16,-6 3 0 0,8-4 2 0,-8 1-4 15,7-2 2-15,-6 2-3 0,-1-1 0 0,5 2-4 0,-3-1 9 16,4-1 0-16,-6 0 3 0,6 0 3 0,-7 1-13 16,0 2 11-16,-2-3 15 0,4 1-7 0,-2 1-10 15,-3-1 4-15,2 2-12 0,-6-1 13 0,6 1-7 16,-5 0 0-16,0 0-1 0,5-2 5 0,-1 2-5 16,-5 0-8-16,3-1 14 0,2 2 1 0,-2-3-5 15,-2 1 11-15,-2 2-14 0,2-2 10 0,0 2-4 16,-1-2 3-16,3 2 0 0,-5 0 3 15,2 0-2-15,-2 0-13 0,3-1 14 0,-3-1-3 0,2 2 1 16,-1 0 1-16,-3-1 3 0,3 1-2 0,-5-3 1 16,4 3 0-16,-11 0-4 0,12-3 11 0,-12 3-5 15,12-1 3-15,-12 1 0 0,8 0-1 0,-8 0-2 16,0 0-5-16,0 0 7 0,11 0-9 0,-11 0 0 16,0 0 0-16,0 0 0 0,8 1-2 0,-8-1-5 15,0 0-18-15,0 0-41 0,0 0-39 0,0 0-44 16,-30 10-47-16,14-1-65 0,-7 4-84 0,-9 6-347 15,-13 2-734-15,-5 1 324 0</inkml:trace>
  <inkml:trace contextRef="#ctx0" brushRef="#br0" timeOffset="-68597.63">9014 5216 5 0,'0'0'37'0,"0"0"-2"0,0 0 10 0,0 0-13 16,0 0 2-16,0 0-3 0,0 0 5 16,0 0-5-16,0 0 4 0,0 0-6 0,0 0-4 0,0 0 2 15,0 0 0-15,0 0 6 0,0 0 0 16,0 0-2-16,0 0 8 0,0 0-17 0,0 0 6 0,0 0-4 16,0 0 4-16,0 0-6 0,0 0 3 15,0 0-2-15,0 0 2 0,0 0-8 0,0 0 6 16,0 0-4-16,0 0-6 0,0 0 0 0,0 0 1 15,0 0-4-15,0 0-5 0,0 0 3 0,0 0 0 16,0 0-5-16,0 0-1 0,0 0 9 0,0 0-7 16,0 0 4-16,0 0-2 0,0 0-6 0,0 0 13 0,0 0 2 15,-3 8 5-15,3-8-3 0,0 0-3 16,0 0 5-16,0 0-10 0,9 11 1 0,-9-11 9 0,0 0-3 16,5 5-2-16,-5-5 0 0,0 0-1 15,2 6-3-15,-2-6-4 0,0 0 6 0,0 0-4 16,3 7-1-16,-3-7 5 0,0 0-5 0,0 0 3 0,3 4 4 15,-3-4 0-15,0 0 0 0,0 0-8 0,0 0 7 16,0 0-3-16,0 0 6 0,0 0-2 16,0 0 3-16,0 0-5 0,0 0 12 0,0 0 2 15,0 0-9-15,2 7-1 0,-2-7-6 0,0 0-5 16,0 0 9-16,0 0-4 0,0 0 8 0,0 0-4 16,0 0 4-16,0 0 1 0,0 0-6 0,0 0 0 0,0 0-3 15,0 0-2-15,0 0 4 0,0 0-2 0,0 0-1 16,0 0 0-16,0 0 5 0,0 0 3 15,0 0-12-15,0 0 2 0,0 0 6 0,0 0-10 16,0 0 5-16,0 0-2 0,0 0 3 0,0 0-4 16,0 0-2-16,0 0 0 0,0 0 5 0,0 0 0 0,0 0-3 15,0 0-2-15,0 0 0 0,0 0-5 0,0 0 7 16,0 0-1-16,0 0-2 0,0 0 1 16,0 0-3-16,0 0 0 0,0 0 9 0,0 0-7 15,0 0 3-15,0 0-1 0,0 0 5 0,0 0-8 16,0 0 6-16,0 0-6 0,0 0 1 0,0 0 0 0,0 0-5 15,0 0 5-15,0 0-1 0,0 0 8 16,0 0-3-16,0 0 0 0,0 0-4 0,0 0 6 0,0 0-4 16,0 0-2-16,0 0 1 0,0 0 0 15,0 0 0-15,0 0 0 0,0 0 3 0,0 0-2 16,0 0 0-16,0 0 0 0,0 0-3 0,0 0 3 16,0 0 0-16,0 0-3 0,0 0 0 0,0 0 9 0,0 0-11 15,0 0 2-15,0 0 5 0,0 0-4 0,0 0-1 16,0 0 0-16,0 0 0 0,0 0-2 15,0 0 10-15,0 0-11 0,0 0 7 0,0 0-4 16,0 0 0-16,0 0 0 0,0 0-5 0,0 0 5 16,0 0-1-16,0 0-1 0,0 0 2 0,0 0-5 0,0 0 8 15,0 0-4-15,0 0 6 0,0 0-3 16,0 0-3-16,0 0 9 0,0 0-12 0,0 0 3 16,0 0 1-16,0 0 0 0,0 0 4 0,0 0-4 15,0 0 11-15,0 0-10 0,0 0 1 0,0 0-3 16,0 0 10-16,0 0-6 0,0 0 2 0,0 0 2 15,0 0-2-15,0 0-2 0,0 0 0 0,0 0 4 0,0 0-2 16,0 0-3-16,0 0 3 0,0 0-6 16,0 0-8-16,0 0-14 0,0 0-5 0,0 0-17 15,0 0-10-15,0 0-19 0,0 0-12 0,0 0-21 16,0 0-10-16,0 0-11 0,0 0-94 0,0 0-239 16,0 0 106-16</inkml:trace>
  <inkml:trace contextRef="#ctx0" brushRef="#br0" timeOffset="-65897.97">9030 5224 29 0,'0'0'36'0,"0"0"-1"0,0 0-4 16,0 0-5-16,0 0 5 0,0 0-1 0,0 0 2 15,0 0-8-15,0 0 5 0,0 0 4 16,0 0-3-16,0 0-9 0,0 0 5 0,0 0-6 16,0 0 3-16,0 0 0 0,0 0 0 0,0 0 2 0,0 0-7 15,0 0-6-15,0 0 10 0,0 0-9 0,0 0 7 16,0 0-5-16,0 0 11 0,0 0-10 0,0 0 4 15,0 0 3-15,0 0-3 0,0 0-1 0,0 0 1 16,0 0-2-16,0 0 1 0,0 0-5 0,0 0 1 16,0 0-10-16,0 0 6 0,0 0-1 15,0 0 2-15,0 0-6 0,0 0 19 0,0 0-14 0,0 0-2 16,0 0 2-16,0 0-6 0,0 0 1 0,0 0 0 16,0 0-7-16,0 0-1 0,0 0 12 0,0 0-11 15,0 0-2-15,0 0 6 0,0 0 0 0,0 0 5 16,0 0-5-16,0 0 4 0,0 0-6 15,0 0 2-15,0 0-6 0,0 0 1 0,0 0 2 16,0 0 16-16,0 0-18 0,0 0 4 0,0 0-7 0,0 0 5 16,0 0 0-16,0 0 3 0,0 0-1 0,-4 5-2 15,4-5-6-15,0 0 6 0,0 0-2 0,0 0-1 16,0 0 3-16,0 0 0 0,0 0 0 16,0 0 3-16,0 0-7 0,0 0 2 0,0 0 2 15,0 0-9-15,0 0 5 0,0 0 1 0,0 0 12 16,7 9-15-16,-7-9 8 0,0 0-1 0,0 0-5 0,0 0 7 15,0 0-1-15,0 0 2 0,3 4-4 0,-3-4 5 16,0 0-9-16,0 0 4 0,0 0 6 0,0 0 2 16,7 7-7-16,-7-7-1 0,0 0 5 15,0 0 1-15,0 0 6 0,2 5-12 0,-2-5 9 16,0 0-7-16,0 0-1 0,0 0 9 0,0 0-6 16,0 0 2-16,3 7 1 0,-3-7-1 0,0 0 0 15,4 5-6-15,-4-5 17 0,0 0-15 0,0 0 3 0,0 0-4 16,2 7 0-16,-2-7 3 0,0 0 8 15,0 0-1-15,4 4-8 0,-4-4 5 0,0 0 1 16,0 0-1-16,3 9-2 0,-3-9 3 0,0 0 4 16,0 0-9-16,0 0 6 0,0 0-12 0,0 0 14 0,3 3 7 15,-3-3-10-15,0 0 7 0,0 0-7 0,0 0 4 16,0 0-7-16,0 0 8 0,0 0-7 16,0 0-1-16,0 0 1 0,7 6-6 0,-7-6 12 15,0 0-2-15,0 0-8 0,0 0 2 0,0 0 5 16,4 4-6-16,-4-4 4 0,0 0-7 0,0 0 5 15,0 0 0-15,0 0 0 0,0 0-3 0,0 0 0 0,0 0 1 16,0 0-1-16,0 0-1 0,0 0 1 0,0 0-3 16,0 0 1-16,0 0-2 0,0 0 5 15,0 0-1-15,0 0-9 0,3 5 9 0,-3-5 0 16,0 0-1-16,0 0 1 0,0 0 0 0,0 0-4 16,0 0 4-16,0 0-1 0,0 0-1 0,0 0 0 0,0 0-1 15,0 0-3-15,0 0 4 0,0 0 6 0,0 0-7 16,0 0 4-16,0 0 3 0,0 0-9 15,0 0 5-15,0 0 2 0,0 0 7 0,0 0-6 16,0 0-2-16,0 0 3 0,0 0-6 0,0 0 1 16,0 0 2-16,0 0 0 0,0 0 1 0,0 0-2 0,0 0 0 15,0 0 4-15,0 0-3 0,0 0-3 0,0 0-2 16,0 0-2-16,0 0 17 0,0 0-14 16,0 0 2-16,0 0-3 0,0 0 1 0,0 0 2 15,0 0 5-15,0 0-5 0,0 0 0 0,0 0 1 16,0 0-10-16,0 0 10 0,0 0-6 0,0 0 4 15,0 0-1-15,0 0 7 0,0 0 5 0,0 0-26 0,0 0 22 16,0 0-4-16,0 0 0 0,0 0 4 16,0 0-8-16,0 0 5 0,0 0-5 0,0 0 3 15,0 0-16-15,0 0 12 0,0 0 3 0,0 0 0 16,0 0 0-16,0 0 3 0,0 0-3 0,0 0-1 16,0 0 2-16,0 0-2 0,0 0 1 0,0 0-2 0,0 0 4 15,0 0 5-15,0 0-5 0,0 0-4 16,0 0-2-16,0 0 1 0,0 0 4 0,0 0-3 15,0 0 3-15,0 0-6 0,0 0 9 0,0 0-6 16,0 0 11-16,0 0-15 0,0 0 12 0,0 0-6 16,0 0 3-16,0 0 1 0,0 0-2 0,0 0-4 15,0 0 1-15,0 0-6 0,0 0 13 0,0 0-2 0,0 0-6 16,0 0-1-16,0 0 7 0,0 0-3 0,0 0 2 16,0 0 4-16,0 0-3 0,0 0-3 15,0 0 2-15,0 0-5 0,0 0 11 0,0 0-6 16,0 0 0-16,0 0-9 0,0 0 10 0,0 0 2 15,0 0-5-15,0 0 11 0,0 0-8 0,0 0 4 0,0 0 3 16,0 0-2-16,0 0 4 0,0 0-1 0,0 0 7 16,0 0-11-16,0 0 1 0,0 0-1 15,0 0 1-15,0 0-10 0,0 0 14 0,0 0-8 16,0 0 6-16,0 0-3 0,0 0 1 0,0 0 3 16,0 0-2-16,0 0-11 0,0 0 8 0,0 0-7 0,0 0 9 15,0 0-4-15,0 0-3 0,0 0 2 16,0 0 2-16,0 0-3 0,0 0-3 0,0 0 7 0,0 0-5 15,0 0 3-15,0 0-2 0,0 0 5 16,0 0-3-16,0 0-5 0,0 0 8 0,0 0-2 16,0 0 9-16,0 0 1 0,0 0 4 0,0 0 3 15,0 0 1-15,0 0 9 0,0 0-4 0,0 0-2 0,0 0-1 16,0 0 4-16,0 0-5 0,0 0 2 0,0 0 1 16,0 0 0-16,0 0 2 0,0 0 1 15,0 0 5-15,0 0 0 0,0 0-1 0,0 0 0 16,0 0-1-16,0 0 1 0,0 0 0 0,0 0-2 15,0 0-2-15,0 0 1 0,0 0-9 0,0 0 3 0,0 0 0 16,0 0-3-16,0 0-3 0,0 0-4 16,0 0 1-16,0 0-2 0,0 0-3 0,0 0-2 15,0 0 3-15,0 0-2 0,0 0 6 0,0 0-8 16,0 0-4-16,0 0 1 0,0 0-3 0,0 0 1 16,0 0 0-16,0 0 0 0,0 0-6 0,0 0 3 15,0 0-3-15,0 0 4 0,0 0-3 0,0 0-2 16,0 0 4-16,0 0-2 0,0 0-4 0,0 0 3 15,0 0 0-15,0 0-1 0,0 0-1 0,0 0 2 16,0 0 0-16,0 0 2 0,0 0-4 0,0 0 4 16,0 0 8-16,0 0-9 0,0 0-2 0,0 0 4 15,0 0-1-15,0 0-4 0,0 0 1 0,0 0 4 0,0 0-3 16,0 0 3-16,0 0 5 0,0 0 0 16,0 0 2-16,0 0 9 0,0 0 4 0,0 0 1 0,0 0 3 15,0 0 2-15,0 0-4 0,0 0-1 16,0 0-2-16,6-13-6 0,1 3-7 0,6-2-14 15,9-11-25-15,5-2-31 0,16-9-47 0,-2-2-70 16,6-5-84-16,22-16-202 0,-5 0-503 0,-6-6 222 16</inkml:trace>
  <inkml:trace contextRef="#ctx0" brushRef="#br0" timeOffset="-55791.89">18640 17122 19 0,'0'0'45'0,"0"0"-8"0,0 0 5 16,0 0-1-16,0 0-1 0,0 0-8 0,0 0 4 15,0 0-8-15,0 0-1 0,0 0-3 16,-20 2 0-16,20-2-6 0,0 0 0 0,0 0 1 0,0 0-2 16,0 0 11-16,-16 0-20 0,16 0 11 15,-7 0-2-15,7 0 8 0,0 0-7 0,0 0 3 16,-21-2 3-16,21 2 12 0,-11 0-8 0,11 0-2 0,-13 0-3 15,13 0 2-15,-13-2 1 0,5 1-3 0,8 1-4 16,-15 0 6-16,15 0-1 0,-16 0-12 16,8 0 6-16,0 1 7 0,8-1-13 0,-14 0 18 15,8 0 3-15,6 0 9 0,-13 1-1 0,13-1-2 16,-12 0 7-16,12 0-5 0,-11-1 4 0,11 1-2 16,0 0 7-16,-9 0 0 0,9 0-6 0,0 0-3 15,0 0-5-15,-10-1-7 0,10 1 2 0,0 0-5 16,0 0-4-16,0 0-2 0,0 0-3 0,0 0 5 15,0 0-5-15,0 0-5 0,0 0 4 0,0 0-3 16,0 0 4-16,0 0-2 0,0 0-2 0,0 0-3 16,0 0-6-16,0 0 7 0,0 0-3 0,0 0 2 15,0 0-4-15,0 0 0 0,25-6-3 0,-25 6 6 16,11-1 3-16,-11 1-8 0,13 0-2 0,-13 0 2 16,12-1 4-16,-5 2-5 0,-7-1-3 0,12-1 0 15,-12 1 4-15,13 0 0 0,-13 0-3 0,12 0 3 16,-12 0-7-16,10-2 3 0,-10 2 1 0,14-1 6 15,-14 1-9-15,12 0 6 0,-6-1-8 0,-6 1 7 16,11 0-5-16,-11 0 2 0,13-1-4 0,-13 1 5 16,14 0 0-16,-7-1-3 0,-7 1 3 0,11-3 2 15,-11 3 3-15,10-1-4 0,-10 1-5 0,9-3 1 16,-9 3-2-16,8-1 8 0,-8 1-2 0,0 0 1 16,0 0-3-16,8-1-1 0,-8 1-2 0,0 0 7 15,0 0-6-15,10 0-7 0,-10 0-15 0,0 0-11 16,0 0-19-16,0 0-23 0,0 0-41 0,0 0-23 15,0 0-104-15,0 0-264 0,0 0 117 0</inkml:trace>
  <inkml:trace contextRef="#ctx0" brushRef="#br0" timeOffset="-53675.86">8856 17394 11 0,'0'0'176'0,"0"0"-29"0,0 0-12 0,0 0-32 15,0 0-32-15,0 0-19 0,0 0-23 0,0 0-27 16,0 0-33-16,0 0-38 0,0 0-36 0,0 0-113 15,0 0 50-15</inkml:trace>
  <inkml:trace contextRef="#ctx0" brushRef="#br0" timeOffset="-53318.7">9547 17433 25 0,'0'0'150'16,"0"0"-27"-16,0 0-36 0,0 0-33 0,0 0-33 15,0 0-39-15,0 0-56 0,0 0-80 0,0 0 35 16</inkml:trace>
  <inkml:trace contextRef="#ctx0" brushRef="#br0" timeOffset="-51243.3">10712 6050 16 0,'0'0'92'0,"0"0"-5"0,0 0-10 16,1-7-1-16,-1 7-25 0,0 0-17 0,0 0-17 0,0 0-31 15,0 0-59-15,0 0-79 0,0 0 35 0</inkml:trace>
  <inkml:trace contextRef="#ctx0" brushRef="#br0" timeOffset="-50840.75">11289 6114 18 0,'0'0'125'0,"7"2"5"15,-7-2-9-15,0 0-7 0,0 0-9 0,0 0-4 16,0 0-10-16,0 0 0 0,0 0-10 0,0 0-4 16,0 0-11-16,0 0-2 0,0 0-3 0,0 0-6 0,0 0-7 15,0 0-7-15,0 0 0 0,0 0-7 16,0 0-2-16,0 0 1 0,0 0-9 0,0 0-2 16,0 0 2-16,0 0-4 0,0 0 4 0,0 0 0 15,0 0-5-15,0 0 0 0,0 0-1 0,0 0 3 16,0 0-1-16,0 0-2 0,0 0-1 0,0 0 1 0,0 0-3 15,0 0-13-15,0 0 12 0,0 0 2 0,0 0-5 16,0 0-2-16,0 0 0 0,0 0-3 16,0 0 2-16,0 0-4 0,0 0 3 0,0 0-3 15,0 0-1-15,0 0-9 0,0 0-8 0,0 0-16 0,0 0-24 16,0 0-19-16,0 0-34 0,0 0-27 0,0 0-118 16,0 0-272-16,0 0 121 0</inkml:trace>
  <inkml:trace contextRef="#ctx0" brushRef="#br0" timeOffset="-48799.16">7645 16371 90 0,'0'0'123'16,"0"0"-11"-16,-4-6-15 0,4 6-17 0,0 0-11 15,0 0-15-15,0 0-22 0,0 0-17 0,0 0-15 16,-7 18-20-16,7-18-24 0,-2 12-58 0,-1-2-110 15,-1 1 49-15</inkml:trace>
  <inkml:trace contextRef="#ctx0" brushRef="#br0" timeOffset="-48446.28">7370 18183 11 0,'0'0'105'0,"0"0"-8"16,0 0-15-16,0 0-20 0,0 0-13 0,0 0-16 16,0 0-18-16,0 0-13 0,0 0-28 0,0 0-16 15,0 0-23-15,0 0-71 0,0 0 32 0</inkml:trace>
  <inkml:trace contextRef="#ctx0" brushRef="#br0" timeOffset="-48103.46">7421 16413 8 0,'0'0'79'0,"0"0"-6"16,0 0 1-16,0 0-14 0,0 0-6 0,0 0-10 15,0 0-11-15,0 0-32 0,0 0-28 0,-7 28-40 16,6-18-72-16,1-10 32 0</inkml:trace>
  <inkml:trace contextRef="#ctx0" brushRef="#br0" timeOffset="-47594.1">7385 17862 78 0,'0'0'85'0,"0"0"3"16,0 0-13-16,0 0-14 0,3 8-4 0,-3-8-5 15,0 0-5-15,0 0-5 0,0 0-1 0,0 0-3 16,0 0 2-16,0 0 10 0,10 1-11 0,-10-1-2 15,0 0 6-15,0 0-3 0,0 0 10 0,0 0-12 16,0 0-5-16,0 0 2 0,0 0-1 0,0 0-3 16,0 0 1-16,0 0-5 0,0 0-3 0,0 0 2 15,0 0-5-15,0 0 1 0,0 0-2 0,0 0-3 16,0 0 2-16,0 0-3 0,5-19 0 16,-5 19 6-16,0 0-6 0,0 0-7 0,0 0-3 15,0 0-6-15,0 0 13 0,0 0-9 0,0 0 5 0,0 0-1 16,-1-13 0-16,1 13 6 0,0 0-6 0,0 0-2 15,0 0-3-15,0 0-2 0,0 0 3 0,0 0-2 16,0 0 5-16,0 0-23 0,0 0 15 16,0 0-2-16,0 0-6 0,0 0-1 0,0 0-16 15,0 0-5-15,0 0-5 0,0 0-17 0,0 0-13 16,0 0-10-16,0 0-16 0,0 0-8 0,0 0-67 16,0 0-178-16,0 0 78 0</inkml:trace>
  <inkml:trace contextRef="#ctx0" brushRef="#br0" timeOffset="-47159.06">7558 16315 30 0,'0'0'60'0,"0"0"-26"15,0 0-21-15,-14 13-21 0,12-6-14 0,-3 3-24 16,0 2 12-16</inkml:trace>
  <inkml:trace contextRef="#ctx0" brushRef="#br0" timeOffset="-38044.89">7618 18358 10 0,'0'0'20'0,"0"0"-5"0,0 0 3 16,0 0-3-16,0 0-1 0,0 0 0 0,0 0-5 15,0 0 4-15,0 0 2 0,0 0-7 0,0 0 13 16,0 0-5-16,0 0-1 0,0 0-1 0,0 0-3 16,0 0 6-16,0 0-8 0,0 0 6 0,0 0-3 15,0 0-2-15,0 0-2 0,0 0 5 0,0 0 2 16,0 0-7-16,0 0 2 0,0 0 6 0,0 0-5 16,0 0 1-16,0 0 6 0,0 0 1 0,0 0-2 15,0 0 1-15,0 0-7 0,0 0 6 0,0 0 5 16,0 0-2-16,0 0-5 0,0 0 8 15,0 0 1-15,0 0-6 0,0 0-1 0,0 0 5 16,0 0-3-16,0 0-9 0,0 0 8 0,0 0 2 16,0 0-12-16,0 0 13 0,0 0-5 0,0 0 8 15,0 0-10-15,0 0 6 0,0 0-1 0,0 0 2 16,0 0-1-16,0 0-2 0,0 0 5 0,0 0 7 16,0 0-8-16,0 0-5 0,0 0 4 0,0 0-5 15,0 0 5-15,0 0-7 0,0 0 7 0,0 0 1 16,0 0-2-16,0 0-2 0,0 0 3 0,0 0-3 15,0 0-11-15,0 0 8 0,0 0 1 0,0 0 2 16,0 0-5-16,0 0-4 0,0 0-1 0,0 0-2 16,0 0 3-16,0 0-1 0,0 0 5 15,0 0-1-15,0 0-8 0,0 0 3 0,0 0 5 16,0 0-4-16,0 0-7 0,0 0 3 0,0 0-1 16,0 0 0-16,0 0-7 0,0 0 6 0,0 0-18 15,0 0 4-15,0 0-8 0,0 0-5 0,0 0-17 16,0 0-17-16,0 0-6 0,0 0-32 0,0 0-73 15,0 0-183-15,0 0 82 0</inkml:trace>
  <inkml:trace contextRef="#ctx0" brushRef="#br0" timeOffset="-34664.13">18633 17141 24 0,'-11'-4'25'0,"11"4"2"0,0 0-10 0,0 0 5 16,0 0-11-16,-12-5 0 0,12 5 4 0,0 0 2 16,0 0-4-16,-9-2-1 0,9 2 1 0,0 0 2 15,-11-5-2-15,11 5-1 0,0 0-4 0,0 0-4 16,-12-4 1-16,12 4 1 0,0 0-3 0,-15-3 2 16,15 3-2-16,-11-2 4 0,11 2-4 15,-13-1 7-15,13 1-6 0,-13 0-2 0,13 0 5 16,-14 0-6-16,14 0 15 0,-19 0-4 0,19 0 10 0,-15 0-7 15,7 0 3-15,8 0-3 0,0 0-3 0,-19 0 8 16,19 0-7-16,-9 1-1 0,9-1 3 0,0 0 6 16,-15-1-3-16,15 1 8 0,0 0 0 15,0 0 0-15,-13 0 9 0,13 0 0 0,0 0 13 16,0 0-5-16,0 0-1 0,0 0 3 0,0 0 0 16,0 0 4-16,0 0-10 0,-10-3-5 0,10 3 6 15,0 0-12-15,0 0 7 0,0 0-10 0,0 0-2 16,0 0 3-16,0 0-6 0,0 0-7 0,0 0 9 15,-10 0-12-15,10 0 1 0,0 0-3 0,0 0-1 16,0 0 5-16,0 0 3 0,0 0-7 0,0 0-2 16,0 0 4-16,0 0-7 0,0 0 6 0,0 0-9 15,0 0-3-15,0 0 5 0,0 0-2 0,0 0 6 16,0 0-2-16,0 0-3 0,0 0 5 0,0 0-4 16,0 0 2-16,0 0-3 0,0 0-2 0,40 0 0 15,-40 0 7-15,11-1-5 0,-11 1-1 0,13-2 2 16,-13 2 1-16,17 0-3 0,-17 0 2 0,18 2-1 15,-9-1 0-15,-9-1 4 0,22 0-2 0,-11 0 0 16,2 1 7-16,1-1-9 0,-4 2 6 0,3-1 1 16,1 1 3-16,-2-2 0 0,2 0-3 0,-1 0 4 15,2 0-7-15,-2 2 1 0,-2-1 1 0,7 0 3 16,-5 1-5-16,1-2 4 0,-1 1-6 0,1 0 3 16,4-1 6-16,-2 3-3 0,1-2 2 0,-3-1 9 15,-1 0-4-15,6 1 1 0,0 0-7 16,-4-1 6-16,3 1-4 0,0 0 2 0,0-1 1 15,-1 3 4-15,-1-3 26 0,5 2 3 0,-3-2-8 16,-1 2 1-16,2-2-3 0,-2 0-2 0,0 2 1 16,1-2-15-16,1 1 8 0,-1-1-2 0,1 1 0 15,-2 1-4-15,2-2 1 0,0 0-3 0,0 0-2 0,0 0-1 16,-2 0-4-16,2-2 2 0,3 5 0 0,-7-4-4 16,4 1 2-16,-6 0-2 0,6-2-3 15,4 4 2-15,3-4 5 0,-6 4 3 0,1 0 4 16,-4-3-5-16,3 1 2 0,-1 0-5 0,0 0 1 15,2 0 2-15,-1 0-5 0,-2 0 0 0,2 1-1 16,-3-1-2-16,4-1-6 0,-1 2 6 0,-1 1-3 16,0-2-3-16,-1 0 3 0,0 0 0 0,1 1-3 15,-1-1 0-15,3 2 1 0,-5-2-2 0,6 2 1 16,-2-2 1-16,-2 1 0 0,0-1-1 0,1 0-3 16,-2 3 3-16,2-5-1 0,-5 1-1 0,5 4 2 15,-1-3 1-15,3 0 2 0,-2 1 1 0,-1-2-1 16,2 1 4-16,-1 1-1 0,-1-1-4 0,1 2 0 15,-2 0-1-15,1-1 5 0,-5 0-4 0,5-1-3 16,3 1 5-16,-1 1-3 0,-1-2 2 0,-6 3 0 16,8-3-2-16,-2 3-1 0,3 0-1 0,-1-1 0 15,-2 0 1-15,0-1 2 0,0 0-1 0,-1 1 5 16,2 0-2-16,-1-4-3 0,2 5 5 0,-2-3-5 16,2 2 2-16,-3-1 2 0,2-1 1 15,-1 1 0-15,-1-1 2 0,2 0-5 0,0 1 13 16,-1-3-6-16,0 3 0 0,-2 0 0 0,2-1-2 15,-6 0 0-15,4-1-4 0,-2 2 6 0,4-1-3 16,-4 2 0-16,3-4-1 0,0 2-4 0,0 3 5 16,-6-3-7-16,6 0-2 0,-2 3 3 0,-5-5-1 15,3 4 3-15,-1-2-2 0,0 0-4 0,2 1 5 16,-2-1-2-16,1 1-5 0,-1 0 3 0,1-1-1 16,2 0 1-16,-3 0 6 0,6 0-5 0,-7-1 3 15,2 2-1-15,-1-1 2 0,7-1-2 0,-8 0 3 16,3 1-1-16,-15 0-6 0,22 1 6 0,-11-1-1 15,1-1-5-15,0 1 2 0,0 0 2 0,-2 0-5 16,4 2 3-16,-2-2 1 0,0 2-2 0,0-4-2 16,0 2 3-16,2 0-1 0,-3 2-3 15,3 0 2-15,-4-4-4 0,2 4 4 0,1-2 1 16,-2 1 0-16,2-1-1 0,0 0-5 0,1 0 3 0,-1 2 1 16,-2-1-3-16,7-1 1 0,-5 3 2 0,-1-3-1 15,1 1 6-15,1-2-2 0,-1 1-2 0,5 0 6 16,-5 0 0-16,0 1 0 0,2-1 1 0,-2 1-1 15,1-1-2-15,-1 0 1 0,2 0 0 0,2-1-4 16,-5 2 5-16,2-1-4 0,4 0 0 0,-6 0 1 16,2 2 0-16,-3-4 1 0,2 4-8 15,2-2 9-15,-2 0-10 0,1 0 11 0,-1-2-10 16,1 2 14-16,-1 0 0 0,2 0 0 0,1-1-2 16,1 0 0-16,-5 1-2 0,8-3 1 0,-3 3 3 15,1 0-4-15,-1 0 3 0,3-1 0 0,-2 1-3 16,0 1 1-16,0-1-6 0,-4 0 3 0,5 0-1 15,-1 1-2-15,-4-1 2 0,3 0-3 0,-2 2-1 16,2-2 5-16,2 0-5 0,-7 0 3 0,6 0 5 16,1 0-9-16,-1 1 5 0,0-1 1 0,1 1-1 15,-2 1-4-15,1-2 4 0,-2 1 4 0,0-1-1 16,0 1 0-16,4-1 4 0,-4 0 2 0,3-2 0 16,1 2 3-16,-1 0-3 0,1 0-6 0,-2 1 5 15,3-1-3-15,-1-1-2 0,1 2-8 0,-1-1 8 16,0 0 0-16,8 0 3 0,-10 1-7 0,10 0 4 15,-7-2 1-15,-1 1 1 0,3 1-4 16,5-1 1-16,3 0 1 0,-9-1 2 0,6 0 0 16,-6 1 4-16,5-3-5 0,1 5 6 0,-7-4 0 15,6 1-1-15,1-2-9 0,-7 2 5 0,1 1 7 0,6-1-7 16,-2-1-4-16,4 4-8 0,-10-4 11 0,9 2 6 16,-3 0 1-16,-3 0-7 0,5 0 0 0,0 0-5 15,-6 2 1-15,9-2 3 0,-4-2-1 0,-6 2-5 16,2 0-12-16,7 2 19 0,-10-1-2 15,11 0 2-15,-4-2 0 0,2 1 0 0,-8 0-1 16,7 1 5-16,0 1-1 0,1-1 1 0,1-1-6 16,-2 0 6-16,0 1 0 0,0-3-6 0,0 0 6 15,-7 2-7-15,8 0 3 0,-7 0 1 0,3 0 2 16,3-1-11-16,-6 0 4 0,1-1 4 0,5 2 4 16,-7-1-7-16,2 1-1 0,5 0 2 0,-1 0-2 15,-1 0 2-15,3-2 1 0,-10 2-1 0,9 0-3 16,0 0 1-16,-8 0 3 0,1 0-1 0,1 0-5 15,6-3-1-15,-7 4 10 0,7 1 5 0,-8-2-1 16,3-2-2-16,-2 1 2 0,9 0 0 0,-2 0 6 16,-9 2-7-16,9-5-3 0,-5 5-15 15,4-2 19-15,1-2 0 0,-7 3 1 0,-2 0-2 0,3-1-8 16,6-1 8-16,-9 0 4 0,9 1-7 0,0-1 7 16,-6 2-7-16,-2-3-4 0,3 2 4 0,-5-2 1 15,2 2 2-15,0-2 2 0,1 2 5 16,-4-1-5-16,4 2-5 0,-1-2 6 0,0 2-4 15,0-1 3-15,-1 1-7 0,0-2-1 0,0 0-2 16,-2 2 0-16,2-3 7 0,-6 2-2 0,1 0 3 16,-3 0-6-16,2-1-2 0,-1 1-3 0,-12 1 6 0,20 0-9 15,-20 0-3-15,13 0 9 0,-13 0-7 0,11-1 3 16,-11 1-6-16,0 0 7 0,0 0-1 0,14 0-2 16,-14 0 6-16,0 0-7 0,0 0-9 15,0 0-3-15,0 0-9 0,0 0-26 0,0 0-20 16,0 0-38-16,0 0-49 0,0 0-44 0,0 0-58 15,-43-2-57-15,11 4-281 0,-2-1-642 0,-14 0 284 16</inkml:trace>
  <inkml:trace contextRef="#ctx0" brushRef="#br0" timeOffset="-33165.46">11765 18103 123 0,'0'0'119'16,"0"0"-1"-16,0 0 5 0,0 0-13 0,0 0 4 15,0 0-7-15,0 0-1 0,0 0-11 0,0 0-9 16,0 0-3-16,0 0-9 0,0 0-10 0,0 0-2 16,0 0-4-16,0 0-4 0,0 0 1 0,0 0-8 15,0 0 1-15,0 0-5 0,0 0-4 0,0 0-5 16,0 0-4-16,0 0 1 0,0 0 1 0,0 0 1 16,0 0 4-16,0 0 5 0,0 0-2 0,0 0-1 15,0 0-8-15,0 0 7 0,0 0-9 0,0 0-5 16,0 0-7-16,0 0 6 0,0 0-1 0,0 0-3 15,0 0-1-15,0 0-5 0,0 0-3 0,0 0 3 16,0 0-5-16,0 0 1 0,0 0-10 0,0 0 8 16,0 0-1-16,0 0-2 0,0 0-3 0,0 0 4 15,0 0-6-15,0 0-2 0,0 0 7 16,0 0-7-16,0 0 3 0,0 0 0 0,0 0 1 0,0 0-1 16,0 0-1-16,0 0 1 0,0 0 6 15,0 0-2-15,0 0 2 0,0 0 4 0,0 0 1 16,0 0-3-16,119-6 3 0,-119 6 3 0,39-3-1 15,-39 3 28-15,50-2-7 0,-50 2-2 0,48-2-1 16,-19 2 4-16,-29 0 2 0,61-1-1 0,-30 1-7 16,-31 0 0-16,65-2 1 0,-33-1-5 0,1 2 7 15,-33 1 3-15,69-2-3 0,-33 1-9 0,-3 0-3 16,3-2 12-16,2 2-6 0,-2 0 2 0,0 0 2 16,0-2 0-16,16 1-4 0,-14 1-1 0,16-3 0 15,-16 2 0-15,16-2 1 0,1 2-2 16,-3-2-2-16,0 1 2 0,-1-3 0 0,1 1-2 15,-12 3 2-15,10-2-3 0,-12 2-1 0,17-1-8 16,-3-1 3-16,-12 2 4 0,14-1-1 0,-3-1-5 16,3 3 1-16,0-1-4 0,0 1 5 0,-3 0-4 15,1 1 2-15,2-1 0 0,-16 1 1 0,16-1-3 16,0-2-5-16,-14 2-7 0,12 0 8 0,0 1-2 16,2-2 7-16,-16 1-1 0,16 1-2 0,-2-2 0 15,-14 2 7-15,2-2 1 0,0 1-8 0,12-1 14 16,-14 1-12-16,1 0 11 0,1-1-10 0,12-2 0 15,-14 2 1-15,-2-2 6 0,1 4 1 0,-1-3-1 16,1 1 2-16,-4 0-8 0,-1-2 7 0,-1-1-1 16,-2 2 4-16,2 2 0 0,-2-1-3 15,-8-2 3-15,0 1-1 0,0 2 0 0,-2-2-5 16,1 0 5-16,1 0 7 0,-3 0-7 0,1-1-7 16,-3 3-7-16,-16 1 20 0,25-4-3 0,-25 4 1 15,24-4-3-15,-24 4 2 0,17-2 1 0,-17 2-9 16,15-3 7-16,-15 3-3 0,0 0 3 0,0 0-4 15,20-2-5-15,-20 2 6 0,0 0 8 0,0 0-5 16,0 0-5-16,0 0 13 0,0 0-9 0,0 0 1 16,0 0 11-16,0 0 2 0,0 0 7 0,0 0-7 15,18 0 1-15,-18 0-1 0,0 0-9 0,0 0-1 16,0 0 4-16,0 0-6 0,0 0-2 0,0 0-1 16,0 0-2-16,0 0 0 0,0 0-13 0,0 0-20 15,0 0-26-15,0 0-40 0,0 0-70 0,0 0-97 16,0 0-129-16,-56 28-309 0,9-11-740 0,-13-3 327 15</inkml:trace>
  <inkml:trace contextRef="#ctx0" brushRef="#br0" timeOffset="-30423.2">5186 17187 46 0,'-12'2'121'0,"12"-2"-20"15,0 0-22-15,-10 1-26 0,10-1-31 0,0 0-21 16,0 0-13-16,-10 7-11 0,7-5-42 0,3-2-71 15,0 0 32-15</inkml:trace>
  <inkml:trace contextRef="#ctx0" brushRef="#br0" timeOffset="-11581.49">9153 8146 28 0,'0'0'216'0,"-3"-11"-10"16,3 11 3-16,-4-10-6 0,4 10-7 0,-4-7-10 15,4 7-11-15,0 0-13 0,-2-8-15 0,2 8-9 16,0 0-18-16,0 0-17 0,-3-6-13 0,3 6-12 0,0 0-11 16,0 0-8-16,0 0 13 0,0 0-12 0,0 0-2 15,0 0-10-15,-1 28 0 0,0-15-6 16,1 3 0-16,1 10-8 0,-2-1-1 0,2 1-1 15,-2-6-2-15,1 6-5 0,0-7-4 0,1 0-1 16,-1 1-1-16,0-2-2 0,1 2-1 0,-1-3-2 16,1-4-1-16,-1 2 1 0,2-4-3 0,-1-1-2 15,-1-1 3-15,1-1-5 0,-1-8 3 0,0 11-3 16,0-11 1-16,0 10 0 0,0-10 1 0,3 8-1 16,-3-8 1-16,0 0-1 0,0 5 1 0,0-5 3 0,0 0 6 15,0 0 8-15,0 0 8 0,0 10 8 16,0-10 9-16,0 0 2 0,0 0 12 0,0 0 1 0,0 0-8 15,0 0-8-15,0 0-12 0,0 0-3 16,9-17-5-16,-9 17-6 0,11-19-4 0,-4 3-3 16,-1 4-3-16,2 4 1 0,-2-2-4 0,2 1-3 15,-2 2-1-15,2-2-2 0,-2 6-2 0,4-2 0 16,-3 1 4-16,-1 2-8 0,2-1-1 0,-8 3 0 16,14-2 1-16,-14 2-1 0,14 0-3 0,-6 2-1 15,-2 1 0-15,1-1 9 0,3 0-6 0,-5 3 0 0,1 0-1 16,1 2 3-16,-2 2-3 0,0-3 5 0,-1 0-2 15,0 2-2-15,-1-2 1 0,0 1 11 0,-1-1-12 16,1 3 0-16,-3-2 2 0,1 3 0 16,2-1 1-16,-3-2-9 0,-1 3-5 0,1-10-17 15,0 14-15-15,-3-4-28 0,3-2-32 0,-1 2-37 0,-3-1-45 16,3 1-32-16,-1 1-34 0,-3-1-203 0,2 1-496 16,0-3 220-16</inkml:trace>
  <inkml:trace contextRef="#ctx0" brushRef="#br0" timeOffset="-11214.86">9533 8406 73 0,'0'0'147'0,"9"-5"-14"0,-9 5-2 0,7-1-10 15,-7 1 3-15,0 0-4 0,11 3-4 0,-4 0 6 16,-2 4-7-16,-1-3-8 0,2 3-4 0,-3 0-1 15,0 0-2-15,1 1 1 0,1 0 2 0,-4 3-6 16,-1-1 0-16,0 1 1 0,-2-4-11 16,-2 4-2-16,2-2-9 0,-2 0-3 0,-1 0-4 0,1-3-4 15,-1 0-4-15,0 0 2 0,0-1-4 0,0-1-3 16,5-4 2-16,-8 9-3 0,8-9-2 0,-5 4 0 16,5-4-7-16,-6 4 2 0,6-4-8 0,-3 4 2 15,3-4-3-15,0 0-3 0,0 0-2 0,0 0-2 16,-9 3 0-16,9-3-12 0,0 0 4 0,0 0-2 15,0 0-8-15,0 0-3 0,0 0-1 0,0 0-3 16,0 0 1-16,0 0-2 0,0 0 1 0,0 0-9 16,11 10-17-16,-11-10-12 0,10 5-20 0,-4-2-24 15,0 0-29-15,4 2-28 0,-3-3-33 0,3 2-31 16,0-3-25-16,2 4-21 0,-3-3-136 0,2-1-408 16,-2-2 180-16</inkml:trace>
  <inkml:trace contextRef="#ctx0" brushRef="#br0" timeOffset="-10981.49">9789 8455 121 0,'0'0'252'0,"1"-9"-6"0,-1 9 3 16,0 0-14-16,-1-11-11 0,1 11-19 0,0 0-17 16,0 0-19-16,-1-7-17 0,1 7-18 0,0 0-15 15,0 0-1-15,0 0 2 0,0 0-1 0,0 0-3 16,-3 33-11-16,2-20-4 0,1 0-6 0,0 3-7 15,-1 0-8-15,-1 0-5 0,1-1-8 0,1 2-10 16,0-2-1-16,-1-2-7 0,2 0-9 0,-1-1-11 16,0-1-31-16,0 0-30 0,1-1-31 0,1-1-38 15,-2 1-40-15,0 0-58 0,1-4-46 0,-1 4-226 16,0-10-511-16,1 12 226 0</inkml:trace>
  <inkml:trace contextRef="#ctx0" brushRef="#br0" timeOffset="-10768.92">10064 8471 183 0,'2'-6'259'0,"-2"6"-20"15,0 0-17-15,0 0-19 0,0 0-21 0,9-4-19 16,-9 4-15-16,12-1-16 0,-6-1-14 0,4 1-9 15,1-1-23-15,0 2-44 0,-2 2-47 0,1-1-51 16,2-2-54-16,-1 2-37 0,-4 1-148 0,0 1-319 16,-7-3 140-16</inkml:trace>
  <inkml:trace contextRef="#ctx0" brushRef="#br0" timeOffset="-10608.88">10107 8583 212 0,'-7'4'232'0,"7"-4"-7"0,-7 4-2 15,7-4-10-15,0 0-12 0,-2 5-18 0,2-5-14 16,0 0-20-16,0 0-15 0,0 0-13 0,0 0-9 16,0 0-22-16,0 0-20 0,0 0-31 0,15 7-34 15,-9-6-48-15,6-1-67 0,-2 0-42 0,2-1-194 16,0-2-375-16,6 0 167 0</inkml:trace>
  <inkml:trace contextRef="#ctx0" brushRef="#br0" timeOffset="-8747.87">10678 8519 138 0,'0'0'161'0,"0"0"-2"0,0 0-1 0,0 0-1 15,0 0-4-15,0 0-1 0,0 0-1 0,0 0-8 16,0 0-4-16,0 0-6 0,0 0-3 0,0 0-3 0,0 0-9 16,0 0-1-16,0 0 0 0,0 0-2 0,0 0-4 15,0 0 1-15,0 0-8 0,3-5-10 0,-3 5-7 16,0 0 4-16,0 0-20 0,6-8-5 15,0 3-11-15,-1 1-2 0,2-3-5 0,0-1-2 0,0 1-7 16,5-4-4-16,1-1 1 0,-7 3-5 0,2-1-4 16,3-2-4-16,-4 1-3 0,0 2-3 0,0 1 3 15,3-2-2-15,-6 5-1 0,0-5-3 0,-1 0-3 16,0 3-1-16,0 1-5 0,-2-1 14 16,1 0-13-16,-2 7 1 0,3-9-4 0,-3 9-3 0,4-11 3 15,-4 11 1-15,0-7-3 0,0 7 7 0,0 0-4 16,0 0 9-16,-5-8-11 0,5 8-3 0,0 0 2 15,0 0 2-15,0 0-5 0,-5-6-1 16,5 6 3-16,0 0 2 0,0 0-3 0,0 0 1 0,-15 10-5 16,12-4 2-16,-4-2 0 0,5 3 8 0,-2-1-7 15,-1 2 0-15,0 3 0 0,-1-2 2 0,3 0-2 16,-2 0 8-16,2 2-11 0,2-1 6 0,0 0-5 16,-1 0 0-16,1-2 3 0,1-1 0 0,0-7 1 15,0 16-2-15,1-11 0 0,1 3 1 0,-2-8 3 16,5 13-1-16,0-7 0 0,2 0-4 0,-3 1-3 15,0-3-16-15,1 1-21 0,0-1-28 0,2 0-24 16,-1 0-28-16,-1 1-30 0,3-2-27 0,1-1-25 16,0-2-25-16,-3 1-194 0,1 0-460 0,-7-1 204 15</inkml:trace>
  <inkml:trace contextRef="#ctx0" brushRef="#br0" timeOffset="-8571.9">10757 8154 106 0,'-4'-6'198'15,"4"6"-31"-15,-7-6-8 0,7 6-16 0,-4-4-18 16,4 4-13-16,0 0-22 0,-5-6-24 0,5 6-16 16,0 0-17-16,0 0-10 0,0 0-53 0,0 0-33 15,20 19-40-15,-12-12-77 0,-1 3-194 0,2-1 86 16</inkml:trace>
  <inkml:trace contextRef="#ctx0" brushRef="#br0" timeOffset="-8231.38">11037 8397 180 0,'6'-2'203'0,"0"-1"-4"0,-6 3-10 0,13-4-17 0,-9 1-17 15,-4 3-15-15,11-3-13 0,-11 3-6 0,13 0 3 16,-13 0-3-16,10 4 0 0,-3 0-5 16,-2 1-7-16,0-1-7 0,0 1-2 0,1 5-4 15,-3-2 1-15,-2-1-1 0,3 4-1 0,-4-1-8 16,-4 1-4-16,4 1-5 0,-2-3-4 0,-1 1-7 16,-1 1 3-16,0-4-9 0,-1 1-1 0,1 0-6 15,1-3 5-15,0 1-14 0,-1 0-5 0,4-6-4 16,-6 6 1-16,6-6-6 0,-4 5-3 0,4-5 0 0,0 0-7 15,-1 7-1-15,1-7-3 0,0 0-6 0,0 0-4 16,-3 6-8-16,3-6-7 0,0 0-3 0,0 0-7 16,0 0-7-16,9 6-16 0,-9-6-28 0,13 2-36 15,-5 0-46-15,3 0-51 0,3-2-40 0,-1 3-226 16,1-2-506-16,3 0 224 0</inkml:trace>
  <inkml:trace contextRef="#ctx0" brushRef="#br0" timeOffset="-7981.49">10810 8871 82 0,'-20'6'308'0,"3"-2"-34"0,4-1-24 0,6-1-26 0,0 1-22 15,-1-1-16-15,8-2-14 0,-8 2-10 0,8-2-6 16,-5 3-7-16,5-3-11 0,0 0-4 0,0 0-4 15,0 0-9-15,35 0-17 0,-8-5-13 0,4 0-2 16,0-2-8-16,2 1-9 0,0 0-23 0,3-3-30 16,-4 0-39-16,-2 1-45 0,0 3-59 0,-3-2-64 15,2 2-56-15,-10 1-182 0,0 2-461 0,-1-2 204 16</inkml:trace>
  <inkml:trace contextRef="#ctx0" brushRef="#br0" timeOffset="-7597.74">10868 9424 180 0,'-6'5'237'0,"3"-1"-1"0,-1 2-2 0,4-6 13 16,-5 7 0-16,5-7-5 0,0 0-2 0,0 0-12 0,-3 5-11 15,3-5-17-15,0 0-19 0,0 0-15 0,0 0-21 16,17-19-12-16,-11 13-14 0,6-7-4 0,2 0-7 15,-3 1-10-15,-2-4-11 0,1 1 3 16,-1-1-20-16,1 1-10 0,-2 0-4 0,0 1-5 16,-3 2-2-16,1 2 1 0,-3 4-6 0,0-3 4 0,0 3-3 15,0 1 5-15,-3 5 4 0,2-7 0 0,-2 7-1 16,0 0 4-16,3-10 0 0,-3 10 7 0,0 0-15 16,0 0-10-16,0 0-1 0,0 0-4 0,0 0-3 15,0 0-2-15,0 0-7 0,0 0 3 0,0 0-5 16,-16 22-2-16,13-15-4 0,0 3-3 0,-1-3 0 15,3 3-4-15,-1-1 1 0,1 0 1 0,1-9-4 16,0 13 1-16,0-4-2 0,1-2-4 0,2-2-20 16,1 1-33-16,1 0-28 0,1-1-33 0,1 1-35 15,0-2-39-15,-1 0-38 0,0-1-30 0,5 0-31 16,-4-2-22-16,0 2-243 0,-7-3-597 0,11 1 264 16</inkml:trace>
  <inkml:trace contextRef="#ctx0" brushRef="#br0" timeOffset="-7448.88">10985 9120 87 0,'-2'-5'232'0,"2"5"-29"16,0 0-29-16,-5-5-31 0,5 5-34 0,0 0-35 16,0 0-27-16,0 0-23 0,0 0-50 0,0 0-41 15,0 0-100-15,0 0-181 0,15 25 81 0</inkml:trace>
  <inkml:trace contextRef="#ctx0" brushRef="#br0" timeOffset="-7223.97">11176 9199 73 0,'0'0'224'0,"7"0"-3"0,-7 0-5 0,0 0-2 16,0 0-5-16,0 0-6 0,7 4-1 0,-7-4-1 15,4 8-9-15,-2-2-8 0,-2-6-6 0,3 15 4 16,-3-5-17-16,-2 3-23 0,4 0-1 0,-2 1-14 15,0 3-14-15,1-1-9 0,0-5-16 0,-1 2-6 16,1 2-7-16,-1-2 6 0,0-2-20 0,0 1-8 16,2-2 0-16,-2 0-17 0,2-1-29 0,-2 1-26 15,0-2-41-15,2 0-34 0,-2-8-49 0,1 13-38 0,-1-13-47 16,1 9-44-16,-1-9-200 0,0 0-511 16,0 0 226-16</inkml:trace>
  <inkml:trace contextRef="#ctx0" brushRef="#br0" timeOffset="-6831.86">11516 8232 149 0,'0'0'331'0,"-2"-10"-36"0,2 10-34 0,-1-10 1 16,1 10-18-16,-3-5-10 0,3 5-13 0,0 0-17 16,0 0-21-16,0 0-19 0,0 0-7 0,0 0-4 15,0 0 2-15,6 22-13 0,1 3-13 0,-3 5-9 16,1 5-4-16,4 20 11 0,0 0-8 0,-3 0-8 16,-2 0-9-16,4-1-7 0,-3 3-5 0,-2-6 0 15,-2 2 3-15,-1-4-6 0,1-1-6 0,-2-13-9 16,2 12-14-16,-2-13 2 0,-2-4-5 0,1 5-6 15,0-3-3-15,0-3-2 0,-4 4-7 0,3-3-4 16,0-2 1-16,-4-2-3 0,2-1-3 0,2-6-8 16,-1-2-12-16,-1-1 15 0,4-4-8 0,-1 2-19 15,0-5-27-15,0 1-44 0,0-3-44 0,1 0-35 16,0 1-44-16,1-8-47 0,-3 11-63 0,1-5-53 16,-2-1-245-16,4-5-656 0,-7 8 291 0</inkml:trace>
  <inkml:trace contextRef="#ctx0" brushRef="#br0" timeOffset="-5698.17">11790 9139 47 0,'0'0'258'16,"-6"-8"0"-16,6 8 0 0,-8-7-5 0,8 7-8 15,-5-7-8-15,5 7-6 0,-4-5-7 0,4 5-17 16,0 0-20-16,0 0-17 0,0 0-17 0,-1-9-18 16,1 9-14-16,0 0-15 0,0 0-9 0,0 0-13 15,0 0-8-15,0 0-12 0,0 0 2 0,0 0-15 16,12 26-1-16,-6-14-2 0,-4 0-5 0,5 2-5 15,-1 2 2-15,0 1-6 0,2-2-18 0,-4 1 9 16,3-1-7-16,-5-3-8 0,3-1 5 0,0-2-5 0,0 3 0 16,-1-3 0-16,0-1 3 0,0-1-7 15,-4-2 3-15,3 2-5 0,-3-7 18 0,3 9-16 16,-1-5 0-16,-2-4-1 0,3 6 1 0,-3-6 5 16,0 0 18-16,2 6 15 0,-2-6 10 0,0 0 9 15,0 0 0-15,0 0-4 0,0 0 3 0,0 0-8 16,12-19-1-16,-8 6-6 0,-1-2-6 0,1-2 1 15,0 1-13-15,2-1 1 0,2-8-4 0,-3 7-3 16,-1 0-7-16,-2 2-4 0,2-1-4 0,1 2-9 0,-1-1 2 16,-2 5 4-16,1 2-7 0,-2 1-4 0,1-2-45 15,-2 10-27-15,2-9-32 0,-2 9-33 0,4-8-32 16,-4 8-45-16,0 0-30 0,0 0-4 16,0 0 7-16,0 0-25 0,0 0-218 0,0 0-529 0,11 19 234 15</inkml:trace>
  <inkml:trace contextRef="#ctx0" brushRef="#br0" timeOffset="-5364.69">12021 9239 101 0,'0'0'171'16,"0"0"-8"-16,0 0-9 0,0 0-1 0,6 2-13 16,-6-2-10-16,0 0-18 0,0 0 5 0,0 0-5 15,6 6 2-15,-6-6-2 0,4 7-7 0,-4-7-4 16,4 6-4-16,-2-1-3 0,-2-5-2 0,7 13-1 15,-7-6-2-15,1-2-1 0,-1 2-2 0,0 3-1 16,0-2-1-16,-1 1-6 0,-1 2-1 0,0-5-4 16,-2 2 2-16,2-2-7 0,-1-1-8 0,-1 4 6 15,0-4-6-15,2 2-1 0,2-7-3 0,-8 9-8 16,4-6 0-16,4-3-5 0,-3 6 0 0,3-6-4 16,-2 6-3-16,2-6-1 0,0 0-2 0,0 0-8 15,0 0 6-15,-6 7 5 0,6-7-3 0,0 0-4 16,0 0-6-16,0 0 4 0,0 0-6 0,0 0-2 15,0 0-5-15,0 0-8 0,0 0-3 0,11 5-20 16,-11-5-20-16,14 0-34 0,-6-2-36 0,-8 2-54 16,19-3-51-16,-2 0-57 0,-6-1-229 0,3 0-538 15,3-2 239-15</inkml:trace>
  <inkml:trace contextRef="#ctx0" brushRef="#br0" timeOffset="-5196.94">12328 9242 85 0,'0'0'216'0,"8"-3"-1"0,-8 3-12 0,0 0-15 15,0 0-15-15,5-7-15 0,-5 7-14 0,10-1-17 16,-3-2-15-16,2 2-8 0,-9 1-26 16,16-5-40-16,-5 5-44 0,-11 0-47 0,20-2-46 15,-15 2-47-15,4 2-111 0,-9-2-277 0,0 0 123 16</inkml:trace>
  <inkml:trace contextRef="#ctx0" brushRef="#br0" timeOffset="-5040.75">12358 9326 47 0,'-7'5'197'0,"7"-5"0"16,0 0-2-16,0 0-4 0,0 0-7 0,-2 4-11 16,2-4-12-16,0 0-12 0,0 0-16 0,0 0-9 15,0 0-16-15,0 0-13 0,0 0-22 0,15 1-26 16,-15-1-44-16,14-1-54 0,-5-2-38 0,1 2-46 15,-1-2-166-15,2-3-325 0,1 2 144 0</inkml:trace>
  <inkml:trace contextRef="#ctx0" brushRef="#br0" timeOffset="-4730.42">12636 9175 139 0,'0'0'233'15,"2"-7"-6"-15,-2 7-4 0,0 0-4 0,0 0-5 16,0 0-11-16,0 0 0 0,0 0-18 0,-17 18-5 15,13-11-11-15,0 3-13 0,1-4-9 0,0 3 0 16,-1-2-23-16,2-1-13 0,2-6-11 0,-2 15-10 16,2-7-4-16,4-1 0 0,-2 0 11 0,5 0-3 15,-2-2-2-15,2 1-13 0,3-2-1 0,2-1-1 16,4-2 6-16,4 1-22 0,-3-6 0 0,2 2-1 16,-6-1-5-16,5-1-9 0,0-1-7 0,-7 0 0 15,2 1-3-15,1-4-8 0,-5 3 1 0,0-2 5 16,-2 2-6-16,-2 0-8 0,-1-5 2 0,-2 3-4 15,-2-4 2-15,0 3-7 0,-4-4-9 0,-2 4-14 16,-2-1-15-16,-1 0-20 0,-6 0-21 0,-1 1-20 16,-3 7-28-16,0-1-35 0,-13 2-40 0,-1 5-42 15,1 3-50-15,-4 7-263 0,-11 2-588 0,11-1 260 16</inkml:trace>
  <inkml:trace contextRef="#ctx0" brushRef="#br0" timeOffset="751.92">12215 9496 85 0,'0'0'81'0,"0"0"-3"0,0 0-2 16,0 0-6-16,0 0-7 0,0 0-11 0,0 0-1 15,0 0-2-15,0 0-7 0,-12 0-8 0,12 0-2 16,0 0 4-16,0 0-11 0,0 0-3 0,0 0 4 16,0 0-2-16,0 0-3 0,0 0-2 0,0 0-11 15,0 0 2-15,0 0 7 0,0 0-9 0,0 0 3 16,0 0 3-16,-6 5-8 0,6-5 6 0,0 0-6 16,-9 3 1-16,9-3 10 0,-7 4-7 0,7-4-2 0,-11 3 2 15,6 0 1-15,-2 0 4 0,7-3-3 16,-15 3 6-16,10-1-6 0,-4 1 7 0,3-2-1 15,-4 0 2-15,10-1-7 0,-15 4 13 0,8-3 0 16,0 0 6-16,0 2 7 0,7-3 9 0,-11 1 6 16,11-1 0-16,-10 2 5 0,10-2 1 0,0 0-5 15,0 0 2-15,-10 0 2 0,10 0 6 0,0 0 0 16,0 0 4-16,0 0 5 0,-8 0-4 0,8 0 0 16,0 0-10-16,0 0-7 0,0 0-5 0,0 0-3 0,0 0-5 15,0 0-7-15,0 0 2 0,0 0-1 0,37 0-4 16,-16-3-2-16,6 2-5 0,4-5 0 15,5 2 0-15,0-1 1 0,0-4-9 0,0 4 6 16,3-2-5-16,0 1 3 0,-5 0-8 0,2 1 3 0,0 0-6 16,2 0 4-16,-6 1-5 0,0-1 6 15,1 0-8-15,-2 2 10 0,-3-2-2 0,-2 2-10 0,3 1 3 16,-9-1 1-16,-1 0-2 0,-2 0 1 16,1 0 1-16,0 2-3 0,-4 1-4 0,-3 0 4 0,3-1 0 15,-3 1-1-15,-1-2 2 0,-5 2 3 0,-5 0 1 16,16 0-2-16,-16 0 0 0,11 0 3 0,-11 0-5 15,10 0 2-15,-10 0 2 0,6-3 5 0,-6 3 8 16,0 0 1-16,0 0 3 0,0 0 7 0,11 0 8 16,-11 0 11-16,0 0-3 0,0 0 0 0,0 0 1 15,0 0 1-15,0 0 0 0,0 0 8 0,0 0 1 16,0 0-9-16,0 0-1 0,6-2 1 0,-6 2-1 16,0 0-5-16,0 0-7 0,0 0-1 0,0 0-5 15,0 0 1-15,0 0-2 0,0 0-7 0,0 0-3 16,0 0-1-16,0 0-6 0,0 0 0 0,0 0 1 15,0 0-20-15,0 0-12 0,0 0-26 0,0 0-19 16,0 0-22-16,4-5-28 0,-4 5-26 0,0 0-32 16,0 0-32-16,0 0-38 0,0 0-45 0,0 0-162 15,-27 7-485-15,17-7 214 0</inkml:trace>
  <inkml:trace contextRef="#ctx0" brushRef="#br0" timeOffset="4710.1">11026 8487 45 0,'0'0'42'0,"0"0"-2"0,0 0-10 0,0 0-13 15,0 0-13-15,0 0-34 0,-2 22-32 0,2-22 14 16</inkml:trace>
  <inkml:trace contextRef="#ctx0" brushRef="#br0" timeOffset="15320.2">10878 8788 25 0,'0'0'21'0,"0"0"-3"0,0 0-14 16,0 0-16-16,8 17-12 0,-8-17 6 0</inkml:trace>
  <inkml:trace contextRef="#ctx0" brushRef="#br0" timeOffset="25055.75">12351 9465 39 0,'0'0'161'0,"0"0"-6"0,0 0-14 0,0 0-8 15,0 0-22-15,0 0-7 0,0 0-12 0,0 0-7 16,0 0-9-16,0 0-8 0,0 0-6 0,0 0-22 16,0 0-23-16,0 0-20 0,0 0-30 0,0 0-20 15,0 0-30-15,0 0-103 0,0 0-201 0,0 0 89 16</inkml:trace>
  <inkml:trace contextRef="#ctx0" brushRef="#br0" timeOffset="42888.98">9167 6761 5 0,'0'0'7'0,"0"0"-3"16,0 0 2-16,0 0-3 0,0 0 3 0,0 0-3 15,0 0 1-15,0 0-2 0,0 0 0 0,0 0 5 16,0 0-6-16,0 0-4 0,0 0 3 0,0 0 6 16,0 0-6-16,0 0 0 0,0 0-2 0,0 0 3 15,0 0 0-15,0 0-4 0,0 0-6 0,0 0-9 16,0 0 4-16</inkml:trace>
  <inkml:trace contextRef="#ctx0" brushRef="#br0" timeOffset="43635.6">11229 7174 22 0,'0'0'63'0,"0"0"-9"0,0 0-16 16,0 0-4-16,0 0-10 0,0 0-12 0,0 0-11 15,0 0-16-15,0 0-25 0,0 0-41 0,3 6 19 16</inkml:trace>
  <inkml:trace contextRef="#ctx0" brushRef="#br0" timeOffset="-105915.73">24524 1877 61 0,'0'0'89'0,"0"0"-1"0,0 0-17 0,0 0 4 16,0 0-18-16,0 0-6 0,0 0 3 0,0 0-11 15,0 0 4-15,0 0-8 0,0 0 2 0,0 0-8 16,0 0-1-16,0 0 2 0,0 0-12 0,0 0 8 15,0 0-10-15,0 0 5 0,0 0-8 0,0 0 0 16,0 0-6-16,0 0 5 0,0 0-9 0,0 0 8 16,0 0-8-16,0 0 3 0,0 0 14 0,0 0-19 15,0 0-1-15,0 0 4 0,0 0 7 0,0 0 0 16,0 0-11-16,0 0-15 0,0 0 20 0,0 0-12 16,0 0 6-16,0 0-10 0,0 0 13 0,0 0-10 15,0 0 7-15,0 0-6 0,0 0-5 0,0 0-14 16,0 0-11-16,0 0-23 0,0 0-19 0,0 0-73 15,0 0-160-15,0 0 71 0</inkml:trace>
  <inkml:trace contextRef="#ctx0" brushRef="#br0" timeOffset="-105013.84">25129 1810 50 0,'0'0'95'0,"0"0"-19"16,0 0-5-16,0 0-1 0,0 0-7 0,0 0-10 15,0 0-2-15,0 0-9 0,0 0 1 0,0 0-4 16,0 0-3-16,0 0-5 0,0 0-5 0,0 0-3 16,0 0-1-16,0 0-8 0,0 0 6 0,0 0-6 15,0 0 2-15,0 0-4 0,0 0-1 0,0 0-2 16,0 0-1-16,0 0-1 0,0 0 2 0,0 0-1 16,0 0 1-16,0 0 2 0,0 0 10 0,0 0-19 15,0 0 2-15,0 0-5 0,0 0 1 16,0 0-3-16,0 0 9 0,0 0-5 0,0 0-2 15,0 0 1-15,0 0 7 0,0 0-4 0,0 0-2 16,0 0-6-16,0 0 5 0,0 0 1 0,0 0 1 0,0 0 0 16,0 0 1-16,0 0-5 0,0 0-1 0,0 0 5 15,0 0 1-15,0 0-8 0,0 0 10 16,0 0-7-16,0 0 2 0,0 0-5 0,0 0 11 16,0 0-9-16,0 0-1 0,0 0 1 0,0 0 9 15,0 0-4-15,0 0-5 0,0 0 8 0,0 0-4 16,0 0-2-16,0 0 1 0,0 0-2 0,0 0 2 15,0 0 17-15,0 0-18 0,0 0 2 0,0 0-1 16,0 0-3-16,0 0 12 0,0 0-16 0,0 0 27 16,0 0-22-16,0 0 2 0,0 0-4 0,0 0 8 15,0 0-5-15,0 0-1 0,0 0-3 0,0 0 9 16,0 0-10-16,0 0 8 0,0 0-5 0,0 0 6 16,0 0-3-16,0 0 0 0,0 0 2 15,0 0-2-15,0 0 3 0,0 0 2 0,0 0-4 16,0 0-3-16,0 0 0 0,0 0 0 0,0 0-3 15,0 0 11-15,0 0-4 0,0 0-2 0,0 0-1 16,0 0 2-16,0 0-2 0,0 0 4 0,0 0-6 16,0 0 2-16,0 0 4 0,0 0 0 0,0 0-7 15,0 0 4-15,0 0-4 0,0 0 7 0,0 0-3 16,0 0-1-16,0 0 3 0,0 0-7 0,0 0 11 16,0 0-7-16,0 0-4 0,0 0 3 0,0 0-4 15,0 0 8-15,0 0-5 0,0 0 1 0,0 0-7 16,0 0 8-16,0 0 3 0,0 0-9 0,0 0 0 15,0 0-9-15,0 0-9 0,0 0-4 0,0 0-20 16,0 0-6-16,0 0-17 0,0 0-50 0,0 0-132 16,0 0 59-16</inkml:trace>
  <inkml:trace contextRef="#ctx0" brushRef="#br0" timeOffset="-96060.43">24188 1403 54 0,'0'0'70'0,"0"0"-3"0,0 0-13 0,0 0 2 16,-7-3-9-16,7 3-4 0,0 0-1 0,0 0-4 15,-8-2 0-15,8 2-10 0,0 0 4 0,0 0 1 16,-8-3-13-16,8 3 5 0,0 0-8 0,0 0 10 16,0 0-4-16,-9-2-5 0,9 2 0 0,0 0-2 15,0 0-5-15,0 0 0 0,0 0-2 0,0 0 4 16,0 0 10-16,-9-4-1 0,9 4 6 0,0 0-6 15,0 0 1-15,0 0 12 0,-9-1 6 0,9 1 7 16,0 0-6-16,0 0 7 0,0 0 1 0,-6-4-2 16,6 4-3-16,0 0 3 0,0 0-1 15,0 0-4-15,0 0 2 0,0 0 0 0,0 0-8 16,0 0 8-16,0 0-17 0,0 0 3 0,0 0-7 16,0 0 1-16,-10-1-1 0,10 1-9 0,0 0 4 15,0 0-4-15,0 0-5 0,0 0 1 0,0 0-4 16,0 0-2-16,0 0 1 0,0 0 2 0,0 0-14 15,0 0 12-15,0 0-6 0,0 0 4 0,0 0 3 16,0 0-7-16,0 0 2 0,0 0-6 0,0 0 4 16,0 0 0-16,0 0 4 0,0 0 3 0,0 0-6 15,0 0 3-15,0 0-1 0,0 0 7 0,0 0-3 16,0 0 1-16,24 6 2 0,-24-6 6 0,0 0 4 16,0 0 0-16,0 0 5 0,0 0 3 0,0 0 6 15,0 0-1-15,0 0-2 0,0 0 1 0,0 0-5 16,10-5 0-16,-10 5 1 0,0 0 2 0,0 0 1 15,0 0 0-15,5-4-7 0,-5 4 0 0,0 0-5 16,0 0 5-16,0 0-8 0,0 0-2 16,0 0 0-16,0 0-8 0,0 0 4 0,0 0-8 15,0 0 3-15,0 0-3 0,0 0-2 0,0 0 5 0,0 0-7 16,0 0-3-16,0 0 5 0,0 0-6 0,0 0 3 16,0 0 0-16,0 0-1 0,0 0 2 0,0 0-3 15,0 0 1-15,0 0 2 0,0 0 0 0,0 0-4 16,0 0 7-16,0 0-4 0,0 0-1 0,0 0 4 15,0 0-1-15,0 0 0 0,0 0 3 16,0 0-1-16,12 0 4 0,-12 0 3 0,0 0 0 16,0 0-3-16,8-2 8 0,-8 2 0 0,0 0 2 15,0 0 1-15,0 0 4 0,6-2-2 0,-6 2-2 16,0 0 3-16,0 0-3 0,0 0 2 0,0 0-3 16,0 0 2-16,0 0 2 0,2-9-7 0,-2 9-2 15,0 0 1-15,0 0-4 0,0 0 0 0,0 0-3 16,0 0-1-16,0 0 0 0,0 0-5 0,0 0-1 15,0 0 0-15,0 0 1 0,0 0-2 0,0 0-2 16,0 0 1-16,-24 9 1 0,24-9-4 0,0 0 2 16,-6 5 2-16,6-5 0 0,0 0 1 0,-3 6-4 15,3-6-1-15,0 0 2 0,0 0 1 0,0 0-2 16,0 0 7-16,0 0 1 0,0 0-1 0,0 0 4 16,0 0-1-16,0 0 0 0,0 0 5 0,0 0 4 15,22-3 4-15,-22 3 5 0,0 0 0 16,0 0-1-16,0 0 6 0,11-8-2 0,-11 8 1 15,0 0-7-15,5-9-4 0,-5 9 8 0,0 0-5 16,0 0-2-16,2-10 3 0,-2 10-5 0,0 0-10 16,0 0 7-16,0 0-2 0,0 0-1 0,0 0-2 15,0 0-4-15,-13-12-1 0,13 12-2 0,0 0-1 16,0 0-1-16,0 0 3 0,0 0-6 0,0 0 1 16,-24 12-2-16,24-12 1 0,-7 9-6 0,7-9 5 15,-4 9-6-15,4-9 11 0,-2 9-5 0,2-9 7 0,0 0-6 16,-3 10 0-16,3-10 6 0,0 0-5 15,0 0 5-15,0 0-2 0,7 15 4 0,-7-15-2 16,0 0 2-16,0 0 2 0,0 0-5 0,0 0 11 16,0 0 0-16,4 5-7 0,-4-5 10 0,0 0 10 15,0 0-8-15,0 0 15 0,0 0 0 0,0 0-4 16,0 0-4-16,0 0-9 0,0 0-9 0,0 0-15 16,0 0-3-16,0 0-22 0,-29-17-11 0,29 17-40 15,-7-3-50-15,7 3-45 0,0 0-237 16,-22-2-455-16,22 2 201 0</inkml:trace>
  <inkml:trace contextRef="#ctx0" brushRef="#br0" timeOffset="-92360.15">24481 1962 166 0,'0'0'157'0,"0"0"-8"0,0 0-12 15,0 0 7-15,0 0-15 0,0 0-3 0,0 0-16 16,0 0-6-16,0 0-12 0,0 0-10 0,0 0-11 15,0 0-5-15,0 0-6 0,0 0-12 0,5-5-5 16,-5 5-14-16,0 0-22 0,0 0-18 0,0 0-20 16,0 0-18-16,0 0-18 0,0 0-20 15,0 0-14-15,0 0-18 0,0 0-91 0,0 0-226 16,0 0 100-16</inkml:trace>
  <inkml:trace contextRef="#ctx0" brushRef="#br0" timeOffset="-86200.97">24950 1894 48 0,'0'0'50'16,"0"0"2"-16,0 0-6 0,0 0 2 0,0 0-3 16,0 0 3-16,0 0-9 0,0 0 6 0,0 0-2 15,0 0 7-15,0 0-4 0,0 0-2 0,0 0 8 16,0 0-7-16,0 0 4 0,0 0-5 0,0 0 2 16,0 0-7-16,0 0 2 0,0 0-4 0,0 0-3 15,0 0-3-15,0 0 2 0,0 0-3 0,0 0-10 16,0 0 7-16,0 0 3 0,0 0-9 0,0 0 4 15,0 0 1-15,0 0-2 0,0 0-1 0,0 0 2 16,0 0-1-16,0 0 2 0,0 0-8 0,0 0 11 16,0 0-16-16,0 0 1 0,0 0-1 0,0 0-13 15,0 0 13-15,0 0-2 0,0 0 3 16,0 0-4-16,0 0-3 0,0 0 9 0,0 0-4 16,0 0 2-16,0 0-6 0,0 0 3 0,0 0-3 0,0 0 4 15,0 0 2-15,0 0 0 0,0 0-3 0,0 0 0 16,0 0-2-16,0 0 3 0,0 0 2 15,0 0-6-15,0 0 3 0,0 0-5 0,0 0 0 16,0 0 0-16,0 0 0 0,0 0 2 0,0 0-2 16,0 0 1-16,0 0-1 0,0 0 10 0,0 0-13 15,0 0 1-15,0 0 5 0,0 0-1 0,0 0 2 16,0 0 1-16,0 0-7 0,0 0 5 0,0 0 1 16,0 0-4-16,0 0 0 0,0 0 2 0,-22 5-3 15,22-5 10-15,0 0-12 0,0 0 2 0,-13 3-2 16,13-3-1-16,-8 1-3 0,8-1 2 0,-11 2-1 15,11-2 0-15,-10 4 2 0,10-4 6 0,-11 1-7 16,11-1 4-16,-9 3 0 0,9-3-5 0,-9 2 9 16,9-2-6-16,-8 2-4 0,8-2 4 0,0 0-5 15,0 0 1-15,-9 2-9 0,9-2 15 0,0 0-3 16,0 0 4-16,0 0-9 0,0 0 2 0,-9 1-1 16,9-1 2-16,0 0-3 0,0 0 6 0,0 0-7 15,0 0 1-15,0 0 5 0,0 0-3 16,0 0-1-16,0 0 4 0,0 0 1 0,31 0 3 15,-20-1-6-15,-2 1 2 0,2 0-4 0,1-2 3 16,1 4 4-16,3-4 0 0,-3 1 4 0,4 2-4 16,-4-3 0-16,-1 0 0 0,2 2-1 0,4 0 8 15,0 0-1-15,0-3-3 0,-5 3 8 0,6-3-6 0,-6 3 2 16,-2-1-1-16,3 0-3 0,-3 1 5 16,0-2-4-16,-2 2 9 0,-9 0 0 0,14-1-3 15,-5 1 6-15,-9 0-6 0,0 0 1 0,13 2 0 16,-13-2 3-16,0 0-5 0,0 0 10 0,11 2 2 15,-11-2 0-15,0 0 5 0,0 0 9 0,0 0-2 16,0 0 1-16,0 0 0 0,0 0-1 0,0 0-3 16,0 0-4-16,0 0-3 0,0 0-2 0,0 0-5 15,0 0-2-15,0 0-5 0,0 0 1 0,0 0-2 16,0 0-3-16,-32 3 2 0,26-3-7 0,6 0-3 16,-17 4 2-16,7-4-4 0,10 0 4 0,-19 0-2 15,11 2 2-15,8-2-2 0,-15 1-1 0,8-1 0 16,7 0 0-16,-13 1 0 0,13-1 3 0,-12 3-2 15,12-3-1-15,0 0 0 0,-10 1 0 0,10-1 1 16,-6 2-1-16,6-2-8 0,0 0 9 0,0 0-4 16,0 0-6-16,0 0-8 0,0 0-11 0,0 0-7 15,0 0-4-15,0 0-10 0,0 0-7 0,0 0-6 16,0 0-12-16,0 0-11 0,0 0-20 16,0 0-29-16,0 0-16 0,0 0-37 0,0 0-106 0,0 0-314 15,0 0 139-15</inkml:trace>
  <inkml:trace contextRef="#ctx0" brushRef="#br0" timeOffset="-67744.96">26789 1877 53 0,'0'0'135'0,"0"0"1"0,0 0-7 0,0 0 2 16,0 0-9-16,0 0-3 0,0 0-7 0,0 0-5 16,0 0-12-16,0 0-3 0,29-7-7 0,-29 7 3 15,0 0-11-15,0 0 0 0,0 0-6 0,0 0-2 16,0 0-3-16,0 0-5 0,0 0-6 15,0 0 1-15,0 0-5 0,0 0-9 0,0 0 2 0,0 0-9 16,0 0-5-16,0 0 0 0,0 0-4 0,0 0-8 16,0 0-2-16,0 0-3 0,0 0-5 0,0 0-4 15,0 0 1-15,0 0 1 0,0 0-6 0,0 0 3 16,0 0 1-16,0 0 0 0,-4 24-1 16,4-24 5-16,2 12-6 0,-2-12 0 0,0 10 1 15,0-10-3-15,2 14-1 0,-2-14-4 0,0 12 7 16,0-12 1-16,2 9-7 0,-2-9 5 0,1 11 0 15,-1-11 0-15,2 12-3 0,-2-12 4 0,2 9-3 16,-2-9 2-16,0 0-1 0,-2 12 1 0,2-12 0 16,0 0 3-16,0 0-8 0,0 14 7 0,0-14-3 15,0 0 4-15,0 0-4 0,0 0-2 0,4 7 6 16,-4-7-3-16,0 0 2 0,0 0-1 0,0 0-4 16,0 0-1-16,0 0 4 0,0 0 1 0,0 0 3 15,0 0-4-15,0 0-1 0,0 0 7 0,0 0-4 16,0 0-3-16,0 0 0 0,0 0 3 0,0 0-3 15,0 0 2-15,0 0-1 0,0 0-7 0,0 0-13 16,0 0-14-16,0 0-24 0,0 0-19 0,0 0-26 16,0 0-27-16,0 0-24 0,0 0-140 0,0 0-316 15,-17 4 140-15</inkml:trace>
  <inkml:trace contextRef="#ctx0" brushRef="#br0" timeOffset="-67338.88">26703 1993 59 0,'0'0'101'0,"0"0"-17"0,0 0-4 15,0 0-2-15,0 0 12 0,0 0-5 0,0 0-11 16,0 0-3-16,19 18-16 0,-19-18 4 0,7 9-6 15,-7-9 6-15,4 10-5 0,-4-10-2 0,6 9-1 16,-6-9-3-16,5 10-10 0,-5-10-2 0,7 7 2 16,-7-7-10-16,2 9 6 0,-2-9-9 0,0 0-1 15,5 9 0-15,-5-9 2 0,0 0-9 0,4 9 6 16,-4-9-3-16,0 0-3 0,0 0-2 0,4 8-2 16,-4-8-2-16,0 0 1 0,0 0 3 0,0 0 6 15,7 5 1-15,-7-5 12 0,0 0 0 16,0 0 3-16,12 2 6 0,-12-2 0 0,0 0 5 15,15-2-10-15,-15 2 3 0,16-5-8 0,-9 1 2 16,-7 4-11-16,15-8 2 0,-5 3-1 0,1 1-2 16,-3-2 4-16,0 2-8 0,0-3-2 0,1 1-6 15,-2 0-16-15,2 0-21 0,-2-1-20 0,-7 7-40 16,13-12-46-16,-6 7-181 0,-7 5-339 0,5-11 151 16</inkml:trace>
  <inkml:trace contextRef="#ctx0" brushRef="#br0" timeOffset="-66592.88">27120 1904 138 0,'0'0'139'0,"0"0"-5"0,0 0-6 0,0 0-4 0,0 0-10 15,0 0-8-15,0 0-7 0,0 0-4 0,0 0-14 16,0 0-4-16,0 0-3 0,0 0-13 0,0 0-15 15,0 0 0-15,0 0-8 0,0 0-2 16,0 0-12-16,0 0 6 0,2 7-10 0,-2-7 7 16,0 0-7-16,2 15-6 0,-2-15 0 0,0 13-3 15,2-5-2-15,-2-8-2 0,0 17 4 0,0-7 0 16,0-10 0-16,0 0 1 0,2 24-4 0,-2-24-2 16,0 13 2-16,0-13-3 0,0 0 2 15,0 17-7-15,0-17 6 0,0 0 4 0,2 15-7 0,-2-15-2 16,0 0 5-16,0 0-2 0,-4 13 2 0,4-13 1 15,0 0 1-15,0 0 8 0,0 0-9 0,0 0 0 16,0 0 3-16,0 0-6 0,0 0-3 0,4 14 8 16,-4-14-1-16,0 0-3 0,0 0 0 0,0 0 4 15,0 0-29-15,0 0-11 0,0 0-32 0,0 0-26 16,0 0-27-16,0 0-23 0,0 0-106 0,0 0-264 16,0 0 117-16</inkml:trace>
  <inkml:trace contextRef="#ctx0" brushRef="#br0" timeOffset="-66212">27015 2043 73 0,'0'0'112'0,"0"0"-9"16,0 0-4-16,0 0-14 0,0 0 11 0,0 0-11 15,0 0 8-15,0 0-5 0,0 0-8 0,0 0-1 16,0 0-2-16,15 31-8 0,-15-31 0 0,4 11-5 16,-4-11-4-16,7 9-4 0,-7-9-6 0,4 11-6 15,-4-11-3-15,6 9 0 0,-6-9-10 0,0 0-2 16,6 11 5-16,-6-11-10 0,0 0 0 0,0 0-1 16,6 11-1-16,-6-11 5 0,0 0 2 15,0 0-1-15,0 0 3 0,0 0-1 0,0 0 1 0,7 8 10 16,-7-8 4-16,0 0 9 0,0 0 14 0,0 0 3 15,10-1 5-15,-10 1-6 0,0 0 0 16,19-10-4-16,-10 6-11 0,5-1-4 0,-1-4-5 0,5 1-5 16,-5-1-5-16,4 2-14 0,-3-1 7 0,1-2-13 15,0 2-22-15,-6 2-28 0,3-2-32 0,-2 2-42 16,1-1-55-16,-1 2-50 0,1-1-153 16,-11 6-396-16,11-10 175 0</inkml:trace>
  <inkml:trace contextRef="#ctx0" brushRef="#br0" timeOffset="-61661.36">12772 5713 24 0,'0'0'71'0,"0"0"-11"0,0 0-2 15,0 0-14-15,0 0 3 0,0 0-11 0,0 0 1 16,0 0-1-16,6 5-6 0,-6-5 5 0,5 3-8 15,-5-3 4-15,0 0-1 0,4 4 10 16,-4-4 2-16,0 0 13 0,0 0-14 0,5 3 9 0,-5-3 0 16,0 0 7-16,0 0-6 0,0 0 5 0,9 3 5 15,-9-3-4-15,0 0 5 0,0 0 1 0,11-6 1 16,-4 1 1-16,4-4-3 0,2-2-18 16,10-6 4-16,-1-2-21 0,3-4-22 0,4 3-28 15,9-13-33-15,3 1-32 0,-3 0-49 0,-2-3-74 0,9-1-228 16,-3-4 102-16</inkml:trace>
  <inkml:trace contextRef="#ctx0" brushRef="#br0" timeOffset="-60661.36">28737 1753 92 0,'0'0'104'0,"0"0"9"15,0 0-4-15,0 0-1 0,0 0 7 0,0 0 1 16,0 0-15-16,0 0 2 0,0 0-9 0,0 0-12 16,0 0-3-16,0 0-4 0,0 0-14 0,58-24-4 0,-15 1-17 15,12-2-25-15,26-17-38 0,0 7-42 16,0-3-42-16,0 1-105 0,-28 9-229 0,28-13 102 15</inkml:trace>
  <inkml:trace contextRef="#ctx0" brushRef="#br0" timeOffset="-50350.43">22607 3010 11 0,'0'0'14'0,"0"0"-5"0,0 0 3 15,0 0-6-15,0 0 0 0,0 0-3 0,0 0 1 16,0 0-5-16,0 0 12 0,0 0-14 0,0 0 1 16,0 0 2-16,0 0-3 0,0 0 0 0,0 0 2 15,0 0-5-15,0 0 8 0,0 0-8 0,0 0 2 16,0 0-5-16,0 0-8 0,0 0 3 0</inkml:trace>
  <inkml:trace contextRef="#ctx0" brushRef="#br0" timeOffset="-46814.59">8537 7647 31 0,'0'0'81'16,"0"0"-8"-16,0 0-8 0,0 0-17 0,0 0-16 15,0 0-16-15,0 0-25 0,0 0-48 0,0 0-60 16,0 0 26-16</inkml:trace>
  <inkml:trace contextRef="#ctx0" brushRef="#br0" timeOffset="-46347.51">8500 7664 26 0,'0'0'134'16,"0"0"-2"-16,0 0-8 0,0 0-15 0,9 3-13 16,-9-3-13-16,0 0-3 0,0 0-10 0,0 0-12 15,0 0-24-15,0 0-24 0,0 0-23 0,0 0-27 16,0 0-30-16,0 0-70 0,0 0-149 0,0 0 66 16</inkml:trace>
  <inkml:trace contextRef="#ctx0" brushRef="#br0" timeOffset="-45876.61">8116 7811 13 0,'0'0'122'0,"0"0"-4"16,0 0-8-16,0 0 0 0,0 0-9 0,0 0-13 0,0 0-2 15,0 0-19-15,0 0-2 0,0 0 2 16,0 0-8-16,0 0-4 0,0 0 3 0,0 0-2 16,0 0-1-16,0 0-5 0,0 0-2 0,0 0-7 15,0 0 0-15,0 0-1 0,0 0-1 0,0 0-6 0,0 0 0 16,0 0-3-16,0 0-3 0,0 0-3 15,0 0 4-15,0 0-3 0,0 0-3 0,0 0-6 16,0 0 1-16,0 0-3 0,0 0 0 0,0 0-3 16,0 0 1-16,0 0 0 0,0 0-6 0,0 0 2 15,0 0 1-15,0 0-4 0,0 0 6 0,0 0 1 0,0 0-9 16,0 0 0-16,0 0 3 0,0 0 0 0,0 0-1 16,0 0-6-16,0 0 3 0,0 0-1 15,0 0 2-15,0 0-3 0,0 0 1 0,0 0-4 16,0 0-1-16,0 0 0 0,0 0-7 0,0 0-7 0,0 0-12 15,0 0 3-15,0 0-9 0,0 0-8 0,0 0-11 16,0 0-6-16,0 0-10 0,0 0-10 0,0 0-13 16,0 0-15-16,0 0-98 0,0 0-223 0,0 0 98 15</inkml:trace>
  <inkml:trace contextRef="#ctx0" brushRef="#br0" timeOffset="-44264.75">24761 2952 86 0,'0'0'125'0,"0"0"-15"0,0 0 3 15,0 0-26-15,0 0-6 0,0 0-2 0,0 0-18 16,0 0-4-16,0 0-6 0,0 0-6 0,0 0 6 15,0 0-8-15,0 0-7 0,0 0 0 0,0 0-3 16,0 0-5-16,0 0 2 0,0 0-16 0,0 0 2 16,0 0 7-16,0 0-8 0,0 0-3 0,0 0 2 15,0 0 4-15,0 0-5 0,0 0 7 0,0 0-10 16,0 0 0-16,0 0 5 0,0 0-2 0,0 0-6 16,0 0 5-16,0 0-6 0,0 0 1 0,0 0-2 15,0 0 0-15,0 0-4 0,0 0 6 0,0 0-6 16,0 0-1-16,0 0-7 0,0 0-6 0,0 0-6 15,0 0-13-15,0 0-6 0,0 0-16 0,0 0-4 16,0 0-21-16,0 0-5 0,4 1-85 0,-4-1-183 16,0 0 81-16</inkml:trace>
  <inkml:trace contextRef="#ctx0" brushRef="#br0" timeOffset="-37442.99">25125 2749 11 0,'0'0'217'0,"0"0"-4"0,0 0 2 15,0 0-7-15,0 0-5 0,9 0-14 0,-9 0-9 16,0 0-9-16,0 0-17 0,0 0-11 0,0 0-12 16,0 0-13-16,0 0-11 0,9-6-11 0,-9 6-8 15,5-6-11-15,-5 6-8 0,8-10-4 0,-6 3-9 16,2 1-1-16,1 0-3 0,-2 0-4 0,0 0-6 15,3-5-2-15,-4 0-8 0,0 2-1 0,1-3-4 16,1 1-3-16,0 0-3 0,-3-1-1 0,0 0-6 16,1 0 2-16,-2 0-1 0,1 3-3 15,0-1-1-15,-1 1 2 0,0 9-1 0,0-13 1 0,3 9 2 16,-3 4-5-16,0-8 3 0,0 8 3 0,0 0-8 16,0 0 1-16,0 0-1 0,0-11 1 15,0 11-4-15,0 0-5 0,0 0-2 0,0 0-1 16,0 0-2-16,0 0 2 0,0 0-1 0,-8 20 4 15,5-8 0-15,-3 3 0 0,2 2-1 0,1-5-2 16,-3 5-1-16,5-3 2 0,-1 1 2 0,0-3-1 16,1-1 0-16,1-1 0 0,0 1-2 0,1-1 2 15,1 1-1-15,-1-4 0 0,1 0-13 0,6 0-10 0,-6-1-17 16,7 0-22-16,-1 1-28 0,2-4-24 16,-1 3-30-16,4-2-30 0,-1-2-23 0,3-1-200 15,-3-1-431-15,-12 0 192 0</inkml:trace>
  <inkml:trace contextRef="#ctx0" brushRef="#br0" timeOffset="-37284">25237 2417 110 0,'-2'-6'150'0,"2"6"-33"0,0 0-27 0,0 0-27 16,0 0-15-16,0 0-25 0,0 0-26 0,0 0-13 15,0 0-32-15,27 6-41 0,-16 0-97 0,-2 1 42 16</inkml:trace>
  <inkml:trace contextRef="#ctx0" brushRef="#br0" timeOffset="-36844.96">25455 2539 59 0,'0'12'142'0,"0"-12"-8"0,0 20-11 0,1-10-15 16,-1 4 7-16,-1 3-4 0,-2 0-13 0,6 2-5 16,-3-3-4-16,1 4 0 0,-1-2-9 0,1-1 4 15,0 0-15-15,-1-2-3 0,-1-4-8 0,2 0-6 16,1 0 1-16,-2-11-14 0,2 19 5 0,-2-12-10 16,0-7 2-16,0 11-2 0,0-11-3 0,0 0-3 15,0 12-2-15,0-12 6 0,0 0 0 0,0 0 6 16,0 12 7-16,0-12 6 0,0 0 4 0,0 0 7 15,0 0 2-15,0 6 6 0,0-6 5 0,0 0 9 16,0 0 0-16,0 0 6 0,0 0-7 0,0 0-5 16,0 0-11-16,0 0-10 0,0 0-8 0,15-24-8 15,-9 17-4-15,2-2-3 0,1 1-4 0,-2 2-7 16,4 0-4-16,-4 0-1 0,3 0-5 0,-1 4-4 16,3-2 0-16,-6 4-4 0,-6 0-4 0,17-2-2 15,-11 5 2-15,3-2-3 0,-4 3 4 0,-5-4-1 16,11 6-3-16,-6-2 4 0,-1 2-1 0,0 0 3 15,-3-2 1-15,-1-4-1 0,2 14 4 0,-2-14-4 16,-7 14-1-16,1-6 2 0,-2 0 1 16,1-1-1-16,-2-1-10 0,-1 2-7 0,-2-2-16 15,1-1-33-15,0-1-36 0,1 2-43 0,0-2-58 16,1-2-69-16,9-2-148 0,-22 1-449 0,22-1 198 0</inkml:trace>
  <inkml:trace contextRef="#ctx0" brushRef="#br0" timeOffset="-35112.1">25579 3038 2 0,'0'0'69'0,"0"0"-3"0,0 0-12 16,0 0-17-16,0 0-12 0,0 0-9 0,0 0-20 15,0 0-18-15,4 4-19 0,-4-4-44 0,0 0 20 16</inkml:trace>
  <inkml:trace contextRef="#ctx0" brushRef="#br0" timeOffset="-34229.65">8992 7303 62 0,'0'0'173'0,"0"0"-3"0,0 0-4 0,0 0-11 15,0 0-13-15,0 0-10 0,0 0-13 0,0 0-14 16,0 0-12-16,7-4-8 0,-7 4-15 0,0 0-19 16,0 0-23-16,0 0-31 0,0 0-32 0,0 0-31 15,0 0-35-15,0 0-1 0,0 0-13 0,5 7-74 16,-5-7-203-16,0 0 90 0</inkml:trace>
  <inkml:trace contextRef="#ctx0" brushRef="#br0" timeOffset="-27365.49">26949 2433 17 0,'0'0'-4'0,"0"0"-2"0,0 0 1 0</inkml:trace>
  <inkml:trace contextRef="#ctx0" brushRef="#br0" timeOffset="-27041.41">27593 2666 123 0,'0'0'119'0,"0"0"-7"0,0 0-8 15,0 0-6-15,0 0-8 0,0 0-4 0,0 0-7 16,0 0-15-16,0 0 1 0,0 0-17 0,0 0 3 16,0 0-15-16,0 0-1 0,0 0-3 0,0 0-14 15,0 0-13-15,0 0-15 0,0 0-8 0,0 0-16 16,0 0-14-16,0 0-19 0,0 0-17 0,0 0-67 15,0 0-163-15,0 0 71 0</inkml:trace>
  <inkml:trace contextRef="#ctx0" brushRef="#br0" timeOffset="-26353.66">27445 2828 128 0,'0'0'141'0,"0"0"-8"0,0 0 2 16,0 0-5-16,0 0-12 0,0 0 13 0,0 0-11 15,0 0-1-15,0 0-3 0,0 0-8 0,0 0-9 16,0 0 1-16,0 0-6 0,0 0-10 0,0 0-2 16,0 0-3-16,0 0-7 0,0 0-3 0,0 0-7 15,0 0-3-15,0 0-6 0,0 0-5 0,0 0-8 16,0 0-4-16,0 0-1 0,0 0-5 0,0 0-7 16,0 0 2-16,0 0-5 0,0 0-3 0,0 0-6 15,0 0-3-15,2-31 0 0,-2 31-2 0,0 0-2 16,0 0-2-16,0 0-2 0,0 0-2 0,0 0 2 15,0 0-4-15,0 0-1 0,0 0 1 0,0 0 3 16,0 0-2-16,0 0 0 0,2 33 5 0,-2-33-3 16,0 0-2-16,-2 15 3 0,2-15-1 0,0 10-2 15,0-10 5-15,2 10-4 0,-2-10 7 0,0 0-4 16,0 16 0-16,0-16-2 0,2 10 1 0,-2-10 2 16,0 0-7-16,0 11 8 0,0-11 0 0,0 0-3 15,0 0 2-15,0 0-6 0,2 15 5 0,-2-15 0 16,0 0 1-16,0 0-1 0,-2 11-3 0,2-11 0 15,0 0 2-15,0 0 2 0,0 11-3 0,0-11 2 16,0 0-11-16,0 0-21 0,0 0-23 0,-2 17-17 16,2-17-14-16,0 0-17 0,0 0-28 15,-2 14 3-15,2-14-17 0,0 0-4 0,-4 11-13 16,4-11-83-16,0 0-265 0,-9 10 117 0</inkml:trace>
  <inkml:trace contextRef="#ctx0" brushRef="#br0" timeOffset="-25926.29">27344 2885 41 0,'0'0'100'0,"0"0"-5"15,0 0-16-15,0 0-4 0,0 0-7 0,0 0-7 16,0 0-10-16,0 0 3 0,0 0-20 0,0 0 11 15,0 0-6-15,0 0 9 0,0 0 1 0,0 0-3 16,21 31-10-16,-21-31-1 0,4 11 0 16,-4-11 0-16,9 10 0 0,-9-10 10 0,6 11-5 0,-6-11 2 15,9 12-14-15,-9-12 1 0,9 10-6 16,-9-10-2-16,7 9-2 0,-7-9 2 0,8 10-7 0,-8-10 8 16,10 6-7-16,-10-6 2 0,0 0 4 0,9 12-3 15,-9-12-4-15,8 4 0 0,-8-4-2 0,0 0 5 16,9 6-6-16,-9-6 8 0,0 0 1 15,0 0-5-15,0 0 1 0,10 6 3 0,-10-6-4 16,0 0 4-16,0 0 4 0,0 0-1 0,0 0 7 16,16 1-1-16,-16-1-3 0,0 0 6 0,0 0-1 15,20-11-5-15,-16 8 1 0,5-4 0 0,3 2-1 16,-2-2-8-16,-1 1 8 0,1-1-11 0,-3 1-3 16,4-1-4-16,-5-1-13 0,4 1-4 0,0-1-23 15,-1 2-15-15,-9 6-28 0,20-15-11 0,-11 8-34 16,-1 0-21-16,1 1-103 0,-9 6-266 0,13-12 119 15</inkml:trace>
  <inkml:trace contextRef="#ctx0" brushRef="#br0" timeOffset="-24490.24">27853 2855 116 0,'0'0'140'0,"0"0"0"0,0 0-10 0,0 0-9 16,0 0-12-16,0 0-10 0,0 0-9 0,0 0-8 15,0 0-8-15,0 0-9 0,0 0-5 0,0 0-11 16,0 0-3-16,0 0-9 0,0 0-6 0,0 0-2 15,0 0-2-15,0 0 0 0,-2 15-7 0,2-15 1 16,3 12 5-16,0-6-6 0,-1 4 3 0,-2 1 2 16,2-1 9-16,-2 0-9 0,0 0 2 0,2-2-6 15,-2-2 0-15,0-6-2 0,0 19-2 0,0-19-6 16,2 10 5-16,-2-10-3 0,3 12-1 0,-3-12-3 16,3 8 1-16,-3-8-2 0,0 0 4 0,0 0-4 15,2 12 1-15,-2-12 3 0,0 0-7 16,0 0-1-16,3 6 6 0,-3-6-5 0,0 0-3 15,0 0 9-15,0 0-9 0,0 0 6 0,0 0-5 0,0 0 1 16,0 0-12-16,0 0-19 0,4 10-20 0,-4-10-25 16,0 0-14-16,0 0-22 0,0 0-13 15,0 0-5-15,0 0-99 0,0 0-244 0,0 0 108 0</inkml:trace>
  <inkml:trace contextRef="#ctx0" brushRef="#br0" timeOffset="-24095.9">27807 2970 54 0,'0'0'125'16,"0"0"-21"-16,0 0-7 0,12 25-13 0,-12-25 9 15,3 13-12-15,-1-8-3 0,-2-5-9 0,7 11-2 16,-7-11-10-16,3 12-3 0,-3-12-3 0,4 10 7 15,-4-10-1-15,2 13 3 0,-2-13-2 0,4 7-4 16,-4-7-10-16,3 11 5 0,-3-8-7 16,0-3 0-16,0 0-6 0,4 9-4 0,-4-9 1 0,3 6-4 15,-3-6-7-15,5 4 1 0,-5-4-6 0,0 0 3 16,4 5-1-16,-4-5 2 0,0 0 2 0,0 0 6 16,0 0 2-16,0 0 3 0,0 0-2 0,0 0 2 15,0 0 1-15,0 0 4 0,0 0-8 0,0 0-2 16,0 0 6-16,0 0-2 0,0 0 3 0,17-6-2 15,-17 6-2-15,16-7-1 0,-5 1-2 16,-2 1-2-16,5 0-4 0,-3 2 0 0,6-4-8 16,-9 1 0-16,2-1-1 0,0 4-12 0,-1-3-25 15,2 1-22-15,-1-1-37 0,0 1-43 0,-1-1-47 0,-2 4-154 16,-7 2-351-16,10-9 156 0</inkml:trace>
  <inkml:trace contextRef="#ctx0" brushRef="#br0" timeOffset="-22410.97">24442 3065 82 0,'0'0'138'15,"0"0"-7"-15,0 0-7 0,0 0-2 0,0 0 3 0,0 0-6 16,-9-18-5-16,9 18-4 0,0 0-7 16,0 0-2-16,0 0-10 0,0 0-4 0,0 0-8 15,0 0-6-15,0 0-6 0,0 0-2 0,0 0-7 16,0 0-12-16,0 0-5 0,0 0-6 0,0 0 21 16,0 0-7-16,0 0-10 0,0 0-5 0,0 0-1 15,0 0-7-15,0 23-1 0,0-23 1 0,0 17-5 0,0-6-3 16,2 6 3-16,-2-5-4 0,1 4 6 0,-1-3-11 15,1-1 3-15,2-2-3 0,-2 0-4 16,-1 0 1-16,1-1 0 0,1 1 0 0,0-3-1 16,-1-1-2-16,-1-6 0 0,2 11-1 0,-2-11 1 15,0 9 6-15,0-9-7 0,1 10-2 0,-1-10 2 16,1 7-7-16,-1-7 6 0,0 0 2 0,0 0-2 16,0 10 2-16,0-10-2 0,0 0-4 0,2 6 1 15,-2-6-13-15,0 0-20 0,0 0-11 0,0 0-28 16,0 0-24-16,-3 8-21 0,3-8-20 0,0 0-7 15,0 0-20-15,0 0-111 0,0 0-297 0,-8 3 133 16</inkml:trace>
  <inkml:trace contextRef="#ctx0" brushRef="#br0" timeOffset="-22093.95">24381 3195 88 0,'0'0'89'0,"0"0"4"16,0 0 8-16,0 0-7 0,0 0-7 0,7 26-3 16,-5-18 8-16,0-3 2 0,2 4-7 0,-1-3 0 15,0 1-5-15,-1-1-9 0,2 1-2 0,0-2-7 16,-1 2 9-16,0-3-7 0,0 2-2 0,2-1-4 16,-1 0 0-16,-4-5 0 0,6 7-3 0,-1-4-4 15,-5-3 1-15,5 8-1 0,-5-8-5 0,7 4-4 16,-4-2-4-16,-3-2-2 0,8 3-3 0,-8-3-3 15,10 0-1-15,-10 0-3 0,0 0 1 0,10 2-8 16,-10-2 5-16,10-5-3 0,-10 5-3 16,8-5-7-16,-3 0-18 0,2 0-15 0,-1-2-29 15,-1 0-32-15,4 0-36 0,0 0-28 0,-2-1-26 16,-1 4-117-16,-2-2-312 0,-4 6 138 0</inkml:trace>
  <inkml:trace contextRef="#ctx0" brushRef="#br0" timeOffset="-21751.77">24288 3497 71 0,'0'0'179'0,"0"0"-13"16,0 0-9-16,0 0-13 0,0 0-16 0,0 0-14 16,0 0-5-16,0 0-31 0,0 0 4 0,16-12-7 15,-4 8-4-15,-1 1-12 0,5-2-6 0,-2 1 1 16,-3-1-13-16,3 3 0 0,-2-1-23 0,-2 0-13 15,-1 0-23-15,0 2-21 0,-1 0-26 0,-8 1-9 16,12-2-17-16,-5 0-6 0,-7 2-4 0,0 0 4 16,9 0-1-16,-9 0-64 0,0 0-174 0,0 0 78 15</inkml:trace>
  <inkml:trace contextRef="#ctx0" brushRef="#br0" timeOffset="-21528.17">24428 3445 191 0,'0'0'-12'0,"0"0"7"0,-13 0 12 0,13 0 3 15,0 0 12-15,-11 0 7 0,11 0 7 0,0 0 2 16,0 0-4-16,-8-2 9 0,8 2-1 0,0 0-10 15,0 0 3-15,0 0-5 0,0 0-12 0,-7 4 23 16,7-4-2-16,0 0 1 0,-3 9 4 16,0-5 14-16,3-4 12 0,-1 13-9 0,-1-7 1 0,0 2-3 15,2-8 8-15,0 15 1 0,-1-6 1 16,4 0-5-16,-2-1-2 0,-1-8-3 0,-1 14-5 16,2-8-5-16,-1-6-6 0,-1 11-6 0,1-11-1 0,0 11-2 15,1-6-5-15,-1-5 0 0,2 12-2 0,-2-7-21 16,0-5-32-16,-1 11-30 0,1-11-46 0,1 8-32 15,-1-8-107-15,0 0-259 0,0 0 115 16</inkml:trace>
  <inkml:trace contextRef="#ctx0" brushRef="#br0" timeOffset="-21093.97">24477 3514 32 0,'7'-2'72'0,"1"1"-9"0,1 0-5 0,-9 1 5 16,9-1-19-16,-9 1 1 0,8-3-11 0,-8 3 16 16,0 0-14-16,0 0-4 0,10-1 5 0,-10 1-5 15,0 0 9-15,0 0-13 0,0 0 14 0,0 0-11 16,0 0 8-16,0 0 2 0,0 0-10 15,0 0-9-15,0 0 6 0,0 0 10 0,0 0 4 0,4 9-5 16,-4-9-5-16,0 9-7 0,0-9 6 0,0 7-21 16,0-7 5-16,0 0 5 0,0 9 0 0,0-9-6 15,4 8 0-15,-4-8-5 0,2 5 7 0,-2-5-4 16,5 4-2-16,-5-4 11 0,0 0-4 16,13 3 2-16,-13-3 4 0,9 0 9 0,-9 0 11 15,0 0-4-15,14-6-2 0,-10 5-5 0,-4 1 10 16,8-5-1-16,-8 5 0 0,6-6 11 0,-6 6 2 0,4-7 8 15,-4 7-10-15,1-6-4 0,-1 6-11 0,0 0-13 16,-4-14-8-16,1 10-7 0,3 4-9 16,-6-9-21-16,3 3-13 0,3 6-28 0,-8-8-18 15,8 8-19-15,-8-5-15 0,3 1-22 0,5 4-105 0,-15 0-259 16,15 0 115-16</inkml:trace>
  <inkml:trace contextRef="#ctx0" brushRef="#br0" timeOffset="-20903.82">24727 3552 115 0,'2'-6'117'0,"-2"6"-11"0,0 0-6 0,0 0-10 16,0-10-19-16,0 10-6 0,0 0-27 0,0 0-34 15,0 0-27-15,0 0-28 0,-2-11-55 0,2 11-114 16,0 0 51-16</inkml:trace>
  <inkml:trace contextRef="#ctx0" brushRef="#br0" timeOffset="-13827.11">28804 2729 3 0,'0'0'53'0,"0"0"-4"0,11-12 1 0,-11 12-14 0,0 0 1 15,0 0-12-15,0-12 14 0,0 12-6 16,0 0-1-16,0 0 2 0,-2-14-9 0,2 14 7 16,0 0 4-16,0 0 9 0,-5-12-11 0,5 12 4 15,0 0-8-15,0 0 3 0,0 0-3 0,0 0-4 16,-4-8 0-16,4 8-7 0,0 0 6 0,0 0-9 16,0 0-9-16,0 0 5 0,0 0-5 0,-14 1 12 15,14-1-12-15,0 0 1 0,-17 9-3 0,11-5-1 16,6-4 6-16,-13 10-6 0,7-7-2 0,-1 5 8 15,7-8-10-15,-10 11-3 0,6-7 4 0,4-4-2 16,-5 9 2-16,5-9-2 0,-6 13 1 16,6-13 3-16,-2 10-2 0,2-10-2 0,0 0 5 0,3 13-8 15,-3-13 11-15,8 11-2 0,-3-7 8 0,-5-4-16 16,10 7-16-16,0-3 5 0,-3 0-9 0,3-1-6 16,1 0-13-16,1-1-20 0,-2-1-61 0,-10-1-133 15,17 2 60-15</inkml:trace>
  <inkml:trace contextRef="#ctx0" brushRef="#br0" timeOffset="-13144.9">28745 2706 33 0,'0'0'126'15,"0"0"-12"-15,0 0-12 0,0 0-6 0,0 0-14 16,0 0-5-16,0 0-12 0,0 0 1 0,-8-8-16 16,8 8 3-16,0 0-11 0,0 0-1 0,0 0-2 15,0 0-10-15,0 0 2 0,0 0 3 0,0 0-8 16,0 0 7-16,0 0-1 0,0 0 2 0,0 0-5 15,0 0 1-15,0 0-2 0,0 0-1 16,0 0 10-16,0 0-8 0,0 0-8 0,0 0 1 16,0 0 0-16,0 0-5 0,0 0 1 0,0 0-3 15,0 0 2-15,0 0 1 0,0 0-2 0,0 0-6 16,0 0 3-16,0 0-3 0,0 0-2 0,0 0 0 16,0 0 9-16,0 0-8 0,0 0-6 0,0 0 1 15,0 0-1-15,0 0-1 0,0 0-3 0,0 0 2 16,0 0-4-16,0 0-2 0,0 0 4 0,0 0-10 15,0 0-5-15,0 0 2 0,0 0-1 0,0 0-4 16,0 0 3-16,0 0-5 0,0 0 3 0,0 0-5 16,0 0 5-16,0 0 1 0,0 0 3 0,0 0-6 15,0 0 15-15,17-17-7 0,-17 17-4 0,0 0 9 16,8-6-6-16,-8 6 12 0,0 0-4 0,8-4 0 16,-8 4 2-16,0 0 12 0,0 0-13 0,11-7 4 15,-11 7 3-15,0 0 7 0,5-5-9 0,-5 5-4 16,0 0-5-16,5-8 8 0,-5 8-9 0,0 0 10 15,0 0 4-15,3-10-6 0,-3 10 2 0,0 0-1 16,0 0 0-16,0 0 3 0,1-11 1 0,-1 11-7 16,0 0 3-16,0 0-3 0,0 0-7 0,0 0 5 15,0 0-4-15,-13-9-7 0,13 9 17 0,0 0-9 16,-19 3 6-16,19-3 1 0,-18 9 2 0,9-4-14 16,0 3 10-16,-1-1-2 0,0 2 5 15,2 0-6-15,1 1 1 0,0-2 4 0,2 1-2 16,1 1-3-16,3 1 2 0,0-1 0 0,1-10-18 0,5 20-7 15,-1-9-23-15,4-2-28 0,5 0-24 0,4 0-56 16,-1-1-174-16,11-5 77 0</inkml:trace>
</inkml:ink>
</file>

<file path=ppt/ink/ink10.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2-17T07:10:47.061"/>
    </inkml:context>
    <inkml:brush xml:id="br0">
      <inkml:brushProperty name="width" value="0.05292" units="cm"/>
      <inkml:brushProperty name="height" value="0.05292" units="cm"/>
      <inkml:brushProperty name="color" value="#FF0000"/>
    </inkml:brush>
  </inkml:definitions>
  <inkml:trace contextRef="#ctx0" brushRef="#br0">21812 5170 42 0,'9'2'76'0,"1"-2"-3"16,3 1-14-16,1 0 0 0,5 0-5 0,2-1-6 15,0 3 2-15,10-4 1 0,-3 2-1 0,2 0 2 16,2-3-2-16,-2 3 4 0,3-1-7 0,2 0-2 15,0 1-7-15,2-2-8 0,2 1 6 0,12 0 1 16,-11 1-3-16,14-1 7 0,-2 0-16 0,-2 1 2 16,2-3-1-16,-1 3-1 0,-1-1-2 0,1 1-8 15,2 1 3-15,0-2 3 0,0 0-2 0,2 1-2 16,-2 1-1-16,-1 0 1 0,0 0-2 0,-1-2 2 16,0-2-5-16,3 7 5 0,-13-5 1 0,11 1 3 15,-1 2-3-15,0-2 4 0,-11-1-7 0,14 2 7 16,0-2 12-16,-1 0-6 0,-2 0-10 0,-1 0 2 15,2 3 3-15,1-3 4 0,-3-1-8 0,1 1 3 16,2 1-2-16,2-1 0 0,-3 2 1 0,1 0 3 16,1-2-6-16,-4 0 1 0,3 3-4 0,0-3 4 15,-14 1-3-15,15-1-1 0,0 0 3 0,-2 1 2 16,2 1-1-16,-3 0 0 0,0-1-5 0,4-2 2 16,-3 2 2-16,1-1-4 0,-1 2 3 0,2-2-1 15,-4 0-1-15,-10 0 3 0,9 0-6 0,5 2 5 16,-16-1-3-16,16-1-3 0,-2-1 6 0,-14 2 7 15,14-1-8-15,-1-1-2 0,-12 1 0 0,1 1 0 16,12-2 6-16,-12 2-3 0,12-1 3 0,-14 0-1 16,16 0-1-16,-15 0 0 0,12-1 0 0,-13 1-2 15,13 3 5-15,-12-3-5 0,12-2 4 0,-10 2-4 16,10 0 5-16,-10-1-4 0,10-1 3 0,3 0-6 16,-16 2 0-16,19-1 0 0,-3-1 0 0,0 2 1 15,-1-2-1-15,-1 0 1 0,2-1-3 0,0 1-1 16,-2 0 1-16,0 2-3 0,0-3 0 0,-12 0 6 15,11 0-5-15,-13 2 0 0,15-5 1 0,-15 3-2 16,18-1 0-16,-5 0 0 0,-1 2-2 0,-10-2-19 16,12-1 4-16,2 1 3 0,-5-1-1 0,3 3 1 15,-12-2-2-15,-1 0-1 0,12-4 0 0,-14 5 5 16,1-2-3-16,-3 4 2 0,1 0-3 0,-3-3 4 16,-3 1 2-16,3 1-3 0,-5-1 4 0,-2 1-2 15,-8-1-1-15,2 2 4 0,-3 0-2 0,0 0-1 16,2 0 2-16,-7 0 2 0,2-1 0 0,-3 1-2 0,1 1 3 15,3-1 2-15,-6 0-5 0,5 1 2 16,-5-1 0-16,-9 1-5 0,13-1 2 0,-3 1-10 16,-10 0-7-16,9-3-13 0,-9 3-18 0,6-3-19 15,-6 3-19-15,0 0-27 0,0 0-42 0,0 0-29 16,0 0-131-16,0 0-343 0,0 0 152 0</inkml:trace>
  <inkml:trace contextRef="#ctx0" brushRef="#br0" timeOffset="1149.33">12596 5876 75 0,'0'0'120'0,"0"0"-2"16,0 0 3-16,0 0-9 0,0 0-10 0,0 0 7 16,0 0-12-16,0 0-5 0,0 0-1 15,0 0-9-15,0 0-8 0,0 0-7 0,0 0-9 16,0 0-4-16,0 0-8 0,0 0-1 0,0 0-11 0,0 0-2 16,0 0-3-16,0 0-5 0,0 0-4 0,0 0-1 15,7 11 6-15,2-10 1 0,3 3 2 0,8 0-3 16,6 0 16-16,6 0-1 0,6-1 3 15,13 1-3-15,8-2 2 0,2 0 0 0,31 0 0 0,-27-2-2 16,29-3-3-16,-2 3-4 0,0-2-2 16,-2 1 0-16,0-4-3 0,-25 3 6 0,37-3-6 0,-15-2-1 15,-21 2 0-15,-1 1-4 0,-3 0 1 0,-3 1 1 16,-4-3-1-16,-3 3 1 0,-12 0 2 0,-1 2 1 16,-3-3-2-16,0 2-2 0,-5 1 3 0,-6-1-4 15,-5 1-2-15,-2 0-2 0,-2 1 3 0,-7-1-1 16,0 0-3-16,-9 1-2 0,14 0 2 0,-8-1-1 15,-6 1 3-15,9 1 5 0,-9-1 10 0,0 0 6 16,0 0 8-16,9 0 6 0,-9 0 4 0,0 0 9 16,0 0 1-16,0 0 6 0,0 0-11 0,0 0-6 15,0 0-5-15,0 0-9 0,0 0-12 0,0 0-23 16,9 1-24-16,-9-1-34 0,0 0-55 0,0 0-52 16,0 0-99-16,0 0-235 0,0 0-530 15,-47-9 235-15</inkml:trace>
  <inkml:trace contextRef="#ctx0" brushRef="#br0" timeOffset="20203.28">14717 9842 42 0,'0'0'93'0,"0"0"-10"0,0 0-3 16,0 0-7-16,0-9-7 0,0 9-4 0,0 0-17 15,0 0 2-15,0 0 6 0,0 0-8 0,0 0-8 16,0 0-14-16,0 0 34 0,0 0-21 0,0 0-12 16,0 0 3-16,0 0 0 0,-7-11-7 0,7 11 3 15,0 0 6-15,0 0 0 0,0 0 0 0,-7-5 4 16,7 5-7-16,0 0-4 0,-4-7-6 0,4 7 5 16,-5-6-4-16,5 6 0 0,-4-4 0 0,4 4 5 15,0 0 1-15,-4-6-4 0,4 6-2 0,-5-5 2 16,5 5-13-16,0 0 10 0,-5-6-3 0,5 6 4 15,0 0 3-15,0 0-15 0,-7-6 9 0,7 6-1 16,0 0 6-16,0 0-4 0,0 0 0 0,0 0-3 16,0 0-7-16,0 0 1 0,0 0 0 0,-4-6-4 15,4 6 5-15,0 0-5 0,0 0 3 0,0 0-12 16,0 0-3-16,0 0 11 0,0 0 1 0,21-3-7 0,-13 3 10 16,6-1 3-16,-3 1-1 0,7 0-9 15,0 0 5-15,2-2 0 0,0 2-4 0,3-1 7 0,5-1-8 16,0 1 9-16,1 1-4 0,1 0-1 15,-1-1-3-15,0 1-3 0,2-2 9 0,0 2-3 16,1 2 0-16,2-4-3 0,1 2 5 0,1 0-11 16,-2 0 11-16,1 0-5 0,0 0 4 0,1 0 2 0,-1 0-9 15,0 0 0-15,1-2 2 0,1 2-3 0,-1-1 6 16,1 0-4-16,-1-3 1 0,0 4 1 16,0 0-4-16,-2 0-4 0,2 0 4 0,-3-1-12 15,1 2 5-15,-2-1-8 0,-1 1 0 0,1-2-2 0,-3 4-1 16,1-2 4-16,2-1 7 0,1 0-10 0,2 1 13 15,-3-1-9-15,1 0 7 0,-1-2 1 0,-2 3-6 16,4-1 4-16,-4-1-1 0,2-1 0 0,-2 1-7 16,0 1 5-16,1-1-7 0,-3 1 23 0,1-3-11 15,1 3-2-15,-1 0 1 0,-1-1 1 0,0-1 2 16,0 1-6-16,-6-2-2 0,0 3 5 0,0-2-2 16,-2 2-2-16,8-2 4 0,-7 0-8 0,-2 2 14 0,0-1-2 15,0 0-5-15,0-1-1 0,1 2 4 16,-1-3 3-16,0 3-2 0,-4 0-1 0,2-2-1 15,0 4 3-15,0-4 7 0,-3 1 3 0,-1 0-14 16,1 1 11-16,-2-2-6 0,6 2 7 0,-5-1-1 0,0 1 4 16,0-1 3-16,1 0-7 0,-1-1 9 15,0 1-4-15,0 0-12 0,-2 1 8 0,2 0 0 16,-1 0 4-16,-1-1 0 0,3 1 1 0,0 0 3 16,0 0-11-16,-4 0 5 0,2-2 4 0,-1 2-1 15,1 0 0-15,-1 0 0 0,-2-1-3 0,2 1 1 16,-11 0 0-16,16 0-1 0,-9 0 1 0,0-2-14 15,-7 2 15-15,12 0-2 0,-12 0 2 0,11 2-2 16,-11-2-3-16,9-2-3 0,-9 2 9 0,8 2-4 0,-8-2-7 16,10 1 7-16,-10-1-1 0,9 0-10 15,-9 0-1-15,10 0 6 0,-10 0 1 0,12 0-2 16,-12 0 4-16,14 0-1 0,-8 0 5 0,-6 0-3 0,14-1-3 16,-6 2 12-16,-8-1-2 0,15 0-4 0,-8-1 4 15,-7 1 1-15,13-2 3 0,-6 2-13 0,-7 0 4 16,12-2 7-16,-12 2-7 0,11 0 8 0,-2-1 14 15,-9 1-12-15,14-1 0 0,-6-1 1 16,-8 2-7-16,14-1 5 0,-8 0 4 0,-6 1-6 0,16 0-5 16,-8-2 3-16,-8 2-7 0,15-1 10 0,-8 0 4 15,-7 1-9-15,14 0 5 0,-14 0-3 0,12-1 0 16,-12 1 1-16,9 0-3 0,-9 0-1 0,0 0 2 16,9-1 4-16,-9 1-5 0,0 0 3 0,0 0-4 15,0 0-2-15,9 0 6 0,-9 0-2 0,0 0-7 16,0 0 1-16,0 0-9 0,0 0 1 0,0 0-25 15,0 0-13-15,0 0-18 0,0 0-15 0,0 0-20 16,0 0-61-16,0 0-173 0,0 0 77 0</inkml:trace>
  <inkml:trace contextRef="#ctx0" brushRef="#br0" timeOffset="30377.91">18893 9761 66 0,'0'0'65'0,"0"0"-4"16,0 0-9-16,0 0-1 0,0 0-9 0,0 0 1 16,0 0-1-16,0 0-7 0,0 0 0 0,0 0 0 15,0 0-1-15,0 0 0 0,19 6-4 0,-8-6 12 16,0 0-5-16,2 0 2 0,5 0 9 0,2 0-19 16,1 0 11-16,0 0-11 0,9 0-4 0,-2 2 4 15,1-2-4-15,-1-1 8 0,2 0-11 0,-1-1-1 16,-1 2 0-16,3-3-2 0,0 2-10 0,-1 0 13 15,1-1-4-15,5 2-5 0,-3-2 0 0,1 0 4 16,1 1 0-16,-2-1-3 0,1 1-4 0,0 0 3 16,-2 1-2-16,0-1 3 0,0 1-2 0,1 0-3 15,0 0 3-15,3-2-1 0,-4 2-2 0,0-1-14 16,0 1 19-16,0 0-2 0,0-2-7 0,-2 4 7 16,1-4-6-16,-1 2 2 0,-1 0 0 0,0 0 0 15,-7-1-5-15,5 0 1 0,-5 1 3 0,-1 1-6 16,0-1 5-16,1 1-2 0,-2-1-2 0,-1 2 7 15,2-1 1-15,-2-1-7 0,-1 0 2 0,1 2 0 16,-1-1 2-16,-3 0-2 0,2 3 3 0,1-2-7 16,-2 0 7-16,2-2-4 0,2 3 2 0,-1 0-3 15,1-3-1-15,0 0 7 0,0 0 6 0,1 1-7 0,9-2 4 16,-4-2-14-16,4 2 9 0,-3-1 2 16,1 0 3-16,-8 2-3 0,8-1-2 0,-1 0 0 15,-5 0 0-15,0-2 3 0,6-1 1 0,-8 4-8 16,1-3 5-16,-1 3 2 0,1-2 2 0,0 0-4 0,-1 0 4 15,-1 2-1-15,1 0-1 0,-1-1-1 0,0 0 1 16,2-1 8-16,-1 4-9 0,-1-4-4 0,1 2 3 16,-1-1 4-16,2 0-3 0,-2 2 0 15,1-2-3-15,0-1 7 0,-2 2-2 0,3 2 4 0,-1-4 6 16,-1 2-4-16,3-1 1 0,0-1-4 0,0 2-3 16,7-3 3-16,-1 0-5 0,0 1 3 15,-1-1 0-15,2 2-1 0,-2 0-4 0,-6 0 3 0,8-1-1 16,-1 2-3-16,-1 0 3 0,2 0 0 0,-2 0 3 15,3-1 0-15,-7-1-4 0,5 0 8 0,2 1 0 16,0 1-1-16,0 0 0 0,4-3 2 0,-2 3-3 16,-4-1-4-16,5 2-1 0,-1-2 0 0,1 0-1 15,0-1 3-15,1 2 1 0,0-2-3 0,1 2 0 16,2-1 1-16,0 0 1 0,0-1 0 0,0 1 1 16,1 1 2-16,3-3-2 0,-1-1 2 0,10 0 0 15,-13 3-2-15,1-1-4 0,-1 0 1 0,1 0 1 16,3 1 0-16,-2-1 4 0,-1 0-5 0,14 2 1 15,-16-5 1-15,3 3-3 0,-1 0 1 0,0 1-2 16,2-1-3-16,-2 1 2 0,16-1-1 0,-16 1-1 16,2 0 5-16,-1 0-3 0,11-3 3 0,-10 2-1 15,-2 1-4-15,2 0 4 0,-4 0-3 0,3 0 2 16,0-1 1-16,-1 0-2 0,3 0 3 0,-3 1 7 16,-1-2-5-16,0 0 6 0,2 1-6 0,-1 0 1 15,0 1 3-15,-2-1-2 0,0 2-2 0,0 0-2 16,-2 0-1-16,-1-1 0 0,2 1 7 0,-3-1-6 0,0 1 1 15,-2-1 2-15,1 1-1 0,-2-1 0 16,2 0-2-16,-2 1-1 0,-8 0 1 0,-1 0 0 16,3 0-2-16,-5 0 0 0,2 0 0 0,-1 0 5 0,-7 0-2 15,4 0 1-15,-3 0-1 0,-2-1 3 0,1 2-1 16,-5-1 6-16,0 1-5 0,-7-1 1 0,12 0-6 16,-12 0 4-16,10-1-1 0,-10 1 3 15,8 1-3-15,-8-1 5 0,0 0-2 0,0 0 4 0,9-1 3 16,-9 1 3-16,0 0 0 0,0 0 6 0,0 0 1 15,0 0-6-15,9-1 2 0,-9 1-2 0,0 0 2 16,0 0-5-16,0 0-7 0,0 0 10 0,0 0-14 16,0 0-4-16,0 0-11 0,0 0-19 0,0 0-23 15,0 0-35-15,0 0-51 0,0 0-49 0,0 0-46 16,0 0-207-16,0 0-471 0,0 0 209 0</inkml:trace>
  <inkml:trace contextRef="#ctx0" brushRef="#br0" timeOffset="30900.32">25107 9786 115 0,'0'0'168'0,"0"0"5"15,0 0 6-15,0 0-12 0,0 0 0 0,0 0-13 16,0 0-12-16,0 0-11 0,0 0-14 0,0 0-6 16,0 0-9-16,0 0-12 0,0 0-7 0,0 0-5 0,0 0-5 15,0 0-6-15,0 0-3 0,0 0-1 0,0 0-9 16,0 0-1-16,0 0-5 0,0 0-7 15,0 0 5-15,20 5-7 0,-9-4 1 0,3-1-1 16,-1-1-2-16,5 2-6 0,2 1-1 0,-2-4-6 0,3 2 3 16,-1 0-3-16,9 2-1 0,-7-2 1 0,7 0-3 15,-1-2-3-15,1 4 2 0,-8-2-8 0,1 0 7 16,0-2-5-16,-3 2 1 0,2 2-2 16,-4-2 4-16,0 0-3 0,1 0-5 0,-5 0 3 0,1 0-1 15,-1 0-1-15,-2 0 6 0,1 0-6 0,-4-2 2 16,1 4-4-16,-9-2 4 0,12 0 1 0,-6 0 4 15,-6 0-10-15,0 0 3 0,10 0 1 0,-10 0 1 16,0 0-1-16,9 0 5 0,-9 0-7 0,0 0-1 16,0 0-2-16,9 0 4 0,-9 0-5 0,0 0 1 15,0 0-1-15,0 0-4 0,0 0 2 0,0 0-8 16,0 0-15-16,0 0-30 0,0 0-32 0,0 0-39 16,0 0-69-16,0 0-80 0,0 0-147 0,0 0-451 15,-48-3 199-15</inkml:trace>
  <inkml:trace contextRef="#ctx0" brushRef="#br0" timeOffset="96546.08">6107 10271 20 0,'0'0'82'0,"0"0"1"0,0 0-15 0,0 0-13 16,0 0-9-16,0 0-4 0,0 0-9 15,10-3-6-15,-10 3-18 0,0 0-25 0,13 0-17 0,-13 0-37 16,9 1-75-16,-9-1 34 0</inkml:trace>
  <inkml:trace contextRef="#ctx0" brushRef="#br0" timeOffset="97233.73">6314 10482 110 0,'0'0'137'0,"0"0"-4"16,0 0-4-16,0 0 1 0,-9 0-1 0,9 0 1 15,0 0-6-15,0 0-8 0,0 0-6 0,0 0-6 16,0 0-12-16,0 0-3 0,-10 1-7 0,10-1-9 16,0 0-4-16,0 0-9 0,0 0-5 0,0 0-4 15,0 0-9-15,0 0-3 0,0 0-6 0,0 0-4 16,0 0-1-16,0 0-8 0,0 0-3 0,0 0-5 15,0 0 0-15,0 0 1 0,0 0-3 0,0 0-3 16,32 0 1-16,-18-1-2 0,3-1 1 0,3 0-3 16,3 1 4-16,-4-1-6 0,12-2-1 0,-11 1 5 15,2-1-2-15,-3 1-1 0,9 0-1 0,-7-1 2 16,-1 0-3-16,-2 0 2 0,1 2 0 0,-7-2-1 16,0 3 1-16,-2-3 0 0,0 1-3 0,-3 3 2 15,-7 0-3-15,11-3 3 0,-11 3 0 0,9-3 4 16,-9 3 5-16,0 0 4 0,6-1 8 0,-6 1 8 15,0 0 6-15,0 0 11 0,0 0 1 0,0 0-4 16,0 0-5-16,0 0-5 0,0 0-2 0,0 0-5 16,0 0-4-16,-34 0-1 0,23 1-4 0,0-1-5 15,-2 0-6-15,1 2-3 0,-2 0-2 0,2 0-3 16,-2-1-1-16,1 2-6 0,0-2-3 0,0 1 1 16,-3-1-5-16,0 1 2 0,5 1 4 0,-1-1 3 15,2 0-2-15,0 0 1 0,3 1 0 0,7-3 1 16,-11 2 0-16,11-2-5 0,-8 2-4 0,8-2-5 15,0 0 0-15,-8 0-20 0,8 0-13 0,0 0-10 0,0 0-14 16,0 0-15-16,0 0-16 0,0 0-34 16,0 0-49-16,0 0-117 0,35-2-334 0,-18-5 148 15</inkml:trace>
</inkml:ink>
</file>

<file path=ppt/ink/ink11.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1-01-25T04:16:57.471"/>
    </inkml:context>
    <inkml:brush xml:id="br0">
      <inkml:brushProperty name="width" value="0.05292" units="cm"/>
      <inkml:brushProperty name="height" value="0.05292" units="cm"/>
      <inkml:brushProperty name="color" value="#FF0000"/>
    </inkml:brush>
  </inkml:definitions>
  <inkml:trace contextRef="#ctx0" brushRef="#br0">26398 3449 39 0,'0'0'53'0,"0"0"-3"0,0 0 0 16,0 0-1-16,0 0-5 0,0 0 1 0,0 0-10 15,0 0-1-15,0 0 3 0,0 0 1 0,0 0 0 0,0 0-1 16,0 0 1-16,0 0-9 0,0 0 5 0,0 0-1 16,0 0-2-16,0 0-3 0,0 0-6 0,0 0 0 15,0 0 2-15,2-10 3 0,-2 10-14 0,0 0 8 16,0 0-8-16,0 0-2 0,0-9 2 0,0 9-4 16,0 0 6-16,0 0 1 0,0 0 3 15,2-10-3-15,-2 10 3 0,0 0-1 0,1-9 16 16,-1 9-6-16,0 0 4 0,1-8-7 0,-1 8 1 0,0-8 0 15,0 8 2-15,3-10 8 0,-3 10-22 16,0-10 9-16,0 10 3 0,0-9-2 0,0 9 2 16,3-6-5-16,-3 6 3 0,0-9-1 0,0 9 8 15,0 0 2-15,0-10 3 0,0 10-1 0,0 0-7 16,0 0 4-16,0-11-6 0,0 11-7 0,0 0 2 16,-3-10-1-16,3 10 0 0,0 0-7 0,3-7 4 0,-3 7-5 15,0 0 3-15,0 0-4 0,0 0-2 0,0 0-2 16,0 0-1-16,0-7-4 0,0 7-2 15,0 0 2-15,0 0 5 0,0 0-6 0,0 0 4 16,0 0-6-16,0 0 2 0,2 30-1 0,-2-20 6 16,0 0-3-16,0 2-1 0,-2 2-1 0,2 3 4 15,2 0-2-15,-4 0-1 0,2-1 7 0,0 3-4 16,-3-2 0-16,3 2 7 0,-2 0-2 0,0 0 3 16,1 1-5-16,-1-3 3 0,-2 2-2 0,4 0 2 15,0 0-5-15,0-2 3 0,-2 0 2 0,2 0 2 16,0-2-4-16,2-2 1 0,0-1-1 0,-2 0 0 15,2 0 1-15,0-3-1 0,0 2-2 0,1-1 4 16,0 0 3-16,-1-3 0 0,0-1-2 0,-2-6 2 16,0 10-4-16,0-10-1 0,3 6-1 0,-3-6 0 15,0 8 4-15,0-8 2 0,0 0 8 0,2 8-1 16,-2-8 15-16,0 0-3 0,0 0 8 0,0 0 4 16,0 0 2-16,0 0-2 0,0 9-2 0,0-9-2 15,0 0-2-15,0 0-3 0,0 0-4 0,0 0-3 16,0 0-2-16,0 0-4 0,0 0-2 0,0 0 0 15,0 0-5-15,0 0 0 0,-5-28-2 0,5 28-3 16,-2-7 3-16,2 7-2 0,0-10-4 0,0 10 0 16,0-11 0-16,0 11-4 0,0-11 4 0,0 11-5 15,2-12 2-15,0 5-3 0,-2 7-1 0,3-13 5 16,-1 8-2-16,-2 5-5 0,4-11 0 0,-2 5 4 16,-2 6-2-16,3-11-1 0,1 4 0 0,-2 0-1 15,3 3 1-15,0-3 0 0,1 1-4 0,-2-2 3 16,3 2-4-16,-2 1 4 0,4-2 0 0,0 1 0 15,0 2-2-15,2-3-1 0,-2 2 2 0,0 1-2 16,1 1 5-16,2 0-5 0,-3 0-3 0,3 1 2 16,-1 0 1-16,0 4-3 0,1-1 2 0,-2 2 3 15,-1 1-3-15,1 1 2 0,-2 0-1 0,-3 2-1 16,4 2 3-16,-2-2-1 0,0 2 0 0,-3 0 3 16,0 1 0-16,1-1-1 0,-3 0 2 0,2 1-1 15,2-2 3-15,-4 5-3 0,0-1 4 0,4-1-4 16,-3 0 4-16,-3 0-2 0,2 0 4 0,2 0-5 15,-4-1-18-15,2 0-35 0,-2 0-39 0,0-10-45 16,0 21-49-16,-2-11-213 0,-4-1-431 0,1 0 191 16</inkml:trace>
  <inkml:trace contextRef="#ctx0" brushRef="#br0" timeOffset="488.19">26933 3701 38 0,'0'-13'153'0,"0"13"8"16,0-10-13-16,0 10-2 0,-3-9-9 0,3 9-10 15,0 0-7-15,0-9-7 0,0 9-6 0,0 0-10 16,0 0-14-16,3-9-9 0,-3 9-8 16,0 0-5-16,0 0-9 0,0 0-1 0,0 0-9 0,0 0-4 15,0 0-6-15,0 0-3 0,0 0 1 0,0 0 10 16,2 27 12-16,-4-20-8 0,4 4-2 0,-4-2-7 15,2 4 4-15,-3 3-1 0,1 0-6 0,2 0 3 16,0-1 3-16,0-1-7 0,0-2 1 16,-2 2-4-16,2-1 5 0,0 0-7 0,-2-1 0 15,2-2-5-15,0 0 0 0,0 2 0 0,-1-1-7 0,2-2 1 16,-1 1-1-16,0-3 0 0,0 1-1 0,0 2-3 16,2-5 6-16,0 3-3 0,-2-1-5 0,0-7 2 15,0 14-1-15,0-14-4 0,5 9-19 16,-5-2-24-16,0-7-25 0,0 0-23 0,-5 10-28 15,5-10-22-15,0 0-20 0,0 0-14 0,0 0-148 16,0 0-343-16,0 0 152 0</inkml:trace>
  <inkml:trace contextRef="#ctx0" brushRef="#br0" timeOffset="826.54">27158 3680 59 0,'0'-5'166'0,"0"5"7"0,4-6-1 0,-4 6-5 15,0 0-9-15,2-6-20 0,-2 6-17 0,0 0-15 16,0 0-9-16,0 0-13 0,0 0-8 0,0 0-1 16,0 0 1-16,0 0-5 0,0 0-1 0,-2 30 4 15,0-19 8-15,-2 5-1 0,1-1-5 0,1 3 3 16,2-1-14-16,-2-2-3 0,-1 5 1 0,0-4-1 15,1 1-7-15,0-2-2 0,2 2 1 0,-2-4-7 16,0-3 9-16,2 4-12 0,2-4-6 0,-4 0-1 16,2 1-2-16,0 0-7 0,0-1-4 0,0-1 2 15,0-2 0-15,0-7-9 0,0 12 0 0,0-3 1 16,0-9 6-16,0 13-6 0,0-7-17 0,0-6-19 16,4 10-34-16,-4-10-39 0,2 10-38 0,-2-10-48 15,0 0-37-15,3 10-185 0,-3-10-432 0,0 0 193 16</inkml:trace>
  <inkml:trace contextRef="#ctx0" brushRef="#br0" timeOffset="8945.93">27635 3760 95 0,'-6'-4'247'0,"6"4"-15"0,0 0-4 15,0 0-5-15,-5-6-19 0,5 6-17 0,0 0-16 16,0 0-18-16,0 0-14 0,0 0-15 0,0 0-15 16,0 0-8-16,11-15-12 0,-8 13-11 15,6-1-9-15,0 3-20 0,0-2-16 0,-9 2-28 0,14-4-24 16,-5 3-28-16,-3-1-25 0,-6 2-43 16,16 0-38-16,-10 0-28 0,-6 0-145 0,9 2-351 15,-9-2 156-15</inkml:trace>
  <inkml:trace contextRef="#ctx0" brushRef="#br0" timeOffset="9116.31">27691 3806 90 0,'-2'8'192'0,"2"-8"0"0,0 0-9 16,0 0-13-16,0 0-15 0,0 0-13 0,0 0-15 15,0 0-13-15,0 0-11 0,7 5-9 16,-7-5-12-16,10 0-23 0,-10 0-37 0,0 0-40 15,23-2-62-15,-8 0-44 0,-4 2-127 0,-11 0-271 16,18-4 120-16</inkml:trace>
  <inkml:trace contextRef="#ctx0" brushRef="#br0" timeOffset="9626.32">28173 3287 2187 0,'2'-20'4'0,"-6"-4"48"0,4 9-1 16,0-1 10-16,0 5-3 0,-1 2-5 0,0-1-2 16,1 10-4-16,-2-11 3 0,2 11 0 0,0-9 0 15,0 9-5-15,0 0-5 0,2-9-5 0,-2 9-11 16,0 0-2-16,0 0-2 0,0 0-6 0,0 0 3 16,14 16-4-16,-9-6 2 0,4 4-4 0,-2 2 1 15,0 0-1-15,3 0 0 0,-2 2 0 16,-2-2 0-16,2 0-5 0,-3 0 3 0,0 0-4 0,4-1 4 15,-4-4-5-15,-1 1 4 0,0-3-1 0,-1 1 2 16,0-2-1-16,0 0-3 0,-1-3 1 0,2 0 3 16,-2 2-3-16,-2-7 1 0,4 8 0 0,-1-5 3 15,-3-3-2-15,4 6 3 0,-4-6-1 0,0 0 1 16,0 0 1-16,0 0-12 0,0 0 3 16,22-15-4-16,-15 4-2 0,2-4-2 0,0-2-6 15,0-2-3-15,0 2-5 0,1-6 1 0,0-1-2 0,-1 1-2 16,-1-1-1-16,1 7 3 0,-4-1 4 0,2-1 1 15,-2 4-1-15,-1 1 0 0,-1-4 2 16,-1 7 1-16,1 2 3 0,-1-2-2 0,-2 5 3 0,2 0 3 16,-2 6-3-16,0-9 2 0,0 9-3 15,0 0 1-15,0 0-3 0,-5-10 1 0,5 10 1 0,0 0 1 16,-15-1 0-16,15 1 3 0,-13 6-6 16,4-2 3-16,1 3 1 0,3-3-2 0,0 2 4 15,0 0 3-15,1-1-6 0,2 0 2 0,2-5 3 0,-1 16 0 16,1-16 0-16,3 12 1 0,1-8-17 0,4 3-23 15,1-3-25-15,3 0-26 0,1-1-52 16,0-1-35-16,5 0-33 0,1 1-116 0,-8 0-357 16,6-2 158-16</inkml:trace>
  <inkml:trace contextRef="#ctx0" brushRef="#br0" timeOffset="9960.66">28698 3243 90 0,'0'0'105'0,"0"0"2"0,0 0 5 0,0 0 8 15,0 0 7-15,0 0 8 0,0 0 6 0,0 0 5 16,0 0-2-16,0 0-5 0,0 0-2 0,0 0-8 15,0 0-5-15,0 0-8 0,0 0-9 0,0 0-7 16,0 0-9-16,0 0-12 0,0 0-7 0,0 0-10 16,0 0-7-16,0 0-8 0,1 10-4 0,-1-10-2 15,0 12-4-15,1-3-1 0,-2 2-1 0,-2 2-5 16,5 0-2-16,-2 3-1 0,0 1 0 0,2-2-6 16,-2 3-21-16,0-1-35 0,0-1-35 0,-1 1-39 15,0 1-49-15,1-4-42 0,-2 5-173 16,0-8-405-16,0 1 179 0</inkml:trace>
  <inkml:trace contextRef="#ctx0" brushRef="#br0" timeOffset="10199.07">28240 3643 10 0,'-7'0'258'0,"-2"-2"-22"0,9 2-25 0,-9-2-23 0,9 2-15 16,0 0-11-16,0 0-13 0,0 0-1 15,55-2-18-15,-18-2-10 0,19-2-10 0,3-1-11 16,3-2-12-16,2 7-6 0,-2-7-28 0,-2 5-30 16,-7 0-35-16,-13 4-47 0,-3 1-60 0,-5-2-57 15,-3 5-136-15,-7-4-338 0,-5 2 149 0</inkml:trace>
  <inkml:trace contextRef="#ctx0" brushRef="#br0" timeOffset="10484.34">28411 3955 190 0,'-6'-5'255'0,"6"5"-19"0,0 0-14 0,-4-6-14 16,4 6-21-16,0 0-18 0,0 0-22 0,17-14-11 15,-2 8-16-15,7-1-11 0,0 1-27 0,3 1-30 16,-4 2-34-16,0-2-37 0,-4-1-42 15,3 3-53-15,-7 3-50 0,-1-2-132 0,-12 2-320 0,11-2 142 16</inkml:trace>
  <inkml:trace contextRef="#ctx0" brushRef="#br0" timeOffset="10964.31">28570 3878 132 0,'0'0'135'0,"0"0"-18"0,5-3-3 15,-5 3-5-15,0 0-3 0,0 0-14 0,0 0 6 16,0 0-10-16,8-2-7 0,-8 2-6 0,0 0-3 16,0 0-12-16,0 0-1 0,0 0-11 0,0 0-3 15,0 0-1-15,0 0-4 0,10 0-5 0,-10 0 0 16,0 0-8-16,0 0 1 0,0 0-7 0,0 0 1 15,0 0-2-15,0 0-4 0,0 0-1 0,0 0-1 16,0 0-4-16,0 0 1 0,0 0-3 0,0 0 4 16,0 0 3-16,0 0 8 0,0 0-1 0,8 5 3 15,-8-5-4-15,0 0 1 0,0 0-3 0,0 0 0 16,0 0-4-16,0 0 1 0,1 6-1 0,-1-6 2 16,0 0-5-16,0 0 2 0,0 0-9 0,0 0 14 15,0 0-9-15,0 0-2 0,0 0 1 0,4 5 2 16,-4-5-6-16,0 0 5 0,0 0-2 0,0 0 2 15,0 0 2-15,0 0 2 0,0 0 5 0,0 0 1 16,0 0 1-16,0 0 2 0,0 0 1 0,0 0 1 16,0 0 2-16,0 0-3 0,0 0-4 0,0 0 0 15,0 0-1-15,0 0-3 0,0 0 9 0,0 0-11 16,0 0-4-16,0 0-11 0,0 0-13 0,0 0-13 16,0 0-19-16,0 0-10 0,0 0-14 0,0 0-4 15,0 0-19-15,0 0-19 0,0 0-26 0,0 0-17 16,0 0-126-16,0 0-305 0,0 0 134 0</inkml:trace>
  <inkml:trace contextRef="#ctx0" brushRef="#br0" timeOffset="11189.04">28493 4016 24 0,'-2'5'32'0,"2"-5"-10"16,0 0-24-16,-4 9-11 0,4-9-14 0,-4 3 7 15</inkml:trace>
  <inkml:trace contextRef="#ctx0" brushRef="#br0" timeOffset="12038.24">28337 4160 68 0,'0'0'160'0,"0"0"-12"0,0 0-11 0,0 0-6 16,18-15-10-16,-13 7-2 0,-1 2-2 0,2-1-10 15,1 0-6-15,0-3-1 0,0 1-12 0,-1-1-2 0,2 1-12 16,0 0-2-16,-2-2-6 0,1 2-7 15,2-4-5-15,1 1-3 0,-4-3-2 0,3 1-6 16,-4 0 6-16,1 4-2 0,1-1-5 0,2-4-1 16,-3 1-6-16,1 5 4 0,0-1 2 0,-4 2 3 15,5-1 5-15,-6 2 1 0,1 2-3 0,1-1-3 16,-2 0-1-16,-2 6 1 0,4-9-3 0,-4 9 7 16,6-10 1-16,-6 10 2 0,2-5-1 0,-2 5 3 15,0 0-3-15,2-8-3 0,-2 8-3 0,0 0-2 16,0 0-3-16,0 0 0 0,1-6 0 0,-1 6-3 15,0 0-1-15,0 0-1 0,0 0-5 0,0 0-3 16,0 0-2-16,0 0-11 0,0 0 10 0,0 0 0 16,0 0-6-16,0 0 0 0,0 0-2 0,0 0-1 15,0 0-1-15,0 0-5 0,0 0-1 0,0 0-1 16,0 0-3-16,-15 13 5 0,11-7-6 0,0 0 2 16,-1 2-1-16,3-2-2 0,-3 3 7 0,2-2-9 15,-5 0 5-15,6-1-6 0,2-6-4 0,-3 15 8 16,2-9-2-16,0 1 0 0,-1 0 0 0,2-7 4 15,3 14 0-15,-2-8 0 0,2 0-2 0,1 0-1 16,2 0 2-16,2 1-3 0,1-4 1 0,5 0-14 16,-1 2-26-16,4 0-22 0,-4-1-28 0,-1-2-33 15,2 0-46-15,-3-3-45 0,1 1-39 0,-12 0-179 16,0 0-468-16,10-6 208 0</inkml:trace>
  <inkml:trace contextRef="#ctx0" brushRef="#br0" timeOffset="12217.25">28520 3698 213 0,'0'0'213'0,"0"0"-23"0,-2-9-22 16,2 9-17-16,0 0-17 0,0 0-15 0,0 0-10 16,0 0-14-16,0 0-15 0,0 0-32 0,21 9-21 15,-12-2-37-15,4 3-37 0,0-4-24 0,0 7-34 16,2 0-20-16,0 2-74 0,-3-1-214 0,1 1 95 15</inkml:trace>
  <inkml:trace contextRef="#ctx0" brushRef="#br0" timeOffset="12412.14">28763 3892 211 0,'0'0'235'0,"0"0"-3"0,0 0-8 16,0 0-11-16,0 0-14 0,0 0-20 0,5 1-18 15,-5-1-17-15,0 0-19 0,0 0-16 0,0 0-8 0,1 10 4 16,0-3 6-16,1 4-11 0,-2 1-4 0,0 1-12 15,0 2-6-15,-3 2-12 0,1 0-1 0,3-1-9 16,-3-3 0-16,2 4-5 0,-2-1-3 16,2 0-23-16,0-1-19 0,0-2-32 0,0 0-34 15,0-3-55-15,0-10-74 0,0 17-67 0,-5-10-150 16,5-7-439-16,-4 11 193 0</inkml:trace>
  <inkml:trace contextRef="#ctx0" brushRef="#br0" timeOffset="12815.6">29140 3003 50 0,'-1'-11'253'0,"-2"2"4"0,2-1-12 15,0 2-34-15,-2 2-9 0,3 6-12 16,-3-10-13-16,3 10-21 0,-1-7-17 0,1 7-18 16,0 0-20-16,0 0-7 0,0 0-15 0,0 0-1 15,0 0-8-15,7 41-2 0,-4-9 1 0,1 2-1 16,0 18-5-16,0 2-4 0,-2 2-3 0,2 3 4 15,-1 22 3-15,-3-26 4 0,1 1-1 0,-2-1-2 16,0-1-7-16,-1 2-3 0,-2 2-5 0,2-8-1 16,1-2 0-16,-1-14-7 0,0 2-3 0,3 0-2 15,0-4-1-15,1 0-1 0,3-2-4 0,-4 0-17 16,2-5-36-16,-1 1-31 0,-1 1-34 0,1-8-53 16,-2-1-48-16,-2-1-58 0,1 1-232 0,0-7-516 15,1-11 228-15</inkml:trace>
  <inkml:trace contextRef="#ctx0" brushRef="#br0" timeOffset="14032.15">29707 3675 87 0,'-6'-5'261'0,"6"5"-10"0,-4-5-16 16,4 5-10-16,0 0-17 0,0 0-13 0,-5-6-15 15,5 6-15-15,0 0-17 0,0 0-12 0,0 0-17 16,0 0-15-16,0 0-12 0,0 0-11 0,0 0-9 16,0 0-8-16,0 0-8 0,13 21 2 0,-11-13-14 15,3 5 2-15,2 0-8 0,1 3-2 0,-2 0-2 16,2 0-7-16,-3-4-4 0,-1-1 2 0,-1 2-7 15,3-1 4-15,0 3-5 0,0-4 2 0,-2 1-6 16,1-3 3-16,-1 1-3 0,0 0-2 0,0 0 3 16,-2-5-1-16,3 1-1 0,-3-1-1 0,-2-5-2 15,3 10-2-15,0-6 9 0,-3-4-8 0,0 0 2 16,4 7-3-16,-4-7 4 0,0 0 0 0,1 6 4 16,-1-6 1-16,0 0 1 0,0 0-1 0,0 0 2 15,0 0-1-15,13-13-1 0,-7 5-6 0,-1-3-4 16,1-3-7-16,1-1 1 0,1-2-1 0,1-1-1 15,-4 1-6-15,1 0-2 0,3-1-2 16,-1-5-6-16,-3 4 3 0,0 0-3 0,-1 4 1 16,1-2-1-16,-3 2 5 0,-1 4-1 0,-1-2 0 0,0 2 0 15,0 2 5-15,-1-1-4 0,1 10 3 0,-3-13 0 16,3 13 1-16,-4-11 0 0,2 7-4 0,2 4 2 16,-6-7 1-16,6 7-1 0,-5-3-3 0,5 3 3 15,0 0-2-15,0 0-1 0,-12 9 6 16,8-5 1-16,0 2-3 0,1 1 3 0,-2 0 1 15,1 3-1-15,-2-2-1 0,6 0 4 0,0 2-2 16,2 0 3-16,2-3-17 0,1 2-10 0,3-1-17 0,1 0-16 16,2 0-22-16,5-2-25 0,0 1-42 0,4 0-34 15,0-4-33-15,0 3-130 0,-1-4-376 0,-3 0 166 16</inkml:trace>
  <inkml:trace contextRef="#ctx0" brushRef="#br0" timeOffset="14324.24">30128 3793 170 0,'1'7'210'0,"-1"-7"-8"0,0 0-6 0,0 0-12 16,0 0-12-16,0 0-16 0,0 0-14 0,0 0-17 16,0 0-12-16,10 0-12 0,-10 0-8 0,5 4-10 15,-5-4-12-15,6 6-9 0,-6-6-5 0,3 7-8 16,0 0 0-16,-2-1-9 0,-1-6-6 0,-1 13-9 15,-3-3-2-15,0-1-3 0,2 0-1 0,-2 1-3 16,1-2-6-16,1-1 0 0,-1 0 1 0,1-1-2 16,2-6-1-16,-3 10-5 0,3-10 3 0,-1 8-3 15,1-8 1-15,3 9 0 0,-3-9 2 0,8 5-1 16,-1-3-7-16,3-3-14 0,4 1-16 0,4-4-25 16,2 0-16-16,1 2-31 0,6-2-24 0,-7 0-35 15,7-5-157-15,-7 3-345 0,-4-1 152 0</inkml:trace>
  <inkml:trace contextRef="#ctx0" brushRef="#br0" timeOffset="14500.87">30447 3720 108 0,'0'0'184'0,"0"0"-7"0,0 0-14 0,9 0-22 16,-9 0-9-16,0 0-15 0,12-2-8 15,-12 2-16-15,0 0-25 0,19-1-37 0,-19 1-45 0,14-1-44 16,-6 2-50-16,-1 0-83 0,-7-1-206 0,0 0 91 16</inkml:trace>
  <inkml:trace contextRef="#ctx0" brushRef="#br0" timeOffset="14643.78">30468 3798 76 0,'-4'9'156'15,"4"-9"-8"-15,0 0-13 0,0 0-17 0,0 0-12 0,0 0-4 16,0 0-20-16,36-9-35 0,-24 9-43 16,1-5-52-16,1 1-42 0,-2 0-50 0,1 0-150 15,2-4 66-15</inkml:trace>
  <inkml:trace contextRef="#ctx0" brushRef="#br0" timeOffset="14955.13">30735 3668 130 0,'0'0'187'16,"0"0"-11"-16,0 0-11 0,0 0-17 0,0 0-12 16,0 0 0-16,0 0 7 0,0 0 3 0,4 16-7 15,-4-16-8-15,-3 14-9 0,2-6-9 0,0 3-9 16,1-1-9-16,2 1-7 0,-2-2-6 0,1 1-12 16,2 1-2-16,1-1-9 0,0-1 0 0,1-3-8 15,0-1-2-15,0-1-3 0,0-1 7 0,4 1-3 16,5-2-3-16,-1-3-6 0,3-3-3 0,-1 0-1 15,1 0-4-15,-4 1-4 0,3-9 2 0,-6 5-6 16,0 1 2-16,-1-2-8 0,-2-3-1 0,-2-1-2 16,-2 0-1-16,0 1-31 0,-2-3 1 0,-3 3 2 15,0-1 1-15,0 1-1 0,-4 3 3 0,2-3-5 16,-1 3-2-16,-1 0-21 0,1 5-10 0,-5 0-10 16,-1 3-13-16,12 0-22 0,-31 5-30 15,11 2-43-15,2 0-36 0,-1 0-167 0,-5 6-400 16,6-5 177-16</inkml:trace>
  <inkml:trace contextRef="#ctx0" brushRef="#br0" timeOffset="22144.29">26607 4220 24 0,'0'0'76'0,"0"0"-7"0,0 0-10 0,-9 0-3 16,9 0 3-16,0 0-9 0,-14 0 0 0,14 0-12 15,-8 0 7-15,8 0-1 0,-9 1-3 0,9-1-1 16,-12 2-4-16,12-2-3 0,-15 1-3 0,5-1-6 16,10 0 1-16,-21 1 0 0,9 1-4 0,1-1 1 15,4 1-2-15,7-2-5 0,-20 4 9 0,11-4-10 16,9 0 0-16,-16 2-11 0,16-2 13 16,-13 2-2-16,13-2 6 0,-11 3 3 0,11-3 5 15,-10 1-13-15,10-1 4 0,0 0-5 0,-15 1-3 16,15-1-3-16,-12 3-4 0,12-3 5 0,0 0 4 15,-11 1-7-15,11-1 5 0,0 0-3 0,-13 3 7 0,13-3-8 16,0 0-6-16,0 0 7 0,-12 1-7 16,12-1 4-16,0 0-4 0,0 0 8 0,-11 4-2 15,11-4-2-15,0 0 1 0,0 0-5 0,0 0 4 16,-11 1 1-16,11-1-2 0,0 0-12 0,0 0 12 16,0 0 1-16,0 0 11 0,0 0-4 0,0 0 4 15,0 0 2-15,0 0 4 0,0 0-4 0,-7 1 4 0,7-1-2 16,0 0 1-16,0 0 0 0,0 0 3 0,0 0-11 15,0 0-2-15,0 0 1 0,0 0-3 16,0 0 7-16,0 0 0 0,0 0-1 0,0 0 6 0,0 0 5 16,0 0-1-16,0 0 6 0,0 0-8 15,0 0-9-15,36-2 9 0,-16 2 1 0,7-2-3 16,9 0 2-16,2-3-5 0,16 3-1 0,3-4-5 0,-1 2 1 16,0-3 0-16,-3 3-1 0,2-2 2 15,-5 0-2-15,-10 3-10 0,12-3 5 0,-15 4 3 0,-3 0-4 16,4-4 1-16,-4 3-4 0,1 1 2 15,-2-1 1-15,-5 1 1 0,1-1 0 0,-8 1 2 16,-1 0-1-16,-4 1-2 0,-2 0-1 0,-3 1-6 0,-1-1 4 16,-2 1 2-16,-8 0-1 0,11-1 2 15,-11 1-4-15,10-1 6 0,-10 1-3 0,0 0 6 0,10-1 3 16,-10 1 10-16,0 0-3 0,0 0 8 16,0 0-2-16,0 0 1 0,0 0-3 0,7 1 1 15,-7-1-2-15,0 0 1 0,0 0-3 0,0 0-4 16,0 0 1-16,0 0-3 0,0 0-5 0,0 0 0 0,0 0-11 15,0 0-8-15,0 0-10 0,0 0-23 16,0 0-10-16,0 0-24 0,0 0-25 0,0 0-13 16,0 0-26-16,-34-4-17 0,34 4-123 0,-14 0-302 15,14 0 134-15</inkml:trace>
  <inkml:trace contextRef="#ctx0" brushRef="#br0" timeOffset="23453.68">26252 4302 35 0,'-17'-1'74'0,"8"-3"-6"0,-3 2-6 0,12 2-6 15,-20-7 3-15,8 2-19 0,-1 1-2 0,0-2 16 0,-1-1-19 16,4 0 2-16,-5-3-10 0,0 0 12 16,-1-1-6-16,-5-4 18 0,2-2-7 0,3 3-22 15,0-4 4-15,2 4-18 0,1-2 17 0,-1-4 4 16,-1-2 4-16,3 5-7 0,1 1-10 0,-1-6 6 16,2 3-1-16,1-4-2 0,3 5-10 0,1-6 5 15,-2-2 2-15,2-1-4 0,3 0 5 0,2 2-3 16,-4-4-3-16,1 5-5 0,3-1 5 0,3 0-1 15,-1 0 0-15,0 6-1 0,0 0-2 0,3-6 13 16,0 7-5-16,-1-1-7 0,0 0 4 0,1 1 26 16,3 0-5-16,0 0 4 0,1 0-9 0,0 1 1 15,3-4-4-15,0 4 1 0,-1 2-6 0,6-7-6 16,-4 6 0-16,5-4 1 0,2 3-8 0,0-1 4 16,-2 5 0-16,-2 1-4 0,0-1 3 0,7 0-6 15,-6 4 4-15,1-2-3 0,4-3-2 0,3 2 9 16,-7 2-12-16,7-2 2 0,-5 4 2 0,0 0 0 15,5 0 1-15,-5 0-3 0,3 4-1 0,-5-2 0 16,9-1 1-16,-7 2-6 0,4 0 15 0,-3-1-10 16,6 2 0-16,-7 1-1 0,2-2 9 0,-1 4-10 15,1-3 2-15,-2 1-4 0,1 3 3 0,-4-2 2 16,2 2-5-16,-2-1 5 0,3 1-7 16,-3 1 8-16,-4-2-6 0,3 2 4 0,-1-1-1 0,6 4 0 15,-6-3-4-15,5 2 6 0,-2 0-8 0,0 0 6 16,3 1-5-16,-4-1 2 0,4 1 3 0,-6 2 0 15,4 0 0-15,1-2 1 0,0 4-1 0,6 0 15 16,-7 0-14-16,-1 0 4 0,9 1 2 0,-2-1 3 16,-7 2-5-16,-1-1 1 0,2 1 4 0,-4 0-6 15,3-1 3-15,-3 1-4 0,1 1 4 0,-2-2-2 16,4 4 3-16,-5-2-4 0,3 3 5 0,1-1 0 16,-2-1-1-16,2-1 0 0,-1 2 3 0,1-3-2 15,-2 3 4-15,-2-2-2 0,3 2 0 0,-3-1 4 16,1-1 2-16,1-1 2 0,-3 1-1 0,-3-3 0 15,4 2 0-15,-4-1-4 0,-2 0 6 16,0-1-8-16,1 2 2 0,-2 0 5 0,2-1-9 16,-3 3 3-16,-1-2 3 0,2 2 4 0,0-2-9 0,-2 0 2 15,0 3 3-15,-3 0-4 0,3 2 4 0,-4-4-5 16,4 5 3-16,-4-1 1 0,0 3 1 0,0-1-7 16,-2 2 4-16,0-1 0 0,2 1-1 0,-2 1-2 15,0-2-2-15,0 1 0 0,-1 0-2 16,1-2 4-16,-2-2-3 0,-1 2 3 0,0-2-6 15,1 3 4-15,0-4-4 0,-1 3 1 0,1-4 0 16,-2-1-2-16,0 2 5 0,1-3-4 0,-4 2 1 0,3 3 1 16,-1-6-3-16,-2 3 2 0,0 3 0 0,3-6-3 15,-4 0 5-15,3-2 6 0,-1 2-12 16,-2-2 2-16,-1 1-2 0,0 1 3 0,-5 0-3 16,6-3 2-16,-5 2-2 0,2-3 1 0,0 2 2 15,-3 0 3-15,1-1-4 0,-1 1-3 0,3-3-2 16,-4 3 13-16,6-3-9 0,-1 0-2 0,-1-1 5 0,1 0-4 15,-1 1-1-15,1-1 2 0,-2 1 1 16,1-3-1-16,-1 1 3 0,3 0-6 0,0-1 4 16,-3 0-2-16,1 1 1 0,3-3 0 0,1 3-3 15,-4-3 1-15,1 1-1 0,1 0-8 0,1-1-9 16,0 0-2-16,10 0-10 0,-18 3-4 0,18-3-6 16,-14 1-14-16,14-1-23 0,0 0-25 0,-15 0-23 15,15 0-13-15,-12-1-23 0,6 0-103 0,6 1-284 0,-15-3 127 16</inkml:trace>
  <inkml:trace contextRef="#ctx0" brushRef="#br0" timeOffset="24967.72">11505 4836 7 0,'-10'-2'55'0,"10"2"5"0,0 0 1 0,0 0-11 16,-13 0 1-16,13 0 2 0,0 0 0 0,-7-2-1 16,7 2 2-16,0 0-4 0,0 0-9 0,0 0-3 15,-9 0-3-15,9 0-1 0,0 0-5 0,0 0-1 16,0 0-9-16,0 0 5 0,0 0-2 0,0 0-3 16,0 0-4-16,0 0 5 0,0 0 2 0,0 0-5 15,0 0 16-15,23 14 4 0,-13-11-2 0,4 1 8 16,5-2-11-16,9 3 12 0,2-2-4 0,3-2-4 15,2-1-7-15,1 0 2 0,3-1 3 16,13-1-10-16,-11 1 2 0,9-2-4 0,-12 2 5 16,-1 1-3-16,2-3-4 0,0 3 1 0,0 0-4 0,-4-2 5 15,0 2-7-15,1-2 1 0,-7 2 1 0,1-2-4 16,-1 1 6-16,-2 1-12 0,2-3 4 0,-11-1 1 16,4 2 9-16,-3-1 6 0,1-1 4 0,-3 1 0 15,1-1-6-15,-7 1 5 0,0 0-1 0,1 0 2 16,-5 2 3-16,-1-2 4 0,-6 3 4 0,12-1 2 15,-12 1 2-15,7-2-3 0,-7 2-2 0,0 0-1 16,8-2 1-16,-8 2-1 0,0 0-4 0,0 0-2 16,0 0-1-16,7-2-5 0,-7 2 4 0,0 0-13 15,0 0 1-15,0 0-4 0,0 0 3 0,0 0-6 16,0 0-1-16,0 0 0 0,0 0-3 0,0 0 0 16,0 0-8-16,0 0-16 0,0 0-16 0,0 0-22 15,-29 0-23-15,29 0-23 0,0 0-27 0,-9 6-28 16,4-2-19-16,1 1-130 0,-2 0-328 0,-2 0 145 15</inkml:trace>
  <inkml:trace contextRef="#ctx0" brushRef="#br0" timeOffset="30031.88">26534 4587 162 0,'-1'-10'200'0,"-4"3"-16"0,5 7-16 15,0-11-11-15,0 11 0 0,-4-10-9 16,4 10-7-16,0-8-15 0,0 8-12 0,-2-7-16 16,2 7-8-16,0 0-13 0,-3-7-10 0,3 7-6 15,0 0-10-15,0 0-3 0,0 0-7 0,0 0-3 16,5 22-7-16,-1-11 1 0,-4 1-2 0,2 1-4 15,1 4-3-15,-3 2-1 0,1-2-3 0,1 0-1 16,0 1-2-16,-2-2-2 0,2 1 0 0,0 0 1 16,-2-2-5-16,2-2 5 0,0-1-4 0,-2-1-4 15,0-1 4-15,0-1-2 0,0 1-2 0,0-3 1 16,0 1-2-16,0-8-2 0,0 12-1 0,1-8 3 16,-1-4 6-16,0 0-5 0,-1 12 0 0,1-12 0 15,0 0-3-15,0 0 2 0,0 7 2 0,0-7 0 16,0 0-1-16,0 0 9 0,0 0-1 0,0 0 0 15,0 0 5-15,0 0-5 0,0 0-1 0,0 0 3 16,0 0-6-16,11-25-3 0,-8 17-1 0,4-1-1 16,-3 1 1-16,3 0-2 0,-1-1-5 0,-1 2 1 15,4 0-4-15,-4 0 2 0,1 3 0 0,3-4-5 16,-2 6 2-16,-2-1 0 0,-5 3-3 0,13-3-1 16,-9 1 0-16,-4 2 0 0,12-2 0 0,-12 2 3 15,11 4-3-15,-5-1 4 0,-1 2 0 0,-1-1-1 0,4 3-1 16,-2 2 4-16,-4-3-1 0,1 4 1 15,1 0-2-15,-2-2-3 0,0 2-13 0,1 0-9 16,0 0-28-16,-3-1-5 0,2 2-8 0,0-2-21 16,-2 3-15-16,2-5-21 0,-2 3 2 0,2-4-14 15,-2-6-11-15,0 12-7 0,2-7-88 0,-2-5-265 16,0 10 118-16</inkml:trace>
  <inkml:trace contextRef="#ctx0" brushRef="#br0" timeOffset="30322.66">26869 4782 50 0,'6'-3'87'15,"-6"3"-5"-15,11-2 3 0,-11 2 4 0,11 1-18 16,-4 2 6-16,-1 0-7 0,-1 1 2 0,-1 0-9 16,1 3 1-16,1 1-3 0,-3 2-3 0,1 0 0 15,-3-1 0-15,-1 2 0 0,-1 2-7 0,-1 0-6 16,-3-3 8-16,-1 2-11 0,1-1 3 0,-1 1 1 15,-1-3 2-15,-2-1-4 0,4 0-3 0,1-2-4 16,-1-1 5-16,1-2-11 0,4-3 2 0,-6 7-5 16,6-7-3-16,-4 6-2 0,4-6-3 0,0 0 1 15,-4 6-10-15,4-6-1 0,0 0 4 0,0 0-4 16,0 0-8-16,8 9 0 0,-8-9-8 0,15 0-17 16,-4 0-16-16,3 0-31 0,3-3-26 0,1 2-34 15,-1-3-115-15,2 2-263 0,2-2 117 0</inkml:trace>
  <inkml:trace contextRef="#ctx0" brushRef="#br0" timeOffset="30620.05">27243 4770 50 0,'0'0'100'0,"7"4"-1"15,-7-4 4-15,6 10-2 0,-4-3 9 0,0 2-6 16,-2 0-11-16,-2 1-6 0,-2 2-4 0,0-1-7 16,1 2-10-16,-1-2 9 0,-4 0-6 0,2 0 1 15,0 0-7-15,-3-2-1 0,1-1-3 0,2 1-4 16,2-1-7-16,-1-4-2 0,1-1-5 0,4-3-6 16,-5 9-2-16,5-9-4 0,-7 4-2 0,7-4-1 15,-2 6-3-15,2-6-4 0,0 0 1 0,0 0-6 16,0 0 4-16,16 7-5 0,-8-7-9 0,3 0-29 15,4 0-16-15,3-3-32 0,4 0-40 0,-2-1-37 16,3 0-104-16,3-2-274 0,3-1 122 0</inkml:trace>
  <inkml:trace contextRef="#ctx0" brushRef="#br0" timeOffset="30914.32">27808 4774 139 0,'0'0'172'0,"0"0"-10"0,0 0-24 0,0 0-12 0,0 0-16 16,0 0-6-16,0 0-8 0,0 0-10 16,0 0-12-16,23-7-14 0,-16 6-21 0,-7 1-33 15,13 0-36-15,-13 0-20 0,12 0-20 0,-4 1-30 0,-8-1-77 16,9 3-192-16,-9-3 85 0</inkml:trace>
  <inkml:trace contextRef="#ctx0" brushRef="#br0" timeOffset="31073.43">27803 4853 14 0,'0'0'143'0,"0"0"-10"0,0 0-12 0,0 0 5 16,0 0-13-16,0 0-6 0,12 6-14 0,-12-6-13 0,14 2-19 16,-7-2-28-16,2 2-44 0,5-2-41 15,-1-2-109-15,-1 0-173 0,7-2 77 0</inkml:trace>
  <inkml:trace contextRef="#ctx0" brushRef="#br0" timeOffset="32723.92">17454 4827 6 0,'0'0'93'0,"0"0"-1"0,0 0 2 0,0 0-12 15,0 0-2-15,0 0-18 0,0 0 17 0,0 0-4 16,0 0-2-16,0 0-1 0,0 0-6 0,0 0-4 16,0 0-5-16,0 0 0 0,0 0-7 0,0 0-13 15,0 0-5-15,0 0 4 0,0 0-8 0,0 0-4 16,0 0-1-16,0 0 3 0,0 0-2 0,-25 0 1 16,25 0-6-16,0 0-5 0,-16 0 8 15,16 0-4-15,-9 0-1 0,9 0 6 0,-9 0 4 0,9 0-2 16,-7 1 1-16,7-1 1 0,0 0-3 0,-10 2-4 15,10-2-4-15,0 0-1 0,0 0 1 0,0 0 0 16,-9 2-2-16,9-2-5 0,0 0 1 0,0 0 7 16,0 0-7-16,0 0 0 0,0 0-4 0,25 5 9 15,-11-6-1-15,7-1 0 0,0 0 0 0,11-2-3 16,0 1 1-16,1-1 9 0,1 0-5 0,4-3 3 16,-2 3 0-16,-2-2-3 0,3-1 2 0,-3 3-8 15,-3 0 6-15,-2 1-2 0,-9 2 1 0,1-1-7 16,-2 1 0-16,-4 0-1 0,-3 1-2 0,-1-2-3 15,-3 2 5-15,-8 0 0 0,14 0-1 0,-14 0 5 16,9 0 6-16,-9 0 6 0,0 0 4 0,10 2 1 16,-10-2 6-16,0 0-3 0,0 0 5 0,0 0-1 15,9-2-5-15,-9 2-2 0,0 0 1 0,0 0-4 16,0 0-3-16,8-2-2 0,-8 2 2 0,0 0-5 16,0 0-2-16,0 0 0 0,0 0-4 0,0 0-3 15,0 0-20-15,0 0-18 0,0 0-24 0,0 0-28 16,0 0-42-16,0 0-14 0,0 0-24 0,6 8-160 15,-6-8-350-15,0 8 155 0</inkml:trace>
  <inkml:trace contextRef="#ctx0" brushRef="#br0" timeOffset="33810.36">22055 4866 90 0,'-10'3'96'0,"-2"-2"-4"0,2 1-5 0,-2-1-9 15,1 3-9-15,1-4-5 0,1 1-4 0,-3 0-12 16,5 0 11-16,-4 1-20 0,4-1 0 0,-2 1-13 16,-3 1 3-16,2 0-2 0,-3-1-7 0,3 0-1 15,-3 2 10-15,2-1-9 0,-2 0-3 0,-1 0 5 16,-3 0-1-16,0 2-1 0,-3 0-5 0,2-2 2 15,1 3 3-15,0-3-6 0,3 3 8 0,1-4 4 16,2 2-1-16,0-3 16 0,4 0-5 0,0 1-3 16,7-2-2-16,-11 1-1 0,11-1 0 0,-8 2-7 15,8-2 2-15,-6 2-3 0,6-2-1 0,0 0 2 16,0 0 2-16,0 0 2 0,23 3 3 0,-8-3 2 0,4-1-1 16,9-1 6-16,6 0-9 0,-1-1-1 15,18-1 5-15,3 0-3 0,1-3-1 0,1 3 2 16,5-2-5-16,0 0 1 0,2-1-2 0,1 2 2 15,0 1-5-15,-5-3 4 0,-1 0-4 0,-1 2-1 0,-5 1 1 16,-1-1 6-16,-14 1-1 0,0 0-2 16,0 2 0-16,-5 1-1 0,-2-2-2 0,-2 2 3 15,-1-3-4-15,-7 2 0 0,-2 2-5 0,-5 0 5 16,-3-2-3-16,2 2-4 0,-3-1 3 0,-9 1 2 16,12 0-1-16,-12 0 0 0,9-1 2 0,-9 1-2 15,9 0 1-15,-9 0-1 0,0 0-1 0,0 0 2 16,11 0-3-16,-11 0 13 0,0 0 2 0,0 0-2 15,0 0 2-15,0 0 2 0,0 0-2 0,0 0-3 16,0 0 1-16,8 1-3 0,-8-1-5 0,0 0-1 16,0 0-5-16,0 0 0 0,0 0-1 0,0 0-1 15,0 0-15-15,0 0-15 0,0 0-15 0,0 0-22 0,0 0-18 16,0 0-31-16,0 0-37 0,0 0-25 16,0 0-29-16,0 0-158 0,0 0-381 0,0 0 168 15</inkml:trace>
  <inkml:trace contextRef="#ctx0" brushRef="#br0" timeOffset="45683.55">28506 4664 23 0,'0'0'85'0,"0"0"-2"0,0 0 2 15,-4-12 6-15,4 12 1 0,0 0 4 0,-1-9-4 16,1 9-7-16,0 0 5 0,-1-10 5 0,1 10-4 0,-2-8 10 16,2 8-8-16,0 0-7 0,-2-10 0 0,2 10-2 15,0 0 1-15,-1-9-7 0,1 9-4 16,0 0-1-16,-2-7-3 0,2 7-5 0,0 0-9 0,0 0-5 16,0 0-4-16,0 0-6 0,-1-8-2 15,1 8-8-15,0 0 0 0,0 0-8 0,0 0 0 0,0 0-5 16,0 0-3-16,0 0-6 0,0 0 4 0,0 0-5 15,0 0-1-15,0 0-2 0,0 0 0 0,0 0 0 16,0 0-1-16,0 0 1 0,0 0 1 16,0 0-9-16,0 0 2 0,0 0 5 0,0 0 1 15,0 0-2-15,-8 18 1 0,8-18-2 0,0 0 2 16,0 0-7-16,-4 7 4 0,4-7-3 0,0 0 2 0,0 0 7 16,0 0-5-16,0 0 0 0,0 0-1 15,0 0 2-15,0 0 6 0,0 0-5 0,-2 5-1 16,2-5 3-16,0 0 0 0,0 0 2 0,0 0 3 15,0 0 8-15,0 0 4 0,0 0-1 0,0 0 6 16,0 0 3-16,0 0 1 0,0 0 1 0,0 0-1 0,0 0-1 16,0 0-4-16,0 0-6 0,0 0 3 0,0 0-3 15,0 0-2-15,0 0-2 0,0 0-1 0,0 0-3 16,0 0 1-16,0 0-5 0,0 0-2 16,0 0 5-16,0 0-7 0,0 0-6 0,0 0 3 15,0 0-6-15,0 0 1 0,0 0-2 0,0 0-1 16,0 0 1-16,0 0 2 0,0 0 0 0,-4 6-2 0,4-6 1 15,-3 10 2-15,2-4 2 0,1-6-1 0,0 13 1 16,0-6 1-16,0-7-5 0,4 11 5 16,0-6-1-16,-2 1 1 0,5 1 3 0,1 1-2 15,2-1 0-15,-3 0-5 0,2-3-25 0,3 1-15 16,-2 0-30-16,2 1-37 0,-1-3-30 0,-2 0-38 0,3 0-33 16,-5 2-132-16,1-2-373 0,0-3 165 15</inkml:trace>
  <inkml:trace contextRef="#ctx0" brushRef="#br0" timeOffset="45881.43">28399 4387 83 0,'0'0'171'0,"-9"-4"-17"0,9 4-21 15,-8-2-29-15,8 2-31 0,0 0-33 0,0 0-13 16,0 0-20-16,0 0-32 0,0 0-35 0,0 0-59 16,21 8-126-16,-11-2 55 0</inkml:trace>
  <inkml:trace contextRef="#ctx0" brushRef="#br0" timeOffset="46185.96">28708 4601 91 0,'0'0'116'0,"4"4"2"0,0 1 7 0,-4-5-12 16,7 11-12-16,-4-8 11 0,-1 3-8 0,-2-6-7 16,4 15 5-16,-1-8-4 0,-1 1-7 0,-2 2 4 15,0 1-7-15,-1-3-1 0,1 3-1 0,-1-1-1 16,-2 1-10-16,-1-3-1 0,2-1-7 0,-1-1-3 15,1 0 0-15,-3-1-6 0,5-5 2 0,-5 8-11 16,5-8-1-16,-4 8-2 0,4-8-9 0,-3 4-4 16,3-4-7-16,0 0 4 0,0 0-4 0,0 0-5 15,0 0-2-15,4 11 0 0,-4-11-13 16,13 2-14-16,-3-2-20 0,2 0-31 0,4 2-29 0,6-5-42 16,-3 3-44-16,0 0-167 0,-1-1-370 0,-4-1 165 15</inkml:trace>
  <inkml:trace contextRef="#ctx0" brushRef="#br0" timeOffset="46651.88">28440 4376 166 0,'0'0'171'15,"0"0"-16"-15,-3-6-5 0,3 6-1 0,0 0-16 16,0 0 0-16,0 0-10 0,-2-9-11 0,2 9-12 15,0 0-4-15,0 0-13 0,0 0-7 0,0 0 5 16,-2-6-5-16,2 6-8 0,0 0-8 0,0 0-5 16,0 0-1-16,0-10 3 0,0 10 30 0,0 0-11 15,0 0-6-15,-1-8-5 0,1 8-6 0,0 0-5 16,0 0-6-16,-1-9 0 0,1 9-1 0,0 0 3 16,0 0-4-16,0 0-4 0,0 0 4 0,-3-7-7 15,3 7-4-15,0 0 0 0,0 0-8 0,0 0-3 16,0 0 0-16,0 0-7 0,0 0-2 0,0 0-1 15,0 0-5-15,0 0-1 0,0 0-2 0,0 0 1 16,0 0-3-16,0 0 1 0,0 0-27 0,0 0-26 16,0 0-33-16,0 0-46 0,0 0-55 0,22 21-49 15,-14-14-172-15,-1-5-436 0,5-1 194 0</inkml:trace>
  <inkml:trace contextRef="#ctx0" brushRef="#br0" timeOffset="46980">28267 4941 92 0,'-8'2'136'0,"8"-2"0"15,0 0-14-15,0 0 6 0,0 0-7 0,19 7-1 16,8-5-13-16,5-4-10 0,7 1-4 0,13-3-12 16,3 1-6-16,-1-2-10 0,-3 1-3 0,3-1-6 15,-13 2-4-15,11-1-10 0,-19 4-8 16,3-3-18-16,-2 3-19 0,-3 0-44 0,-3 0-33 15,-7 2-32-15,-4 1-121 0,-6 1-251 0,-5-3 112 0</inkml:trace>
  <inkml:trace contextRef="#ctx0" brushRef="#br0" timeOffset="47360.25">28362 5146 221 0,'0'0'196'0,"0"0"-11"0,-8 3-20 0,8-3-20 16,0 0-5-16,0 0-8 0,-4 11-9 15,4-11-6-15,5 15-12 0,-3-1-7 0,1-2-9 16,3 3-10-16,-2 2-8 0,2 0-3 0,0 2-8 0,-1-1-1 16,-1-7-9-16,0 1-2 0,0-1-2 0,0-1-3 15,-2 0-3-15,1-3-6 0,0-2 0 16,0 2 1-16,-2 0 9 0,-1-7 17 0,4 6 10 15,-4-6 20-15,1 6 15 0,-1-6-5 0,0 0-6 16,0 0-15-16,0 0-4 0,15-15-3 0,-8 6-6 0,-2 1-4 16,4-3-10-16,-1-4-6 0,-1 1-4 0,4 0-4 15,-4-2-7-15,4 0-5 0,-2 1-1 16,1-2 0-16,-1 2-9 0,0 0 3 0,0-2-6 16,-3 3 3-16,2-1-8 0,-1 5-11 0,-2-1 1 15,0 2-17-15,-1 0-20 0,-1 3-14 0,-2 0-36 16,-1 6-30-16,0 0-37 0,5-9-33 0,-5 9-21 0,0 0-13 15,0 0-15-15,0 0-156 0,0 0-424 16,-10 20 187-16</inkml:trace>
  <inkml:trace contextRef="#ctx0" brushRef="#br0" timeOffset="47616.17">28658 5281 75 0,'4'8'148'0,"-2"-5"3"0,1 3 1 16,-3 3-3-16,-1 1-8 0,-2 0-5 0,-1 1-11 16,-3 2-11-16,0 2-13 0,1-2-7 0,-2-3-10 15,1 1-9-15,2-2-6 0,-2-1-9 0,3 0-8 16,0-1-3-16,1-5-7 0,0 5-1 0,3-7-5 16,0 0 1-16,-5 6-8 0,5-6 0 0,0 0-2 15,0 0-1-15,13 6-3 0,-13-6-6 0,18 0-1 16,-3-2-22-16,5-3-8 0,6-3-23 0,1 1-34 15,4-3-45-15,1 0-42 0,-2 2-125 0,0-2-306 16,2 3 135-16</inkml:trace>
  <inkml:trace contextRef="#ctx0" brushRef="#br0" timeOffset="47885.43">29219 4606 129 0,'-1'-11'239'0,"0"3"-21"0,-1 3-17 0,2 5-21 15,-1-12-18-15,1 12-19 0,0 0-20 0,0 0-11 16,0 0-12-16,0 0 0 0,3 26-4 0,0-2-1 16,-3 8-5-16,2 4-7 0,0 14-4 0,0 1-9 0,-2 1-7 15,2-5-4-15,-1-12-2 0,-1 1-7 16,3 0-5-16,0-3-2 0,-2 0-5 0,1-3 7 15,0 0-13-15,3 0-9 0,-1-1-31 0,-3-1-24 16,3-3-37-16,-3-6-63 0,2 2-40 16,-1-2-40-16,-4 7-130 0,5-10-370 0,1-3 164 0</inkml:trace>
  <inkml:trace contextRef="#ctx0" brushRef="#br0" timeOffset="48178.71">29515 5166 113 0,'7'-16'222'0,"-1"0"-11"0,1-1-14 15,-2-1 3-15,1 0-17 0,2 1-9 0,-4 0-4 16,1 1 0-16,-2 6-16 0,-1-2-8 0,1 2-8 16,-2 3-11-16,0 0-10 0,-1 7-5 0,2-11-13 15,-2 11-8-15,2-8-12 0,-2 8-12 0,0 0-10 16,1-7-7-16,-1 7-8 0,0 0-3 0,0 0-6 15,0 0-2-15,0 0 1 0,0 0-4 0,-6 32-5 16,5-23 2-16,1 2-4 0,-3-1 2 0,4 0-5 16,-2 2 2-16,2 0-3 0,2-1-4 15,1 0-14-15,0-2-15 0,3 3-25 0,-2-4-26 16,2 1-33-16,2-1-46 0,3-3-51 0,-1 1-51 0,-4-3-157 16,5-1-438-16,-12-2 194 0</inkml:trace>
  <inkml:trace contextRef="#ctx0" brushRef="#br0" timeOffset="48328.86">29587 4784 54 0,'0'0'151'0,"-4"-6"-19"16,4 6-16-16,0 0-18 0,0 0-36 0,0 0-37 15,0 0-50-15,8 20-78 0,-5-11-110 0,-1 2 49 16</inkml:trace>
  <inkml:trace contextRef="#ctx0" brushRef="#br0" timeOffset="48530.14">29748 5024 160 0,'3'9'189'0,"-3"-2"1"0,0-7 2 0,-1 11-8 15,1-11-3-15,-2 19-4 0,1-10-6 0,0 3-15 16,1-1-10-16,0 1-8 0,1 1-12 0,-4-2-11 15,3 1-17-15,0 4-6 0,2-5-8 0,-2-1-8 16,0 2 1-16,-2-1-21 0,4-1-31 16,-2 1-31-16,0-1-35 0,0-10-42 0,-2 16-56 15,2-16-33-15,3 9-42 0,-3-9-116 0,0 0-357 0,0 0 158 16</inkml:trace>
  <inkml:trace contextRef="#ctx0" brushRef="#br0" timeOffset="48677.45">29925 5059 56 0,'0'0'129'0,"9"-4"-15"15,-9 4-16-15,11-4-4 0,-5 3-27 0,-6 1-31 16,11 0-33-16,-11 0-39 0,13 3-58 0,-8-1-102 16,2 2 46-16</inkml:trace>
  <inkml:trace contextRef="#ctx0" brushRef="#br0" timeOffset="48820.44">29986 5145 51 0,'4'4'164'0,"-4"-4"-14"0,9 1-6 0,-3 2-17 16,-6-3-6-16,21 0-19 0,-7 0-4 0,0 0-19 16,6 0-34-16,-1-2-36 0,3 0-44 0,-4-1-35 0,2 1-95 15,-2 0-177-15,-1-3 78 0</inkml:trace>
  <inkml:trace contextRef="#ctx0" brushRef="#br0" timeOffset="49120.37">30372 4985 56 0,'0'0'198'0,"3"-9"-8"0,-3 9-9 16,0 0-21-16,3-7-17 0,-3 7-14 0,0 0-10 0,0 0-3 16,0 0 5-16,0 0-8 0,0 0-6 0,0 0 0 15,-9 33-3-15,6-23-5 0,1-1-5 0,0 4-7 16,2-4-12-16,-2 1-2 0,2 1-8 15,2-3-6-15,-1 2-3 0,4-3-5 0,0 2 4 16,0-4-14-16,2 0 0 0,3-2-6 0,0 1 5 0,2-1-10 16,-1-3-3-16,1-1-1 0,3-1-2 15,-3 1 2-15,0-3-3 0,-1 0-5 0,-1-2 2 0,0 1-3 16,-1-4-1-16,-4 1-2 0,-1-3-2 16,-3-1-4-16,1 0 2 0,-6 0-4 0,1-5-4 15,-3 2-6-15,-1 4-7 0,-5-3-7 0,-3 3-11 0,-1 1-12 16,-2 4-10-16,-3 4-20 0,-8 2-26 0,-2 4-36 15,-1 0-37-15,-1 4-44 0,-1 4-146 0,4 0-389 16,2-1 173-16</inkml:trace>
  <inkml:trace contextRef="#ctx0" brushRef="#br0" timeOffset="55727.98">26286 5782 73 0,'0'0'191'0,"0"-12"-5"0,0 12-6 0,-3-10-5 16,3 10-10-16,3-10 8 0,-3 10-11 0,-5-6-16 16,5 6-15-16,0 0-11 0,0 0-18 0,0 0-12 15,-2-7-11-15,2 7-7 0,0 0-9 0,0 0-4 16,0 0-11-16,7 26-3 0,-7-16 0 0,0 6-9 16,0 3-2-16,0 1 1 0,-3 6 1 0,3-2-3 15,-2 2-2-15,2-1-3 0,2-4-1 0,1 3-6 16,-3-5-1-16,2-1-2 0,-2 0-2 0,3 0 1 15,-1-1-2-15,0-4-1 0,0-3-3 0,3 2 1 16,-5 0 0-16,4-2 1 0,-2-2-5 0,0 0 0 16,0-1-1-16,-2-7 2 0,3 8-1 0,-3-8-3 15,3 8 3-15,-3-8 1 0,0 7 10 0,0-7 16 16,0 0 9-16,0 0 12 0,2 7 6 0,-2-7 3 16,0 0-3-16,0 0-3 0,0 0-4 0,0 0-8 0,0 0-7 15,0 0-4-15,0 0-5 0,-2-34 0 16,6 25-11-16,0-7-1 0,5 1-5 0,-4 1-5 15,1 2 1-15,6-1-1 0,-1 1-3 0,-3 2 1 16,2 0-9-16,-1 3 4 0,0 2-4 0,3-1 0 16,0 1 2-16,-3 1-2 0,-1 3-3 0,0-1-3 15,-8 2-2-15,13 0 3 0,-3 3 0 0,-1 1 4 16,-3 1-6-16,4 3 6 0,-4-2 1 0,1 3 2 16,-1 2-4-16,-3 1 2 0,3-1 2 0,0 1-8 15,0 3-15-15,-2-4-22 0,-1 4-23 0,-1-3-25 16,2 2-34-16,-4-2-42 0,2 1-33 0,0-3-38 15,-2 1-176-15,-2 1-450 0,2-4 200 0</inkml:trace>
  <inkml:trace contextRef="#ctx0" brushRef="#br0" timeOffset="58282.08">26794 6061 28 0,'0'0'171'16,"0"0"2"-16,0 0-7 0,0 0-7 0,0 0-7 16,0 0-5-16,0 0-10 0,0 0 5 0,0 0-11 15,0 0-8-15,0 0-8 0,-9-12 8 0,9 12-15 16,0 0-10-16,0 0-13 0,0 0-6 0,0 0-4 16,15-10-4-16,-15 10-8 0,10-3-7 0,-2 1-5 15,-8 2-6-15,13 0-8 0,-13 0-3 0,15 0-5 16,-9 3-2-16,1-1-3 0,-3 2-2 0,0-1 1 15,2 4-8-15,-2 0 1 0,-2 1-2 0,0 3 0 16,0-1-1-16,-4 0 2 0,0 2-4 0,0 0 0 16,-2 0-1-16,-2-1 2 0,0 0 0 0,-3 4 4 15,2-5-7-15,-2-1 0 0,0-1 0 0,2-1 0 16,-1-1 4-16,0-1-4 0,4-1-3 0,0 0-1 0,4-4 6 16,-7 7-5-16,7-7 3 0,-4 6 2 15,4-6-5-15,0 0 2 0,-4 3-1 0,4-3-2 16,0 0-3-16,0 0-3 0,0 0 5 0,0 0-4 15,0 0 3-15,0 0-3 0,0 0 1 0,0 0-1 16,15 9-7-16,-9-9-10 0,2 0-15 0,-8 0-17 0,19 0-22 16,-7 1-20-16,-1 1-33 0,0-1-27 15,3 0-29-15,-5 1-25 0,-1-2-140 0,-8 0-373 16,17-2 165-16</inkml:trace>
  <inkml:trace contextRef="#ctx0" brushRef="#br0" timeOffset="58537.71">27088 6020 123 0,'2'-5'274'0,"-2"5"-15"0,0 0-15 0,3-12-23 0,-3 12-21 16,0 0-24-16,2-4-15 0,-2 4-14 0,0 0 6 16,0 0-4-16,0 0-9 0,0 0-12 0,4 25-9 15,-2-17-11-15,-2 3-7 0,2 0-4 0,-2 5-6 16,0-6-6-16,0 2-10 0,1-2-6 15,-1 2-5-15,0-1-8 0,2 1-4 0,-3-2-7 0,0 2 2 16,2-2-11-16,-2-1-1 0,3 1-14 0,-2-3-26 16,0-7-28-16,0 15-27 0,0-15-30 0,-2 13-34 15,3-7-42-15,-1-6-46 0,1 9-36 0,-1-9-175 16,0 0-459-16,0 0 203 0</inkml:trace>
  <inkml:trace contextRef="#ctx0" brushRef="#br0" timeOffset="58701.15">27402 6087 72 0,'7'-5'178'0,"-5"1"-17"0,-2 4-19 16,9-5-10-16,-9 5-22 0,11-3-16 0,-11 3-32 16,11 0-32-16,-11 0-43 0,12 0-40 15,-12 0-36-15,13 3-49 0,-10 1-149 0,-3-4 66 0</inkml:trace>
  <inkml:trace contextRef="#ctx0" brushRef="#br0" timeOffset="58833.21">27449 6175 120 0,'0'0'144'0,"0"0"-9"16,0 0-3-16,0 0-6 0,0 0 2 0,0 0-2 0,0 0-10 16,8 7-11-16,-8-7-8 0,13 3-29 0,-3-3-42 15,0-2-36-15,8 0-69 0,0-1-127 0,-1-2-223 16,2-2 98-16</inkml:trace>
  <inkml:trace contextRef="#ctx0" brushRef="#br0" timeOffset="59182.4">27885 6119 2023 0,'0'0'207'0,"0"0"-53"0,0 0-35 0,0 0-23 16,0 0-13-16,0 0-17 0,13-10-13 0,-13 10-12 15,5-7-8-15,0 4 1 0,-1-4 10 0,0 1-4 16,5-2-1-16,-2 0-5 0,0 1 0 0,0-2 1 16,0 2 3-16,2 1 3 0,-5-3 5 0,1 4 0 15,1-4 9-15,-1-1 13 0,1-1-16 0,-3 2-3 16,-3 0 13-16,2 0-2 0,0 2 4 0,-2-5 3 16,0 12 2-16,0-13-11 0,0 13-2 0,-4-10-10 15,4 10 11-15,-3-10-21 0,3 10 1 0,-1-6-3 16,1 6-9-16,0 0-3 0,0 0-12 0,0 0 7 15,0 0-8-15,0 0-4 0,0 0 5 0,-15 16 1 16,11-10 4-16,2 5-13 0,0-5 3 0,1 6-5 16,0-2-8-16,1 1 7 0,0-2-3 0,2 4-23 15,0-4-17-15,0 1-26 0,6 2-29 0,-2-4-27 16,0 2-38-16,1-1-36 0,1 0-51 0,0-4-48 16,-1-1-204-16,1-1-544 0,-1-1 241 0</inkml:trace>
  <inkml:trace contextRef="#ctx0" brushRef="#br0" timeOffset="59348.87">28100 5743 183 0,'-4'-5'164'0,"4"5"-21"15,-3-9-33-15,3 9-16 0,0 0-18 0,0 0-30 16,0 0-40-16,0 0-34 0,0 0-46 0,0 34-46 15,1-23-130-15,1 0 57 0</inkml:trace>
  <inkml:trace contextRef="#ctx0" brushRef="#br0" timeOffset="59606.71">28276 5955 46 0,'10'4'179'0,"2"1"-8"0,-7-2-10 0,5 2-7 0,0 1-5 16,-3 2-5-16,-2 1-7 0,0 2 4 15,-2-2-5-15,-1 1-13 0,-2 3-6 0,-2-1-2 16,-1 1-7-16,-3 1-7 0,-2 1-8 0,-2-5-3 16,6-1-6-16,-5-1 1 0,1 2-6 0,-1-1-2 0,3-2-5 15,1-1-3-15,0-1-6 0,2-1-8 0,-2 0 1 16,5-4-8-16,-9 5-2 0,9-5-6 0,-2 5-5 16,2-5-3-16,0 0-6 0,0 0-4 15,0 0-5-15,0 0-5 0,22 0-17 0,-5-4-13 0,5 2-22 16,5-3-27-16,1-1-35 0,2 5-50 0,0-3-56 15,-2 2-208-15,-9-1-450 0,-1 1 200 0</inkml:trace>
  <inkml:trace contextRef="#ctx0" brushRef="#br0" timeOffset="59828.34">27923 6328 26 0,'-14'3'233'0,"4"0"-19"0,3-1-1 0,0 0-8 0,7-2 2 16,0 0-9-16,0 0-7 0,0 0-10 15,31 11-5-15,-11-10-18 0,10-4-11 0,5 1-13 16,4 0-12-16,1 0-14 0,-1-2-11 0,-2 2-12 16,-5-4-25-16,-1 2-34 0,-3 1-40 0,-5 2-46 15,-4 1-78-15,-1-1-55 0,-4 1-203 0,-5 1-429 0,-2 0 189 16</inkml:trace>
  <inkml:trace contextRef="#ctx0" brushRef="#br0" timeOffset="60183.14">28120 6756 29 0,'-6'7'252'0,"-1"0"0"0,2-1 3 0,1-1 4 0,4-5 3 16,-4 6-5-16,4-6-6 0,-5 6-13 0,5-6-8 15,0 0-9-15,0 0-6 0,0 0-24 0,0 0-13 16,0 0-23-16,0 0-5 0,0 0-6 0,0 0-15 16,0 0-11-16,13-16-16 0,-8 10-9 15,-2-2-3-15,1-1-14 0,-2-1-11 0,1 1-4 16,-2-3-8-16,0 3-4 0,1-1-2 0,0 1-7 0,0 0 3 16,-1 2-11-16,-1 7-9 0,1-12-1 0,-1 12-3 15,0-7 2-15,0 7-9 0,0 0-6 0,1-6-1 16,-1 6-1-16,0 0-4 0,0 0-5 15,0 0 11-15,0 0-15 0,0 0-1 0,0 0 13 16,-11 20-7-16,8-13-1 0,1 1-1 0,2 0 7 0,0-8-12 16,-4 13 8-16,6-5-8 0,1 1 1 0,1-3-11 15,0 0-24-15,0 0-15 0,6 1-24 16,-3-2-31-16,1-1-54 0,1-1-50 0,3-2-69 0,-1-1-66 16,-3 0-185-16,-8 0-583 0,18-6 258 0</inkml:trace>
  <inkml:trace contextRef="#ctx0" brushRef="#br0" timeOffset="60331.12">28202 6497 10 0,'-5'-7'248'0,"5"7"-33"0,0 0-33 16,0 0-22-16,0 0-25 0,0 0-32 0,0 0-42 15,0 0-49-15,0 0-60 0,20 14-132 0,-13-9-195 16,5-1 86-16</inkml:trace>
  <inkml:trace contextRef="#ctx0" brushRef="#br0" timeOffset="60544.13">28411 6636 117 0,'4'6'274'0,"-4"-6"-27"0,3 5-15 0,-3-5-1 16,2 7 0-16,-2-7-15 0,0 0-9 0,0 10-9 15,0-10-8-15,0 12-11 0,0-6-1 0,0-6-9 16,-1 17-18-16,1-7-7 0,-2 1-22 0,2 0-14 15,-2 0-8-15,1 4-7 0,0-2-9 16,2-6 0-16,-2 5-18 0,-1-2-9 0,4 0-23 0,-2-4-30 16,0-6-32-16,1 13-25 0,-1-6-28 0,0-7-34 15,0 11-39-15,0-11-43 0,0 10-31 0,0-10-46 16,3 5-157-16,-3-5-468 0,0 0 208 0</inkml:trace>
  <inkml:trace contextRef="#ctx0" brushRef="#br0" timeOffset="60836.97">28721 6202 2703 0,'-4'-34'13'0,"1"0"72"0,0 2-21 16,-1 5 8-16,0-1-10 0,-1 10 16 0,1 3-4 15,1 4 12-15,1 0 20 0,-1 3 12 0,2 1 15 16,-1 0-8-16,2 7-15 0,-3-10-14 0,3 10-2 15,0 0-26-15,0 0-12 0,0 0-4 0,0 0-1 16,11 45-7-16,-3-14 5 0,1 16-6 0,-5 1-3 16,3 2 0-16,0-2 1 0,-3 0 4 0,1-12-26 15,4 10 6-15,-9-13 0 0,0 2-1 0,0-3-2 16,-3 1 1-16,2-4 0 0,1 1-5 0,-3-1 0 16,2-3-5-16,0-7-53 0,0-1-41 0,-5 0-33 15,3-1-31-15,-6 0-39 0,2-3-55 0,3-3-65 16,-2 0-305-16,-2-3-659 0,1-2 291 0</inkml:trace>
  <inkml:trace contextRef="#ctx0" brushRef="#br0" timeOffset="62577.97">28938 6570 2 0,'-5'-6'225'0,"5"6"-8"15,-3-7-8-15,3 7-10 0,0 0-15 0,-3-7-15 16,3 7-16-16,0 0-20 0,0 0-10 0,0 0-15 0,0 0 8 16,0 0-17-16,0 0-3 0,0 0-9 0,0 0-7 15,17 17-11-15,-11-8-2 0,0 1-6 0,0 3-3 16,1-3 1-16,-2 4-6 0,1-1-2 0,-1-2-9 16,1-1 0-16,0 0-5 0,-1 1-5 0,-1 0-3 15,-2-5-3-15,3 1 2 0,-1 0-5 0,0-2-1 16,-4-5-2-16,3 8 1 0,-3-8-2 0,5 6 1 15,-5-6-1-15,4 7 8 0,-4-7 11 16,3 3 10-16,-3-3 3 0,0 0-4 0,0 0-4 16,0 0-1-16,17-9-8 0,-8 2-6 0,-3 1-3 0,1-1 3 15,1-3-7-15,0 0-2 0,0-1-3 0,0-4 1 16,0 1-6-16,-2 2-5 0,1-2-3 0,0-3 0 16,-2 0-5-16,-1 2 4 0,0 2-10 0,-3 2 1 15,4-1 4-15,-4 1-2 0,1 1-4 0,-1 1 1 16,-1 9-1-16,0-12 5 0,0 12-3 0,0-9 2 15,0 9-3-15,0 0-3 0,-3-9 0 0,3 9 0 16,0 0 2-16,0 0 1 0,-11 0 1 0,11 0-1 16,0 0 2-16,-10 9-2 0,10-9 2 15,-7 9-2-15,7-9 0 0,0 12 5 0,0-12-9 0,0 9-5 16,0-9-8-16,5 12-17 0,-1-7-15 0,4 1-18 16,1 0-20-16,1 0-33 0,2-1-29 0,4 1-29 15,0-2-27-15,-3-1-175 0,-2 1-418 0,-1-1 185 16</inkml:trace>
  <inkml:trace contextRef="#ctx0" brushRef="#br0" timeOffset="62869.75">29327 6624 87 0,'5'3'153'0,"-5"-3"-2"0,0 0-5 0,0 0-3 0,12 0-8 15,-12 0-5-15,9 1-9 0,-9-1-11 0,9 0-7 16,-9 0-9-16,12 1-14 0,-12-1-5 0,9 5-4 15,-5-3-2-15,-4-2 0 0,7 7-3 0,-4-3 11 16,-3-4-1-16,0 16-3 0,-3-5 2 0,0-2-1 16,-1 3-6-16,-1-2-1 0,-2 1-2 0,2 1-7 15,-1-2-2-15,1 0-1 0,1-1-9 0,0-1-4 16,-1 1-4-16,2-1-6 0,1-3 1 0,2-5-7 16,-4 10 1-16,4-10-2 0,0 8 0 0,0-8 0 15,2 9 0-15,-2-9-5 0,11 3-6 0,-4-3-8 16,6 0-15-16,-3-2-19 0,3 2-25 0,6-1-27 15,-6-2-31-15,5 1-28 0,0-3-27 0,-4 2-29 16,0-2-164-16,-3 2-388 0,0-3 172 0</inkml:trace>
  <inkml:trace contextRef="#ctx0" brushRef="#br0" timeOffset="63073.48">29767 6551 71 0,'2'-6'286'16,"-2"6"-19"-16,0 0-17 0,2-7-12 0,-2 7-16 15,0 0-25-15,0 0-19 0,0 0-22 0,4-6-14 16,-4 6-21-16,9-1-30 0,-9 1-35 0,10 1-39 16,-10-1-50-16,12 2-62 0,-12-2-47 0,10 4-51 15,-10-4-113-15,4 5-330 0,-4-5 147 0</inkml:trace>
  <inkml:trace contextRef="#ctx0" brushRef="#br0" timeOffset="63220.81">29720 6680 14 0,'0'0'211'16,"0"0"-3"-16,-1 7-14 0,1-7-13 0,0 0-15 16,0 0-16-16,15 2-16 0,-15-2-15 0,19-2-15 15,-8 0-26-15,3 0-38 0,0 0-33 0,0-2-44 16,1 1-37-16,4-2-42 0,-2-1-115 0,1-1-248 15,-3 0 110-15</inkml:trace>
  <inkml:trace contextRef="#ctx0" brushRef="#br0" timeOffset="63513.21">30036 6553 181 0,'0'0'179'0,"0"0"-10"0,0 0-17 16,0 0-2-16,0 0-4 0,0 0 0 0,0 0-5 15,0 0-3-15,-14 17-7 0,7-8-7 0,1-2-5 16,4 3-9-16,-4-1-11 0,3-1-6 0,0 2-8 15,0-5-5-15,3 4 0 0,0-9-6 0,2 13 6 16,2-7-2-16,2 1-1 0,0 0-7 0,6-3-2 0,-1-1 4 16,2-1 4-16,1 0-6 0,-2-3-2 15,0 0-5-15,0 1-4 0,-2-1-5 0,0 0 6 16,-2-2-5-16,-1 1-2 0,1-3-4 0,-4 1-10 16,0-2 1-16,-1-1-2 0,-2-2-6 0,0 0-2 0,-2-1-3 15,-2-1-7-15,2 2 2 0,-4-4-4 0,1 5-7 16,-2-3 0-16,-1 4-5 0,1-1-5 15,-1 1-15-15,0 1-11 0,-5 2-40 0,2 1-14 16,-1 0-25-16,-2 3-35 0,3 3-46 0,-3 0-54 16,1 0-50-16,3-1-146 0,-2 1-470 0,6-1 209 0</inkml:trace>
  <inkml:trace contextRef="#ctx0" brushRef="#br0" timeOffset="86598.86">26800 6366 22 0,'0'0'38'0,"0"0"-18"0,0 0-10 0,0 0-25 0,0 0-17 15,0 0 7-15</inkml:trace>
  <inkml:trace contextRef="#ctx0" brushRef="#br0" timeOffset="87048.96">27204 6314 32 0,'0'0'48'16,"0"0"0"-16,0 0-14 0,0 0-2 0,0 0-7 15,0 0-7-15,0 0-1 0,0 0-12 0,0 0-7 16,0 0-13-16,0 0-26 0,0 0-43 16,0 0 19-16</inkml:trace>
  <inkml:trace contextRef="#ctx0" brushRef="#br0" timeOffset="89849.79">27164 6380 10 0,'-9'2'68'0,"9"-2"-14"16,0 0-15-16,0 0-23 0,0 0-26 0,0 0-20 0,-11 1-32 15,11-1 15-15</inkml:trace>
  <inkml:trace contextRef="#ctx0" brushRef="#br0" timeOffset="90255.16">27130 6457 67 0,'0'0'103'0,"0"0"-12"0,0 0-13 0,-8 3-8 15,8-3-8-15,0 0-10 0,0 0-24 0,0 0-15 0,0 0-17 16,0 0-32-16,0 0-52 0,-10 4-94 0,10-4 41 16</inkml:trace>
  <inkml:trace contextRef="#ctx0" brushRef="#br0" timeOffset="91635.89">17118 5915 46 0,'0'0'78'0,"0"0"-5"0,0 0-8 0,0 0-8 16,0 0-13-16,0 0-16 0,0 0-27 0,0 0-33 16,0 0-28-16,0 0-65 0,0 0 28 0</inkml:trace>
  <inkml:trace contextRef="#ctx0" brushRef="#br0" timeOffset="91853.33">16695 5951 11 0,'0'0'3'15,"0"0"-6"-15,0 0-3 0,0 0 3 0</inkml:trace>
  <inkml:trace contextRef="#ctx0" brushRef="#br0" timeOffset="92468.08">17121 5979 25 0,'0'0'50'0,"0"0"-16"16,0 0-25-16,0 0-29 0,0 0-22 0,-11 7 11 15</inkml:trace>
  <inkml:trace contextRef="#ctx0" brushRef="#br0" timeOffset="93062.74">16661 6034 11 0,'0'0'25'0,"0"0"-31"0,0 0-7 0,0 0 3 15</inkml:trace>
  <inkml:trace contextRef="#ctx0" brushRef="#br0" timeOffset="93659.08">17135 5960 64 0,'0'0'57'15,"0"0"-27"-15,0 0-30 0,0 0-26 0,0 0-27 16,0 0 13-16</inkml:trace>
  <inkml:trace contextRef="#ctx0" brushRef="#br0" timeOffset="93859.13">16795 5970 29 0,'0'0'47'0,"0"0"-23"15,10 7-32-15,-10-7-8 0,0 0-16 0,0 0 7 16</inkml:trace>
  <inkml:trace contextRef="#ctx0" brushRef="#br0" timeOffset="94064.92">17174 5934 42 0,'0'0'73'0,"0"0"-9"0,0 0-13 0,0 0-18 16,-11 8-17-16,11-8-25 0,-8 4-36 0,8-4-49 15,-6 1 21-15</inkml:trace>
  <inkml:trace contextRef="#ctx0" brushRef="#br0" timeOffset="94461.5">17137 5943 11 0,'0'0'41'0,"-5"5"-17"0,5-5-32 0,0 0-4 16,-8 2-12-16,8-2 6 0</inkml:trace>
  <inkml:trace contextRef="#ctx0" brushRef="#br0" timeOffset="95853.31">17346 5795 45 0,'0'0'43'16,"0"0"-14"-16,0 0-16 0,0 0-21 0,0 0-13 15,0 0-22-15,0 0 10 0</inkml:trace>
  <inkml:trace contextRef="#ctx0" brushRef="#br0" timeOffset="100185.72">21748 6125 75 0,'0'0'73'0,"0"0"1"0,0 0-5 0,0 0-12 0,0 0 3 16,0 0-8-16,-1-9-6 0,1 9 2 0,0 0-11 15,0 0 3-15,0 0 2 0,0 0-3 0,0 0-5 16,0 0-5-16,0 0 2 0,0 0-4 0,0 0-7 16,0 0 0-16,0 0-7 0,0 0 1 0,0 0-4 15,0 0 0-15,0 0 1 0,0 0-5 0,0 0 4 16,0 0-1-16,0 0-4 0,0 0 2 0,0 0-4 16,0 0 3-16,0 0-4 0,0 0-2 0,0 0 8 15,0 0-7-15,1 25-1 0,-1-25-5 0,0 9 10 16,0-9 5-16,0 9-7 0,0-9-3 0,-1 10 1 15,1-10 5-15,0 10-6 0,0-10-6 0,1 12 9 16,1-7 0-16,-2-5-3 0,0 13 5 0,0-13-3 16,1 9-4-16,-1-9 9 0,0 11-8 0,0-11 2 15,2 9 4-15,1-4 2 0,-3-5-3 0,1 10 3 16,2-4-8-16,-3-6 4 0,1 11-1 0,-1-11-10 16,0 9 13-16,3-4-8 0,-3-5 6 0,0 8 4 15,0-8-7-15,1 9 2 0,-1-9 9 0,1 7-10 16,-1-7 1-16,0 0-5 0,0 10 5 0,0-10-3 15,0 7 12-15,0-7-14 0,0 0 9 0,0 10-14 16,0-10 0-16,1 6 14 0,-1-6-1 0,2 6-4 16,-2-6-1-16,0 0-3 0,0 10 4 0,0-10 0 15,1 6 1-15,-1-6-2 0,0 0-4 0,3 9 3 0,-3-9 7 16,0 0-2-16,0 8-5 0,0-8 1 16,1 7 11-16,-1-7-15 0,0 0 6 0,2 9-9 0,-2-9 3 15,2 6 5-15,-2-6-1 0,0 0 5 16,2 7-2-16,-2-7-3 0,0 0 8 0,3 9-8 15,-3-9 0-15,0 0-1 0,1 5 0 0,-1-5 9 0,0 0-8 16,1 8-7-16,-1-8 10 0,0 0-8 0,0 0 6 16,0 0 4-16,2 7-5 0,-2-7-11 15,0 0 12-15,0 0-5 0,0 0 10 0,0 9-5 16,0-9-3-16,0 0 6 0,0 0-1 0,1 7-2 0,-1-7 0 16,0 0 0-16,0 0-7 0,0 0 1 0,0 0-12 15,4 6 21-15,-4-6 2 0,0 0-9 0,0 0 7 16,0 0-4-16,0 0 2 0,0 0-2 15,0 0 2-15,0 0 5 0,2 7-9 0,-2-7 4 0,0 0 1 16,0 0-1-16,0 0-2 0,0 0 4 0,0 0-6 16,0 0 2-16,0 0 2 0,0 0 10 0,0 0-8 15,0 0-5-15,0 0-3 0,0 0 4 0,0 0-4 16,0 0 9-16,0 0 0 0,0 0-7 0,0 0 7 16,0 0 0-16,0 0 1 0,3 6-9 0,-3-6-1 15,0 0 2-15,0 0 2 0,0 0 2 0,0 0 1 16,0 0-4-16,0 0 9 0,0 0-9 0,0 0 3 15,0 0 2-15,0 0-3 0,0 0 5 16,0 0-7-16,0 0 2 0,0 0 3 0,0 0 4 0,0 0-4 16,0 0-8-16,0 0-2 0,0 0 1 0,0 0-5 15,0 0-14-15,0 0 4 0,0 0 4 0,0 0 1 16,0 0-2-16,0 0 3 0,0 0-3 0,0 0 2 16,0 0 2-16,0 0 4 0,0 0-2 0,0 0 1 15,0 0 3-15,0 0 3 0,0 0-4 0,0 0 3 16,0 0 3-16,0 0-8 0,4-21 9 0,-4 21-6 15,0 0 5-15,0 0 1 0,0 0-5 0,0 0 5 16,0 0-3-16,0 0 4 0,0 0 0 0,0 0-1 16,0 0-3-16,0 0 9 0,0 0-2 0,0 0-3 15,0 0-1-15,0 0-14 0,0 0 16 0,0 0 0 16,0 0 4-16,0 0-5 0,0 0 7 0,0 0-5 16,0 0-1-16,0 0 9 0,0 0-13 0,0 0 7 15,0 0 10-15,0 0-13 0,0 0 2 0,0 0-4 16,0 0 12-16,0 0-11 0,0 0 3 0,0 0-3 15,0 0-5-15,0 0 4 0,0 0-2 0,0 0 2 16,0 0 2-16,0 0 8 0,0 0 0 0,0 0-9 16,0 0-1-16,0 0-2 0,0 0-10 0,0 0-5 15,0 0-5-15,0 0 5 0,0 0-2 0,0 0-3 16,0 0-2-16,1-8-2 0,-1 8-12 0,0 0-8 16,0 0-19-16,0 0-40 0,0 0-114 0,0 0 51 15</inkml:trace>
  <inkml:trace contextRef="#ctx0" brushRef="#br0" timeOffset="105017.21">21766 6257 47 0,'0'0'47'0,"-1"-7"-8"0,1 7-4 0,0 0 5 15,0 0-1-15,0 0-12 0,0 0 4 16,0 0 1-16,-3-8-3 0,3 8 2 0,0 0-3 0,0 0 1 15,0 0 6-15,0 0-4 0,0 0-8 16,0 0-1-16,0 0-4 0,0 0-2 0,0 0-4 16,0 0 11-16,0 0-13 0,0 0 7 0,0 0-6 15,0 0 0-15,0 0-2 0,0 0-6 0,0 0 2 16,0 0 1-16,0 0 2 0,0 0-2 0,0 0-5 0,0 0 4 16,0 0 1-16,0 0-12 0,0 0 12 0,0 0-3 15,0 0-5-15,2 27 3 0,-2-27 0 0,0 0-5 16,0 12 8-16,0-12-8 0,0 7 5 15,0-7 2-15,-2 9-4 0,2-9 7 0,0 11-1 0,0-11 0 16,-1 10-7-16,1-10 8 0,0 7-8 0,0-7-10 16,-1 12 9-16,1-12 7 0,0 10 0 15,0-10-2-15,-4 10-4 0,3-4 5 0,1-6-4 16,0 9 0-16,0-9-2 0,0 11 5 0,0-11 9 16,-3 9-3-16,3-2-6 0,0-7 3 0,-2 11-5 0,2-5 0 15,0-6 0-15,0 13 2 0,0-13 3 0,0 11-6 16,0-11-2-16,0 12 6 0,-2-7 2 0,2-5-5 15,2 12 0-15,-1-6 0 0,-1-6 6 0,0 11-3 16,0-11 4-16,1 7-2 0,0-1-3 0,-1-6 6 16,2 7-5-16,-2-7-3 0,1 7 5 0,-1-7-6 15,0 0 0-15,4 10 2 0,-4-10-6 0,1 8 2 16,-1-8 5-16,3 7 0 0,-3-7-3 0,0 0 1 16,0 10 3-16,0-10 5 0,1 6-6 15,-1-6-9-15,1 7 8 0,-1-7-3 0,0 0 9 0,0 9-4 16,0-9-17-16,0 10 8 0,0-10 5 0,1 6 3 15,-1-6 4-15,0 0 4 0,0 11-7 0,0-11 1 16,2 9-2-16,-2-9 2 0,0 0-2 16,1 8 0-16,-1-8 5 0,0 8-3 0,0-8 2 0,0 0-6 15,0 7 8-15,0-7-10 0,0 0 0 0,-1 10 5 16,1-10 3-16,2 7-4 0,-2-7-2 0,0 0 5 16,0 9-8-16,0-9 3 0,0 8 0 0,0-8-5 15,0 0 7-15,0 13 5 0,0-13-5 0,-1 7 4 16,1-7-1-16,0 0-5 0,-1 12 9 0,1-12-7 15,-3 7-5-15,3-7-2 0,0 8 9 0,0-8-9 16,0 0 2-16,-1 9 2 0,1-9 6 0,0 0-2 16,0 9-5-16,0-9 4 0,0 0 1 0,-1 10-1 15,1-10-5-15,0 0 12 0,0 10-10 0,0-10 6 16,0 0 5-16,0 8-3 0,0-8-6 0,-2 7-3 16,2-7 1-16,0 0 2 0,-1 11 1 0,1-11 0 15,0 0-1-15,-1 9 10 0,1-9-11 0,-3 8 1 16,3-8 3-16,0 0-2 0,-1 10 5 0,1-10-14 15,0 0 10-15,0 8-2 0,0-8 0 0,0 0 3 16,-1 6-6-16,1-6 3 0,0 0 0 0,0 0 9 16,-3 9-10-16,3-9 8 0,0 0-11 0,0 0-4 15,-1 7 8-15,1-7 0 0,0 0-1 0,0 0-2 16,-3 7 8-16,3-7-5 0,0 0 2 0,0 0 0 16,0 0 7-16,0 0-6 0,-4 8 0 0,4-8 0 15,0 0-5-15,0 0-3 0,0 0 3 0,0 0 1 16,-2 4 0-16,2-4 4 0,0 0 4 0,0 0 1 15,-4 6-8-15,4-6-4 0,0 0 13 0,0 0-7 16,-8 3 6-16,8-3-15 0,0 0 9 0,-7 4-1 16,7-4 4-16,-7 2-3 0,7-2 0 0,-7 5 6 15,7-5-14-15,-8 4 4 0,8-4-1 0,-10 3 6 16,5-1-2-16,5-2 2 0,-11 2-7 0,11-2 10 16,-12 2-6-16,5 1 4 0,7-3 2 0,-14 1-3 15,5 0 6-15,2 0-5 0,-1-1-9 0,8 0 3 0,-13 2-2 16,7-1 9-16,6-1-6 0,-10 3 8 15,10-3-11-15,-12 1 2 0,12-1-6 0,-9 1 6 16,9-1 3-16,-9-1-10 0,9 1 8 0,-11 1-4 0,11-1 6 16,-10 2-6-16,10-2 7 0,-11 0-2 0,11 0-4 15,-10 1 11-15,10-1-5 0,-10 0-2 16,10 0 7-16,-10 1-27 0,10-1 25 0,-13 2-4 0,6 0 0 16,7-2-5-16,-14 0 1 0,8 1 6 0,-4 2-2 15,10-3-2-15,-17 1 7 0,9-1-9 0,-3 2-4 16,2 0 11-16,-1-1-7 0,-3-1 0 0,3 0 5 15,-3 1-3-15,3 1 0 0,-1-2-1 16,0 0-3-16,1 0-2 0,-2 0 12 0,0 0-8 16,1 0 3-16,0 0-3 0,-2-2-6 0,3 4 7 0,1-2-1 15,-4 0-8-15,3 0-4 0,-3 0 6 0,2 0-2 16,0-2-11-16,0 1-1 0,2 1 2 0,-3-1 5 16,2 1 1-16,0-2 0 0,-2 2-5 0,0 0 9 15,0-2-3-15,1 4 4 0,-2-2-15 0,1 0 12 16,0 0-10-16,-1 2 10 0,-1-2-2 0,2 0-6 15,1 1 4-15,-3-1 4 0,1 0 0 0,0 0-1 16,0 0 3-16,-1 1-3 0,1 1-6 0,2-2 10 16,-7 0-7-16,4 1 4 0,0 0-2 0,0 1 4 15,-4-2-2-15,4 2-2 0,-3-1 4 0,1-1 2 16,3 0-6-16,-1 2-12 0,0 0 16 0,1 0-3 16,0-2 4-16,0 0 0 0,1 0 1 0,-2 0-4 15,3 0 10-15,-1-2-4 0,3 0-1 0,-3 2-8 16,1-2 10-16,2 2-2 0,-2 0 2 0,-1-1-1 15,2-1 0-15,10 2 3 0,-18 0-8 0,7 0 0 16,1-2 2-16,-1 1 1 0,0 1 2 0,0 0 0 16,-2-1-1-16,3 1 2 0,1-2 5 0,-2 1-9 15,-2 0 2-15,1 1 2 0,1 0 2 0,0-4-4 16,0 3 2-16,1 1 1 0,-1-2 3 0,0 1 2 16,1 0-5-16,0-1-1 0,-3 1 4 0,3 0-1 15,3-1 2-15,-3 0 3 0,10 2-5 0,-18-1 3 16,10 1-4-16,-3 0 1 0,1 0 5 0,10 0-6 15,-18-1 0-15,10 1 3 0,-2 0 2 0,-2 1-1 16,5-1-2-16,-4 0 4 0,1 1-8 0,10-1 1 16,-15 0 3-16,6 0-3 0,0 2 2 0,9-2 3 15,-15 1-2-15,8 0 1 0,7-1 2 0,-15 0-4 16,9 0 1-16,6 0-8 0,-16 2 11 0,10 0 1 0,6-2 0 16,-10 1 2-16,3 0-2 0,7-1-3 15,-14 0-7-15,14 0 5 0,-11 0 5 0,11 0 3 16,-12-1 3-16,12 1-6 0,-10 0 2 0,10 0 4 15,-8 1 0-15,8-1 0 0,0 0-7 0,-10 0 5 16,10 0-1-16,0 0 2 0,-13-1 0 0,13 1-1 16,0 0 1-16,0 0-2 0,-9-3-4 0,9 3-6 15,0 0 8-15,0 0-1 0,-9 0 0 0,9 0-6 16,0 0 3-16,0 0 2 0,-11 0 0 0,11 0 5 16,0 0-9-16,0 0 4 0,-12 0-7 0,12 0 9 0,-6 3-3 15,6-3 3-15,0 0 0 0,-10 4-7 16,10-4 8-16,0 0-7 0,-10 0-2 0,10 0-1 15,-9 0 9-15,9 0-3 0,-11 0 1 0,11 0-1 16,-10 4 0-16,10-4-5 0,-10 0 9 0,10 0-1 16,-13 1-1-16,7 0 0 0,6-1 1 0,-13 3-1 0,5-3-3 15,8 0 3-15,-14 1 1 0,8 1-6 16,6-2 9-16,-15 0-9 0,7 2 3 0,8-2 2 16,-14 1 0-16,4-1 0 0,3 0 7 0,7 0-7 15,-16 2 5-15,8 0-6 0,8-2 3 0,-13 2-2 0,13-2 4 16,-13-2-2-16,7 4 6 0,6-2-9 0,-12 0-4 15,12 0 7-15,-11-2 0 0,11 2 0 0,0 0 1 16,-14-2 2-16,14 2-4 0,-9-2 6 16,9 2-4-16,-11 0-1 0,11 0 6 0,0 0-8 15,-13-1 3-15,13 1-2 0,-7-2 0 0,7 2 4 0,0 0-5 16,-12-2 14-16,12 2-7 0,0 0 5 0,-9-1-7 16,9 1 8-16,0 0-10 0,-8-1 11 0,8 1 2 15,0 0-2-15,0 0 0 0,-10-3 6 0,10 3-1 16,0 0 5-16,0 0-8 0,0 0 0 0,-7-5-7 15,7 5 6-15,0 0-4 0,0 0-10 0,0 0 7 16,0 0-2-16,0 0 6 0,0 0-4 0,-5-4-3 16,5 4 6-16,0 0-12 0,0 0 10 0,0 0-6 15,-4-6 3-15,4 6-5 0,0 0 2 0,-2-8 3 16,2 8-7-16,0 0 4 0,-4-6-3 0,4 6-2 16,0 0-1-16,0 0 4 0,-4-10 0 0,4 10-8 15,-2-8 16-15,2 8-1 0,0 0-8 0,-2-9 5 16,2 9-5-16,0 0-13 0,0-9 20 0,0 9-3 15,-2-8-5-15,2 8-3 0,-1-10 18 0,1 10-5 16,-3-8-3-16,3 8 4 0,-1-10 1 0,1 10-5 16,0-12-9-16,0 12 5 0,0-9-1 0,0 9 2 15,-2-12 7-15,1 5-4 0,1 7-4 0,-2-10-5 16,2 10 0-16,0-10 3 0,0 10 3 0,-2-10-4 16,2 10 0-16,-1-11 2 0,1 11-1 0,-1-10 5 15,1 10 0-15,-4-9 2 0,4 9-5 0,-3-8 11 16,3 8-3-16,-2-7-11 0,2 7 7 0,0-10-3 15,0 10-2-15,-4-10-1 0,4 10 20 0,-4-7-12 16,4 7-4-16,-1-9 4 0,1 9 0 0,-4-6-4 16,4 6 2-16,-3-8-1 0,3 8-2 0,-1-7 5 15,1 7 3-15,0 0-5 0,-2-10 2 0,2 10-2 16,-2-7 5-16,2 7-3 0,0 0-6 0,-2-10 4 16,2 10 2-16,0 0-7 0,-2-9 6 0,2 9-4 15,0 0 11-15,-2-6-1 0,2 6-4 0,0 0 2 16,0 0-4-16,-3-9-3 0,3 9 7 0,0 0 4 15,0 0-3-15,0 0-7 0,-2-8 9 0,2 8-5 0,0 0-8 16,0 0 4-16,0 0-1 0,-3-9 4 0,3 9-5 16,0 0-1-16,0 0 2 0,-5-5-4 15,5 5 3-15,0 0-1 0,-4-6-2 0,4 6 3 16,0 0-1-16,0 0-6 0,-2-8 3 0,2 8 3 0,0 0 1 16,0 0-3-16,0 0 2 0,0 0-3 0,-2-9 3 15,2 9 2-15,0 0-4 0,0 0-8 16,0 0 8-16,0 0-4 0,-3-6 6 0,3 6-6 15,0 0 8-15,0 0-4 0,0 0-5 0,0 0 6 0,0 0 3 16,0 0-4-16,-4-6 5 0,4 6-2 0,0 0-1 16,0 0-4-16,0 0 10 0,0 0-5 0,0 0 2 15,0 0 3-15,0 0-4 0,0 0 5 0,0 0 3 16,0 0-10-16,0 0 8 0,0 0 2 16,0 0-3-16,0 0-1 0,0 0 0 0,0 0 1 0,0 0-9 15,0 0 10-15,0 0-1 0,0 0-5 0,0 0 2 16,0 0 0-16,0 0-3 0,0 0 0 0,0 0 5 15,0 0-2-15,-4-6 1 0,4 6-5 0,0 0 3 16,0 0 5-16,0 0-8 0,0 0 10 0,0 0-6 16,0 0 4-16,0 0-1 0,0 0 4 0,0 0-2 15,0 0-2-15,0 0 1 0,0 0-3 0,0 0 3 16,0 0-3-16,0 0 1 0,0 0-1 0,0 0-1 16,0 0 2-16,0 0-3 0,0 0-4 0,0 0 3 15,0 0-1-15,0 0 0 0,0 0 2 0,0 0-2 16,0 0-2-16,0 0 0 0,0 0-4 0,0 0 3 15,0 0-4-15,0 0 2 0,0 0-5 0,0 0-11 16,0 0-16-16,0 0-19 0,0 0-29 0,0 0-24 16,0 0-28-16,0 0-25 0,0 0-138 0,0 0-318 15,0 0 141-15</inkml:trace>
  <inkml:trace contextRef="#ctx0" brushRef="#br0" timeOffset="105694.27">21926 5921 87 0,'-8'-4'100'0,"8"4"-4"0,0 0-5 0,0 0-17 16,0 0 2-16,0 0-6 0,-18 8-3 15,18-8 17-15,-5 9-7 0,3-5-9 0,-1 4 1 16,0-3-13-16,3-5-7 0,-3 12-2 0,1-6-5 0,2-6-2 16,2 12-3-16,-2-12-3 0,1 10-3 0,3-4-3 15,-2-1 3-15,2-1 3 0,1 0-6 0,2 0 3 16,-7-4-9-16,11 5-2 0,-4-3 11 16,-7-2-6-16,11 3-6 0,-2-2 9 0,-9-1 4 0,12 0 5 15,-12 0 3-15,9 0-1 0,-9 0-1 0,10-6-2 16,-5 2 1-16,-1-1 6 0,0 1-6 0,-4 4 5 15,3-11 2-15,-1 5-3 0,-2 6-8 0,-2-15-4 16,2 15 2-16,-2-14-5 0,1 7-1 0,-2 0-5 16,-1-1 0-16,2 2 12 0,2 6-3 0,-9-9-7 15,1 4 0-15,3 2-8 0,-4 0 0 0,-2 1-7 16,0 1-17-16,1 2-11 0,-4-1-24 0,2 2-30 16,-2 1-26-16,4 3-24 0,0-2-28 0,-3 3-156 15,3-1-335-15,2 2 148 0</inkml:trace>
  <inkml:trace contextRef="#ctx0" brushRef="#br0" timeOffset="105972.43">22072 5931 116 0,'0'0'194'0,"0"0"-16"0,0 0-13 15,0 0-19-15,0 0-13 0,0 0-15 0,0 0-15 16,0 0-9-16,0 0-14 0,0 0-9 0,0 0-7 16,0 0-3-16,5 17-9 0,-5-10-1 0,1 2-6 15,0 0-4-15,-1 2-5 0,2 0 2 0,-2-11-8 16,-3 22-1-16,4-8 2 0,-2-2-6 0,2-1-3 16,-1 1 0-16,0-1-5 0,0-11 3 0,0 22-6 15,-2-12-16-15,2 0-19 0,0 2-39 0,0-12-40 16,-2 20-29-16,0-11-35 0,-2 1-90 0,0-3-274 15,4-7 121-15</inkml:trace>
  <inkml:trace contextRef="#ctx0" brushRef="#br0" timeOffset="106213.63">22151 5977 71 0,'0'0'127'0,"0"0"-21"0,0 0 6 0,0 0-1 0,0 0-6 16,0 0-11-16,6 25-4 0,-6-16-6 0,3 7-7 15,-2 0-10-15,0 0 1 0,-2 2-9 0,1-3-6 16,-1 1-6-16,1-3-3 0,-3 3-3 0,6-1 0 16,-6-3-13-16,2-1 2 0,1 0-4 0,0-11-21 15,-1 20-23-15,1-11-17 0,0-9-32 0,-1 14-33 16,-1-9-111-16,-3 3-230 0,5-8 102 0</inkml:trace>
  <inkml:trace contextRef="#ctx0" brushRef="#br0" timeOffset="106443.63">22210 5999 77 0,'4'-7'135'0,"-4"7"-8"0,0 0-15 0,5-3-16 16,-5 3-1-16,0 0-17 0,0 0-4 0,0 0-7 16,0 0-7-16,0 0-2 0,10 12-13 0,-10-12 1 15,0 0-6-15,0 14-4 0,0-14-3 0,-5 13 4 16,-2-4-3-16,1 0-10 0,-4 4-30 0,-4-2-19 16,2 1-22-16,-3-1-19 0,-2 2-23 0,-1-1-85 15,2-1-188-15,-2-2 84 0</inkml:trace>
  <inkml:trace contextRef="#ctx0" brushRef="#br0" timeOffset="117683.34">9758 5981 46 0,'0'0'44'0,"-10"-7"0"15,5 5-7-15,5 2-2 0,-8-5-6 0,8 5-2 16,-7-3 3-16,7 3-10 0,-8-4 0 0,8 4-3 15,-8-3-1-15,8 3 1 0,0 0-4 16,-11-3-3-16,11 3-3 0,-8-1 3 0,8 1 6 16,-10-2 4-16,10 2-9 0,-10 3 3 0,10-3-6 0,-11 0 2 15,11 0-2-15,-10 3 7 0,10-3-1 0,-9 0-2 16,9 0-2-16,-10 3-1 0,10-3 2 0,-13 5-7 16,8-3 0-16,-1 0 3 0,6-2-1 0,-9 5-3 15,9-5 7-15,-9 3-2 0,9-3-4 0,-8 2 2 16,8-2 0-16,-5 4-5 0,5-4-1 0,0 0 0 15,-5 5-1-15,5-5-4 0,0 0 7 0,0 0-4 16,-3 5 1-16,3-5-1 0,0 0 4 0,-1 8-1 16,1-8 6-16,0 0 4 0,0 0 8 0,10 8 1 15,-6-6 6-15,-4-2-2 0,12 7 10 0,-5-6-9 16,4 2-2-16,1-1 0 0,5-1 3 16,1 1-1-16,0-2-4 0,2-2 9 0,7 2 2 0,1 0-11 15,3-1 5-15,1-3 1 0,1 2 1 0,2-2 3 16,17 0 2-16,-3 0-5 0,5-1 1 0,0 0-10 15,2 0 4-15,6 0 0 0,-3 3-4 0,6-3-6 16,1 0 11-16,-1 1-9 0,2-2 2 0,22 1-5 16,-27 1-1-16,0-1-5 0,29 0 7 0,-31 0-5 15,2 1 0-15,0 0 0 0,3 1-3 0,-1-1-2 16,-1 3 3-16,-3 0-5 0,-3 2 8 0,1-2-2 16,-6 2-1-16,2 0-4 0,-16 1 0 0,16 0 5 15,0 3-2-15,-2-3-2 0,-1 2 1 0,1-1 4 16,-13 0-7-16,14 1-3 0,1-1 9 0,-14-2-5 15,10 2-2-15,-12-1 0 0,13 0 6 0,-14 0-1 16,1-2-3-16,-1 0 2 0,-1-2 1 0,1 2 7 16,-2-1 2-16,-1 0-5 0,2-1 11 0,-3 0-6 15,1 2 5-15,0-2-7 0,-3-1 10 0,1-1 4 16,1 0-1-16,-4 0-5 0,1 2 9 0,-1 0-2 16,-6-1-4-16,6 1-4 0,-8 1 4 0,-2-2-3 15,0 2 2-15,3-2 6 0,-5 1-8 0,2 0-4 16,-4-1 1-16,-1 2-2 0,-1 0-3 0,1 0-2 15,-3-1 4-15,0 0 0 0,3 1 1 0,-5 0-4 16,2 0 3-16,-2-1 0 0,-4 2 2 0,5-2 0 16,-10 2 0-16,14 0-2 0,-7-1 2 0,-7 1-6 15,11-2 3-15,-11 2-4 0,0 0 1 0,12 0-1 16,-12 0 1-16,6-2-2 0,-6 2-2 0,0 0-2 16,0 0 1-16,0 0 1 0,0 0-4 0,0 0 4 15,9 1-1-15,-9-1-5 0,0 0 6 0,0 0-2 16,0 0 5-16,0 0 0 0,0 0-4 0,0 0 6 15,0 0-2-15,0 0 3 0,0 0 0 0,0 0-1 16,0 0 3-16,0 0 1 0,0 0 0 0,0 0-2 16,0 0 0-16,0 0 1 0,0 0 2 0,9 1 2 15,-9-1-2-15,0 0 0 0,0 0 1 0,0 0-2 16,0 0 0-16,0 0 0 0,0 0 1 0,0 0-1 16,0 0 0-16,0 0-1 0,0 0 2 0,0 0-2 15,0 0 0-15,0 0-2 0,0 0 2 0,0 0 0 16,0 0-7-16,0 0 3 0,0 0-2 0,0 0 1 15,0 0-3-15,0 0 1 0,0 0-4 0,0 0 6 16,0 0-4-16,0 0-1 0,0 0-1 0,0 0 0 16,0 0-1-16,0 0 0 0,0 0-1 0,0 0-2 15,0 0 3-15,0 0-1 0,0 0 4 0,0 0-7 16,0 0 2-16,0 0-1 0,0 0 1 0,0 0 1 16,0 0-1-16,0 0 0 0,0 0 5 0,0 0-4 15,0 0-1-15,0 0 3 0,0 0-5 0,0 0 3 16,0 0-2-16,0 0 0 0,0 0 0 0,0 0-1 15,0 0 2-15,0 0-18 0,0 0 4 0,0 0-4 16,0 0 3-16,0 0 0 0,0 0 3 0,0 0 1 16,0 0 1-16,0 0 4 0,0 0 1 0,0 0-4 15,0 0 1-15,0 0 8 0,0 0-3 0,0 0-5 16,0 0 1-16,0 0 3 0,0 0 1 0,0 0-3 16,0 0 2-16,0 0 3 0,0 0-1 0,0 0 1 15,0 0 0-15,0 0 1 0,0 0 4 0,0 0-1 16,0 0-4-16,0 0 2 0,0 0 1 0,0 0-1 15,0 0 2-15,0 0-1 0,0 0-4 0,0 0 3 16,0 0-1-16,0 0 0 0,0 0 1 0,0 0 0 0,0 0 1 16,0 0-2-16,0 0 1 0,0 0 1 15,0 0-2-15,0 0 0 0,0 0 0 0,0 0-5 16,0 0 6-16,0 0-2 0,0 0 0 0,0 0 0 16,0 0 2-16,0 0 0 0,0 0 4 0,0 0-6 15,0 0 4-15,0 0 3 0,0 0-4 0,0 0-1 0,0 0 1 16,0 0 1-16,0 0-2 0,0 0 0 15,0 0-1-15,0 0-1 0,0 0-2 0,0 0 1 16,0 0 2-16,0 0 0 0,0 0 0 0,0 0 0 16,0 0-2-16,0 0 5 0,0 0-8 0,0 0 4 15,0 0-1-15,0 0 4 0,0 0-4 0,0 0 1 16,0 0-1-16,0 0 8 0,0 0-7 0,0 0 2 0,0 0-2 16,0 0 2-16,0 0-7 0,0 0 11 15,0 0-10-15,0 0 5 0,0 0-1 0,0 0-1 16,0 0 1-16,0 0-2 0,0 0 4 0,0 0-3 15,0 0-1-15,0 0 4 0,0 0-7 0,0 0-2 0,0 0-7 16,0 0 1-16,0 0-4 0,0 0 2 0,0 0-9 16,0 0-3-16,0 0-10 0,0 0-12 15,0 0-6-15,0 0-12 0,0 0-8 0,0 0-12 16,0 0-1-16,0 0-20 0,0 0-13 0,0 0-11 16,0 0-10-16,0 0-111 0,0 0-273 0,0 0 122 15</inkml:trace>
  <inkml:trace contextRef="#ctx0" brushRef="#br0" timeOffset="122729.31">27263 6343 15 0,'0'0'48'0,"0"0"-24"0,0 0-29 15,0 0-9-15,0 0-15 0,0 0 6 0</inkml:trace>
  <inkml:trace contextRef="#ctx0" brushRef="#br0" timeOffset="127365.81">31338 3456 132 0,'-10'3'192'16,"10"-3"-4"-16,0 0-5 0,0 0-8 0,0 0-11 16,0 0-6-16,0 0-11 0,-5 4-8 0,5-4-10 15,0 0-10-15,0 0-5 0,0 0-12 0,0 0-7 16,0 0-9-16,0 0-10 0,-7 3-3 0,7-3-9 16,0 0-4-16,0 0-7 0,0 0-3 15,0 0-5-15,0 0-1 0,0 0-7 0,28 0 1 16,-17-2-10-16,0 2-19 0,2-1-25 0,4 0-27 0,-5-2-36 15,0 3-34-15,-12 0-25 0,19-2-56 0,-11 4-160 16,-2-2-382-16,-6 0 170 0</inkml:trace>
  <inkml:trace contextRef="#ctx0" brushRef="#br0" timeOffset="127557.68">31391 3573 185 0,'0'0'189'0,"-4"6"-6"0,4-6-9 16,0 0-13-16,0 0-9 0,0 0-14 0,0 0-12 16,0 0-10-16,0 0-15 0,0 0-11 0,0 0-31 15,23 0-25-15,-23 0-42 0,16-2-38 16,-16 2-46-16,25-5-54 0,-14 4-90 0,-1-3-256 16,1 2 113-16</inkml:trace>
  <inkml:trace contextRef="#ctx0" brushRef="#br0" timeOffset="128081.43">31678 3195 1844 0,'-4'-29'-22'0,"3"4"94"15,0 5 0-15,-2 3 3 0,-1 0 2 0,3 5 3 16,0 3 5-16,-3 0-1 0,3 3-5 0,1 6-1 15,-3-10-1-15,3 10-4 0,-3-8-5 0,3 8-12 16,0 0-9-16,0 0-8 0,0 0-3 0,0 0-8 16,0 0 3-16,0 0-6 0,0 0-1 0,3 39-7 15,0-13 3-15,0 1-2 0,0 3-2 0,2 0 3 16,-2 0 0-16,-3 5-3 0,2-2-3 0,-2-2 32 16,3-2-7-16,-7 0 1 0,3-2 2 0,0-1-1 15,1-2-9-15,0-3 2 0,-3-4-1 0,3 2-16 16,-1-4 11-16,-1 2 0 0,2-5-7 0,-1 0 2 15,0-1-2-15,1-11 0 0,0 18-6 0,0-9-5 16,0-9 5-16,-2 11 1 0,2-11 0 0,0 0-3 16,2 16 0-16,-2-16-1 0,0 0 2 0,0 0 13 15,0 10 16-15,0-10 27 0,0 0 2 0,0 0-7 16,0 0-5-16,0 0-8 0,0 0-9 0,0 0-14 16,9-30 10-16,-4 19-7 0,-1 0-3 0,1-4-1 15,5 1-4-15,-2 0-6 0,3 1 5 0,-3 3 0 16,0 1-3-16,0 0-4 0,0-1-12 0,0 2 2 15,-2 3-3-15,3 0-2 0,-3 1 1 0,1 1-3 16,1 1 0-16,0 1-2 0,-8 1-2 0,16 1 4 16,-7 4-4-16,1-1-2 0,-2 1 3 15,-2 0-14-15,1 4 14 0,0-3-2 0,-2 2 7 16,-1 1-1-16,1 1 0 0,0-1 4 0,1 3-15 0,-3-5-24 16,1 5-27-16,-1-4-37 0,-2 2-28 0,-1-10-39 15,1 17-46-15,-1-17-64 0,-1 13-286 16,1-13-610-16,-8 12 271 0</inkml:trace>
  <inkml:trace contextRef="#ctx0" brushRef="#br0" timeOffset="128642.8">32102 3483 143 0,'2'-8'273'0,"-2"8"-17"0,0 0-2 0,0 0-12 16,6-11-16-16,-6 11-15 0,0 0-19 0,0 0-15 16,0 0-9-16,0 0-17 0,0 0-10 0,4-9-10 15,-4 9-11-15,0 0-7 0,0 0-13 0,0 0-5 16,0 0-5-16,0 0-8 0,0 0-2 0,0 0-9 16,0 0-1-16,0 0-16 0,0 0 15 0,0 0 3 15,0 0 3-15,0 0-2 0,0 0 3 0,0 0-2 16,0 0-2-16,0 0-11 0,0 0 8 0,0 0-6 15,0 0-3-15,0 0-3 0,0 0 4 0,0 0-8 16,0 0 1-16,0 0-6 0,0 0-1 0,0 0-3 16,0 0-3-16,0 0 1 0,0 0-8 0,0 0-7 15,0 0 6-15,0 0-1 0,0 0-6 0,0 0-1 16,0 0-10-16,0 0 3 0,0 0-6 0,0 0 0 16,0 0-1-16,0 0 0 0,0 0 3 15,0 0-8-15,0 0 2 0,0 0-7 0,0 0-2 0,0 0 0 16,0 0 8-16,0 0-8 0,0 0-1 0,0 0 4 15,0 0-4-15,0 0 1 0,0 0 4 0,-3 42 1 16,3-42 2-16,-2 20-4 0,2-8-11 0,0-12 12 16,-4 21 1-16,3-8-1 0,1-13 1 15,-3 20 5-15,2-10-11 0,1-10-1 0,-3 21 3 0,3-21 1 16,-1 16 3-16,1-4-1 0,0-12 0 16,-1 17 0-16,1-17 0 0,-2 13-5 0,2-13 9 0,0 0-1 15,0 19-14-15,0-19 8 0,0 0 4 0,3 13-3 16,-3-13-1-16,0 0-13 0,4 10-4 0,-4-10-20 15,0 0-16-15,0 0-17 0,0 0-15 16,0 0-23-16,0 0-33 0,0 0-43 0,0 0-49 16,0 0-47-16,0 0-57 0,0 0-235 0,0 0-618 15,0 0 273-15</inkml:trace>
  <inkml:trace contextRef="#ctx0" brushRef="#br0" timeOffset="129048.14">32079 3233 112 0,'0'0'287'0,"-1"-10"-10"0,1 10-24 0,0 0-27 16,0 0-18-16,-5-9-24 0,5 9-14 0,0 0-14 15,0 0 5-15,0 0-1 0,0 0-6 0,0 0-6 16,-8 28-5-16,7-18-10 0,1-10-4 0,-3 15-5 15,3-15-6-15,2 15-6 0,-2-15-12 0,-2 10-1 16,2-10-15-16,2 11-7 0,-2-11 5 0,0 0-3 16,0 0 4-16,1 14 5 0,-1-14-2 0,0 0 9 15,0 0 1-15,0 0 2 0,0 0-13 0,0 0 0 16,0 0-7-16,0 0-7 0,0 0-6 0,0 0-5 16,0 0-9-16,17-26 6 0,-14 20 8 0,-3 6-10 15,6-12-1-15,-6 12 0 0,1-11-6 16,-1 11 0-16,0 0-4 0,2-12-4 0,-2 12-7 15,0 0-1-15,0 0-8 0,0 0-3 0,2-8-5 0,-2 8 3 16,0 0-9-16,0 0 3 0,0 0-5 16,0 0-2-16,0 0 0 0,0 0-22 0,0 0-21 15,0 0-41-15,0 0-50 0,0 0-59 0,0 0-54 16,0 0-53-16,0 0-92 0,0 0-299 0,0 0-740 16,0 0 328-16</inkml:trace>
  <inkml:trace contextRef="#ctx0" brushRef="#br0" timeOffset="129763.69">30989 4872 99 0,'0'0'241'0,"0"0"24"0,-9 2-12 0,9-2-7 16,-4 5-5-16,4-5-16 0,0 0-18 0,0 0-11 16,-6 3-18-16,6-3-13 0,0 0-12 0,0 0-8 15,0 0-7-15,0 0-16 0,0 0-8 0,0 0-13 16,0 0-4-16,0 0-7 0,0 0-9 0,18 7-14 15,-10-7-19-15,2 0-18 0,0 0-32 0,-1 0-35 16,2-1-43-16,0 0-34 0,0-1-41 0,2 2-53 16,-1-2-42-16,-4 2-193 0,-8 0-480 0,0 0 213 15</inkml:trace>
  <inkml:trace contextRef="#ctx0" brushRef="#br0" timeOffset="129931.38">30994 4982 219 0,'0'0'218'0,"-3"5"-3"0,3-5-5 16,0 0-3-16,0 0-9 0,-4 6-15 0,4-6-12 16,0 0-12-16,0 0-10 0,0 0-8 0,0 0-16 15,21 6-14-15,-12-6-26 0,5-3-34 0,-1 2-39 16,0-1-53-16,0-2-61 0,5 0-70 0,-7 2-185 16,2-2-386-16,-2 1 170 0</inkml:trace>
  <inkml:trace contextRef="#ctx0" brushRef="#br0" timeOffset="130820.84">31585 4604 196 0,'-3'-8'249'0,"3"-3"9"16,0 0-4-16,3 1-15 0,-3 10-9 0,-3-11 1 15,3 4-5-15,0 7-8 0,-1-12-23 0,1 12-24 16,0 0-20-16,0-7-20 0,0 7-11 0,0 0-15 15,0 0-15-15,0 0-9 0,0 0-7 0,0 28-3 16,0-3 6-16,1 1 5 0,-2 5-14 0,-1-2-9 16,0 0 1-16,1 0-17 0,0 0 26 0,-1-1-1 15,0-1-14-15,-1-1-3 0,3 0-7 16,-2-3 7-16,0-4-20 0,1 0 23 0,0-2-5 16,1-2-9-16,0-4-6 0,0 2 5 0,-2-1-1 0,4-2-13 15,-2 0 5-15,0-4-2 0,0 3-23 0,0-9 16 16,0 10-23-16,0-10 25 0,0 0 4 0,-2 14-7 15,2-14 5-15,2 5 2 0,-2-5 5 16,0 0 15-16,0 0 4 0,1 7 11 0,-1-7-1 16,0 0-7-16,0 0 4 0,0 0-6 0,0 0-8 15,0 0-4-15,0 0-3 0,6-27-3 0,-3 15-6 0,2 1-10 16,4-4 3-16,-4 3-4 0,5-2-3 0,-3 4 3 16,3-4-6-16,-1 6-5 0,-1-1 0 0,2 1-4 15,-3 1 1-15,2 2-1 0,-1-1-6 16,1 1 2-16,-1 3-5 0,-1 0 4 0,4 1-5 15,-2 1 1-15,0 3 0 0,0 1-2 0,1-1 0 0,-3 4 1 16,1-1 2-16,-1 0 1 0,0 4-3 0,-1-2 3 16,0 0-2-16,-3 2 0 0,3-1 3 15,-3 0 1-15,0 1 3 0,2-2-19 0,-2-1-24 0,-1-1-26 16,1 2-53-16,-1-3-42 0,0 1-35 0,-2-6-37 16,1 11-42-16,0-6-64 0,-1-5-269 15,0 0-663-15,0 9 294 0</inkml:trace>
  <inkml:trace contextRef="#ctx0" brushRef="#br0" timeOffset="131225.94">32035 4968 299 0,'0'0'312'15,"0"0"-8"-15,0 0-9 0,0 0-17 0,4-8-25 16,-4 8-25-16,0 0-19 0,0 0-22 0,0 0-12 15,0 0-21-15,0 0-5 0,0 0 1 0,-16 22-19 16,12-16-16-16,-2 4-15 0,1-2-4 0,1 0-12 16,1 1-2-16,0 2-6 0,0-3-9 0,0 0-7 15,2-2-9-15,0 4-1 0,1-2-2 0,0-8-3 16,2 14-5-16,2-7 7 0,-4-7-10 0,7 12-1 16,-1-9-2-16,3 2 8 0,-9-5-6 0,17 6 3 15,-3-3 2-15,-3-2-2 0,1-1 0 0,2-1-1 16,0-2-2-16,0 1-15 0,3-2 9 0,-1-2 3 15,-6 2 4-15,6-6 5 0,-5 3 3 0,0 0 0 16,-3-2 8-16,0 0 7 0,-2-1-4 0,1-2-2 16,-5 0 0-16,3 1 1 0,-6-2 8 0,2 3-4 15,-2-3-3-15,-4 2-8 0,0 1-1 0,-1 3-7 16,-3-1-9-16,-3 0-2 0,2 2-5 0,-7 1-4 16,5 1-2-16,-3 2-2 0,-2 2-13 0,-3 2-23 15,5 0-28-15,-4 4-56 0,6-2-25 0,-3 1-60 16,0 2-59-16,1 2-61 0,3-2-90 0,2 1-284 15,1-2-739-15,9-6 327 0</inkml:trace>
  <inkml:trace contextRef="#ctx0" brushRef="#br0" timeOffset="132385.63">30427 6247 168 0,'0'0'253'0,"0"0"-2"0,0 0-8 0,0 0-10 16,0 0-8-16,0 0-22 0,0 0-17 0,0 0-7 16,0 0-15-16,0 0-17 0,0 0-12 0,0 0-14 15,0 0-8-15,0 0-14 0,0 0-11 0,0 0-9 16,0 0-3-16,6-4-4 0,6 3-14 0,-2 1-12 15,2-1-23-15,2 1-23 0,-4-1-30 0,1-1-26 16,3 2-32-16,-2 0-42 0,1 0-39 0,-2-4-38 16,1 2-207-16,-5 2-448 0,-7 0 198 0</inkml:trace>
  <inkml:trace contextRef="#ctx0" brushRef="#br0" timeOffset="132566.75">30482 6308 86 0,'-7'5'156'0,"7"-5"-11"16,0 0-8-16,0 0-11 0,0 0-11 0,0 0-12 15,0 0 3-15,0 0 4 0,0 0-9 0,8 11-14 16,-1-10-15-16,-7-1-31 0,16 3-33 0,-3-2-42 16,5-3-43-16,0 2-51 0,2-3-65 0,8-3-208 15,-1-1 93-15</inkml:trace>
  <inkml:trace contextRef="#ctx0" brushRef="#br0" timeOffset="133124.01">31227 5911 125 0,'-1'-9'283'16,"2"-1"-18"-16,-1 10-6 0,0-13-9 0,0 7-4 16,0 6-16-16,0-10-13 0,0 10-17 0,3-9-17 15,-3 9-24-15,0 0-23 0,0 0-12 0,-2-8-17 16,2 8-11-16,0 0-15 0,0 0-5 0,0 0-9 16,3 29-4-16,-2-11-8 0,0-1-6 0,1 7-4 15,-1-4-3-15,-1 8-5 0,1-4-4 0,1 1 1 16,-4 0-5-16,4-1-1 0,-2-5-1 0,0 0-4 15,-2 0-3-15,2-2-3 0,2 1-6 0,-2-3 6 16,0 0-4-16,0-3-2 0,1-2 9 0,0 0-8 16,-1 1 0-16,0-6-5 0,1 2 3 0,-1-7 0 15,0 13-2-15,3-9 3 0,-3-4-4 0,0 9 5 16,0-9 2-16,0 0 12 0,0 0 13 0,0 9 14 16,0-9 4-16,0 0 10 0,0 0 9 0,0 0-13 15,0 0 4-15,0 0-8 0,0 0-6 0,0 0-10 16,0 0 6-16,5-28-17 0,-3 15-5 0,5 0-14 15,1-2-1-15,-3 3-8 0,2-4 9 0,1 3 0 16,0 0-4-16,-1 3 4 0,3 3-10 0,-3-1-2 16,-1 1 1-16,3-1-2 0,-1 4-2 0,1 0-9 15,-1 2 3-15,-1 2-4 0,1-1 11 0,3 1-6 16,-3 3-2-16,1 0-5 0,-1 1 4 0,1 3 0 16,0 2-1-16,-1-1-1 0,1 4 9 0,-1-3-5 0,-3 0 11 15,3 2-9-15,-3 1 1 0,-2-2 2 16,0 2-17-16,0 1-27 0,-2-3-29 0,2 1-33 15,-2 0-35-15,-3 1-32 0,-2-3-37 0,2 1-64 16,-1 0-58-16,-3-1-174 0,3-4-550 0,3-5 244 16</inkml:trace>
  <inkml:trace contextRef="#ctx0" brushRef="#br0" timeOffset="133532.94">31830 6096 196 0,'0'0'308'0,"-2"-10"-6"0,2 10 4 15,-2-11-21-15,2 11-16 0,-2-8-18 0,2 8-9 16,-4-7-21-16,4 7-11 0,0 0-13 0,-3-7-16 16,3 7-32-16,0 0-14 0,0 0-9 15,0 0-16-15,0 0-14 0,0 0-8 0,0 0-8 16,-14 11-6-16,8-2-6 0,1 1-9 0,0 2-8 0,-2-1 0 15,2 4-4-15,-1 2-7 0,0 2-7 0,0 7 4 16,1-7 7-16,0 1-12 0,1-2-4 16,0 1-2-16,1 5-7 0,-2 1 1 0,2-6-4 15,3 0-2-15,-1-1 6 0,-1 2-8 0,1-2-2 0,1-1-1 16,0 2 9-16,1-3 0 0,-1 1-11 0,0 0-4 16,2-3 4-16,-1-1-2 0,0 0-3 15,-1-1 2-15,2-1 8 0,-1-1 0 0,0 2-2 16,0-2-1-16,-1-2-4 0,0 3-2 0,-1-5-1 15,1-6-20-15,-1 11-16 0,1-11-12 0,-1 8-16 0,1-8-14 16,-2 8-19-16,2-8-20 0,0 0-26 16,-2 8-26-16,2-8-37 0,0 0-36 0,0 0-36 0,0 0-28 15,0 0-164-15,0 0-505 0,-13-18 225 16</inkml:trace>
  <inkml:trace contextRef="#ctx0" brushRef="#br0" timeOffset="133835.65">31658 6432 76 0,'-6'-9'234'0,"6"9"-4"16,-2-5-8-16,2 5-7 0,0 0-15 0,0 0-9 15,0 0-17-15,0 0-10 0,0 0-16 0,10-10-1 16,2 10 2-16,6-3-9 0,1 0-12 0,-1 3-7 16,3-2-6-16,2 1-2 0,-3-1 2 0,0 1-1 15,0 0 7-15,-5-2-4 0,-3 3 10 16,4-3-15-16,-5 1 6 0,3 1 4 0,-5 0 0 0,-1 1 8 15,-8 0 4-15,12-2 13 0,-6 1-11 16,-6 1 3-16,9 0-3 0,-9 0 0 0,0 0-2 16,0 0-12-16,10-2-11 0,-10 2-10 0,0 0-5 0,0 0-13 15,10 0-7-15,-10 0-9 0,0 0-2 0,0 0-10 16,9 0-6-16,-9 0-12 0,0 0-26 0,0 0-36 16,0 0-47-16,0 0-39 0,8-2-55 0,-8 2-57 15,0 0-55-15,0 0-57 0,0 0-63 0,0 0-301 16,0 0-757-16,0 0 335 0</inkml:trace>
  <inkml:trace contextRef="#ctx0" brushRef="#br0" timeOffset="136652.18">26250 6989 177 0,'-2'-7'213'0,"2"7"-9"16,-1-18-8-16,1 13-12 0,0 5-3 0,-4-14-4 15,4 14-6-15,0-7-13 0,0 7-16 0,-2-9-14 16,2 9-14-16,0 0-14 0,0 0-15 0,0 0-4 16,0 0-6-16,0 0-13 0,0 0-10 15,0 0 1-15,6 36-6 0,-6-15-4 0,1 4 0 0,3 2-7 16,-6 0-3-16,4-2-1 0,0 3-4 0,-2 0 3 15,3-3-4-15,-3 0-2 0,4-6-3 0,-3 0 0 16,1-1-6-16,0-3 2 0,0 1-2 0,0-3-1 16,0-3-2-16,-2 2 2 0,5-3-5 0,-5-1 5 15,2-2-6-15,0 0-3 0,-2-6 4 0,5 7 1 16,-5-7 3-16,0 7 7 0,0-7 10 0,0 0 11 16,0 0 24-16,0 0-7 0,0 0-3 0,0 0-5 0,0 0-3 15,0 0-4-15,0 0-7 0,0 0-5 0,0 0-3 16,2-22-1-16,-1 12-5 0,1-1-3 15,2-1-4-15,0 1-6 0,-1-3 0 0,1 3-1 16,0-1-10-16,6-1 7 0,-4 2 2 0,3 0-12 0,0 1-4 16,3 0 4-16,1-1-2 0,3 1-2 0,-5 5-4 15,0-2 3-15,3 4-1 0,-3 0 1 0,1 2-1 16,0 2 1-16,-3 2-7 0,3 0 25 16,-3 1 0-16,2 3 3 0,-2 1-5 0,-4 2 0 0,3-1 4 15,-3 2-3-15,-1-2-4 0,1 4 1 0,-4-2-2 16,3 1 4-16,-4-2 1 0,2 2-3 0,-2-2-2 15,2 0-1-15,-2 1 0 0,0-1-3 0,0 0-9 16,0-2-29-16,0-2-23 0,0 3-20 16,0-9-27-16,-2 13-31 0,4-8-38 0,-2-5-36 0,0 9-34 15,0-9-198-15,4 6-481 0,-4-6 214 0</inkml:trace>
  <inkml:trace contextRef="#ctx0" brushRef="#br0" timeOffset="137467.81">26794 7180 164 0,'0'0'192'0,"0"0"4"0,0 0-6 0,0-9-3 16,0 9-3-16,0 0-10 0,0 0-4 0,0 0-13 16,0 0-8-16,0 0-9 0,0 0-8 0,0 0-11 15,0-8-11-15,0 8-14 0,0 0-9 0,0 0-10 16,0 0-10-16,0 0-3 0,0 0-6 0,0 0-2 16,0 0-6-16,4 23-1 0,-4-14 0 0,0 1 1 15,0 0-3-15,0 2 3 0,2 0 4 16,-2 1-3-16,2 3-4 0,-2-4 0 0,-2 4-2 0,4-1-3 15,-2 1 2-15,0-4-8 0,0 0 3 0,2-2-2 16,-2 2-5-16,0 0 1 0,0-4-1 0,0 3-2 16,0-2-1-16,0 0-2 0,2-3-3 0,-2-6-5 15,0 14 1-15,0-8-3 0,1 0-2 0,-1-6-3 16,-1 11 2-16,1-11 0 0,0 0-7 0,0 11-9 16,0-11-24-16,-2 7-20 0,2-7-19 0,0 0-23 15,0 0-30-15,0 8-28 0,0-8-43 0,0 0-22 16,0 0-51-16,0 0-185 0,0 0-484 0,0 0 214 15</inkml:trace>
  <inkml:trace contextRef="#ctx0" brushRef="#br0" timeOffset="137805.53">26951 7271 183 0,'0'0'193'15,"14"-3"-10"-15,-14 3-20 0,11 5-12 0,-5-4-8 16,-2 4 0-16,3 2-6 0,-2-2-7 0,0 3-8 16,-1-3-4-16,0 5 0 0,-2 1-3 0,0 0-4 0,-4 0-4 15,2-1-8-15,-4 1 1 16,2-1-3-16,-2 2-2 0,-1-5-5 0,0 3-5 0,1-2-6 16,-1 1-3-16,-1-4-5 0,3 3 5 0,-1-4-11 15,4-4-3-15,-6 7-5 0,6-7-3 0,-3 6-6 16,3-6-2-16,-5 6-6 0,5-6 0 0,0 0-6 15,0 0-4-15,0 0 0 0,-4 5-5 0,4-5-5 16,0 0-1-16,0 0-1 0,0 0 2 0,0 0-2 16,12 8-2-16,-12-8-4 0,13 1-4 0,-3 1-18 15,0-4-17-15,3 1-24 0,0 0-25 0,1 1-37 16,-1-2-28-16,6 0-34 0,4-1-41 0,-4-1-35 0,-1 0-181 16,-2 1-467-16,0-3 208 0</inkml:trace>
  <inkml:trace contextRef="#ctx0" brushRef="#br0" timeOffset="138019.22">27379 7310 96 0,'0'0'249'0,"0"0"-13"0,0 0-11 0,0 0-15 15,0 0-14-15,7-4-24 0,-7 4-14 0,7-4-16 16,-7 4-15-16,12-3-13 0,-2 1-12 0,-10 2-10 15,16-4-16-15,-7 4-25 0,-2 0-23 0,-7 0-31 16,14-2-33-16,-14 2-26 0,11 2-26 0,-11-2-26 0,11 0-20 16,-11 0-8-16,2 4-17 0,-2-4-97 0,0 0-278 15,0 0 123-15</inkml:trace>
  <inkml:trace contextRef="#ctx0" brushRef="#br0" timeOffset="138171.74">27438 7355 58 0,'0'0'89'0,"-4"6"0"0,4-6 6 0,-2 6 14 16,2-6 9-16,0 0 8 0,0 0 12 0,0 0-3 15,-2 7 4-15,2-7-11 0,0 0-7 0,0 0-12 16,0 0-6-16,0 0 0 0,0 0-3 16,0 0-11-16,0 0-4 0,14 0-7 0,-14 0-8 0,17-1-10 15,-10 1-26-15,4-2-37 0,3 1-37 0,-4-1-61 16,3-1-43-16,1-1-171 0,-3 3-341 0,1-4 151 16</inkml:trace>
  <inkml:trace contextRef="#ctx0" brushRef="#br0" timeOffset="140208.29">28023 6949 114 0,'0'0'114'0,"0"0"-6"0,-5-5 0 15,5 5 6-15,0 0-3 0,-3-6 4 0,3 6-10 16,-4-6-1-16,4 6 3 0,0 0 1 16,-3-10-2-16,3 10 1 0,0 0 0 0,0-7-5 0,0 7-6 15,0 0 2-15,-5-6-2 0,5 6-6 0,0 0-10 16,-3-8-5-16,3 8 7 0,0 0-3 0,-3-6-4 15,3 6-3-15,0 0-3 0,0 0-6 16,0 0-2-16,0 0-8 0,0 0-7 0,0 0-7 0,0 0-5 16,0 0-6-16,0 0-3 0,0 0-4 0,0 0-2 15,0 0-4-15,0 0-4 0,0 0-1 0,0 0 1 16,0 0-4-16,17 23 8 0,-13-12-11 0,4-1 4 16,-1 6-2-16,0-1-3 0,-2-3 1 0,2 3 3 15,-1 1 7-15,0-2-11 0,-1 0-1 0,1-2 2 16,-1-1-2-16,-2 0-2 0,5 1 3 0,-5 0 0 15,1-3 2-15,0 1-2 0,0-1-1 0,0-1 2 16,-2-2-1-16,2 0 0 0,-1 0-3 0,-1 0 3 16,-2-6-1-16,2 8 0 0,-2-8-1 0,5 6 6 15,-5-6-3-15,0 0 0 0,1 6 4 0,-1-6 6 16,0 0-2-16,0 0 10 0,3 4 7 0,-3-4 9 16,0 0-10-16,0 0-4 0,0 0-4 0,0 0-2 15,8-16-5-15,-8 16 1 0,4-11-1 0,-2 1 0 16,2 2-4-16,-2 1 2 0,-1-3-5 0,2-2 4 15,0 2-1-15,-1 0 0 0,-2 0-3 0,2 0 1 16,2 0-3-16,-1 0-3 0,-2-1 1 0,1 0 1 16,0 0-2-16,-2 0-2 0,3 1-1 0,-3 4-1 15,0 6-1-15,1-15-4 0,0 11-2 0,-1 4-6 16,1-9-11-16,-1 9-13 0,0 0-16 0,0 0-19 16,-1-14-16-16,1 14-14 0,0 0-10 0,0 0-23 15,0 0-20-15,0 0-30 0,1 27-36 0,1-19-142 16,-1-1-395-16,3 0 176 0</inkml:trace>
  <inkml:trace contextRef="#ctx0" brushRef="#br0" timeOffset="140429.73">28360 7135 196 0,'0'0'195'0,"0"0"-4"15,0 0-16-15,0 0-12 0,0 0-17 0,0 0-13 16,0 0-9-16,0 0-16 0,0 0-1 0,-7 18-1 15,7-18-8-15,-2 14 7 0,-1-10-10 0,1 5-5 16,2-9-11-16,0 15-6 0,-3-5-6 0,3 0-1 16,0 0-13-16,0-3-4 0,0 2-3 0,2 0-8 15,-2-3-19-15,0-6-21 0,-2 15-27 0,2-9-30 16,0-6-39-16,0 12-40 0,2-8-36 0,-2-4-163 16,-2 10-366-16,2-10 162 0</inkml:trace>
  <inkml:trace contextRef="#ctx0" brushRef="#br0" timeOffset="140615.76">28143 7314 101 0,'0'0'186'0,"0"0"-3"0,0 0-12 0,0 0-7 15,0 0-14-15,43-5-14 0,-22 4-12 0,6-1-13 16,-8-2-11-16,12 1-8 0,-10 1-30 0,1 2-35 15,-1 0-41-15,-1-1-47 0,-2 1-58 0,-9 1-117 16,0 1-255-16,-5-1 113 0</inkml:trace>
  <inkml:trace contextRef="#ctx0" brushRef="#br0" timeOffset="140950.41">28146 7433 72 0,'-2'8'201'16,"2"-8"-6"-16,0 7-4 0,0-7-16 0,0 13-5 16,4-6 0-16,-2 3-12 0,1 1-15 0,-1-1-11 15,0 1-11-15,2 1-11 0,1 1-2 0,-1-4-7 16,-2 2-7-16,1-1-14 0,1 2-4 0,0-6-5 16,-1 4-1-16,-1-2-9 0,2-3-1 0,-2 1-1 15,-2-6 0-15,6 10 4 0,-6-10 12 0,4 6 9 16,-4-6 13-16,4 3 0 0,-4-3-9 0,0 0-5 15,0 0 0-15,0 0-7 0,16-13-7 0,-10 8-8 16,-2-1 0-16,2-2-11 0,1-1-2 0,-1 0 5 16,4-2-15-16,-1-4-7 0,-3 4-2 0,2-4-4 15,2 0 0-15,-3 0-9 0,3 1-18 0,-4 3-12 16,-2 2-10-16,1 1-13 0,-1 1-19 0,0 2-30 16,-4 5-36-16,3-6-41 0,-3 6-48 0,0 0-36 15,0 0-27-15,0 0-176 0,0 0-486 0,0 0 216 16</inkml:trace>
  <inkml:trace contextRef="#ctx0" brushRef="#br0" timeOffset="141204.67">28335 7564 128 0,'0'0'200'0,"5"8"-3"0,-5-8-18 0,6 7-15 15,-2-3-10-15,-1 3-8 0,-1-2-5 0,-2-5-10 16,2 11-11-16,0-4-1 0,-2-7-5 0,0 11-1 15,0-11 4-15,-4 11-1 0,3-4 3 0,-2 0-7 0,0-1 0 16,3-6-7-16,-5 9-2 0,5-9-12 0,0 8-9 16,0-8-10-16,0 0-6 0,-3 6-1 15,3-6-11-15,0 0-1 0,0 0-2 0,0 0-4 16,6 8-7-16,-6-8-6 0,14 1-10 0,-2-2-19 16,0-1-25-16,1 0-30 0,7-2-38 0,-5 0-43 15,3 0-51-15,-1-2-44 0,-1-1-221 0,-4 0-483 0,3 1 215 16</inkml:trace>
  <inkml:trace contextRef="#ctx0" brushRef="#br0" timeOffset="141467.18">28705 7109 2166 0,'-2'-19'75'0,"-2"2"12"16,3 4 14-16,-3 3-25 0,2 1-14 0,1 3-10 0,1 6-21 15,-1-10-5-15,1 10-9 0,0 0 1 0,0 0 16 16,0 0 19-16,0 0 11 0,-5 34 2 0,4-9 10 16,-3 1-9-16,4 4-5 0,-1 3 0 15,-2 0-5-15,6-1-2 0,-2 1-3 0,3-1-2 0,1-2 4 16,4-2-14-16,-4 3 1 0,0-3-5 0,0-1-7 16,3-2 5-16,-4-8-19 0,-1 9-26 15,-1-8-30-15,0 6-34 0,-2-8-32 0,-1 2-52 16,-3-2-53-16,2-5-57 0,-6 4-195 0,4-4-503 15,0-1 222-15</inkml:trace>
  <inkml:trace contextRef="#ctx0" brushRef="#br0" timeOffset="144175.94">28943 7545 24 0,'3'-4'151'0,"-3"4"-6"0,0 0-10 0,4-10-4 15,-4 10 0-15,2-4-1 0,-2 4 3 0,7-7-11 16,-7 7 9-16,3-4-2 0,-3 4-1 0,0 0-3 15,2-7-1-15,-2 7-2 0,0 0-5 0,6-5-5 16,-6 5-3-16,0 0-2 0,0 0-9 0,0 0-7 16,4-7-9-16,-4 7-1 0,0 0-12 0,0 0-11 15,0 0-2-15,0 0-4 0,0 0-10 0,0 0-3 16,0 0-7-16,0 0-5 0,0 0 0 0,0 0 1 16,0 0-5-16,2 17-1 0,-2-17-2 0,0 13 3 15,0-5-4-15,0-8 4 0,-1 18-7 0,1-10 4 16,-1 4-4-16,-1 0 0 0,2-2 0 0,-1 1 2 15,1-1-5-15,1-1-2 0,1 1 4 0,-1 1-4 16,-1-3-1-16,1-3 2 0,2 1-4 0,-3-6-8 16,4 13-13-16,0-5-15 0,0-4-20 0,3 2-17 15,-4-2-22-15,3-1-25 0,-1 0-27 0,3 0-37 16,-8-3-25-16,18 2-39 0,-11-3-143 0,3-3-412 16,-1 4 182-16</inkml:trace>
  <inkml:trace contextRef="#ctx0" brushRef="#br0" timeOffset="144363.06">29001 7350 78 0,'0'0'175'0,"-4"-5"-12"16,4 5-8-16,0 0-8 0,-5-7-25 0,5 7-8 15,0 0-14-15,0 0-6 0,0 0-6 0,0 0-14 16,0 0-10-16,0 0-29 0,29 4-30 15,-15-3-44-15,3 4-41 0,0-1-137 0,-5-2-233 16,1 2 104-16</inkml:trace>
  <inkml:trace contextRef="#ctx0" brushRef="#br0" timeOffset="144527.7">29207 7474 158 0,'7'3'176'0,"-7"-3"-10"0,6 2-9 15,-6-2-19-15,0 0-10 0,0 0-12 0,13-2-18 16,-13 2-5-16,13 0-17 0,-8 1-36 0,2 2-19 16,-7-3-31-16,10 5-33 0,-6-1-39 0,1 1-32 15,-5-5-73-15,-2 9-202 0,2-9 90 0</inkml:trace>
  <inkml:trace contextRef="#ctx0" brushRef="#br0" timeOffset="144659">29209 7599 86 0,'-4'6'147'0,"4"-6"-7"0,0 0-4 15,0 0-4-15,-4 5-18 0,4-5 1 0,0 0-3 16,0 0-8-16,0 0-9 0,0 0-2 0,21 5-13 16,-12-6-17-16,-9 1-28 0,19-1-37 0,-9 0-35 15,0 0-39-15,3-3-24 0,-4 0-107 0,-1 4-223 16,4-4 100-16</inkml:trace>
  <inkml:trace contextRef="#ctx0" brushRef="#br0" timeOffset="145004.25">29486 7483 130 0,'4'-4'207'0,"-4"4"-4"16,0 0-14-16,0 0-12 0,0 0-17 0,0 0-18 15,0 0-16-15,0 0-2 0,0 0 6 0,0 0-2 16,0 0-1-16,-1 20-2 0,-2-10-10 0,3-10-4 16,-5 15-6-16,3-4-13 0,0-5-10 0,1 6-7 15,-1-4 1-15,2-1-12 0,1 3-7 0,1-1-5 16,0-3-5-16,0 2-3 0,3-2 7 0,2-1-12 15,-1-2-1-15,3 2 1 0,0-3 2 0,4 4 1 16,-2-9 2-16,3 2-5 0,-2 1 0 0,3-2-2 0,-7 2-3 16,1-6 3-16,-1 3 3 0,-2 0-5 15,1-4-5-15,2 0-4 0,-3 1 3 0,-3-3-6 16,0 1-4-16,1-4 6 0,-4 5-8 0,1-3-5 0,-4 1 1 16,-2-1-2-16,2 1-1 0,-3 0-2 0,0 1-3 15,1-1-2-15,0 5 0 0,-1-3-6 0,6 7-1 16,-9-11-12-16,2 8-13 0,1 2-12 15,-3 0-16-15,9 1-11 0,-13 1-18 0,13-1-29 16,-12 3-40-16,5-2-43 0,7-1-55 0,-10 5-189 0,10-5-480 16,0 0 213-16</inkml:trace>
  <inkml:trace contextRef="#ctx0" brushRef="#br0" timeOffset="145211.54">30102 7377 235 0,'5'-3'299'0,"-5"3"-13"0,0 0-17 15,5-4-18-15,-5 4-19 0,0 0-22 0,8-5-23 16,-8 5-18-16,12-4-19 0,-3 1-17 0,2 3-37 16,-3 0-34-16,-8 0-42 0,18-1-48 15,-12 2-60-15,1 1-42 0,-7-2-38 0,13 1-32 0,-13-1-132 16,6 4-357-16,-6-4 158 0</inkml:trace>
  <inkml:trace contextRef="#ctx0" brushRef="#br0" timeOffset="145354.09">30095 7467 82 0,'0'0'194'16,"0"0"-3"-16,0 0 0 0,-3 6-6 0,3-6 3 16,0 0-6-16,0 0-12 0,0 0-10 0,17 3-20 15,-17-3-13-15,16-2-10 0,-2 1-19 0,3-2-29 16,-3 1-44-16,4-1-50 0,4 1-60 0,4-6-66 15,1 2-159-15,0-1-335 0,-1-2 147 0</inkml:trace>
  <inkml:trace contextRef="#ctx0" brushRef="#br0" timeOffset="146007.6">31004 6967 86 0,'-1'-6'249'0,"1"6"-1"0,-2-11 2 0,2 11-1 15,-2-8 0-15,2 8-1 0,0 0-13 0,-3-8-13 16,3 8-23-16,0 0-19 0,0 0-22 0,-3-9-14 16,3 9-20-16,0 0-14 0,0 0-10 0,0 0-9 15,0 0-7-15,3 36-5 0,0-18-6 0,-3-1 0 16,0 9-4-16,0-7-3 0,-1 5 16 0,1-3 1 15,0-1-11-15,-2-1-3 0,4-1-2 0,-2 0-7 16,1 0 1-16,-1-4-1 0,2-1-7 0,-2-1 1 16,0-2-11-16,0 1 3 0,0 0-12 0,0-3 4 15,2 1-8-15,-2-2 0 0,0-7 1 0,0 13-10 16,0-13-1-16,0 10 1 0,0-10-7 0,0 9-3 16,0-9 3-16,0 8-1 0,0-8 0 0,0 0 5 15,0 0 9-15,0 8 4 0,0-8 12 0,0 0 7 16,0 0 8-16,0 0 5 0,0 0 1 0,0 0-4 15,0 0-6-15,0 0-2 0,0 0-14 0,0 0 5 16,0 0-5-16,0 0-5 0,5-25-2 0,-2 15-7 16,2 1 2-16,0 1-5 0,0-4-3 0,3 6-5 15,-2-1-2-15,1-1 3 0,-1-1-2 0,2 3-7 16,-1-1 1-16,1 5-3 0,0-5 5 0,1 4-10 16,-4 0-2-16,-5 3 1 0,13-1 2 0,-13 1-3 15,14 4 1-15,-9-1 2 0,2 4-4 0,0 2 0 16,-1 1 0-16,-1-3-7 0,2 4 10 0,-3 0-1 15,-2-1-11-15,1 0-43 0,2 0-42 0,0-1-61 16,-1 2-51-16,0-1-65 0,-3-3-67 0,5 3-66 16,-3-3-237-16,1-3-698 0,-2 1 309 0</inkml:trace>
  <inkml:trace contextRef="#ctx0" brushRef="#br0" timeOffset="148734.04">31419 7402 67 0,'0'0'191'0,"0"0"1"16,0 0-4-16,0 0-9 0,0 0-5 0,0 0-3 0,0 0-3 15,0 0-6-15,0 0-2 0,9 2 2 16,-9-2-2-16,0 0-3 0,0 0-5 0,0 0-10 15,0 0-14-15,0 0-15 0,0 0-10 0,5-8-8 16,-5 8-14-16,1-7-3 0,-1 7-5 0,0 0-6 16,1-12 0-16,-1 12-2 0,4-10-6 0,-1 4-7 15,-3 6-1-15,1-11-6 0,0 6-2 0,0-3-6 16,1 0-1-16,0-1-7 0,-2 0-2 16,2 0-3-16,-2-2 0 0,1 1-2 0,0 2-8 0,-1 0 2 15,2 0-3-15,-2 8 1 0,-2-14-5 0,2 14 1 0,-2-11-6 16,2 11 7-16,-3-11-7 0,0 5 9 15,3 6-2-15,-7-7-14 0,3 4 1 0,4 3 0 16,-11-3-3-16,0 4 5 0,11-1-5 0,-13 0 5 16,5 3-9-16,1-1 6 0,7-2-1 0,-11 5 1 15,7-3-4-15,-2 2-1 0,6-4 5 0,-6 8 1 16,6-8-4-16,-2 8 2 0,2-8 0 0,0 8 6 0,0-8-4 16,5 9 3-16,0-5 3 0,3 0-2 15,-2 0 0-15,4-1 2 0,3 0-1 0,4-2 3 16,-5 1-6-16,0-2-19 0,0 1 3 0,0-1 0 0,-3 2 4 15,4-2-4-15,0 1 3 0,-3-1 9 0,1 1-7 16,-3-2 2-16,2 2-3 0,-3 0 2 0,-7-1 2 16,15 1 1-16,-9 0 0 0,-6-1-1 15,11 1-2-15,-11-1-1 0,9 4 4 0,-4-1-1 0,-5-3 1 16,7 8 2-16,-3-3-1 0,-1-1-2 0,-1 3 7 16,2 1-2-16,-3 2 0 0,1 0 0 0,0-1 6 15,-2 2-2-15,-1-2 1 0,1 3-8 16,0-2-22-16,0 1-32 0,-1-1-33 0,-1-1-38 0,1 1-49 15,-1-1-63-15,0-2-231 0,0 0-513 0,2-7 227 16</inkml:trace>
  <inkml:trace contextRef="#ctx0" brushRef="#br0" timeOffset="149788">31705 7449 68 0,'0'0'104'0,"0"0"8"15,0 0-24-15,0 0-2 0,0 0-7 0,0 0-5 16,0 0 1-16,0 0-12 0,-5 5-9 0,5-5-2 15,0 0 4-15,0 0 10 0,0 0-28 0,0 0 2 16,0 0-3-16,0 0-9 0,0 0-3 0,0 0 4 16,0 0-9-16,0 0 2 0,0 0 0 0,0 0-29 15,0 0-21-15,0 0-20 0,0 0-39 0,0 0-91 16,0 0-194-16,0 0 86 0</inkml:trace>
  <inkml:trace contextRef="#ctx0" brushRef="#br0" timeOffset="151297.34">31661 7424 61 0,'0'0'125'0,"0"0"-13"15,0 0 1-15,0 0-6 0,0 0-6 0,0 0-11 16,0 0-6-16,0 0-13 0,0 0-11 0,0 0 1 16,0 0-12-16,0 0 3 0,0 0-15 0,0 0-8 15,0 0-10-15,0 0-25 0,0 0-19 0,0 0-24 16,0 0-32-16,0 0-88 0,0 0-182 0,0 0 81 16</inkml:trace>
  <inkml:trace contextRef="#ctx0" brushRef="#br0" timeOffset="152170.22">31793 6559 19 0,'-4'5'110'0,"4"-5"-1"0,0 0-6 0,0 0-4 15,0 0-11-15,0 0-2 0,0 0 9 0,-1 9 1 16,1-9-1-16,0 0-4 0,0 0-3 0,0 0-8 16,0 0-4-16,-3 6 0 0,3-6 3 0,0 0-7 0,0 0-5 15,0 0-2-15,-2 7-2 0,2-7-3 16,0 0-3-16,0 0 0 0,0 0-5 0,0 0-2 15,0 0-5-15,0 0-2 0,0 0-9 0,0 0 1 16,0 0-3-16,0 0-6 0,0 0-1 0,0 0 0 16,0 0-7-16,0 0-3 0,0 0-3 0,0 0-19 15,0 0-19-15,0 0-28 0,0 0-36 0,0 0-29 16,0 0-37-16,0 0-143 0,0 0-323 0,0 0 143 16</inkml:trace>
  <inkml:trace contextRef="#ctx0" brushRef="#br0" timeOffset="153917.04">32086 5170 25 0,'0'0'107'0,"0"0"-5"0,0 0-1 0,0 0-9 16,0 0-4-16,0 0-2 0,0 0-5 0,0 0-5 15,0 0-5-15,0 0-7 0,0 0-3 0,0 0-12 16,0 0 12-16,0 0-16 0,0 0-3 0,0 0-6 16,0 0-8-16,0 0-13 0,0 0-12 0,0 0-28 15,0 0-13-15,0 0-23 0,0 0-19 0,5 5-15 16,-5-5-61-16,0 0-169 0,0 0 75 0</inkml:trace>
  <inkml:trace contextRef="#ctx0" brushRef="#br0" timeOffset="155238.41">32202 5127 50 0,'0'0'99'0,"0"0"-4"16,0 0-12-16,0 0-4 0,0 0-7 0,0 0 0 15,0 0-5-15,0 0-8 0,0 0-7 0,0 0-4 16,0 0-2-16,0 0-10 0,0 0 0 0,0 0-7 15,0 0-1-15,0 0-2 0,0 0-3 0,0 0-7 16,0 0 5-16,0 0-3 0,0 0 0 0,0 0-3 16,0 0 3-16,0 0-8 0,0 0-3 0,0 0 5 15,0 0-4-15,0 0 6 0,0 0-14 0,0 0 3 16,0 0 7-16,0 0-2 0,0 0-1 0,0 0-8 16,0 0 0-16,0 0 6 0,0 0-5 0,0 0 1 15,0 0-14-15,0 0-3 0,0 0-10 0,0 0-2 16,0 0 0-16,0 0-12 0,0 0-8 0,0 0-15 15,0 0-6-15,0 0-15 0,0 0-45 0,0 0-140 16,0 0 62-16</inkml:trace>
  <inkml:trace contextRef="#ctx0" brushRef="#br0" timeOffset="155774.79">32133 5177 126 0,'-1'8'144'0,"1"-8"-17"16,0 0-10-16,0 0-7 0,0 0-5 0,0 0-5 16,0 0-2-16,0 0-5 0,0 0-9 0,0 0-1 15,0 0-5-15,0 0-6 0,0 0-7 0,0 0-6 16,0 0-10-16,0 0-1 0,0 0-6 0,0 0-2 15,0 0-10-15,0 0-4 0,0 0-17 0,0 0-12 16,0 0-26-16,0 0-16 0,0 0-7 0,0 0-24 16,0 0-20-16,0 0-22 0,0 0-8 0,0 0-68 15,0 0-209-15,0 0 92 0</inkml:trace>
  <inkml:trace contextRef="#ctx0" brushRef="#br0" timeOffset="156819.34">32013 5257 77 0,'0'0'83'0,"0"0"-4"0,0 0-13 15,0 0 4-15,0 0-17 0,0 0 2 0,0 0-11 16,0 0 8-16,0 0-12 0,0 0-1 0,0 0 1 16,0 0-7-16,0 0 1 0,0 0 3 0,0 0-6 15,0 0 5-15,0 0 4 0,0 0 11 0,0 0-24 16,0 0-3-16,0 0 1 0,0 0 0 0,0 0-8 16,0 0 3-16,0 0 4 0,0 0-6 0,0 0-4 15,0 0 1-15,0 0 6 0,0 0-1 0,0 0-7 16,0 0 3-16,0 0-1 0,0 0 7 0,0 0-10 15,0 0 3-15,0 0 2 0,0 0-8 0,0 0 5 16,0 0 2-16,0 0-10 0,0 0 3 0,0 0-5 16,13-16 2-16,-13 16-2 0,0 0 8 0,0 0-4 15,0 0-2-15,0 0-7 0,0 0 5 0,0 0-2 16,0 0-2-16,0 0-3 0,0 0-15 0,0 0-14 16,0 0-15-16,0 0-18 0,0 0-27 0,0 0-102 15,0 0-210-15,0 0 93 0</inkml:trace>
  <inkml:trace contextRef="#ctx0" brushRef="#br0" timeOffset="157213.67">32078 5178 19 0,'0'0'136'0,"0"0"-13"0,0 0-7 16,0 0-9-16,0 0 2 0,0 0-11 0,0 0 5 16,0 0-8-16,0 0-8 0,0 0 4 0,0 0-9 15,0 0-1-15,0 0-5 0,0 0-1 0,0 0-4 16,0 0 0-16,0 0-1 0,0 0-5 0,0 0-3 15,0 0-6-15,0 0-8 0,0 0 3 0,0 0-6 16,0 0-6-16,0 0 2 0,0 0-6 0,0 0-6 16,0 0 4-16,0 0-8 0,0 0-1 0,0 0-1 15,0 0-4-15,0 0 1 0,0 0-5 0,0 0-4 16,0 0 0-16,0 0-4 0,0 0-12 0,0 0-24 16,0 0-13-16,0 0-12 0,0 0-16 0,0 0-22 15,0 0-23-15,0 0-26 0,0 0-17 0,0 0-103 16,-9 2-282-16,9-2 124 0</inkml:trace>
  <inkml:trace contextRef="#ctx0" brushRef="#br0" timeOffset="158321.24">32210 3677 12 0,'0'0'16'0,"0"0"-2"15,0 0 10-15,0 0-9 0,0 0 1 0,0 0-9 16,0 0 7-16,0 0 3 0,0 0-10 0,0 0 0 16,0 0-7-16,0 0-5 0,0 0-5 0,0 0-13 15,0 0-24-15,0 0 11 0</inkml:trace>
  <inkml:trace contextRef="#ctx0" brushRef="#br0" timeOffset="163830.54">31470 5092 18 0,'0'0'144'0,"0"0"9"0,0 0-7 0,0 0-5 16,0 0-2-16,0 0-12 0,0 0-7 0,0 0-16 16,0 0-10-16,0 0-10 0,0 0-8 0,0 0-6 15,0 0-8-15,0 0-9 0,0 0-4 0,0 0-9 0,0 0-12 16,0 0-10-16,0 0-14 0,0 0-16 16,0 0-17-16,0 0-16 0,0 0-31 0,0 0-15 15,0 0-14-15,0 0-11 0,0 0-84 0,-4 8-215 16,4-8 95-16</inkml:trace>
  <inkml:trace contextRef="#ctx0" brushRef="#br0" timeOffset="164313.68">31137 6324 72 0,'0'0'207'0,"0"0"-14"0,-3 4-8 15,3-4-14-15,0 0-12 0,0 0-18 0,0 0-14 16,0 0-16-16,0 0-9 0,0 0-11 0,0 0-8 16,0 0-16-16,0 0-18 0,0 0-15 0,0 0-15 15,0 0-20-15,0 0-14 0,0 0-23 0,0 0-15 16,0 0-19-16,0 0-20 0,0 0-2 0,0 0-7 16,0 0-16-16,0 10-88 0,0-10-222 0,0 0 99 15</inkml:trace>
  <inkml:trace contextRef="#ctx0" brushRef="#br0" timeOffset="164873.04">30983 7391 70 0,'0'0'103'0,"0"0"2"16,0 0-9-16,0 0 3 0,0 0-4 0,0 0 4 16,0 0-7-16,0 0-1 0,0 0-7 0,0 0 7 15,0 0-10-15,0 0-2 0,0 0-8 0,0 0 0 16,0 0-9-16,0 0-7 0,0 0-4 0,0 0-5 16,0 0-7-16,0 0-5 0,0 0-1 0,0 0-4 15,0 0-5-15,0 0-1 0,0 0-4 0,0 0 4 16,0 0-16-16,0 0-6 0,0 0-17 0,0 0-10 15,0 0-10-15,0 0-19 0,0 0-23 0,0 0-25 16,0 0-16-16,0 0-105 0,0 0-241 0,0 0 106 0</inkml:trace>
  <inkml:trace contextRef="#ctx0" brushRef="#br0" timeOffset="166264.6">31716 6569 17 0,'0'0'98'16,"0"0"-19"-16,0 0 0 0,0 0 0 0,0 0-22 15,0 0 8-15,0 0-26 0,0 0-7 0,0 0-2 16,0 0-23-16,0 0-8 0,0 0-16 0,0 0-11 16,0 0-10-16,0 0-45 0,0 0-91 0,-2 5 41 15</inkml:trace>
  <inkml:trace contextRef="#ctx0" brushRef="#br0" timeOffset="167158.18">31690 6752 42 0,'0'0'88'0,"0"0"9"0,0 0-6 16,0 9 0-16,0-9-8 0,0 0 5 0,0 0-5 15,0 0-6-15,0 0-4 0,0 0-5 0,0 0-1 16,0 0-6-16,0 0-1 0,0 0-9 0,0 0 8 15,-19-7-2-15,19 7-5 0,0 0-7 0,0 0-5 16,-11-4-3-16,11 4-4 0,-8-2 5 0,8 2-5 16,0 0 6-16,-7-3-4 0,7 3-6 0,0 0 7 15,-10-1-6-15,10 1 4 0,0 0-5 0,-11-2-2 16,11 2 3-16,0 0-6 0,0 0 3 16,-6-1-3-16,6 1-1 0,0 0 1 0,0 0-4 0,0 0-6 15,0 0 7-15,0 0 6 0,0 0-2 0,0 0 1 16,0 0-7-16,0 0 0 0,0 0 3 0,0 0-9 15,0 0 1-15,21 11 0 0,-9-7 0 16,0-3-2-16,2 1-4 0,1 2 0 0,3-4 1 0,-1 0 0 16,0 4 0-16,-4-4-4 0,0 1 3 0,0 2 5 15,0-1-2-15,-2-1 4 0,1 1 1 0,-3-2-4 16,-1 1 8-16,-1 0 1 0,-7-1 6 0,14-1 3 16,-14 1 5-16,8 1 5 0,-8-1 5 0,7 3 6 15,-7-3 5-15,0 0-1 0,7 1 4 16,-7-1 4-16,0 0-10 0,0 0-5 0,0 0-6 0,0 0-5 15,0 0 1-15,0 0-9 0,0 0 0 0,0 0-7 16,0 0-13-16,9 0-18 0,-9 0-19 0,0 0-23 16,0 0-32-16,0 0-46 0,0 0-47 0,0 0-32 15,0 0-30-15,0 0-129 0,0 0-395 0,0 0 175 16</inkml:trace>
  <inkml:trace contextRef="#ctx0" brushRef="#br0" timeOffset="168594.67">31378 7616 55 0,'0'0'81'0,"0"0"10"16,0 0-19-16,0 0-3 0,0 0-5 0,0 0-4 16,0 0-10-16,0 0 2 0,0 0-2 0,0 0-12 15,0 0 6-15,0 0 1 0,0 0-6 0,-9-15 9 16,9 15-5-16,0 0-10 0,0 0 7 0,0 0 8 15,0 0-17-15,0 0-5 0,0 0-5 0,0 0 7 16,-5-6 1-16,5 6-4 0,0 0-7 0,0 0 6 0,0 0-2 16,0 0-4-16,0 0 0 0,-7-4 9 15,7 4-5-15,0 0-5 0,0 0-1 0,0 0 5 16,0 0 0-16,-6-6 0 0,6 6-1 0,0 0 13 16,0 0-7-16,0 0-7 0,0 0 2 0,0 0 12 15,0 0-6-15,0 0-3 0,-9 0 1 0,9 0-2 0,0 0-2 16,0 0 0-16,0 0-3 0,0 0-4 15,0 0 5-15,0 0-8 0,0 0 4 0,0 0 0 16,0 0-5-16,0 0-2 0,0 0-1 0,0 0 3 16,0 0-2-16,0 0 3 0,0 0-4 0,0 0 6 0,0 0 7 15,0 0-3-15,0 0-4 0,0 0 7 0,0 0 3 16,0 0-1-16,0 0 2 0,0 0-1 16,0 0 1-16,-9-2-4 0,9 2-6 0,0 0 8 0,0 0-2 15,0 0-3-15,0 0 0 0,0 0-1 0,0 0-6 16,0 0 1-16,0 0 5 0,0 0-8 0,0 0 2 15,0 0 0-15,0 0 6 0,0 0-5 16,0 0 0-16,0 0-3 0,0 0 3 0,0 0-5 16,0 0-2-16,0 0 7 0,0 0 0 0,0 0-2 15,0 0-1-15,0 0-1 0,0 0 5 0,0 0 1 0,0 0-1 16,0 0 1-16,0 0 2 0,0 0-1 0,0 0 3 16,0 0-6-16,0 0 5 0,0 0 2 15,0 0-2-15,0 0 0 0,0 0 1 0,0 0-1 16,0 0 1-16,0 0 1 0,0 0-1 0,0 0 1 0,0 0-4 15,0 0 3-15,0 0-3 0,0 0 3 0,0 0 0 16,0 0 0-16,0 0 1 0,0 0-1 0,0 0 0 16,0 0 9-16,0 0-11 0,0 0 2 0,0 0 1 15,0 0-4-15,0 0 1 0,0 0 1 0,0 0-1 16,0 0-1-16,0 0 1 0,0 0 0 0,0 0 0 16,0 0 6-16,0 0 0 0,0 0-1 0,26 4 0 15,-26-4-6-15,7 3 3 0,-7-3 0 0,13 1-3 16,-7-1-3-16,-6 0 2 0,21 1-2 0,-12-1-1 15,1 3-4-15,4-5-1 0,-2 5 7 0,-1-3-10 16,-3 0 4-16,2 0 0 0,1 1-2 0,1 1 0 16,-2 0 0-16,2-3 1 0,-3 4-1 0,2-3-3 15,-2 0-1-15,3 2 3 0,-6 0 0 0,2-2-5 16,-8 0 6-16,16 2-2 0,-9-2-1 0,-7 0 0 16,12 0 3-16,-7 1-1 0,-5-1 1 0,10 1 3 15,-10-1 3-15,10 0 0 0,-10 0 1 16,0 0 7-16,7 1-7 0,-7-1 4 0,0 0 0 0,0 0-1 15,0 0-1-15,0 0 5 0,9-2-6 0,-9 2-1 16,0 0-2-16,0 0 15 0,0 0-10 0,0 0-6 16,0 0 1-16,0 0 0 0,0 0 3 0,0 0-5 15,0 0 12-15,0 0-11 0,0 0-2 0,7 3-1 16,-7-3 1-16,0 0-4 0,0 0 4 0,0 0-8 16,0 0-15-16,0 0-14 0,0 0-17 0,0 0-21 15,0 0-26-15,0 0-21 0,0 0-25 0,0 0-27 16,0 0-31-16,2-13-34 0,-2 13-177 0,0 0-443 15,-2-10 196-15</inkml:trace>
  <inkml:trace contextRef="#ctx0" brushRef="#br0" timeOffset="210748.91">31863 7527 83 0,'0'0'167'0,"0"0"1"0,0 0-9 0,0 0-8 16,7-7-9-16,-7 7-21 0,0 0-10 0,0 0-8 15,0 0-13-15,0 0-6 0,0 0-11 0,0 0-11 16,0 0-12-16,0 0-19 0,6-2-10 0,-6 2-25 0,0 0-6 15,0 0-38-15,0 0-15 0,0 0-17 16,0 0-22-16,0 0-117 0,0 0-236 0,0 0 105 16</inkml:trace>
  <inkml:trace contextRef="#ctx0" brushRef="#br0" timeOffset="-206538.07">32504 3721 30 0,'5'-6'141'0,"-5"6"-7"0,0 0-6 0,0 0 2 15,2-8-9-15,-2 8-6 0,0 0-10 0,0 0-13 16,2-8-6-16,-2 8-8 0,0 0-9 0,0 0-13 16,-7-11 0-16,7 11-9 0,0 0-6 0,-7-4-7 15,7 4-2-15,-11-2-1 0,11 2-3 0,-15 0-8 16,4 2 1-16,0-1-6 0,1 2-1 0,-1 0-2 15,0 1 1-15,0 0-3 0,1-1 0 0,-3 2 1 16,5-2-3-16,0 3-6 0,-1-2 3 16,9-4-1-16,-12 10-3 0,12-10 7 0,-7 7 0 0,7-7-3 15,-7 9-5-15,7-9 8 0,0 9-2 0,0-9 1 16,0 0 4-16,16 18-6 0,-6-12 5 0,6 3-2 16,4-1-2-16,8 3-22 0,2-3-16 15,0 2-36-15,2-4-30 0,2 1-34 0,-4-2-108 16,-30-5-259-16,55 7 115 0</inkml:trace>
  <inkml:trace contextRef="#ctx0" brushRef="#br0" timeOffset="-205816.13">32505 5095 11 0,'0'0'148'0,"0"0"-1"0,-1-13-10 0,1 13-6 15,0 0 3-15,0 0-6 0,0-9-13 0,0 9-4 16,0 0-11-16,0 0-13 0,0 0-14 0,0 0-3 16,0 0-14-16,0 0-7 0,0 0-1 0,0 0-13 15,-11-1 0-15,11 1 0 0,-11 9-7 0,1-4-6 16,0 4 1-16,-2-2 1 0,1 0-3 0,-4 3 0 15,6-2-3-15,-1-1-4 0,1 1-3 0,3 0 1 16,1 1-1-16,-1-2 0 0,3 4-4 0,3-11 0 16,0 12 1-16,0-12 3 0,10 17-6 0,0-8-2 15,6-3-13-15,2 2-14 0,1 0-26 0,11-3-18 16,2 2-11-16,0-5-32 0,-32-2-24 0,69 6-104 16,-35-6-258-16,-34 0 114 0</inkml:trace>
  <inkml:trace contextRef="#ctx0" brushRef="#br0" timeOffset="-205085.52">32219 6481 80 0,'0'0'187'16,"1"-8"-7"-16,-1 8-7 0,0 0-15 0,0 0-7 16,0 0-12-16,0 0-12 0,0 0-13 0,0 0-12 15,0 0-10-15,0 0-10 0,-1-9-7 16,1 9-9-16,0 0-8 0,0 0-7 0,0 0-8 16,0 0-4-16,0 0-3 0,-24 12-3 0,16-6-3 15,0 0-5-15,2-1-4 0,-3 4 2 0,1-2-5 0,2-1 0 16,-2 3 0-16,0-1-6 0,3 1-2 0,1 0 2 15,1-2-3-15,0 1 2 0,0-3 0 16,2 4-8-16,4-1 2 0,-1 1-4 0,5 0-14 16,0-3-8-16,5 2-27 0,5-2-20 0,9 3-27 15,2-4-13-15,2 3-30 0,-2-5-28 0,1 2-94 0,-10-4-280 16,7 0 124-16</inkml:trace>
  <inkml:trace contextRef="#ctx0" brushRef="#br0" timeOffset="-204356.75">32026 7495 67 0,'0'0'159'0,"0"0"-3"16,0 0-5-16,0-12 11 0,0 12-7 0,0-9-14 16,0 9-10-16,0 0-3 0,-2-10-7 0,2 10-6 15,0 0-7-15,-1-10-8 0,1 10-9 16,0 0-10-16,0 0-8 0,-2-7-10 0,2 7-7 16,0 0-6-16,-9-2-7 0,9 2-4 0,0 0-4 0,-16 3-4 15,7 1-2-15,-2 1-5 0,2 1-1 0,0-2-4 16,-2 5-2-16,2-2-3 0,-1 1-3 0,4 4 1 15,1-5-2-15,1 5-1 0,2-1 2 0,2-2-5 16,5 8-9-16,4-8-23 0,6 5-35 0,12-1-57 16,9-1-48-16,15 3-179 0,2-12-373 0,5 4 165 15</inkml:trace>
  <inkml:trace contextRef="#ctx0" brushRef="#br0" timeOffset="-202191.12">31962 7847 50 0,'0'0'59'0,"0"0"1"0,0 0-1 16,0 0-9-16,0 0-2 0,0 0 2 0,0 0-6 15,0 0-3-15,0 0-2 0,0 0 0 0,0 0-10 16,-7 4-2-16,7-4 0 0,0 0 12 0,-11 0-13 15,11 0 5-15,0 0-6 0,-10 0 10 0,10 0-16 16,-9 1 14-16,9-1 0 0,0 0 2 0,-16-1-10 16,16 1 0-16,-7 0-8 0,7 0 9 0,0 0 2 15,-12 1-11-15,12-1 8 0,0 0-10 0,0 0 1 16,-9 0 2-16,9 0-1 0,0 0 4 0,0 0-5 16,0 0 6-16,0 0 3 0,0 0-5 0,0 0-16 15,0 0 11-15,34-1 4 0,-15 1-2 0,0-4-5 16,0 3 6-16,3 1-5 0,-1-1 8 0,-1-2-5 15,0 3-7-15,-3-2-2 0,2-1 15 0,-1 2-13 16,-2 1 10-16,-2-1-7 0,-2-1 5 0,-2 1-2 16,0 1-6-16,-3-1 3 0,-7 1-8 0,11-3 4 15,-11 3 4-15,8-1-5 0,-8 1 7 0,0 0 1 16,0 0-4-16,0 0-5 0,0 0 8 0,0 0-11 16,0 0 5-16,0 0-7 0,-28-3 6 0,16 3 3 15,12 0-5-15,-23-1 0 0,11 1-5 0,-3 0 5 16,-1 0 0-16,-3 2-4 0,1-2 5 0,0 2-3 15,1-2 1-15,-1 1 11 0,6 2-13 0,-6-3-3 16,6 0 4-16,1 1-2 0,1-1-1 0,2 0 0 16,8 0-1-16,-14 0 0 0,14 0 1 0,-9 0-3 15,9 0-2-15,0 0 0 0,-8 4 6 0,8-4 3 16,0 0 1-16,0 0-6 0,0 0 3 0,29 0 2 16,-17 0-3-16,6 1 0 0,0-1 1 0,2 0-8 15,1-1 6-15,-2 0 1 0,0 1 0 0,-1-2-1 0,0 2-1 16,1 0-2-16,-7-1 4 0,-3 2 0 15,3-1-1-15,-3-1 6 0,-1 1-6 0,-8 0-5 16,10 0 4-16,-10 0 4 0,0 0 0 0,10 0-6 16,-10 0 4-16,0 0 3 0,0 0-2 0,0 0-3 15,0 0 9-15,0 0 0 0,0 0-18 0,0 0-13 16,0 0-6-16,0 0-36 0,0 0-38 0,0 0-16 16,0 0-106-16,0 0-242 0,0 0 107 0</inkml:trace>
  <inkml:trace contextRef="#ctx0" brushRef="#br0" timeOffset="-199723.62">32118 7906 63 0,'0'0'118'0,"0"0"-7"0,0 0-18 0,0 0 3 16,0 0-12-16,0 0-7 0,0 0-4 0,0 0-17 16,0 0-1-16,0 0-9 0,0 0-1 0,0 0-1 15,0 0-12-15,0 0-1 0,0 0-2 16,0 0-8-16,0 0 3 0,0 0-6 0,1 25-5 16,-1-25 4-16,1 12 4 0,1-6 8 0,-1 2-1 0,0 2-20 15,2 1 5-15,-2 0-1 0,0 0-3 0,1 0-5 16,-1 2 4-16,1 4 0 0,2-2 1 0,-1-3 2 15,-1 6-14-15,3-3 14 0,-2 1-3 16,1 0 0-16,-2-1-11 0,1 0 13 0,0-4 0 0,0 0-8 16,2 0 10-16,-1 0-14 0,-1-1 3 0,-2-1 5 15,3 0 5-15,-3-2 8 0,2-1-6 0,-3-6-10 16,4 11 0-16,-4-6-3 0,0-5 4 0,1 8-1 16,-1-8 0-16,0 0 12 0,0 10 2 15,0-10-2-15,0 0-8 0,0 0 11 0,0 0-1 0,-3 8 12 16,3-8-6-16,0 0-9 0,0 0 2 0,-5 5-2 15,5-5 0-15,0 0-5 0,0 0-13 0,0 0-17 16,0 0-19-16,0 0-12 0,0 0-26 0,0 0-6 16,0 0-6-16,-19-9-10 0,14 6-11 0,5 3-65 15,-13-5-190-15,7 2 84 0</inkml:trace>
  <inkml:trace contextRef="#ctx0" brushRef="#br0" timeOffset="-199395.13">32040 8210 56 0,'12'21'123'0,"-9"-17"-9"0,-3-4-17 16,8 9 3-16,-4-3-10 0,2 0 4 0,-1-1-2 16,-1 2-16-16,2-1-6 0,1-2-3 0,-3 2-10 15,-1-2-2-15,2 1-6 0,-1 1-6 0,1-2 4 16,1-1-3-16,-6-3-1 0,9 7 0 0,-6-5 5 15,4 0-6-15,-7-2-3 0,6 5 0 0,-6-5-1 16,8 1 0-16,-8-1 8 0,8 2-6 0,-8-2 0 16,0 0 0-16,15-3-12 0,-10-2 1 0,1 3-4 15,3-3-2-15,-1 1-6 0,3 1 2 0,2-4-3 16,-3-1 0-16,2 3-1 0,2-3-5 0,-4 3-3 16,8-4-6-16,-1 2-2 0,1 0-7 0,-2-2-14 15,2 2-5-15,-4 0-15 0,0 3-21 0,3-3-25 16,-3 1-27-16,-4 0-36 0,-1 2-93 15,1-1-263-15,-2-2 117 0</inkml:trace>
  <inkml:trace contextRef="#ctx0" brushRef="#br0" timeOffset="-198151.17">31458 7618 32 0,'0'0'101'0,"0"0"-6"0,0 0-8 0,0 0-1 16,0 0-10-16,0 0-3 0,0 0-7 0,0 0-6 15,0 0 0-15,0 0-2 0,0 0-23 0,0 0 17 16,0 0-7-16,0 0-8 0,0 0-7 0,0 0 3 16,0 0 3-16,0 0-9 0,0 0-1 0,0 0 1 15,0 0-12-15,0 0 8 0,0 0-5 0,0 0-3 16,0 0 10-16,0 0-13 0,0 0 6 0,0 0-5 16,0 0-5-16,0 0 2 0,0 0 3 0,0 0-8 15,0 0 2-15,0 0 2 0,0 0-4 0,0 0-1 16,0 0-3-16,0 0 2 0,0 0-9 0,0 0 1 15,0 0 11-15,0 0-2 0,0 0-5 0,0 0-8 16,0 0 5-16,0 0-3 0,0 0 1 0,0 0 1 16,0 0-10-16,0 0 10 0,0 0-2 0,0 0 4 15,0 0-13-15,-1 17 11 0,1-17 3 0,0 0-3 16,0 0-3-16,0 0 5 0,-1 7-3 0,1-7-4 16,0 0-3-16,0 0 9 0,0 0-5 0,0 0 10 15,0 0-2-15,0 0-7 0,0 0 5 0,-4 7 3 16,4-7-1-16,0 0-1 0,0 0 0 0,0 0-1 15,0 0 4-15,0 0 0 0,-3 6 2 0,3-6-3 16,0 0-5-16,0 0 7 0,0 0-7 0,0 0 1 0,0 0 4 16,0 0-2-16,0 0 3 0,0 0 2 15,0 0 2-15,0 0-2 0,0 0-6 0,0 0 3 16,0 0 8-16,0 0-2 0,0 0-14 0,0 0 10 16,0 0 6-16,0 0-8 0,0 0-1 0,0 0 5 15,0 0 4-15,0 0-11 0,0 0 11 0,0 0 4 16,0 0-11-16,0 0 10 0,0 0-10 0,0 0 13 15,0 0-4-15,0 0 3 0,0 0-4 0,0 0 3 0,0 0-20 16,0 0 18-16,0 0-2 0,0 0-3 0,0 0-5 16,0 0 10-16,0 0-1 0,0 0-2 0,0 0-18 15,0 0 16-15,0 0 5 0,0 0-3 16,0 0 0-16,0 0-5 0,0 0-1 0,0 0-10 0,0 0 1 16,0 0-1-16,0 0-2 0,0 0-9 0,0 0-4 15,0 0-11-15,0 0-3 0,0 0-6 0,0 0-14 16,0 0-10-16,0 0-11 0,0 0-81 0,0 0-173 15,18-13 77-15</inkml:trace>
  <inkml:trace contextRef="#ctx0" brushRef="#br0" timeOffset="-196623.46">31428 7628 41 0,'0'0'52'16,"0"0"-5"-16,0 0 1 0,0 0 2 0,0 0-9 0,0 0 0 15,0 0-13-15,0 0 2 0,0 0-2 0,0 0-1 16,0 0-3-16,0 0 0 0,0 0-4 0,0 0-3 15,0 0-3-15,0 0-3 0,0 0-1 0,0 0-1 16,0 0-1-16,0 0 2 0,0 0-7 0,0 0 8 16,0 0-4-16,0 0-6 0,0 0 6 0,0 0-7 15,0 0 4-15,0 0-1 0,0 0 3 0,0 0-6 16,0 0 5-16,0 0-13 0,0 0 11 0,0 0 1 16,0 0-3-16,0 0-9 0,0 0 4 0,0 0 8 15,0 0-1-15,0 0 1 0,0 0 5 0,0 0-8 16,0 0 4-16,0 0 2 0,0 0-9 0,0 0 4 15,0 0 0-15,0 0 2 0,0 0-2 0,0 0 4 16,0 0-2-16,0 0 1 0,0 0 2 0,0 0 0 16,0 0 1-16,0 0-3 0,0 0 8 0,0 0 2 15,0 0-4-15,0 0 4 0,0 0-13 0,0 0 9 16,0 0 3-16,0 0-21 0,0 0 13 0,0 0 9 16,0 0-19-16,0 0 6 0,0 0 2 0,0 0 3 15,0 0-2-15,0 0-10 0,0 0 6 0,0 0-2 16,0 0-2-16,0 0-6 0,0 0-11 0,0 0 2 15,0 0 0-15,0 0 0 0,0 0-14 0,0 0 1 16,0 0-16-16,0 0-54 0,0 0-110 0,0 0 48 0</inkml:trace>
  <inkml:trace contextRef="#ctx0" brushRef="#br0" timeOffset="-193735.26">28210 7070 8 0,'0'0'85'0,"0"0"-10"0,-8-2-7 16,8 2-3-16,0 0-9 0,0 0-4 0,0 0-12 15,0 0 6-15,0 0-16 0,0 0-13 0,0 0-8 16,0 0 0-16,0 0-12 0,-4 11-12 0,0-4-21 16,4-7-49-16,-3 13-91 0,0-6 41 0</inkml:trace>
  <inkml:trace contextRef="#ctx0" brushRef="#br0" timeOffset="-192846.12">28388 7764 2 0,'0'0'80'15,"0"0"-9"-15,0 0-11 0,0 0-9 0,0 0 5 16,0 0-13-16,0 0-5 0,0 0-14 0,0 0-7 16,0 0-16-16,0 0-4 0,0 0-10 0,0 0-17 15,0 0-37-15,0 0-71 0,0 0 32 0</inkml:trace>
  <inkml:trace contextRef="#ctx0" brushRef="#br0" timeOffset="-192383.44">28456 7750 67 0,'0'0'96'0,"0"0"-23"0,0 0-6 0,0 0-9 16,0 0-17-16,0 0-19 0,0 0-18 0,0 0-16 15,0 0-24-15,0 0 2 0,0 0-24 0,-14-23-62 16,14 23 27-16</inkml:trace>
  <inkml:trace contextRef="#ctx0" brushRef="#br0" timeOffset="-191943.87">28308 7811 31 0,'0'0'21'0,"0"0"-30"16,0 0-10-16,0 0 5 0</inkml:trace>
  <inkml:trace contextRef="#ctx0" brushRef="#br0" timeOffset="-187326.79">31816 6611 14 0,'0'9'5'0,"0"-9"2"0,0 0 3 15,0 0-7-15,0 0 5 0,0 0-1 0,0 0 0 16,0 0-1-16,0 0 3 0,0 0-4 0,0 0 1 16,1 8-1-16,-1-8-2 0,0 0 2 0,0 0-4 15,0 0-1-15,0 0 1 0,0 0-1 0,0 0-1 16,0 0-2-16,2 8 1 0,-2-8 2 0,0 0 1 15,0 0-3-15,0 0 1 0,0 0-1 0,0 0-2 16,0 0-3-16,2 6 5 0,-2-6-1 0,0 0-4 16,0 0 2-16,0 0-6 0,0 0 14 0,0 0-9 15,0 0 9-15,0 0-13 0,0 0 9 0,0 0-3 16,0 0 2-16,0 0 1 0,0 0-6 0,0 0 15 16,0 0-11-16,0 0 2 0,0 0 0 0,0 0 4 15,0 0-3-15,0 0 2 0,0 0 0 0,0 0-2 16,0 0 4-16,0 0-4 0,0 0 0 0,0 0 0 15,0 0-4-15,0 0 5 0,0 0-2 0,0 0 2 16,0 0-1-16,0 0-1 0,0 0 2 0,0 0 2 16,0 0-6-16,0 0 6 0,0 0-6 0,0 0 5 15,0 0-1-15,0 0 2 0,0 0-5 0,0 0-1 16,0 0-4-16,0 0-7 0,0 0 2 0</inkml:trace>
  <inkml:trace contextRef="#ctx0" brushRef="#br0" timeOffset="-183864.58">31348 6715 67 0,'0'0'83'0,"0"0"-3"0,0 0-2 15,0 0 3-15,0 0-15 0,0 0-2 0,0 0-8 0,0 0-12 16,0 0-8-16,0 0 1 0,0 0-7 0,0 0 3 16,0 0-7-16,0 0-8 0,0 0 2 15,0 0-9-15,0 0 2 0,0 0 3 0,0 0 3 16,0 0-11-16,0 0 9 0,0 0-8 0,0 0-1 16,0 0-8-16,0 0 8 0,0 0-4 0,0 0-9 15,0 0 8-15,0 0-1 0,0 0 6 0,0 0-9 16,0 0-2-16,0 0 7 0,-4-10-1 0,4 10-5 15,0 0 7-15,-13-1-7 0,13 1 11 0,0 0 5 16,-9-2-20-16,9 2 3 0,0 0 5 0,-12 0 0 16,12 0-6-16,-9 0 0 0,9 0 9 0,0 0-12 15,0 0 11-15,-9 0-7 0,9 0 2 0,0 0 7 16,0 0 1-16,0 0-2 0,-9 2-2 0,9-2 6 16,0 0-9-16,0 0 3 0,0 0-3 0,0 0 0 15,0 0 3-15,0 0-6 0,0 0 0 0,0 0-2 16,31 2 11-16,-18 0-7 0,4-2 6 0,3 1-8 15,3-1 4-15,-2 1 0 0,1-1 0 0,-1 0 3 0,2-1-1 16,-3 1 2-16,1 1-10 0,0-3 15 0,1 2-10 16,-3 0 2-16,2 0 7 0,-1 1-8 15,-3-1-2-15,2-1 7 0,-4 1-7 0,-1-2 5 16,-1 2 2-16,0 2-11 0,-2-2 5 0,-2 0 3 16,0 0-4-16,-9 0 1 0,9 0 9 0,-9 0 5 0,8 1 0 15,-8-1-6-15,0 0 5 0,9 1-3 0,-9-1 7 16,0 0-6-16,0 0 3 0,0 0-2 15,0 0 0-15,10 0-4 0,-10 0 5 0,0 0-2 16,0 0-1-16,0 0-2 0,0 0 3 0,0 0 0 0,0 0-6 16,0 0 2-16,9 1 1 0,-9-1-2 15,0 0 4-15,0 0-2 0,0 0-4 0,10-1 2 16,-10 1 2-16,0 0-10 0,0 0 4 0,0 0-2 16,10 0 3-16,-10 0-11 0,0 0 23 0,0 0 3 0,0 0-4 15,0 0 3-15,0 0 2 0,0 0-4 0,0 0-1 16,0 0 5-16,0 0-7 0,0 0 2 0,0 0-13 15,0 0-15-15,0 0-17 0,0 0-14 0,0 0-15 16,0 0-24-16,0 0-1 0,0 0-20 0,0 0-66 16,0 0-185-16,0 0 82 0</inkml:trace>
  <inkml:trace contextRef="#ctx0" brushRef="#br0" timeOffset="-183418.63">31430 6721 48 0,'19'0'62'0,"12"0"9"0,-3 1-8 16,4-1 0-16,0-1-6 0,1 2-5 15,1 0-4-15,-4 1-5 0,0-2 0 0,-1 2-2 16,-7-2 6-16,1-2-11 0,-3 4-1 0,1-4 8 16,-5 0 6-16,-3 4-3 0,1-4-6 0,0 2 4 0,-5 2-9 15,1-4 4-15,-1 1 7 0,-9 1 1 16,12 0 14-16,-12 0 6 0,9 0-3 0,-9 0 0 16,0 0 5-16,11 0-6 0,-11 0 0 0,0 0-7 0,0 0 5 15,9-2-14-15,-9 2-1 0,0 0-4 0,0 0-5 16,0 0-1-16,0 0-4 0,7-1-5 0,-7 1 2 15,0 0-10-15,0 0 3 0,0 0-2 0,0 0-5 16,0 0-1-16,0 0-1 0,0 0 0 0,0 0-2 16,0 0-3-16,3-5-1 0,-3 5 4 0,0 0-11 15,0 0-5-15,0 0-8 0,0 0-17 0,0 0 1 16,0 0-17-16,0 0-4 0,0 0-12 0,0 0-12 16,0 0-17-16,0 0-11 0,0 0-13 0,0 0-9 15,0 0-6-15,0 0-78 0,0 0-224 0,0 0 99 16</inkml:trace>
  <inkml:trace contextRef="#ctx0" brushRef="#br0" timeOffset="-181805.77">31695 6770 84 0,'0'0'101'0,"0"0"6"0,0 0-2 16,0 0-13-16,0 0-6 0,0 0-3 0,4-5-6 16,-4 5-2-16,0 0-15 0,0 0-9 0,0 0-10 15,2-6 5-15,-2 6-10 0,0 0-3 0,0 0-23 16,0 0 3-16,0 0-38 0,0 0-11 0,0 0-11 16,0 0-24-16,0 0-14 0,0 0-55 0,0 0-150 15,0 0 66-15</inkml:trace>
  <inkml:trace contextRef="#ctx0" brushRef="#br0" timeOffset="-179957.13">31990 5127 2 0,'0'0'45'0,"0"0"0"0,0 0-11 16,0 0-3-16,0 0-2 0,0 0-7 0,0 0-3 16,0 0-8-16,0 0 1 0,1-8-6 0,-1 8-11 15,0 0-2-15,0 0-9 0,0 0-6 0,0 0-13 16,0 0-37-16,0 0 16 0</inkml:trace>
  <inkml:trace contextRef="#ctx0" brushRef="#br0" timeOffset="-176265.17">31760 3909 5 0,'-7'0'11'0,"7"0"-2"15,-11-1-4-15,2 2 1 0,9-1 3 0,-14 1 0 16,8-1-2-16,6 0 1 0,-16 1 7 0,9-1-9 16,7 0 2-16,-16 2 2 0,7-4 0 0,9 2 0 15,-11 2 1-15,11-2 0 0,-8 2 4 0,8-2 5 16,-9 0 0-16,9 0-5 0,0 0-3 0,0 0 5 15,0 0 1-15,-10 0-4 0,10 0 8 0,0 0-5 16,0 0 3-16,0 0-3 0,0 0 8 0,0 0 1 16,0 0 8-16,0 0 0 0,20 8-8 15,-8-7-2-15,7 0 5 0,2 1-11 0,5-2 8 0,5 1-9 16,0 3 8-16,-1-2-9 0,2 1-3 16,0 1 6-16,0-1-15 0,2 0 4 0,-1 0 1 15,-1 0 1-15,2 0-4 0,-6 1-2 0,3-1 4 16,-2-3-6-16,-7 2 6 0,0-1-3 0,-4 1 1 0,0 0-2 15,-6 0 3-15,2-1-2 0,-3-1-3 0,-1 0 6 16,-4 0-4-16,-6 0 1 0,9 1 10 16,-9-1-2-16,9 1 15 0,-9-1-3 0,0 0-2 15,0 0-1-15,0 0 5 0,10-3-14 0,-10 3 5 16,0 0 11-16,0 0-16 0,0 0 3 0,0 0-8 16,0 0 2-16,0 0-6 0,0 0 2 0,0 0 2 15,0 0 0-15,0 0-1 0,0 0 3 0,0 0-12 16,0 0-18-16,0 0-14 0,0 0-23 0,0 0-6 15,0 0-21-15,0 0-56 0,0 0-151 0,0 0 67 16</inkml:trace>
  <inkml:trace contextRef="#ctx0" brushRef="#br0" timeOffset="-166934.45">24074 9206 8 0,'0'0'12'0,"0"0"-3"16,0 0 3-16,0 0-3 0,1-9 2 0,-1 9 1 15,0 0-4-15,0 0 8 0,0 0-10 0,0 0 2 16,0 0 0-16,0 0-3 0,0 0-2 0,0 0 4 16,0 0-4-16,0 0 3 0,0 0-1 0,0 0-2 15,0 0 3-15,0 0-1 0,0-8 0 0,0 8 0 16,0 0 0-16,0 0-1 0,0 0 0 0,0 0-3 15,0 0 0-15,0 0 0 0,0 0 4 0,0 0-5 16,0 0 3-16,0 0-2 0,0 0 0 0,-6-7-1 16,6 7-1-16,0 0 3 0,0 0-1 0,0 0 1 0,0 0-5 15,0 0 6-15,0 0 0 0,-2-9-6 0,2 9 3 16,0 0-5-16,0 0 0 0,0 0-5 16,0 0-5-16,0 0 0 0,6-8-11 0,-6 8-27 15,0 0 12-15</inkml:trace>
  <inkml:trace contextRef="#ctx0" brushRef="#br0" timeOffset="-149992.47">10809 11361 33 0,'0'0'71'0,"0"0"-7"15,0 0-2-15,0 0-11 0,0 0 2 0,-8-3-8 16,8 3 0-16,0 0-8 0,0 0-5 0,0 0 1 16,0 0-5-16,0 0 0 0,0 0-7 0,0 0 5 15,0 0-9-15,-4-5-3 0,4 5 2 0,0 0 0 0,0 0-3 16,-7-4-8-16,7 4 10 0,0 0-1 16,0 0-13-16,0 0 6 0,0 0-3 0,-13 1-1 0,13-1 1 15,0 0 1-15,-10 0 3 0,10 0-8 16,0 0 8-16,-9 3 0 0,9-3-7 0,0 0 0 0,0 0 0 15,0 0-3-15,-12 0 1 0,12 0-1 0,0 0-3 16,-10 2-3-16,10-2 14 0,-8 3-6 0,8-3-4 16,-9 3 1-16,9-3 0 0,-9 1 3 15,9-1-5-15,-10 1 1 0,10-1 3 0,-9 4 0 16,9-4 3-16,-11 2 1 0,4 0-11 0,0 0 4 0,-1 1-8 16,-2-1 3-16,-3 2-9 0,2-1 8 15,-1 0 2-15,-2 3-4 0,1-5-3 0,-1 4 7 0,1-1 0 16,-1-1 0-16,2 0 7 0,0 0-6 15,-1 0 1-15,2 0 0 0,-2 1 4 0,1-1 4 0,2-1-11 16,-1 0 6-16,2 1 6 0,1-1-3 0,-1-2-1 16,2 1 2-16,0 2-1 0,7-3 8 0,-11 1-7 15,11-1 4-15,-11 0-1 0,11 0 7 0,-7 3 3 16,7-3-7-16,0 0 1 0,0 0-2 0,-11-2-24 16,11 2 24-16,0 0-3 0,0 0 0 0,0 0 1 15,0 0 5-15,0 0-5 0,0 0 2 0,30-1-11 16,-19 1 14-16,5-1-2 0,2 2 3 0,1-2 1 15,0-2-7-15,3 3 2 0,7-3 6 0,-7 3-5 16,7-3 2-16,-2 3 1 0,0-4 2 0,1 1-10 16,0 1 4-16,3 0-2 0,-3 1 1 0,1-3-12 15,-1 3 19-15,8-1-4 0,-4 0 12 0,3 0-8 16,-3 2-5-16,3 0 1 0,-1 0 3 0,-1-2-5 16,1 4 0-16,1 1 0 0,2 0 4 0,-2-3-3 15,-1 3 1-15,4-2 3 0,-1 1-3 0,2 0-1 16,-1 0-5-16,3-1-5 0,-3-1 17 0,-1-1-11 0,1 1-1 15,1 1 10-15,-3 1-6 0,2 0-7 16,-1-2 2-16,4-1 7 0,10 1 0 0,0 3-1 16,0-7 6-16,1 1 2 0,0-1-3 0,2-1 13 15,-1 5-14-15,-3-4-5 0,1 1 1 0,-12-1-4 16,12 1 10-16,0 2-17 0,-10-1 14 0,-4 0-4 0,14-2-1 16,3 1-1-16,-3 0 8 0,2 0-8 15,-14-3 7-15,12 2-3 0,-12 1 1 0,16-2-2 16,-6 3-1-16,-9-1 1 0,-1 0-8 0,12-2 19 0,-13 1-6 15,1 1-3-15,-1 2 4 0,1-3-8 0,-2 1 1 16,1 2 4-16,-2-2-1 0,-2 1 4 16,-3 0-9-16,1 1 9 0,-1 0-2 0,-2 0-8 15,-8-1 10-15,0 1 0 0,-2 1 2 0,-1 0-3 0,-5-1 6 16,0 0-12-16,-3 1 3 0,-1 0-1 0,-1-1 5 16,-8 1-4-16,12 0 8 0,-12 0-6 0,9 0 1 15,-9 0-4-15,0 0 7 0,11-1-4 0,-11 1-3 16,0 0 4-16,0 0-3 0,12 0-11 0,-12 0-14 15,0 0-8-15,0 0-14 0,6 2-13 0,-6-2-15 16,0 0-21-16,4 5-19 0,-4-5-85 0,7 5-208 16,-7-5 93-16</inkml:trace>
  <inkml:trace contextRef="#ctx0" brushRef="#br0" timeOffset="-149195.65">15595 11268 28 0,'-12'1'53'0,"3"1"-6"0,0-1 0 0,3 0-7 16,6-1-5-16,-9 2-2 0,9-2-11 0,-7 3 4 0,7-3-2 15,0 0 1-15,0 0-4 0,0 0 12 0,0 0-6 16,0 0 3-16,15 13-1 0,-3-10-2 16,1 0-2-16,4 0 4 0,2 0-1 0,1 1-1 15,7-1-4-15,1 0 2 0,-1 1-2 0,3-3-14 0,-1 2 13 16,2-2-6-16,-2 3 12 0,6-2 0 0,2 0 3 16,2 0-3-16,17 1-5 0,-1-2 5 0,0 2-8 15,4-5 4-15,1 0-7 0,-1 2-2 0,2 1 10 16,-1-1-13-16,3 0-1 0,0 0 11 0,-2-1-7 15,2 1-4-15,3-2-3 0,26 2 6 0,-30 0 2 16,3 0 1-16,2-3-13 0,24 3 10 0,-26-3 1 16,25 3-3-16,-26 0-2 0,-2 0 10 0,5 0-2 15,-1 1 3-15,28 1 0 0,-32-2-3 0,5 0-4 16,-1 0 1-16,2 0 7 0,20 0-11 0,-27 2 0 16,4-2 9-16,-2 0-12 0,-2 1 4 0,-3 3 2 15,0-5-3-15,-4 1-14 0,0 3 12 0,-17-3 5 16,19 0-8-16,-2 1 10 0,-16-1 0 0,2 0-6 15,0 0 1-15,-2 2-11 0,-2-2 17 0,-2 1-3 16,1-2-3-16,-3 2 4 0,-2-1 3 0,-8 1-3 16,-1-1 3-16,-1-1 1 0,-1 1 1 0,-6 0 10 15,0 0-1-15,-4 0 10 0,-2 0 3 0,-7 0 12 16,14 1 3-16,-14-1 9 0,11 0 8 0,-11 0 2 16,7-1 2-16,-7 1-4 0,0 0-6 0,0 0-5 15,9-3-6-15,-9 3-5 0,0 0-5 0,0 0-9 16,5-4-1-16,-5 4-2 0,0 0-8 0,0 0 0 15,0 0-4-15,0 0-1 0,0 0-3 0,0 0-2 16,0 0 2-16,0 0-4 0,0 0 1 0,0 0-9 16,0 0-9-16,0 0-11 0,0 0-16 0,0 0-14 0,0 0-16 15,0 0-17-15,0 0-17 0,0 0-21 16,0 0-16-16,0 0-27 0,0 0-20 0,0 0-157 16,0 0-360-16,-12 19 159 0</inkml:trace>
  <inkml:trace contextRef="#ctx0" brushRef="#br0" timeOffset="-142505.3">29360 6815 13 0,'0'0'113'16,"0"0"-9"-16,0 0-14 0,0 0-2 0,0 0-12 15,0 0-10-15,0 0-11 0,0 0-2 0,0-5-16 0,0 5-9 16,0 0-12-16,0 0-18 0,0 0-6 15,0 0-7-15,0 0-16 0,0 0-19 0,0 0-56 16,0 0-115-16,0 0 52 0</inkml:trace>
  <inkml:trace contextRef="#ctx0" brushRef="#br0" timeOffset="-142153.48">30240 6795 25 0,'0'0'92'0,"0"0"-3"0,0 0 3 16,0 0-13-16,0 0-5 0,0 0-4 0,0 0-6 15,0 0-3-15,0 0-9 0,0 0-13 0,0 0 4 16,0 0-1-16,0 0-9 0,0 0 2 0,0 0-3 0,0 0-7 16,0 0 2-16,0 0-5 0,0 0-15 15,0 0-17-15,0 0-9 0,0 0-15 0,0 0-27 16,0 0-20-16,0 0-52 0,0 0-145 0,0 0 64 15</inkml:trace>
  <inkml:trace contextRef="#ctx0" brushRef="#br0" timeOffset="-141281.65">30121 6752 41 0,'0'0'41'0,"0"0"-17"0,0 0-23 16,0 0-20-16,0 0-18 0,0 0 8 0</inkml:trace>
  <inkml:trace contextRef="#ctx0" brushRef="#br0" timeOffset="-139401.49">30105 6796 111 0,'0'0'101'15,"0"0"-14"-15,0 0 2 0,0 0-18 0,0 0-8 0,0 0-5 16,0 0-8-16,0 0-3 0,0 0-11 0,0 0 2 16,0 0-4-16,0 0 0 0,0 0-13 0,0 0-7 15,0 0-4-15,0 0-16 0,0 0 4 0,-26 6-15 16,19-6 0-16,7 0-10 0,-13 2 1 16,6-1-5-16,0 0-5 0,7-1 1 0,-16 1 7 0,10 1-4 15,6-2-7-15,-15 1 0 0,8 2 2 0,7-3 1 16,-14 0-4-16,14 0-30 0,-15 0-75 0,15 0 34 15</inkml:trace>
  <inkml:trace contextRef="#ctx0" brushRef="#br0" timeOffset="-138858.81">30175 6787 76 0,'0'0'101'0,"0"0"-7"0,0 0-14 0,0 0-5 16,0 0-1-16,0 0-13 0,0 0 3 0,0 0-15 15,0 0-8-15,0 0-5 0,0 0-3 0,-25-1-1 16,25 1-4-16,0 0-2 0,0 0-9 0,0 0 7 16,0 0-7-16,0 0-7 0,-8 2 9 0,8-2-5 15,0 0-2-15,-9 4-4 0,9-4-3 0,0 0 1 16,-8 1-7-16,8-1-1 0,0 0-1 0,0 0 6 15,-6 2-11-15,6-2 3 0,0 0-13 0,0 0-4 16,-7 6-9-16,7-6-8 0,0 0-7 0,0 0-8 16,-5 3-12-16,5-3-53 0,0 0-128 0,-8 5 57 15</inkml:trace>
  <inkml:trace contextRef="#ctx0" brushRef="#br0" timeOffset="-136578.95">26331 6479 4 0,'0'0'54'0,"0"0"-13"15,0 0-8-15,0 0-10 0,0 0-21 0,0 0-16 16,0 0-11-16,0 0-25 0,0 0 12 0</inkml:trace>
  <inkml:trace contextRef="#ctx0" brushRef="#br0" timeOffset="-135862.52">26318 6457 54 0,'0'0'89'0,"-10"-3"-9"0,10 3-5 16,0 0-2-16,-9-3-11 0,9 3-5 0,0 0 4 16,-11-2-13-16,11 2 3 0,0 0-4 0,-7-3-7 15,7 3 6-15,-7-2-17 0,7 2 7 0,0 0-10 16,-10-3 3-16,10 3-3 0,0 0 1 0,-12-1-4 16,12 1 2-16,-9-2-12 0,9 2 3 0,0 0 7 15,-11-1-1-15,11 1 6 0,0 0 2 0,0 0-5 16,-11 0 4-16,11 0-6 0,0 0 2 0,0 0 0 15,0 0-2-15,0 0 3 0,-9-2-6 0,9 2-1 16,0 0-2-16,0 0 1 0,0 0-5 0,0 0 7 16,0 0-9-16,0 0-4 0,0 0 0 0,0 0-1 15,0 0 1-15,0 0-4 0,0 0 4 0,0 0-2 16,0 0 6-16,0 0-1 0,35 6 4 16,-21-6-4-16,4 4-4 0,5-3 10 0,4 0-3 0,4-1 0 15,0 0 0-15,1-2 2 0,4 1 2 0,-3-1-3 16,3 1 4-16,1-2 1 0,1 3-2 0,-3 0-6 15,-3 0 3-15,2-3-3 0,-3 3 1 0,2 0-3 16,-5-3 4-16,3 2-2 0,-4-1 1 0,0 2-1 0,3 0 0 16,-8-1 0-16,0 1 0 0,7-1 0 15,-10-1 1-15,2 1-3 0,-2 0 4 0,1 1 1 16,2-4 0-16,-1 3 0 0,-1 1 4 0,0-3-1 16,0 1 2-16,-1 1-1 0,0-1-2 0,0-2 2 15,3 3 0-15,-6-2-5 0,0 1 2 0,-3 2 0 0,-2-1 7 16,3-1-10-16,-2 2-1 0,-4 0-2 15,-8 0 10-15,13-2-12 0,-13 2 3 0,11 0-2 16,-11 0 4-16,10-2 3 0,-10 2 2 0,0 0 2 16,9-1 4-16,-9 1 0 0,0 0 1 0,6-1 4 0,-6 1-1 15,0 0-1-15,0 0-1 0,0 0 12 0,0 0-8 16,0 0-1-16,0 0-4 0,0 0 0 16,0 0-4-16,0 0-4 0,0 0 1 0,0 0-1 15,0 0-3-15,0 0 0 0,0 0-3 0,0 0-2 16,0 0 0-16,0 0-5 0,0 0-14 0,0 0-17 0,0 0-18 15,0 0-24-15,0 0-17 0,0 0-18 0,0 0-15 16,0 0-10-16,0 0-29 0,-19 8-13 16,19-8-119-16,-4 10-315 0,4-10 139 0</inkml:trace>
  <inkml:trace contextRef="#ctx0" brushRef="#br0" timeOffset="-134654.1">29108 7011 72 0,'-6'-5'93'0,"6"5"-2"0,-6-7-7 0,6 7-6 15,-5-6-9-15,5 6 4 0,-7-7-18 0,7 7 15 16,-7-5 0-16,7 5 0 0,-8-7 0 0,5 3-5 16,3 4-6-16,-7-6-6 0,7 6-3 15,-10-7 5-15,6 5-5 0,4 2-2 0,-7-8-2 0,7 8-5 16,-7-5-7-16,7 5 0 0,-7-7-5 0,7 7 1 15,-7-4 0-15,7 4-2 0,-5-6-8 0,5 6 4 16,0 0-2-16,0 0-2 0,-6-3-1 0,6 3 1 16,0 0-4-16,0 0 6 0,0 0-4 0,-7-3-4 15,7 3 1-15,0 0-4 0,0 0 0 0,0 0-5 16,0 0 1-16,0 0-1 0,0 0 6 0,0 0-5 16,21-4-3-16,-10 4 1 0,2 1-1 0,7-1 0 15,2-1-3-15,8 1-1 0,2-1-2 0,5 2 3 16,-2 0 0-16,3 1-6 0,-1-1-1 0,0 0 5 15,14 1-8-15,-13-4-1 0,0 1 2 0,16 2-3 16,-1-2 5-16,-2 0-2 0,-1-1 9 0,-16 2-10 16,6-2 7-16,-3-2-5 0,-2 4 1 0,3-1 1 15,-3 1-1-15,2-3 1 0,-3 3 1 0,-1-1 1 16,-3-1-8-16,1 0 9 0,1 0 0 0,-4-1 1 16,-7 3-3-16,0-1 2 0,2-3-1 0,-3 2 0 15,0 2-3-15,-2-1 4 0,-1 0 2 0,-5 0-2 16,-1 1-3-16,-1 0 1 0,-1-1 3 0,-2-1 2 15,-7 2 2-15,12 0 2 0,-12 0-2 0,11-2 3 16,-11 2-3-16,0 0 2 0,9 0 3 0,-9 0 3 16,0 0 7-16,0 0-6 0,8 1 4 0,-8-1 3 15,0 0-4-15,0 0 0 0,0 0-3 0,0 0 3 0,0 0-4 16,8 1 6-16,-8-1-4 0,0 0-2 16,0 0-5-16,0 0-6 0,0 0-15 0,0 0-9 15,0 0-20-15,0 0-24 0,0 0-20 0,0 0-24 16,0 0-28-16,0 0-96 0,0 0-255 0,0 0 114 15</inkml:trace>
  <inkml:trace contextRef="#ctx0" brushRef="#br0" timeOffset="-133283.37">29592 6847 112 0,'0'0'110'16,"0"0"-5"-16,0 0-23 0,0 0-3 0,0 0-4 16,0 0-13-16,0 0 2 0,0 0-18 0,0 0-9 15,0 0-15-15,0 0-20 0,0 0-27 0,0 0-35 16,0 0-59-16,0 0-128 0,0 0 57 0</inkml:trace>
  <inkml:trace contextRef="#ctx0" brushRef="#br0" timeOffset="-132786.58">27361 6350 16 0,'0'0'65'0,"0"0"-14"0,0 0-1 15,0 0-10-15,0 0-2 0,0 0-4 0,0 0 4 16,0 0-11-16,0 0 1 0,0 0 0 0,0 0-1 15,0 0-1-15,0 0-3 0,0 0-4 0,0 0-1 0,0 0-1 16,0 0 0-16,0 0 0 0,0 0-5 16,0 0-1-16,0 0 0 0,0 0 1 0,0 0 2 15,0 0-3-15,0 0-4 0,0 0 1 0,0 0 2 16,0 0-1-16,0 0-2 0,0 0-5 0,0 0 2 0,0 0-8 16,0 0 0-16,0 0-7 0,0 0-9 15,0 0-5-15,0 0-13 0,-2 9-10 0,2-9-44 0,0 0-99 16,0 0 45-16</inkml:trace>
  <inkml:trace contextRef="#ctx0" brushRef="#br0" timeOffset="-131445.85">29083 7787 73 0,'0'0'116'0,"11"0"-22"0,-11 0-17 0,0 0-8 15,0 0-5-15,0 0-17 0,0 0-13 0,0 0-15 16,0 0-29-16,0 0-22 0,0 0-61 0,0 0-99 16,0 0 45-16</inkml:trace>
  <inkml:trace contextRef="#ctx0" brushRef="#br0" timeOffset="-131144.79">29099 7790 29 0,'0'0'71'0,"0"0"-8"16,0 0-16-16,0 0-18 0,0 0-18 0,0 0-27 0,0 0-23 15,0 0-43-15,0 0 19 0</inkml:trace>
  <inkml:trace contextRef="#ctx0" brushRef="#br0" timeOffset="-129993.64">29594 7722 47 0,'0'0'60'0,"0"0"-1"0,0 0-6 0,0 0 0 15,0 0-15-15,0 0-4 0,0 0-9 0,0 0-14 16,0 0-16-16,0 0-27 0,0 0-26 0,0 0-61 16,0 0 27-16</inkml:trace>
  <inkml:trace contextRef="#ctx0" brushRef="#br0" timeOffset="-129178.38">29573 7638 80 0,'0'0'144'0,"0"0"-22"0,0 0-12 15,0 0-14-15,0 0-9 0,0 0-17 0,0 0-8 16,0 0-15-16,0 0-4 0,0 0-28 0,-14-16-26 16,14 16-29-16,0 0-38 0,-10-4-47 0,10 4-135 15,-13-2 60-15</inkml:trace>
  <inkml:trace contextRef="#ctx0" brushRef="#br0" timeOffset="-126657.95">29649 7692 13 0,'0'0'91'0,"0"0"-9"0,0 0-4 15,0 0-18-15,-9 3 3 0,9-3-4 0,0 0-10 16,0 0-2-16,0 0-6 0,0 0-8 0,0 0-8 16,0 0-12-16,0 0-6 0,0 0-9 0,0 0-7 15,0 0-11-15,0 0-5 0,0 0-17 0,0 0-13 16,0 0-30-16,0 0-92 0,-4 5 41 0</inkml:trace>
  <inkml:trace contextRef="#ctx0" brushRef="#br0" timeOffset="-89108.88">26025 7745 42 0,'-8'-4'45'0,"8"4"2"15,-15-3-5-15,9-2-10 0,-3 4 8 0,9 1-7 16,-14-4 1-16,5 1-7 0,3 3-1 0,-3-3 0 16,-2-1-9-16,0 1 7 0,-1-1-12 0,1 0 0 15,2 2-4-15,-7 0 9 0,1-5-12 0,-2 1-2 16,0 0 13-16,-1 0-7 0,3 0-7 0,-2-2 9 15,0 0-7-15,-1-1 0 0,1-2 3 0,0 0 4 16,1-2-5-16,0 0-3 0,-1 1 2 0,5-2-9 16,-2 0 9-16,2-1 1 0,2 2 0 0,1-2-6 15,0-2 0-15,-1 1 0 0,3-3-6 0,0 0-2 16,2-4 4-16,-4-6 4 0,5 6-3 0,0-6-10 16,2-2 8-16,-2-1 1 0,0 0-6 0,4 0 2 15,-4-1 5-15,3-1-6 0,0-1-3 0,-6 5 2 16,2-6-3-16,1 3-3 0,-7-1 3 0,4-1 1 15,-2 3 2-15,1-3 1 0,-3 1-1 0,1 1 4 16,3-3-2-16,0 1-1 0,-2 0 4 0,-2 3 0 16,1-15-1-16,4 14 0 0,2 0 2 0,2-3 0 15,-1 0 1-15,1 0 0 0,2 1-1 0,0-11-3 16,0 12 1-16,-2 3 2 0,2-4 1 0,0 3-2 16,0-1 4-16,0 1 0 0,-2-1-7 0,-1 2 9 15,-2 0-5-15,3-2 3 0,-2 2-1 0,3 1-1 16,-3 0 7-16,0-1-8 0,2-1 2 0,-3-2 0 15,1 0 0-15,-1-2 0 0,-1 2-7 0,3-2 3 0,-1 1 1 16,1 0 2-16,0 2 3 0,3-4-5 16,0 3 4-16,0 0-4 0,2-1 2 0,2 3 3 15,0-3-3-15,1 1 7 0,-3 1-11 0,5-1 3 16,-3 1 1-16,3 0 3 0,-3-1-7 0,1 2 4 0,5 1-4 16,-4-1 0-16,-2 3 4 0,1 0 3 0,2 0 1 15,-1 1-7-15,3 2 6 0,-4 2-5 0,-1-1 4 16,1 8-4-16,-1-7 5 0,0 7 0 15,0-3 0-15,2-4-4 0,-2 4 1 0,-4-5 4 16,3 1-4-16,-1-1 0 0,4-2-2 0,-2 2 6 0,4-1-2 16,-6 0-2-16,2 1 2 0,3-2 0 0,1 4 0 15,0-3-5-15,-3-1 6 0,5 3-2 16,-1-2 2-16,1 2-2 0,-3 6 0 0,1-1-1 16,-3 3-2-16,4-3 0 0,-5 2 6 0,1 0-4 15,1 0-5-15,-3 0 9 0,1 1-5 0,0 3 3 16,1-3-1-16,-2-1 1 0,-1 6-4 0,0-3 0 0,0 3 4 15,0-3-2-15,-1 3 0 0,2 1-2 0,-2-2 1 16,-1 2 0-16,0-2 0 0,2 1-2 16,-2 1 2-16,2-2-11 0,-2 2-16 0,0-3 7 15</inkml:trace>
  <inkml:trace contextRef="#ctx0" brushRef="#br0" timeOffset="-89079.31">25636 4030 50 0,'0'-13'-9'0,"0"-2"7"16,0-2-5-16,-2 2-7 0,2 0 3 0</inkml:trace>
  <inkml:trace contextRef="#ctx0" brushRef="#br0" timeOffset="-89058.29">25632 3887 8 0,'0'-18'-2'0,"-2"2"-1"15</inkml:trace>
  <inkml:trace contextRef="#ctx0" brushRef="#br0" timeOffset="-87958.79">31224 4175 5 0,'-4'20'3'0,"2"4"4"0,-1-5-2 16,0 0-5-16,-1 1 6 0,1-1-2 0,-1-1 4 16,2-1-4-16,1-1 1 0,-2 0 0 0,0 2-1 15,2-1 0-15,-1 0-2 0,0-1-3 0,0 0 2 16,0 3 2-16,-1-1-3 0,1 1 2 0,-4 5 4 15,2-4-6-15,-2 5 1 0,4 1-3 0,-4-8-3 16,-1 8 2-16,-1 0 1 0,-3 1-9 0,3-4 10 16,0 2 1-16,0 2-2 0,-1-2-3 0,0 3 2 15,3-2 0-15,-3 0-4 0,3 1 6 0,-2-2-5 16,2 0-5-16,0 2 4 0</inkml:trace>
  <inkml:trace contextRef="#ctx0" brushRef="#br0" timeOffset="-87544.45">30510 7038 5 0,'-3'19'7'0,"-2"1"-4"0,4-4-6 16,-3 4 2-16,2-2 5 0,0-2 1 0,0 1-4 15,-1 0-5-15,1-2 8 0,-1 2 5 0,1-1-11 16,-1 2 4-16,3-18 2 0,-6 31-4 0,4-20-2 16,2-11-4-16,-2 25 13 0,-1-8-8 0,-2-1-5 15,5-16 4-15,-6 27-2 0,2-15-5 0,0-1 2 16</inkml:trace>
  <inkml:trace contextRef="#ctx0" brushRef="#br0" timeOffset="-87524.41">30436 7425 2 0,'-12'21'-1'15</inkml:trace>
  <inkml:trace contextRef="#ctx0" brushRef="#br0" timeOffset="-87248.81">30276 7722 5 0,'-6'5'6'0,"6"-5"-2"0,-13 15 3 16,13-15 2-16,-13 12-4 0,5-5 3 0,8-7-2 15,-19 18 3-15,10-10 4 0,-5 2-6 0,2-1-2 16,0-1 3-16,-1 0-3 0,0 1 2 0,2-4-9 16,-1 2 3-16,2 1-1 0,-2-1 6 15,1 2 1-15,1-2-4 0,-3-1 3 0,13-6 2 16,-23 13-7-16,12-7 2 0,-2-2 0 0,-5 2 0 16,6-1-2-16,-4 0 5 0,1 3-5 0,1-3 8 0,14-5-3 15,-28 10-1-15,15-5-1 0,-3 2 1 16,0-3-2-16,-2 5 4 0,1-3-3 0,-1 1-7 15,-1-1-3-15,-7 3 0 0,5-2-4 0,-6 0-2 16,-2 2-1-16,1-4-11 0,-2 1-26 0,1 2 11 16</inkml:trace>
  <inkml:trace contextRef="#ctx0" brushRef="#br0" timeOffset="-85209.86">31434 6733 40 0,'0'0'81'0,"0"0"-11"0,0 0-1 0,0 0-14 0,0 0-6 16,0 0-16-16,6-4-11 0,-6 4-14 0,0 0-15 15,0 0-18-15,0 0-14 0,0 0-21 0,0 0-64 16,-25 19 29-16</inkml:trace>
  <inkml:trace contextRef="#ctx0" brushRef="#br0" timeOffset="-84437.47">31180 7925 42 0,'0'0'48'0,"0"0"-9"0,0 0 3 0,0 0-4 16,0 0-6-16,0 0-3 0,0 0-1 0,0 0-1 16,0 0-10-16,0 0 5 0,0 0-5 0,0 0-4 15,0 0 3-15,0 0-10 0,0 0 3 0,0 0 0 16,0 0 1-16,0 0-1 0,0 0-2 0,0 0 1 15,0 0-3-15,0 0-3 0,0 0 4 0,0 0-3 16,0 0 11-16,0 0-13 0,0 0-2 0,0 0 2 16,0 0-3-16,0 0 0 0,0 0 3 0,0 0 5 15,0 0-3-15,0 0-7 0,0 0 4 0,0 0 1 16,0 0-1-16,0 0 0 0,0 0-3 0,0 0 7 16,0 0-8-16,0 0 7 0,0 0-4 0,0 0 4 15,0 0-3-15,0 0 1 0,0 0-4 0,0 0-2 16,0 0 4-16,0 0 0 0,0 0-3 0,0 0 5 15,0 0-2-15,0 0-2 0,0 0 4 0,0 0-3 16,0 0 1-16,0 0-3 0,0 0 0 0,0 0 1 16,0 0-3-16,0 0 1 0,0 0 2 0,0 0-6 15,0 0 1-15,0 0-1 0,0 0 1 0,0 0-6 16,0 0-7-16,0 0-1 0,0 0-8 0,0 0 0 16,0 0-22-16,0 0-56 0,0 0 25 0</inkml:trace>
  <inkml:trace contextRef="#ctx0" brushRef="#br0" timeOffset="-76626.63">9623 14625 70 0,'0'0'182'0,"2"-10"-11"0,-2 10-6 16,4-8-7-16,-4 8-6 0,1-7-11 0,-1 7-4 15,3-6-12-15,-3 6-7 0,0 0-11 0,0 0-14 16,1-9-6-16,-1 9-12 0,0 0-8 0,0 0-7 15,0 0-11-15,3-5 0 0,-3 5-9 0,0 0-7 16,0 0-4-16,0 0-3 0,0 0-7 16,0 0-1-16,0 0 0 0,0 0-3 0,10 24 2 0,-6-11-3 15,1 3-4-15,0 3-12 0,3 4 0 0,-3 1-4 16,1 3 7-16,2-3-4 0,0 3-1 0,-3 1 5 16,0-2-4-16,0 2 2 0,-2 1 2 0,2-5-2 15,-2 0 4-15,0 1-4 0,-3-4-3 0,3-2 7 16,-2-1-5-16,0-1 3 0,0 0-1 0,1-3-2 15,-4-2-1-15,2-2 3 0,0-2 1 0,0-1-2 16,0-7-2-16,0 11 8 0,0-11-6 0,2 7 1 16,-2-7 2-16,0 0 6 0,-3 8 11 15,3-8 13-15,0 0 10 0,0 0 11 0,3 7 5 16,-3-7 8-16,0 0 4 0,0 0-2 0,0 0 2 0,0 0-4 16,0 0-6-16,0 0-7 0,0 0-4 0,0 0-6 15,0 0-7-15,5-29 2 0,-5 23-13 0,1-1-4 16,1 0 0-16,0 1-4 0,-1-3 0 0,3 2-5 15,-4 7-3-15,5-10-2 0,0 4 0 0,0 1-4 16,2-3 1-16,2 2-2 0,-4 2 1 0,4-1-5 16,-1 0-1-16,-3 3 1 0,6 0 1 0,-4 0-4 15,-7 2 0-15,11 1-1 0,-11-1 0 0,13 1 1 16,-6 2 1-16,0-2-2 0,1 5 4 0,0 0-4 16,0-1 13-16,-1 2-9 0,-2 2-2 0,1-3-2 15,0 1 6-15,-3 0-8 0,0 2-1 0,2-2-16 16,0 4-15-16,-1 0-18 0,1-2-20 0,-3 1-19 15,1 0-30-15,-2-2-37 0,2 1-18 0,-3-9-12 16,5 13-167-16,-4-3-391 0,-1-10 174 0</inkml:trace>
  <inkml:trace contextRef="#ctx0" brushRef="#br0" timeOffset="-76366.5">10162 14977 201 0,'0'0'222'0,"0"-8"-13"0,0 8 3 0,0 0-5 16,0-8-9-16,0 8-14 0,0 0-10 0,0 0-20 16,0 0-20-16,0 0-13 0,0 0-14 0,1-7-13 15,-1 7-13-15,0 0-11 0,0 0-9 0,0 0-4 16,0 0-7-16,0 0-2 0,6 25-6 16,-6-15-5-16,0 0 0 0,0 3-5 0,2 0-1 0,2 2-7 15,-1 1 0-15,-1 1-1 0,1-2-2 0,-2 1-2 16,0-4-2-16,-2 0-4 0,3 0-12 0,0-4-25 15,-2 5-28-15,1-3-24 0,-1-10-23 0,3 20-35 16,-3-11-42-16,0-9-26 0,-2 15-155 16,2-15-387-16,0 0 171 0</inkml:trace>
  <inkml:trace contextRef="#ctx0" brushRef="#br0" timeOffset="-76133.66">10100 14785 216 0,'-4'-6'285'0,"-1"2"-18"0,5 4-9 0,-7-6-6 15,7 6 4-15,0 0-6 0,-6-12-8 16,6 12-17-16,0 0-14 0,-8-5-9 0,8 5-34 16,0 0-13-16,0 0-14 0,0 0-17 0,0 0-14 15,0 0-17-15,-1-7-26 0,1 7-33 0,0 0-43 16,0 0-41-16,0 0-41 0,0 0-42 0,0 0-28 15,0 0-26-15,0 0-33 0,0 0-27 0,6 25-163 16,-6-25-444-16,9 16 196 0</inkml:trace>
  <inkml:trace contextRef="#ctx0" brushRef="#br0" timeOffset="-75332.88">10480 15132 28 0,'0'0'163'0,"0"0"-7"16,0 0-2-16,0 0-12 0,0 0-8 0,0 0-9 16,0 0-12-16,0 0-15 0,0 0-9 0,0 0-8 15,0 0 1-15,0 0-3 0,0 0-8 0,0 0-3 16,0 0-6-16,0 0-1 0,0 0-4 0,16-13-2 0,-16 13 2 16,5-7-4-16,-5 7 5 0,9-4-2 15,-5-1 2-15,2 0-5 0,-2 0 0 0,-2-2-1 16,-2 7 6-16,8-7 2 0,-5 3 0 0,-3 4-5 15,2-9-7-15,-2 9 0 0,2-9-1 0,-2 9-6 16,-2-10-4-16,2 10-1 0,0 0-2 0,-4-13-1 0,4 13-5 16,-2-7-2-16,2 7-3 0,-4-5 0 15,4 5-5-15,0 0-2 0,-7-4 0 0,7 4-4 16,0 0-7-16,-13 1 3 0,13-1-3 0,0 0-3 16,-13 7-1-16,9-3-6 0,-1 0 6 0,0 0-3 15,1 6 3-15,-1 0-4 0,1 1 2 0,0 2 0 16,0-5 0-16,3 5 0 0,-2-1 1 0,3 3-2 15,0-2-1-15,0 0 3 0,2 0 0 0,-1-2 0 16,3-2-1-16,0 4-3 0,1-6 5 0,0 2-1 16,1-1-1-16,1-1 0 0,-1-3-1 0,0 4 3 15,1-3-4-15,-2-1 5 0,6-1-2 0,-2-1 10 16,3-2-8-16,1 2 4 0,-2-5 4 0,3 3 3 16,-2-2-1-16,2 0 5 0,-4 0-1 0,2 0 8 15,0-4 0-15,0 3 8 0,-3-3 7 0,1 1-2 16,0 0 6-16,-3 2 1 0,0-4 1 0,-7 7-1 15,13-7 0-15,-9 3-3 0,-4 4-5 0,5-5 0 16,-5 5-5-16,0 0-5 0,9-5-11 0,-9 5-12 16,0 0-21-16,5-4-29 0,-5 4-30 0,0 0-39 15,0 0-59-15,0 0-51 0,0 0-41 0,0 0-183 16,0 0-487-16,0 0 216 0</inkml:trace>
  <inkml:trace contextRef="#ctx0" brushRef="#br0" timeOffset="-73670.69">9790 15657 15 0,'0'0'190'0,"0"0"-1"0,2-9-2 16,-2 9-19-16,0 0-8 0,-3-9-14 15,3 9-11-15,0 0-19 0,0 0-13 0,0 0-8 0,0 0-11 16,0 0-11-16,0 0-3 0,0 0-11 15,0 0-5-15,6 22-1 0,0-6 5 0,-5 2-10 16,-1 9-2-16,0-1-2 0,0-1-7 0,1 2-3 16,0 0-4-16,-1-2 3 0,-1-6-2 0,1 0 2 0,-1 0-4 15,1 1-2-15,0-1 0 0,-1-1 0 16,2 1-1-16,-2-1 0 0,-1 0-2 0,2-2-2 16,-1-6-1-16,0 1-5 0,-1-3-1 0,1-3 1 15,1-5-1-15,0 12 0 0,0-12-4 0,0 9 5 16,0-9 11-16,0 0 6 0,-2 10 10 0,2-10 0 15,0 0 2-15,0 0-2 0,0 0-5 0,0 0-5 16,0 0 0-16,0 0-7 0,0 0 4 0,0-29-7 16,1 18-4-16,1 0-4 0,2-5-4 0,1 1 3 15,2-1-3-15,2-2 0 0,-3 3-5 0,2-2 0 16,1 2 0-16,1 0-1 0,0 0 1 0,3 2 1 16,0 1-3-16,-4 4-3 0,6-3 0 0,-3 5-1 15,0 1 0-15,0 1-1 0,-1-1 2 0,1 4-3 16,-1 0 1-16,1 3 2 0,-3 3-2 0,0-1 1 15,-2 3 1-15,1 2 0 0,-4 0 0 0,0 2 2 16,-2 1-3-16,-1 4 3 0,-2-3 0 0,1-3 5 16,-1 3 1-16,0-1-7 0,-3 2 5 0,1-4 1 15,1 2-2-15,-1-6-1 0,1 4 1 0,0-2-4 16,0 0 2-16,1-1-4 0,1-7 7 0,-2 13-9 16,2-13-28-16,0 12-45 0,0-12-49 0,-1 14-44 15,1-14-63-15,0 10-204 0,0-10-470 0,0 0 207 16</inkml:trace>
  <inkml:trace contextRef="#ctx0" brushRef="#br0" timeOffset="-73281.58">10166 15963 211 0,'0'0'210'0,"0"0"-21"0,0 0-9 0,0 0-3 16,-1 24-9-16,1-24-11 0,-3 15-19 0,4-8-11 16,1-1-14-16,-2 3-1 0,0-2-8 0,2 0-14 15,1-1-4-15,0 1-8 0,-3-7-1 0,8 10-8 16,0-5 8-16,-2-1-5 0,1-2-3 16,4-2-6-16,1 0 1 0,-1-2 2 0,3-2-7 15,1-1 0-15,2-4-9 0,1 2-2 0,-2-1-4 0,-4 0 4 16,0 0-1-16,-5 0 4 0,3 0 0 0,-3 2-4 15,-2-3-7-15,-4 4-7 0,2-3 1 0,-3 8-3 16,-3-12 0-16,0 1-6 0,-2 5-2 0,-3-2-3 16,-1 2-5-16,-3 1-2 0,-2 1 4 15,2 0-7-15,-6 1 0 0,4 0-5 0,-4 4 1 16,0 1-1-16,1 1-2 0,-1 3-8 0,6-1-13 16,-2 4-22-16,-2-1-18 0,7 0-20 0,0-3-27 15,3 3-26-15,0-1-31 0,2 2-38 0,2 0-35 0,2-9-180 16,3 14-451-16,-3-14 200 0</inkml:trace>
  <inkml:trace contextRef="#ctx0" brushRef="#br0" timeOffset="-72657.08">10598 15990 39 0,'0'0'205'0,"0"0"1"16,0 0-9-16,0 0-8 0,0 0-9 0,0 0-11 15,0 0-11-15,0 0-10 0,0 0-8 0,4 7 1 16,-4-7-9-16,0 0 2 0,0 0-4 0,0 0-4 16,0 0-2-16,0 0-6 0,0 0-6 0,0 0-7 15,0 0-7-15,0 0-7 0,0 0-6 0,0 0-5 16,0 0-10-16,5-12-7 0,0 7-6 0,-1 0 2 15,2 0-10-15,2 0-2 0,-3-1-3 0,5 1-4 16,-5 0-6-16,2-3 2 0,1 2-3 0,-3 2-6 16,2-3 1-16,-2 1-3 0,0 3-4 15,1-4-8-15,-3 2 7 0,1 0-3 0,1 0-1 16,-5 5-3-16,5-12 6 0,-3 7-9 0,-1-1-2 0,-1 6 4 16,3-10-2-16,-3 10 2 0,0 0-5 0,-3-15-3 15,3 15 2-15,-4-7-3 0,4 7-2 16,-9-4 0-16,9 4 0 0,-11-2 2 0,11 2 0 15,-19 6 0-15,3 1-3 0,0 2 3 0,-2 3-5 16,-4 3-3-16,-1 6 4 0,2-3 2 0,-1 2-6 16,0 2 2-16,3 1-6 0,2-2 4 0,3 1 7 15,4-5 3-15,3 1-6 0,2-2 7 0,4 3-3 0,0-2 2 16,2-1 5-16,4 0 18 0,3-1 6 0,3 0 1 16,5-3 12-16,8 0-2 0,1-1-3 15,2-3 2-15,5-4 3 0,-2-2 9 0,3-2-10 16,0-6 8-16,2 1 6 0,-2-1-2 0,-1 2-1 15,1-5-4-15,-2 1 1 0,-3-3 2 0,1 1-1 16,-12 3-4-16,-6 1 0 0,1 0 11 0,-1 1 3 0,-2 0 5 16,-5 1-2-16,2-1-5 0,-4 0-8 15,-2 5 2-15,6-7-7 0,-6 7-10 0,0 0-5 16,0 0-3-16,0 0-9 0,-15-10-4 0,15 10-26 16,-20 2-20-16,20-2-42 0,-21 6-30 0,11-3-56 15,1 1-40-15,1 0-48 0,0 1-65 0,8-5-50 16,-12 10-322-16,6 0-736 0,1-3 326 0</inkml:trace>
  <inkml:trace contextRef="#ctx0" brushRef="#br0" timeOffset="-71402.58">9945 16490 177 0,'-3'-11'183'0,"3"11"1"16,-4-9-3-16,4 9-6 0,-3-8-15 0,3 8-10 15,-5-4-15-15,5 4-15 0,0 0-11 0,0 0-9 16,0 0-7-16,0 0-1 0,0 0 9 0,-7 21-8 16,7-10-26-16,2 4 2 0,0 4-5 0,-3 1-5 15,2 4-2-15,0 2-7 0,1-7 0 0,-1 9-4 16,1-2-2-16,1-7-4 0,1 8 2 0,0-2-2 15,-3-5 3-15,0-4-2 0,2 5-2 0,-2-1-4 16,0-4 0-16,2-3-6 0,0 1 0 0,-1-1-5 16,-2-4 2-16,1-2-7 0,-1-7 0 0,2 12-1 15,0-7-4-15,-2-5-3 0,3 9 6 0,-3-9-3 16,0 0 14-16,0 0-2 0,0 0 3 0,0 0-8 16,0 0 1-16,0 0-2 0,0 0 4 0,0 0-14 15,0 0 7-15,12-30-6 0,-6 15 1 0,-3 3-2 16,4-4-2-16,-2 2 4 0,3-3-6 0,-3 5-2 15,2-2 1-15,1 3-3 0,-2 1 1 0,1 3-2 16,2-1-2-16,-3 4 1 0,-6 4 0 0,12-8-3 16,-6 4 4-16,-6 4-4 0,14 0 0 0,-14 0 1 15,19 7 5-15,-11-4-3 0,1 3 2 0,0 2-1 16,-3 2-3-16,1 1 4 0,0 1 0 0,-2-2 0 16,2 8 0-16,-2 0-1 0,1-1 0 0,-2 0-23 15,-1-5-33-15,-3 3-45 0,3 1-49 0,-1 0-42 16,0-4-47-16,-2 0-198 0,0-2-472 0,0-10 209 15</inkml:trace>
  <inkml:trace contextRef="#ctx0" brushRef="#br0" timeOffset="-70973.06">10304 16981 2 0,'0'0'226'0,"3"-8"4"0,-3 8-11 0,5-9 0 15,0 3-12-15,-1 0-1 0,1-3-5 0,2 1-16 16,-2 0-19-16,-1-1-6 0,3-1-16 0,-1-5-6 16,-1 3-11-16,4-4-13 0,-5 3-2 0,0-2-13 15,-3 3-7-15,0 0-4 0,-1 0-13 0,-2 0-4 16,-2 0-8-16,1 5-7 0,-2-3-7 0,-3 2-6 16,1-1-4-16,-2 4-3 0,3-2-8 0,-4 1 0 15,2 2 4-15,1-1-13 0,7 5-1 0,-7-7-2 16,7 7 0-16,-8-2-6 0,8 2-2 0,0 0 0 15,0 0-5-15,0 0 5 0,0 0-2 0,0 0-1 16,0 0-2-16,0 0 1 0,27 0 1 0,-18 0-3 16,4 0 7-16,-2-1-5 0,3 2 0 0,-4-1-1 15,1 0-4-15,0 1 1 0,-1 2 1 0,1-1-1 16,-4 2 0-16,0 0 4 0,-1 0-4 0,2 5 3 16,-4-3 1-16,2 5 3 0,-2-2-2 15,1 2 3-15,-1 2 4 0,1 2-1 0,-3 2 4 16,1-1-2-16,3 0-4 0,-2-4 8 0,0 3-12 0,0-3 7 15,0 0-4-15,0 4-1 0,-3-5-4 0,1 0-12 16,2-3-24-16,-1 1-29 0,-1-1-48 0,1-3-46 16,-2 1-36-16,-1-6-38 0,7 10-32 0,-5-6-188 15,-2-4-486-15,0 0 215 0</inkml:trace>
  <inkml:trace contextRef="#ctx0" brushRef="#br0" timeOffset="-70519.66">10691 16901 5 0,'0'0'212'15,"3"-6"3"-15,-3 6-1 0,0 0-5 0,11-5-9 16,-11 5-9-16,11-6-13 0,-2 1-4 0,1-1-15 16,4-4-10-16,-4 1-7 0,0 0-11 0,-1 1-10 15,0 0-1-15,1-1-15 0,-5 0-11 0,2 0-5 0,-2 0-6 16,0 0-11-16,-1-1-4 0,0 1-9 15,-2-1-6-15,-2 10-4 0,0-19-5 0,0 19 1 16,-5-15-6-16,5 15-5 0,-4-12-4 0,4 12-4 16,-7-9-1-16,7 9-3 0,-14-3 1 0,14 3-5 15,-17 1 3-15,8 0-5 0,-2 3-3 0,-1 4-1 16,2 0-1-16,-3 4 12 0,-1 0-5 0,1 3 5 16,2 1 4-16,-1 7 1 0,1 0 1 0,4-4 3 15,2 5-3-15,3-6 2 0,0-1-5 0,2 0 2 16,2-4-2-16,3-1 5 0,-1-1 1 0,3-1 6 15,5-2-4-15,4 0 12 0,1 1-6 0,2-6-6 16,4 0 1-16,5-7 7 0,2 0-14 0,-1 0 9 16,-2-3-1-16,1-1-6 0,-10 1 3 0,1 1-3 15,-1-1-6-15,0 1-3 0,-5 1 5 0,-2 0-11 16,-1 1-3-16,-1-1 4 0,-2 1-7 0,0-3 9 16,-7 7-23-16,11-5-20 0,-11 5-20 0,6-5-31 15,-6 5-28-15,0 0-31 0,0 0-27 0,0 0-26 16,0 0-33-16,0 0-27 0,0 0-33 0,0 0-214 15,0 0-536-15,-45 3 237 0</inkml:trace>
  <inkml:trace contextRef="#ctx0" brushRef="#br0" timeOffset="-69782.74">9887 17638 41 0,'2'-12'192'0,"-2"12"2"0,0-19-4 0,0 19-8 15,-3-15 1-15,2 6-12 0,1 9-4 0,-3-12 5 16,3 12 3-16,-2-9-9 0,2 9-9 0,0 0-12 16,-2-13-17-16,2 13-12 0,0 0-18 0,0 0-8 15,0 0-11-15,0 0-3 0,0 0 0 0,0 0 0 16,0 0 1-16,11 40-5 0,-9-23-8 0,2 3 0 16,-1-2-6-16,2 3-2 0,1 3 1 15,-5-5-24-15,3 0 14 0,-1-3 0 0,1 1-1 16,0-2-10-16,-1-3 3 0,2-1-16 0,-1-2 5 15,-3-1-5-15,5-1 0 0,-5-1 0 0,-1-6-1 0,2 10-7 16,-2-10 1-16,4 7 1 0,-4-7-4 0,2 7 12 16,-2-7 3-16,0 0-7 0,0 0 7 0,1 6-13 15,-1-6 8-15,0 0 0 0,0 0-3 16,0 0 3-16,0 0-1 0,0 0-3 0,0 0-5 16,0 0-1-16,-1-30 3 0,1 30-6 0,1-19-3 15,0 9 7-15,2 1-6 0,-1-1-1 0,5 0-2 16,-2 0 0-16,1 1-5 0,1-1 1 0,-1 1-3 15,2 2 8-15,-2-2-3 0,-6 9-19 0,14-9 19 16,-6 7-4-16,2-2 2 0,-10 4 1 0,14-2 1 16,-14 2 1-16,20 3-1 0,-11 2 3 0,2-1-2 15,-1 0-10-15,-1 3 10 0,0 0-11 0,-3-1 12 16,-1 2 2-16,3 1-4 0,-4 0-9 0,0 0-10 16,2 0-24-16,-5-1-34 0,0 0-30 0,1-1-37 15,-2-7-47-15,2 14-21 0,1-8-36 0,-2-2-39 16,-1-4-189-16,0 0-512 0,0 0 227 0</inkml:trace>
  <inkml:trace contextRef="#ctx0" brushRef="#br0" timeOffset="-69537.79">10358 17544 84 0,'-7'-14'227'15,"3"10"7"-15,4 4-1 0,-9-9-1 0,2 4-17 16,7 5 0-16,-14-1-8 0,14 1-16 0,0 0-13 15,-21 5-14-15,21-5-10 0,-15 12-9 0,7-2-6 16,2 0-14-16,1 6-22 0,0 0 6 16,2-1-16-16,2 3 6 0,1-2-8 0,0 2-6 15,2 0 4-15,4 0-10 0,-1 1-6 0,-1-1-2 16,3 0-2-16,-2 0 0 0,3 0-1 0,0 0-11 16,-1-3-5-16,-2 3-1 0,2-4-5 0,-1 2-6 0,1 0 0 15,0-1-9-15,-4-4 4 0,2 1-5 16,-1-2-14-16,0 0 5 0</inkml:trace>
</inkml:ink>
</file>

<file path=ppt/ink/ink12.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1-01-25T04:23:06.865"/>
    </inkml:context>
    <inkml:brush xml:id="br0">
      <inkml:brushProperty name="width" value="0.05292" units="cm"/>
      <inkml:brushProperty name="height" value="0.05292" units="cm"/>
      <inkml:brushProperty name="color" value="#FF0000"/>
    </inkml:brush>
  </inkml:definitions>
  <inkml:trace contextRef="#ctx0" brushRef="#br0">10333 17848 30 0,'-6'7'50'16,"6"-7"-4"-16,0 0 5 0,0 0-6 0,0 0 1 15,0 0-5-15,-8 10 1 0,8-10 3 0,0 0 1 16,0 0-7-16,0 0 6 0,0 0-4 0,0 0 0 15,0 0-2-15,0 0-3 0,0 0 2 0,0 0-7 16,0 0 4-16,-7 8-4 0,7-8-12 0,0 0 11 16,0 0-3-16,0 0-3 0,0 0 17 0,0 0-3 15,0 0 10-15,29-18-4 0,-15 8 3 16,-1 4 1-16,4-5-8 0,-1 2 3 0,1-1 2 16,1-1-9-16,-3 0-1 0,3 3 1 0,-3-1-11 15,1 0-4-15,-5 3 3 0,0 2 0 0,-1-3-7 16,-10 7 1-16,11-6-1 0,-11 6-2 0,11-6-1 15,-11 6-8-15,0 0 5 0,12-5 2 0,-12 5-18 16,0 0-19-16,0 0-13 0,0 0-10 0,0 0-20 16,0 0-24-16,0 0-32 0,19 6-82 0,-19-6-223 15,0 0 99-15</inkml:trace>
  <inkml:trace contextRef="#ctx0" brushRef="#br0" timeOffset="405.86">10785 17768 71 0,'0'0'98'0,"0"0"-20"0,0 0-6 0,0 0 8 15,0 0-4-15,0 0 20 0,0 0 0 0,0 0-6 16,0 0-1-16,24-21-13 0,-16 11-8 0,-8 10-4 15,13-17-12-15,-13 17 1 0,12-17-7 0,-5 8 2 16,-7 9-8-16,10-18 1 0,-10 18 0 0,9-18-4 16,-6 9-5-16,-3 9-4 0,0 0-1 0,0-23 0 15,0 23-10-15,-5-15 2 0,5 15 4 16,-6-9-8-16,6 9-5 0,-11-7 7 0,11 7-10 16,0 0 5-16,-19-2-3 0,19 2 8 0,-20 9-10 0,12-2 1 15,-2 3 2-15,1 2 2 0,-1 1-1 0,2 1 0 16,0 2-1-16,1 0 1 0,3-4-4 15,3-1 7-15,1-11-3 0,1 25 1 0,3-12-4 16,0-2 0-16,1-3 0 0,4 1 5 0,0-1-2 16,1-3-5-16,5-2 6 0,2 0-9 0,4-3-6 15,8-5-28-15,2 2-25 0,-5-2-27 0,-6-3-13 16,8 1-28-16,0-1-23 0,-3-2-75 0,-7 6-239 16,0-3 107-16</inkml:trace>
  <inkml:trace contextRef="#ctx0" brushRef="#br0" timeOffset="1852.15">11390 14685 33 0,'2'11'82'0,"-2"4"0"15,0 4-6-15,2 0 2 0,-2 5-13 0,-1 5-11 16,0 0 22-16,-1 4-10 0,2-2-10 0,-1 3 6 15,0 0-1-15,-1 1-1 0,2 1-9 0,-2-1 3 16,1 12-5-16,-1-1 4 0,-1 1-13 0,4 0-1 16,3-1-8-16,-1-11 11 0,4 13-5 0,2-3-5 15,4 2-6-15,1 0-5 0,-3-1 12 0,2 5-16 16,0-2 15-16,-1 1-8 0,3 0 2 0,-3 2-1 16,-1-1 3-16,-2 7-2 0,2-4-4 0,-2 1-5 15,0 1-2-15,-1 3 25 0,2-3-1 0,1 1-3 16,5 22-2-16,-5-28-12 0,2-2 1 0,1 2-1 15,0 0 3-15,3 2-8 0,-4-3-6 0,4 4 0 16,-1 1 1-16,-2 0-2 0,-4 2 0 0,-4 1 0 16,3 0 3-16,5 23-27 0,-5-25 4 15,-4 26 8-15,0-25-9 0,1 27 5 0,-8-24 0 0,2 30 4 16,3-1-4-16,-15-5 4 0,1 2 1 0,6-2 8 16,3-2 32-16,0-23-3 0,-1 23-10 0,6-26 1 15,1 2-4-15,0 21-1 0,3-25-5 0,1-1 3 16,0-1-33-16,5-6-3 0,0 0 4 0,-1 0-23 15,7-2-25-15,0 2-24 0,-2-3-35 0,-3-11-32 16,-4 0-115-16,3-3-288 0,-4 0 128 0</inkml:trace>
  <inkml:trace contextRef="#ctx0" brushRef="#br0" timeOffset="2969.46">12048 14479 64 0,'-5'-4'152'16,"2"-2"-2"-16,3 6-4 0,-3-9-7 0,3 9-2 15,-4-6-7-15,4 6-12 0,-5-6-11 0,5 6-3 16,0 0-17-16,0 0-14 0,-3-7-6 0,3 7-5 15,0 0-10-15,0 0-3 0,0 0 0 0,0 0-1 16,0 0-7-16,0 0 2 0,10 30-2 0,-7-17 10 16,1 3 0-16,2 8-1 0,0 2-4 0,2 0-6 15,-4 2-18-15,3 2-2 0,-3-1 3 16,1-2-3-16,2 1-3 0,-2 2-3 0,-1-5 1 16,1 1-6-16,-1-8 3 0,0 0 0 0,0-2-4 0,1 0 1 15,-2-4 2-15,-1-1-2 0,2-2-5 0,-1 1 0 16,-3-1 1-16,2-4-3 0,0 2 2 0,-2-7 2 15,2 10 0-15,-2-10 0 0,0 7 2 0,0-7 6 16,4 4 8-16,-4-4 6 0,0 0 0 0,0 0 1 16,0 0 4-16,0 0-5 0,0 0 0 15,0 0-3-15,0 0 0 0,0 0-7 0,0 0-1 16,-6-22-3-16,6 22 3 0,-3-13-5 0,3 5 1 0,-1-1-3 16,1 0-1-16,2 1-1 0,-2-2-1 0,2 1 0 15,0-1 0-15,-2 2-7 0,2 0 2 0,-2 8 2 16,2-15-2-16,0 8 1 0,4 0 1 15,-2-2-4-15,0 0 1 0,3 0-3 0,-3 3 5 16,3 0-6-16,-2 1 6 0,2-1-2 0,-1 1-3 0,-1 2 1 16,3-2 1-16,0 0 5 0,-1 0-5 0,1 1 0 15,-2 3-3-15,2-2 0 0,1 2 3 0,-9 1 2 16,17 1-5-16,-9 2 2 0,-1 0 0 16,1 3-2-16,-2 3 2 0,4 1 2 0,-5 1 1 15,3 3-1-15,-3 4-1 0,4-2-1 0,-5-2 0 16,1 4 3-16,0 0-2 0,1 6-19 0,-4-7-39 0,0 1-36 15,0 0-54-15,3-1-25 0,-4 1-205 0,1-4-408 16,-2-2 182-16</inkml:trace>
  <inkml:trace contextRef="#ctx0" brushRef="#br0" timeOffset="30448.71">28859 13262 14 0,'0'0'-3'0,"0"0"-3"0,0 0 3 15</inkml:trace>
  <inkml:trace contextRef="#ctx0" brushRef="#br0" timeOffset="55580.07">10916 17916 36 0,'0'0'69'0,"0"0"-6"16,0 0 8-16,0 0-9 0,0 0 4 0,0 0-15 16,0 0 10-16,0 0-11 0,0 0 4 15,0 0 2-15,0 0-6 0,0 0 0 0,0 0 2 16,0 0-3-16,0 0-10 0,0 0-4 0,0 0 2 16,0 0 0-16,0 0-2 0,0 0 9 0,-33 6 1 15,33-6 3-15,0 0-13 0,0 0 3 0,0 0 4 16,0 0-4-16,0 0-3 0,0 0 2 0,0 0-5 15,-9 3-1-15,9-3-7 0,0 0-7 0,0 0 6 16,0 0 4-16,0 0-9 0,0 0 2 0,0 0-4 16,0 0 1-16,0 0 3 0,0 0-3 0,0 0-2 15,0 0-2-15,0 0 2 0,0 0 5 16,0 0-6-16,0 0-2 0,0 0 2 0,0 0 1 0,0 0-7 16,0 0 8-16,0 0 2 0,0 0-7 0,0 0 1 15,0 0 5-15,38-6-11 0,-38 6 14 0,21-2-4 16,-12-2-14-16,2 0 16 0,1 1-1 0,-1-1-1 15,2 2 2-15,-1-1 0 0,-6 0-3 16,5 1 7-16,-3-1-1 0,-1 1 1 0,-7 2 5 16,11-6-2-16,-11 6 6 0,10-4-3 0,-5 2-1 15,-5 2 1-15,9-4-6 0,-9 4 4 0,0 0-5 16,9-1-6-16,-9 1 5 0,0 0-6 0,0 0-1 16,0 0-1-16,0 0-1 0,0 0-7 0,0 0-4 15,7-3-7-15,-7 3-13 0,0 0-12 0,0 0-17 16,0 0-34-16,0 0-47 0,0 0-43 0,0 0-142 15,-38-3-341-15,26 0 151 0</inkml:trace>
  <inkml:trace contextRef="#ctx0" brushRef="#br0" timeOffset="56206.25">10727 17033 101 0,'0'0'106'0,"0"0"-9"0,0 0-3 0,0 0-3 16,0 0-1-16,0 0-6 0,0 0-2 0,1 12 1 16,-1-12-5-16,0 0-6 0,0 0 1 0,12 7-7 15,-12-7 4-15,9 2-13 0,-9-2 1 0,20 3-4 16,-8-5-2-16,-1 2 5 0,7-3-5 15,0 0 2-15,1-3 1 0,8 1 5 0,-7-2-13 16,7-2 7-16,1-1-8 0,-8 1-4 0,5-1-5 16,-3 3 2-16,-4 0-5 0,1-2 2 0,-4 3-11 0,-1 4 1 15,-2-4-4-15,-2 1 1 0,0 1-1 0,-10 4 0 16,13-4-4-16,-13 4-4 0,9-4 1 16,-9 4-6-16,0 0 1 0,0 0-7 0,0 0-9 15,0 0-10-15,0 0-13 0,0 0-18 0,0 0-15 16,0 0-26-16,0 0-28 0,0 0-39 0,0 0-131 15,-47 2-308-15,47-2 136 0</inkml:trace>
  <inkml:trace contextRef="#ctx0" brushRef="#br0" timeOffset="56651.57">10689 16453 54 0,'0'0'140'16,"10"-4"-6"-16,-10 4-14 0,17-8-1 0,-7 5-14 16,4-2-1-16,3-3-8 0,8-1-6 0,2-2-2 15,1 0 1-15,-3 0-12 0,4-3 1 16,0 2-9-16,-4-1 1 0,0 4-6 0,-6 3-4 0,-5-1-6 15,-1 4-3-15,-4-1-9 0,-3 1 0 0,-6 3-7 16,13-3 0-16,-13 3-4 0,9-5 0 0,-9 5-8 16,0 0-4-16,0 0-1 0,9-2-10 0,-9 2-16 15,0 0-8-15,0 0-23 0,0 0-20 0,0 0-27 16,0 0-39-16,0 0-145 0,0 0-291 0,0 0 130 16</inkml:trace>
  <inkml:trace contextRef="#ctx0" brushRef="#br0" timeOffset="57303.68">10530 15330 102 0,'0'0'120'0,"0"0"-3"16,0 0-10-16,0 0 12 0,0 0-16 0,0 0-3 15,0 0-3-15,0 0-2 0,0 0-5 0,0 0-1 16,0 0-13-16,0 0 3 0,0 0-5 0,0 0-4 16,0 0-4-16,0 0-11 0,0 0-5 0,0 0-4 15,0 0-6-15,0 0-6 0,0 0-2 0,14-1 3 16,-6 0-3-16,-8 1 1 0,17-1 5 0,-5-1 3 16,1-2 1-16,8-1 1 0,-2 1-5 0,8-3 2 15,-7 0-5-15,-1 3 3 0,0-4-4 0,2 2 0 16,-4 2-4-16,-4 0-4 0,3-2-3 0,-7 2 2 15,-3 1-7-15,1 2 3 0,-7 1-6 0,11-2 1 16,-11 2-2-16,9-2 1 0,-9 2-1 0,6-4-3 16,-6 4 0-16,0 0-2 0,8-3 3 0,-8 3-5 15,0 0 2-15,0 0-1 0,0 0-11 0,0 0-7 16,0 0-8-16,0 0-11 0,0 0-18 0,0 0-17 16,0 0-18-16,0 0-30 0,0 0-40 15,0 0-32-15,0 0-121 0,0 0-330 0,0 0 146 0</inkml:trace>
</inkml:ink>
</file>

<file path=ppt/ink/ink13.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2-17T07:11:40.966"/>
    </inkml:context>
    <inkml:brush xml:id="br0">
      <inkml:brushProperty name="width" value="0.05292" units="cm"/>
      <inkml:brushProperty name="height" value="0.05292" units="cm"/>
      <inkml:brushProperty name="color" value="#FF0000"/>
    </inkml:brush>
  </inkml:definitions>
  <inkml:trace contextRef="#ctx0" brushRef="#br0">11608 4796 4 0,'0'0'23'0,"0"0"-1"0,0 0-1 0,0 0 0 15,0 0 0-15,0 0-2 0,0 0-7 0,0 0 1 16,0 0 2-16,0 0-1 0,0 0-4 0,0 0-1 16,0 0-10-16,0 0-9 0,0 0-9 0,0 0-10 15,0 0-32-15,0 0 14 0</inkml:trace>
  <inkml:trace contextRef="#ctx0" brushRef="#br0" timeOffset="6504.28">7144 4728 8 0,'0'0'20'0,"0"0"-6"0,0 0-3 0,0 0 1 15,0 0 2-15,0 0 0 0,0 0 0 0,0 0-3 16,0 0-2-16,0 0-7 0,0 0 2 0,0 0-1 16,0-9 1-16,0 9 3 0,0 0-2 0,0 0-2 15,0 0-1-15,0 0 4 0,0 0-5 0,0 0-1 16,0 0 1-16,0 0 6 0,0 0-9 0,0 0 1 16,0 0 6-16,0 0-7 0,0 0-3 0,0 0-8 15,0 0-13-15,0 0-28 0,0 0 12 0</inkml:trace>
  <inkml:trace contextRef="#ctx0" brushRef="#br0" timeOffset="25332.43">11439 4463 54 0,'0'0'61'0,"0"0"-8"0,0 0-5 0,4-6-3 15,-4 6-2-15,0 0-7 0,0 0-6 0,0 0-2 16,0 0-8-16,0 0-7 0,0 0 3 0,0 0-6 16,0 0-3-16,0 0-5 0,0 0 2 0,0 0-7 15,0 0 1-15,0 0-5 0,0 0 8 0,2-5-7 16,-2 5 1-16,0 0-2 0,0 0 3 0,0 0 0 15,0 0-10-15,0 0 12 0,0 0-3 0,0 0-4 16,1-7 9-16,-1 7-5 0,0 0-4 0,0 0 6 16,0 0-2-16,0 0 4 0,0 0-2 0,0 0 4 15,0 0-3-15,0 0 0 0,0 0 1 0,0 0 2 16,0 0 2-16,0 0-5 0,5-5-4 0,-5 5 8 16,0 0 1-16,0 0 1 0,0 0-1 0,0 0-7 15,0 0 14-15,0 0-9 0,0 0-1 0,0 0-3 16,0 0 0-16,0 0 3 0,0 0 1 0,0 0-3 15,0 0-1-15,0 0 3 0,0 0-3 0,0 0-2 16,0 0 4-16,0 0-2 0,0 0-3 0,0 0 0 16,0 0-5-16,0 0-4 0,0 0-2 0,0 0-5 15,0 0-27-15,0 0-51 0,0 0 23 0</inkml:trace>
  <inkml:trace contextRef="#ctx0" brushRef="#br0" timeOffset="57065.48">28868 4328 31 0,'0'0'87'0,"0"0"-10"0,0 0-2 15,0 0-18-15,0 0-9 0,0 0-12 16,0 0-17-16,0 0-15 0,0 0-13 0,-6 4-19 16,6-4-39-16,0 0-71 0,0 0 32 0</inkml:trace>
  <inkml:trace contextRef="#ctx0" brushRef="#br0" timeOffset="74945.53">30206 4091 20 0,'0'0'30'0,"0"0"2"0,0 0-5 15,0 0-9-15,0 0 2 0,0 0 1 0,0 0-7 16,-8 4-5-16,8-4-1 0,0 0 1 0,-9 3-1 15,9-3-2-15,-6 4 5 0,6-4-5 16,-8 5-1-16,8-5-1 0,-6 4 12 0,6-4-10 16,-7 4-4-16,7-4 2 0,-5 4 0 0,5-4-6 15,-5 4 3-15,5-4-2 0,-5 5 1 0,5-5 0 16,-6 5 1-16,6-5 2 0,-10 3-2 0,10-3-3 16,-7 4 5-16,7-4-2 0,-6 3 1 0,6-3 2 0,-4 4-5 15,4-4-4-15,0 0 11 0,-7 3-6 0,7-3 3 16,0 0-1-16,0 0-6 0,0 0 4 15,-7 3 1-15,7-3-1 0,0 0 5 0,0 0-6 16,0 0 10-16,0 0 3 0,0 0 1 0,0 0 5 16,-5 6 6-16,5-6-1 0,0 0 10 0,0 0 8 15,0 0-5-15,0 0 2 0,0 0-10 0,0 0-1 16,0 0 3-16,0 0-5 0,0 0 1 0,34-4-3 16,-13 1-7-16,8-3-7 0,3 0 18 0,5 0-7 15,1 1-7-15,13-5 1 0,0 2-5 0,2-2 2 16,-1 0-6-16,-1 1-4 0,-1 1-3 0,-10 3-1 15,10-2-15-15,-12 1 6 0,12 0-14 0,-12 1-6 16,1 0-11-16,-1-1-10 0,-2 0-1 0,1-1-44 16,-3 0-106-16,-3 2 47 0</inkml:trace>
  <inkml:trace contextRef="#ctx0" brushRef="#br0" timeOffset="92102.75">27229 3995 92 0,'0'0'88'0,"0"0"-12"0,0 0-13 0,0 0 5 15,0 0-1-15,0 0-9 0,0 0 1 0,0 0-10 16,0 0 3-16,0 0-12 0,0 0-9 0,0 0-3 16,0 0 1-16,0 0-13 0,0 0-16 0,0 0-7 15,0 0-19-15,0 0-2 0,0 0-11 0,-25-7-11 16,25 7-8-16,0 0-44 0,0 0-110 0,0 0 49 16</inkml:trace>
  <inkml:trace contextRef="#ctx0" brushRef="#br0" timeOffset="94145.84">27106 5051 22 0,'0'0'56'0,"0"0"-6"15,0 0-15-15,0 0-6 0,0 0-15 0,0 0-13 16,0 0-36-16,0 0-37 0,0 0 17 0</inkml:trace>
  <inkml:trace contextRef="#ctx0" brushRef="#br0" timeOffset="100024.49">28727 4634 55 0,'0'0'130'0,"0"0"0"16,0 0-9-16,0 0-16 0,0 0-7 0,0 0-22 16,0 0-1-16,0 0-8 0,0 0-19 0,0 0-22 15,0 0-14-15,0 0-20 0,0 0-24 16,0 0-27-16,0 0-14 0,0 0-56 0,0 0-139 0,0 0 61 15</inkml:trace>
  <inkml:trace contextRef="#ctx0" brushRef="#br0" timeOffset="100610.4">28805 4698 47 0,'0'0'71'0,"-2"-9"-7"0,2 9-13 16,0 0-25-16,0 0-17 0,0 0-25 0,0 0-26 16,0 0-46-16,0 0 20 0</inkml:trace>
  <inkml:trace contextRef="#ctx0" brushRef="#br0" timeOffset="109667.4">32150 5163 19 0,'0'0'162'0,"0"0"2"16,0 0-2-16,0 0-7 0,0 0-14 0,5 0-13 16,-5 0-12-16,0 0-14 0,0 0-13 0,0 0-10 15,0 0-14-15,0 0-11 0,0 0-19 0,0 0-23 16,0 0-21-16,0 0-24 0,0 0-29 0,0 0-28 15,0 0-11-15,0 0-18 0,0 0-60 0,0 0-193 16,0 0 86-16</inkml:trace>
  <inkml:trace contextRef="#ctx0" brushRef="#br0" timeOffset="110779.84">28694 4841 34 0,'0'0'56'0,"0"0"-17"16,0 0-16-16,0 0-25 0,0 0-23 0,0 0-28 15,0 0 13-15</inkml:trace>
  <inkml:trace contextRef="#ctx0" brushRef="#br0" timeOffset="112822.77">30114 5329 6 0,'4'5'81'0,"-4"-5"-15"16,0 0-3-16,0 0-14 0,0 0-7 0,0 0-27 16,0 0-37-16,0 0-28 0,0 0-55 0,0 0 25 15</inkml:trace>
  <inkml:trace contextRef="#ctx0" brushRef="#br0" timeOffset="116278.33">28220 6102 8 0,'0'0'93'0,"0"0"2"0,0 0-21 0,0 0-8 15,0 0-5-15,0 0-5 0,0 0-18 0,0 0-25 16,0 0-22-16,0 0-35 0,0 0-32 0,0 0-81 15,0 0 36-15</inkml:trace>
  <inkml:trace contextRef="#ctx0" brushRef="#br0" timeOffset="117134.48">28440 6741 64 0,'0'0'58'0,"0"0"-21"0,0 0-23 15,0 0-19-15,0 0-23 0,0 0-31 0,0 0 14 16</inkml:trace>
  <inkml:trace contextRef="#ctx0" brushRef="#br0" timeOffset="119199.72">28363 6810 35 0,'0'0'32'0,"0"0"-1"15,0 0-6-15,0 0 0 0,0 0-2 0,0 0-1 16,0 0-2-16,0 0-11 0,0 0-3 0,0 0-9 16,0 0-11-16,0 0-6 0,0 0-13 0,0 0-34 15,0 0 16-15</inkml:trace>
  <inkml:trace contextRef="#ctx0" brushRef="#br0" timeOffset="135946.1">32202 6647 103 0,'0'0'153'0,"0"0"-8"0,0 0-6 15,0 0-3-15,0 0-2 0,0 0-5 0,0 0-6 16,0 0-1-16,0 0-10 0,0 0-6 0,0 0-5 16,0 0-10-16,0 0-5 0,0 0-1 0,0 0-5 15,0 0-10-15,0 0-3 0,0 0-11 0,0 0-5 16,6 3-3-16,-6-3-8 0,0 0 3 0,0 0-12 15,0 0-1-15,0 0-11 0,0 0-17 0,0 0-23 16,0 0-31-16,0 0-29 0,0 0-37 0,0 0-32 16,0 0-8-16,0 0-129 0,0 0-312 0,0 0 139 15</inkml:trace>
  <inkml:trace contextRef="#ctx0" brushRef="#br0" timeOffset="136812.88">32479 5195 2 0,'0'0'41'0,"0"0"-11"0,0 0-9 16,0 0-5-16,0 0-11 0,0 0-8 0,0 0-16 16,0 0-20-16,0 0 8 0</inkml:trace>
  <inkml:trace contextRef="#ctx0" brushRef="#br0" timeOffset="139528.57">32633 3891 30 0,'0'0'100'15,"0"0"-8"-15,0 0-8 0,0 0-8 0,0 0-11 16,0 0-4-16,0 0-9 0,0 0-4 0,0 0 4 16,0 0-14-16,0 0 2 0,0 0-13 0,0 0-2 15,0 0-13-15,0 0-8 0,0 0-14 16,0 0-21-16,0 0-15 0,0 0-24 0,0 0-39 0,0 0-116 15,0 0 51-15</inkml:trace>
  <inkml:trace contextRef="#ctx0" brushRef="#br0" timeOffset="140490.37">32693 3932 64 0,'0'0'68'0,"0"0"-17"0,0 0-5 0,0 0-5 16,0 0-19-16,0 0-15 0,0 0-15 0,0 0-13 16,0 0-24-16,0 0-49 0,0 0 21 0</inkml:trace>
  <inkml:trace contextRef="#ctx0" brushRef="#br0" timeOffset="141815.54">32463 3993 70 0,'0'0'93'0,"0"0"-7"0,0 0-10 0,0 0 0 0,0 0-4 15,0 0-1-15,0 0-4 0,0 0 4 16,0 0-16-16,0 0 0 0,0 0-5 0,0 0-3 15,0 0 4-15,0 0-6 0,0 0 0 0,0 0-1 16,0 0 1-16,0 0-9 0,0 0 3 0,0 0 1 16,0 0-4-16,0 0 8 0,0 0 5 0,0 0-4 15,0 0 5-15,0 0-2 0,0 0-3 0,0 0 3 16,0 0-5-16,0 0 4 0,0 0-4 0,0 0 2 16,0 0-1-16,0 0-7 0,0 0-1 0,0 0 3 15,0 0-7-15,0 0-4 0,0 0 3 0,0 0-9 16,-7 6 3-16,7-6 0 0,0 0-6 0,0 0 2 15,0 0-1-15,0 0 1 0,0 0-6 0,0 0 1 16,0 0 2-16,0 0-2 0,0 0-2 0,0 0-1 16,0 0 4-16,0 0-3 0,0 0-1 0,0 0 5 15,0 0-2-15,0 0 2 0,0 0-4 0,0 0 1 16,0 0 5-16,0 0-7 0,0 0-2 0,0 0-3 16,0 0 1-16,0 0-4 0,0 0 3 15,0 0 6-15,0 0-1 0,0 0 6 0,0 0 7 0,35 6-2 16,-22-4 1-16,6 1 7 0,0-2-1 0,-1 1 0 15,1-2-4-15,-1 0 0 0,-18 0 8 0,0 0-3 16,58 2-6-16,-58-2-7 0,0 0 8 16,0 0-6-16,45 0 1 0,-45 0 0 0,0 0-10 15,0 0 7-15,0 0 2 0,0 0 2 0,38-2 7 16,-38 2 5-16,0 0 6 0,0 0 6 0,0 0-1 16,0 0-8-16,0 0 17 0,0 0-2 0,0 0-1 15,0 0-4-15,0 0-2 0,0 0-5 0,0 0-1 16,0 0-3-16,0 0-6 0,0 0-5 0,0 0-9 15,0 0-17-15,0 0-29 0,0 0-30 0,0 0-40 16,0 0-41-16,0 0-52 0,0 0-66 0,0 0-32 16,0 0-149-16,0 0-475 0,0 0 209 0</inkml:trace>
  <inkml:trace contextRef="#ctx0" brushRef="#br0" timeOffset="142705.26">32538 5552 13 0,'0'0'156'0,"0"0"-7"0,0 0-6 0,0 0-8 15,0 0-6-15,0 0-9 0,0 0-5 0,0 0 3 16,0 0-9-16,0 0-4 0,0 0-4 0,0 0-2 16,-7-3-3-16,7 3-2 0,0 0-5 0,0 0-4 15,0 0-5-15,0 0-3 0,0 0-1 0,0 0-3 16,0 0-3-16,0 0 8 0,0 0-11 0,0 0 0 16,0 0-3-16,0 0-5 0,0 0 1 0,0 0-9 15,0 0-4-15,0 0-2 0,0 0-4 0,0 0 0 16,0 0-9-16,0 0-6 0,0 0-1 0,0 0 0 15,0 0-6-15,0 0-3 0,28-2-2 0,-14 0-2 16,0-1-1-16,-14 3-2 0,0 0 2 16,61-7-6-16,-61 7 1 0,39-4-1 0,-39 4-2 0,33-4 1 15,-33 4 4-15,0 0-1 0,38-6 2 0,-38 6-1 16,0 0-1-16,0 0-1 0,0 0 0 0,33-6 3 16,-33 6-4-16,0 0 3 0,0 0-3 15,0 0 1-15,0 0 2 0,0 0-1 0,0 0-1 16,0 0-1-16,0 0 3 0,0 0 0 0,0 0-1 15,0 0-3-15,0 0 3 0,0 0-4 0,0 0-13 16,0 0-14-16,0 0-22 0,0 0-30 0,0 0-41 0,0 0-37 16,0 0-26-16,0 0-36 0,0 0-13 0,0 0-133 15,0 0-392-15,0 0 173 0</inkml:trace>
  <inkml:trace contextRef="#ctx0" brushRef="#br0" timeOffset="146882.54">32582 5683 80 0,'0'0'74'0,"-3"-6"-9"0,3 6-2 16,0 0 2-16,0 0-10 0,0 0-3 0,0 0 2 16,0 0-5-16,0 0 5 0,0 0-12 0,-3-7-1 15,3 7-6-15,0 0-7 0,0 0 3 16,0 0-16-16,0 0 5 0,0 0-4 0,0 0-10 0,0 0-15 16,0 0-6-16,0 0-12 0,0 0-13 15,0 0-13-15,17 3-65 0,-17-3-126 0,17-1 56 16</inkml:trace>
  <inkml:trace contextRef="#ctx0" brushRef="#br0" timeOffset="147314.57">32180 6851 143 0,'0'0'182'0,"-5"5"0"0,5-5-5 15,0 0-3-15,0 0-9 0,0 0-10 0,0 0-16 16,0 0-14-16,0 0-19 0,0 0-16 0,0 0-18 15,0 0-12-15,0 0-20 0,0 0-30 0,28-6-28 16,-16 4-30-16,7-1-42 0,0-2-48 0,2 3-117 16,0-1-276-16,0-1 124 0</inkml:trace>
  <inkml:trace contextRef="#ctx0" brushRef="#br0" timeOffset="147587.64">32154 7433 81 0,'0'0'154'0,"0"0"-11"0,0 0-11 16,0 0-16-16,0 0-9 0,7 8-26 0,-7-8-26 0,13 1-41 15,-7-1-61-15,-6 0-93 0,21-1-150 0,-10-3 66 16</inkml:trace>
  <inkml:trace contextRef="#ctx0" brushRef="#br0" timeOffset="157755.75">26547 7538 73 0,'0'0'132'0,"0"0"-22"0,0 0-4 16,0 0-15-16,0 0-9 0,0 0-3 0,0 0-9 16,0 0-16-16,0 0-10 0,0 0-30 0,0 0-38 15,0 0-26-15,0 0-81 0,0 0-141 0,0 10 63 0</inkml:trace>
  <inkml:trace contextRef="#ctx0" brushRef="#br0" timeOffset="158458.41">28265 7169 40 0,'0'0'100'0,"0"0"-27"0,0 0-13 16,0 0-7-16,0 0-13 0,0 0-2 0,0 0-11 16,6-6-17-16,-6 6-26 0,0 0-15 0,0 0 3 15,0 0-33-15,5 15-67 0,-5-15 30 0</inkml:trace>
  <inkml:trace contextRef="#ctx0" brushRef="#br0" timeOffset="158668.38">28438 7745 11 0,'7'4'-3'0,"-7"-4"-1"16,0 0 1-16</inkml:trace>
  <inkml:trace contextRef="#ctx0" brushRef="#br0" timeOffset="168225.91">28445 7750 31 0,'10'0'37'0,"-10"0"-4"0,0 0 0 0,0 0-8 15,0 0-1-15,0 0-2 0,0 0 4 0,0 0-1 16,0 0-8-16,0 0-1 0,0 0-4 0,0 0 1 15,0 0-3-15,0 0-4 0,0 0 0 0,0 0 3 16,0 0 3-16,0 0-9 0,0 0 5 0,0 0-11 16,0 0 6-16,0 0-3 0,0 0-5 0,0 0-5 15,0 0 2-15,0 0 0 0,0 0-9 0,0 0-3 16,0 0-7-16,0 0-19 0,8 1-50 0,-8-1 23 16</inkml:trace>
  <inkml:trace contextRef="#ctx0" brushRef="#br0" timeOffset="169714">28433 7816 56 0,'0'0'44'0,"0"0"-8"15,0 0-18-15,0 0-25 0,0 0-18 0,0 0-27 16,0 0 13-16</inkml:trace>
  <inkml:trace contextRef="#ctx0" brushRef="#br0" timeOffset="178128.34">29013 7854 80 0,'0'0'100'0,"0"0"-19"16,-6-3 4-16,6 3-4 0,0 0 4 15,0 0-6-15,0 0-9 0,0 0-8 0,-9-4 2 16,9 4-5-16,0 0-2 0,0 0 0 0,0 0 2 0,0 0-3 16,0 0 5-16,0 0-7 0,0 0 4 0,-10-1 0 15,10 1 0-15,0 0-4 0,0 0 5 0,0 0-3 16,0 0-1-16,0 0 1 0,0 0-5 16,0 0-1-16,0 0-2 0,0 0-3 0,0 0-3 0,0 0-1 15,0 0 6-15,0 0-1 0,0 0-4 0,0 0 2 16,0 0-3-16,0 0-4 0,0 0-4 0,0 0-3 15,0 0-3-15,0 0-2 0,27-1-1 0,-7-2-6 16,9 1-1-16,5-2 0 0,4-1-2 0,17-2-9 16,1 1 0-16,-2 0-5 0,-2-3-5 0,-1 2-2 15,-11 3-3-15,-1-2 0 0,-1 2-1 0,-1-3 0 16,0 3-12-16,-4 2 8 0,0-2 6 0,-2-1-2 16,-12 4 3-16,2 0-2 0,-2 0-1 0,-8-3 7 15,3 2-3-15,-6 2 3 0,-1-1 2 0,1 0 8 16,-8 1 10-16,12-2 14 0,-12 2 11 0,9-2 8 15,-9 2 11-15,0 0 6 0,10 0 2 0,-10 0 14 16,0 0-12-16,0 0-5 0,0 0-2 0,0 0-3 16,0 0-8-16,8-1-5 0,-8 1-6 0,0 0-1 15,0 0-2-15,0 0-6 0,0 0-10 0,0 0-7 16,0 0-20-16,0 0-29 0,0 0-41 0,0 0-61 16,0 0-53-16,0 0-59 0,0 0-180 0,0 0-462 15,-35 12 204-15</inkml:trace>
  <inkml:trace contextRef="#ctx0" brushRef="#br0" timeOffset="191745.97">7671 10355 60 0,'0'0'69'0,"0"0"1"16,0 0-8-16,0 0 1 0,0 0-7 0,0 0 3 15,0 0 2-15,0 0 4 0,0 0-14 0,0 0 3 16,0 0 2-16,0 0-2 0,0 0-1 0,0 0-2 15,0 0-8-15,0 0 12 0,0 0 2 0,0 0-15 16,0 0-7-16,0 0 6 0,0 0-7 0,0 0-2 16,0 0-2-16,0 0 0 0,0 0-7 0,0 0 3 15,0 0-7-15,0 0-5 0,0 0 4 0,0 0-4 16,0 0 2-16,0 0 1 0,0 0-5 0,0 0 4 16,0 0-3-16,0 0 7 0,0 0 0 0,0 0-3 15,0 0-1-15,0 0 2 0,0 0 2 0,0 0 0 16,0 0 2-16,0 0 21 0,0 0-25 0,0 0 3 15,0 0-6-15,0 0 2 0,0 0 2 0,0 0 2 16,0 0 0-16,0 0 4 0,0 0 0 0,0 0-2 16,0 0 2-16,0 0-2 0,0 0-1 0,0-12-2 15,0 12-4-15,0 0 2 0,0 0 1 0,0 0-5 16,0 0 1-16,0 0-4 0,0 0-2 0,0 0 0 16,0 0-4-16,0 0 3 0,0 0-4 0,0 0-1 15,0 0 0-15,0 0 0 0,0 0-2 0,0 0 4 16,0 0-4-16,16-4 2 0,-16 4 2 0,14-6 1 15,-8 4-3-15,4-3 16 0,1 2-18 0,-1-2 4 16,1 0-2-16,0 1 3 0,-2 0 2 0,1-1-3 16,-4 2 1-16,2 0 2 0,-2-1 0 0,-1 1 2 15,-5 3-2-15,12-4 2 0,-7 2-1 0,-5 2 0 16,0 0 2-16,8-3-1 0,-8 3 3 0,0 0 1 16,6-2 2-16,-6 2 0 0,0 0 4 0,0 0 7 15,0 0-1-15,0 0 2 0,8-2 2 0,-8 2-1 16,0 0 0-16,0 0-3 0,0 0 1 0,0 0-3 15,0 0 1-15,0 0-3 0,0 0-4 0,0 0-1 16,0 0-3-16,0 0 0 0,0 0-1 0,0 0-1 16,0 0 0-16,0 0-4 0,0 0 1 0,0 0-4 0,0 0-9 15,0 0-21-15,0 0-27 0,0 0-33 16,0 0-44-16,0 0-38 0,0 0-30 0,0 0-8 16,0 0-111-16,3 11-340 0,-3-11 151 0</inkml:trace>
  <inkml:trace contextRef="#ctx0" brushRef="#br0" timeOffset="193163.12">9568 10272 38 0,'0'0'79'0,"0"0"-2"0,0 0-7 15,0 0-5-15,0 0-6 0,0 0-3 16,0 0 1-16,0 0-6 0,0 0 1 0,0 0-6 15,0 0 2-15,0 0 5 0,0 0-14 0,0 0 6 0,0 0-4 16,0 0 0-16,0 0-10 0,0 0 7 0,0 0-11 16,0 0 3-16,0 0-1 0,0 0 1 15,0 0-1-15,0 0-1 0,0 0-4 0,0 0 0 16,0 0-3-16,0 0-2 0,0 0 0 0,0 0 3 16,0 0-9-16,0 0-1 0,0 0-2 0,0 0 0 0,0 0-4 15,0 0 6-15,-21 4-7 0,21-4-3 0,0 0-1 16,-7 6 8-16,7-6-6 0,0 0 3 15,-10 4 2-15,10-4-3 0,-4 4 5 0,4-4 0 16,0 0-9-16,0 0 1 0,-7 4 4 0,7-4 1 0,0 0 8 16,0 0-5-16,0 0 19 0,-5 5-25 0,5-5 4 15,0 0 5-15,0 0-1 0,0 0 5 0,0 0 0 16,0 0 5-16,0 0 4 0,0 0 5 16,0 0 1-16,0 0 6 0,0 0-4 0,0 0 2 15,0 0 1-15,0 0 3 0,0 0-2 0,0 0 1 0,0 0 3 16,0 0 0-16,0 0 3 0,0 0-6 0,0 0 0 15,0 0-2-15,0 0-3 0,0 0-1 0,0 0 0 16,0 0-2-16,0 0 3 0,0 0-7 0,0 0-5 16,0 0-3-16,0 0 1 0,0 0 0 0,0 0 5 15,0 0 0-15,30-11 1 0,-20 8-1 0,0-1-2 16,-1-1 2-16,1 1 4 0,2 1-4 0,-3-1-8 16,-3 1 2-16,3 0-2 0,0 1-3 0,-3-1 3 15,1 1-4-15,-7 2 0 0,11-2-5 16,-4-1 3-16,-7 3-3 0,7-2 1 0,-7 2-4 0,0 0-1 15,7-4 1-15,-7 4 1 0,0 0-3 0,0 0 2 16,9-2 0-16,-9 2 2 0,0 0-5 0,0 0 4 16,0 0 8-16,0 0 6 0,0 0 5 0,0 0 3 15,0 0 3-15,0 0 0 0,0 0 0 0,0 0 2 16,0 0-1-16,0 0-2 0,0 0 1 0,0 0-11 16,0 0 0-16,0 0-3 0,0 0-3 0,0 0-1 15,0 0-3-15,0 0-13 0,0 0-27 0,0 0-33 16,0 0-44-16,0 0-47 0,0 0-24 0,6 7-28 15,-6-7-42-15,0 0-128 0,0 0-405 0,-10 16 180 16</inkml:trace>
  <inkml:trace contextRef="#ctx0" brushRef="#br0" timeOffset="194578.39">17494 10285 19 0,'0'0'166'0,"0"0"1"16,0 0-13-16,0 0-10 0,0 0-9 0,0 0-12 0,0 0-8 15,0 0-11-15,0 0-7 0,0 0-3 0,0 0-13 16,0 0-3-16,33-2-3 0,-19 1 1 16,-1 0-4-16,7 1-5 0,0-2-4 0,6 1-4 15,-3 1-6-15,7-1-2 0,-4 0 3 0,4 1-7 16,-1 1 3-16,-1-2-4 0,3 0-2 0,-4 0-1 0,1 1-3 15,2-2-3-15,-2 2-1 0,0 3 1 0,-5-4-1 16,-2 1 3-16,5 0-2 0,-4 1 2 0,6-2-3 16,-9-1-3-16,-1 4 1 0,0-4 0 0,-3 2 1 15,-2 0 1-15,0-1-4 0,-3 1-4 0,3 1 0 16,-8-1-2-16,-5 0-1 0,13-1 1 0,-13 1-2 16,11 0-2-16,-11 0 0 0,8 0-1 0,-8 0 2 15,0 0-6-15,8 0-1 0,-8 0 1 0,0 0-5 16,0 0 2-16,0 0-3 0,0 0-3 0,0 0 1 15,0 0 0-15,0 0-5 0,10 0-14 0,-10 0-19 16,0 0-32-16,0 0-55 0,0 0-58 0,0 0-22 16,1 10-24-16,0-4-176 0,-1-6-429 0,4 9 190 15</inkml:trace>
  <inkml:trace contextRef="#ctx0" brushRef="#br0" timeOffset="194979.45">18829 10278 71 0,'0'0'272'16,"0"0"-11"-16,0 0-13 0,0 0-10 0,0 0-12 15,0 0-12-15,0 0-15 0,0 0-19 0,0 0-19 16,0 0-10-16,0 0-12 0,0 0-12 0,10-2-15 15,-10 2-8-15,8-1-7 0,-8 1-6 0,12 0-8 0,0-1-8 16,1-1-2-16,1 1-5 0,3-2-5 16,3 0-4-16,0-1-3 0,-1 1-1 0,2 0-9 15,-1 0-2-15,0 1-6 0,0-2 5 0,0 0-10 16,0 1 1-16,-2 0-4 0,0 0-3 0,-4 2-1 16,-1 0-1-16,1-2-2 0,-4-1-5 0,0 4-2 15,-2-2 0-15,-8 2 3 0,14-1-2 0,-14 1 1 16,9-2 2-16,-9 2 10 0,8 0-9 0,-8 0 2 15,0 0 5-15,0 0 8 0,11-1 4 0,-11 1-12 0,0 0 8 16,0 0-6-16,0 0-2 0,0 0-10 0,0 0-1 16,0 0-17-16,0 0-19 0,0 0-35 15,0 0-39-15,0 0-47 0,0 0-63 0,0 0-71 16,0 0-304-16,0 0-627 0,-25 5 278 0</inkml:trace>
  <inkml:trace contextRef="#ctx0" brushRef="#br0" timeOffset="196263.14">7549 11513 42 0,'0'0'118'0,"0"0"-8"16,0 0-5-16,0 0 1 0,0 0-6 0,0 0-9 15,0 0 2-15,0 0-3 0,0 0 0 0,0 0-13 16,0 0 0-16,0 0-3 0,0 0-10 0,0 0-3 15,0 0-7-15,0 0-3 0,0 0-11 0,0 0 3 16,0 0-3-16,0 0-8 0,0 0 3 0,16-5-4 16,-16 5 0-16,0 0-6 0,0 0 10 0,9 0 7 15,-9 0 7-15,8-1-2 0,-8 1 3 0,15-3 1 16,-7 2-6-16,0-1-1 0,3-2 0 0,-1 2 0 16,-1 0 0-16,3 0 3 0,-1-1-6 0,0 1 4 15,0 1-5-15,-2-3-4 0,0 0-4 0,1 2-5 16,-4 0 2-16,5-2 3 0,-4 3-2 0,1-2-5 15,-8 3-2-15,13-3-1 0,-7 1 3 0,-6 2-2 16,12-2-2-16,-12 2-2 0,7-3 0 0,-7 3-2 16,0 0-3-16,9-1 1 0,-9 1 0 0,0 0-2 0,0 0-1 15,8-1-1-15,-8 1-2 0,0 0 1 16,0 0-4-16,0 0-1 0,0 0-2 0,0 0-6 16,0 0-23-16,0 0-33 0,0 0-46 0,0 0-59 15,0 0-16-15,9 5-13 0,-9-5-7 0,2 10-119 16,0-3-345-16,0-1 153 0</inkml:trace>
  <inkml:trace contextRef="#ctx0" brushRef="#br0" timeOffset="197162.71">9367 11460 94 0,'0'0'100'0,"-1"-7"-13"0,1 7 4 0,0 0-9 0,0 0-5 16,0 0 5-16,0 0-12 0,0 0 8 0,0 0-3 15,0 0-7-15,0 0 2 0,0 0 2 0,0 0 3 16,0 0-3-16,0 0 1 0,0 0-10 0,0 0 2 15,0 0 0-15,0 0 0 0,0 0 0 0,0 0 2 16,0 0 2-16,0 0-4 0,0 0-3 0,0 0 4 16,0 0-7-16,0 0-5 0,0 0-3 0,0 0-4 15,0 0-5-15,0 0 0 0,0 0-3 0,0 0-5 16,0 0-3-16,0 0 1 0,9-4 3 0,-9 4 5 16,10-3-1-16,-2 0 12 0,-2 1-14 0,2 0 2 15,2-2-2-15,-1 1 0 0,1 1 2 0,2-1-4 16,-5 0 1-16,0 1 3 0,4-3-3 0,-4 2 8 15,-7 3-10-15,13-3 2 0,-10 1-4 0,-3 2 11 16,10-4-9-16,-10 4 0 0,7-2 6 0,-7 2 1 16,5-4 4-16,-5 4 3 0,0 0 16 0,0 0-9 15,0 0-2-15,8-2-3 0,-8 2 4 0,0 0-4 16,0 0-2-16,0 0-11 0,0 0-2 0,0 0 1 16,0 0-9-16,0 0-5 0,0 0-1 0,0 0-10 0,0 0-19 15,0 0-23-15,0 0-26 0,0 0-43 0,0 0-56 16,0 0-56-16,0 0-54 0,0 0-237 15,0 0-544-15,5 10 241 0</inkml:trace>
  <inkml:trace contextRef="#ctx0" brushRef="#br0" timeOffset="200534.42">23807 11435 82 0,'0'0'136'0,"0"0"-5"0,0 0-3 15,0 0-8-15,0 0 6 0,0 0-8 16,27-9 3-16,-27 9-5 0,10 0 0 0,-10 0 0 0,15 1-6 16,-4-2 0-16,0-2-4 0,7 3-9 0,1 0-8 15,1-1-3-15,9 0-7 0,2-2 1 16,2 3-6-16,3-4-8 0,2 4 3 0,18 0-4 0,-2-3-5 16,3 1 2-16,1-4 3 0,1 4-6 0,6-2-2 15,-5 1-1-15,3 0-6 0,3 0 4 0,2 0-3 16,-2 0-5-16,1-3 1 0,-2-1-5 0,-4 2-3 15,-1-1 2-15,-1 3 0 0,-4-1-5 16,-4 0-4-16,-11 1 4 0,-2-1-3 0,-2 3 4 0,-4-2-6 16,1 2 2-16,-6 1-1 0,-10-2-4 0,-4-1-2 15,-2 3 0-15,-1 0-2 0,0 0-1 0,-10 0 2 16,10-2-1-16,-10 2 1 0,0 0-3 0,8-2-8 16,-8 2-16-16,0 0-22 0,0 0-24 0,-30-7-30 15,9 5-30-15,-9-1-41 0,-4 0-40 0,-7 2-42 16,-12-4-32-16,-8 3-158 0,1 0-457 0,-3-1 202 15</inkml:trace>
  <inkml:trace contextRef="#ctx0" brushRef="#br0" timeOffset="201129.57">21121 11476 14 0,'0'0'158'0,"0"0"-8"0,0 0-2 0,0 0-10 0,0 0 1 16,0 0-3-16,0 0-9 0,0 0-8 0,0 0-4 15,0 0-13-15,0 0 0 0,0 0-4 0,0 0-3 16,0 0-1-16,27 0-1 0,-13 0 1 0,6 1-3 16,8 0 2-16,3 0-1 0,5 1 3 0,15 3-4 15,1-4-2-15,6-1-11 0,1 3-3 0,2-4-4 16,1 1-4-16,1 1-3 0,-2 2 3 0,29-5-1 16,-33 4 8-16,2-5-12 0,-3 7 0 0,1-1 0 15,-2-4 2-15,0-1-5 0,-3-1-8 0,-1 3 0 16,-13-1-3-16,-3-1 9 0,-2 3-5 0,-2-1 2 15,-2 1 1-15,-11-3 1 0,-3 2-4 0,-2-1 2 16,-1 0 0-16,-6 1 5 0,2-1 4 0,-8 1 6 16,10-3 1-16,-10 3 4 0,9 0-4 0,-9 0-2 15,0 0-9-15,0 0-3 0,8-4-2 0,-8 4-13 16,0 0-20-16,0 0-23 0,0 0-39 0,-18-9-46 0,8 7-60 16,-2-1-59-16,-3 1-89 0,-6 4-78 15,-4-4-208-15,-6 2-628 0,-2-2 278 0</inkml:trace>
</inkml:ink>
</file>

<file path=ppt/ink/ink14.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1-01-25T04:22:18.470"/>
    </inkml:context>
    <inkml:brush xml:id="br0">
      <inkml:brushProperty name="width" value="0.05292" units="cm"/>
      <inkml:brushProperty name="height" value="0.05292" units="cm"/>
      <inkml:brushProperty name="color" value="#FF0000"/>
    </inkml:brush>
  </inkml:definitions>
  <inkml:trace contextRef="#ctx0" brushRef="#br0">11738 4663 3 0,'0'0'3'16,"1"-18"1"-16,-1 18 3 0,0 0-3 0,0 0-6 15,0 0 3-15,0 0 3 0,0 0 3 0,0 0-8 16,0 0 0-16,0 0 0 0,0 0 3 0,0 0 0 16,0 0-1-16,0 0-1 0,0 0-1 0,0 0 5 15,0 0-6-15,0 0 4 0,0 0-1 0,0 0 1 16,0 0 2-16,0 0-4 0,0 0-2 0,0 0 4 16,0 0-3-16,0 0 0 0,0 0 2 0,0 0-1 15,0 0 3-15,0 0-3 0,0 0 8 0,0 0-9 16,0 0 8-16,0 0-10 0,0 0 2 0,0 0 0 15,0 0 1-15,0 0 1 0,0 0 1 0,0 0-3 16,0 0-1-16,0 0 1 0,0 0 3 0,0 0-4 0,0 0 3 16,0 0 1-16,0 0-4 0,0 0 0 15,0 0 1-15,0 0-3 0,0 0 9 0,0 0-7 16,0 0 3-16,0 0-2 0,0 0 3 0,0 0-4 16,0 0 3-16,0 0-2 0,0 0-1 0,0 0 1 15,0 0 2-15,0 0-3 0,0 0-1 0,0 0 2 16,0 0 1-16,0-10 3 0,0 10 1 0,0 0-6 15,0 0 1-15,0 0-2 0,0 0 5 0,0 0-5 16,0 0 6-16,0 0-11 0,0 0-8 0,0 0 4 16</inkml:trace>
  <inkml:trace contextRef="#ctx0" brushRef="#br0" timeOffset="2789.09">9946 5579 7 0,'0'0'12'0,"0"0"2"0,0 0 3 0,32 3 1 16,-20-2 7-16,8 1-3 0,8 1 17 0,4 0 6 15,5 1-5-15,14 0 2 0,3-1-5 0,-3-1-1 16,2-2-5-16,-2 2-8 0,1-2-5 0,3 0 1 16,3 0 5-16,0-1-6 0,2-2-1 0,2 3 3 15,2-4-4-15,2 1 2 0,24-1-2 0,-29 2-2 16,3 0-8-16,1 1 6 0,0 2-7 0,-1-1 3 15,-1 0 1-15,-3 2 0 0,-7 2-5 0,2-2 2 16,-5 3-6-16,1 0 6 0,-11-3-1 0,15 1-4 16,-14-3 4-16,14 4-5 0,-3-1 6 0,-12-2-5 15,10 0 3-15,2-2-7 0,-15 1 6 0,-1 0 14 16,4-1 0-16,-5 2-4 0,3-2-3 0,-6-2-5 16,1 3 1-16,-6-4 5 0,-7 1 24 0,2 0-22 15,-5 1 10-15,-4-1-13 0,0 0 13 0,-5 2 3 16,-2 1 7-16,-6 0 3 0,11-3 1 0,-11 3 5 15,8-1-2-15,-8 1-3 0,8-2-7 0,-8 2 5 16,0 0-2-16,0 0-10 0,5-3-1 0,-5 3-3 16,0 0-11-16,0 0-11 0,0 0-12 0,0 0-25 15,0 0-24-15,0 0-28 0,0 0-5 0,0 0-65 16,0 0-175-16,0 0 78 0</inkml:trace>
  <inkml:trace contextRef="#ctx0" brushRef="#br0" timeOffset="4072.18">23675 4817 19 0,'0'0'42'0,"-11"-4"-5"0,5 2-6 16,6 2-3-16,-12-4 0 0,6 4-2 0,6 0-6 16,-14-1-6-16,6 0-2 0,8 1 5 0,-17 0-2 15,7 0-4-15,1-2 1 0,-3 1-1 0,0 2 1 16,0-1-8-16,0-1 3 0,-1 2-4 0,-2-1 2 15,2 0 3-15,-6 3-5 0,6-1 0 0,-5-1-3 16,0 1 3-16,-1 0 0 0,-1-1 3 0,1 2 2 16,0-1-8-16,1-1 2 0,-2 2-7 0,0-2 8 15,0 2 1-15,2-2 2 0,1 1-7 0,4 0 8 16,-1-2-3-16,1 0 7 0,1 0-6 0,0 2 9 16,3-2-4-16,-2 0 1 0,3 2 0 0,8-2 6 15,-14-2-5-15,14 2 1 0,-11 2 16 0,11-2-18 16,0 0 5-16,-11 0 3 0,11 0-5 0,0 0-1 15,0 0-3-15,0 0 8 0,38 1-2 0,-5-1 1 16,7-3 5-16,19-1-5 0,7 1-4 0,29-4-1 16,-3 0 3-16,-30 3 2 0,29 0-4 0,-1 0 1 15,-28 2-7-15,29-5-9 0,-28 6 12 0,-1-2 2 16,1 0-12-16,-2 1 6 0,-2-2-3 0,-2 2 0 16,-5 0 7-16,1-1-14 0,-14 3 11 0,-1-2 4 15,-2 2-8-15,-2 0 0 0,-2 0 9 0,-1-1-10 16,-2 1 10-16,-8 1 5 0,-2-4-1 0,-1 5 4 15,-7-2 11-15,1-2-7 0,-5 2 14 0,1-1 4 16,-8 1 8-16,12-1 6 0,-12 1 7 0,10 0-4 16,-10 0-2-16,8-2-10 0,-8 2-1 0,6-3-9 15,-6 3-4-15,0 0-3 0,6-4 0 0,-6 4-6 16,0 0 1-16,0 0-7 0,0 0-13 0,0 0-25 16,0 0-33-16,0 0-35 0,0 0-25 0,0 0-10 15,0 0-88-15,0 0-228 0,0 0 100 0</inkml:trace>
  <inkml:trace contextRef="#ctx0" brushRef="#br0" timeOffset="4594.14">26272 4717 11 0,'-8'-3'89'0,"1"-1"-1"0,7 4-7 15,-12-3 5-15,12 3-11 0,-10-1-6 0,10 1-22 16,-7-5 12-16,7 5 0 0,0 0-10 0,-8-1-5 15,8 1 0-15,0 0-9 0,0 0 0 0,0 0-5 16,0 0 14-16,0 0-20 0,32 0-1 0,-5-2 1 16,7 2 1-16,20 0-5 0,2 0-10 0,36-3 2 15,-29 3 5-15,31-4-8 0,3 2 9 0,-3 1-12 16,2 1 5-16,-6-1-6 0,0-1 5 0,2-1-5 16,0 2 2-16,-2 1 3 0,0-3-3 0,-27 2-13 15,29 1 7-15,-27 1-5 0,0-3 18 0,0 2 6 16,-2-1-2-16,-2 0-3 0,-2 2-3 0,-3 0 11 15,-4-2 6-15,-15 2 1 0,1-1-18 0,0-1 4 16,-5 0 6-16,2 1-3 0,-5 0 7 0,-10 1-6 16,-2-1 4-16,-3 1-4 0,-3-1 1 0,-1 0-4 15,-5 1 0-15,-6-1-4 0,14-1 3 0,-14 1-3 16,9-1-2-16,-9 1 3 0,8 1-1 0,-8-1-6 16,0 0-2-16,0 0-15 0,10 0-1 0,-10 0-8 15,0 0-14-15,0 0-9 0,0 0-19 0,-26 9-44 16,7-6-19-16,-11 4-84 0,-5-1-223 0,-3-3 99 15</inkml:trace>
  <inkml:trace contextRef="#ctx0" brushRef="#br0" timeOffset="5189.21">8450 6368 2 0,'11'-8'4'0,"-2"1"-5"15,0-2-2-15</inkml:trace>
</inkml:ink>
</file>

<file path=ppt/ink/ink15.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1-01-25T04:24:34.915"/>
    </inkml:context>
    <inkml:brush xml:id="br0">
      <inkml:brushProperty name="width" value="0.05292" units="cm"/>
      <inkml:brushProperty name="height" value="0.05292" units="cm"/>
      <inkml:brushProperty name="color" value="#FF0000"/>
    </inkml:brush>
  </inkml:definitions>
  <inkml:trace contextRef="#ctx0" brushRef="#br0">17192 7963 4 0,'0'0'35'0,"-7"2"-7"0,7-2-3 0,-7 2-2 16,7-2-6-16,-8 4-1 0,8-4-3 0,-11 3 2 15,6 0-4-15,5-3 5 0,-9 4-6 0,4-1-3 16,5-3 1-16,-10 2 0 0,3 1-3 0,7-3 0 15,-10 2 8-15,2-1-8 0,8-1 4 0,-11 3-1 16,6-2-5-16,5-1 2 0,-13 4-4 0,8-2 4 16,5-2-1-16,-13 4 1 0,7-4-1 0,-2 3-3 15,-2 1 1-15,3-3-2 0,-2 0-1 0,9-1 11 16,-16 7-1-16,9-6-3 0,0 0 7 0,7-1-4 16,-14 3-2-16,7-1 7 0,7-2 7 0,-10 2-4 15,2-1 2-15,8-1 0 0,-7 1-3 0,7-1 0 16,-7 2 2-16,7-2-2 0,0 0 4 0,-7 3-5 15,7-3 1-15,0 0 1 0,0 0-10 0,0 0 11 16,0 0-5-16,0 0 5 0,-9 3 8 0,9-3-4 16,0 0 6-16,0 0 5 0,0 0-5 0,0 0-1 15,0 0 3-15,0 0-4 0,0 0 2 0,0 0 1 16,25 0 0-16,-25 0-4 0,14 0-9 0,-14 0 6 16,16-2 1-16,-7 0 6 0,3 2-8 0,-1-2 8 15,1 2-13-15,1-2 1 0,-1 2 5 0,6-1 2 16,2 0-4-16,-2-1 1 0,5 2 5 0,-1-2-6 15,6 2-2-15,-1-2 0 0,1 1-2 0,-7 1-2 0,9 0-1 16,-1 0-2-16,-2-1 5 0,1 1-7 16,-7 0-3-16,0 1-1 0,7-1 8 0,-6 0-9 15,-1 0 3-15,-2 1 1 0,1 1 1 0,-2-1 1 16,3 0-7-16,-2 1 5 0,-3-1-9 0,2-1 1 0,-5 3-1 16,1-3 9-16,-1 3-5 0,-2-2 2 15,5 2 0-15,-5-3-10 0,3 2 9 0,-1-1 1 16,-1-1-3-16,0 2-4 0,1-1 5 0,5 2-3 15,-1-3 5-15,-3 3 1 0,4-3-1 0,1 2 2 0,0-1-4 16,-2-1 5-16,2 1-3 0,0 2 0 0,0-3-11 16,3 2 16-16,-2-2-6 0,7 0 8 0,0 2-9 15,-5-2 3-15,6 0-5 0,1 0-3 16,-1 0 7-16,-1 2 5 0,4-2-7 0,-3 0 4 0,1-2 0 16,2 2 3-16,-3 0-2 0,4 0 0 0,-2-2-1 15,-2 2-2-15,2 1-7 0,1-2 5 0,-2 2 3 16,3-4 1-16,4 3-4 0,-4-1 4 0,4-1-2 15,-3 0 1-15,1 0 2 0,2 2-2 0,-1 0 0 16,-3 0 0-16,4-2-9 0,-4 1 4 0,-1 1 6 16,1-1-1-16,2-1-5 0,-1 1-3 0,-3 0 5 15,2 1 6-15,0 0-7 0,0 0-3 0,-1 1 1 16,1-1 4-16,0 0-4 0,0 0 3 0,1 0 0 16,-2 1 3-16,1-1-2 0,-4 0 3 0,5-1 0 15,-4 0-3-15,2 1 5 0,-2 0-6 0,-2 0 6 16,1 0-5-16,-1 0 4 0,-5 0-2 0,0 0-3 15,1 0 3-15,-3 0 0 0,1-1-1 0,-1 2-3 16,1 0 1-16,2-1 6 0,-2-1-7 0,7 1 2 16,-7 0-1-16,1 0 6 0,6 1-5 0,-7 0-2 15,6 1 6-15,-5-2-8 0,0 1 14 0,-1 0-12 16,0-2 1-16,1 2-9 0,6-1 12 0,-5 0 1 0,-3 0 1 16,2 0 3-16,-2 2-6 0,1-4 0 15,1 2 0-15,6-1-1 0,-7 0 3 0,0-1-5 16,8 2 6-16,-8-1-1 0,8 1 3 0,-10 0-4 15,11-1-1-15,-2 0-1 0,-8 0 2 0,1-1 1 0,-1 2 0 16,2 0 2-16,-1 2-2 0,0-4-1 16,1 2 0-16,-1 0 2 0,1 0 3 0,-1 0-8 15,-1 0 5-15,2 0-2 0,-3 2-4 0,4-2 5 16,-3 0-1-16,0 0-1 0,-1 0 0 0,0 1-2 0,0-1 4 16,0 1 2-16,-1-1-2 0,-5 1-3 0,1-1 2 15,0 0-5-15,1 1 4 0,-1-1 2 0,-2 2-5 16,0-1-1-16,1-1 5 0,-1 0-5 15,-1 0 5-15,1 1-1 0,-2-2-2 0,2 2 1 16,-2 1-3-16,2-2 2 0,0 2 0 0,0-2-3 0,3 1 8 16,-2 0-6-16,5-1 2 0,0 2 4 0,-4-2 1 15,-2 1-4-15,4-1 1 0,-3 0-3 0,-2 0 3 16,3 0-4-16,-4 0 2 0,3 0 2 16,-1 0 2-16,-2 2-4 0,-1-2-1 0,-3 1-1 0,2 0 1 15,1-1 5-15,1 2-1 0,-10-2-3 0,14-2 1 16,-7 4-2-16,-7-2 3 0,12 0 0 0,-12 0-10 15,12 0 10-15,-12 0-3 0,0 0-1 16,8 0 0-16,-8 0 0 0,0 0 3 0,10 0 0 0,-10 0-2 16,0 0-2-16,0 0-2 0,0 0 4 0,0 0-3 15,0 0 1-15,6 0 4 0,-6 0-5 0,0 0 6 16,0 0-11-16,0 0-14 0,0 0-25 0,0 0-23 16,0 0-31-16,0 0-32 0,0 0-31 0,0 0-141 15,12 0-326-15,-12 0 145 0</inkml:trace>
  <inkml:trace contextRef="#ctx0" brushRef="#br0" timeOffset="2740.34">10532 9065 38 0,'0'0'72'0,"0"0"-2"0,0 0-7 0,0 0-6 15,0 0 2-15,7 2-16 0,-7-2-4 0,0 0-3 16,0 0-1-16,0 0-6 0,0 0-1 0,0 0 3 16,0 0-6-16,0 0-6 0,7 4-5 0,-7-4 3 15,0 0-11-15,8 3 9 0,-8-3-6 0,8 5 2 16,-5-1-3-16,-3-4 2 0,11 7-6 0,-3-1-3 16,1-2 11-16,0 1-9 0,4-1 0 0,-1 0 6 15,5 3 10-15,1-3-5 0,7 4-5 0,-3-3-2 16,5 1 5-16,5-2 11 0,-1-3 2 0,3 1-3 15,1-1 5-15,4-1-3 0,-3-2-7 0,5 1 0 16,-3-1-4-16,16-3 9 0,-16 3-2 0,14-4-14 0,-12 4 9 16,9-5-4-16,-10 5-2 0,14-3-12 15,-14 1 19-15,-3 0-13 0,3-2 7 0,-1 2-4 16,4-2-3-16,-5 3 6 0,16-3-5 0,-13 1-10 0,-2 0 9 16,0 0 2-16,-1 1-1 0,0-1-10 15,-1 2 10-15,-2 0 1 0,4 1-6 0,-4 0 4 16,2-1-3-16,-2 1 0 0,-1 0 6 0,1 1-9 15,-1 0 2-15,1 0 5 0,0 0-1 0,1-2-9 0,-1 2 13 16,1 2-9-16,0-1 8 0,-1 0 0 0,4 0 0 16,0 0 2-16,-4 2-9 0,17-2 2 15,-10 1-3-15,-2-1-1 0,-1 0 8 0,0 0-13 16,0 0 10-16,0 0-2 0,1 0-2 0,0-3 6 0,13 5-2 16,-14-2-3-16,14 1 1 0,-13-2 0 0,12 2 3 15,-11-1-6-15,-2 2 1 0,14-1 6 0,-16 2 0 16,0-3-7-16,4 1 2 0,12 3-2 0,-14-3 10 15,-1 2-13-15,-2-3 14 0,-1 3-15 0,2-1 12 16,-2-2-5-16,-1 2-5 0,3-2 2 0,-2 3 7 16,0 0 1-16,2-3-3 0,0 1-6 0,-1-1 2 15,3 1 6-15,-2 1 3 0,-1-2-6 0,-2 0-3 16,1 1-2-16,2-2 9 0,-3 1-2 0,1-2 2 16,0 1-2-16,-1 0 3 0,-1-2 10 0,1 0-12 15,0 2 3-15,0-1-7 0,1-1 3 0,-5 2 2 16,-1-1 1-16,2 2-1 0,-2 0 2 0,-1-1 4 15,-1-1-3-15,-3 2-7 0,5-3 5 0,2 3 2 16,-3 1 2-16,2-1-11 0,-1 2-4 0,0-1 13 16,1 0-6-16,0 0-1 0,2 1 7 0,-5-1 0 15,3-1 4-15,-2 3-5 0,-5-1 3 0,8-1 1 16,-10 1-8-16,10 0 3 0,-9 0-1 0,7-1 6 16,-6 0 2-16,6 1-6 0,2-2-1 0,-2 1 3 15,4 1 0-15,-5 1 3 0,1-3-4 0,-1 2 4 0,-7-2 5 16,-1 2-3-16,3-2-2 0,-2 0-4 0,0 1 3 15,0-2-7-15,-1 2 6 0,-4-2-3 0,3-1 1 16,-5 2 2-16,0-1-1 0,1 2-4 16,-2-2 4-16,-1 1-8 0,-1 0-1 0,-2-1 6 0,-8 1-5 15,13 1 5-15,-13-1-17 0,10-2-11 0,-10 2-10 16,8 0-18-16,-8 0-19 0,0 0-22 0,10 0-26 16,-10 0-84-16,0 0-218 0,8 1 97 15</inkml:trace>
  <inkml:trace contextRef="#ctx0" brushRef="#br0" timeOffset="3428.77">18221 9059 54 0,'0'0'66'0,"0"0"1"0,0 0-11 0,0 0-1 0,0 0 3 15,0 0-8-15,0 0 1 0,0 0-4 0,24 4-2 16,-12-3 3-16,2 0 1 0,6-1 7 16,3-1-6-16,9 2-1 0,3-2-1 0,2 1 1 15,16 0-9-15,5-1 1 0,-3-1 3 0,0 5-1 0,1-2-9 16,0-1-6-16,2 4-1 0,-6-2 0 0,6 1 2 16,-3-1-12-16,0 1 6 0,1 0-2 15,-4 1 3-15,2-4-6 0,-2 4-3 0,-2 2-2 0,4-1 3 16,-4 0-1-16,-12-4 2 0,-1 2 0 0,0 1-5 15,-1-4 4-15,-3 0-1 0,-1 3 3 0,-1-2 0 16,-11-1-7-16,1 1 3 0,-2 0-8 0,-6 1 11 16,-3 0-8-16,1 0 6 0,-3-2 5 0,-1 0 10 15,-7 0 9-15,11 0 3 0,-11 0 0 0,0 0-3 16,10 0 4-16,-10 0 7 0,0 0-1 0,9 0-2 16,-9 0-4-16,0 0-1 0,0 0-7 0,0 0-4 15,0 0-4-15,0 0 1 0,9 0-1 0,-9 0-6 16,0 0-5-16,0 0-5 0,0 0-20 0,0 0-18 15,0 0-22-15,0 0-26 0,5 5-23 0,-5-5-27 16,0 0-26-16,0 0-134 0,0 0-308 0,-14 10 137 0</inkml:trace>
  <inkml:trace contextRef="#ctx0" brushRef="#br0" timeOffset="4258.08">23252 9052 66 0,'0'0'69'0,"17"7"-7"0,-17-7-10 15,0 0 1-15,10 1 2 0,-10-1-6 0,16-1-7 16,-4 0-4-16,3 2-4 0,4-2-3 0,2 0 1 16,6 1-2-16,3 0-7 0,2-2 8 0,5 2 0 15,-4 2-12-15,1-1-1 0,6 0-2 0,0 0 7 16,11 0-3-16,-12 2-9 0,14-2 0 0,-2-1 1 16,-1 2 2-16,-11 0-3 0,11 0-4 0,-10 1 4 15,10 1 1-15,1 1-1 0,-15-2 0 0,2 1 1 16,3-1-2-16,-2-1-8 0,16 3 13 0,-5-2-4 15,3 3 1-15,0-3-2 0,-3-1 1 0,-10 2-1 16,15 0 0-16,-3-2-2 0,0 2 5 0,2-3-3 16,-3 3-2-16,1-1 0 0,-14 0 2 0,18-3-1 0,-4 6-5 15,-13-4 0-15,0 0 6 0,13 3 4 0,-14-4-10 16,14 2-3-16,-14 2 2 0,2-4 6 16,-1 2 0-16,-1-2-3 0,2 3 2 0,-2-4-5 15,-4 2-1-15,7 1 4 0,-6-2 2 0,0 0-5 0,2-2-6 16,-3 2 4-16,0-1-2 0,2-1 10 0,-7 0-11 15,1 2 4-15,-4-2-5 0,-5 2 2 0,1-1 2 16,-4 0 0-16,0 1-2 0,-1-1 6 0,-1 0-3 16,-7-1-6-16,3 0 4 0,-1-1-1 0,-5 1 3 15,-6 1-3-15,14-2 8 0,-9 1-10 0,-5 1 8 16,8-6-4-16,-8 6-13 0,9-2-2 0,-9 2-10 16,0 0-10-16,4-5-10 0,-4 5-16 0,0 0-9 15,0 0-16-15,0 0-56 0,-17-13-152 0,8 9 68 16</inkml:trace>
  <inkml:trace contextRef="#ctx0" brushRef="#br0" timeOffset="5490.5">11430 10062 39 0,'5'5'36'0,"-5"-5"1"15,8 5 3-15,-5-3-9 0,-3-2 0 0,11 4 4 16,-1 0 2-16,1-1 3 0,4 2 2 0,0-3-6 16,3-2 2-16,5 2-1 0,4 1 3 0,3-1-1 15,0-2 4-15,5-5-8 0,-1 3-1 0,4 1 3 16,3-1-7-16,10-2-6 0,1 1 2 0,2-1 3 16,-3 0-4-16,3 1 3 0,2 0-9 0,-1 0 1 15,0 0 7-15,1 3-6 0,0-2-2 0,-3 2-1 16,3 0-8-16,0-2 6 0,4 2-6 0,-2-3 2 0,3 2 4 15,2 0-5-15,-3 2-5 0,3-4 2 16,3 3-4-16,-6-2 1 0,8 3 7 0,-7-2-5 16,2 1 0-16,-3-1 3 0,3 1 6 0,0-2-3 0,-2 2 3 15,-3 0-1-15,1 0-10 0,-4 0-3 0,-3 0 4 16,2-1 10-16,-3 2-9 0,3-4-3 0,-16 3 4 16,14-1 10-16,0 2-10 0,-14 1 7 0,2-2-2 15,-1 0 1-15,12-2 1 0,-13 4 0 0,1-4 0 16,12 1 4-16,1 1 2 0,-14 0-6 0,1 0 0 15,1 0 3-15,-2 0-2 0,0-1-5 0,1-4-2 16,-1 5 5-16,0-1 0 0,-2 1-2 0,1 0 5 16,-2-3-2-16,3 4-5 0,-3-1-2 0,0-4 5 15,0 4-2-15,-1 0-4 0,3 0 1 0,-2 0 4 16,-3 0-4-16,4 0-3 0,-3 0 4 0,1 0 3 16,0 0-1-16,-4-1-6 0,-2 1-4 0,1 0 9 15,-7 1 1-15,-1-1-2 0,-2 0 2 0,0-1-4 16,-2-1 1-16,-4 2 0 0,-3 0 4 0,0-2-6 15,-1 2 4-15,-1 2 0 0,-8-2 3 0,11 0 1 16,-11 0-1-16,12 0 2 0,-12 0 3 0,7-2-2 16,-7 2 0-16,0 0-6 0,0 0-3 0,0 0 5 15,11 0-1-15,-11 0 0 0,0 0-8 0,0 0-18 16,0 0-22-16,0 0-20 0,7 2-34 0,-7-2-29 16,0 0-32-16,9 0-91 0,-9 0-262 0,8 3 117 15</inkml:trace>
  <inkml:trace contextRef="#ctx0" brushRef="#br0" timeOffset="6213.95">18116 10084 76 0,'0'0'84'0,"0"0"-5"0,14 12-6 15,-2-8-9-15,-1-1 4 0,8 1-11 0,3-2-4 16,7 0-2-16,2 2 0 0,5-2-8 0,1 1-2 0,15-3 3 15,3 2 0-15,0-2-4 0,3 0-3 0,3-4 4 16,6 3 6-16,26-5 1 0,-3 3 6 16,-1-1-1-16,-25 1-5 0,29 1 2 0,-3-1-3 15,-25 1-1-15,31-1 5 0,-6 4-2 0,1-3-2 0,-23 2-3 16,28-1-4-16,-3-2-1 0,-4 4-7 0,2-1 2 16,-3 4 0-16,-21-1-4 0,27 0 7 15,0-1 1-15,-31 2-3 0,32-4-2 0,-2 3 2 0,-2-5-4 16,0 5-4-16,-27-1 0 0,1-1 3 0,28 0-4 15,-26 1 3-15,-2 0-4 0,1-2-1 0,2 3 1 16,-4-1-9-16,-1 1 6 0,-5-1-7 0,-3 0 3 16,-1-1 0-16,0 3 1 0,-17-3-1 0,2 1 1 15,-4-2 3-15,4-2-2 0,-3 4 2 0,-5-6 1 16,-3 5-1-16,-6-1 1 0,-3 1 4 0,-5-1 2 16,-1 0-1-16,-2 2 3 0,1-4 0 0,-5 2 9 15,1-1-2-15,-8 1 3 0,13 1-2 0,-13-1 0 16,10-2-2-16,-10 2-3 0,0 0-4 0,9-3-2 15,-9 3-3-15,0 0 1 0,0 0-8 0,5-2-4 16,-5 2-14-16,0 0-14 0,0 0-11 0,0 0-19 16,0 0-28-16,0 0-27 0,0 0-33 0,0 0-44 15,0 0-16-15,0 0-20 0,0 0-127 0,0 0-365 16,0 0 162-16</inkml:trace>
  <inkml:trace contextRef="#ctx0" brushRef="#br0" timeOffset="6713.69">23752 10197 48 0,'-5'-6'144'0,"5"6"1"16,-4-6-4-16,4 6-1 0,-4-5 2 0,4 5-5 15,-4-5-9-15,4 5 0 0,0 0-9 0,0 0-6 16,0 0-7-16,-3-7-9 0,3 7-11 0,0 0-6 16,0 0-7-16,0 0-9 0,0 0-6 0,0 0-3 15,11-7-3-15,-11 7 1 0,16 0-8 0,-9 0-6 16,6 0 3-16,2 2-4 0,5-2-5 0,1 2-2 15,9-2-4-15,2 2-5 0,1 0 4 0,5 0-6 16,15-2 3-16,-15 2-5 0,16 0-2 0,1 0-5 16,-3-2 2-16,3-2-1 0,0 4-5 0,-17-2 3 15,15 0-1-15,-15 0 0 0,13 1-1 0,-15-1-3 16,-2 0 2-16,1 0-3 0,-7 0 0 0,0 0 1 16,-8 0-1-16,2 0 3 0,-5-1 0 0,-4 2 7 15,-2-1 1-15,-2 0 2 0,-9 0 5 0,10-1-1 16,-10 1 10-16,12 0-1 0,-12 0 7 0,0 0 0 15,10-2 1-15,-10 2-9 0,0 0-3 0,8 0-1 0,-8 0 0 16,0 0-6-16,0 0-3 0,0 0-13 16,0 0-23-16,0 0-23 0,0 0-31 0,0 0-44 15,0 0-47-15,0 0-38 0,0 0-197 0,0 0-431 16,-17-14 191-16</inkml:trace>
</inkml:ink>
</file>

<file path=ppt/ink/ink16.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1-01-25T04:25:51.687"/>
    </inkml:context>
    <inkml:brush xml:id="br0">
      <inkml:brushProperty name="width" value="0.05292" units="cm"/>
      <inkml:brushProperty name="height" value="0.05292" units="cm"/>
      <inkml:brushProperty name="color" value="#FF0000"/>
    </inkml:brush>
  </inkml:definitions>
  <inkml:trace contextRef="#ctx0" brushRef="#br0">16580 2362 16 0,'32'2'20'0,"4"-2"0"0,2-2-3 0,13 0-2 16,0-2 3-16,6 1 2 0,-3-1 1 15,4 1-5-15,3-4-1 0,3 6 1 0,0-6 1 16,3 3-3-16,23-3-1 0,-31 3 5 0,1 0-4 16,3-1-5-16,-3 0 0 0,2 3-1 0,1-5 6 15,-2 1-5-15,1 2 1 0,-2-1-3 0,0 0 6 16,0 1 6-16,-2 0-13 0,-2-1 5 0,0 4-5 15,-2-2 2-15,-1 0-3 0,-3-1 3 0,-11 1-2 16,0 0 2-16,0 2 3 0,0-1-9 0,12-1 10 16,-12 0 0-16,-1-1 1 0,1 1-4 0,0 0 7 15,-2 2-8-15,0-2 6 0,1 2-5 0,-3-1-4 16,-1 0 5-16,0 1-3 0,0 0 0 0,-2-2-2 16,3 2 2-16,-3-1 5 0,1-2-8 0,-1 4-5 15,-2-5 4-15,2 3 4 0,0 0 6 0,0-4-2 16,-1 3-4-16,-2 0-3 0,1 1 7 0,-2 0-1 15,-5 1-2-15,4-3-1 0,1 4 1 0,-9-3 6 16,4 2-13-16,-1 1 2 0,-2 1 9 0,-1-2-12 16,0 1 6-16,-2 0 0 0,-3 0-1 0,-1-1-3 15,-2 1 1-15,-2 0 2 0,-2-2-6 0,-7 2-4 16,15 0 2-16,-15 0-1 0,8 0 3 0,-8 0 7 16,0 0-9-16,10 0 9 0,-10 0-8 0,0 0-7 15,0 0-15-15,9 0-13 0,-9 0-9 0,0 0-10 16,0 0-37-16,7 4-100 0,-7-4 44 0</inkml:trace>
  <inkml:trace contextRef="#ctx0" brushRef="#br0" timeOffset="768.58">21405 2446 21 0,'0'0'78'15,"-4"-4"-20"-15,4 4 7 0,0 0-20 0,0 0 2 16,0 0-16-16,0 0 3 0,-4-6-11 0,4 6 4 15,0 0-3-15,0 0-3 0,0 0-6 0,0 0 2 16,0 0-11-16,14-6 11 0,-5 6-9 0,2-1 12 16,2-1-6-16,8 0 0 0,0 1-7 0,0-2 3 15,10 1-3-15,-1 0 2 0,1-1-3 0,1 0-5 16,0 3 0-16,5-1 8 0,1-2-7 0,12 2 1 16,0 1-2-16,-12-1-2 0,17 1 2 0,0-2 4 15,-3 2-4-15,-2-1 2 0,-9-1 0 16,10 2-5-16,-12 0 1 0,13 1-2 0,-14-1 3 15,15-1-3-15,-2 1 3 0,-13 1-4 0,2-2 6 16,11-1 0-16,-14 2 1 0,14-1-4 0,-14 1 0 0,2 0 3 16,14 0-8-16,-13-1 9 0,-1 1-3 15,14 0 5-15,-12 1-10 0,9-2 7 0,-10 1 1 16,10-2 10-16,3 4-14 0,-16-4 3 0,1 5-1 0,2-3-3 16,-2-1 4-16,-1 1 9 0,0 1-10 15,-1-1 3-15,2 0-3 0,-2 1-5 0,1-2 5 0,-2 1-4 16,-1 1 8-16,2-1-5 0,2 2 4 15,-2-1-9-15,1-1 7 0,0 2-6 0,3-2 19 16,-1 0-20-16,0 3 7 0,-1-2-5 0,2-1 1 16,-1 1 4-16,1 1 10 0,-3-1-12 0,4 1 3 15,-3-4-5-15,1 4 1 0,-2-2 1 0,1-2 6 16,-1 1-4-16,-1 1-3 0,2-3 0 0,3 3 3 16,-3-2 6-16,1-1-8 0,-2 1 1 0,2-2-2 15,-3 0-4-15,1 3 2 0,-2-2-5 0,-1 2 4 16,0-3 4-16,0 2-4 0,-1 0 1 0,-1 1 2 15,1 1 4-15,-1 0-2 0,0 0 4 0,-1 0-8 16,-2 1 6-16,1-1-6 0,-1 0 0 0,-1-1 2 16,1 0 1-16,-1-1-5 0,-7 2 3 0,1-1 2 15,6 0 3-15,-9 0-5 0,10 0 1 0,-8 0 2 16,0 0-4-16,6-1 5 0,-6 2 1 0,1-2-5 16,-2 1 3-16,10 1 8 0,-1-4-4 0,0 4-4 15,-2-3-2-15,2 2-1 0,-8 2-1 16,1-1 5-16,-2 0-9 0,1 0-9 0,-2-1 8 15,0-2-25-15,1 3-20 0,-4-2-44 0,4 0-103 0,-7 2 46 16</inkml:trace>
  <inkml:trace contextRef="#ctx0" brushRef="#br0" timeOffset="1214.33">26607 2317 48 0,'9'-3'70'16,"-9"3"-7"-16,18-5-3 0,-7 1-14 0,1 1 4 15,3 2-21-15,3-2 13 0,0 3-8 0,5-4-1 16,4 4-4-16,6 0-5 0,5 0-3 0,0-1 4 16,18 2-7-16,-1 0 0 0,1-2-4 0,0 4-1 15,3-2 3-15,-2 2-4 0,4 0-2 16,0-5-4-16,0 1 5 0,1 1-8 0,-4 3 4 16,1-5 1-16,-5 4-6 0,-4-4 4 0,-12 1-4 15,-2 1 7-15,-1 0-4 0,3-3-4 0,-6 2-4 16,2-2 5-16,0 0 20 0,-5 1-18 0,-1-2-1 0,-1 0 6 15,-6 4-4-15,0-2 3 0,-1 1-1 16,-2-1 10-16,0 1 0 0,0 1-1 0,0 0-8 16,-5-1 15-16,-2 2-13 0,1-1-7 0,1-1 6 15,-1 2-1-15,-12-1 2 0,17 1-13 0,-17-1-11 16,12-1-21-16,-6 0-14 0,-6 1-20 0,0 0-56 16,10-1-133-16,-10 1 60 0</inkml:trace>
  <inkml:trace contextRef="#ctx0" brushRef="#br0" timeOffset="2186.27">7213 3075 5 0,'-8'-2'55'0,"8"2"-11"0,0 0-5 0,0 0 1 15,0 0-8-15,0 0-1 0,0 0-1 0,0 0-8 16,0 0 0-16,0 0-2 0,0 0-5 0,0 0-4 15,0 0-3-15,0 0 4 0,0 0-13 0,0 0 7 16,0 0-8-16,-4 11-5 0,4-11-9 0,0 0 1 16,4 14 1-16,-4-14-4 0,5 12-6 0,-1-5-5 15,0 1-16-15,3 1-48 0,1-1 22 0</inkml:trace>
  <inkml:trace contextRef="#ctx0" brushRef="#br0" timeOffset="2878.61">8172 3068 5 0,'0'0'14'15,"0"0"-3"-15,4-3 3 0,-4 3 2 0,0 0-4 16,0 0 3-16,0 0-3 0,0 0-5 16,0 0 3-16,0 0 1 0,0 0 0 0,0 0-3 0,0 0 0 15,0 0-7-15,-20-3 4 0,20 3 1 0,-16 0-4 16,7 1 2-16,9-1-1 0,-17 0 6 0,5 2-2 16,0-4-3-16,1 4 1 0,-2-1 3 0,2-1-1 15,-3 0-3-15,3 3 3 0,-2-2 0 16,1 1 2-16,2-2 5 0,0 2-4 0,2-1 2 0,8-1 4 15,-11 2 0-15,11-2-2 0,-8 0 2 0,8 0 2 16,0 0-5-16,0 0-6 0,-9 1-3 0,9-1 4 16,0 0-6-16,0 0 3 0,0 0 4 0,0 0-6 15,0 0 1-15,21 13 0 0,-9-10-2 16,7-1 3-16,0 0 0 0,8-1-8 0,3 2 1 16,3-2 9-16,0-1 0 0,5 1-4 0,1 0-3 0,14-1-2 15,6 1 10-15,2-2 2 0,-2 1-9 0,8-1 6 16,23 0-7-16,-27 1-1 0,28 0-2 0,-30 0 3 15,2-2 12-15,2 0-15 0,0 1-3 0,2 0 6 16,-4-1 2-16,1-2-5 0,2 2 6 16,-4 1-8-16,1 1 2 0,-6-3 3 0,2 3-5 15,-1-5 3-15,-1 3 7 0,-2-1-3 0,-2-3-4 0,-1 0 1 16,-1 0-3-16,-13 4 9 0,-1-2 0 16,16-1-4-16,-16 0 1 0,1 1 0 0,-1 0 1 15,1-1 6-15,-2 2 2 0,1-2 14 0,16 0 7 0,-1 1-11 16,-15 3-28-16,-6-2 19 0,-11 1-1 15,0-1-3-15,-8 3 0 0,0-1-5 0,-4 1 0 16,-8 0-2-16,14 0 1 0,-8-1 3 0,-6 1-2 0,9-2 8 16,-9 2-12-16,0 0 6 0,0 0-4 15,0 0 0-15,10 0 0 0,-10 0 12 0,0 0 3 0,0 0 19 16,0 0-20-16,9 2 2 0,-9-2 2 16,0 0-5-16,0 0 0 0,0 0-3 0,0 0-2 0,0 0-7 15,0 0-15-15,0 0-10 0,0 0-18 16,0 0-8-16,0 0-15 0,0 0-38 0,0 0-110 0,4 6 49 15</inkml:trace>
  <inkml:trace contextRef="#ctx0" brushRef="#br0" timeOffset="4572.78">12923 3242 1 0,'17'1'24'0,"1"1"-4"0,4-2 5 0,5 0-5 0,2 0 2 16,-2 0-1-16,3 1 0 0,1-2 3 0,3 1-3 15,-1-2-1-15,1 2-3 0,2 0 2 0,0-1 1 16,2 2-5-16,-2-2-1 0,4 1 0 0,-1-1 0 16,10 2 0-16,-8 0 4 0,-3-2-2 0,18 2 1 15,-3-1-4-15,-14 0 9 0,1 2-7 0,15-1 2 16,-17-2 0-16,2 1-6 0,1 1 6 0,-3 0-3 16,0-1 0-16,2-1 1 0,-3 1-2 15,0 1-1-15,0 1 7 0,-2-3-8 0,1 2-1 16,0-1 6-16,1 0 4 0,2 0-7 0,-5 1-7 0,2-1 9 15,-1 0-5-15,2 2 1 0,-3-2 3 0,2 0 4 16,-3 0-4-16,3-2 3 0,-4 2-9 0,4 0 4 16,-3 0-3-16,3 0 6 0,-2 2-4 15,-2-1 2-15,1-1 4 0,-1 2-8 0,2-1 3 16,-3-2 1-16,-2-1-1 0,4 4 3 0,-1-2-3 16,1 0-5-16,2 1 4 0,-2-1-1 0,3 1 4 15,1-1 1-15,1 0-4 0,0 0-8 0,13 2 7 0,-12-2-1 16,1 0 2-16,11 0-2 0,0 1-4 0,-14 1 3 15,-1-2 3-15,2 0-2 0,-1 0 2 0,3 3-10 16,10-3 8-16,-15 1 0 0,0 2-3 16,-3-2 1-16,3-1 1 0,-1 1 0 0,-1-1-1 15,-2 0 3-15,-1 0 3 0,0 2-3 0,-4-2-2 16,3 1 1-16,-3-1-4 0,-5 0 1 0,1 0 7 16,-3 0-1-16,0-2-1 0,0 3-8 0,-6-1 3 15,2-1-4-15,-5 1 7 0,1 0 1 0,-2 0 0 16,-9 0 1-16,12-1 11 0,-12 1 4 0,11-1 5 15,-11 1 1-15,7-1-2 0,-7 1-1 0,0 0-6 16,0 0 0-16,11 0 0 0,-11 0-8 0,0 0-1 16,0 0-12-16,0 0-10 0,0 0-26 0,0 0-18 15,0 0-27-15,7 1-26 0,-7-1-14 0,0 0-75 16,0 0-209-16,5 4 93 0</inkml:trace>
  <inkml:trace contextRef="#ctx0" brushRef="#br0" timeOffset="5295.99">19278 3104 24 0,'0'0'33'0,"0"0"0"16,0 0-2-16,0 0-6 0,0 0 0 0,0 0-8 16,0 0 3-16,0 0 8 0,0 0-5 0,0 0 5 15,27 1 0-15,-12-1-6 0,15-1 1 0,-1 0 0 16,8-1 2-16,15-1-1 0,6-1-5 0,3 1 3 16,6-3 0-16,27 3-1 0,-27 0-11 0,25 1 4 15,-1 3 0-15,-29-2-2 0,3 2 0 0,26-2 4 16,-28 2-5-16,4-1 6 0,25 1-2 0,-29 2-2 15,-1-1-4-15,1-1 0 0,-2-1 2 16,0 0 2-16,-4-1-2 0,-2 1 1 0,-5 0-1 16,-13 0 5-16,1 0-1 0,1-2 3 0,-9 2 6 15,3-3 10-15,-6 3-9 0,-7-1 11 0,-3-2-1 0,-5 2 1 16,1-1 6-16,-6 2 4 0,0-2 4 0,1 0 5 16,-8 2 0-16,11-3 4 0,-11 3-11 15,9-4 6-15,-7 0-11 0,-2 4 1 0,6-5-10 16,-6 5-5-16,2-8-3 0,-2 8 2 0,2-7-8 15,-2 7-1-15,1-7 5 0,-1 7-10 0,0 0 8 16,0 0-24-16,0 0-22 0,0 0-25 0,0 0-33 16,0 0-39-16,0 0-113 0,0 0-252 0,0 0 111 0</inkml:trace>
  <inkml:trace contextRef="#ctx0" brushRef="#br0" timeOffset="5829.98">23014 3005 7 0,'0'0'67'15,"0"0"-6"-15,0 0-6 0,15-3-9 0,-7 3-3 16,-8 0-4-16,21-2 4 0,-7 2-14 0,4 0 3 16,1 0-7-16,10 0 1 0,-1-2-5 0,4 4-3 15,3-1 2-15,4 1-6 0,-1 0 1 0,16 0-5 16,-3-3-9-16,0 2 11 0,0 2-5 0,-11 1 2 15,-2-1 8-15,14 0-14 0,-13-2 2 0,-1 3 1 16,2-2-4-16,-2-4 3 0,-1 4-4 0,0-2 10 16,0 3-10-16,-1-3 4 0,-3 0-5 0,0 0 2 15,-3 0 1-15,-2-2 7 0,-7 2-4 0,1 0-8 16,-2-1 16-16,-2 1-5 0,-1 0 6 0,-2-2-2 16,-3 1 7-16,-2 1-6 0,1-1 12 0,-2-1-1 15,1 1-2-15,-10 1 1 0,16-1-1 0,-9-1-9 16,-7 2 8-16,13-2-3 0,-13 2 7 0,11-1 0 15,-11 1-10-15,8-3 4 0,-8 3 4 0,9-3-5 16,-9 3-8-16,6-3-1 0,-6 3 3 0,8-3-4 16,-8 3 14-16,0 0-13 0,7-4-24 0,-7 4-9 15,0 0-11-15,7-4-9 0,-7 4-23 0,8 0-6 16,-8 0-77-16,13-2-161 0,-1 2 72 0</inkml:trace>
  <inkml:trace contextRef="#ctx0" brushRef="#br0" timeOffset="6485.87">26486 2948 87 0,'0'0'87'0,"18"-6"-2"15,-18 6-12-15,0 0-3 0,13-1-10 16,-13 1-10-16,0 0-2 0,13 0-4 0,-13 0-7 16,14 1-1-16,-14-1-8 0,23-1 1 0,-12 1 10 15,7 0-16-15,0 0-4 0,2 1 1 0,3-2-4 16,1 3 0-16,7-2 6 0,-2 3-16 0,1-3 2 16,1 1-6-16,1 0 5 0,1 1 6 0,2 1-4 15,1-3 0-15,-3 0-4 0,-1 3-4 0,3 0 9 16,-3-3-5-16,2 1-5 0,-3 1-2 0,0-2 6 15,0 2-4-15,-1-1 7 0,-3-1-6 0,0 1-1 16,-8-1 4-16,9-1-1 0,-1 1 3 0,-6-1-10 16,1 1 5-16,-2 0 6 0,2 0-6 0,-3-2 19 15,1 2-13-15,0 0-7 0,0 2 3 0,-2-1 3 16,0-1-6-16,-5 1 3 0,-1-1-1 0,-1 0-1 16,-11 0-3-16,18-1 6 0,-18 1-5 0,15 0 6 15,-15 0-3-15,11 2 9 0,-11-2 2 0,0 0 6 16,13-2 7-16,-13 2-6 0,10 2 9 0,-10-2-20 15,0 0 7-15,0 0-1 0,19-2-5 0,-19 2 1 16,10 1-6-16,-10-1 9 0,0 0-10 0,0 0 2 16,0 0 1-16,0 0-2 0,14-1 4 0,-14 1 2 15,0 0-4-15,0 0-3 0,0 0 3 16,0 0 0-16,0 0-5 0,11-3 3 0,-11 3-6 16,0 0 0-16,0 0-16 0,0 0-7 0,0 0-26 0,7-3-17 15,-7 3-23-15,0 0-88 0,0 0-192 0,0 0 86 16</inkml:trace>
  <inkml:trace contextRef="#ctx0" brushRef="#br0" timeOffset="8169.65">6600 3798 15 0,'30'2'20'0,"-2"2"-2"0,3-2-3 16,-1-2-3-16,2 3 6 0,3-3-4 0,4 1-3 16,1 0 2-16,14-1-4 0,-2-2-2 0,0-2 4 15,5 0 0-15,-4 3-2 0,2-4-1 0,3 2 0 16,-1-2-2-16,5 3 0 0,-1-5 2 0,0 4-3 15,3-6 0-15,0 6 2 0,0-3-3 16,-1-1 5-16,1-1-11 0,-2 3 13 0,2 0-8 0,-1-4-3 16,-2 6 0-16,2-3 4 0,-6 2-4 0,7-1-3 15,-6-2 0-15,2 2 5 0,-3-1 1 0,2 4-2 16,-2-4-1-16,0 0 4 0,-2-1 3 0,-4 4-10 16,-12-3 6-16,1 2 0 0,-2 0 2 15,2 1-1-15,-2-1 1 0,-2 0 0 0,-1 2-2 0,-2-1 0 16,-4 0-2-16,-7 1 4 0,-2 1-7 0,1 2-3 15,-8-2 7-15,1 1 4 0,-1 1-2 0,-1-2 0 16,-2 2-5-16,3-1 0 0,-6 2 3 0,3-4-1 16,-2 4 5-16,-8-2-9 0,11-2 5 0,-11 2-1 15,8 2 2-15,-8-2 4 0,0 0 5 0,9 2 6 16,-9-2-1-16,0 0 11 0,0 0-6 0,0 0-3 16,7 0 1-16,-7 0 12 0,0 0-10 0,0 0 1 15,0 0 0-15,0 0-8 0,0 0 5 0,0 0-2 16,7 4-13-16,-7-4 10 0,0 0-11 0,0 0-9 15,0 0-10-15,0 0-9 0,0 0-1 0,0 0-7 16,0 0 4-16,0 0-4 0,-2 10-10 0,2-10-2 16,0 9-23-16,0-9-74 0,0 0 33 0</inkml:trace>
  <inkml:trace contextRef="#ctx0" brushRef="#br0" timeOffset="9276">27081 12568 14 0,'-7'1'50'0,"-1"1"-10"15,-1 0-16-15,-1 1-15 0,1 1-17 0,1 2-14 16,-2-2-24-16,1 0 12 0</inkml:trace>
  <inkml:trace contextRef="#ctx0" brushRef="#br0" timeOffset="18895.91">16390 10639 5 0,'0'0'23'0,"-12"0"-1"16,12 0 0-16,0 0-2 0,0 0-5 0,0 0 4 0,-11-3-2 16,11 3-2-16,0 0 1 0,-5-4-1 0,5 4-1 15,0 0 2-15,-6-8-2 0,6 8-4 0,0 0 3 16,-2-6-1-16,2 6-6 0,0 0-1 0,-4-6 6 16,4 6-5-16,0 0 2 0,0 0-2 0,0 0 2 15,1-12-3-15,-1 12-5 0,5-7 2 0,-5 7 0 16,7-8-5-16,-3 4 8 0,-4 4-1 0,8-7 1 15,-2 2-2-15,-2 1 0 0,1-1-4 0,-5 5 5 16,9-8-2-16,-3 3 3 0,3-1 3 0,0 1 3 16,2 1-8-16,5-4 4 0,-1 1 0 0,2 0 0 15,0 0 1-15,3 1-10 0,7-4 10 0,-7 3-4 16,8 0 1-16,-6 1-1 0,-2 1 0 0,1 1-7 16,8-2 6-16,-10 4-1 0,3-1 4 0,6 2-8 15,-8-1 6-15,7 2 0 0,-6 0 0 0,6 0-3 16,-7 0 1-16,1 0-4 0,7-2 2 0,-7 4-1 15,1-2 5-15,0 0-6 0,0 1 4 0,-1-1-2 16,2 1-1-16,-2 0 1 0,2 1 1 0,4 0 2 16,-6-1-4-16,7 3 1 0,-1-2-2 0,2-1 9 15,-1 2-11-15,-2-1 6 0,3 1-4 0,-1 1 0 16,-2 0 4-16,-3-1-4 0,4 1-4 0,0 1 11 16,1 0 1-16,0-1-5 0,2 0-5 0,-1 1 1 15,1 1 2-15,-1 0 2 0,2 0 5 0,1-1 0 16,2 0-3-16,-1 3-5 0,2 0 4 0,-1-3 5 15,1 1-4-15,-2-1-1 0,0 1-6 0,0 1 4 16,-1 2 5-16,-1-1-3 0,0 1 1 0,-1-1-2 16,0 0 3-16,-2 3 3 0,0 0-2 0,-4-3-2 15,2 4 1-15,-2 1-1 0,2-2 3 0,-10 0-4 16,4 0 3-16,1 3-5 0,-4 0 6 0,5 0-6 0,-6-1-3 16,3 4 6-16,0 3 6 0,0 1-4 15,0 1 6-15,2 2 0 0,-1-1-2 0,1 2 1 0,2 1-4 16,0 4 0-16,0-2 3 0,11 9-8 0,-13-10 7 15,0 1 0-15,-2 3-3 0,-3-1-10 16,-3 3 5-16,-1 0-10 0,-5 0 2 0,-1 14 5 0,-8-12 4 16,1 10-6-16,-2 3-1 0,-3-3 9 0,0-9-9 15,-2 7 12-15,3-7-7 0,0 0 6 0,-2 10-11 16,1-10 6-16,1 10 0 0,0 0-1 0,-4 1-9 16,-1-1 7-16,2 1 5 0,-4 2 6 15,-3-1-5-15,-4 4-6 0,1-1 9 0,0 4 2 0,-2-1-1 16,-2 1 8-16,-1-2-9 0,1 1 0 0,0-2 4 15,2 0-8-15,2 1-1 0,-1-3 0 0,0 0 2 16,3-2-3-16,1-2 3 0,-1-1-4 0,-2 1-3 16,1-1 2-16,2-2-2 0,-2 3-3 0,1 1-4 15,-3-4 1-15,2 2 1 0,-4-2-11 0,-3 0 1 16,0 2-4-16,-2-3 2 0,-3 0-3 0,-2 0-12 16,-1-4 4-16,-1-1 0 0,5-11 1 0,-7 9 5 15,-7-5 4-15,3-2 2 0,7-6 14 0,0 0 5 16,0-5 10-16,2 1-1 0,2-4-7 0,5-1 9 15,3-6-14-15,1 2-6 0,3-3-42 0,0-2-56 16,-1-1 25-16</inkml:trace>
  <inkml:trace contextRef="#ctx0" brushRef="#br0" timeOffset="19297.91">17648 13050 61 0,'-1'-11'102'0,"1"11"-6"0,0 0 9 0,0 0-14 0,0 0-7 15,0 0 3-15,0 0-11 0,0 0-4 0,-5 32-10 16,4-19-5-16,-1 1-4 0,0 5-3 0,-1 0-5 15,1 4-2-15,-2-3-4 0,2-1 0 0,-2 7 0 16,-1 0-2-16,2 1 2 0,-1 0-4 0,-1-1-7 16,-1 1 2-16,-2-2 0 0,2 1 5 0,-2-1-3 15,0 0-4-15,1 0-3 0,0-7-5 0,1 2-3 16,2-2 0-16,0 0-1 0,-1-2-2 0,4 1-5 16,0-2 1-16,1-2 0 0,2-4-5 0,2 4 2 15,0-3-1-15,2 0 0 0,0-1 3 0,5 1-6 16,4-2 4-16,0 2-2 0,2-2 2 0,2 1-5 15,8 2 0-15,2-2-9 0,2-4-3 0,1 0-13 16,6 0-23-16,2-1-12 0,12-2-20 0,1 2-27 16,-1 3-22-16,0-1-80 0,-13-5-224 0,-1 2 101 15</inkml:trace>
  <inkml:trace contextRef="#ctx0" brushRef="#br0" timeOffset="43354.74">21122 12195 14 0,'0'0'22'0,"0"0"-28"15,-13-1-7-15,13 1 3 0</inkml:trace>
  <inkml:trace contextRef="#ctx0" brushRef="#br0" timeOffset="51161.38">24278 12465 47 0,'0'0'62'0,"0"0"-7"0,0 0-12 15,0 0-18-15,0 0-2 0,0 0-18 0,0 0-9 16,0 0-16-16,0 0-20 0,0 0-42 0,0 0 18 16</inkml:trace>
  <inkml:trace contextRef="#ctx0" brushRef="#br0" timeOffset="82796.55">9154 12786 30 0,'-26'3'46'0,"26"-3"-6"0,-22-2-4 15,22 2-4-15,0 0-8 0,-21-2-12 0,21 2 2 16,0 0 1-16,-21-3-8 0,21 3-3 0,0 0-5 16,-19-1-10-16,19 1-31 0,0 0-45 0,-23-8 20 15</inkml:trace>
  <inkml:trace contextRef="#ctx0" brushRef="#br0" timeOffset="83143.75">9498 13957 5 0,'1'-27'42'16,"6"-2"-12"-16,-1-1-3 0,4 0-4 0,-1-2-13 15,4 2 2-15,-2 0 2 0,4 3-3 0,2 0 6 16,1-2-4-16,-1 0-13 0,3-1 12 0,0 2-26 15,0-2 1-15,0-1 1 0,8-8-18 0,-5 9-32 0,8-8 15 16</inkml:trace>
  <inkml:trace contextRef="#ctx0" brushRef="#br0" timeOffset="88957.98">11669 13404 1 0,'0'0'24'0,"0"0"4"0,0 0 1 0,0 0-2 16,8 21-1-16,-8-21 0 0,4 9-5 15,-1-6 2-15,2 3-5 0,-5-6 1 0,5 8-2 16,-1-4 1-16,-4-4-3 0,4 4 6 0,-4-4 5 15,5 4 4-15,-5-4 11 0,0 0-3 0,0 0 3 16,7 3-3-16,-7-3-5 0,0 0-9 0,9-16 5 0,-2 3-1 16,1-6-8-16,6-4 2 0,3-3-3 15,-1-2 5-15,2-2-3 0,9-10-14 0,0-1-7 16,0 5-20-16,3-3-19 0,-5 11-78 0,0 2-125 16,8-10 57-16</inkml:trace>
  <inkml:trace contextRef="#ctx0" brushRef="#br0" timeOffset="89387.72">11507 14833 43 0,'0'0'50'0,"0"0"-3"0,0 0-6 16,0 0 0-16,6 4-4 0,-6-4 1 15,0 0-2-15,9 0-8 0,-9 0 3 0,22-15-6 16,-4-3 3-16,9-7-18 0,20-14-22 0,19-24-23 15,6-2-33-15,0-4-74 0,4-5 32 0</inkml:trace>
  <inkml:trace contextRef="#ctx0" brushRef="#br0" timeOffset="105879.26">15659 11894 19 0,'-3'-7'66'0,"3"7"-10"15,0 0-2-15,0 0-15 0,0 0-15 0,0 0-10 16,0 0-19-16,0 0-20 0,0 0-16 0,0 0-43 0,0 0 19 15</inkml:trace>
  <inkml:trace contextRef="#ctx0" brushRef="#br0" timeOffset="140110.65">8000 14962 39 0,'0'0'40'16,"0"0"-4"-16,0 0-6 0,0 0-4 0,0 0-4 16,0 0-3-16,0 0-1 0,0 0 0 0,0 0-6 15,0 0 3-15,0 0-2 0,0 0-4 0,0 0 2 16,0 0-6-16,0 0 2 0,0 0-2 0,0 0 3 15,0 0-2-15,0 0-1 0,0 0-3 0,0 0 3 16,0 0-3-16,0 0 4 0,0 0-5 0,0 0-3 16,0 0 9-16,0 0-9 0,0 0 5 0,0 0-1 15,0 0 1-15,0 0-3 0,0 0 3 0,0 0 4 16,0 0-8-16,0 0 3 0,0 0-4 0,0 0 4 16,0 0-1-16,0 0 1 0,0 0 1 0,0 0 3 15,0 0 0-15,0 0 1 0,0 0 1 0,0 0 0 16,0 0-4-16,0 0 11 0,0 0-9 0,0 0 2 0,0 0 1 15,0 0-1-15,0 0 0 0,0 0-3 16,0 0 6-16,0 0-9 0,0 0 5 0,0 0 2 16,0 0-3-16,0 0-1 0,0 0 4 0,0 0-5 15,0 0-1-15,0 0-2 0,0 0-3 0,0 0 10 16,0 0-7-16,0 0 3 0,0 0 1 0,0 0-1 16,0 0-1-16,0 0-4 0,0 0 1 0,0 0 4 15,0 0 1-15,0 0-8 0,0 0 4 0,0 0 2 16,0 0-2-16,0 0 5 0,0 0 0 0,0 0-5 15,0 0-3-15,0 0 2 0,0 0 0 0,0 0 1 0,0 0-3 16,0 0 2-16,0 0 5 0,0 0 9 0,0 0-19 16,0 0 3-16,0 0 0 0,0 0 0 15,0 0 6-15,0 0-7 0,0 0 3 0,0 0 0 16,0 0 6-16,0 0 1 0,0 0-3 0,0 0-5 16,0 0-5-16,0 0 5 0,0 0-3 0,0 0 2 0,0 0 0 15,0 0 2-15,0 0 2 0,0 0-2 0,0 0 0 16,0 0 2-16,0 0 3 0,0 0 8 15,0 0-2-15,0 0-4 0,0 0 1 0,0 0 2 16,0 0-1-16,0 0 1 0,0 0-7 0,0 0 2 16,0 0-1-16,0 0 2 0,0 0-5 0,0 0 6 0,0 0-4 15,0 0-6-15,0 0 9 0,0 0-5 0,0 0 8 16,0 0-13-16,0 0 5 0,0 0-18 0,0 0-1 16,0 0-5-16,0 0-12 0,0 0-11 15,0 0-9-15,-19 11-32 0,12-1-94 0,1-2 43 16</inkml:trace>
  <inkml:trace contextRef="#ctx0" brushRef="#br0" timeOffset="142462.97">9306 15008 1 0,'0'0'9'0,"0"0"-3"0,0 0-4 0,0 0-5 16,-13-4-4-16,13 4 2 0</inkml:trace>
  <inkml:trace contextRef="#ctx0" brushRef="#br0" timeOffset="163533.91">28035 7114 16 0,'-7'-2'90'15,"7"2"16"-15,0 0-18 0,0 0 0 0,0 0-9 0,-6-3-3 16,6 3-4-16,0 0-12 0,-8-3-10 0,8 3 4 16,0 0 12-16,-17 0-8 0,11 0-2 15,6 0 1-15,-16 0-6 0,5 0-6 0,5 0 0 16,6 0 3-16,-15 0-4 0,8 0-6 0,7 0-4 0,-13 0-5 16,4 0 1-16,9 0-2 0,-15 2-3 0,6-1-4 15,2-1 7-15,-3 1-4 0,2 0 7 0,8-1-9 16,-18 1 4-16,11 0-3 0,7-1 0 0,-16 1-1 15,11 0 5-15,5-1 1 0,-13 3-5 0,13-3-3 16,-12 1 5-16,6 1 1 0,6-2-1 0,0 0-2 16,-10 0-1-16,10 0-9 0,0 0 5 0,0 0 3 15,-9 1-8-15,9-1 6 0,0 0-7 0,0 0-4 16,0 0 7-16,0 0-10 0,0 0 0 0,0 0 3 16,0 0-1-16,0 0-2 0,0 0 7 0,0 0 0 15,0 0 0-15,23 9 1 0,-13-9 2 0,-1 0-1 16,4 0-2-16,1 1-4 0,-1-2 12 0,6 2-5 15,-1 1-1-15,-1-1 3 0,4 0 4 0,-4-1-6 16,12 0 3-16,-6 0-1 0,-2 2-1 0,0-2 1 16,0 2-4-16,0-2 0 0,0 0 0 0,0 1 0 15,1-1-3-15,6 0 3 0,1-1-1 0,2 1 9 16,1-2-5-16,0 2 2 0,3 0-2 0,-1-2-1 16,1 1-2-16,-2 0 3 0,3-1 0 0,-3 1-1 15,3 1-6-15,-2 0 3 0,-3 0-2 0,5-2 2 16,-7 0-4-16,6 2 4 0,0-2-1 0,-4 0-1 15,0 1-3-15,1-2 3 0,-3 2-4 0,0-2 3 16,0 2-2-16,-6 0 3 0,-3 0-9 0,3-1 7 16,4 2-2-16,-5-1-6 0,6 0 4 0,-8-1 1 15,10-1-6-15,-9 2 4 0,2-1-2 0,5 1 2 16,-7-2-1-16,2 0 1 0,4 3-4 0,-4-1 6 16,5-3 12-16,-8 2 2 0,2 0-5 0,-2-4 0 15,1 6 1-15,1-3-3 0,-1 1 1 0,0-1-3 16,1 2-2-16,-1 0 4 0,0-2-3 0,-2 2 0 15,3 0 1-15,-3-2 0 0,1 2-1 0,-2-1 1 0,-1 1 2 16,-3 2 0-16,0-2-2 0,-1 1 4 0,-1-2-1 16,1 1 0-16,-1 1 1 0,-5 0 0 15,1-2 9-15,-8 2 1 0,14-4-5 0,-8 4 5 16,-6 0 3-16,9 2 0 0,-9-2-4 0,0 0 1 0,0 0 2 16,12-2-4-16,-12 2-2 0,0 0-1 15,0 0-5-15,0 0 4 0,0 0-5 0,9 2-7 0,-9-2 2 16,0 0-14-16,0 0-13 0,0 0-19 15,0 0-24-15,0 0-32 0,0 0-24 0,0 0-37 0,0 0-47 16,0 0-59-16,0 0-135 0,-21 8-427 0,21-8 190 16</inkml:trace>
  <inkml:trace contextRef="#ctx0" brushRef="#br0" timeOffset="164578.59">29829 6457 124 0,'0'0'132'0,"-5"-10"-3"0,4 4 1 15,1 6-1-15,-3-10-2 0,3 10-6 0,-3-12-5 16,2 7-7-16,1 5-2 0,0 0-2 0,-3-12-9 16,3 12-11-16,0 0-6 0,-2-6-9 0,2 6-8 15,0 0-7-15,0 0-9 0,0 0-5 0,0 0-5 16,0 0-2-16,0 0 1 0,0 0-2 0,0 0 2 15,0 0 0-15,-8 27 1 0,8-15 10 0,-2 4-5 16,2 0 0-16,-2 0-1 0,0 1-5 0,-2 2 4 16,3 0-1-16,-2 0-4 0,3 0 1 0,-1 0-4 15,-2 5 10-15,2-6-3 0,-1 2-1 0,2 0 0 16,-2 0 2-16,4 5-1 0,-4-5-3 0,2 6-3 16,-1-1-4-16,1 2 3 0,0 0-2 0,-4 0 0 15,5 0 1-15,-1-1-8 0,0 2 5 0,2 0-3 16,-2-1-6-16,0-3 1 0,0-1-1 0,0 3-4 15,0-1 1-15,1-2-4 0,-1-4 2 0,-1 0-3 16,3 5 6-16,-3-5-7 0,1 1 3 0,0-1-4 16,0-2 2-16,-1 2 0 0,1-2 0 0,1 1 0 15,-1 1 3-15,0-2-4 0,-1-1-1 0,2 3 4 16,-1-1-1-16,1 2 1 0,-2-2 3 0,-2 0 2 16,3 0 2-16,0-2-2 0,0 1 1 0,0 0-3 15,-1-1-5-15,0 1 0 0,2 2 5 0,-2-3-2 16,-2 1-2-16,1-1-3 0,-2 3 4 0,3-2-4 15,-1-1 3-15,-1 2-2 0,1-2-1 0,0 2-4 16,-1-2 1-16,2-3 3 0,0-1 2 0,-3 6-2 16,2 1-6-16,1-2 3 0,-1 2 1 0,0-2 3 15,1 2-1-15,0-3-2 0,-4 3 2 0,4-2 0 16,2-1 4-16,-4 0-4 0,5 3 6 0,-4-3-7 16,1-1 6-16,2-1-1 0,-1 0-3 0,-2 1-1 15,2-3 2-15,0-1-6 0,0 0 6 0,0 1-4 0,-2-3 0 16,4 1 2-16,0-1-2 0,-2-2-1 15,2 0 0-15,-2-7 5 0,1 13-6 0,-1-13-4 16,0 10-4-16,1-5-13 0,-1-5-6 0,0 8-14 16,0-8-11-16,0 0-17 0,0 0-15 0,0 0-13 15,0 0-34-15,0 0-34 0,0 0-42 0,-9 5-54 16,9-5-180-16,0 0-472 0,-9-19 209 0</inkml:trace>
  <inkml:trace contextRef="#ctx0" brushRef="#br0" timeOffset="165319.4">29808 7554 115 0,'0'0'143'0,"0"0"-9"0,0 0-1 0,0 0-12 16,0 0-10-16,0 0-10 0,0 0-10 0,0 0-7 16,0 0-2-16,0 0-4 0,13-7-4 0,-13 7 2 15,17 0-3-15,-6 0-7 0,1 1 3 0,2-2-4 16,4 2-1-16,0 0 0 0,3 0 2 0,7 3 0 16,0-1-3-16,3-3-2 0,2 4-5 0,1-1-1 15,0 1-4-15,-1 0-2 0,3 0-2 0,-1-2-8 16,2 1-2-16,-4-1-1 0,0 2-5 0,-2-1-2 15,-1-1-5-15,0 2 0 0,-2-1-2 0,-2-2 0 16,-5 2-5-16,2-3-2 0,-1 4 1 0,4-1-4 16,2-3 3-16,-6 0-2 0,4 1 0 0,-4-2-3 15,-3 0-1-15,2-1 0 0,-2 2-5 0,-1 0 4 16,0 0 0-16,-6-1-3 0,4 2 5 0,-2-1 1 16,-1-1 2-16,1 1 2 0,-3 0 1 0,2 0-2 0,-3 1 5 15,2-2-4-15,-3 1 0 0,-9 0-1 16,12 0-2-16,-12 0 1 0,9 0-1 0,-9 0-3 15,0 0 1-15,12 0-1 0,-12 0-2 0,0 0 6 16,0 0-3-16,0 0-2 0,8 1 1 0,-8-1 2 16,0 0 1-16,0 0 5 0,0 0-3 0,0 0 0 15,0 0-1-15,0 0 2 0,-21 18-3 0,15-12 2 16,-5-2-1-16,0 1 2 0,-1 4-1 0,0-1 1 16,-2 2-2-16,-1 1 5 0,0 1-4 0,1-2 0 15,-1 2-1-15,-6 5 1 0,6-5-4 0,0 1 2 0,-1 1-2 16,1-1 2-16,0-2-5 0,-1 0 2 15,1 2 0-15,3-4-4 0,-1 3 0 0,0-3 1 16,2 0-3-16,3 0-4 0,-1 0 2 0,0-3-13 16,1 1-19-16,3 0-9 0,-3-3-35 0,2 1-37 15,1-1-29-15,-2 1-40 0,2-2-30 0,5-3-203 16,-9 5-448-16,9-5 199 0</inkml:trace>
  <inkml:trace contextRef="#ctx0" brushRef="#br0" timeOffset="165620.13">30855 7564 19 0,'1'-9'213'0,"-2"1"-6"0,-3-1 2 15,0-1-7-15,-1 0-1 0,2 1-14 0,-5-3-11 16,1 3-5-16,0-2-8 0,-2 1-10 0,-3 0-6 16,-1-3-14-16,2 4-3 0,-1-2-12 0,-3 2-16 0,2-1-6 15,3 2-7-15,0 2-7 0,0-2-11 16,2 2-5-16,-1 0-6 0,0 0-11 0,3 2-7 16,2-2-17-16,-1 3-18 0,5 3-27 0,-9-7-28 15,5 1-46-15,4 6-59 0,-5-10-45 0,4 6-57 16,1 4-137-16,-2-14-425 0,2 5 189 0</inkml:trace>
  <inkml:trace contextRef="#ctx0" brushRef="#br0" timeOffset="166518.37">29833 6728 90 0,'0'0'93'0,"0"0"4"15,0 0-19-15,0 0 0 0,0 0-13 0,0 0 7 0,0 0-18 16,0 0 9-16,0 0-15 0,0 0 8 0,0 0 3 16,0 0 3-16,0 0-6 0,0 0 4 15,0 0 5-15,0 0 15 0,-9 0-18 0,9 0 7 0,0 0 0 16,0 0-2-16,0 0-1 0,0 0 4 0,0 0 1 16,0 0-10-16,0 0-7 0,0 0 2 0,0 0-3 15,0 0-3-15,0 0-4 0,0 0 0 0,0 0-3 16,0 0-3-16,0 0-2 0,0 0-7 15,0 0-1-15,0 0-2 0,0 0 15 0,14-15 5 0,-14 15-1 16,6-11-2-16,-1 5-5 0,2-3-3 0,3-2-5 16,3-5-5-16,-1 2 0 0,8-7-5 0,1 1-2 15,1-1-2-15,-1 0-14 0,2-1-2 16,-1 0 1-16,0 0-2 0,0 3 6 0,1-2-1 0,-3 1-3 16,0 1 2-16,1 0 1 0,-2 0 2 0,1-1 1 15,-4 0 0-15,2-1 7 0,-1 2-5 0,-2-2-2 16,6-3 5-16,-4 5 3 0,0-4 3 0,-3 9 2 15,-2-2 1-15,-1 2 6 0,1 2 6 0,-2-3 2 16,-4 7 12-16,1-1-6 0,-2 3-3 0,1 0 2 16,-2 1-5-16,0-1-2 0,-4 6 3 0,5-6-4 15,-5 6 2-15,4-5-7 0,-4 5 1 0,0 0 3 16,5-8-7-16,-5 8-1 0,0 0-6 0,1-6-3 16,-1 6-2-16,0 0-6 0,0 0-10 0,0 0-11 15,0 0-11-15,0 0-12 0,5-4-21 0,-5 4-24 16,0 0-26-16,0 0-29 0,0 0-29 0,0 0-36 15,0 0-32-15,0 0-172 0,0 0-438 0,0 0 193 16</inkml:trace>
  <inkml:trace contextRef="#ctx0" brushRef="#br0" timeOffset="167380.44">30247 4885 111 0,'-3'-8'152'0,"3"8"-10"16,-1-9-13-16,1 9-2 0,0 0-7 0,-3-8-2 16,3 8-12-16,0 0-7 0,0 0-9 0,-2-7-8 15,2 7-10-15,0 0-10 0,0 0-7 0,0 0-9 16,0 0-6-16,0 0-3 0,0 0 1 0,0 0-10 16,0 0-11-16,0 0 4 0,0 0-3 0,1 26 3 15,0-14 2-15,-1 3-4 0,3 0 0 0,-2 4-1 16,-1 0 2-16,1-1 0 0,1 7 6 0,-1 0 1 15,-1-1-1-15,0-3-3 0,0-2 4 0,0 7-5 16,0-7 0-16,0 8 2 0,1-4-2 0,-1 4-2 16,3-2-1-16,-3-6 1 0,1 6 0 0,-1 3 0 15,3-4-3-15,-2 2 1 0,3 0-2 0,-3-3-3 16,3-3 1-16,0-2 1 0,-3 1-4 0,3 0 0 16,-2 0 3-16,1-2 5 0,-2 0 2 0,3 1 1 15,-3-1-3-15,3 1-3 0,-3-3 5 0,1 2-4 16,-1 0 0-16,-1-6-3 0,1 5 3 0,-1 0-5 15,1-6 4-15,1 4 0 0,-2-3-3 0,0-1-2 16,0 1 3-16,1 0 0 0,-2 0 0 0,1-2-8 16,0 1 5-16,0-1-4 0,0 1 6 0,1-3-4 15,-1 2 0-15,0-3-4 0,0-6 8 0,0 12-10 16,0-12 4-16,-1 12-2 0,1-12 2 0,0 11-2 16,0-11 0-16,1 11 0 0,-1-11 1 0,0 8-4 15,3-4-12-15,-3-4-22 0,0 9-26 0,0-9-31 16,0 0-46-16,-6 12-42 0,3-7-192 0,3-5-398 15,-13 5 177-15</inkml:trace>
  <inkml:trace contextRef="#ctx0" brushRef="#br0" timeOffset="168199.16">30405 5593 138 0,'0'0'145'0,"0"0"-19"0,0 0-12 0,0 0-13 15,0 0-6-15,0 0-15 0,0 0-1 0,0 0-11 16,0 0-8-16,0 0-11 0,0 0-15 0,0 0-14 0,0 0-14 15,0 0-13-15,-19 3-6 0,19-3-4 16,0 0-3-16,-11 6-1 0,11-6-9 0,-7 5 0 16,7-5-7-16,-6 5-9 0,6-5 0 0,-5 6 1 15,5-6-4-15,-7 6-1 0,7-6-4 0,-5 7 3 16,5-7 3-16,-4 5 2 0,4-5 5 0,0 0 7 16,-2 7-4-16,2-7 11 0,0 0 5 0,-4 5 7 15,4-5 7-15,0 0 11 0,0 0 8 0,0 0 9 16,0 0 2-16,0 0-1 0,0 0 4 0,-7 3 0 15,7-3 18-15,0 0 6 0,0 0 8 0,0 0 1 16,0 0 3-16,0 0 10 0,0 0-9 0,0 0 5 0,0 0 0 16,0 0 3-16,0 0 1 0,0 0-6 15,0 0 0-15,0 0-9 0,0 0-2 0,0 0-11 16,0 0-2-16,0 0-7 0,0 0-6 0,-10 2-1 16,10-2-2-16,0 0-1 0,4 14 1 0,-3-5 10 15,1 1 3-15,0 0-1 0,1 3 2 0,-1 2 3 16,0 2-5-16,-1-2 2 0,0 2 2 0,0-1 0 15,1 3 1-15,-4-2 3 0,2 1-1 0,0 3 3 16,0-2-5-16,-1 0-3 0,2 0-4 0,-1-3-4 16,-1 1-1-16,0 1-3 0,1-6-3 0,1 6 0 15,-1-7-1-15,-1 4-2 0,2-4 3 0,-1-1-5 0,1 1 3 16,2-1-7-16,-3 2 6 0,0-3 3 16,1-3-3-16,-1 5 1 0,0-1 0 0,0-4-4 15,0-6 1-15,2 13 1 0,-2-8-4 0,0-5-3 16,1 10 4-16,-1-10-3 0,1 7-1 0,-1-7-1 15,0 0 0-15,3 10-4 0,-3-10 3 0,0 0 0 0,0 6 0 16,0-6-2-16,0 0 3 0,0 0-13 16,0 0-8-16,0 0-12 0,0 0-22 0,0 0-25 15,0 0-33-15,0 0-35 0,0 0-41 0,0 0-45 16,0 0-122-16,-20-18-372 0,15 11 165 0</inkml:trace>
  <inkml:trace contextRef="#ctx0" brushRef="#br0" timeOffset="170552.99">30272 4838 16 0,'0'0'61'15,"0"0"-7"-15,-1-7 3 0,1 7 7 0,0 0-19 16,-5-4 14-16,5 4 1 0,0 0-9 0,-4-7 12 16,4 7 3-16,0 0-6 0,0 0-9 0,0 0 1 15,-6-7-11-15,6 7 7 0,0 0-15 0,0 0 17 16,-4-5-4-16,4 5 2 0,0 0 5 0,-4-6 2 15,4 6-4-15,0 0 3 0,0 0-1 0,-6-4-2 16,6 4-2-16,0 0-7 0,0 0-3 0,0 0 6 16,-6-6-9-16,6 6-10 0,0 0 2 0,-2-6-4 15,2 6 0-15,0 0-1 0,-9-5-9 0,9 5 5 16,-8-3 4-16,3-2-9 0,5 5 6 0,-11-6-2 16,1 4-1-16,1-2 1 0,0 0 2 0,-2-2 11 15,2 3 3-15,2 1 2 0,-1-2 4 0,1 2 2 16,7 2 0-16,-11-6 4 0,11 6-1 0,-8-6-4 15,8 6 3-15,-6-4-10 0,6 4 2 0,0 0-8 16,-5-10-6-16,5 10-4 0,0 0 1 0,14-16-8 16,-5 10 0-16,5-5 3 0,0 4-5 0,1-3-3 15,-2 2 2-15,-2 2-2 0,1-2 2 0,0 1-5 16,2-1 2-16,-4 1-2 0,-1 1 2 0,0 0-4 16,-1 0 6-16,-2 1 0 0,2-1-4 0,-4 2 2 15,-2-3-3-15,-2 7 2 0,6-11-1 0,-3 5-1 16,-3 6 0-16,0-10 5 0,0 10-4 0,-6-11-1 15,2 6-2-15,-1-2 0 0,-2-3-2 0,0 1 2 16,-4 3-3-16,2-3 4 0,-5-1-4 0,0 1 1 16,3 2-1-16,-4-3 0 0,3 3 0 0,-3 0 1 15,3 2 3-15,2-2-1 0,-1 2 1 0,1 0-4 16,4 2 5-16,-2-3 0 0,2 5-1 0,6 1 1 16,-9-7 28-16,5 4-6 0,4 3-1 0,-5-6-3 15,5 6-2-15,-4-7-1 0,4 7-2 0,1-12-4 16,-1 12 0-16,4-13-3 0,0 8 0 0,0-1 0 15,0 0-1-15,0-1-1 0,2 2 2 0,-2 0-5 16,-2-2 3-16,2 2-1 0,-4 5 2 0,4-11 1 16,-1 6-6-16,-3 5 1 0,2-11 0 0,-2 11 1 15,2-10-2-15,-2 10-2 0,-3-9 7 0,3 9-6 16,-4-11 0-16,2 4 3 0,-2 0-3 0,0 1 3 16,0-1-5-16,-2 1 0 0,1-1 3 0,1 1 2 15,4 6-7-15,-7-10 3 0,5 5 0 0,2 5-1 16,-4-11 1-16,4 11-1 0,0-9-2 0,0 9 5 15,1-12-5-15,2 5-2 0,2-3 5 0,0 0 3 16,2 1-7-16,0-1 1 0,1 0-1 0,-1 0 0 16,1 1 4-16,1-1-3 0,-3 1 2 0,1 1-3 15,-1 0 4-15,1 1-1 0,-1-1 2 0,-2 2-1 16,0 0-1-16,1-3 2 0,-3 3-2 0,2-1 2 16,-1 1-1-16,-1-2 1 0,-2 8 0 0,4-12 0 15,-3 6 3-15,-1 6 1 0,2-13-3 16,-2 8-3-16,0 5 5 0,-2-11-2 0,2 11 2 0,2-11-3 15,-2 11 0-15,-3-12-2 0,-1 8 3 0,4 4-4 16,-2-13 4-16,-1 6-2 0,1 2 1 0,-3-5 0 16,2 0 2-16,2 3 0 0,-3-1 0 0,1-2 3 15,-1-1-4-15,1 3 3 0,0 1-4 0,1-6 1 16,-2 3 5-16,2 2-6 0,1-1-1 16,-1 1 1-16,0-1-1 0,0 1 0 0,2-2 1 15,-3-1-3-15,3 3 3 0,-1-2-1 0,0 1 0 0,1-1-3 16,0 10 2-16,-3-13 2 0,2 4 8 0,-2 2-5 15,3 7 0-15,0-12 1 0,-1 4-3 0,1 8 3 16,-2-12-3-16,2 5 1 0,-3-1 0 16,3 8-3-16,-3-14 2 0,1 8-21 0,2 6 2 15,-4-13 5-15,3 7 0 0,-2-4 0 0,3 10 2 16,-1-12 2-16,-1 5 3 0,1-1 0 0,0 1 2 16,1 7 1-16,-4-11 9 0,3 4 2 0,1 7-2 15,-4-8 1-15,4 8-1 0,0 0 0 0,-1-9 2 16,1 9-5-16,-4-5-3 0,4 5-2 0,0 0 3 15,0 0-2-15,0 0 1 0,0 0-3 0,-1-8 1 16,1 8 1-16,0 0 1 0,0 0-4 0,0 0 2 16,0 0-2-16,0 0-1 0,0 0-6 0,0 0-2 15,0 0-3-15,0 0-2 0,0 0-1 0,-3-8-3 16,3 8 7-16,0 0-7 0,0 0 0 0,0 0-1 16,0 0-4-16,0 0-6 0,0 0-8 0,0 0-11 15,0 0-8-15,0 0-10 0,4-10 0 0,-4 10-5 16,0 0-6-16,0 0 0 0,0 0-12 0,1-6 5 15,-1 6-5-15,0 0-15 0,0 0-2 0,0 0-3 16,4-7 8-16,-4 7 5 0,0 0 8 0,5-7 5 16,-5 7 13-16,0 0 2 0,3-7 12 0,-3 7 3 15,0 0 12-15,0 0 6 0,3-7 4 0,-3 7 10 16,0 0 9-16,3-7 5 0,-3 7 3 0,0 0 12 16,0 0 1-16,0 0 8 0,0-10 1 0,0 10 10 15,0 0 11-15,0 0 6 0,0-9 4 16,0 9 0-16,0 0 7 0,0 0 10 0,0 0-1 0,0 0-9 15,0 0-5-15,-4-8-2 0,4 8-6 0,0 0-1 16,0 0-11-16,0 0-1 0,0 0 0 0,0 0-4 16,0 0-3-16,0 0-8 0,0 0 3 15,0 0 2-15,0 0-3 0,0 0 3 0,-12 17-1 16,10-11-3-16,2-6 2 0,-2 11-1 0,0-4 4 16,2-7-8-16,0 11 4 0,0-11 2 0,2 12 5 15,-1-6 6-15,2 0 4 0,-3-6-5 0,6 10-2 16,-2-6-4-16,1 1 7 0,1-1-10 0,3-2 7 0,0 0 0 15,1-1 3-15,2-1-6 0,2 0-1 0,-3-1-2 16,3-1-2-16,-1 0 3 0,-1-1 1 16,0 1 6-16,-3-2-3 0,2-2 3 0,-1 2 0 15,-1-4-1-15,-3 1 2 0,3-1-2 0,-4 0 2 16,0 1-3-16,-2-1 2 0,0-2-5 0,-2 0-4 16,-1 1-2-16,0 9 4 0,-4-17-10 0,-3 9-1 15,1-1-1-15,-3 2-1 0,-1 1-7 0,2 2-2 16,-3-1-3-16,1 2-5 0,-6 2-5 0,0 0-12 15,-3 2-5-15,-1 3-11 0,0 2-12 0,0 0-9 16,3 0-13-16,-4 1-14 0,3 0-12 0,2 2-14 16,4-4-17-16,1 2-9 0,3 0-91 0,4-2-254 15,4-5 112-15</inkml:trace>
  <inkml:trace contextRef="#ctx0" brushRef="#br0" timeOffset="171119.95">30428 2991 83 0,'0'0'88'0,"0"0"5"16,0 0-6-16,0 0-11 0,0 0 1 0,0 0 0 15,0 0 6-15,17 10 4 0,-17-10-2 0,9 14-3 16,-2-5-3-16,0 0-1 0,-2 0-11 0,8 4-3 15,-7-3-9-15,4 3-1 0,2 0-4 0,-3-1-4 16,2 0 4-16,-2-3-5 0,0 1-4 0,0-1-6 16,0 1 2-16,0-1-4 0,0-1-7 0,1 1 6 15,-2-3-4-15,-3 1-5 0,0-4 0 0,0 2 7 16,-1 0 2-16,-4-5 5 0,9 6 3 0,-9-6 13 16,5 3 9-16,-5-3 10 0,0 0-9 0,0 0 2 15,13-7-6-15,-8 1-8 0,1-2-5 0,2-3-5 16,1-2 4-16,-1 3-11 0,2-4 2 0,-1-3-6 15,0 3-6-15,1-3 5 0,-2 0-6 0,1 2 0 16,-2-1-6-16,0 5 0 0,-2 0-1 0,0 1-1 16,0 0-4-16,-2 1-1 0,-1 2 0 15,1 1-1-15,2 0-4 0,-5 6-2 0,2-8-2 16,-2 8-14-16,4-6-13 0,-4 6-17 0,0 0-19 16,3-6-14-16,-3 6 8 0,0 0-8 0,0 0-14 0,0 0-20 15,0 0-16-15,0 0-32 0,-8 32-25 0,3-22-111 16,1-1-318-16,-1 1 141 0</inkml:trace>
  <inkml:trace contextRef="#ctx0" brushRef="#br0" timeOffset="171506.87">30984 3165 131 0,'0'0'149'0,"0"0"-5"15,3-6 3-15,-3 6-12 0,0 0-2 0,0 0-10 16,0 0-9-16,0 0-11 0,0 0-15 0,0 0-7 16,0 0-6-16,0 0-12 0,0 0-2 0,0-10-7 15,0 10-10-15,0 0 0 0,0 0-5 0,0 0-2 16,0 0-5-16,0 0-4 0,0 0-2 15,0 0-4-15,0 0 2 0,0 0-10 0,0 0 2 16,0 0-1-16,0 0-3 0,0 0 2 0,0 0-3 16,0 0 0-16,0 0-3 0,0 0-1 0,0 0-4 15,0 0 2-15,0 0 1 0,0 0-1 0,0 0 1 0,0 0-4 16,0 0 0-16,0 0-1 0,0 0-5 0,0 0-7 16,0 0-11-16,0 0-18 0,0 0-3 0,0 0-13 15,0 0-27-15,0 0-25 0,0 0 5 16,0 0-10-16,0 0-8 0,0 0-102 0,0 0-239 15,0 0 106-15</inkml:trace>
  <inkml:trace contextRef="#ctx0" brushRef="#br0" timeOffset="172825.21">31077 3079 8 0,'0'0'54'0,"0"0"5"0,0 0 1 0,0 0 2 0,0 0-6 16,0 0 5-16,0 0-15 0,0 0 2 0,0 0 4 15,-9 1-4-15,9-1 1 0,0 0 0 16,0 0 8-16,0 0-10 0,-13-5-3 0,13 5 2 16,0 0-17-16,-8-3 15 0,8 3-19 0,0 0-2 15,-12-3 3-15,12 3 4 0,-10-3-11 0,10 3 0 16,-11 0-6-16,11 0 6 0,-11 3 2 0,11-3-15 16,-12 3 11-16,3-1-10 0,1 4-3 0,-2-4 0 0,1 4 4 15,4 0-4-15,-3-1 2 0,-1 3 3 16,0 0-1-16,4-2-3 0,0 1 0 0,-2 2 10 15,2-1-9-15,2 0-1 0,0-2-6 0,0 0 3 16,2 2 7-16,1-8-2 0,1 15-5 0,1-8 8 16,2 2-24-16,3-2 0 0,1-1-8 0,3 0-16 15,2-2-6-15,4 2-15 0,-1-3-12 0,4-1-11 16,0 2-70-16,0-4-163 0,0 0 72 0</inkml:trace>
  <inkml:trace contextRef="#ctx0" brushRef="#br0" timeOffset="173069.68">31304 3106 5 0,'0'0'94'0,"0"0"-1"0,0 0-17 0,-11-9-3 16,11 9-13-16,-5-1-3 0,5 1-8 0,0 0 0 15,0 0-4-15,0 0-10 0,-19 7-2 0,14-4 4 16,-1 2-1-16,-1 0 4 0,1 0-9 0,0 2-3 15,-1 2-7-15,2-1 1 0,1 0-8 0,-1-1 3 16,1-1-8-16,0 3 4 0,2-3-3 16,-1 1-5-16,3-7-4 0,0 14-12 0,0-14 1 15,5 12-16-15,3-5-13 0,0 0-25 0,3-1-71 16,2-2-144-16,0 0 64 0</inkml:trace>
  <inkml:trace contextRef="#ctx0" brushRef="#br0" timeOffset="177434.13">25569 7178 67 0,'-7'-5'76'16,"7"5"-7"-16,-6-4 3 0,6 4-3 0,-8-5 3 16,8 5-1-16,-8-4-4 0,8 4-14 0,0 0-2 15,-6-4-4-15,6 4 0 0,0 0-6 0,-11-2 1 16,11 2-10-16,0 0-6 0,-7-1 1 15,7 1 0-15,0 0-6 0,-10-2 6 0,10 2-1 0,0 0 5 16,0 0-8-16,-12 0-9 0,12 0 3 0,0 0-2 16,0 0 0-16,-10 3 2 0,10-3-1 0,0 0-2 15,0 0 5-15,0 0-11 0,0 0-3 0,-7 2 4 16,7-2-5-16,0 0-3 0,0 0 8 0,0 0 0 16,0 0-12-16,0 0 14 0,0 0 6 0,0 0-2 15,14 13 2-15,-8-11-1 0,3 1-3 0,3 2 4 16,1-4 0-16,5 2-2 0,0-2-4 0,4 1 5 15,1-2-18-15,6 0 19 0,3 0 4 0,0-2 8 16,1 1-3-16,5-2-7 0,0 0 5 0,3-4 0 16,10 2-2-16,-13-1 1 0,1 1-3 0,1 1 0 15,-4-4-8-15,2 6 2 0,-2-4 2 0,-4 3 1 16,-3-1 1-16,-3 2-4 0,1-2 1 0,-4 2-3 16,-4 0 2-16,4-1-2 0,-4 0 2 0,-1 1-3 15,0-1 2-15,0 0 3 0,0-1 0 0,0 1-8 16,-1 0 6-16,1 0-3 0,-1 1 4 0,0 0-3 15,1 0 0-15,-4-3 1 0,2 4 1 0,-3 0-4 16,1-1 0-16,-1 1 1 0,0-2-4 0,-1 2 3 0,-3 0-3 16,4 0-1-16,-4 0 0 0,2 1 0 15,-4-2-3-15,-7 2 2 0,18-1 1 0,-12 1-1 16,1 0-4-16,-7 0 9 0,12 0-10 0,-12 0 3 0,11 3-3 16,-11-3 2-16,12-2-4 0,-12 2 3 0,0 0-3 15,8-1 3-15,-8 1-2 0,0 0 3 16,9 1 0-16,-9-1-2 0,0 0-3 0,0 0 3 15,0 0-1-15,0 0 1 0,6 3 1 0,-6-3-1 0,0 0 1 16,0 0-1-16,0 0-1 0,0 0 1 0,0 0 2 16,0 0-1-16,0 0 1 0,0 0-1 0,0 0 0 15,0 0-2-15,0 0 0 0,0 0 2 0,0 0 2 16,0 0-2-16,0 0 1 0,0 0 1 16,0 0 1-16,0 0 0 0,0 0 3 0,0 0-1 0,0 0 3 15,0 0 3-15,0 0-1 0,0 0 9 0,0 0-2 16,0 0 6-16,0 0 4 0,0 0 3 0,0 0 5 15,0 0-1-15,0 0 2 0,0 0-2 16,8-8-8-16,-8 8 0 0,0 0-7 0,0 0 1 0,-3-9-3 16,3 9 2-16,0 0-1 0,3-9 1 0,-3 9-2 15,0 0-1-15,0-8 0 0,0 8-6 0,0-9 3 16,0 9-3-16,0 0-1 0,4-7-1 0,-4 7 0 16,0 0-1-16,0 0-1 0,2-8-5 0,-2 8 1 15,0 0-1-15,0 0 0 0,0 0-1 0,3-5-4 16,-3 5 3-16,0 0-1 0,0 0-1 0,0 0 0 15,15 8-1-15,-15-8 0 0,10 5 2 0,-4 1 2 16,1 1-6-16,1-3 4 0,0 2 0 0,0 2-3 16,-1-1-2-16,2 1 8 0,1 1-2 0,-2 0 0 15,-1-3-2-15,-1 2 5 0,2-1-3 0,-2-1 0 16,-1-2 0-16,1 1 3 0,-2 0 0 0,2-1-1 16,-6-4-3-16,4 7 4 0,-4-7-2 0,5 4-1 15,-5-4 2-15,0 0 1 0,8 5 2 0,-8-5 0 16,0 0 0-16,0 0 7 0,2 4 4 0,-2-4 7 15,0 0 1-15,0 0 0 0,0 0-3 0,0 0-2 16,9-9-5-16,-9 9-1 0,3-7 0 0,-3 7-3 16,2-13-2-16,0 7 3 0,-2 6-3 0,1-13-2 15,3 6-1-15,-4-2 0 0,4-1-1 0,-4 4 2 16,3-1-1-16,-3 7-2 0,2-13-1 0,-2 13 2 16,4-9-5-16,0 6 0 0,-4 3-1 0,2-4 0 15,-2 4-5-15,0 0 3 0,8-6-3 0,-8 6-2 16,7-1 0-16,-7 1 3 0,0 0-3 0,13 7 4 15,-6-3 0-15,2-1 2 0,-3 3-2 0,-1-1 1 16,3 1-1-16,2-1-1 0,-4 2 0 0,3-1 2 16,-4-1 1-16,4 3-4 0,-2-4 2 0,-3 2 4 15,2-2-1-15,-1 1 0 0,0-2 0 0,-5-3 0 0,9 6 0 16,-5-5 4-16,-4-1-2 0,7 6-3 16,-7-6 5-16,9 1 1 0,-9-1-1 0,7 3 1 15,-7-3-1-15,0 0 1 0,0 0-1 0,9-12-2 16,-5 8 3-16,0-2-2 0,-1 2-2 0,4-5 2 0,-2 5-1 15,-1-4 0-15,3-2 1 0,-3 1-1 0,0 3 1 16,2-1-2-16,-2 2-2 0,0 1-1 16,-4 4 1-16,6-6 0 0,-1 0-5 0,1 5 7 15,-6 1-7-15,6-5 1 0,-6 5-2 0,9-1 1 0,-9 1 3 16,0 0-5-16,15 7 1 0,-8-1 1 0,-4-2 0 16,3-1 4-16,-2 1-2 0,3 1 2 0,-3 2-2 15,4-2 0-15,-6 0 6 0,2 1-2 16,1 1-2-16,-1-5 1 0,-4-2 2 0,8 8 0 15,-4-3 0-15,-4-5 2 0,8 5 0 0,-8-5-2 0,7 5 3 16,-7-5 2-16,5 4-3 0,-5-4 3 0,4 2-3 16,-4-2 2-16,0 0-3 0,0 0 2 15,14-3 3-15,-14 3-2 0,9-6 0 0,-3 0-3 16,-2 3-2-16,4-1 1 0,-1 1 2 0,-3-2-3 0,-4 5 2 16,10-4-2-16,-10 4 1 0,8-5-3 0,-8 5 0 15,9-1 0-15,-9 1 1 0,0 0-3 0,13 1 3 16,-13-1-2-16,7 2-1 0,-7-2 3 0,7 7-3 15,-3-6 4-15,-4-1-3 0,9 8 3 16,-7-3-3-16,0 0 2 0,4 0-1 0,-2-1 2 0,-4-4-1 16,4 8 15-16,1-4 2 0,-3 1-2 0,-2-5-1 15,7 6-1-15,-7-6-3 0,6 6 1 0,-1-3-1 16,-5-3-1-16,6 4-2 0,-6-4 1 0,7 4-2 16,-7-4 2-16,9 1 1 0,0-1 2 0,-9 0-4 15,18-2 1-15,-6-1-4 0,-1-1 1 0,7-2-4 16,-5 3 4-16,5-3-2 0,-2 2-4 0,4-1 3 15,-7 2-1-15,6 0 1 0,-2-2-1 0,1 1 0 16,-2 1-3-16,-2-1 0 0,1-1 2 0,-1 4-1 16,-1-2 0-16,-1-1 1 0,1 3-1 0,-2 0 5 15,1 1-3-15,-2-2 0 0,-3 1-1 0,1-2-1 16,-8 3 3-16,12-1-1 0,-12 1 0 0,7 0 5 16,-7 0-4-16,0 0 1 0,10-1-1 0,-10 1-2 15,0 0 3-15,0 0 4 0,10-1-7 0,-10 1 0 16,0 0 3-16,0 0-3 0,0 0 1 0,0 0 1 15,0 0-3-15,0 0 2 0,0 0-2 0,0 0-5 16,0 0-12-16,0 0-15 0,0 0-37 0,0 0-37 16,0 0-29-16,0 0-11 0,10 2-18 0,-10-2-25 15,0 0-117-15,0 0-334 0,0 0 148 0</inkml:trace>
  <inkml:trace contextRef="#ctx0" brushRef="#br0" timeOffset="177581.03">28045 7114 6 0,'0'0'129'0,"0"0"-14"0,0 0-9 15,0 0-9-15,0 0-41 0,0 0-35 0,0 0-30 16,0 0-33-16,0 0-39 0,0 0-86 0,0 0 39 16</inkml:trace>
  <inkml:trace contextRef="#ctx0" brushRef="#br0" timeOffset="178497.84">26930 6451 30 0,'0'0'164'0,"-2"-13"-2"0,0 7-5 16,2 6 0-16,-2-11-3 0,2 11-4 0,-1-9-9 16,1 9-10-16,-2-7-12 0,2 7-7 15,0 0-7-15,-2-9-26 0,2 9-10 0,0 0-10 0,0 0-5 16,0 0-5-16,0 0-10 0,0 0 2 0,-6 19-8 15,4-7-3-15,4 5-6 0,-4 0 3 0,-1 1-5 16,1 2-3-16,2-2 0 0,-2 1-2 16,0-1 1-16,-1-2-6 0,1 3 1 0,2-2 2 15,0 0-3-15,0-2-3 0,0-4 2 0,0 1-1 0,0 1-1 16,2-5 1-16,1 3-2 0,-3-2 0 16,2 0-1-16,-2 0-12 0,0-1-18 0,2-1-15 0,-2-7-28 15,0 16-21-15,0-10-25 0,0-6-24 16,-2 13-19-16,0-9-126 0,-3 3-304 0,5-7 135 0</inkml:trace>
  <inkml:trace contextRef="#ctx0" brushRef="#br0" timeOffset="178947.75">26896 6345 109 0,'3'-5'123'0,"2"-3"-8"16,4 1-6-16,1 0-6 0,2 2-2 0,1-2-13 16,6 2 3-16,-2 3-7 0,1-1-8 0,0 4-11 15,-4 2-4-15,-1 0-12 0,-1 0-2 0,-1 5-6 16,-1-2 1-16,0 2 2 0,-5 2-7 0,3 1-6 15,-5 0 5-15,-3-1 1 0,-1 3 2 0,-1 3-7 16,-6-1 1-16,-2-2 0 0,-1 1-6 0,0-1 3 16,-5 2-3-16,-1-5 1 0,0 0-1 15,2-2-6-15,-3 1 3 0,3-4-3 0,1-2-1 0,0 1-9 16,1-3 7-16,2 1-3 0,2-2 4 0,1 2-3 16,8-2 7-16,-13-2-1 0,13 2 4 0,-8 0-2 15,8 0-4-15,-10-2-3 0,10 2-1 0,0 0 2 16,0 0-9-16,0 0-1 0,0 0-2 0,0 0-2 15,0 0 0-15,18 12 0 0,-7-8 2 0,1 2-5 16,3 1 3-16,2 2 2 0,0-2-12 0,-1 2-11 16,1 0-15-16,0-2-23 0,2 4-15 0,0-3-21 15,-1 2-24-15,2-3-14 0,-4 2-29 0,5-2-89 16,-7-1-265-16,3 1 118 0</inkml:trace>
  <inkml:trace contextRef="#ctx0" brushRef="#br0" timeOffset="179453.91">27317 6529 76 0,'-2'-5'158'15,"2"5"5"-15,-5-9 3 0,5 9-7 0,-4-6-8 16,4 6-12-16,0 0-9 0,-2-9-14 0,2 9-12 15,0 0-15-15,0 0-7 0,0 0-13 0,0 0-7 16,0 0-10-16,-4-5-6 0,4 5-5 0,0 0-2 16,0 0-4-16,0 0-5 0,1 24 0 0,2-14-5 15,-6-1-2-15,6 3-1 0,-1-2-2 0,-2 3-4 16,0-3-2-16,2 0-2 0,-2 2 2 0,2 0 0 16,-2-4-3-16,4 4 1 0,-3-2 2 0,-1-1-7 15,2-1 0-15,-2-2-1 0,0-6 0 0,2 12 0 16,-2-12 0-16,0 9-2 0,0-9 2 0,0 8 0 15,0-8-1-15,0 0 3 0,0 0 1 0,0 7 8 16,0-7 11-16,0 0 11 0,0 0 11 0,4 7 9 16,-4-7-3-16,0 0-4 0,0 0-4 0,0 0-6 15,0 0-3-15,0 0-5 0,0 0-5 0,0 0-2 16,0 0-4-16,0-31-2 0,2 23-5 0,5-1 0 16,1 1-5-16,3 1-1 0,-1 0-5 0,2 0-2 15,-1 3-2-15,3-3 1 0,-1 4 2 0,0 0-5 16,1 1 0-16,-3 2-2 0,1 1-2 0,-3 0 2 15,-3 2-5-15,1-1 4 0,0 2 0 0,-2 2-2 16,-3-1 3-16,0 2 1 0,-2-7 0 0,-3 15 0 16,0-4-4-16,-5-3-15 0,-1 1-6 0,-4 4-15 15,1-2-16-15,-3-1-26 0,-3 2-22 0,3-5-44 16,0 3-42-16,-4-3-160 0,2-2-382 0,-3-1 169 16</inkml:trace>
  <inkml:trace contextRef="#ctx0" brushRef="#br0" timeOffset="180529.51">27424 6663 17 0,'0'0'91'0,"3"-9"-2"16,-3 9-3-16,7-7-11 0,-3 2-4 0,1 1-13 0,-1-2-13 16,0-1 28-16,2 1-13 0,-2 1-2 15,-2-3-2-15,2 1-3 0,-1-3 0 0,-1 2-9 16,-2 1 3-16,0-3 1 0,0-1-1 0,0 3-1 0,-2-3-2 16,-1 1-2-16,-1-1-2 0,2 3-2 15,-5-1-6-15,0 1-2 0,0 1 1 0,-1 1-9 0,-2 2-2 16,1 2-3-16,-2 1-6 0,-3 3-3 15,-1 6-2-15,-1 1-3 0,1 1-25 0,0 4-27 0,0 0-38 16,-1 7-131-16,7-7-235 0,5-4 105 0</inkml:trace>
  <inkml:trace contextRef="#ctx0" brushRef="#br0" timeOffset="183095.12">30932 7678 11 0,'0'0'25'0,"0"0"0"0,-3-6 1 0,3 6 14 16,0 0-12-16,0 0-1 0,0 0-6 15,0 0 4-15,-4-8-7 0,4 8 4 0,0 0-3 16,-2-7 4-16,2 7-3 0,0 0-1 0,0 0 6 16,-4-7-1-16,4 7-4 0,0 0-5 0,0 0 8 15,0 0-3-15,0 0 2 0,0 0-6 0,-4-5 4 16,4 5 1-16,0 0 2 0,0 0-3 0,0 0-1 15,0 0 4-15,0 0 1 0,0 0-7 0,0 0 0 0,0 0 1 16,0 0 6-16,0 0-10 0,0 0 3 16,0 0-4-16,0 0 2 0,0 0 3 0,0 0 9 15,0 0-7-15,0 0 4 0,0 0 0 0,0 0-3 0,0 0 0 16,0 0-3-16,0 0-5 0,0 0 7 0,0 0-5 16,0 0 2-16,0 0-7 0,0 0 3 0,0 0-7 15,0 0-4-15,0 0 2 0,0 0 6 16,0 0-2-16,0 0 9 0,0 0-6 0,0 0-2 0,0 0-3 15,0 0 4-15,0 0 4 0,0 0-7 16,0 0 0-16,0 0-4 0,0 0 4 0,7 25 7 0,-7-25 1 16,-2 8-1-16,2-8 2 0,-1 10-1 0,1-10-1 15,-1 15 6-15,1-9-1 0,-2 3-4 0,2 0 5 16,-1-3-1-16,1 5-4 0,-1-2 1 16,-1 2-1-16,2 2 0 0,0-3-1 0,0 2 1 0,-1 0 5 15,2 2 0-15,-3 3-3 0,2-1 5 0,-1 3 1 16,-2-3-1-16,-1 0-3 0,2 2-1 0,-1 1-7 15,-1 0 7-15,1-2-2 0,0 3-6 16,0 6-2-16,2-7 4 0,0 8-5 0,0-1-1 0,1-1-6 16,0 4-4-16,0 0-13 0,1-2-8 0,1 5-14 15,0-3-4-15,0 1-7 0,0-2-4 0,0 6-9 16,1-2-14-16,1-2-10 0,-2 2-16 0,-1-1-88 16,3 0-204-16,-8 0 90 0</inkml:trace>
  <inkml:trace contextRef="#ctx0" brushRef="#br0" timeOffset="186428.06">30937 8568 33 0,'-5'-8'65'0,"5"8"-5"0,0 0 0 0,0-10-7 0,0 10-5 16,0 0 3-16,-1-9-5 0,1 9-3 15,0 0-5-15,0-12-4 0,0 12-1 0,2-5-7 16,-2 5-5-16,5-7 1 0,-5 7-2 0,1-7-2 15,-1 7-3-15,4-7 1 0,-4 7-6 0,3-7-4 16,-3 7 2-16,4-6-2 0,-4 6 4 0,2-6-1 0,-2 6 1 16,0 0-1-16,0 0-3 0,3-7-6 0,-3 7 0 15,0 0 4-15,0 0 0 0,0 0-6 16,0 0 8-16,1-6-6 0,-1 6 12 0,0 0-4 0,0 0-8 16,0 0 2-16,0 0 6 0,0 0-4 0,0 0 3 15,0 0-5-15,-1-13-3 0,1 13 2 16,0 0 9-16,0 0-8 0,0 0 2 0,0 0-2 0,-4-8 6 15,4 8-6-15,0 0 3 0,0 0 1 16,0 0 9-16,-3-8-5 0,3 8 7 0,0 0-9 16,0 0 6-16,0 0 0 0,0 0-3 0,-1-9 15 0,1 9-1 15,0 0-8-15,0 0 4 0,0 0 0 16,0 0 2-16,0 0 0 0,0 0 1 0,0 0-2 16,0 0 0-16,0 0-3 0,0 0 9 0,0 0-3 15,0 0 3-15,0 0 6 0,0 0-4 0,0 0-6 0,0 0 8 16,0 0-8-16,0 0 7 0,0 0-6 0,-3-8 0 15,3 8-6-15,0 0-1 0,0 0-2 0,0 0-11 16,0 0 3-16,0 0-3 0,0 0 4 0,0 0-7 16,0 0 3-16,0 0-3 0,0 0 2 0,0 0 0 15,0 0 5-15,0 0-4 0,0 0 0 0,3 29 3 16,-3-23-3-16,0-6 8 0,0 13-2 0,0-8 2 16,1 5 4-16,1-1 8 0,-2 3 7 0,0-2 5 15,0 2-4-15,0 0-2 0,0 0-5 16,-2 0-1-16,2 3-2 0,0-2 2 0,0 2-2 0,0 0-4 15,-1 2 2-15,1-3 0 0,-1 1-1 0,-2 0 3 16,2 2-4-16,-2-1-1 0,1-3 2 0,2-2-2 16,0 6 0-16,-4-1-1 0,2-1 2 0,0 1-5 15,1 1-2-15,0-5-1 0,-1 0 1 0,1 0-2 16,0 0-2-16,0 0 4 0,-1 4-1 0,0-5 1 16,3 6-1-16,-2 0 4 0,2-1 5 0,-2-3-4 15,-1 3 0-15,4-1-3 0,-1 1-3 0,-1-4 7 16,-1 6-2-16,3-1-5 0,-2-2-1 0,3 2 2 15,-2-4-5-15,0 2 3 0,-1 0-2 0,2-3-3 16,-2 0 4-16,1 2 1 0,-1-3-1 0,1 1-3 16,-3 6 0-16,3-5-1 0,-1-2 0 0,0 1 0 15,0 1-1-15,0-1 3 0,0-1-1 0,1 1-3 16,-1-1 2-16,-1 0-4 0,1-1 5 0,1 1 1 0,-1-2-3 16,3 1-2-16,-3-2 0 0,0-8 1 15,0 14 3-15,1-8-6 0,-1 1 1 0,0-7 2 16,1 12-1-16,2-5 2 0,-2 0 0 0,-1-7 1 15,0 12-2-15,1-5-1 0,-1 0 1 0,0-7-1 0,2 10-1 16,-2-10 1-16,0 12 3 0,1-7-3 16,-1-5 1-16,1 9-2 0,-1-9 1 0,-1 9 2 15,1-9-3-15,1 7 0 0,-1-7 3 0,0 0-3 16,0 8 3-16,0-8-6 0,1 7 3 0,-1-7 3 16,0 0-3-16,0 9-1 0,0-9 0 0,0 0 2 15,0 11 0-15,0-11 1 0,4 5-1 0,-4-5-2 0,2 7 2 16,-2-7-2-16,0 0 4 0,1 7-5 15,-1-7 2-15,0 0 1 0,2 8 0 0,-2-8-3 16,4 5-3-16,-4-5-4 0,0 0-3 0,0 0-1 0,2 6-1 16,-2-6-1-16,0 0 2 0,0 0 2 15,0 0-1-15,0 0 0 0,0 0 1 0,0 0 3 16,0 0-4-16,0 0 7 0,0 0-1 0,0 0 1 16,0 0 2-16,1 7-3 0,-1-7 0 0,0 0 0 15,0 0 2-15,0 0-2 0,0 0-2 0,0 0 4 16,0 0-6-16,0 0-5 0,0 0-5 0,0 0-4 15,0 0-4-15,0 0-10 0,0 0-12 0,0 0-12 0,0 0-18 16,0 0-6-16,0 0-16 0,0 0-8 16,0 0-10-16,0 0-15 0,0 0-7 0,0 0-91 15,-7-23-253-15,7 23 113 0</inkml:trace>
  <inkml:trace contextRef="#ctx0" brushRef="#br0" timeOffset="187030.18">30747 9679 51 0,'-8'-3'175'0,"4"1"0"15,4 2-8-15,0 0-12 0,0 0-14 0,-8-3-18 16,8 3-10-16,0 0-14 0,0 0-9 0,0 0-1 16,0 0-8-16,0 0-5 0,0 0-12 15,0 0-5-15,0 0-6 0,0 0-7 0,0 0-2 16,33-2-4-16,-13 2-4 0,1 0-4 0,9 2-1 0,4-2-6 16,1 0-5-16,2-2 3 0,0 0-7 0,-3 0 1 15,3 4-2-15,-2-5-5 0,-2 1 4 0,-1 1-6 16,-5 2-11-16,-7-1-2 0,2 3-22 15,-4-3-20-15,-4 0-12 0,0 2-31 0,-2-1-23 0,-12-1-28 16,20 3-127-16,-20-3-289 0,9 1 128 0</inkml:trace>
  <inkml:trace contextRef="#ctx0" brushRef="#br0" timeOffset="187227.54">30947 9896 14 0,'0'0'176'15,"0"0"-15"-15,0 0-14 0,0 0-10 0,37-4-12 0,-18 0-7 16,-2 3-17-16,2-1-27 0,-1-1-30 0,-4 2-31 16,4-2-47-16,-4 3-38 0,-2-1-96 15,-1-1-181-15,-11 2 80 0</inkml:trace>
  <inkml:trace contextRef="#ctx0" brushRef="#br0" timeOffset="187377.68">30941 10029 121 0,'-8'6'157'0,"8"-6"-6"0,0 0-13 0,0 0-13 15,0 0-14-15,41-6-14 0,-22 5-30 0,3-3-41 0,3-1-40 16,-3 1-62-16,-3 2-75 0,0-1-163 0,-2-3 72 15</inkml:trace>
  <inkml:trace contextRef="#ctx0" brushRef="#br0" timeOffset="190188">30794 4242 51 0,'0'0'87'0,"0"0"-3"0,0 0-6 0,0 0-2 15,0 0-2-15,0 0-10 0,2 27-5 0,0-17-1 16,-2 2-11-16,1-1 1 0,-1 0-9 0,2-1 4 15,1 1-10-15,-2 1-6 0,2-2-1 16,1 0-2-16,-1 0 1 0,-1-1-3 0,1 1-2 0,0-1-4 16,0-1-9-16,-3-8-12 0,4 15-19 0,-1-8-18 15,0 0-20-15,-2-1-85 0,-1-6-157 0,0 0 70 16</inkml:trace>
  <inkml:trace contextRef="#ctx0" brushRef="#br0" timeOffset="190511.61">30890 4134 79 0,'0'0'73'16,"0"0"-6"-16,9 0-11 0,-9 0 2 0,11 7-8 15,-5-2 3-15,0 1-7 0,1 1-6 0,-2 0 2 16,2 1-4-16,-4 1-5 0,1 0-2 0,-1 1-10 15,-2-1 10-15,0 0 8 0,-1-2 3 0,0-7 0 16,-2 15 1-16,-1-10-2 0,1 1-1 16,2-6 0-16,-5 10 3 0,2-5 0 0,3-5-6 15,-5 6-4-15,5-6 0 0,0 0-5 0,-4 8-6 0,4-8-5 16,0 0 1-16,-2 7-2 0,2-7 3 0,-2 7-8 16,2-7 4-16,0 0-17 0,6 9 15 0,-6-9-10 15,8 8-2-15,-4-6-6 0,4 3-14 16,1-2-14-16,2 1-21 0,2 2-22 0,1-2-18 15,2-1-85-15,1 0-195 0,-5 0 87 0</inkml:trace>
  <inkml:trace contextRef="#ctx0" brushRef="#br0" timeOffset="190725.41">31288 4301 99 0,'-10'-13'141'0,"10"13"-6"15,0 0-6-15,-15 3-2 0,15-3-12 0,-14 8-6 16,1-2-16-16,-1 4-1 0,-1 0-10 0,4 3-4 0,0-1-11 16,-1-1-5-16,3 3-4 0,3-4-3 15,2 1-11-15,0 0-2 0,2 0-18 0,2 0-19 16,1-2-11-16,5 1-24 0,2-3-19 0,6 3-26 16,4-5-21-16,-1 3-29 0,4-4-71 0,-2-1-213 15,3-3 94-15</inkml:trace>
  <inkml:trace contextRef="#ctx0" brushRef="#br0" timeOffset="192342.67">25497 7087 73 0,'-4'-8'153'0,"4"8"-2"15,0 0-6-15,0 0-6 0,-4-5-9 0,4 5-14 16,0 0-10-16,0 0-10 0,0 0-9 0,-9-3-4 16,9 3-17-16,0 0 2 0,0 0-13 0,-12 11-3 0,6-7 7 15,1 2-2-15,-2 1-7 0,1 2-3 16,1-2-9-16,-3 3-2 0,3 0-2 0,-1 0-4 15,1 1-2-15,0 0-7 0,2 1 1 0,1-2-2 16,-2 0-3-16,2-1-1 0,2 1 2 0,-2-3-6 16,4 4 4-16,0-4-5 0,-2-7 0 0,5 12 4 15,-1-6-4-15,1 0-3 0,0 0-1 0,4-1 0 16,1-1 5-16,-1 0-1 0,1-1 1 0,1-3-5 16,0 0-1-16,0 0 0 0,2-2-4 0,1 1 4 0,-3-4 3 15,0 2 6-15,1-2 0 0,1-7-3 0,-5 5 2 16,2-2 0-16,1-1 0 0,-3-3-3 0,0 1 1 15,-5 1 1-15,3-1-2 0,-2-2 1 16,-6 1 0-16,0-4-7 0,0 5-4 0,-2 0 6 0,-2 2-3 16,-2 0-2-16,-4-2 2 0,-2 2-2 0,0 1-8 15,-1 5-11-15,0 0-12 0,-4 4-13 0,-2 3-12 16,1 1-16-16,-6 4-19 0,7 1-25 16,0 0-26-16,-1 8-161 0,0 0-324 0,6-6 143 0</inkml:trace>
  <inkml:trace contextRef="#ctx0" brushRef="#br0" timeOffset="193027.03">28602 6995 36 0,'-12'-3'167'0,"12"3"-2"0,0 0-5 0,-9 0-9 16,9 0-13-16,0 0-5 0,0 0-16 15,-10 3-13-15,10-3-5 0,0 0-9 0,0 0-7 16,0 0-7-16,0 0-10 0,0 0-1 0,0 0-6 15,0 0-6-15,0 0-5 0,14 14-1 0,-7-11-1 0,3 1-3 16,-2-1-4-16,2 3-2 0,3 0-4 16,-2-3-6-16,1 3-3 0,-1-1-3 0,1 1 4 15,-2 0-5-15,0 1-5 0,0-2-1 0,0 1-2 16,-1 1 1-16,0-1-7 0,-5-1-2 0,5 5 2 0,-5-2 1 16,-2 3 0-16,-2 1-1 0,-1 5 1 15,-1 3 3-15,-8 4-3 0,-5 0 1 0,-1 3-2 0,-2 1-3 16,-1-3-9-16,-3 3-22 0,2-4-21 15,-1 1-26-15,1-4-38 0,0 4-27 0,3-5-41 0,5-5-105 16,1 1-308-16,4-4 136 0</inkml:trace>
  <inkml:trace contextRef="#ctx0" brushRef="#br0" timeOffset="193290.02">28290 7522 22 0,'-12'0'208'0,"7"-3"-17"16,5 3-14-16,-10-1 0 0,10 1-12 0,-6-4-15 15,6 4-17-15,0 0-11 0,0 0-11 0,0 0-17 16,23-8-12-16,-4 6-13 0,10-5-14 0,0 5-23 15,1-3-15-15,1 3-26 0,-2 1-38 0,-8 0-14 16,0-2-31-16,-5 3-23 0,-3 0-26 0,-3 0-83 16,-1 2-241-16,-3-2 106 0</inkml:trace>
  <inkml:trace contextRef="#ctx0" brushRef="#br0" timeOffset="193643.6">28422 7505 145 0,'0'0'150'0,"0"0"-12"15,-8 1-2-15,8-1-8 0,0 0-8 0,0 0-17 16,0 0 4-16,-6 7-2 0,6-7-4 0,0 9-3 0,0-9 0 16,0 13-4-16,3-6-10 0,-1 5-5 15,-1-1 2-15,0 2-7 0,-1 2-6 0,2 2-5 16,-1-5-7-16,0-1-4 0,-1 1-4 0,-1 0-6 16,1 0-2-16,1 0-8 0,-1-3 0 0,0 2 2 0,0-3-9 15,-1 1-3-15,1-9 2 0,-1 14-4 0,-1-8 2 16,0 2 0-16,2-8-6 0,-5 12-9 15,2-9-10-15,-3 3-10 0,-1-4-3 0,1 3-4 16,-3 0-8-16,2-3-3 0,7-2 3 0,-13 5 2 16,9-4 2-16,4-1 1 0,-10 3 7 0,10-3-4 0,0 0 4 15,-13-2 2-15,13 2-1 0,0 0-7 0,0 0 6 16,-7 2 1-16,7-2-5 0,0 0-2 16,0 0 5-16,0 0-3 0,0 0 4 0,0 0-15 0,30-3 2 15,-20 3-23-15,6-3-13 0,-2 2-9 0,6-2-12 16,-2 1-14-16,1-2-4 0,0 3-7 0,-1-3-2 15,4 2 4-15,-6-5-84 0,-2 4-207 16,-3 0 92-16</inkml:trace>
  <inkml:trace contextRef="#ctx0" brushRef="#br0" timeOffset="193842.11">28622 7729 240 0,'7'-4'31'0,"-2"-3"12"15,1 0 3-15,-4 2 20 0,3-1 14 0,-1-1 14 16,-3 1 2-16,0 0 11 0,-1 6 7 0,3-13 15 16,-3 13 10-16,0-12-1 0,0 12 1 0,2-9-2 15,-2 9-7-15,1-7-14 0,-1 7-9 0,0 0-10 16,0 0-15-16,0 0-12 0,0 0-10 0,0 0-4 15,0 0-7-15,0 0-2 0,0 0-5 0,0 0-3 16,-10 24-2-16,8-13-8 0,-1 1 3 0,1 0-6 16,0-2 0-16,0 3-1 0,2-4-5 0,-3 1-7 15,3 2-20-15,0-1-22 0,-2 0-26 0,2-2-24 16,-4 3-24-16,4-5-35 0,0 0-22 0,0-7-33 16,-5 13-130-16,3-8-351 0,2-5 156 0</inkml:trace>
  <inkml:trace contextRef="#ctx0" brushRef="#br0" timeOffset="194244.66">28692 7631 100 0,'6'-6'159'0,"-2"-1"-4"0,2 5-9 0,-1-2-11 15,1-1-16-15,-6 5-14 0,11-1-8 16,-11 1-10-16,9-1-5 0,-9 1-12 0,9 2-6 15,-9-2-7-15,8 5-2 0,-8-5-5 0,3 8 0 16,0-3-4-16,-3-5 1 0,0 10-1 0,0-10-4 0,-3 12-4 16,1-4 2-16,0 0-8 0,-5-1 4 0,0 1-5 15,1 1 1-15,-1-1-8 0,1 0-5 16,1 0-3-16,0 0-2 0,1 0 3 0,1-2-1 16,0 2-13-16,1-2 8 0,2-6-9 0,-4 13-4 0,2-6-1 15,2-7 1-15,5 12-4 0,-1-7-3 0,0 3 3 16,1-3 1-16,4 1 1 0,-3-1-2 0,1 1-2 15,-1-1-1-15,-1 1 1 0,4 1-5 0,-4-4 9 16,-5-3-5-16,7 6 3 0,-5-2-2 0,-2-4 0 16,5 6 3-16,-5-6 1 0,2 5 5 0,-2-5 3 15,0 0 1-15,0 0 6 0,-11 13-3 0,6-9 5 16,-3-3-7-16,0 3 2 0,-3 0 0 0,1-2 0 16,-3 0-9-16,0 2-12 0,2-2-18 0,-2-1-20 15,3-1-26-15,-1 0-24 0,2 0-49 0,-4 0-111 16,4 0-283-16,-1-1 125 0</inkml:trace>
  <inkml:trace contextRef="#ctx0" brushRef="#br0" timeOffset="195557.99">29258 7560 139 0,'0'0'130'0,"0"0"-11"0,0 0-14 15,0 0-10-15,0 0-11 0,0 0-14 0,0 0-10 0,0 0 6 16,0 0-2-16,0 0-12 0,0 0-7 16,0 0 3-16,0 0-3 0,2 27 4 0,-2-15-2 15,0 2-1-15,-2 4 4 0,0-2 10 0,2 10-4 16,-4-2-5-16,2-6-5 0,1 7 1 0,1-6-4 16,-2 2-2-16,5 4 1 0,-1 1-3 0,2-1 0 15,0 3 2-15,0 0-3 0,1-2-6 0,3 3-5 16,-2-3-1-16,-1 1 2 0,2 0 6 0,-1 0-3 15,0-4-2-15,2 3-5 0,-2-1 1 0,2 1 1 0,2-1-3 16,1-2-4-16,-2-4 4 0,4 5 1 0,-1-1-5 16,1 2 0-16,-2-2-2 0,4 0 1 15,-2 1-2-15,2-3-2 0,1 0 3 0,1 4 0 16,1-6-3-16,1-1 5 0,-1 1-3 0,2-1-2 0,1-1 0 16,-1 0 0-16,4-1-4 0,-5-6-1 15,-1-1 3-15,-1 1-2 0,1-3-4 0,-2 2 0 0,3-3-1 16,-7 0 2-16,0 0-3 0,0-1 2 15,0-1-2-15,-3 1 0 0,1-2 4 0,0 1-7 0,-1-2 0 16,3 1 0-16,-5-1 0 0,1 0-1 0,1-1 0 16,-1 2 0-16,-1-3-3 0,-7 0 0 15,17 0-2-15,-9 2 3 0,-2-1 0 0,4-2 1 16,-10 1-2-16,16 0 3 0,-10-2-3 0,-6 2-1 0,14-2 4 16,-6 2-3-16,-1 2-5 0,-7-2-1 0,13-2 4 15,-4 2 5-15,-9 0-5 0,10-1 1 0,-10 1-1 16,13-3 1-16,-13 3-1 0,12 0 0 0,-6-1 1 15,-6 1 1-15,0 0 3 0,10 0-5 16,-10 0 3-16,0 0-2 0,0 0-1 0,9 0 0 0,-9 0 2 16,0 0 3-16,0 0-5 0,0 0 2 0,0 0-1 15,8 3 2-15,-8-3-1 0,0 0 0 0,0 0 0 16,0 13 3-16,0-13 2 0,-8 10 4 16,3-1-1-16,0 1-4 0,-3 0 5 0,-2 6 2 0,-3-2 6 15,0 1 1-15,-4 3 0 0,4-4 0 0,-2 0-5 16,2 0 1-16,1 1-3 0,2-3-1 0,2-2 2 15,1 0-3-15,-2 0 3 0,2-2-1 0,1-1-6 16,0 0-20-16,2-1-9 0,0 0-31 0,0-1-26 16,4-5-20-16,-2 9-27 0,2-9-44 0,0 0-155 15,0 0-357-15,0 0 158 0</inkml:trace>
  <inkml:trace contextRef="#ctx0" brushRef="#br0" timeOffset="195753.93">29971 8609 233 0,'-11'-16'244'0,"2"4"-24"0,1 1-5 0,-1-3-11 15,2 5-8-15,1-2-15 0,-3 0-2 0,3 3-11 16,2 0-16-16,-2-2-16 0,4 4-13 0,-1-1-17 16,0 0-19-16,3 7-27 0,-3-11-23 0,3 11-30 15,0-11-27-15,0 11-29 0,5-11-38 0,0 5-29 16,-1 1-41-16,4-1-42 0,-4 2-121 0,3-2-347 15,2 0 153-15</inkml:trace>
  <inkml:trace contextRef="#ctx0" brushRef="#br0" timeOffset="196268.89">29263 7476 7 0,'0'0'73'0,"9"-2"-10"0,-9 2-9 0,0 0-12 15,12 0-9-15,-12 0-30 0,6 4-50 0,-6-4-48 16,0 0 21-16</inkml:trace>
  <inkml:trace contextRef="#ctx0" brushRef="#br0" timeOffset="196533.25">29269 7582 118 0,'0'0'146'0,"0"0"2"0,0 0-8 0,0 0-3 16,0 0-13-16,0 0-12 0,-28 10-10 0,22-7-10 16,-2 3-9-16,-1 0-3 0,-2 1-14 0,1 1 0 15,-1 1-8-15,-3-2-5 0,2 5-9 0,-2-3 2 16,4 0-12-16,-5 1-10 0,6 0-16 0,-1-1-23 15,-2 0-29-15,1 0-16 0,0-2-20 0,5-1-28 16,-3 1-121-16,5-4-249 0,4-3 110 16</inkml:trace>
  <inkml:trace contextRef="#ctx0" brushRef="#br0" timeOffset="196704.58">29307 7549 61 0,'8'-4'192'0,"-8"4"-25"0,10-3-9 16,-5 0-19-16,-5 3-14 0,18-1-15 0,-7 1-12 0,2 1-28 15,4 2-27-15,-3-1-43 0,2 3-38 16,1 1-43-16,-5 0-93 0,1 1-189 0,-2 4 83 16</inkml:trace>
  <inkml:trace contextRef="#ctx0" brushRef="#br0" timeOffset="197492.48">29135 8795 147 0,'0'0'193'0,"0"0"-7"0,0 0-3 16,-1-8-15-16,1 8-18 0,0 0-12 0,0 0-17 16,0 0-17-16,0 0-5 0,0 0-11 0,0 0-1 15,12 0-11-15,-12 0-6 0,13 6 2 0,-4 0-9 16,1-2-4-16,0 5-3 0,1-3-8 0,4 5-5 15,-1-1-1-15,3 2-1 0,-4 0-5 0,-2 0-5 16,3 2-2-16,-1 0-2 0,0-1-4 0,-4 0-5 16,1 2 1-16,-1-4-5 0,-2 2 0 0,0-3 1 15,-1 2-2-15,-1-2 0 0,2 1 1 0,-4-1-3 0,1-5-4 16,0 4 5-16,0-5-3 0,-1 0-2 16,-3-4-1-16,5 7 2 0,-5-7 2 0,5 4-1 15,-5-4 6-15,0 0 9 0,0 0 0 0,0 0-3 16,0 0-4-16,0 0 0 0,0 0-2 0,6-19-2 0,-5 8 1 15,2 0-3-15,1-6-2 0,-2 1-1 16,1-3 0-16,0 2-1 0,1-4-2 0,-1 2 4 16,2 0-8-16,-1 1 5 0,-1-1-1 0,-1 0-1 15,1 0-1-15,-1 2 0 0,0 5 2 0,-1 2-2 0,-1 2 0 16,1 0-2-16,-1 8-4 0,0-12-13 0,3 8-17 16,-3 4-17-16,0 0-38 0,0-10-32 15,0 10-21-15,0 0-31 0,0 0-16 0,0 0-149 16,0 0-365-16,0 0 163 0</inkml:trace>
  <inkml:trace contextRef="#ctx0" brushRef="#br0" timeOffset="198088.12">29508 8981 9 0,'0'0'209'15,"3"6"-23"-15,-3-6-22 0,0 0-8 0,0 0-9 16,0 0-11-16,1 9-12 0,-1-9-8 0,0 8 3 15,0-8-10-15,4 15-11 0,-4-6-6 0,1 2-7 16,0 0-8-16,2-1-7 0,-2 1-8 0,0 0-7 16,1 0-3-16,-1 1-7 0,0-3-4 0,0-1-3 15,-1-8-5-15,2 11-1 0,-1-5-2 0,-1-6-4 16,1 9-3-16,-1-9-4 0,0 7 7 0,0-7 10 16,0 0 9-16,2 9 3 0,-2-9 3 0,0 0-6 15,0 0-5-15,0 0-1 0,0 0-2 0,0 0-4 16,0 0-3-16,-7-23-10 0,6 14 3 0,3-1-5 15,-2-2-2-15,2-3-5 0,-1-2 6 0,2 2-5 16,-1-1-3-16,3 1 2 0,-1-3-5 0,0 1-2 16,2 1 0-16,2 3-2 0,-3 1 5 0,2 3-6 15,-2 1 5-15,3 0-6 0,2 0 0 0,-5 3-1 0,2-2-1 16,1 5-1-16,2-1 3 0,-3 0-3 16,-7 3-2-16,17 0 4 0,-10 1 3 0,-7-1-5 15,13 4 3-15,-6-2-3 0,-2 4 3 0,1-2 0 16,-3 3 0-16,0-1-3 0,0 0 3 0,-3-6-1 0,2 13 1 15,-2-7-2-15,-1 4 2 0,-3-4 3 16,1 1-3-16,1-1 0 0,-3-1 2 0,5-5-9 16,-3 11-5-16,0-7 1 0,3-4-3 0,-3 9-6 15,3-9-6-15,-2 7-4 0,2-7 1 0,0 0 1 0,3 12 5 16,2-9 3-16,-1 0 1 0,1 1-1 0,0 0-1 16,3-1-2-16,-3 2 3 0,1-2-2 15,1 1-1-15,-2 0-2 0,4-1 2 0,-5 0-2 16,1 1 1-16,0-1 0 0,-5-3 6 0,6 9-6 0,-2-6 7 15,-4-3 1-15,3 6 4 0,-3-6 2 0,5 6-8 16,-5-6 9-16,0 0 0 0,2 9-2 0,-2-9 5 16,0 0-1-16,-9 10-7 0,9-10-4 0,-6 4-8 15,6-4-12-15,-8 5-15 0,3-2-11 0,5-3-21 16,-9 3-23-16,9-3-21 0,-7 0-19 0,7 0-120 16,-9 2-288-16,9-2 128 0</inkml:trace>
  <inkml:trace contextRef="#ctx0" brushRef="#br0" timeOffset="198522">29885 8947 206 0,'0'0'201'0,"0"0"-12"0,-4-6-6 15,4 6-16-15,0 0-12 0,-9-2-17 0,9 2-12 16,0 0-16-16,-16 11-6 0,9-5-10 0,0 2-9 15,-1 1-6-15,-2 1-5 0,3 4-4 0,1-4-10 16,-1 0-5-16,2 1-3 0,-1 6-9 0,4-8 1 16,0 2-6-16,1-2-5 0,1 1-8 0,0-10 5 15,3 12-4-15,-1-5-1 0,3-1 0 0,-1-1-5 16,4 1 1-16,-2-2-8 0,2-2 2 0,3 1-2 16,-2-3 0-16,1 0 0 0,1 0-6 0,-11 0 3 15,14 0-3-15,-8 0 5 0,-6 0-5 0,10-3 3 16,-10 3-6-16,8-3 3 0,-8 3-3 0,0 0-3 0,4-4 0 15,-4 4 0-15,0 0 4 0,0 0-3 0,0 0-2 16,0 0-1-16,0 0 2 0,-24 7 0 16,24-7-1-16,-11 6 5 0,2 1 3 0,0 0 4 15,0-2-2-15,0 4 4 0,2 0-3 0,-1 1-3 0,0-2 3 16,2 1-2-16,1 1 3 0,1 1-4 0,0-5-2 16,3 2 3-16,0 0-5 0,1-8 5 0,5 12-2 15,1-5 0-15,2-1-9 0,2-2-8 16,4 1-19-16,4-3-17 0,4 0-24 0,6-6-22 0,1 2-32 15,2-6-31-15,0 5-25 0,-1-3-165 0,-8 2-373 16,7-4 165-16</inkml:trace>
  <inkml:trace contextRef="#ctx0" brushRef="#br0" timeOffset="200410.99">30951 8539 48 0,'0'0'119'0,"0"0"-4"0,0 0 0 0,0 0-3 0,0 0-2 16,-27 9-5-16,27-9-5 0,-6 3-6 0,6-3-2 16,-6 7-6-16,6-7-6 0,-8 6-2 0,8-6-9 15,-5 6-9-15,5-6-3 0,-3 5-10 0,3-5-3 16,-3 8 1-16,3-8-4 0,-1 8-3 0,1-8-8 16,-1 9 4-16,1-9-5 0,1 9-3 0,2-4-6 15,-3-5 3-15,5 9 0 0,-3-5-2 0,-2-4-13 16,9 8 9-16,-2-8-1 0,-2 4-1 0,-5-4-7 15,11 0 2-15,-11 0-1 0,14-4 3 0,-14 4-6 16,13-3 3-16,-5 0-4 0,-2-1 1 0,-1-1 4 16,2-2-5-16,-1 2 2 0,-1 0 2 0,1-3 10 15,-2-1-2-15,0 1 3 0,-1 1 1 0,-1-1 2 16,0 0-5-16,-4-1 2 0,2 9-3 0,-1-17 0 16,-1 12 1-16,-1-2 1 0,-2 0 0 0,-2 0-5 15,0-1-1-15,-1 3-4 0,2 2 0 0,-2-1-3 16,-1 3-2-16,9 1 2 0,-18-1-19 0,9 3-7 15,2-1-26-15,-2 5-20 0,0-3-16 0,2 1-30 16,4 2-33-16,0 1-15 0,-1 2-117 0,4-1-299 16,0-8 133-16</inkml:trace>
  <inkml:trace contextRef="#ctx0" brushRef="#br0" timeOffset="200875.81">31470 8474 186 0,'-7'-7'188'0,"1"4"-15"15,6 3-2-15,-9-5-8 0,1 4-11 0,-1-2-11 16,9 3-12-16,-19 4-8 0,9 0-15 0,-1 0-9 0,0 0-8 15,2 4-7-15,-1 1-14 0,2-1-4 0,-2 5-6 16,4-5-8-16,0 0-4 0,3 2-5 16,0 0 0-16,3-2-5 0,-1 2 0 0,1-10-6 15,4 12-1-15,1-3-4 0,3-4-5 0,-3-1 3 0,5 2 2 16,0-2-8-16,3-3-3 0,-1 1-3 0,0 0-8 16,0-2-2-16,-3 1 2 0,-9-1-1 0,14-1-3 15,-14 1 0-15,10-2 1 0,-10 2 2 0,7-2-4 16,-7 2-2-16,0 0-1 0,3-5 4 0,-3 5 3 15,0 0 6-15,0 0-3 0,-18-7 0 0,18 7 8 16,-17-1-2-16,6 3 5 0,-2 0-1 0,1 0 6 16,-1 4 0-16,-1-3 2 0,2 2 17 0,2 3-4 15,-1-4-1-15,2 2 0 0,1 2-4 0,-1-2-3 16,1 2-4-16,5-1-3 0,1-2 5 0,1 3-9 16,1-8 2-16,1 10-6 0,3-4-15 0,4 0-21 15,-2-2-31-15,6-1-38 0,7-3-48 0,8 1-42 16,-6-2-49-16,0-6-131 0,6 1-392 0,1-1 173 15</inkml:trace>
  <inkml:trace contextRef="#ctx0" brushRef="#br0" timeOffset="201907.73">30328 5600 91 0,'0'0'128'0,"0"0"-14"0,0 0 1 15,0 0-18-15,0 0-12 0,0 0-6 0,0 0-9 16,0 0-13-16,0 0-3 0,0 0-4 0,0 0-5 15,0 0-4-15,0 0 0 0,0 0 0 0,0 0-11 16,0 0 3-16,0 0-11 0,0 0-2 0,0 0-2 16,9 24 4-16,-9-24 3 0,0 8 5 0,0 0-9 15,0-8 1-15,-2 10-2 0,2-10-4 0,0 11 1 16,0-11 0-16,0 9-1 0,0-9 2 0,2 8-5 16,-2-8 0-16,3 6-2 0,-3-6 2 0,3 5 0 15,-3-5-7-15,0 0 7 0,7 3 7 0,-7-3 2 16,0 0-2-16,14-3-3 0,-14 3 1 0,8-5 6 15,-8 5 6-15,8-6-6 0,-5 1 2 0,-3 5-1 16,8-9-1-16,-4 1-3 0,0 0 1 0,-2 0 3 16,1-1 2-16,-2 1-8 0,1-3 0 0,1 1 3 15,-3 1-3-15,0-2-4 0,0 11-2 0,0-14 1 16,0 7 0-16,0 7 6 0,-2-12-5 0,1 5-1 16,1 7-3-16,-6-8 1 0,4 3-7 0,2 5 0 15,-9-5 1-15,9 5-2 0,-12-1 2 0,12 1-4 16,-11 5-6-16,11-5-17 0,-13 5-11 0,8 0-15 15,-1-3-22-15,2 3-18 0,4-5-11 0,-5 12-17 16,3-6-12-16,2-6-127 0,3 15-273 0,-1-7 122 16</inkml:trace>
  <inkml:trace contextRef="#ctx0" brushRef="#br0" timeOffset="202256.01">31030 5527 141 0,'0'0'181'0,"0"0"-8"0,0 0-11 16,-15-9-18-16,15 9-6 0,-11 1-10 0,11-1-9 15,-15 2-12-15,6 2-1 0,-1 2-11 0,-4 0-8 16,4 0-10-16,-3 0-7 0,3 2-13 0,-1-1-5 16,-1 4-4-16,3-1-2 0,1 0-5 0,2-1-5 15,-1 1-3-15,4-1-4 0,1 0 0 0,1 1-3 16,1-10-3-16,5 15 4 0,3-5-6 16,1-3 3-16,2 0-5 0,7-2 1 0,0-2-13 0,5 3-10 15,-1-3-14-15,6-3-23 0,-8 0-22 0,2 1-33 16,0-2-25-16,-3-1-33 0,0-1-143 0,-2-1-321 15,-2 1 141-15</inkml:trace>
  <inkml:trace contextRef="#ctx0" brushRef="#br0" timeOffset="206994.87">25864 7474 36 0,'-2'19'62'0,"0"1"-4"0,-1 6-4 0,-2 0 3 16,1 4-12-16,1-3-4 0,1 0-1 0,0 2-6 16,4-1-5-16,0-1-11 0,0 0-7 0,3 0-12 15,-2-2-9-15,4 0-14 0,1 1-19 0,-3-2-26 16,1 2-73-16,2-8 34 0</inkml:trace>
  <inkml:trace contextRef="#ctx0" brushRef="#br0" timeOffset="207591.68">25428 8290 46 0,'0'0'85'0,"0"0"-3"16,0 0 2-16,0 0 0 0,0 0 2 0,0 16-10 15,0-16-8-15,5 13 2 0,1-4-5 0,-2 1-9 16,1 1-4-16,-1-1 3 0,4 5-5 0,-2-1-2 16,0 1-5-16,1-3-7 0,-3-2-4 0,2 1 3 15,-1 2-7-15,1-2-3 0,-2 0 2 0,0-4-10 16,1 1 5-16,-2-2 1 0,1-2 1 0,-4-4-9 0,5 10 5 15,-1-6 4-15,-4-4-3 0,2 7 4 0,-2-7 3 16,4 4 5-16,-4-4-4 0,0 0 8 0,0 0-2 16,0 0 3-16,0 0-5 0,0 0-6 15,0 0-1-15,0 0-6 0,9-11 0 0,-9 11-4 0,6-15-3 16,-2 4 7-16,-2 1-4 0,0-1-1 0,1-1-4 16,-2-1-6-16,0 0-1 0,1 2 5 0,-2-2-1 15,0 2-8-15,-2 1 5 0,1 3-1 0,1 7-1 16,-3-15-1-16,2 8 3 0,1 7 2 0,-4-9-5 15,4 9 2-15,0-7-4 0,0 7-5 16,-4-7 4-16,4 7-2 0,0 0-7 0,0 0-12 0,0 0-17 16,-2-6-5-16,2 6-1 0,0 0-5 0,0 0-9 15,0 0-3-15,0 0-7 0,0 0-12 0,0 0-2 16,10 19-8-16,-7-15 0 0,1 1 0 0,2 0-7 16,-1-1-62-16,2 1-172 0,-1 0 76 0</inkml:trace>
  <inkml:trace contextRef="#ctx0" brushRef="#br0" timeOffset="207769.27">25747 8440 64 0,'0'9'101'0,"0"-9"0"0,2 14-7 0,-2-6 2 16,0-2-16-16,0 4-17 0,0-1 8 0,-2 1-9 15,2-1-6-15,0 2-5 0,2 1-7 0,0-1-4 16,-2 1-13-16,2-2-18 0,-1 2-21 0,0-3-7 15,1 2-20-15,1-3-19 0,-3 3-81 0,0-5-150 16,0-6 66-16</inkml:trace>
  <inkml:trace contextRef="#ctx0" brushRef="#br0" timeOffset="208162.41">25636 8958 98 0,'0'10'115'0,"0"-1"-17"0,-2 1-4 0,4 0-15 16,-2 3-4-16,1-2-14 0,2 6-6 0,-3-6-5 15,1 7-24-15,0-7-16 0,-2 2-16 0,1 3-17 16,-1 0-13-16,-2-3-27 0,2-3-43 0,-3-1-115 16,2 1 52-16</inkml:trace>
  <inkml:trace contextRef="#ctx0" brushRef="#br0" timeOffset="213721.64">25379 8424 2 0,'-1'-9'35'0,"1"9"6"0,1-11 0 0,-1 11-1 16,3-8 6-16,-3 8 3 0,-2-10 8 0,2 10-10 15,-1-9 5-15,1 9-3 0,0-10-2 0,0 10 4 0,-2-8-6 16,2 8 1-16,0 0 3 0,-5-9-5 0,5 9 8 16,-5-5-9-16,5 5-2 0,0 0 1 0,-4-7-7 15,4 7-9-15,0 0 9 0,-7-3-3 0,7 3 1 16,0 0-1-16,-5-8-2 0,5 8-4 0,-4-5-3 16,4 5-1-16,0 0-2 0,0 0-11 0,-5-5 6 15,5 5-3-15,0 0 0 0,0 0-3 0,0 0 4 16,-4-6-9-16,4 6 7 0,0 0-3 0,0 0-2 15,0 0 8-15,-2-8 5 0,2 8-3 0,0 0 8 16,0 0-4-16,0 0 4 0,0 0-7 0,0 0 0 16,0-12-4-16,0 12 3 0,0 0-6 0,0 0 6 15,0 0-4-15,0 0-3 0,0 0-6 0,0 0 2 16,2-9-4-16,-2 9 4 0,0 0-4 0,0 0-6 16,0 0 5-16,0 0 5 0,0 0-4 0,0 0 6 15,0 0-4-15,0 0 4 0,0 0 0 0,11 18 2 16,-9-14-1-16,2 2-2 0,-1 0 2 0,2 3-1 15,-2-1-2-15,0 1 6 0,2 0-4 0,-2 1 4 16,-1 2 6-16,4-2 4 0,-2 6 0 0,1-5 1 0,2 1-3 16,2 1 2-16,1 1-3 0,0-5 2 0,1 2-9 15,3 1 1-15,-5-3 2 0,-1-2 1 16,0-1-4-16,1 1 2 0,-3 0-4 0,3 0-1 0,-5-3 5 16,1 0-5-16,2 2 2 0,-4-1-1 0,3 0-1 15,-1 0-1-15,1 0-2 0,-2-2 3 0,-4-3-5 16,10 7 1-16,-8-4-3 0,-2-3 3 0,5 7-3 15,-5-7-1-15,4 4 3 0,-4-4-1 0,0 0 2 16,4 4 0-16,-4-4 0 0,0 0-2 0,0 0 1 16,4 4 6-16,-4-4-6 0,0 0 3 0,0 0-5 15,0 0 6-15,0 0-3 0,10-12 4 0,-8 5-6 16,-1 1-2-16,3-4 3 0,0 1-4 0,0-2-1 16,1-5 4-16,-3 6-6 0,5-9 3 0,-2 3-7 15,1-3 8-15,3 2-13 0,-5-2 0 0,4 0 0 16,-2 2 7-16,1 3 0 0,-2-2-8 0,1 1 11 0,1 0-6 15,-4 5 2-15,1 0-2 0,-2 0 5 16,0 3-6-16,-2-1 7 0,0 8-3 0,2-13 3 16,-2 7 5-16,0 6 2 0,-2-10-3 0,2 10-1 15,0 0-1-15,0-13 2 0,0 13 0 0,-2-5 0 16,2 5 2-16,-6-6-2 0,6 6 4 0,0 0-3 16,-10-5-3-16,4 3 3 0,6 2-5 0,-12 1 6 15,12-1-7-15,-18 3 2 0,9 0 6 0,-2 1-6 16,1-1 2-16,4 0-3 0,-3-2 4 0,1 5-4 0,1-4-1 15,2 2 0-15,5-4 1 0,-9 7-3 0,9-7 3 16,-4 8 3-16,4-8-3 0,0 9-9 16,0-9 5-16,4 11-13 0,0-8-5 0,3 2-15 0,3 1-25 15,-2 1 4-15,3-2-11 0,1 0-11 0,1 0-5 16,0 3-2-16,2 0 1 0,2-1-2 0,1 2-2 16,-2-2 0-16,2-1-73 0,-2 3-181 15,-1-2 80-15</inkml:trace>
  <inkml:trace contextRef="#ctx0" brushRef="#br0" timeOffset="213924.28">25860 8484 19 0,'0'0'70'0,"0"0"-8"16,0 0 0-16,4 8 3 0,-4-8-13 0,2 4 8 16,-2-4 16-16,5 7 1 0,-5-7-9 0,4 7-2 15,-2-2-4-15,-2-5-14 0,2 11 0 0,0-5-1 16,1 1-10-16,-3 0-2 0,2 2-4 0,-2 3-3 15,3-2 4-15,-3 2-10 0,0-1 1 0,0 2-7 16,0 3-9-16,2-3-8 0,-2 3-27 0,0-1-15 16,2-3-31-16,0 0-88 0,-2 0-174 0,0 0 77 15</inkml:trace>
  <inkml:trace contextRef="#ctx0" brushRef="#br0" timeOffset="214259.53">25765 9117 138 0,'0'0'125'15,"0"0"-11"-15,0 0-7 0,0 0-11 0,0 0-14 16,0 0-7-16,4 32-9 0,-3-16-4 0,1 2-3 16,0-1-8-16,-2 2-4 0,0 4-11 0,2 3-16 15,0-7 10-15,0 9-11 0,-2-4-29 0,2-5-4 16,-2 1-23-16,0-1-21 0,1-2-21 0,-2 1-77 15,-1-1-167-15,4-5 75 0</inkml:trace>
  <inkml:trace contextRef="#ctx0" brushRef="#br0" timeOffset="-194360.36">19081 10041 6 0,'9'0'15'0,"-9"0"-5"16,10 0-2-16,-10 0-2 0,13-4-6 0,-8-1-8 15,2 2-8-15,-7 3 4 0</inkml:trace>
  <inkml:trace contextRef="#ctx0" brushRef="#br0" timeOffset="-191683.03">25704 7281 57 0,'0'-7'63'0,"0"7"-9"16,0 0 1-16,0 0-3 0,0 0-9 0,0 0-4 0,5-9-3 16,-5 9-4-16,7-7 0 0,1 5-15 0,0 0 3 15,0-1-6-15,3-1-4 0,3 0-5 0,1 0 7 16,2 1-11-16,2-1 3 0,2-3-1 16,-1 4-1-16,7-4-3 0,1 1-2 0,4 0-1 0,-3 2 4 15,3-2 0-15,1-1-6 0,2 1 4 0,-1 0-13 16,6 1 8-16,0-1 2 0,-4 0-2 0,18-1-1 15,0 0-1-15,0 2 6 0,2-1-5 16,-5 2 2-16,6 1-4 0,-3 0 6 0,0 2-4 16,-3-3 6-16,-1 1-3 0,-10 2 2 0,12 0-3 0,-12 0-3 15,12 0-3-15,-14 0 4 0,14 0 2 0,-14-1-2 16,14 1-1-16,-12 2-1 0,12-1 6 0,-12 0 1 16,10 2 0-16,1-2-4 0,-13-2 11 15,14 2-6-15,0-1-1 0,-15 1-6 0,2-2-2 0,1 4-3 16,-3-2 0-16,1-2 2 0,1 1-8 0,0-1-3 15,-2 1 6-15,-2 2 1 0,3-2 0 0,0 1 2 16,-2 0 2-16,2 0-4 0,0 0 1 0,-4 0 1 16,2-2 9-16,0 2-4 0,2 0 1 0,-1-1 2 15,-4 1-2-15,0-3-7 0,1 3-17 0,-4 0 7 16</inkml:trace>
  <inkml:trace contextRef="#ctx0" brushRef="#br0" timeOffset="-191418.72">29222 7161 11 0,'11'4'17'0,"3"0"-12"0,-2 0 4 15,1 1-3-15,-1-2 2 0,0 0-3 16,2 2 1-16,-3-1 0 0,1 3-2 0,6-1 4 16,-3 1-7-16,-2 1 3 0,2-4-2 0,2 7-2 15,-2-5 2-15,3 3-4 0,0-3-4 0,-3 4 0 16,3-3-1-16,-1 1-6 0,-1 1-12 0,0 0 5 16</inkml:trace>
  <inkml:trace contextRef="#ctx0" brushRef="#br0" timeOffset="-190627.14">31003 8790 28 0,'1'16'37'0,"-3"0"-1"0,1 1-8 0,-1 2 0 16,4 0-6-16,-2-5-4 0,1 1-2 0,-2 4-2 16,1-5-2-16,0 1-1 0,0 2-4 0,-2-1 2 15,-1 2-8-15,0 9-1 0,1-8 10 0,-2-2-2 16,0 3-3-16,0-2-3 0,-1 2-7 0,0-1-3 15,-1 10-14-15,0 0 4 0,2-5 0 0,-2 1 4 16,3 0-5-16,-2-2-13 0,0-4 30 0,0 7-24 16,0 0-28-16,0-2 12 0,4-4 50 0,-3 4 0 15,-1 2 3-15,-2-8 0 0,2 2-3 0,-1 4-8 16,-4 5 6-16,-1-5 2 0,4-7 0 0,0 2-6 16,0-3 9-16,-1 1 5 0,-1-1-2 0,0 2 2 15,0 0 10-15,0-2 2 0,0-2 0 0,2 1 1 16,-5-1 2-16,6-2-5 0,-6 1 0 0,1 1 1 15,-2 0-6-15,0-1-4 0,0 1-1 0,0-3 3 16,-4 9-1-16,3-9-2 0,-3 1-2 0,2-2-5 16,-2 1-7-16,-1-2-6 0,-5 6 4 0,5-7-2 15,2 3-6-15,-3-1-3 0,1-1-12 0,2 1 3 16,-2 0 5-16,2 0 8 0,2 0 2 0,-2-1 0 16,1-2 3-16,5 1 5 0,-2-1-7 0,-2 3 8 15,0-1-8-15,2-2-2 0,-3 3-6 0,0 0-3 0,1 3-48 16,-4-1-68-16,4-4 30 0</inkml:trace>
  <inkml:trace contextRef="#ctx0" brushRef="#br0" timeOffset="-190371.44">28629 10065 26 0,'-35'-7'58'0,"2"2"-21"0,2-2-13 16,-1 3-21-16,2 1-28 0,-3-3-27 0,-1 2 12 15</inkml:trace>
  <inkml:trace contextRef="#ctx0" brushRef="#br0" timeOffset="-186986.48">18767 12236 17 0,'0'0'52'0,"-4"8"-12"0,4-8-8 0,0 0-10 0,0 0-3 16,3 11-20-16,-3-11-12 0,6 7-15 0,-4-3-31 15,-2-4 14-15</inkml:trace>
  <inkml:trace contextRef="#ctx0" brushRef="#br0" timeOffset="-186747.67">19649 12181 5 0,'0'0'-2'0,"0"0"0"0</inkml:trace>
  <inkml:trace contextRef="#ctx0" brushRef="#br0" timeOffset="-169975.04">8252 7425 60 0,'-6'-14'151'16,"6"14"1"-16,0 0-6 0,0 0-8 0,-1-9 0 0,1 9-3 15,0 0-6-15,0-10-1 0,0 10-2 0,0 0-2 16,-2-9-6-16,2 9-3 0,-2-7-4 0,2 7-4 16,0 0-7-16,0 0-3 0,-2-9-7 0,2 9-2 15,0 0-7-15,-4-6-3 0,4 6-9 0,0 0-8 16,0 0-6-16,0 0 3 0,0 0-14 0,0 0-7 16,0 0 0-16,0 0-8 0,0 0-4 15,0 0-3-15,0 0-10 0,0 0 1 0,0 0-4 0,0 0-5 16,0 0-5-16,0 0-11 0,0 0 2 0,0 0-1 15,0 0 1-15,0 0 2 0,0 0-3 0,6 28 0 16,-4-20-2-16,-1 5 0 0,1-1 5 0,2 3 1 16,0 0-3-16,0 1 3 0,0 1 2 0,1 1 0 15,1-2 0-15,1 1 4 0,-3 0-2 0,1 0 2 16,0 0-2-16,2-1 5 0,-3-5-5 0,0 6 2 16,0-8-1-16,-2 4 2 0,2-3-3 0,-1-1 1 15,1 2-2-15,-2-2-3 0,0 0-3 0,1-1-2 16,-1-1-2-16,-1-1-1 0,-1-6-1 0,0 11 3 15,0-11-1-15,0 9 2 0,0-9 4 0,2 7 0 16,-2-7 0-16,2 5 9 0,-2-5-2 0,0 0 5 16,0 0 9-16,0 0 10 0,0 0 4 0,0 0-2 0,0 0 6 15,0 0-5-15,0 0-3 0,0 0 0 16,0 0 4-16,0 0-7 0,0 0-2 0,2-22-1 16,-2 22-5-16,4-10 0 0,-3 6-4 0,-1 4 7 15,3-11-4-15,-3 11-3 0,3-7-8 0,-3 7 5 0,3-10-5 16,-3 10 2-16,9-6 0 0,-6 0-3 0,-1 2-4 15,-2 4 2-15,7-7-3 0,-7 7-6 0,5-3-6 16,-5 3-2-16,5-5-7 0,-5 5 0 16,0 0-6-16,0 0 0 0,13 0 0 0,-13 0 2 0,0 0-2 15,0 0 5-15,11 5 2 0,-11-5 4 0,7 4-2 16,-5 0 3-16,-2-4-2 0,7 6 2 0,-5 0 8 16,2-2 0-16,-1 1-1 0,-1 2 3 0,-2-7-10 15,5 10-10-15,-3-4-5 0,-2-6-15 0,3 13-9 16,-1-4-24-16,-1 0-17 0,3-3-20 0,0 2-19 15,-2 0-15-15,1 0-3 0,1-2-89 0,-2-1-267 16,1 3 119-16</inkml:trace>
  <inkml:trace contextRef="#ctx0" brushRef="#br0" timeOffset="-168664.83">8206 7486 76 0,'-4'-7'69'0,"4"7"2"0,-3-6-13 0,3 6-7 15,-2-8-8-15,2 8-1 0,-3-5-5 0,3 5 6 16,-2-10-7-16,2 10-5 0,-2-8-5 16,2 8-5-16,-1-9 8 0,1 9-3 0,0-10 3 15,0 10 1-15,-1-9-8 0,1 9-11 0,0-11 10 0,0 11-4 16,0-10 2-16,0 10-5 0,0-8-5 0,0 8-1 16,0 0 2-16,0-11-8 0,0 11-8 15,0 0 11-15,1-7-11 0,-1 7 1 0,0 0-4 16,0 0-3-16,1-7 0 0,-1 7 0 0,0 0 9 0,0 0 0 15,0 0-3-15,0 0 6 0,0 0-5 0,0 0 3 16,2-11 5-16,-2 11 1 0,0 0 5 0,0 0 3 16,0-8 8-16,0 8-4 0,0 0 3 15,0 0 1-15,0 0 1 0,0-10-4 0,0 10 6 16,0 0 1-16,0 0 4 0,0 0-9 0,0 0 10 0,0 0-5 16,0 0-3-16,1-8 12 0,-1 8-13 0,0 0-3 15,0 0 1-15,0 0-1 0,0 0-4 0,0 0 0 16,0 0-6-16,0 0-7 0,0 0-6 0,0 0 11 15,0 0-7-15,5 23-1 0,-4-15 3 0,3 5 0 16,1 3-6-16,0 3 6 0,2 6 5 0,-2-2-4 16,2 4-2-16,0 1 0 0,0-2 4 0,-1 2 4 15,0 1 7-15,0-2-14 0,3 0 14 0,-4-2 1 16,-1-6-1-16,3 6-1 0,-3-8 4 0,-2 2 1 16,1-1-5-16,0-2-5 0,1 0 2 0,-1-1 1 15,-1-3 3-15,1-3-7 0,-2 3 3 0,0-2 1 16,1-1-8-16,-2 0 11 0,1-4-5 0,-1-5-2 15,1 12-2-15,-1-12 2 0,2 6-5 0,-2-6 3 16,0 0 0-16,1 10 10 0,-1-10 7 0,0 0 3 16,0 0 13-16,0 0 5 0,0 0 10 0,0 0 4 15,0 0 5-15,1 6 5 0,-1-6 4 0,0 0-4 16,0 0-10-16,0 0 2 0,0 0-6 0,0 0-7 16,0 0-2-16,0 0 7 0,0 0-6 0,-2-28-4 15,2 28-16-15,1-11-1 0,0 2-3 0,2-1-9 16,-2-1-3-16,4 0-4 0,-1 1-10 0,2-6 2 0,2 0-5 15,-2 0-3-15,3 0 2 0,-2 5 1 0,-1 1 0 16,-1 1-1-16,2 0-2 0,1 2 5 16,0-2-9-16,1 2 1 0,-2 1-7 0,0 2 12 15,-2 0-3-15,0-1-7 0,2 3-5 0,-7 2-10 0,13-3 4 16,-13 3 0-16,11 0 1 0,-11 0 4 0,17 6 2 16,-8 2 0-16,1-1 5 0,0 3-1 15,0 2 4-15,1 1 1 0,0 4 6 0,-1-2 3 16,-1 0 3-16,3 2 9 0,-6-1-4 0,1-1 2 0,-2-3-3 15,0 3 1-15,0-4-5 0,0 2 1 0,-3-3 1 16,2 2 6-16,-1-3-3 0,1 0-3 0,-3-4 0 16,2 3-6-16,-1 0-10 0,0-2-15 15,-2-6-18-15,3 11-23 0,1-6-26 0,-3 2-25 0,-1-7-26 16,2 7-101-16,-2-7-271 0,1 7 121 0</inkml:trace>
  <inkml:trace contextRef="#ctx0" brushRef="#br0" timeOffset="-167942.48">8809 8064 98 0,'0'0'147'0,"11"-12"-11"0,-6 7-11 0,3 0-4 15,-3-4-8-15,3-1-3 0,1 2-5 0,-2-3 1 16,1 0-10-16,-1 2-6 0,-1-2-7 0,1-5-4 16,0 6-9-16,-2-2-2 0,0-5-8 15,0 1-6-15,-2 0-4 0,2 1-4 0,-3-2-4 0,0 1-3 16,-1 0-7-16,-1-1-6 0,-3 5-2 0,2-4 1 15,-1 3 3-15,-3 0 2 0,0 2-3 0,2 0-2 16,-2 4-3-16,0-2-2 0,1 3-3 0,-1 2-4 16,-2 0 1-16,7 4-2 0,-10-6-8 0,10 6 5 15,-13 2-1-15,13-2-6 0,-16 8 1 0,7-4 0 0,1 4-5 16,1-4 2-16,0 5 1 0,2 1-3 16,0-2 5-16,1 2-6 0,3-2 2 0,-2-2-2 15,3-6-1-15,3 13-1 0,0-6 4 0,1-2 4 16,2 0-6-16,0 0 8 0,4-4-2 0,2 1 0 15,0-2-3-15,2 0 0 0,6-2 3 0,-2 2-3 0,-1-3 1 16,0 3 4-16,-3 0-6 0,-1-1 0 16,-3-2-2-16,3 3 4 0,-3-2-4 0,-2 2 4 15,3 0 0-15,-11 0-6 0,12 2 2 0,-7-2 0 16,-5 0-4-16,11 4 6 0,-7-1-4 0,0 3 5 0,-1 1 0 16,0 1 6-16,0 1-1 0,1 1-3 15,-2 1 2-15,0 1-2 0,-1-1 5 0,-1 2 4 16,1 2-4-16,-2-4 0 0,1 2 1 0,0 1-1 15,0-3-4-15,0 0 3 0,0-1 0 0,0-1-1 0,0 0-3 16,1 1-15-16,-1-10-17 0,4 12-28 0,-4-6-31 16,3-1-44-16,-3-5-48 0,5 9-109 0,-1-6-315 15,-4-3 140-15</inkml:trace>
  <inkml:trace contextRef="#ctx0" brushRef="#br0" timeOffset="-167715.28">9372 7846 153 0,'0'0'148'0,"0"0"-22"16,0 0-7-16,8-1-8 0,-8 1-20 0,0 0-28 15,15 1-21-15,-7-2-38 0,3-1-30 0,-2 0-31 16,2 3-72-16,-11-1-140 0,15-2 62 0</inkml:trace>
  <inkml:trace contextRef="#ctx0" brushRef="#br0" timeOffset="-167555.62">9413 7943 109 0,'-10'6'170'0,"10"-6"-7"0,-4 6-11 0,4-6-4 0,-4 5-12 16,4-5-9-16,0 0-14 0,0 0-7 0,0 0-19 16,8 11-23-16,0-8-35 0,-1-3-47 0,5-1-38 15,1-1-65-15,-2 1-81 0,7-2-219 0,-3-3 98 16</inkml:trace>
  <inkml:trace contextRef="#ctx0" brushRef="#br0" timeOffset="-162244.25">9890 7374 22 0,'0'0'121'0,"0"0"-7"0,-4-7-10 0,4 7 0 0,0 0-9 16,0 0 1-16,0 0-3 0,-1-7-4 16,1 7-15-16,0 0-3 0,0 0-4 0,0 0-2 0,0 0-6 15,0 0 2-15,0 0-13 0,0 0-2 0,0 0-7 16,0 0-3-16,0 0-7 0,0 0-1 0,0 0-11 16,0 0 3-16,0 0-2 0,0 0-3 0,0 0 2 15,0 0-8-15,0 0-4 0,0 0 7 0,0 0-2 16,1 25-3-16,0-17 1 0,2 3 3 0,-2 0-5 15,-1-1-3-15,3 3-5 0,-2-2 5 0,2 5 2 16,-1-4 2-16,2 4-1 0,-2-4-5 0,0 5-2 16,-1 0 4-16,3-1 3 0,-1 2-1 0,-2-1 1 15,0-2 8-15,2 2-14 0,-2-1 4 0,0-3-2 16,-1 3-2-16,2-5 4 0,-1 3 1 0,0-3-6 16,0 2 5-16,-1-2 1 0,0 0-2 0,0-4 1 15,2 2 2-15,-2 1-8 0,1-3 5 0,-1-7-1 16,0 12-7-16,2-5 5 0,-2-7 4 0,3 7 0 15,-3-7 0-15,1 6 1 0,-1-6-2 0,1 7-1 16,-1-7 0-16,0 0 5 0,0 0-2 0,2 8 9 16,-2-8 4-16,0 0 1 0,0 0 1 0,0 0 9 15,0 0 3-15,2 5 5 0,-2-5 6 0,0 0 6 16,0 0-4-16,0 0-4 0,0 0-5 0,0 0 0 16,0 0-3-16,0 0-6 0,0 0-2 0,0 0-3 15,0 0-2-15,0 0 0 0,-4-24-2 0,4 24-5 16,0 0-2-16,0-12 1 0,0 12 0 0,2-12-4 0,-1 2 0 15,-1 10 0-15,3-14 3 0,-2 9-5 16,0-3-3-16,2 2-1 0,2 1-4 0,-1 0 5 16,0-1-4-16,-4 6 5 0,7-11-5 0,-3 6-5 15,0-2 5-15,0 4 2 0,-4 3-5 0,7-6 6 0,1 3-6 16,-2 0 0-16,-6 3 4 0,13-3-2 16,-5 2-2-16,1 0 2 0,-2 0-4 0,-7 1 3 15,13-2-4-15,-5 2 3 0,-8 0 2 0,14 2-4 16,-8-2 4-16,2 2-3 0,-8-2-1 0,12 4 1 15,-9 1-1-15,3-2 1 0,0 1-1 0,-1 2 4 16,-1-1-4-16,0 0 4 0,0 0 0 0,-2 0-1 16,2 1 2-16,-1 1 0 0,2 1-4 0,-2-1 7 15,0 0-7-15,-2-1 5 0,2 0-2 0,-3-6-1 0,2 12 3 16,0-6 2-16,-1 0-7 0,-1-6 9 0,2 12-5 16,-2-8 2-16,0-4-9 0,3 11-19 0,-2-4-19 15,-1-7-22-15,0 10-19 0,0-10-28 16,3 7-21-16,-3-7-34 0,0 9-105 0,0-9-299 0,0 0 133 15</inkml:trace>
  <inkml:trace contextRef="#ctx0" brushRef="#br0" timeOffset="-161480.96">10396 7625 2 0,'0'0'118'0,"0"0"-13"0,0 0-5 0,0 0-3 15,0 0-5-15,0 0-3 0,0 0-11 0,0 0-9 16,0 0-10-16,0 0 4 0,0 0-11 0,3-7 6 16,-3 7-2-16,0 0-13 0,0 0 2 0,0 0-5 15,0 0-1-15,0 0 5 0,0 0-4 0,0 0-3 16,0 0 11-16,0 0-11 0,0 0-4 0,0 0 4 16,0 0 1-16,0 0-7 0,0 0 10 0,0 0-9 15,0 0 3-15,0 0 0 0,0 0-1 0,0 0-2 16,0 0 1-16,0 0 0 0,0 0-4 0,0-9-2 15,0 9-5-15,0 0 2 0,0 0-3 0,0 0-2 16,0 0-2-16,0 0-1 0,0 0-9 0,0 0 6 16,0 0-9-16,0 0 2 0,0 0-4 0,0 0-3 15,0 0 5-15,0 0-1 0,0 0 0 0,2 23-2 16,-1-13-2-16,1 1 3 0,0 0-13 0,-2-1 15 16,2 2-2-16,-1 1-2 0,0-5 3 0,0 4 0 15,-1-2 0-15,3 2-3 0,-3 0 3 0,0-1 2 16,1 0 0-16,-1 0 2 0,2 0-1 0,-1-2-2 15,-1-1-2-15,0 2 5 0,0-1 0 0,0-9 0 0,0 13 1 16,1-5-5-16,-1-8 3 0,0 10 1 0,1-3-3 16,-1-7 2-16,-1 8 0 0,1-8 0 15,1 7-4-15,-1-7-4 0,2 7 7 0,-2-7-3 16,2 6 0-16,-2-6 3 0,0 0-1 0,0 0 0 16,3 7-5-16,-3-7 4 0,0 0 1 0,0 0 0 0,0 0-4 15,0 0-3-15,1 8-21 0,-1-8-15 16,0 0-15-16,0 0-19 0,0 0-25 0,0 0-23 15,0 0-24-15,0 0-126 0,0 0-292 0,0 0 129 16</inkml:trace>
  <inkml:trace contextRef="#ctx0" brushRef="#br0" timeOffset="-161067.28">10537 7699 128 0,'0'0'130'0,"0"0"-10"0,6-6-3 15,-6 6-11-15,0 0-6 0,13 0-4 0,-13 0-9 16,9 2-3-16,-9-2-16 0,13 4-3 0,-7-3-3 16,-1 2-6-16,1 0-6 0,0 0 4 0,-1 3-1 15,4 1-5-15,-7-4-3 0,2 3-13 0,-1 1 12 16,-2 1-2-16,-1 0-6 0,0-8 3 0,0 17 0 15,-3-7 1-15,-1-1-8 0,-1 0 2 0,0-2-5 16,0 1-1-16,0 0 1 0,0 1-4 0,0-7 5 16,1 3 0-16,-2-1-2 0,6-4-6 0,-7 8-3 15,3-4-2-15,4-4 3 0,-5 4-3 0,5-4-1 16,0 0-5-16,-5 6 6 0,5-6 3 0,0 0-5 16,0 0-6-16,-5 3 0 0,5-3-3 0,0 0 3 15,0 0-5-15,0 0 1 0,0 0-3 0,0 0 2 16,0 0-2-16,0 0-1 0,0 0 1 0,0 0 1 15,0 0-1-15,13 7-1 0,-13-7 4 0,9 3-4 16,-9-3-6-16,12 1-17 0,-4 0-21 0,2-1-32 16,3-2-40-16,-1 1-49 0,-2-1-140 0,1 2-329 15,0-3 146-15</inkml:trace>
  <inkml:trace contextRef="#ctx0" brushRef="#br0" timeOffset="-160860.58">10866 7664 40 0,'0'0'131'16,"0"0"-5"-16,0 0-22 0,12-5-9 0,-12 5-6 0,14-2-7 15,-14 2-27-15,15-2-18 0,-6 1-17 16,-1 1-26-16,-8 0-20 0,14 0-15 0,-14 0-21 15,13 0-46-15,-13 0-116 0,5 3 52 0</inkml:trace>
  <inkml:trace contextRef="#ctx0" brushRef="#br0" timeOffset="-160716.18">10879 7732 18 0,'-4'6'91'0,"4"-6"-9"0,0 0 9 15,0 0-10-15,0 0 6 0,0 0-20 0,-4 6 1 16,4-6-8-16,0 0-10 0,0 0-7 0,0 0 3 15,17 2-28-15,-17-2-37 0,22-4-25 16,-8 2-80-16,3-1-133 0,1-3 59 0</inkml:trace>
  <inkml:trace contextRef="#ctx0" brushRef="#br0" timeOffset="-160108.72">11336 7346 163 0,'-4'-5'201'0,"4"5"-13"16,-7-9-8-16,7 9 5 0,-4-5-13 0,4 5-17 16,0 0-17-16,-7-7-15 0,7 7-15 0,0 0-9 15,0 0-15-15,0 0-5 0,0 0-15 0,0 0-7 16,0 0-1-16,0 0-9 0,0 0-4 0,15 27-4 15,-10-17-3-15,4 4-3 0,-5-3-2 0,3 3-1 16,0-1-7-16,1 2-2 0,-2 0-3 0,0-5 2 16,-1 2-1-16,1-1-2 0,-3-1-4 0,3-1 0 15,-4 3-2-15,1-5 0 0,-1 1-5 0,3-2 3 16,-3 1 1-16,0 0-4 0,-2-7 2 0,4 7-2 16,-4-7-1-16,5 6 3 0,-5-6-4 0,1 6 5 15,-1-6-4-15,0 0 3 0,3 7 0 0,-3-7 2 16,0 0-4-16,0 0 5 0,0 0-5 0,0 0 1 15,0 0-3-15,0 0-4 0,13-14 5 0,-10 6-2 16,4 1 0-16,-3-1 1 0,1-3-3 0,-1 0 2 16,3 2 1-16,-2-2-2 0,2-4-9 0,1 0-3 15,-3 1 3-15,2 2 0 0,-4 0 2 0,3-2 0 16,-1 3 2-16,-1 0-4 0,0 0 5 0,0 2-1 16,0-2-2-16,-2 2 1 0,2 1 2 0,-4 2-2 15,2-1 1-15,-2 7-1 0,0-14 2 0,0 14 0 16,1-7 2-16,-1 7-4 0,1-10 0 0,-1 10 2 15,0 0 0-15,0 0-4 0,-1-9 2 0,1 9 1 16,0 0-3-16,0 0-1 0,0 0 1 0,-17 3 0 16,17-3 4-16,-11 10-6 0,3-6 2 0,2 1 1 15,-2 2-1-15,3-2 1 0,0 0 2 0,-1-1 0 16,4 2-3-16,2-6 3 0,-6 10 0 0,6-10-4 16,0 11 4-16,0-11-2 0,6 11 1 0,0-7-14 15,3 1-8-15,5-2-19 0,-3-2-19 0,8 2-24 16,0 0-24-16,1-2-24 0,3-2-16 0,-3 1-23 15,1 0-96-15,1 1-292 0,-3-1 129 0</inkml:trace>
  <inkml:trace contextRef="#ctx0" brushRef="#br0" timeOffset="-159898.59">11820 7391 14 0,'0'0'169'0,"0"0"-2"0,6 2-12 16,-6-2-14-16,0 0-15 0,0 0-12 15,0 0-14-15,0 0-11 0,0 0 2 0,0 9-6 16,0-9 3-16,-5 12-6 0,5-12-9 0,-4 13-5 16,0-3-5-16,1-3-8 0,0 3-3 0,2 0-8 0,0-1-4 15,-3 0-4-15,4 0-2 0,-2 1-5 16,2-2-21-16,0 1-19 0,0 1-30 0,0-10-22 16,0 17-30-16,0-9-37 0,0-1-135 0,0 3-285 15,0-10 126-15</inkml:trace>
  <inkml:trace contextRef="#ctx0" brushRef="#br0" timeOffset="-159687.05">11305 7781 5 0,'0'0'157'0,"0"0"-4"0,0 0-13 16,0 0 2-16,0 0-6 0,29 1-9 0,-2-3-13 15,4-3-13-15,1-1-9 0,2 0-6 16,2-4-9-16,1 4-9 0,0-3-14 0,1 3-22 0,-3 3-34 16,-1-4-23-16,-2 1-45 0,-3 1-39 15,0 1-104-15,-13 3-231 0,2 0 102 0</inkml:trace>
  <inkml:trace contextRef="#ctx0" brushRef="#br0" timeOffset="-159226.97">11568 7842 103 0,'-8'3'143'0,"8"-3"-15"16,0 0 0-16,-3 7-6 0,3-7 1 0,0 0-3 15,1 15-7-15,3-6-4 0,-1 1-12 16,2 1-9-16,-1 1-8 0,-1 0-10 0,5 3 4 0,-3 0-9 15,2 1 7-15,-3-1-9 0,3-1-2 16,-4-2-6-16,5 0-5 0,-5-3-4 0,2 1-3 0,-1-2-7 16,-2-1-1-16,2 2-4 0,0-4-4 0,1 1-3 15,-5 1 1-15,0-7-3 0,5 6 1 16,-5-6-3-16,7 8-2 0,-7-8-4 0,3 4 2 0,-3-4 1 16,0 0-1-16,0 0 7 0,3 6 8 0,-3-6 3 15,0 0 0-15,0 0-6 0,0 0-5 0,0 0-1 16,5-16 0-16,-5 16-4 0,8-13 2 0,-6 2-6 15,3 0-1-15,-3-1 0 0,8-6-3 0,-4 2-2 16,3-2 1-16,-4 1 0 0,4 0-3 0,-1-1 0 16,0-1-2-16,-2 5-2 0,1-1 1 0,-3 3 2 15,1 1-2-15,-2 0-2 0,1 1 0 0,0 0 1 16,-4 5 3-16,0 5-6 0,2-13 2 0,-2 13 0 16,3-6-5-16,-3 6 4 0,5-6-1 0,-5 6-4 15,0 0-3-15,0 0-5 0,0 0-13 0,0 0-14 16,0 0-14-16,0 0-16 0,0 0-25 0,0 0-25 15,0 0-25-15,-23 18-30 0,18-10-141 0,-1 1-341 16,-1 0 151-16</inkml:trace>
  <inkml:trace contextRef="#ctx0" brushRef="#br0" timeOffset="-158933.62">11897 7984 168 0,'8'0'177'16,"-8"0"-10"-16,13 2-21 0,-6-2-8 0,-1 4-11 16,2-2-5-16,-2 1-9 0,-6-3 0 0,9 11-11 0,-5-4-8 15,-2 2 1-15,-2 0 6 0,-2 1-1 16,-3 0 1-16,-1 3-12 0,-2 2-4 0,-5-3-5 16,3 1-3-16,-1 0-3 0,-3-2-9 0,5-1 0 15,0-1-12-15,0-2-4 0,1 0-2 0,-2 0-7 16,5-1-4-16,0-2-3 0,3 1 0 0,2-5-9 15,-6 7-2-15,4-4 0 0,2-3-4 0,0 0 2 16,0 0-3-16,13 10-2 0,-4-10-17 0,4 0-27 16,4-3-20-16,4-1-33 0,7-2-34 0,5-2-50 15,-1 0-42-15,1 1-155 0,-2-2-393 0,2-2 174 16</inkml:trace>
  <inkml:trace contextRef="#ctx0" brushRef="#br0" timeOffset="-156292.79">12181 7485 88 0,'0'0'103'0,"0"0"-21"0,0 0-7 0,0 0-12 15,0 0-1-15,0 0-6 0,0 0-2 16,0 0-2-16,18 21-4 0,-10-13-2 0,-2 0 3 15,1 1 2-15,-2 1-5 0,3-1-10 0,-2 1 1 0,2 0 4 16,0-1-17-16,-2 2 10 0,1 0-8 0,1-1 1 16,-2-1-1-16,1 2-8 0,-1-4-3 15,-1 1 1-15,4 0-32 0,-4 1-23 0,-1-5-25 16,0 1-28-16,-2 1-69 0,-2-6-175 0,2 8 78 16</inkml:trace>
  <inkml:trace contextRef="#ctx0" brushRef="#br0" timeOffset="-156072.87">12295 7529 54 0,'0'0'134'0,"-4"-7"-5"16,4 7-7-16,0 0-4 0,0 0-14 0,0 0-3 0,0 0-6 15,-14 14-4-15,12-8-11 0,-5 3-5 0,5 1-4 16,-5 1-9-16,1 0-5 0,0 1-4 0,-5 4-5 15,5-5-4-15,-5 3-3 0,-1 1-9 0,2-1-13 16,-1-1-32-16,3-1-30 0,1-3-13 16,1-2-17-16,-1 3-25 0,3-1-111 0,-3-3-224 0,2 3 100 15</inkml:trace>
  <inkml:trace contextRef="#ctx0" brushRef="#br0" timeOffset="-155602.25">12389 7370 104 0,'0'0'150'16,"1"-9"-8"-16,-1 9-13 0,0 0-23 0,0 0-8 15,0 0-2-15,0 0-17 0,0 0-8 0,0 0-11 16,0 0 3-16,18 13-1 0,-12-5-3 0,-1 0-1 15,4-1-4-15,0 2-3 0,-3 0-1 0,3 1-7 16,-1 2-6-16,-2-4 2 0,3 1-1 0,-2 1-6 16,4-1-2-16,-4 1-4 0,0-2-3 0,1 1 0 15,0 0-2-15,-2-3-3 0,-1-2 0 0,-1 2 1 16,4 0 3-16,-2-1-8 0,-4 0-6 0,-2-5 4 16,7 6-1-16,-3-4-6 0,-4-2 3 0,0 0 3 15,6 5 6-15,-6-5-1 0,0 0 3 0,0 0 5 16,5 3 6-16,-5-3-7 0,0 0 3 0,9-13 1 15,-8 7-2-15,3-1 3 0,-2-5-3 0,2 0 0 16,-2 0-3-16,3-4 0 0,-3 0 2 0,3-1-6 16,0-1-1-16,1 1-3 0,-2-1 0 0,1 2 0 15,-3 0-5-15,0 5 1 0,0 0 1 0,-2 1-4 16,0 1-1-16,2 2 4 0,-2 7-4 0,3-13-2 16,-3 13 0-16,0-11 0 0,0 11-2 0,0-8-6 15,0 8-12-15,5-5-15 0,-5 5-20 0,0 0-5 16,0 0-11-16,6-2-16 0,-6 2-15 0,0 0-23 15,11 9-17-15,-6 1-19 0,-1-1-106 0,1 0-282 0,-2 2 124 16</inkml:trace>
  <inkml:trace contextRef="#ctx0" brushRef="#br0" timeOffset="-155290.75">12831 7533 122 0,'0'0'148'16,"0"0"-10"-16,0 0-14 0,0 0-15 0,0 0-9 0,0 0-8 15,0 0-13-15,0 0-9 0,0 0-4 16,15-5-4-16,-15 5-13 0,0 0-6 0,6 3-9 0,-6-3 5 16,7 7-6-16,-4-3-4 0,-1 4 7 15,-2-1 1-15,0-7 0 0,-2 22 2 0,2-10-3 0,-3 2 7 16,0 1 1-16,-3 3-6 0,1-6-2 0,1 3-7 15,0-2 2-15,-1-5-2 0,3 2-3 16,0-3-5-16,-1-3-1 0,3-4-1 0,-4 11-3 16,2-5 2-16,2-6-4 0,0 0 0 0,6 7 3 0,-6-7-10 15,14 2-15-15,-3-6-31 0,9 3-28 0,12-9-29 16,1 2-34-16,5-2-138 0,12-4-289 0,-14 1 127 16</inkml:trace>
  <inkml:trace contextRef="#ctx0" brushRef="#br0" timeOffset="-154732.92">11859 7948 8 0,'-6'16'104'0,"-11"6"-3"0,2 2-7 15,-7 1-18-15,-1 4 0 0,-10 8-11 0,1 1-1 0,-1-3-19 16,1 1-20-16,5-10-12 0,-7 9-29 0,-2-2-27 15,3 1-59-15,4-9-111 0,1-1 49 0</inkml:trace>
  <inkml:trace contextRef="#ctx0" brushRef="#br0" timeOffset="-154476.45">12850 7287 92 0,'-34'34'130'0,"-4"3"-20"0,-2 5-23 0,-5 2-22 15,-18 19-31-15,4 3-46 0,-3 3-73 0,-4-5-91 16,3 3 41-16</inkml:trace>
  <inkml:trace contextRef="#ctx0" brushRef="#br0" timeOffset="-142160.78">20814 10071 13 0,'0'0'64'0,"0"0"0"0,0 0 2 0,0 0-9 16,0 0 0-16,12-9 1 0,-12 9-12 16,0 0-1-16,0 0 2 0,0 0-7 0,0 0 1 0,0 0 7 15,0 0-12-15,0 0-3 0,0 0-3 0,0 0 0 16,2-7-3-16,-2 7 8 0,0 0-13 0,0 0-2 16,0 0 0-16,0 0 1 0,0 0-4 0,1-9 0 15,-1 9-3-15,0 0 0 0,0 0 0 0,0 0 0 16,0-9-4-16,0 9-3 0,0 0-1 0,0 0-4 15,2-9 3-15,-2 9 1 0,1-6-2 0,-1 6 3 16,0 0-3-16,5-7 10 0,-5 7-11 0,0 0 0 16,3-6 2-16,-3 6-4 0,0 0 3 0,0 0 4 15,2-8-1-15,-2 8-13 0,0 0 5 0,0 0 5 16,0 0 5-16,0 0-6 0,0-10 5 0,0 10 1 16,0 0-6-16,0 0 6 0,0 0-5 15,0 0 4-15,0 0-2 0,0 0 3 0,0 0 1 16,0 0-9-16,0 0 16 0,0 0-14 0,0 0-8 0,0-8 5 15,0 8 1-15,0 0 0 0,0 0 3 0,0 0-5 16,0 0-19-16,0 0 25 0,0 0 7 0,0 0-4 16,0 0 5-16,0 0-6 0,0 0 4 0,0 0-5 15,0 0 10-15,0 0-1 0,0 0-4 0,0 0-5 16,0 0-1-16,0 0-4 0,0 0 8 0,0 0-2 16,0 0-4-16,0 0 3 0,0 0-15 0,0 0 12 15,0 0 2-15,0 0 4 0,0 0-6 0,0 0 0 16,0 0-3-16,0 0 1 0,0 0-3 0,0 0 3 15,0 0-9-15,0 0 3 0,0 0 13 0,0 0-2 16,0 0-6-16,0 0 4 0,0 0-2 0,0 0-8 16,0 0 8-16,0 0-5 0,0 0 1 0,0 0 1 0,0 0 7 15,-16 12-9-15,16-12-2 0,0 0 9 16,-3 8-3-16,3-8-2 0,0 0 7 0,0 0-3 16,0 0 3-16,0 0-7 0,0 0 6 0,-5 6-2 15,5-6 7-15,0 0-14 0,0 0 8 0,0 0-1 0,0 0 0 16,0 0 5-16,0 0 0 0,0 0 4 0,0 0 5 15,0 0-1-15,0 0 3 0,0 0 0 16,0 0 0-16,0 0 2 0,0 0 0 0,0 0-10 16,0 0 9-16,0 0 3 0,0 0-9 0,0 0-3 15,0 0 2-15,0 0-3 0,0 0 4 0,0 0-3 0,0 0 3 16,0 0-2-16,0 0 6 0,0 0 2 0,0 0-6 16,0 0 9-16,0 0-3 0,0 0-4 15,0 0 5-15,0 0-4 0,0 0-2 0,0 0-2 0,0 0-2 16,0 0 1-16,0 0-4 0,0 0-1 0,0 0-4 15,0 0 1-15,0 0 3 0,0 0-9 0,0 0 2 16,0 0 5-16,-5 4 3 0,5-4-10 0,0 0 6 16,-2 10 1-16,2-10-11 0,-1 6-7 0,1-6-16 15,-1 8-17-15,1-8-24 0,1 11-7 0,-1-11-27 16,3 12-31-16,-3-4-108 0,0-1-263 0,1 1 118 16</inkml:trace>
  <inkml:trace contextRef="#ctx0" brushRef="#br0" timeOffset="-140765.28">20786 14073 47 0,'0'0'74'0,"0"0"-8"15,0 0-7-15,0 0-1 0,0 0-11 16,0 0 1-16,0 0 1 0,0 0-10 0,0 0-1 15,0 0-5-15,0 0 3 0,0 0-8 0,0 0-6 16,0 0 1-16,0 0-3 0,0 0 5 0,0 0 8 0,0 0-15 16,0 0 4-16,0 0 1 0,0 0-8 0,0 0 3 15,0 0-3-15,0 0 0 0,0 0-3 0,0 0-3 16,0 0 2-16,0 0 0 0,0 0-10 16,0 0 9-16,0 0 2 0,0 0-3 0,0 0 2 15,0 0 3-15,0 0-1 0,0 0 0 0,0 0 0 0,0 0 5 16,0 0 3-16,0 0-9 0,0 0 3 0,0 0-4 15,0 0-3-15,0 0 6 0,0 0-3 0,0 0-8 16,0 0 1-16,0 0 0 0,0 0-2 0,0 0 8 16,0 0-4-16,0 0-1 0,0 0-2 15,0 0 0-15,0 0-6 0,0 0 6 0,0 0 3 0,0 0-13 16,0 0 6-16,0 0-7 0,0 0-9 0,0 0-21 16,0 0-16-16,0 0-12 0,0 0-8 0,0 0-77 15,0 0-162-15,0 0 72 0</inkml:trace>
  <inkml:trace contextRef="#ctx0" brushRef="#br0" timeOffset="-137084.46">27909 7265 14 0,'0'0'6'0,"0"0"-10"0,0 0-3 16,19-4 1-16</inkml:trace>
  <inkml:trace contextRef="#ctx0" brushRef="#br0" timeOffset="-128796.89">29592 9881 3 0,'-26'6'13'0,"-1"1"0"0,5-4-6 0,-2 7-1 15,-3-2-2-15,1-1 0 0,-2 0-4 0,-1 0 2 16,-2-1-11-16,-2-1-10 0,-2 2 5 0</inkml:trace>
  <inkml:trace contextRef="#ctx0" brushRef="#br0" timeOffset="-123860.85">30999 5214 5 0,'-19'79'14'0,"5"-22"2"0,-4 27-4 16,2-5-1-16,3-22 2 0,-5 26-7 0,3-25-5 15,-4 24 5-15,4-25-8 0,-6 24 3 0,9-26-6 16,-2 2 8-16,1 0-3 0,-2 28 6 0,9-29-3 16,1 2 3-16,-1-1-1 0,4 2-2 0,2 0 2 15,-1-1-4-15,4 1-3 0,0-1 4 0,3 24-4 16,0-24-2-16,-1 3-5 0,1 23 1 0,-2-26-7 15,-2 27-15-15,2-30 6 0</inkml:trace>
  <inkml:trace contextRef="#ctx0" brushRef="#br0" timeOffset="-123441.02">32095 9135 28 0,'48'20'52'16,"-12"-6"-3"-16,0 0-6 0,1 0-3 0,13 4-11 15,-4 6-9-15,1-5-2 0,0-3-2 16,3 0-2-16,1-1-4 0,2-2 1 0,-1 0 0 0,3-4-3 16,-3 2 3-16,3 1-1 0,-1-4-3 15,-3-1 1-15,-12-3 5 0,-1 1 7 0,14-1 4 16,2 0-5-16,-17-4 7 0,15 2-3 0,-3 2-2 16,-11-2 2-16,15 2-6 0,-15-2 13 0,2-1 2 0,-1-1 6 15,-2 2 5-15,-37-2-6 0,68 1-6 16,-38-1-5-16,-30 0 1 0,43 2-9 0,-43-2-10 15,37-2-15-15,-37 2 21 0,38-3-15 0,-38 3-16 16,0 0 3-16,53-3-3 0,-53 3-1 0,32-4-11 16,-32 4 7-16,0 0-9 0,39-8 4 0,-39 8-5 15,0 0-11-15,36-9-18 0</inkml:trace>
  <inkml:trace contextRef="#ctx0" brushRef="#br0" timeOffset="-62842.83">18487 9910 11 0,'0'0'11'0,"2"-10"0"15,2 7-5-15,-4 3 5 0,5-10 0 0,-5 10-5 16,4-7 1-16,-4 7-4 0,5-7-2 0,-2 3 3 15,-3 4-2-15,0 0 4 0,8-5-6 0,-8 5 2 16,8-1 2-16,-8 1-2 0,0 0-5 0,12 5 8 16,-7-2-10-16,0 1 10 0,0 4-4 0,3 0 4 15,-2-2-2-15,2 7-3 0,-2-4 0 0,3 7-1 16,-1-1 1-16,1-3-2 0,0 3 2 0,2-2-2 16,-2 2 4-16,2-2 1 0,-3-3-3 0,0 1 0 15,0-4-1-15,2 2 4 0,-4 0-6 0,3-4 5 16,-2 3 0-16,2-3-5 0,-6-1 3 0,4 0 3 15,-2-2-7-15,-5-2 2 0,10 5 2 0,-3-3 1 16,-7-2 2-16,11 0 1 0,-4 0-2 0,-7 0 6 16,14-5-3-16,-8 1 3 0,3-1-1 0,0-1 0 15,1 1-1-15,-2-2-6 0,2 0 10 0,-1 1 2 16,0-3-8-16,0-1 3 0,0 1 1 0,1-5 5 16,0 1-11-16,-1 4 2 0,0-2-3 0,-2 1 3 15,0 0 0-15,1-4 1 0,-1 2-8 0,-1 2 1 0,-1 0 2 16,1 0 1-16,-1 1-8 0,0-2 6 15,-1 3-2-15,1 0 4 0,-1-1 1 0,-1 3 1 16,2 0-3-16,-2 0-4 0,-3 6-5 0,6-9 11 16,-2 4-5-16,-1 1 4 0,-3 4 3 0,8-7-4 15,-4 3 5-15,-4 4-7 0,9-7 2 0,-3 6 2 16,-6 1-2-16,11-2-2 0,-5 1 3 0,-6 1-1 0,13 3-1 16,-7-2-4-16,0 2 2 0,2 3 6 15,0-1-2-15,-1 2-5 0,1 1 7 0,1 1 2 0,0-1-6 16,-1 1-1-16,-1 1 2 0,2-1 0 0,1 0-1 15,2 3 3-15,-5-2 0 0,3-2-2 16,-3 1-3-16,1 0 6 0,1-1-3 0,-1-1-3 16,-1 1 6-16,0-4-3 0,-2 2 6 0,2-2-3 0,-2 0-3 15,3-2 2-15,0 1-3 0,-2-1 5 0,2 0-6 16,1 0 0-16,-3-1 3 0,-6-1 4 0,16 2-6 16,-9-2 3-16,-7 0-3 0,14-2-1 15,-5 2 0-15,-2-3 5 0,0 1-4 0,0 0 5 0,3-2-1 16,-1-2 0-16,-1 3-2 0,-1-4-6 0,2 3 3 15,-4-3 0-15,0 0 0 0,3 1 0 0,2 0-5 16,-3-2 3-16,0 0-2 0,0 2 2 0,3-2-1 16,-5 1 7-16,-1 0-4 0,4 0-1 0,-3 2-2 15,1 1 2-15,-1-2 0 0,0 2 0 0,-5 4 0 16,12-3-5-16,-6 0 5 0,-6 3 1 0,14 0 2 16,-6 0-2-16,-8 0 4 0,14 3-3 0,-4 0 1 15,-1 0-2-15,1 2 1 0,1 0 5 0,-2 2-5 16,1 0 0-16,-1 2-4 0,4 1 0 0,-1 2 2 15,-3-3-5-15,3 3-17 0,0-1-26 0,0-2 84 16,-3 2-51-16,4-1-18 0,-4-3 8 0</inkml:trace>
  <inkml:trace contextRef="#ctx0" brushRef="#br0" timeOffset="-61016.56">20777 12318 8 0,'0'0'59'15,"0"-7"-6"-15,0 7-2 0,0 0-6 0,0 0-2 16,0 0-6-16,-5-11-4 0,5 11-2 0,0 0-6 16,0 0 0-16,-3-8-5 0,3 8-5 0,0 0-8 15,0 0 5-15,0 0-1 0,0 0-11 0,-3-6-6 16,3 6-6-16,0 0-6 0,0 0 0 0,0 0 1 16,0 0-3-16,0 0 2 0,0 0-5 0,0 0-35 15,0 0-61-15,0 0 27 0</inkml:trace>
  <inkml:trace contextRef="#ctx0" brushRef="#br0" timeOffset="-51325.11">23292 12391 6 0,'0'0'9'0,"4"5"7"0,-4-5-2 16,0 0 2-16,4 7-9 0,-4-7 3 0,4 4-2 15,-4-4-7-15,0 0 6 0,1 7-5 0,-1-7 5 0,0 0-4 16,4 5-2-16,-4-5 0 0,0 0 2 15,0 0 0-15,0 0-1 0,2 7 1 0,-2-7 2 16,0 0-3-16,0 0 0 0,0 0 2 0,0 0 0 16,0 0 3-16,0 0-1 0,0 0 2 0,0 0-5 15,0 0-1-15,0 0 1 0,0 0 0 0,0 0-3 0,0 0-2 16,0 0-2-16,0 0 6 0,0 0 0 0,0 0 4 16,0 0-7-16,0 0 2 0,0 0 0 0,-1 9 2 15,1-9-7-15,0 0 6 0,0 0 4 16,0 0 1-16,0 0-3 0,0 0 1 0,0 0-2 0,0 0 1 15,0 0-2-15,0 0-2 0,0 0 3 16,0 0-6-16,0 0-3 0,0 0 2 0,0 0-6 16,-10 1-2-16,10-1-18 0,0 0-31 0,0 0 15 15</inkml:trace>
  <inkml:trace contextRef="#ctx0" brushRef="#br0" timeOffset="-47676.59">25963 12415 2 0,'1'11'6'0,"-1"-11"-6"0,3 11-2 16,1-4-1-16</inkml:trace>
  <inkml:trace contextRef="#ctx0" brushRef="#br0" timeOffset="-47465.33">25898 12619 8 0,'-5'3'7'16,"1"2"3"-16,4-5-2 0,-10 6-4 0,6-3 1 16,4-3 3-16,-5 5-2 0,5-5 0 0,0 0-1 15,0 0-1-15,5 13-1 0,-5-13-1 16,6 8 0-16,-1-4-1 0,0 1 1 0,-1-1-1 15,3 0 1-15,-3 2-1 0,2-3 0 0,0 3-5 0,-2-2 8 16,3 5-19-16,-1-2-16 0,-3-2 9 0</inkml:trace>
  <inkml:trace contextRef="#ctx0" brushRef="#br0" timeOffset="-47352.75">25950 12743 36 0,'2'5'-6'0,"-2"-5"1"15,2 10 0-15,-2-10-4 0,0 9 2 0,0-9 17 16,0 10-13-16,0-10-3 0,0 9 9 0,0-9 5 16,0 10-10-16,0-10-1 0,-2 11-3 0,2-11 3 15,-2 11 6-15,4-6-5 0,0 2 4 0,-2 2-2 16,2-2 4-16,0 2-4 0,2 0-2 0,1 2-2 15,-1-3 4-15,0 0 2 0,2 0-4 0,0 4 0 16</inkml:trace>
  <inkml:trace contextRef="#ctx0" brushRef="#br0" timeOffset="-45985.71">26295 12525 49 0,'0'0'85'0,"0"0"-13"0,0 0-8 16,0 0-8-16,0 0-3 0,0 0-21 15,0 0 5-15,0 0-8 0,0 0-8 0,0 0-7 0,0 0-15 16,0 0-6-16,-23-11-13 0,23 11-18 0,-15 7-37 15,1-1-81-15,1-3 37 0</inkml:trace>
  <inkml:trace contextRef="#ctx0" brushRef="#br0" timeOffset="-45325.92">26079 12448 59 0,'0'0'62'0,"0"0"0"0,0 0-3 15,0 0-11-15,0 0-1 0,0 0-19 0,0 0-9 16,0 0-9-16,0 0-8 0,0 0-18 16,-18 14-14-16,10-8-29 0,-3 1-63 0,-4 0 28 15</inkml:trace>
  <inkml:trace contextRef="#ctx0" brushRef="#br0" timeOffset="-42102.54">23725 13731 56 0,'-7'-1'55'0,"7"1"0"0,-11-2-4 0,11 2 5 15,0 0 4-15,-11-3-11 0,11 3 0 0,-8-2-4 16,8 2 4-16,0 0-11 0,-7-2 1 0,7 2-12 16,0 0 7-16,0 0-13 0,-11-3 16 0,11 3-5 15,0 0 5-15,0 0-2 0,-7-1-2 0,7 1-6 16,0 0-14-16,0 0 9 0,0 0-1 0,0 0-2 15,0 0-9-15,0 0-7 0,0 0 21 0,0 0-6 16,28-9 9-16,-12 8-3 0,1-2 1 16,13 0-8-16,0 0 2 0,2-1 0 0,5 0 2 0,-2 0-4 0,3 3 1 15,0-2 0-15,-1 3-8 0,3 0-2 16,-3 0 4-16,1 0-12 0,-4 0 10 0,0 0-3 16,-1 0 2-16,-1 0-4 0,-2 3-1 0,-1-4 6 15,-1 1-10-15,-5 1-3 0,-1 0 0 0,-2-1 11 16,0 1-3-16,-1 2-9 0,-1-2 8 0,-1 2 5 15,0-5-13-15,-3 4 2 0,4-1 4 0,1-2-3 16,-3 4 6-16,-5-2-6 0,2 0 4 0,-7 1-16 16,7 0 19-16,-3-4-12 0,-3 4 5 0,-7-2 3 0,16 0 9 15,-11 0-9-15,-5 0 1 0,0 0 8 16,14-2 2-16,-14 2 5 0,0 0 5 0,9 0 0 16,-9 0 2-16,0 0-7 0,0 0-1 0,8 0 1 15,-8 0 0-15,0 0 1 0,0 0-2 0,0 0-14 0,0 0-15 16,0 0-22-16,0 0-12 0,0 0-21 0,0 0-21 15,0 0-28-15,0 0-81 0,0 0-212 16,0 0 94-16</inkml:trace>
  <inkml:trace contextRef="#ctx0" brushRef="#br0" timeOffset="-39930.72">24718 13665 52 0,'30'-2'55'16,"2"2"-2"-16,3-1-3 0,5-1-4 0,12 2-3 16,-3-1 1-16,7 1 2 0,-17 0-8 0,1 0-3 15,-1-1-6-15,-1 2 0 0,1 0 4 0,-2 1-4 16,-3-2-6-16,-5 0-1 0,2 0 0 0,-5 0 4 16,-8 0 1-16,1 0-1 0,-8 0 4 0,3 0-6 15,-6 0 7-15,-1 1 6 0,-7-1-13 0,11 0 9 16,-11 0 0-16,10-1 7 0,-10 1-1 0,0 0-10 15,6-2 1-15,-6 2 0 0,0 0-7 0,0 0-2 16,0 0-13-16,0 0-6 0,-29-7-6 0,19 5-8 16,-1 2-16-16,0 2-14 0,-2-1-8 0,-1 0-22 15,0 2-16-15,-3 1-57 0,-4-1-156 0,4 0 70 16</inkml:trace>
  <inkml:trace contextRef="#ctx0" brushRef="#br0" timeOffset="-38922.96">18924 13807 63 0,'33'-8'63'0,"-1"3"-4"0,1 1 2 0,-2-1-12 16,0 4 2-16,-2-6-7 0,-2 3-4 0,1 0-1 15,-8-1-5-15,1 4 3 0,-1-4 1 0,0 5-8 16,-3 0 1-16,0-3 9 0,-3 3 4 0,-1-4-6 15,-3 4-1-15,1-2-5 0,-3 2-4 0,-8 0 6 16,13-2 6-16,-5 2-15 0,-8 0 4 0,7-4-4 16,-7 4 3-16,0 0 0 0,9-2-6 0,-9 2 4 15,0 0-13-15,0 0-21 0,0 0-37 0,12 0-22 16,-12 0-101-16,0 0-182 0,0 0 80 0</inkml:trace>
  <inkml:trace contextRef="#ctx0" brushRef="#br0" timeOffset="65190.61">24015 12244 95 0,'0'0'152'15,"0"0"-8"-15,2-9-9 0,-2 9-8 0,0 0-1 16,1-9-11-16,-1 9-7 0,0-7-12 0,0 7-8 15,0 0-13-15,0 0-10 0,0 0-11 0,3-8-15 0,-3 8-16 16,0 0-13-16,0 0-11 0,0 0-20 16,0 0-17-16,0 0-15 0,0 0-16 0,17 14-19 15,-12-9-10-15,-1 1-83 0,3 2-196 0,-2-3 87 0</inkml:trace>
  <inkml:trace contextRef="#ctx0" brushRef="#br0" timeOffset="73594.5">23472 13483 25 0,'0'0'31'16,"-1"11"0"-16,1-11-13 0,-3 8 4 0,1-2 0 15,2-6-5-15,-4 6-1 0,4-6-4 0,-3 7-2 16,3-7-12-16,0 0-7 0,-3 6-4 0,3-6-1 16,-5 4-14-16,5-4-30 0,0 0 14 0</inkml:trace>
</inkml:ink>
</file>

<file path=ppt/ink/ink17.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2-17T07:19:57.959"/>
    </inkml:context>
    <inkml:brush xml:id="br0">
      <inkml:brushProperty name="width" value="0.05292" units="cm"/>
      <inkml:brushProperty name="height" value="0.05292" units="cm"/>
      <inkml:brushProperty name="color" value="#FF0000"/>
    </inkml:brush>
  </inkml:definitions>
  <inkml:trace contextRef="#ctx0" brushRef="#br0">9384 8949 17 0</inkml:trace>
  <inkml:trace contextRef="#ctx0" brushRef="#br0" timeOffset="71.78">9002 8614 16 0</inkml:trace>
  <inkml:trace contextRef="#ctx0" brushRef="#br0" timeOffset="42591.04">19135 12435 22 0,'0'0'37'0,"0"0"-12"0,0 0-11 15,14 5-20-15,-14-5-10 0,6 3-16 0,-6-3 7 0</inkml:trace>
  <inkml:trace contextRef="#ctx0" brushRef="#br0" timeOffset="43740.28">19789 12491 70 0,'6'-2'79'0,"-6"2"-6"16,0 0-7-16,0 0-3 0,0 0-14 0,0 0-2 15,0 0-7-15,0 0 2 0,0 0-6 16,0 0-8-16,0 0-1 0,0 0-6 0,0 0 3 15,0 0 2-15,0 0-8 0,0 0-3 0,0 0-1 0,0 0-1 16,0 0-4-16,6-4-3 0,-6 4-5 16,0 0-2-16,0 0-2 0,0 0-1 0,0 0-7 15,0 0-12-15,0 0-4 0,0 0 0 0,0 0-6 16,0 0-8-16,0 0-7 0,0 0-44 0,0 0-99 0,0 0 44 16</inkml:trace>
  <inkml:trace contextRef="#ctx0" brushRef="#br0" timeOffset="47253.21">11168 7790 13 0,'0'0'90'0,"4"-6"-5"16,-4 6-13-16,0 0-20 0,0 0-18 16,0 0-23-16,0 0-22 0,0 0-47 0,0 0-62 15,0 0 27-15</inkml:trace>
  <inkml:trace contextRef="#ctx0" brushRef="#br0" timeOffset="51879.28">9528 13814 23 0,'0'0'63'0,"0"0"0"0,0 0-4 0,0 0-5 15,0 0-6-15,0 0-9 0,0 0 1 0,0 0-2 16,0 0-7-16,0 0-8 0,0 0-3 0,0 0-17 16,0 0-16-16,0 0-17 0,0 0-48 0,0 0-83 15,0 0 38-15</inkml:trace>
  <inkml:trace contextRef="#ctx0" brushRef="#br0" timeOffset="54297.12">7987 13762 5 0,'0'0'14'0,"0"0"-18"0,0 0-3 0,0 0 2 16</inkml:trace>
  <inkml:trace contextRef="#ctx0" brushRef="#br0" timeOffset="55099.5">9254 13766 32 0,'0'0'70'0,"0"0"2"0,0 0-18 16,0 0 5-16,0 0-12 0,0 0 5 0,0 0-4 15,0 0-5-15,0 0 2 0,0 0-2 16,0 0-6-16,0 0 3 0,0 0-10 0,0 0-5 16,0 0 4-16,0 0-5 0,0 0 0 0,0 0-17 15,0 0-15-15,0 0-27 0,0 0-26 0,0 0-53 0,0 0-122 16,0 0 55-16</inkml:trace>
  <inkml:trace contextRef="#ctx0" brushRef="#br0" timeOffset="55401.08">9481 13730 1 0,'0'0'52'0,"0"0"-3"0,0 0-15 0,0 0 14 16,0 0-7-16,0 0-5 0,0 0-2 0,0 0 0 16,0 0-9-16,0 0-3 0,0 0-10 0,0 0 0 0,0 0-12 15,0 0-10-15,0 0-12 0,0 0-4 16,0 0-31-16,0 0-62 0,0 0 27 0</inkml:trace>
  <inkml:trace contextRef="#ctx0" brushRef="#br0" timeOffset="56095">5914 13673 42 0,'0'0'52'0,"0"0"-11"0,0 0-22 0,0 0-13 0,0 0-11 15,0 0-9-15,10 11-10 0,-10-11-25 0,7 3 11 16</inkml:trace>
  <inkml:trace contextRef="#ctx0" brushRef="#br0" timeOffset="57726.35">11556 7583 60 0,'0'0'103'0,"0"0"4"15,3-5-20-15,-3 5-4 0,0 0-8 0,0 0-2 16,0 0-11-16,0 0-7 0,0 0-6 0,0 0-3 16,0 0-17-16,0 0 8 0,0 0-20 0,0 0-25 15,0 0-22-15,0 0-23 0,0 0-79 0,0 0-143 16,0 0 63-16</inkml:trace>
  <inkml:trace contextRef="#ctx0" brushRef="#br0" timeOffset="58116.18">12025 8322 75 0,'0'0'121'0,"0"0"-1"0,0 0-8 0,0 0-6 16,0 0-10-16,0 0-8 0,0 0-8 0,0 0-3 16,0 0-17-16,0 0-6 0,0 0-2 0,0 0-10 15,0 0-5-15,0 0-18 0,0 0-18 0,0 0-12 16,0 0-18-16,0 0-25 0,0 0-25 0,0 0-83 16,0 0-174-16,0 0 77 0</inkml:trace>
  <inkml:trace contextRef="#ctx0" brushRef="#br0" timeOffset="58513.66">12431 7706 53 0,'0'0'88'0,"0"0"-9"15,0 0-9-15,0 0-6 0,0 0-4 16,0 0-7-16,0 0-11 0,0 0-3 0,0 0-16 0,0 0-16 16,0 0-20-16,0 0-19 0,0 0-12 0,0 0-3 15,0 0-27-15,0 0-80 0,0 0 35 0</inkml:trace>
  <inkml:trace contextRef="#ctx0" brushRef="#br0" timeOffset="58858.42">12983 7709 56 0,'5'3'138'16,"-5"-3"0"-16,0 0-17 0,0 0 2 0,0 0-6 16,0 0-9-16,0 0-4 0,0 0-12 0,0 0-11 15,0 0 1-15,0 0-4 0,0 0-7 0,0 0-9 16,0 0-3-16,0 0-9 0,0 0-2 0,0 0-4 15,0 0-1-15,0 0-3 0,0 0-3 0,0 0-8 16,0 0 1-16,0 0-3 0,0 0-9 0,0 0-6 16,0 0-8-16,0 0-18 0,0 0-23 0,0 0-17 15,0 0-32-15,0 0-21 0,0 0-18 0,0 0-107 16,0 0-251-16,0 0 111 0</inkml:trace>
  <inkml:trace contextRef="#ctx0" brushRef="#br0" timeOffset="62469.57">19215 12652 31 0,'0'0'51'0,"0"0"-5"0,0 0-4 16,0 0 4-16,0 0-4 0,0 0-4 0,-2-6-1 0,2 6-4 15,0 0 12-15,0 0-10 0,0 0-3 0,0 0-4 16,0 0 1-16,0 0 1 0,0 0 2 0,-2-9 1 16,2 9 1-16,0 0 0 0,0 0-3 15,0 0 1-15,0 0 1 0,0 0-6 0,0 0-4 16,0 0 0-16,0 0-6 0,0 0-1 0,0 0 1 0,0 0-5 16,0 0 0-16,0 0 1 0,0-10-5 0,0 10 9 15,0 0-3-15,0 0-4 0,0 0-3 0,0 0 6 16,0 0-1-16,0 0-5 0,0 0 1 0,0 0 1 15,0 0 0-15,0 0-1 0,-3-8 0 16,3 8 6-16,0 0-8 0,0 0 5 0,0 0-4 0,0 0 4 16,0 0-3-16,0 0 0 0,0 0 1 0,0 0-1 15,0 0 0-15,0 0-2 0,0 0-4 0,0 0 1 16,0 0 4-16,0 0-5 0,0 0 2 0,0 0-6 16,0 0 1-16,0 0 1 0,0 0 1 0,0 0 4 15,0 0-7-15,0 0 3 0,0 0 4 0,0 0 6 16,0 0 4-16,0 0-2 0,0 0-2 0,0 0 4 15,0 0-2-15,0 0-1 0,0 0 5 0,0 0-2 16,0 0 3-16,0 0 2 0,0 0 8 0,0 0-8 16,0 0 1-16,0 0 5 0,0 0-8 0,0 0 2 15,0 0-3-15,0 0 13 0,0 0-7 0,0 0-1 16,0 0-2-16,0 0-1 0,0 0-1 0,0 0-1 16,0 0 0-16,0 0-1 0,0 0 1 0,0 0 1 15,0 0-3-15,0 0 4 0,0 0-6 0,0 0-1 16,0 0-1-16,0 0-3 0,0 0-3 0,0 0-1 15,0 0 1-15,0 0-2 0,0 0 1 0,0 0 0 16,0 0-5-16,0 0 2 0,0 0-1 0,15 20 2 16,-11-14-4-16,0 2 6 0,2 1 1 0,-2 1 3 15,1 0-2-15,-1-1 8 0,0 3 2 0,1-3-1 16,-1 2 3-16,2-2-2 0,-2 2-3 0,-2-3 0 16,2 1-2-16,1-1 0 0,-2-1 3 0,-1-3 3 15,2 2-8-15,1-1-1 0,-5-5 2 0,5 8-1 16,-2-3-3-16,-3-5 3 0,6 8-4 0,-6-8 1 15,6 7 0-15,-6-7-1 0,3 4 0 0,-3-4 1 16,0 0-1-16,5 4 4 0,-5-4 0 0,0 0 6 16,0 0 7-16,0 0 2 0,0 0 10 0,0 0 1 15,5 4 5-15,-5-4 0 0,0 0 2 0,0 0-1 16,0 0-2-16,0 0-7 0,0 0-7 0,11-12 0 16,-9 7-1-16,2-1-5 0,0 0 2 0,2-4-4 15,1 1 0-15,-3 0-5 0,2-2 1 0,-1 2-3 16,4-5-2-16,-5 1-2 0,2 2 3 0,1 0-3 15,0-4 1-15,1-1-2 0,-4 5 1 0,2-4 0 16,-1 5-4-16,2 0 3 0,-1 0-3 0,-1 2 2 16,-1-1-1-16,-1 3-1 0,-2 1 1 0,-1 5-2 15,4-10-1-15,-4 10 8 0,2-8-5 0,-2 8-3 16,3-8 3-16,-3 8-3 0,0 0 1 0,5-5-2 16,-5 5 1-16,0 0 2 0,0 0-1 0,1-5-1 15,-1 5 0-15,0 0 0 0,0 0-1 0,0 0 0 16,0 0-1-16,0 0-1 0,0 0 7 0,0 0-8 15,0 0 0-15,5-7-8 0,-5 7-7 0,0 0-16 16,0 0-9-16,0 0-11 0,0 0-14 0,0 0-7 16,0 0-26-16,0 0-20 0,0 0-19 0,0 0-26 15,-5 25-15-15,4-18-107 0,1-7-311 0,-4 14 138 16</inkml:trace>
  <inkml:trace contextRef="#ctx0" brushRef="#br0" timeOffset="63186.43">19527 12823 146 0,'0'0'158'0,"0"0"-11"16,0 0-8-16,0 0-5 0,0 0-8 0,0 0-5 15,0 0-7-15,0 0-1 0,0 0-2 0,0 0-4 16,0 0 0-16,0 0-5 0,0 0-4 0,0 0-5 16,0 0-6-16,0 0-5 0,0 0-5 15,0 0-5-15,-2-20-6 0,2 20-3 0,0 0-2 0,0 0-4 16,0 0-3-16,0 0-2 0,0 0 0 0,0 0-5 15,0 0-4-15,0 0-1 0,0 0-5 0,0 0 1 16,0 0-5-16,0 0 0 0,0 0 0 0,0 0-1 16,0 0-1-16,0 0 3 0,0 0-5 0,0 0 0 15,1-8-4-15,-1 8-2 0,0 0-2 0,0 0-6 16,0 0-2-16,0 0 0 0,0 0 2 0,-1-13-4 16,1 13-3-16,0 0 1 0,0 0 0 0,-2-7-1 15,2 7 0-15,0 0-1 0,0 0 3 0,0 0 1 16,0 0 3-16,0 0-1 0,0-10 6 0,0 10-7 15,0 0 6-15,0 0 2 0,0 0-1 0,0 0-1 16,0 0-1-16,0 0 1 0,0 0 0 0,0 0-2 16,0 0-4-16,0 0-2 0,0 0 0 0,0 0 2 15,0 0-6-15,0 0 1 0,0 0-1 0,0 0-5 16,0 0-2-16,0 0-2 0,0 0 2 0,0 0 2 16,0 0-4-16,0 0 5 0,0 0-3 0,2 25 1 15,0-17-1-15,-2 2 3 0,1 0 2 0,-1 2 0 16,2-3-1-16,-2 2 2 0,0 0 4 0,0-3 0 15,1 2-5-15,-1 0 2 0,0-4 7 0,0-6 7 16,0 14 2-16,0-7-1 0,0-7 1 0,0 11-2 16,0-11-5-16,0 8 3 0,0-8 2 0,0 8-5 15,0-8 7-15,0 0 4 0,1 7-7 0,-1-7 10 16,0 0-11-16,0 0 0 0,0 0-3 0,0 0-2 16,2 8-1-16,-2-8 0 0,0 0 1 0,0 0 0 15,0 0-4-15,0 0-2 0,0 0-14 0,0 0-13 16,0 0-26-16,0 0-36 0,0 0-51 0,0 0-59 15,0 0-62-15,0 0-44 0,0 0-185 0,0 0-521 16,0-32 231-16</inkml:trace>
  <inkml:trace contextRef="#ctx0" brushRef="#br0" timeOffset="72615.89">24120 12587 28 0,'0'0'119'0,"-9"-2"-2"16,9 2-4-16,0 0-5 0,-10-4-16 0,10 4 3 16,-9-2-5-16,9 2 3 0,-11-4-2 0,11 4-3 15,-9 0-6-15,9 0 1 0,-13-2 1 0,13 2-2 16,-9 0-4-16,9 0-3 0,-8-2-3 0,8 2-6 15,0 0 1-15,-11-3-5 0,11 3-2 0,0 0-4 16,0 0-3-16,-9 0-6 0,9 0-1 0,0 0-3 16,0 0-2-16,0 0-7 0,0 0 0 0,0 0-7 15,0 0-4-15,-7-4-2 0,7 4 3 0,0 0-5 16,0 0-1-16,0 0-1 0,0 0-2 0,0 0-2 16,0 0 1-16,0 0 2 0,0 0-3 0,27 4 1 15,-10-4-1-15,5 0 1 0,8-3 1 0,4 1-4 16,-3-3-4-16,5 3 4 0,1 0-5 0,2-2 1 15,-2 0-4-15,1 1 1 0,2-1 0 0,12 0 1 16,-15-1 1-16,3 5 3 0,-5-4-6 0,3 0-2 16,-4 3 3-16,2-1-4 0,-3 0 2 0,-2-2 1 15,-3 0 0-15,-5 3-1 0,-5 0-1 0,-4-1 4 16,-1 1-4-16,1 0-1 0,-4 1 3 0,-1-2 2 16,0 2 3-16,-9 0 2 0,11-1 1 0,-11 1 6 15,9 0-3-15,-9 0 5 0,0 0 3 0,13-2-1 16,-13 2 1-16,0 0 1 0,0 0-3 0,8 0-1 15,-8 0 3-15,0 0-3 0,0 0-4 0,0 0-1 16,0 0-2-16,0 0 0 0,0 0-1 0,7-3-3 16,-7 3 0-16,0 0 2 0,0 0-2 0,0 0 2 15,0 0-18-15,0 0-12 0,0 0-24 0,0 0-29 16,0 0-41-16,0 0-41 0,0 0-42 0,0 0-191 16,0 0-420-16,0 0 186 0</inkml:trace>
  <inkml:trace contextRef="#ctx0" brushRef="#br0" timeOffset="73323.78">24102 12975 2 0,'0'0'191'15,"0"0"-4"-15,0 0-4 0,0 0-4 0,0 0-7 16,0 0-7-16,0 0-7 0,0 0-8 0,0 0-9 16,0 0-4-16,0 0-6 0,0 0-4 0,0 0-9 0,0 0-3 15,0 0-5-15,0 0-6 0,0 0 0 16,0 0-13-16,0 0-6 0,0 0-4 0,0 0-8 16,0 0-5-16,0 0-4 0,0 0-7 0,16-13-5 15,-11 8 1-15,1 0-9 0,1-1-2 0,2 0-5 16,-2-1-3-16,2 1-4 0,-1-3 4 0,-2 2-4 0,2-1-4 15,-2-1-5-15,2 1 1 0,-2 2-3 16,-1-2 4-16,2-1 4 0,-3 1-5 0,1 3-5 16,-3-2 2-16,-2 7-5 0,5-13 7 0,-1 9-4 15,-2-2-3-15,-2 6 5 0,2-9 8 0,-2 9 1 0,0-7-2 16,0 7 2-16,0 0 4 0,1-8 1 16,-1 8-5-16,0 0 3 0,0 0-3 0,0 0 3 0,0 0-1 15,2-7 7-15,-2 7-20 0,0 0 3 16,0 0-9-16,0 0 0 0,0 0 2 0,0 0-9 15,0 0-1-15,0 0 2 0,0 0 3 0,0 0-8 0,0 0-1 16,0 0 3-16,0 0-9 0,0 0-1 16,0 0 0-16,0 0 1 0,0 0 4 0,0 0-2 15,-8 22-5-15,7-15 5 0,1-7 4 0,-2 10-2 16,2-10-3-16,0 11 2 0,0-11 1 0,2 11 0 0,0-6 2 16,-2-5-4-16,4 9-2 0,-3-5 4 0,-1-4-2 15,6 7 0-15,-6-7-11 0,6 6-9 0,-6-6-9 16,6 6-16-16,-3-2-23 0,-3-4-22 15,6 3-23-15,-6-3-22 0,0 0-18 0,7 6-18 16,-7-6-19-16,5 4-10 0,-5-4-7 0,0 0-6 0,0 0-6 16,0 0-117-16,0 0-370 0,0 0 165 0</inkml:trace>
  <inkml:trace contextRef="#ctx0" brushRef="#br0" timeOffset="73489.16">24197 12682 84 0,'-5'-7'185'0,"5"7"-7"0,-4-7 5 0,4 7-7 16,0 0-14-16,-1-9-18 0,1 9-11 0,0 0-25 15,0 0-30-15,-3-7-31 0,3 7-31 0,0 0-46 16,0 0-29-16,0 0-35 0,0 0-125 0,0 0-236 16,0 0 104-16</inkml:trace>
  <inkml:trace contextRef="#ctx0" brushRef="#br0" timeOffset="73836.16">24474 12823 95 0,'0'0'149'0,"0"0"-13"15,8 4-8-15,-8-4-10 0,6 3-4 0,-6-3 0 16,7 6-8-16,-2-3-8 0,0 2 0 0,-5-5 0 15,4 11-2-15,-3-7 0 0,2 3 0 0,-2 2-1 16,0-1-2-16,-1 3 2 0,0-11 0 0,-1 14 6 16,-2-6-2-16,1 0-6 0,-2 1-6 15,1-2 0-15,-2-1-8 0,2-2-4 0,3-4-7 0,-6 10-9 16,6-10-5-16,-4 9-6 0,4-9-3 0,-3 6-5 16,3-6-4-16,0 0-2 0,-4 4-7 0,4-4-2 15,0 0-5-15,0 0-2 0,0 0-1 0,0 0 0 16,0 9-2-16,0-9-1 0,0 0-1 0,18 2-9 15,-7-4-11-15,6 0-19 0,1-1-24 0,-2-1-29 16,4 1-32-16,1 0-31 0,7-4-36 0,-2 3-31 16,1-4-174-16,-6 4-414 0,-3-3 184 0</inkml:trace>
  <inkml:trace contextRef="#ctx0" brushRef="#br0" timeOffset="75446.89">24104 12118 21 0,'0'0'15'0,"0"0"-15"0,0 0-6 16,0 0-7-16,0 0 3 0</inkml:trace>
  <inkml:trace contextRef="#ctx0" brushRef="#br0" timeOffset="81886.2">23059 9561 39 0,'-10'-3'138'0,"10"3"-9"0,0 0-13 0,0 0-6 16,0 0-4-16,0 0-7 0,0 0-9 0,0 0-4 15,-6-3-8-15,6 3-3 0,0 0 2 0,0 0 1 16,0 0 9-16,0 0 2 0,0 0 9 0,0 0 3 16,0 0 0-16,0 0 4 0,0 0 4 0,0 0 0 15,0 0 2-15,0 0-3 0,0 0-2 0,0 0-7 16,0 0-7-16,1-10-3 0,-1 10-13 0,9-10-7 15,-4 0-3-15,2 0-9 0,2-2 0 0,-2 0-9 16,3-1 1-16,-2-1-6 0,1-1-5 0,-1 2-4 16,-2-3-3-16,1 1-3 0,-4 3-2 0,1 2-2 15,0-2-4-15,-3 1-2 0,3 1 0 0,-3 0-3 16,1 1-3-16,-1-1 2 0,-1 0-1 0,0 10-5 16,-1-12-2-16,1 12-2 0,-2-9-1 0,2 9 3 15,-1-8-4-15,1 8-2 0,0 0 2 0,-5-5-2 0,5 5-3 16,0 0 1-16,0 0 1 0,0 0-2 15,-17 15 10-15,13-8-7 0,-3 3-2 0,2 0-4 0,1 3 1 16,1-2 3-16,0 1-3 0,0 0 1 16,2-1 2-16,1 1-4 0,1-3 3 0,0 2 0 0,3-3-4 15,1 0-3-15,2-2-19 0,1 1-15 0,4-1-29 16,2-3-23-16,-1-1-33 0,7-2-17 0,1 0-43 16,-1-1-15-16,2-2-17 0,-3-2-150 0,-2-3-402 15,-6 4 179-15</inkml:trace>
  <inkml:trace contextRef="#ctx0" brushRef="#br0" timeOffset="82019.7">23107 9120 62 0,'0'0'77'0,"0"0"-5"0,0 0-22 15,0 0-31-15,0 0-24 0,0 0-42 0,9 30-48 16,-6-20 21-16</inkml:trace>
  <inkml:trace contextRef="#ctx0" brushRef="#br0" timeOffset="82253.25">23300 9290 93 0,'7'7'132'0,"-3"-3"-10"0,0 0-11 0,-1 2-1 15,-1 1 3-15,0 3-15 0,-1-2 1 0,-1 3-12 16,-1 2-10-16,-2 1-4 0,0-1-10 0,0 0-3 15,0-1-6-15,0-1-2 0,1-2 0 0,-2 0-7 16,0-2-3-16,2-2-6 0,2-5-1 0,-3 10-6 16,3-10-4-16,-1 8 3 0,1-8-11 0,0 0 6 15,5 7-1-15,-5-7-6 0,11 4 0 0,-3-3-4 16,4-1-2-16,2-1-26 0,2-2-24 0,5-1-24 16,-3 1-15-16,1-1-37 0,3 1-124 0,-5-1-259 15,1 1 114-15</inkml:trace>
  <inkml:trace contextRef="#ctx0" brushRef="#br0" timeOffset="82454.17">22996 9667 175 0,'-8'0'182'0,"8"0"-7"0,0 0-10 16,0 0-9-16,0 0-7 0,0 0-14 0,24-7-15 15,-2 1-10-15,9-1-10 0,3-3-13 0,1 2-22 0,2-2-33 16,1 0-45-16,-1 2-33 0,-1 3-43 0,-3-3-42 16,-3 5-98-16,-2 1-248 0,-13 2 110 15</inkml:trace>
  <inkml:trace contextRef="#ctx0" brushRef="#br0" timeOffset="82774.23">23127 9905 150 0,'0'0'188'0,"0"0"-7"0,7-19-6 15,-2 10-5-15,-1-3-12 0,4-1-14 0,-1 3-15 16,-1-1-8-16,0 0-7 0,1 0-6 0,-1 2-4 16,1-2-5-16,-3 1-6 0,2 2-6 0,-2-1-8 15,-3 3-4-15,3 0 2 0,-4 6-3 0,4-11 7 16,-4 11-4-16,0-10-2 0,0 10-5 15,2-5-5-15,-2 5-1 0,0 0-9 0,0 0-5 0,0 0-5 16,0 0 0-16,0 0-5 0,0 0-9 0,0 0 2 16,-21 13-7-16,17-8-1 0,1 1-2 0,1 0-5 15,2-6-1-15,-3 11 1 0,3-4-3 0,0-7-7 16,1 12 1-16,2-7-27 0,1 0-24 0,1 2-38 16,1 0-40-16,6-1-41 0,-2-2-30 0,3-2-43 15,2 0-161-15,4-2-429 0,-2-2 190 0</inkml:trace>
  <inkml:trace contextRef="#ctx0" brushRef="#br0" timeOffset="82913.05">23277 9647 94 0,'-4'-5'136'0,"4"5"-16"0,0 0-23 15,0 0 0-15,0 0-27 0,0 0-22 16,0 0-33-16,0 0-31 0,0 0-14 0,10 23-76 15,-5-16-113-15,0 0 50 0</inkml:trace>
  <inkml:trace contextRef="#ctx0" brushRef="#br0" timeOffset="83085.97">23388 9731 33 0,'0'0'203'0,"0"0"-5"16,0 0-5-16,0 0-7 0,0 0-7 0,0 0-16 0,0 0-9 15,0 0-13-15,0 0-12 0,4 6-11 0,-4-6-7 16,0 0-10-16,0 0-11 0,-5 13-9 0,5-13-7 15,-3 12-7-15,2-3-5 0,-2-3-9 16,2 3-5-16,0 1-22 0,-1 0-31 0,1 1-39 0,0-1-34 16,1 2-49-16,0-1-28 0,0 0-32 0,0-1-116 15,2-1-328-15,1-3 147 0</inkml:trace>
  <inkml:trace contextRef="#ctx0" brushRef="#br0" timeOffset="83309.52">23560 9547 185 0,'2'-10'226'0,"-2"10"-16"16,1-8-11-16,-1 8-12 0,0 0-19 0,0 0-15 16,4-6-20-16,-4 6-9 0,0 0-13 0,0 0-11 15,0 0-9-15,16 13-10 0,-10-8-9 0,1 1-9 16,1 1-11-16,2 0-26 0,-1 3-30 0,0-3-36 15,1 1-40-15,1-2-29 0,-4 2-29 0,2-1-34 16,-3-1-101-16,1-2-296 0,-3-2 131 0</inkml:trace>
  <inkml:trace contextRef="#ctx0" brushRef="#br0" timeOffset="83475.52">23673 9475 127 0,'-9'-4'195'0,"9"4"-8"15,-8-2-8-15,8 2-10 0,0 0-13 0,-18 12-11 16,10-3-21-16,-4 4-4 0,2 1-16 0,-2 2-8 16,-1 6-12-16,2 1-17 0,1-2-38 0,3-1-35 0,2 0-53 15,-2 2-49-15,4 5-161 0,2-8-290 0,1-2 129 16</inkml:trace>
  <inkml:trace contextRef="#ctx0" brushRef="#br0" timeOffset="83770.03">23904 9511 96 0,'2'-8'197'15,"0"-6"-7"-15,-1 3 0 0,2-2-2 0,-2 2-18 0,-1 0-7 16,0-1-13-16,-1 1-12 0,0 1-15 16,-1 0-8-16,1 0-11 0,-1 1-12 0,-1-1-8 0,0 0-2 15,0 3-4-15,-1-2 0 0,-3 2-4 16,5 2-8-16,2 5-5 0,-6-9-2 0,2 6-10 0,4 3-6 15,-6-5-7-15,6 5-6 0,0 0 3 0,0 0-6 16,0 0 2-16,-17 8 2 0,13-1 1 0,0 1 1 16,0 2 0-16,-1 0-4 0,4 2-5 0,-1-2 2 15,2 2-4-15,0 2-1 0,3-3-7 0,1 0 2 16,0 2-5-16,2-2-27 0,4 3-26 0,-1-4-30 16,8-2-37-16,-3-1-34 0,4-2-50 0,2-5-36 15,-1-1-144-15,1-4-402 0,1 0 178 0</inkml:trace>
  <inkml:trace contextRef="#ctx0" brushRef="#br0" timeOffset="83901.43">23962 9126 66 0,'-14'3'108'15,"14"-3"-18"-15,-8 13-31 0,7-5-40 0,1 6-43 16,-1 1-29-16,4 3-58 0,2-4 25 0</inkml:trace>
  <inkml:trace contextRef="#ctx0" brushRef="#br0" timeOffset="84086.48">24171 9329 219 0,'0'0'214'0,"7"6"-9"0,-7-6-13 15,3 5-14-15,-3-5-7 0,2 12-16 0,-1-4-14 16,1 4-13-16,-1 6-14 0,-2 1-10 0,1 0-13 15,2 6-7-15,-1 0-18 0,2 3-34 0,-1-3-33 16,1 2-39-16,-1-2-30 0,2-5-35 0,-1 0-40 16,-1 4-145-16,0-6-312 0,-2 0 139 0</inkml:trace>
  <inkml:trace contextRef="#ctx0" brushRef="#br0" timeOffset="84320.97">24233 9107 144 0,'0'0'191'0,"-18"2"-11"0,4 6-14 0,-9 10-8 16,-3 1-18-16,-1 4-12 0,-11 11-12 15,0 4-11-15,1 3-9 0,-2 2-26 0,5 0-38 16,-1 3-41-16,3-4-41 0,6 0-43 0,-5 1-43 0,3-2-71 16,8-10-224-16,-1-2 101 0</inkml:trace>
  <inkml:trace contextRef="#ctx0" brushRef="#br0" timeOffset="84670.82">23448 9910 42 0,'0'0'266'0,"0"0"-11"0,0 0-23 15,0 0-22-15,0 0-23 0,-23 6-18 0,-3 9-13 16,-4 4-21-16,-19 8-19 0,-1 8-33 0,-3-2-34 16,-21 18-38-16,24-12-56 0,1-5-50 0,3 7-68 15,-2-1-105-15,0-3-291 0,6-5 129 0</inkml:trace>
  <inkml:trace contextRef="#ctx0" brushRef="#br0" timeOffset="85003.19">23209 9390 31 0,'0'0'115'16,"0"0"-12"-16,0 0-9 0,0 0-31 0,0 0-25 16,0 0-32-16,0 0-29 0,0 0-49 0,0 0-77 15,0 0 35-15</inkml:trace>
  <inkml:trace contextRef="#ctx0" brushRef="#br0" timeOffset="114058.32">15652 12162 13 0,'0'0'96'0,"0"0"0"16,0 0-7-16,0 0-10 0,0 0-4 0,4-6-10 16,-4 6-10-16,0 0-3 0,0 0-10 0,0 0-6 15,0 0 1-15,0 0-4 0,0 0 7 0,0 0-18 16,0 0-3-16,0 0-8 0,0 0-5 0,0 0-19 15,0 0-13-15,0 0-7 0,0 0-19 0,0 0-3 0,0 0-60 16,0 0-124-16,0 0 55 0</inkml:trace>
  <inkml:trace contextRef="#ctx0" brushRef="#br0" timeOffset="117082.28">19558 9407 36 0,'0'0'43'0,"0"0"-3"16,0 0-5-16,0 0-4 0,5-4-8 0,-5 4-1 15,0 0 0-15,0 0-1 0,0 0-8 0,0 0 3 16,0 0 1-16,0 0-12 0,0 0 5 0,0 0 0 16,0 0-2-16,0 0-3 0,4-6-2 0,-4 6-6 15,0 0 9-15,0 0 4 0,0 0-6 0,0 0 0 16,0 0 0-16,0 0-1 0,0 0 0 0,0 0-3 15,0 0 0-15,0 0-2 0,0 0 2 0,0 0-2 16,7-2 2-16,-7 2 1 0,0 0-1 0,0 0-1 16,0 0 3-16,7-2-3 0,-7 2-2 0,0 0 0 15,0 0 1-15,0 0 2 0,0 0 1 0,7-3 2 16,-7 3 1-16,0 0-5 0,0 0 8 0,0 0-8 16,0 0 0-16,0 0-5 0,0 0 9 0,0 0-4 15,0 0 3-15,6-4-6 0,-6 4 9 0,0 0-5 16,0 0-1-16,0 0 5 0,0 0 3 0,0 0 3 15,0 0-8-15,0 0 6 0,0 0-4 0,0 0 0 16,0 0-3-16,0 0 5 0,3-7-8 0,-3 7 2 16,0 0 2-16,0 0 1 0,0 0 0 0,0 0 3 15,0 0-6-15,0 0-1 0,0 0 4 0,2-8-4 0,-2 8 7 16,0 0-1-16,0 0-2 0,0 0 1 0,0 0-3 16,0 0 1-16,6-6 1 0,-6 6-6 0,0 0 7 15,0 0-1-15,0 0-3 0,0 0 4 16,3-5-7-16,-3 5 0 0,0 0-2 0,0 0 2 15,0 0 3-15,0 0 3 0,0 0-1 0,0 0-1 0,0 0-1 16,0 0 2-16,0 0-7 0,5-5-4 0,-5 5 11 16,0 0 5-16,0 0-6 0,0 0-2 15,0 0-5-15,0 0 6 0,0 0-2 0,0 0 0 0,0 0 4 16,5-3 3-16,-5 3-3 0,0 0 6 0,0 0-6 16,0 0 2-16,0 0-2 0,0 0-3 0,0 0 2 15,0 0-1-15,0 0 2 0,2-7 1 0,-2 7-9 16,0 0 5-16,0 0 0 0,0 0-1 0,0 0 0 15,0 0 7-15,0 0-10 0,4-6 4 0,-4 6-6 16,0 0-11-16,0 0-1 0,0 0-3 0,0 0-4 16,0 0-5-16,8-3-1 0,-8 3-22 0,0 0-58 15,0 0 26-15</inkml:trace>
  <inkml:trace contextRef="#ctx0" brushRef="#br0" timeOffset="120217.14">20296 12240 12 0,'0'0'38'16,"7"3"-3"-16,-7-3-6 0,0 0-14 0,0 0-4 0,0 0-17 15,0 0-17-15,-12 14-24 0,8-10 11 16</inkml:trace>
  <inkml:trace contextRef="#ctx0" brushRef="#br0" timeOffset="120926.16">20286 14144 33 0,'0'0'82'0,"4"4"-4"16,-4-4-6-16,0 0-5 0,0 0-6 0,0 0-4 16,0 0-1-16,0 0-6 0,0 0-4 0,0 0 1 15,0 0-10-15,0 0-5 0,0 0-7 0,0 0 5 16,0 0-9-16,0 0-2 0,0 0 2 0,0 0-2 15,0 0 0-15,0 0-5 0,0 0-2 0,0 0 1 16,0 0 9-16,0 0-4 0,0 0-2 0,0 0 10 16,0 0-3-16,0 0-2 0,0 0-1 0,0 0-3 15,0 0-3-15,0 0 10 0,0 0-1 0,0 0 2 16,0 0-3-16,0 0 1 0,0 0-7 0,0 0-2 16,0 0-2-16,0 0 3 0,0 0-2 0,0 0-5 15,0 0-15-15,0 0-4 0,0 0-4 0,0 0-14 16,0 0-10-16,0 0 0 0,0 0-11 0,0 0-2 15,0 0-10-15,0 0-11 0,0 0-78 0,0 0-165 16,0 0 73-16</inkml:trace>
  <inkml:trace contextRef="#ctx0" brushRef="#br0" timeOffset="136179.41">24974 13171 90 0,'0'0'111'16,"0"0"-8"-16,0 0-9 0,0 0 2 0,0 0-17 15,3-5-1-15,-3 5-6 0,0 0-11 0,0 0 2 16,0 0-14-16,0 0-6 0,0 0 1 0,0 0-5 15,0 0-8-15,0 0-6 0,0 0 2 0,0 0-3 16,0 0-3-16,0 0-3 0,0 0 0 0,0 0-2 16,0 0-4-16,0 0 4 0,0 0-10 0,0 0 4 15,0 0-1-15,0 0-1 0,0 0 2 0,0 0-7 16,0 0 2-16,0 0-3 0,0 0-1 0,0 0 3 16,0 0 5-16,0 0-10 0,0 0 0 0,0 0-2 15,0 0-3-15,0 0-5 0,0 0-2 0,0 0-15 16,0 0-4-16,0 0-8 0,0 0-12 0,0 0-8 0,0 0-11 15,0 0-5-15,0 0 3 0,0 0-66 16,0 0-150-16,0 0 67 0</inkml:trace>
  <inkml:trace contextRef="#ctx0" brushRef="#br0" timeOffset="147521.1">16309 11575 50 0,'-4'-10'225'0,"3"5"-11"0,1 5-6 0,-2-12-5 16,2 12-15-16,-3-8-9 0,3 8-19 0,0 0-10 16,-3-7-19-16,3 7-10 0,0 0-17 0,0 0-10 0,0 0-13 15,0 0-7-15,0 0-8 0,0 0-8 0,0 0 7 16,0 0-2-16,7 29-8 0,-2-14-5 15,-3 4 4-15,2-1-6 0,0 7 0 0,0-6-2 16,0 5 9-16,-2-6 1 0,1 1-11 0,-1 5-1 16,1-5-6-16,1 1-2 0,0-2-4 0,-3-1-3 15,3-3-2-15,-2 0-5 0,1-4-23 0,-1 0-19 16,0 0-24-16,-1 1-17 0,-1-3-22 0,0-1-29 16,1 0-33-16,-1-7-25 0,0 11-13 0,0-11 1 15,2 7 3-15,-2-7-8 0,0 0-105 0,0 0-317 0,0 0 140 16</inkml:trace>
  <inkml:trace contextRef="#ctx0" brushRef="#br0" timeOffset="147804.24">16543 11500 70 0,'3'-10'159'0,"-1"5"-5"16,1-2-16-16,0 1 0 0,-3 6-21 0,4-7-8 16,-4 7-4-16,0 0 5 0,0 0 0 0,0 0-6 15,0 0-8-15,0 0-3 0,0 0-1 16,-16 26-4-16,7-10-10 0,-3 0-3 0,2 1-12 15,0-2-3-15,-2 2-8 0,3-2-8 0,0-1-3 0,0 0-2 16,2-3-4-16,0 0-1 0,0-3-7 0,0 0-5 16,2-3-2-16,1 0-1 0,2 0-1 0,2-5-2 15,-5 7-1-15,5-7-3 0,-4 6 1 0,4-6-3 16,0 0-2-16,-4 6-1 0,4-6-3 0,0 0 2 16,0 0 8-16,0 0-8 0,9 10-3 0,-9-10-7 15,10 4-9-15,0-1-14 0,1 0-19 0,-1 1-25 16,3-1-19-16,-2 0-11 0,4-1-26 0,1-3-14 15,3 4-11-15,-2-3-124 0,-3 0-298 16,-1 0 132-16</inkml:trace>
  <inkml:trace contextRef="#ctx0" brushRef="#br0" timeOffset="148137.57">16779 11460 52 0,'0'0'176'0,"0"-6"-17"0,0 6-17 0,0 0-12 16,0 0-2-16,0 0 21 0,0 0-12 0,15 14-14 16,-10-5-1-16,2 7-4 0,-2 1-7 15,0 3-11-15,6 4-9 0,-5-5-11 0,-1-5-4 0,4 12-5 16,-4-9-10-16,2-1-5 0,-1-1-2 0,-1-5-11 16,0 0-3-16,0-3-3 0,1-1-4 0,-1-1 9 15,-2 0 14-15,-3-5 8 0,7 7 15 0,-3-5 9 16,-4-2 0-16,0 0 4 0,14-6-6 0,-7-2-1 15,1-1-1-15,2-3-1 0,-2-2-7 0,2-1 3 16,-1-2-6-16,-2 2-5 0,-1-4-9 0,4-6-11 16,-2 7-3-16,-2-1 0 0,-1 0-12 0,5-4-5 15,-3 4-13-15,-2 2-22 0,-1 6-14 0,-2 0-19 16,2 2-23-16,0 3-34 0,-3-1-38 0,-1 7-42 16,7-9-46-16,-5 7-20 0,-2 2 4 0,8-3-171 15,-8 3-445-15,0 0 197 0</inkml:trace>
  <inkml:trace contextRef="#ctx0" brushRef="#br0" timeOffset="148389.01">17268 11369 106 0,'0'0'173'16,"0"0"2"-16,0 0-18 0,9-1 11 0,-9 1 15 16,0 0-5-16,6 8-4 0,-6-8-10 0,4 7-9 15,-3 1-3-15,3 1 4 0,-2 1-8 0,1-1-16 16,-2 2-14-16,0-1-11 0,2 1-11 0,0-2-8 15,-1 2-7-15,1-3-8 0,-1 0-5 0,2 0-9 16,-2 0-6-16,0-3 1 0,2 2-11 0,-4-7-4 16,4 9-1-16,-2-6-7 0,-2-3-2 0,5 5 2 15,-1 0 9-15,-4-5 1 0,9 6-1 0,-1-6-5 16,1 3 1-16,2-4-8 0,3-1-14 0,4-2-23 16,1-2-32-16,-1 5-38 0,3-5-47 0,7 1-58 0,1-3-56 15,-1 0-224-15,-1-3-503 0,0 3 222 16</inkml:trace>
  <inkml:trace contextRef="#ctx0" brushRef="#br0" timeOffset="149436.4">26823 10579 3 0,'-2'-8'185'0,"2"8"-10"15,0-13-5-15,0 13 3 0,0-11-3 0,0 11-3 16,-1-11-2-16,1 11-10 0,0-8 0 0,0 8-13 15,0 0-7-15,0 0-13 0,-2-11-15 0,2 11-11 16,0 0-9-16,0 0-11 0,0 0-7 0,0 0 2 16,0 0 1-16,0 0 6 0,0 0-6 0,7 35-7 15,-5-19-2-15,0 2-3 0,0 6-1 0,1-1-3 0,-1 4-6 16,-2-3-11-16,0-4 3 0,2-2-5 16,1 0-2-16,-3 0-6 0,0-1-2 0,0 0-3 15,2-4 0-15,-2-2-22 0,0 1-21 0,2-3-26 16,-4 1-29-16,0-3-35 0,2-7-34 0,0 15-33 0,0-15-10 15,0 9-11-15,0-9-16 0,0 8-137 0,0-8-378 16,0 0 168-16</inkml:trace>
  <inkml:trace contextRef="#ctx0" brushRef="#br0" timeOffset="149687.41">26969 10562 56 0,'0'-10'179'0,"2"0"-3"0,-2 3 2 0,0 7-8 16,0-11-11-16,2 5-9 0,-2 6-11 0,0 0-18 15,2-11-13-15,-2 11-10 0,0 0-7 0,0 0 3 16,0 0-9-16,0 0-1 0,-22 22-10 0,15-12-2 16,-4 2-9-16,0-3-5 0,2 5-8 0,0-3 0 15,0-1-8-15,2 0-3 0,0 0 2 0,1 1-3 16,-2-5-5-16,4 4 0 0,-2-4-4 0,3 1-2 16,1 0-5-16,2-7-5 0,-4 11 2 0,4-5 0 15,0 2-3-15,0-8-1 0,4 13-5 0,-2-8 7 16,5 1-17-16,-3 1-25 0,6-2-25 0,-1 0-27 15,2-1-24-15,7 3-24 0,0-6-16 0,0 1-19 16,2-2-12-16,0-2-132 0,2 1-329 0,-1-1 146 16</inkml:trace>
  <inkml:trace contextRef="#ctx0" brushRef="#br0" timeOffset="149920.64">27367 10552 169 0,'0'0'180'0,"-1"-9"-12"0,1 9 4 15,-7-8 0-15,7 8-3 0,-8-7-2 0,1 7-10 16,-5 0-1-16,1 2-6 0,0 1-8 0,-5 3-10 16,1 2-12-16,1 0-6 0,-1 5-9 0,1-3-3 15,3 2-17-15,0 1-5 0,7-4-10 0,-4 2-9 16,4-1-7-16,2 3 0 0,-1 3-9 0,3-6-5 16,0 1-1-16,3-2-1 0,1 0-17 0,-2 1-22 0,4-1-24 15,2 0-27-15,-2-1-44 0,1-3-36 16,5 0-38-16,1-1-39 0,-4 1-171 0,5-5-411 15,1-1 182-15</inkml:trace>
  <inkml:trace contextRef="#ctx0" brushRef="#br0" timeOffset="150186.81">27573 10487 166 0,'4'-5'181'0,"-4"5"-11"16,0 0-7-16,0 0 4 0,0 0 5 15,0 0 1-15,0 0-8 0,9 12 10 0,-9-2-17 16,-1 0-14-16,1 0-9 0,-3 1-18 0,3 1-7 16,-2 3-3-16,2-2-10 0,-3 2-7 0,6-2-10 0,-1-2-6 15,1 1-8-15,-2-2-6 0,0 0-8 0,3-3-6 16,1-1 0-16,-1 3-10 0,0-2 1 0,5 2-2 16,-4-3-4-16,1 0-1 0,3-1-3 15,3-2-1-15,-3 0-6 0,4-3-11 0,1 0-12 0,-1-2-24 16,5 0-22-16,-1-1-34 0,-3-1-37 0,2-3-46 15,0 0-36-15,5-2-218 0,-6 0-454 0,3-1 202 16</inkml:trace>
  <inkml:trace contextRef="#ctx0" brushRef="#br0" timeOffset="161204.44">11486 6154 11 0,'0'0'19'0,"0"0"-2"0,0 0 0 0,0 0-3 16,0 0 1-16,0 0-4 0,0 0 2 0,0 0-4 15,0 0 1-15,0 0-5 0,-22-12 6 0,22 12-5 16,-8-1 3-16,8 1-3 0,-10-3-1 0,10 3 8 15,-9-1 1-15,9 1-3 0,-11-4 6 0,11 4-1 16,-9 0 2-16,9 0 0 0,-10-2 1 0,10 2 9 16,-8-2-6-16,8 2 6 0,0 0-2 0,0 0 3 15,-13 2-2-15,13-2 2 0,0 0 0 0,-7-3 4 16,7 3-2-16,0 0 5 0,0 0-11 0,0 0-3 16,0 0 5-16,0 0-8 0,0 0 4 0,0 0-7 15,0 0-3-15,0 0 0 0,0 0-11 0,0 0 5 16,0 0-4-16,0 0 3 0,0 0-6 0,0 0 2 15,0 0-2-15,0 0 5 0,0 0 4 0,0 0-1 16,29 6-2-16,-20-5 0 0,3 1-3 0,-2-1-3 16,0 2 2-16,2 1 0 0,-2-2 13 0,0 1-9 0,0-1 4 15,4 0-8-15,-3 1 2 0,2 0 1 16,2 0-4-16,0-2 1 0,3 2 13 0,-3-1-4 16,3-1-2-16,1 1 1 0,0 0-5 0,1 0 7 15,-1-1 8-15,5-1 4 0,3 0 1 0,-4 1 2 0,2-2-2 16,-4 1-2-16,7 1 8 0,1 0-12 0,-8-1-7 15,2-1 6-15,5 0 0 0,-2 0-4 16,2 2 1-16,-6-1 1 0,6-2 0 0,-2 4-3 16,2-2 1-16,-7 2-3 0,7-2 0 0,-1 2-2 15,0-2 2-15,-4 0-2 0,-2 0 0 0,6 0 4 0,0 1 0 16,-4-4-5-16,4 3 4 0,-5 0-1 0,5 0 0 16,-4-2 6-16,3 2-4 0,1-2-5 0,1 2-4 15,1-2 7-15,-9 2-2 0,9-3 6 0,-2 2-3 16,-5-1 2-16,6 1-8 0,-6-2 5 15,5 1-2-15,-5 2 0 0,-1 0 0 0,1 0-2 0,-2-2 4 16,9 2-4-16,-8-2-9 0,-2 2 9 0,4 0-4 16,4 0-1-16,-4 0 1 0,0 0 2 0,-2 0-7 15,6-1 9-15,3 1-1 0,-3 1 1 16,-6-2-2-16,6 1 9 0,-1 0-5 0,-4 0-6 0,-1-2 0 16,1 2 0-16,5 0 8 0,0 2-1 0,0-4-3 15,2 0-1-15,-8 0-2 0,-2 1 4 0,10-2-6 16,-2 2 9-16,-6 0-3 0,6 1 8 0,-5-2-10 15,5 2 2-15,-6 0-5 0,8 0 6 16,-4-1-5-16,-1 1 0 0,2-1 2 0,-5 1-3 0,8 0 4 16,-8 1-3-16,8-4-1 0,0 3 4 0,-2 0-6 15,2 2 4-15,-7-2-2 0,6-2 1 0,-6 2-1 16,6-3 5-16,0 5 0 0,-1-5-3 0,-4 3 7 16,4-2 0-16,2 1-5 0,-7 1 3 0,8 0-3 15,-9-3-1-15,7 0-2 0,3 2 3 0,-10 0-2 16,8-1 4-16,-2 2-5 0,4 0 3 0,-3-3 1 15,1 1-1-15,0 2 6 0,-7 0-8 0,5-1 1 16,0 1-2-16,2 0 4 0,-7-1-5 0,-1 0 0 16,8 1 0-16,-9-2 2 0,8 4 1 0,1-4-1 15,-1 0 2-15,-1 4-2 0,3-2 4 0,-6 2-2 16,-1-4-1-16,6 1 2 0,-2 0-4 0,-4 0 0 16,4 3-1-16,-1-4 0 0,-5 2 0 0,8 1 0 15,-8-2 3-15,-2 1-3 0,3 0-3 0,-1 1 3 16,-2-1 1-16,2 1-1 0,2-1 2 0,6 3-3 15,-3-3 2-15,-6 2-5 0,0-2 3 0,2 1 1 16,0 1-3-16,-1-4 3 0,1 4 3 0,7-2-2 16,-9 0 3-16,1 1 2 0,7-2-1 0,0-1-5 15,-7 1 1-15,0 1 3 0,8-1-2 0,-1 1 0 16,0 0 5-16,-6-1-5 0,5 2 2 0,1-4-1 16,-7 2 4-16,1-1-7 0,-1 3 2 0,7-2 1 15,-8 2-4-15,2-2 3 0,-3-1-1 0,3 1 2 16,-1 2-3-16,8-1 1 0,-13 0-1 0,6 3 1 15,0-3-2-15,0 2 0 0,7 0 0 0,-2-2 6 16,1-3-6-16,0 4 2 0,1-2-1 0,-7 2 3 16,6-2-7-16,0 0 3 0,-1 1 1 0,3 1 0 15,-2-3-2-15,0 2 0 0,2 1 1 0,-3 0 0 16,3-3 2-16,-2 3-2 0,1 1-2 0,-1-2 5 16,3-1-4-16,-2-1 2 0,-1 2-1 0,2 0 2 15,-2 1 2-15,0-1 0 0,-1 0-6 0,1 1 3 16,0-1-2-16,-6 0 1 0,7 1-1 0,-1-1 0 15,3 0 3-15,1-1 2 0,-4 1-6 0,1 1 2 16,3 1 1-16,-1-2 0 0,0 2-3 0,-3-1 0 16,4-1 3-16,-3-1 1 0,6 0-2 0,-5 1 0 15,2 4 5-15,1-4 0 0,-2 3-2 0,1-1-4 16,-1-1 2-16,-1 0 3 0,4-1-3 0,-4 3-3 16,0-3 5-16,2 0-2 0,-3 0-3 0,0-3 8 0,2 3-3 15,-3 3-4-15,2-3 1 0,-3 0-1 16,2 0 2-16,-1 1-1 0,-6-1 1 0,10-1-3 15,-3 1 3-15,1 0 0 0,-1-3-3 0,-2 2 2 16,2 0 10-16,2 1-9 0,-4-2-1 0,-2 2 0 16,2 0 2-16,1 0-1 0,0-2 0 0,0 4-4 0,2-2 2 15,-9 0 1-15,8 0-1 0,-4-3-2 16,3 3 5-16,-6 0-5 0,5 0 4 0,-4 1-2 16,-3-2-1-16,2 2 0 0,6-2 2 0,-6 2 1 15,-1-1-1-15,1 0-2 0,7-1-1 0,-9 1 3 16,1 0 1-16,1 0-3 0,8-3 2 0,-3 3 5 15,-6 0-2-15,1 0-1 0,-1 1 3 0,7-2-5 16,-8 0-1-16,1 2 1 0,0-1 1 0,-2-1-1 16,1 1-1-16,0 1 2 0,2-1 0 0,-3 3-3 15,3-3 3-15,-4 0-1 0,3 0-1 0,1 0 1 0,0 1-2 16,0 1 1-16,-1-2 1 0,1 0 3 16,0 2-4-16,-2 0 1 0,10 1 0 0,-11-3-2 0,6 0 4 15,-3 0-2-15,-2 0-1 0,3 0-1 0,7 0 4 16,-10 0-2-16,2 0 0 0,-2 0 0 15,1 0-1-15,8-3 1 0,-1 6-2 0,-1-6 4 0,-5 2-1 16,0 1 5-16,6-3 3 0,-1 3-2 16,-6 0-2-16,9-2 3 0,-2 4-2 0,-8-2-1 0,9-2 1 15,-3 2-4-15,4-1 1 0,-7 1 0 16,5-2 0-16,-1 4 1 0,1-4 2 0,-1 2-4 0,1 0-1 16,2 2-1-16,-1-2 3 0,-1 0 1 0,1 0-5 15,-2 0 2-15,4 0 0 0,-5 0 1 0,1 0 0 16,-5-2 0-16,6 1-2 0,2 2 1 15,-2-1 0-15,0 2 1 0,0-2 1 0,-1 0 1 16,-6 0-1-16,9 0 4 0,-3 0-1 0,-4 0 1 0,5 3-4 16,0-3 2-16,-7 0 1 0,8 3-3 0,-4-2 2 15,3-1 0-15,-5-1-2 0,7 2 0 0,-1-2-1 16,-1 1-1-16,2 0 2 0,-1-1-1 0,-1 1-1 16,0 0 1-16,-8 1-2 0,8-1 3 15,0 1-4-15,-8-2 5 0,1 1-5 0,0 0 5 0,0 0-5 16,0 4 3-16,-1-4-3 0,1 0 1 0,1 0 0 15,-4 0 0-15,2 1 1 0,2-1 0 0,-1 2 0 16,-4-1-1-16,4 0 0 0,-1-1 2 0,3-1-1 16,-1 1-1-16,-3 0 3 0,3 1-5 0,1-1 1 15,-2 2 3-15,0-2-2 0,1 0 4 0,-2 0 7 16,9 0-5-16,-9 2 1 0,2-4 1 0,-2 1-2 16,3 1-1-16,-3 0 1 0,9-2 1 0,-4 1-4 15,-3 2 1-15,6-2 2 0,0 3-2 0,-6-3-2 16,6 0 1-16,-2 2-3 0,-5 0 3 0,1 0-2 15,6 0-1-15,0 2 1 0,-7-3 1 0,8 0-2 16,-8 2 4-16,0-4-2 0,7 2 3 0,-7 2-4 16,8-2 6-16,1 1 3 0,-2-1 2 0,-1 0-6 15,2 0 1-15,-1 0 4 0,0-3-3 0,-7 3-4 16,0 0 2-16,8 0 0 0,0 0 1 0,-1 0-1 16,-1 0-3-16,0-4 3 0,1 5 0 0,-3-2 3 15,6 1-4-15,-3-2 3 0,0-1-1 0,-6 3-2 16,6-1 1-16,-5 1 0 0,-4 1-2 0,2-2 2 15,2 1 2-15,-3 0-4 0,2-4-2 0,5 5-3 16,2 2 4-16,-10-3 1 0,0 1-3 0,3 1 1 16,-5-2 2-16,1 1 0 0,1-1-4 0,1 1 3 15,-2-2 1-15,2 3 1 0,0-3-3 0,-1 1 4 16,-1 2-6-16,1 0 2 0,-1-2 1 0,2 1-1 16,1 2 2-16,-3-2-1 0,2-1 2 0,1 2-6 15,-2 0 5-15,3-3 6 0,-3 2-1 0,0-1 0 16,0 3 1-16,-1-1 2 0,4-1 6 0,-2 1-8 15,-1-2-1-15,2 0 5 0,0 0 0 0,0 0-4 16,1 0 3-16,6 0 1 0,0 0-5 0,-6 0 1 16,4 0 0-16,0-2 1 0,-6 4 0 0,7-2-1 15,-6-2 1-15,-1 2-2 0,7 0 1 0,-5 0-3 16,-2-1-1-16,8-1 1 0,-5 2-3 0,4-2 14 16,1 2-11-16,0-2 2 0,-6 2-3 0,0-1-1 0,6-2 2 15,0 2 0-15,1 1 1 0,0-2-5 16,-8 1 0-16,1 1-1 0,1-2 0 0,-1 0 0 15,8 1-2-15,-2 1 0 0,-1 0 3 0,-7 1-3 16,1-2 1-16,7 3-1 0,-6-2 7 0,-1 0-9 16,-2-1 0-16,1 2 0 0,1-2 3 0,0 0-6 15,-4 1 6-15,-3 0-3 0,0 0-2 0,5 0 5 16,-2 1-4-16,-3 0 1 0,-1-1 0 0,1 1 4 16,-3-1 3-16,2 2-10 0,-3-2 4 0,-3 0-4 15,3-2 1-15,-10 2 3 0,13 2 5 0,-6-1-6 16,-7-1 0-16,10-1 5 0,-10 1-2 0,8 1 4 15,-8-1-4-15,0 0-1 0,0 0-5 0,12-1 6 16,-12 1 6-16,0 0 4 0,0 0 3 0,7 1-1 16,-7-1-4-16,0 0 10 0,0 0-4 0,0 0 0 15,0 0 3-15,0 0-2 0,0 0 2 0,0 0 7 0,0 0-4 16,0 0 1-16,0 0 2 0,0 0-6 0,0 0-4 16,0 0-2-16,0 0 0 0,0 0-5 0,0 0-5 15,8-3 6-15,-8 3 0 0,0 0-4 16,0 0-1-16,0 0 1 0,0 0-7 0,0 0 3 15,0 0-18-15,0 0-11 0,0 0-19 0,0 0-28 0,0 0-26 16,0 0-34-16,0 0-42 0,0 0-42 16,0 0-42-16,0 0-51 0,0 0-172 0,0 0-523 15,0 0 231-15</inkml:trace>
  <inkml:trace contextRef="#ctx0" brushRef="#br0" timeOffset="162269.01">25841 6221 8 0,'-6'-7'109'0,"3"4"3"16,3 3-10-16,-8-9-11 0,3 6-10 0,-2-1-8 16,2 0 4-16,-1-4-12 0,-1 4-4 0,-2 0 6 15,2-1-7-15,-1 2-9 0,-2-3 1 0,3 2 5 0,1 1 5 16,-1-1-4-16,1 1 0 0,-2 0-5 0,8 3 2 16,-11-6-4-16,3 5 1 0,8 1 3 0,-8-4 1 15,8 4-2-15,-7-2-5 0,7 2-4 16,0 0-1-16,0 0-7 0,-8-3-7 0,8 3-4 15,0 0 1-15,0 0-8 0,-7-4-1 0,7 4-2 0,0 0-2 16,0 0-3-16,0 0 1 0,0 0-1 0,0 0 0 16,0 0-2-16,0 0 4 0,0 0 3 15,22 7 5-15,-10-5 5 0,1 0 7 0,1 0-5 0,3-1 4 16,6 1-2-16,4 0-1 0,2 0 7 0,3-1 3 16,0 1 1-16,3-2 0 0,-1 2-3 0,2-4-3 15,-1 4 2-15,2-1 2 0,-1-4-5 0,2 3-3 16,-3-1 0-16,2 0-6 0,-1-2 3 15,0-1-2-15,0 3 0 0,-1-2-3 0,1 0 6 16,-4 0-6-16,4-2-5 0,0 1 4 0,2 3-3 0,-6-3-4 16,1-1 3-16,1 1-2 0,-1-1 0 0,-3 2-3 15,3 1 0-15,-2 0-1 0,-3 0-2 0,3 0 0 16,1 0 3-16,-3 0-4 0,-2 0 2 0,0 1 0 16,-4 1-3-16,-2-2 3 0,0 1 3 0,-4 0-3 15,6 1 1-15,-3-1-1 0,1-1 3 0,-1 1 1 16,-2 0 3-16,5 1-1 0,-4 0 5 0,0-1-4 15,2 1-2-15,-2-2 3 0,2 0 1 0,-2 1 0 16,2-2 3-16,-1 3-6 0,-4-1 1 0,4 1-2 16,-3 0 0-16,2-2-1 0,-1 1 0 0,1 0 0 15,-2-1 3-15,0 1-2 0,2 0 0 0,1 0-1 16,-2 0 0-16,0-2-2 0,0 3-2 0,0-3 0 16,0 2 5-16,1-1-9 0,-2 1 0 0,2 1-3 15,-2 0 5-15,-4 0-2 0,5-1 2 0,-1 1-2 16,0-1-3-16,-4-1 0 0,7 4 2 0,-1-2 6 15,0-2-8-15,1 2-4 0,-1-1 5 0,-1 0-1 16,4 0 4-16,-4 1 2 0,6 0-3 0,-3 0 3 16,9-2 2-16,-8-1 6 0,-1 0-11 0,2 3 4 15,-2 0-3-15,7-1-1 0,-7-1 6 0,6 1-6 16,-6-1 9-16,7 2-3 0,-7-1-4 0,6 0-2 16,1 1 4-16,0-3 0 0,-1 3-3 0,0-2 0 15,-4 4 2-15,-3-5 1 0,11 2 1 0,-9-1-6 16,-1 0 7-16,-3 1-4 0,2 1-2 0,0-2 1 15,-4 1-1-15,2 2 1 0,-5-1-5 0,-2-1 4 16,1 1 1-16,1 0 3 0,0-2-2 0,-4 2 1 16,1-2 2-16,-10 2-5 0,14 1-5 0,-6-1 3 15,-8 0-1-15,10 0 4 0,-10 0-8 0,9-2 6 16,-9 2-6-16,0 0-13 0,9 0-24 0,-9 0-24 16,0 0-32-16,0 0-38 0,0 0-55 0,0 0-48 15,0 0-55-15,0 0-185 0,0 0-512 0,-26-12 227 16</inkml:trace>
  <inkml:trace contextRef="#ctx0" brushRef="#br0" timeOffset="164337.03">5817 7057 36 0,'0'0'123'0,"0"0"-10"15,-8-3-11-15,8 3-1 0,0 0-13 0,0 0-9 16,-9-4-1-16,9 4-8 0,0 0 6 0,0 0-17 15,0 0 0-15,0 0-7 0,0 0-4 0,0 0-3 16,0 0-1-16,0 0-10 0,0 0-4 0,0 0-4 16,0 0-1-16,0 0-4 0,0 0-5 0,0 0-1 0,0 0-5 15,0 0 2-15,0 0-1 0,0 0-3 16,0 0-1-16,18-8 4 0,-18 8-3 0,0 0-1 0,14 3 6 16,-5-3 2-16,-9 0 17 0,21 0 0 15,-7 1 1-15,-1 0 2 0,6-2-1 0,0 0 2 16,8 0-3-16,1-2 4 0,1 3-4 0,1-3 2 0,2 2 0 15,0-1-6-15,3 4 5 0,2-4 0 16,-2 4-11-16,-1-4-1 0,1 2 1 0,1-1-2 16,0-1 2-16,2 1-1 0,-1 1-1 0,1 0-2 15,2 0 1-15,11 0 3 0,-13-3 1 0,2 3 1 16,14-3-1-16,-3 0-1 0,-1-1 0 0,-1 4 2 0,-9 0-3 16,12-4-1-16,-1 4-1 0,-12 1 0 0,1-1-2 15,-3-3-4-15,15 4 3 0,-15-2 4 16,4 1 0-16,-1-1-1 0,-1 2 2 0,14-2 0 15,-1-4 6-15,-2 5-4 0,3-3-2 0,-14-1 0 16,17 0 0-16,-1 0-1 0,-1 2 0 0,-2-4 1 0,0 1 0 16,-1 1-2-16,1 2-2 0,-13 0-3 15,1-3-1-15,12-1 0 0,-13 4 1 0,0-1-5 0,0 0-4 16,16-1 6-16,-16 2 4 0,16 0-5 16,-14 1-2-16,9-6 1 0,-9 4 0 0,11 2 3 15,-1 1 2-15,2-4-4 0,-15 2 3 0,14 1 0 0,-13-1-4 16,12 2 3-16,-13-2-5 0,2 2 2 0,11 2-1 15,-15-4 1-15,2 1-2 0,-1 0 1 16,4 1 2-16,-3 0-1 0,1-2-1 0,0 1 7 16,12 1-7-16,-13-3 0 0,2 6 3 0,0-3-1 15,-2 0 0-15,2-1 4 0,14 2-9 0,-16-2 10 0,14-1-5 16,-13-3 3-16,2-1-5 0,-2 5 6 0,-2-2-2 16,2 2-2-16,14 0 3 0,-18-3-3 15,3 2-1-15,-1 4-1 0,-1-5 3 0,1 2-2 0,0-1-2 16,-1 0 3-16,3 1-3 0,-1 1 3 15,0 0-5-15,0 0 0 0,-1-1-1 0,13-1-2 0,-14 2-1 16,2 0-2-16,-5 0 4 0,1 3 1 0,-1 1 1 16,0-3-1-16,0 0-1 0,1-2 0 0,0 2 2 15,1 0-3-15,-2-1 2 0,-1 3-1 0,4-3 2 16,-6 4-1-16,2-4-1 0,-1 0 0 16,3 0 2-16,1 3-3 0,-3-2 4 0,1-1 0 0,2 1-2 15,-2-1 3-15,0 1 0 0,0-1 0 0,1 3-3 16,1-1 3-16,0-2 4 0,-1 3-6 15,3-3-1-15,-1 4 3 0,0-9 0 0,-3 8 4 0,2-5-7 16,0 6-2-16,-4-2 0 0,4-3 11 16,-3 2-8-16,1-1-4 0,0 0 6 0,2 2 0 0,-1-2 1 15,2 0-2-15,-2-2 4 0,2 2-2 0,0 0-1 16,2-1 3-16,0 1-3 0,1-1 1 0,-2-3 2 16,4 4 3-16,-5-3-6 0,0 3-1 0,4-5 9 15,-3 2-11-15,2 1 1 0,-1 0 3 16,-1-1-1-16,-1 0-2 0,2 2 2 0,0 0-4 0,1-1 1 15,10-1 1-15,-12 2-1 0,1-2 5 0,-1 6-6 16,1-6 11-16,2 1-7 0,-1 2-1 0,1-3 5 16,0 2-10-16,-2 2-1 0,2-1 10 0,16-1-10 15,-20 2 4-15,2 0 4 0,1-1-4 0,13-1 0 16,-16 2-4-16,2 1 10 0,3-2-1 0,-3 1 4 16,0 0 2-16,12 2-5 0,-12-3-8 0,0 0 16 15,3-2-10-15,10 0 5 0,-17 4 0 0,5-2 3 16,1 3-3-16,0 0 2 0,14-5 2 0,-2 5-10 15,-16-4 6-15,2 3 3 0,13-3-1 0,-15 0-2 16,0 1-7-16,0 0 10 0,0-2-6 0,2 5 0 16,-1-2 2-16,0-3-4 0,-1 2-1 0,2-2 6 15,1 4-1-15,-1-1 4 0,2-1-6 0,-2-1-1 16,16-2 8-16,-16 3-7 0,1-1 4 0,12-2 5 16,-12 2-4-16,1-2-2 0,12 2-4 0,-16 0 7 15,4-1-5-15,-2 0 5 0,1 1 1 0,-1 1-4 16,0-2-4-16,-3 0-10 0,1 2 14 0,-2-2 5 15,4 0-1-15,-3 0-7 0,1 1 6 0,-1-2-4 16,1 1-3-16,-3-1 4 0,0 2 2 0,-1-2 2 16,-1 1 1-16,-1 0-6 0,-8 0 8 0,1 1 2 15,4-1-12-15,-9 2 1 0,0-4 11 0,-7 4-12 16,2 0 5-16,-4-3-4 0,1 3-7 0,-10 0 15 16,13-1-3-16,-13 1 3 0,9 0-1 0,-9 0-2 15,0 0-3-15,9-3-3 0,-9 3 1 0,0 0-4 16,0 0 0-16,0 0 3 0,10 1 6 0,-10-1-29 15,0 0-19-15,0 0-33 0,0 0-24 0,0 0-35 16,0 0-34-16,0 0-35 0,0 0-42 0,0 0-52 16,0 0-25-16,0 0-2 0,-1 15-214 0,1-15-570 15,-11 17 252-15</inkml:trace>
  <inkml:trace contextRef="#ctx0" brushRef="#br0" timeOffset="165045.34">23508 12581 144 0,'0'0'153'0,"0"0"-17"0,0 0-20 0,0 0-6 0,0 0-8 15,0 0-14-15,0 0-16 0,0 0-16 0,0 0-14 16,0 0-20-16,0 0-29 0,0 0-45 15,0 0-44-15,0 0-52 0,0 0-160 0,0 0 71 16</inkml:trace>
</inkml:ink>
</file>

<file path=ppt/ink/ink18.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1-01-25T04:38:32.407"/>
    </inkml:context>
    <inkml:brush xml:id="br0">
      <inkml:brushProperty name="width" value="0.05292" units="cm"/>
      <inkml:brushProperty name="height" value="0.05292" units="cm"/>
      <inkml:brushProperty name="color" value="#FF0000"/>
    </inkml:brush>
  </inkml:definitions>
  <inkml:trace contextRef="#ctx0" brushRef="#br0">26128 10799 14 0,'0'0'30'16,"0"0"-7"-16,0 0-2 0,0 0-3 0,0 0-14 16,0 0-7-16,0 0-16 0,16 2-18 0,-16-2 8 15</inkml:trace>
  <inkml:trace contextRef="#ctx0" brushRef="#br0" timeOffset="804.7">26614 17617 22 0,'0'0'132'0,"0"0"-10"16,0 0-14-16,0 0-3 0,0 0-17 0,0 0-8 15,0 0-14-15,0 0-1 0,0 0-26 0,0 0-6 16,-3-8-14-16,3 8-15 0,0 0-14 0,0 0-8 15,0 0 3-15,0 0-30 0,0 0-32 0,21 10-43 16,-21-10-130-16,0 0 58 0</inkml:trace>
</inkml:ink>
</file>

<file path=ppt/ink/ink19.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1-01-25T04:39:31.779"/>
    </inkml:context>
    <inkml:brush xml:id="br0">
      <inkml:brushProperty name="width" value="0.05292" units="cm"/>
      <inkml:brushProperty name="height" value="0.05292" units="cm"/>
      <inkml:brushProperty name="color" value="#FF0000"/>
    </inkml:brush>
  </inkml:definitions>
  <inkml:trace contextRef="#ctx0" brushRef="#br0">8019 10085 42 0,'0'0'44'15,"-8"-2"2"-15,8 2-9 0,0 0-7 0,-10-4 0 16,4 3-9-16,-6 0-4 0,-1 1-7 0,-6 2-6 15,0 1-7-15,-8 0-8 0,-1 2 1 0,1-1 2 16,6 2-5-16,1 1 7 0,1-3 1 0,6-1-4 16,-1 1 4-16,3-2-1 0,-1 0 6 0,6 1-2 0,-2-2-5 15,8-1 3-15,-12 2 0 0,12-2 0 0,-9 3 3 16,9-3 0-16,-7 1 2 0,7-1-4 16,-6 3-2-16,6-3 0 0,0 0 5 0,0 0 2 15,0 0 2-15,-9 4 2 0,9-4-3 0,0 0 9 0,0 0 2 16,0 0 3-16,0 0 10 0,0 0 1 0,0 0 4 15,0 0 1-15,0 0-1 0,0 0-4 0,0 0-3 16,0 0 4-16,0 0-2 0,0 0-11 16,0 0-2-16,0 0 3 0,0 0-1 0,0 0-2 15,0 0 10-15,0 0-7 0,0 0-2 0,-9 0-3 0,9 0 3 16,0 0 0-16,0 0-3 0,0 0-5 0,0 0-3 16,0 0 10-16,0 0-10 0,0 0 2 15,0 0 0-15,0 0-2 0,0 0-7 0,0 0 11 0,0 0 0 16,0 0 2-16,0 0-6 0,0 0 7 0,0 0 3 15,0 0-13-15,0 0 2 0,0 0 3 0,0 0-4 16,0 0 3-16,0 0-2 0,0 0 0 16,0 0 0-16,0 0-14 0,0 0-3 0,0 0-1 0,0 0-2 15,0 0-10-15,0 0-9 0,0 0-4 0,5 12 0 16,-5-12 4-16,0 0 2 0,4 13-11 0,0-6-4 16,-3-1-24-16,-1-6-79 0,4 11 36 0</inkml:trace>
  <inkml:trace contextRef="#ctx0" brushRef="#br0" timeOffset="593">7765 10261 46 0,'0'0'47'0,"0"0"-5"0,-12-1-1 0,12 1-2 0,-10-1-1 16,10 1 4-16,0 0 2 0,-12 0-11 0,12 0 6 16,0 0-3-16,-10-1-4 0,10 1-5 15,0 0 7-15,-12 0-3 0,12 0 8 0,0 0-5 0,-10-1 0 16,10 1 0-16,0 0-7 0,0 0-1 0,0 0-3 15,0 0 3-15,0 0 1 0,-10 0-9 0,10 0 4 16,0 0-4-16,0 0 1 0,0 0 0 0,0 0 1 16,0 0-8-16,0 0 7 0,0 0-10 0,0 0-4 15,0 0-7-15,0 0 7 0,0 0-4 0,0 0-3 16,0 0 2-16,0 0 2 0,0 0 2 16,0 0-9-16,30 2 6 0,-19-1-5 0,7 0 10 15,0 2-6-15,13-3 0 0,2 1-2 0,4 1 1 0,17-1 3 16,4-1-7-16,8 3-35 0,0 0 50 0,32-5-3 15,-9-6-6-15,-23 3 7 0,29-2 6 0,-32 1-6 16,31 0-5-16,-32 5 3 0,2-1 0 0,0 0-5 16,-2 3-4-16,0-1 0 0,0 3 0 0,-1-2 7 15,0 1-4-15,-2 1-2 0,2-1 9 0,-2 1-8 16,0-1-2-16,0 0 11 0,-7 2-2 0,2-2-2 16,-3-1-3-16,-14 2 3 0,0-2-5 0,0 1 6 15,-2-4 8-15,-5 2-11 0,0 0 3 0,-7-1-3 16,4-1 0-16,-7-1 9 0,-1 1 2 0,2-1-12 15,-2 0 7-15,-3-2-4 0,3 0 1 0,-8 1-1 16,0 0-3-16,-1 2 7 0,-2-3-4 0,-1 3-16 16,-7 2-19-16,10-1-11 0,-10 1-14 0,0 0-21 15,7 3-76-15,-7-3-165 0,0 0 73 0</inkml:trace>
  <inkml:trace contextRef="#ctx0" brushRef="#br0" timeOffset="1132.83">7968 11568 37 0,'0'0'72'0,"-3"-8"-7"15,3 8-14-15,-1-14 2 0,0 8-4 0,1 6-8 16,-3-11 2-16,3 11 2 0,-2-7-9 0,2 7-1 15,0 0-8-15,-2-10-1 0,2 10-12 0,0 0-10 16,0 0-2-16,-2-5-6 0,2 5-7 0,0 0-6 16,0 0-10-16,0 0-2 0,0 0 3 0,0 0 4 15,0 0 0-15,0 0 3 0,0 0 4 0,0 0-2 16,0 0 1-16,-14 15-1 0,11-10 9 0,1 1-5 16,-2 4-4-16,0-5-14 0,0 6-18 0,-1-2-51 0,1 1 23 15</inkml:trace>
  <inkml:trace contextRef="#ctx0" brushRef="#br0" timeOffset="1505.08">7816 11736 11 0,'0'0'39'0,"0"0"-2"0,0 0-2 0,0 0-7 0,0 0 1 16,0 0-7-16,0 0-5 0,18 5 4 0,-7-3-1 15,3-2-4-15,8 3 0 0,10 0 0 0,5-1-1 16,17-2 22-16,3 1 2 0,6-3-1 16,2-2-7-16,28 1 1 0,-2-1 1 0,-26 1 3 15,27 0-10-15,-27 3-1 0,29 2 4 0,-30-2-4 0,-2 4-4 16,2 0-7-16,3-2-10 0,0 2 7 0,28 0 0 16,-31-2 0-16,28 2-5 0,-26-3 11 15,27-2-2-15,-29 2 3 0,26-2-7 0,-29 2 4 16,-1-4 0-16,0 0 4 0,-1-1-3 0,-6-1 6 0,2 0-5 15,-2 0 7-15,-16 0-5 0,2 1 2 0,-2-1 8 16,-6-2 1-16,1 4 1 0,-3-3-5 0,-9 1-1 16,1 2 0-16,-2 0-6 0,-1 0 8 0,-6 2-10 15,0-1-2-15,-4 1-9 0,-2 1-12 0,-6 0-11 16,10 1-28-16,-10-1-22 0,3 9-33 0,-3-9-67 16,-18 16-178-16,8-8 78 0</inkml:trace>
</inkml:ink>
</file>

<file path=ppt/ink/ink20.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1-01-25T09:55:25.213"/>
    </inkml:context>
    <inkml:brush xml:id="br0">
      <inkml:brushProperty name="width" value="0.05292" units="cm"/>
      <inkml:brushProperty name="height" value="0.05292" units="cm"/>
      <inkml:brushProperty name="color" value="#FF0000"/>
    </inkml:brush>
  </inkml:definitions>
  <inkml:trace contextRef="#ctx0" brushRef="#br0">24463 10686 10 0,'0'0'15'0,"-9"1"0"15,9-1-2-15,-7 2 2 0,7-2-2 0,-6 3 1 16,6-3 6-16,0 0-4 0,0 0 2 0,-10 2-3 16,10-2 4-16,0 0-5 0,0 0-1 0,0 0 1 15,0 0 4-15,0 0-4 0,0 0-6 0,0 0 3 16,0 0 2-16,0 0 0 0,0 0-3 0,0 0 2 15,0 0-4-15,0 0 7 0,0 0-1 0,0 0-2 16,0 0-2-16,0 0 2 0,0 0 1 0,0 0 1 16,0 0-4-16,0 0 1 0,31-4 5 0,-20 3 3 15,2-1-1-15,6-1 2 0,0 1-7 0,3-1 2 16,6 2 3-16,1-2-6 0,1 1-1 0,0-2-1 16,-2 0-3-16,2 1 0 0,-1 0 1 0,0-1 0 15,0 2 0-15,-2-2 4 0,-5 3 0 0,-2-1-4 0,-2-2 0 16,0 3 1-16,-7-1-2 0,1 2-6 15,-1-2-3-15,-6 1 2 0,-5 1-3 0,14 0 10 16,-14 0 1-16,8 0-6 0,-8 0 0 0,0 0-2 16,0 0 7-16,9-1-8 0,-9 1 3 0,0 0 5 0,0 0-3 15,0 0 6-15,0 0-2 0,0 0-4 16,0 0 3-16,0 0-4 0,0 0-7 0,-25-8 5 16,25 8 4-16,-15-1 2 0,8 1-5 0,-5 0 2 15,2 0 1-15,-3 0-12 0,-1 0 11 0,-3 3-1 0,-2-1-9 16,0 0 6-16,-1 1 0 0,0 2-1 0,-2-3 5 15,0 1-4-15,3-1 2 0,-2 1 2 16,3-1-2-16,-1 0-4 0,2 1 1 0,0-2 3 0,4 2-1 16,-5 0 3-16,5-3-6 0,3 3 3 0,-3-2-3 15,3 2-1-15,2 0-3 0,2-3 10 0,6 0-7 16,-10 2 8-16,10-2 5 0,0 0-17 16,-12 0 7-16,12 0-1 0,0 0 10 0,0 0-4 15,-8 2-13-15,8-2 8 0,0 0 0 0,0 0 0 0,0 0-2 16,0 0 7-16,0 0-4 0,0 0 0 0,0 0 8 15,0 0-6-15,0 0 4 0,0 0-5 0,0 0 4 16,32-8 1-16,-20 6-6 0,6-2 4 0,-1 1-6 16,0 0 7-16,1 0-6 0,0 2-3 0,-1 0 7 15,-1-2 2-15,1 2 7 0,-4-3-13 0,-2 4 0 16,-1 0-4-16,-2 0 8 0,-8 0-2 0,17-1 2 16,-11 2-7-16,-6-1 6 0,9-3-5 0,-9 3 7 15,9-1-6-15,-9 1-5 0,0 0 3 0,0 0 3 16,11 0-1-16,-11 0 3 0,0 0-6 0,0 0 2 15,0 0 6-15,0 0-6 0,0 0 4 0,0 0-2 16,0 0 5-16,0 0-4 0,0 0 0 0,-33 3-1 16,27-2 7-16,-3 1-16 0,9-2 8 0,-17 1 2 15,7 1 3-15,-1 0-7 0,3-1-1 0,-3 0-1 16,3 0 3-16,2 2 7 0,6-3 1 0,-13 3-1 0,5-3-5 16,8 0-2-16,-8 2 6 0,8-2-9 0,0 0-1 15,-9 0 0-15,9 0 1 0,0 0-6 0,0 0 3 16,0 0-1-16,0 0-1 0,0 0-18 15,0 0 2-15,0 0-4 0,0 0-11 0,38 0-9 0,-26-2-56 16,-2 2-113-16,1 0 50 0</inkml:trace>
  <inkml:trace contextRef="#ctx0" brushRef="#br0" timeOffset="6230.26">26831 10650 2 0,'-17'-1'3'0,"-1"1"10"0,5 0-2 0,1 0 5 0,1-1 6 15,4-1 6-15,7 2 0 0,-14 0-3 0,14 0-2 16,0 0-3-16,0 0-3 0,0 0 5 0,0 0 0 16,0 0 10-16,0 0-3 0,46 0 2 15,-17 0-9-15,-2 0 1 0,5 2 1 0,-1-1-1 0,5 0-1 16,-3 0-13-16,1-1 2 0,6-1 6 15,12 1-3-15,-14 1 0 0,0 2 3 0,1-3-10 0,1 1 13 16,-4-1-11-16,2 1 0 0,-1-1 2 16,-4 2-4-16,-2 0-2 0,-3-2-2 0,-6 0 8 15,-2 0-1-15,3 2 2 0,-6-2-2 0,-3 0-11 0,-5 0 4 16,2 0 5-16,-4 0 0 0,-7 0 4 0,11 0-11 16,-11 0 1-16,9-2 6 0,-9 2-8 0,0 0-3 15,0 0 6-15,0 0-3 0,0 0-14 0,0 0-14 16,0 0-7-16,0 0-23 0,-34-5-36 0,17 4-101 15,-2 0 45-15</inkml:trace>
  <inkml:trace contextRef="#ctx0" brushRef="#br0" timeOffset="9276.4">23346 10665 42 0,'0'0'43'0,"0"0"0"0,0 0-5 0,4-6-9 16,-4 6-5-16,0 0-4 0,0 0 0 0,0 0-4 15,0 0 2-15,0 0-5 0,0 0 0 0,0 0 0 16,0 0-2-16,0 0-8 0,0 0 10 0,0 0 1 16,0 0-5-16,0 0 0 0,0 0-2 0,0 0 3 15,0 0-13-15,0 0 9 0,0 0-3 0,0 0 4 16,-18-1-1-16,18 1 1 0,0 0 1 0,-16 4-4 15,11-1-3-15,5-3 3 0,-9 0-1 0,9 0 0 16,0 0 1-16,-11 2-3 0,11-2 4 0,0 0-5 16,-7 1 11-16,7-1 3 0,0 0-2 0,0 0-5 15,0 0-4-15,-7 3 7 0,7-3 10 0,0 0 0 16,0 0-4-16,0 0 3 0,24 1 14 0,-11-2-9 16,7-1-1-16,0 0-4 0,2 0-2 0,7-1 0 15,-3 1 4-15,-6 1 14 0,3-2-11 0,-2 0-3 16,1-1 0-16,-1 1-5 0,-1 3 3 0,0-1-5 15,-3-3-4-15,-3 2 0 0,-1 2-11 0,0-3 15 16,-3 2-6-16,-2-1 2 0,-1 2 2 0,-7 0-1 16,13-2-9-16,-13 2 5 0,8 0-1 0,-8 0-2 0,0 0 0 15,10-2 6-15,-10 2-9 0,0 0-2 0,0 0-1 16,0 0-2-16,0 0 5 0,0 0 0 16,0 0 3-16,0 0-19 0,0 0 15 0,0 0 6 15,0 0-2-15,0 0 1 0,0 0-13 0,-29 3 8 0,29-3 6 16,-15 3-6-16,6-2 0 0,-1-1 1 15,0 3 9-15,0-3-13 0,-3 4 11 0,0-1-5 0,-1 0-4 16,-4-1-1-16,4 1 2 0,-4-1-2 0,0 2 8 16,2-2-7-16,2 0 7 0,2-1 3 0,0 1-6 15,0 0-9-15,3-2-2 0,0 0 9 0,9 0 0 16,-11 3-4-16,5-2 4 0,6-1-2 0,0 0 0 16,-11 2-4-16,11-2 4 0,0 0 10 0,0 0-8 15,0 0-3-15,0 0 12 0,0 0-10 0,0 0-5 16,0 0 13-16,0 0-4 0,0 0-4 0,0 0-1 15,31-2-2-15,-23 0 9 0,-8 2-6 0,15-2-2 16,-8 2-12-16,-7 0 2 0,18-2-18 0,-10 3-11 16,5 0-23-16,-7 2-19 0,2-2-51 0,-2 1-146 15,2 0 65-15</inkml:trace>
</inkml:ink>
</file>

<file path=ppt/ink/ink21.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1-01-25T10:03:50.782"/>
    </inkml:context>
    <inkml:brush xml:id="br0">
      <inkml:brushProperty name="width" value="0.05292" units="cm"/>
      <inkml:brushProperty name="height" value="0.05292" units="cm"/>
      <inkml:brushProperty name="color" value="#FF0000"/>
    </inkml:brush>
  </inkml:definitions>
  <inkml:trace contextRef="#ctx0" brushRef="#br0">26933 10594 22 0,'0'0'65'0,"-10"-4"-3"0,10 4 0 15,-8-5 0-15,8 5-4 0,-7-6-3 0,7 6 4 16,-4-4-4-16,4 4 2 0,0 0-12 0,-5-6 9 15,5 6-13-15,0 0 4 0,0 0-5 0,0 0 0 16,-5-5-4-16,5 5 0 0,0 0-1 0,0 0-1 16,0 0 6-16,0 0-4 0,0 0-8 0,0 0 2 15,25-2 3-15,-7 2-3 0,4 0-8 0,8-2 1 16,5 2-6-16,2-3 4 0,3 3-4 0,-2 0 4 16,12 1-6-16,-10-2-2 0,-2-1-2 0,1 1 3 15,-3-1 0-15,0-1-4 0,-3 1 1 0,0 0-1 16,-3-1-2-16,-7 1 0 0,-4 2-3 0,4-3 11 15,-9 2-8-15,-3 0 4 0,0-1-2 0,-1 1 1 16,-4-1-3-16,0 0 8 0,-6 2-2 0,11-4-1 16,-11 4-8-16,6-3 7 0,-6 3 4 0,8-5-9 15,-8 5 4-15,4-3-2 0,-4 3-8 0,0 0 9 0,1-8-1 16,-1 8-19-16,0 0-22 0,0 0-26 16,0 0-30-16,0 0-27 0,0 0-100 0,-13-6-232 15,13 6 103-15</inkml:trace>
  <inkml:trace contextRef="#ctx0" brushRef="#br0" timeOffset="1330.41">18360 9676 34 0,'19'1'48'0,"-19"-1"-4"0,0 0-2 0,13-3-5 16,-13 3 0-16,10-2-15 0,-10 2 4 0,11-1-1 15,-11 1-8-15,10 0 0 0,-10 0-2 0,10-3-11 16,-10 3-7-16,9-1-7 0,-9 1-5 0,9 1-13 16,-9-1 0-16,0 0-20 0,13 1-51 0,-13-1 23 15</inkml:trace>
  <inkml:trace contextRef="#ctx0" brushRef="#br0" timeOffset="2327.58">21734 9809 26 0,'0'0'61'0,"0"0"4"0,-5-6-13 0,5 6 13 16,0 0-12-16,-6-4-9 0,6 4 1 0,0 0-2 16,-5-5 9-16,5 5-15 0,0 0 11 0,0 0-2 15,0 0-11-15,0 0-4 0,0 0 2 0,0 0-8 16,0 0 5-16,0 0-7 0,0 0-5 0,0 0-2 15,16-8-2-15,-4 6-12 0,-1 1 12 0,7-1 6 16,2-1-2-16,1-1-9 0,2 3 6 0,-1-1-4 16,6-2-3-16,-8 2 1 0,1-1-1 0,-1 2 4 15,-1 0-7-15,1-1 7 0,-8 2 5 0,1-2-1 16,0 1-1-16,-2 1 2 0,-3-1-6 0,-8 1-2 0,13-3-1 16,-7 2 14-16,-6 1 0 0,10 0-5 15,-10 0 6-15,0 0 12 0,9-1 1 0,-9 1-6 16,0 0-6-16,0 0-10 0,8-3 5 0,-8 3 0 0,0 0 1 15,0 0 3-15,0 0-12 0,0 0-16 16,0 0-18-16,0 0-22 0,0 0-23 0,0 0-20 16,0 0-19-16,-15 12-73 0,7-6-194 0,-3-2 85 15</inkml:trace>
  <inkml:trace contextRef="#ctx0" brushRef="#br0" timeOffset="2988.82">21477 10643 15 0,'0'-11'115'0,"0"11"-3"0,0 0-8 0,0 0-7 0,0 0-5 15,0 0-11-15,0 0 0 0,0 0-14 0,0 0-7 16,0 0-3-16,0 0-5 0,0 0-7 0,0 0 2 16,0 0-8-16,0 0-1 0,0 0 4 0,0 0-4 15,0 0 3-15,0 0-7 0,0 0 3 0,0 0-3 16,5-10-3-16,-5 10 2 0,0 0-9 0,0 0 1 15,0 0-4-15,0 0-2 0,11-2 0 0,-11 2-2 16,11-1-3-16,-2 0 3 0,0 1-1 0,4-1 2 16,0 2 2-16,5-2-1 0,2 2-5 0,3-2 1 15,8 1-3-15,-2-2 3 0,3 2-2 0,1 2 1 16,0-1-7-16,-1 0 8 0,0-1-9 0,-2 3 4 0,-1-2-1 16,-1-1 0-16,-7 0-2 0,0 0-1 0,0-1-1 15,-4 2-2-15,-5-1 1 0,1 0 0 0,-3 0 0 16,-1 0-3-16,-9 0 7 0,12 1-8 15,-12-1 6-15,9 2 6 0,-9-2 3 0,10 0 5 0,-10 0 2 16,0 0 3-16,8 0-3 0,-8 0 0 0,0 0-3 16,0 0-6-16,0 0-1 0,11-2-1 15,-11 2-4-15,0 0-8 0,0 0-27 0,0 0-31 16,0 0-42-16,0 0-35 0,9 2-29 0,-9-2-88 0,0 0-275 16,8 3 122-16</inkml:trace>
  <inkml:trace contextRef="#ctx0" brushRef="#br0" timeOffset="4161.01">27112 9739 10 0,'0'0'90'0,"0"0"-13"15,0 0-8-15,0 0 0 0,0 0-11 0,0 0-1 16,0 0 0-16,0 0-12 0,0 0-8 0,0 0-5 16,0 0-2-16,0 0-3 0,0 0-2 0,0 0-7 15,0 0 3-15,0 0 3 0,0 0-3 0,0 0-1 16,0 0-4-16,0 0 2 0,0 0-7 0,0 0-4 15,0 0-2-15,0 0 4 0,0 0-3 0,0 0 6 16,0 0 2-16,0 0 4 0,0 0-10 0,0 0 1 16,0 0 4-16,0 0 8 0,0 0-4 0,0 0-5 15,0 0 7-15,0 0-2 0,0 0 4 0,0 0-14 16,0 0 10-16,0 0 9 0,0 0 1 0,0 0-6 16,0 0-7-16,0 0 10 0,0 0-2 0,0 0 8 15,0 0-11-15,0 0 5 0,0 0-3 0,0 0-4 16,0 0-5-16,0 0-1 0,0 0 0 0,0 0 2 15,0 0-1-15,0 0 2 0,-19-10-6 0,19 10 11 16,0 0-4-16,0 0-10 0,-10-3 2 0,10 3 4 0,0 0 6 16,-9 0-12-16,9 0 1 0,0 0-3 15,0 0 8-15,0 0 0 0,0 0-1 0,-7-4 7 16,7 4-7-16,0 0 1 0,0 0-5 0,0 0 3 16,0 0-3-16,0 0 7 0,0 0-4 0,0 0 2 0,0 0 2 15,0 0-4-15,-6-3 6 0,6 3-6 0,0 0-2 16,0 0-1-16,0 0 1 0,0 0-6 15,0 0 6-15,0 0 0 0,0 0-2 0,0 0 7 0,0 0-10 16,0 0 6-16,27 5 0 0,-16-3 1 0,2-2-4 16,7 0 3-16,1 2-3 0,-1-1-3 0,9-1 3 15,0 0-3-15,-4 0-9 0,5 0 12 0,-10 0-2 16,2 0 4-16,-4 0 1 0,2 0-5 0,-4 0 6 16,4 0-5-16,-4 0 1 0,-2-1 3 0,-1 1 3 15,-1-2 3-15,-1 2-5 0,0 0 5 0,-5 0 3 16,-6 0 9-16,14-3 9 0,-14 3-9 0,9-1 7 15,-9 1-1-15,0 0 2 0,8 0 0 0,-8 0-2 16,0 0-4-16,0 0 1 0,10 0-6 0,-10 0-1 16,0 0 1-16,0 0-4 0,0 0 0 0,0 0-6 15,5-5 0-15,-5 5-1 0,0 0-4 0,0 0 3 16,0 0-1-16,0 0-3 0,0 0-1 0,0 0 2 16,0 0 0-16,0 0-6 0,0 0-12 0,0 0-20 15,0 0-21-15,0 0-27 0,0 0-22 0,0 0-17 16,0 0-12-16,0 0-26 0,0 14-130 0,0-14-308 15,-10 10 136-15</inkml:trace>
  <inkml:trace contextRef="#ctx0" brushRef="#br0" timeOffset="5653.84">27081 10626 44 0,'0'0'70'0,"0"0"1"0,0 0-12 16,0 0-1-16,0 0 0 0,0 0 1 0,0 0 1 15,0 0-5-15,7-22-7 0,-7 22 6 0,0 0-9 16,0 0 12-16,0 0-7 0,0 0 1 0,0 0-4 15,0 0 4-15,0 0-2 0,0 0 4 0,0 0 0 16,0 0 3-16,0 0-3 0,0 0-2 0,0 0-3 16,0 0-2-16,0 0-7 0,0 0-4 0,5-5-4 15,-5 5 1-15,15 0-3 0,1 1-6 0,4 0 0 16,9-2-6-16,0 0 0 0,2 1 0 0,3 1-11 16,-1 2 4-16,-1-5-2 0,-3 4 2 0,3-1-6 15,-5 2 8-15,-7-3-21 0,-1 0-17 0,-2 0-42 0,-5 1-40 16,-4 1-134-16,-3 0-261 0,-5-2 115 0</inkml:trace>
  <inkml:trace contextRef="#ctx0" brushRef="#br0" timeOffset="10132.7">5886 10056 14 0,'0'0'78'0,"0"0"-6"0,0 0-6 0,0 0-6 0,0 0-13 16,0 0 8-16,0 0-6 0,0 0-3 0,0 0-12 15,0 0-3-15,0 0-7 0,0 0-11 16,0 0-2-16,0 0-16 0,0 0-5 0,0 0-10 0,0 0-3 16,0 0-11-16,0 0-1 0,0 0-45 0,0 0-84 15,14 9 37-15</inkml:trace>
  <inkml:trace contextRef="#ctx0" brushRef="#br0" timeOffset="18230.84">23788 11556 96 0,'0'0'132'0,"1"-8"-14"0,-1 8-3 0,0 0 1 0,-1-9 1 15,1 9-1-15,0-9-3 0,0 9-3 16,0 0-9-16,0-11-10 0,0 11-1 0,0-7-4 0,0 7-8 16,0 0-2-16,-2-11-7 0,2 11-1 0,0 0-3 15,0-8-2-15,0 8-5 0,0 0-3 0,0 0-8 16,1-8-1-16,-1 8-6 0,0 0-5 0,0 0 0 15,0 0-6-15,0 0-3 0,0 0-3 0,0 0-4 16,0 0-1-16,0 0-7 0,0 0-2 0,0 0 0 16,0 0-4-16,0 0 4 0,0 0-3 0,0 0-2 15,0 0 0-15,0 0 10 0,-1 33-7 0,-2-16-4 16,0-6 2-16,-1 5 1 0,3 1 4 0,0 0-1 16,-3 0-9-16,1 0 6 0,0 0-1 0,-5 8 3 15,6-6 6-15,-1 1 0 0,-2 4 0 0,2-4 1 16,1 0-1-16,0-1-2 0,-2-1-2 0,4 1 2 15,-1-1-2-15,0-2 0 0,0 3 1 0,-3-2-5 16,1 1 5-16,3-1 0 0,-3-3 0 0,-1-1 5 16,2-1-3-16,2-2-1 0,0 0-3 0,-2 0 6 15,1-2-6-15,-1 0 1 0,0-2-2 0,2-6 0 16,-2 12-3-16,0-8 3 0,2-4-5 0,-1 7 4 16,1-7-3-16,0 0 5 0,-2 9 2 0,2-9 9 15,0 0 4-15,0 0 7 0,0 0 3 0,0 9 4 0,0-9 3 16,0 0 4-16,0 0-2 0,0 0-1 15,0 0-2-15,0 0-4 0,0 0-4 0,0 0-4 16,0 0-1-16,0 0-6 0,0 0 1 0,-6-28-1 16,5 23-5-16,1 5 0 0,1-13-3 0,0 4-1 0,3-1 0 15,-1-1-8-15,-1 1 3 0,2-1 1 16,2 1-5-16,3-4 0 0,-2 3 0 0,3-3 0 16,-1 3 0-16,-3 1 0 0,3 1 7 0,0-1-12 15,-2 5 4-15,-1-3-4 0,3 2-1 0,-3 1 2 0,3-2-1 16,-2 4-1-16,0 0 1 0,1 1-3 0,-3-2 1 15,-5 4 0-15,12-4-1 0,-12 4 1 16,10 0-2-16,-10 0-2 0,10 0 2 0,-10 0 2 16,13 4 1-16,-8-2-3 0,-1 2-3 0,1 0 6 0,-1 1-1 15,-4-5 0-15,6 9 0 0,-3-3 0 0,-1 2-1 16,3 0 4-16,-2 1-1 0,-1 0-1 0,1-1-2 16,-2 2 5-16,-1-1-5 0,0 1 10 0,2 0-5 15,-1-1-3-15,-1 0 1 0,0-1-1 0,1-1 2 16,-1-7 0-16,0 15-1 0,0-8 2 0,0-7 2 15,1 11 0-15,-1-5-3 0,0-6 0 0,0 13 0 16,0-13-3-16,-1 11-19 0,1-11-11 0,0 11-12 16,0-11-6-16,1 11-18 0,-1-11-15 0,0 9-31 15,0-9-21-15,0 9-32 0,0-9-24 0,2 8-18 16,-2-8-140-16,2 4-379 0,-2-4 169 0</inkml:trace>
  <inkml:trace contextRef="#ctx0" brushRef="#br0" timeOffset="18879">24239 11872 161 0,'0'0'176'0,"1"-7"-4"0,-1 7-13 0,2-7-11 0,-2 7-10 16,0 0-7-16,1-10-8 0,-1 10-7 0,0 0-10 15,0-7-8-15,0 7-9 0,0 0-9 0,0 0-8 16,0 0-11-16,0 0-5 0,0 0-10 0,0 0-2 15,0 0-6-15,0 0-2 0,0 0-3 0,0 0-3 16,0 0 9-16,0 0 3 0,0 24-9 0,0-16 3 16,-3 1-2-16,3 0 1 0,-1 1-4 0,-1 0-4 15,0 1 1-15,1-1-2 0,-2 1 0 16,0 0 7-16,-1 0 2 0,0 0-2 0,1 1 0 0,0-1-4 16,0 1-2-16,0-1 1 0,1-1-2 0,-2-2-1 15,1 1-1-15,0 0 0 0,1 1-4 0,1-3-3 16,-3 0 3-16,2-1 3 0,2-6-7 0,-4 13 0 15,2-7-4-15,2-6 5 0,-3 11-6 0,1-6 1 16,2-5-2-16,-2 8 3 0,2-8-5 0,-3 8 0 16,3-8-3-16,0 0 1 0,-2 7 2 0,2-7-2 15,0 0-4-15,0 0-16 0,0 0-16 0,0 0-15 16,0 0-19-16,-1 8-17 0,1-8-19 0,0 0-36 16,0 0-44-16,0 0-56 0,0 0-120 0,0 0-385 15,0 0 171-15</inkml:trace>
  <inkml:trace contextRef="#ctx0" brushRef="#br0" timeOffset="19472.5">24228 11610 14 0,'0'0'160'0,"0"0"-13"16,0 0-5-16,0 0-8 0,1-9-14 0,-1 9-4 16,0 0-15-16,0 0-9 0,0 0-9 0,0 0-4 0,0 0-1 15,0 0-13-15,0 0 4 0,0 0-11 0,0 0 7 16,0 0-3-16,0 0-1 0,0 0 2 15,0 0 4-15,0 0 1 0,0 0 5 0,0 0 3 16,0 0 0-16,0 0 1 0,0 0-4 0,0 0-3 0,0 0-10 16,0 0-3-16,13 2-8 0,-13-2-2 0,0 0-8 15,4-7-1-15,-4 7 2 0,0 0-10 16,1-7-3-16,-1 7 0 0,0 0-1 0,0 0-4 16,0 0-1-16,0-10 4 0,0 10-10 0,0 0-2 0,0 0-4 15,0 0 2-15,0 0-4 0,0 0-2 0,0 0-1 16,0 0 0-16,0 0-2 0,0 0 3 0,-14 19-2 15,11-14-1-15,1 1 0 0,2-6 4 16,-3 11-4-16,3-11 2 0,-1 8-1 0,1-8 1 0,1 11-1 16,-1-11 1-16,3 5-4 0,-3-5 7 0,6 3 0 15,-6-3 0-15,8 3 1 0,-8-3 0 0,0 0-3 16,0 0 5-16,0 0-2 0,16-7 1 0,-16 7 1 16,5-7 1-16,-5 7 1 0,4-8 0 0,-4 8 5 15,2-6-6-15,-2 6-2 0,2-8 1 0,-2 8-3 16,0 0-1-16,-4-13-2 0,4 13-1 0,0 0-3 15,-4-7 0-15,4 7 1 0,0 0-6 0,0 0 4 16,-7-4 0-16,7 4-5 0,0 0-4 0,0 0-16 16,-17 7-22-16,17-7-29 0,-8 8-29 0,5-2-29 15,0 1-42-15,2 0-44 0,-2 0-158 0,3-7-412 16,0 13 183-16</inkml:trace>
  <inkml:trace contextRef="#ctx0" brushRef="#br0" timeOffset="19767.53">24757 11904 8 0,'0'0'239'0,"-7"0"-5"0,7 0-12 16,0 0-8-16,0 0-15 0,0 0-14 0,0 0-17 0,0 0-16 16,0 0-14-16,0 0-14 0,0 0-13 0,0 0-11 15,0 0-14-15,0 0-3 0,0 0-14 16,0 0-2-16,0 0-14 0,29-3-16 0,-18 2-27 16,-2 1-20-16,0 1-35 0,1-1-37 0,-10 0-43 0,12 0-22 15,-6 2-37-15,-6-2-134 0,9 1-344 0,-9-1 152 16</inkml:trace>
  <inkml:trace contextRef="#ctx0" brushRef="#br0" timeOffset="19923.82">24690 12011 88 0,'0'0'171'0,"0"0"-3"16,0 0-10-16,0 0-9 0,0 0-12 0,0 0-15 15,0 0-9-15,0 0-12 0,0 0-9 0,14 10-13 16,-5-10-11-16,5 2-39 0,0-1-41 0,8 1-52 15,-2-2-49-15,-2 1-102 0,3-1-232 0,1-1 103 16</inkml:trace>
  <inkml:trace contextRef="#ctx0" brushRef="#br0" timeOffset="20537.12">25655 11601 73 0,'0'-10'186'0,"0"-2"2"0,2 1 4 0,-2 5-5 16,0 6-7-16,0-13-7 0,0 13-17 0,2-8-16 15,-2 8-12-15,0 0-17 0,0-9-12 0,0 9-12 16,0 0-7-16,0 0-11 0,0 0-5 0,0 0-3 16,-2 30-7-16,0-13 3 0,-2 8 0 0,3 1-3 15,-3 0-1-15,-1 1-2 0,-2 1-4 0,0 0-1 16,3-2 2-16,-4-2-3 0,5 0-4 0,-2-5-5 16,3 0-1-16,-1-2-1 0,1-1-2 0,0 0-7 15,2-5 3-15,-2 1-5 0,2 0-1 0,0-2 0 16,-2 0-2-16,2-1 1 0,0-1-3 0,0-8 1 15,0 13-3-15,-2-7 2 0,2-6 5 0,-2 8-8 16,2-8-1-16,0 0-1 0,-1 12 2 0,1-12 2 16,0 0 7-16,0 0 4 0,-2 5 5 0,2-5 0 15,0 0-5-15,0 0 0 0,0 0 0 0,0 0-1 16,0 0-2-16,0 0-4 0,0 0-9 0,7-31 2 16,-5 21 0-16,2-1-3 0,3 0-3 0,1-3-1 15,0 0-2-15,3 0-3 0,-1 4 1 0,-3 1-7 16,3-1 7-16,0 1-4 0,-2 1-5 0,1 3 2 15,0-1 1-15,1 1-2 0,-1 2 0 0,2 2-1 16,0-1-3-16,0 5 3 0,0 0-6 0,-2 1 6 16,2 1 2-16,-4 0 1 0,3 3-4 0,-2 2 1 15,-1-4 0-15,-1 3 1 0,-3-1 2 0,4 2 0 16,-3 1 1-16,-3 0 8 0,3-1-9 0,-2 1 1 16,0-2 0-16,0 3-1 0,-2 0-11 0,2-3-17 0,0 1-11 15,-2 0-27-15,-1 1-18 0,-2-1-35 16,3 0-43-16,0-1-48 0,-2 1-44 0,0-3-150 0,2-7-440 15,-2 11 195-15</inkml:trace>
  <inkml:trace contextRef="#ctx0" brushRef="#br0" timeOffset="20854.8">26130 11867 141 0,'0'0'238'0,"4"-8"-10"0,-4 8-10 0,4-8-17 16,-4 8-19-16,4-5-17 0,-4 5-18 0,0 0-17 16,0 0-13-16,0 0-7 0,0 0 2 0,0 0-1 15,0 0-7-15,0 0 3 0,-4 27-8 16,2-18 0-16,-1 3-10 0,-2-2-3 0,1 1-2 0,2 1-4 16,-2 0-4-16,1-1-7 0,3 0-9 0,-4 0-8 15,2-1-3-15,-1 2-3 0,2-5-3 0,0 3-6 16,-1 0-3-16,2-1-3 0,0-9-1 0,0 15-4 15,-3-10-1-15,6 2-4 0,-3-7-1 0,0 12-3 16,2-6 1-16,-2-6-10 0,2 11-16 0,-1-7-22 16,-1-4-23-16,2 8-22 0,-2-8-24 0,2 10-31 15,-2-10-34-15,0 6-28 0,0-6-28 0,0 0-21 16,2 7-142-16,-2-7-416 0,0 0 185 0</inkml:trace>
  <inkml:trace contextRef="#ctx0" brushRef="#br0" timeOffset="21072.58">26383 11889 179 0,'4'-7'271'0,"-4"7"-3"15,2-7-12-15,-2 7-14 0,0-7-15 0,0 7-19 16,0 0-24-16,0 0-17 0,0 0-20 0,0 0 11 16,0 0 3-16,0 0-8 0,-6 24-5 0,0-15-17 15,0 4-11-15,2 3-13 0,-3-1-9 0,1-3-9 16,3 6-12-16,-4-3-4 0,3 0-5 0,3 1-8 15,-1-2-8-15,0 3-39 0,2-1-44 0,0-5-32 16,0 6-37-16,-6-1-52 0,4-2-62 0,2 0-66 16,-1-3-190-16,-1 0-509 0,2-11 226 0</inkml:trace>
</inkml:ink>
</file>

<file path=ppt/ink/ink22.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2-02-17T07:23:47.350"/>
    </inkml:context>
    <inkml:brush xml:id="br0">
      <inkml:brushProperty name="width" value="0.05292" units="cm"/>
      <inkml:brushProperty name="height" value="0.05292" units="cm"/>
      <inkml:brushProperty name="color" value="#FF0000"/>
    </inkml:brush>
  </inkml:definitions>
  <inkml:trace contextRef="#ctx0" brushRef="#br0">5826 10194 16 0,'0'0'99'0,"-4"-4"-12"0,4 4-8 15,0 0-6-15,0 0-2 0,0 0-13 0,0 0 0 16,0 0 6-16,0 0-1 0,0 0-8 0,0 0-4 16,0 0 5-16,0 0-3 0,0 0 0 0,0 0-2 15,0 0 4-15,0 0-3 0,0 0 2 0,0 0 4 16,0 0-9-16,0 0 1 0,-8-5-4 0,8 5 0 16,0 0 0-16,-11-2-3 0,11 2-2 0,-10-1 3 15,10 1-3-15,-7-2 0 0,7 2-5 0,0 0 3 16,-16 0 0-16,16 0-7 0,-8-2 8 0,8 2-11 15,0 0-3-15,0 0 3 0,-12 0-4 0,12 0-5 16,0 0-1-16,0 0 0 0,-10-3-2 0,10 3-3 16,0 0 1-16,0 0 7 0,0 0-12 0,0 0-4 15,0 0 2-15,-9 3 0 0,9-3-3 0,0 0 1 16,0 0-6-16,0 0 2 0,0 0-1 0,0 0-1 16,0 0 1-16,0 0 3 0,0 0 0 0,34 3-1 15,-22-3 2-15,6 1 0 0,1-1 1 0,2 1-1 16,1-2 3-16,-1 1 5 0,7 1 2 0,-8-2 5 15,0-1-6-15,2 3 6 0,-3-2 1 0,-1-1-3 16,0 2-1-16,-4-1-1 0,-3-1-3 0,1 2 1 16,-5 0-1-16,4 0-1 0,-11 0 0 0,12 0-2 15,-12 0-1-15,11-2-3 0,-11 2 4 0,0 0 0 16,10-2 7-16,-10 2 2 0,0 0 1 0,0 0 3 16,0 0 7-16,0 0-3 0,9 0 1 0,-9 0 2 15,0 0-2-15,0 0-1 0,0 0-2 0,0 0 0 16,0 0-2-16,0 0-1 0,0 0 0 0,0 0-6 15,0 0 1-15,0 0-2 0,0 0-1 0,0 0-3 16,0 0 1-16,0 0-1 0,0 0-3 0,0 0 3 16,0 0-4-16,0 0-2 0,0 0-1 0,0 0-1 15,0 0 3-15,0 0 0 0,0 0 0 0,0 0 0 16,0 0-6-16,0 0-3 0,0 0-15 0,0 0-18 16,0 0-22-16,0 0-30 0,0 0-30 0,0 0-31 15,0 0-33-15,0 0-31 0,0 0-135 0,0 0-376 16,0 0 167-16</inkml:trace>
  <inkml:trace contextRef="#ctx0" brushRef="#br0" timeOffset="1369.22">7687 10084 9 0,'0'0'145'0,"0"0"-9"15,0 0 0-15,0 0-16 0,0 0-1 0,0 0 1 16,0 0-15-16,0 0-2 0,0 0 3 0,0 0-19 16,0 0-6-16,0 0-11 0,0 0-12 0,0 0 0 15,0 0-8-15,0 0 0 0,0 0-7 0,0 0-6 16,0 0-9-16,0 0-10 0,0 0-17 0,0 0-15 16,0 0-22-16,0 0-28 0,0 0-28 0,0 0-28 15,0 0-106-15,0 0-244 0,0 0 107 0</inkml:trace>
  <inkml:trace contextRef="#ctx0" brushRef="#br0" timeOffset="1844.27">9923 9983 122 0,'0'0'158'0,"0"0"-4"15,0 0-1-15,0 0-5 0,8 2-16 0,-8-2-8 16,0 0-14-16,0 0-6 0,0 0-14 0,0 0-7 16,0 0-9-16,0 0-3 0,0 0-11 0,0 0-4 15,0 0-4-15,0 0-6 0,0 0-2 0,0 0-9 16,0 0 1-16,0 0-9 0,0 0 0 0,0 0-5 15,0 0-1-15,0 0-2 0,0 0-2 0,0 0-4 16,0 0-3-16,10-3-11 0,-10 3-9 0,0 0-22 16,0 0-6-16,0 0-20 0,0 0-27 0,6 4-13 15,-6-4-22-15,0 0-27 0,0 0-90 0,3 5-256 16,-3-5 113-16</inkml:trace>
  <inkml:trace contextRef="#ctx0" brushRef="#br0" timeOffset="2601.62">7636 10139 55 0,'0'0'112'0,"0"0"-6"0,0 0 3 0,0 0-2 16,0 0-17-16,0 0 9 0,0 0 4 0,0 0-9 16,0 0 1-16,0 0-8 0,0 0 3 0,0 0-3 15,0 0-1-15,0 0-4 0,0 0-1 0,0 0-6 16,0 0 2-16,0 0-3 0,0 0-4 0,0 0-5 15,0 0-3-15,0 0-6 0,0 0-5 0,0 0-5 16,0 0-2-16,0 0-6 0,0 0-3 0,0 0 0 16,0 0-6-16,0 0-4 0,0 0-3 0,0 0-6 15,0 0-14-15,0 0-18 0,0 0-20 0,0 0-26 16,0 0-28-16,0 0-18 0,0 0-30 0,0 0-39 16,0 0-103-16,0 0-303 0,0 0 134 0</inkml:trace>
  <inkml:trace contextRef="#ctx0" brushRef="#br0" timeOffset="3326.59">9947 10078 98 0,'0'0'127'0,"0"0"-16"0,0 0 3 0,0 0-10 0,0 0-2 16,0 0-2-16,0 0-5 0,0 0-4 0,0 0-7 15,0 0-9-15,0 0-6 0,0 0-2 16,0 0-7-16,0 0-9 0,0 0-2 0,0 0-4 0,0 0-4 16,0 0-5-16,0 0 0 0,0 0-1 0,0 0-6 15,0 0 2-15,0 0-7 0,0 0 4 0,0 0-7 16,0 0 1-16,0 0-5 0,0 0 1 0,0 0-6 16,0 0 4-16,0 0-2 0,0 0 1 0,0 0 3 15,0 0-9-15,0 0 13 0,7-5-5 0,-7 5 2 16,0 0-4-16,0 0 2 0,0 0 1 0,0 0 0 15,0 0-4-15,0 0 0 0,0 0-1 0,0 0 3 16,0 0-6-16,0 0-6 0,0 0-10 0,0 0-10 16,0 0-28-16,0 0-23 0,0 0-22 0,0 0-47 15,0 0-34-15,0 0-86 0,0 0-277 0,0 0 123 16</inkml:trace>
  <inkml:trace contextRef="#ctx0" brushRef="#br0" timeOffset="4116.03">7664 11424 128 0,'0'0'153'0,"0"0"1"0,0 0-15 16,0 0-5-16,0 0 0 0,0 0-8 0,0 0-15 16,0 0-5-16,0 0-5 0,0 0-8 0,0 0 3 15,0 0-8-15,0 0 0 0,0 0-3 0,0 0-3 16,0 0-1-16,0 0-9 0,0 0-5 0,0 0-3 15,0 0-9-15,0 0-3 0,0 0-4 0,0 0-8 16,0 0-1-16,0 0-8 0,0 0-2 0,0 0-1 16,0 0-5-16,0 0-1 0,0 0-5 0,0 0-4 15,0 0-10-15,0 0-10 0,0 0-5 0,0 0-11 0,0 0-14 16,0 0-23-16,0 0-11 0,0 0-23 16,0 0-26-16,0 0-21 0,0 0-19 0,0 0-137 15,0 0-320-15,0 0 141 0</inkml:trace>
  <inkml:trace contextRef="#ctx0" brushRef="#br0" timeOffset="4751.71">10138 11468 48 0,'0'0'160'0,"0"0"-7"0,0 0-6 16,0 0-2-16,0 0-10 0,0 0-6 0,0 0-9 15,0 0-2-15,9-3-16 0,-9 3-6 0,0 0-5 16,0 0-4-16,0 0-8 0,0 0-4 0,0 0 0 16,0 0-8-16,0 0-5 0,0 0 0 0,0 0-11 15,0 0-6-15,0 0-2 0,0 0-4 0,0 0-5 16,0 0-5-16,0 0 0 0,0 0-5 0,0 0 0 16,0 0-18-16,0 0-32 0,0 0-28 0,0 0-42 15,0 0-39-15,0 0-48 0,0 0-115 0,0 0-321 16,0 0 143-16</inkml:trace>
  <inkml:trace contextRef="#ctx0" brushRef="#br0" timeOffset="7573.04">7506 9978 53 0,'0'0'75'0,"0"0"-11"0,0 0 0 0,0 0-14 16,0 0-5-16,0 0-8 0,0 0 2 0,0 0-13 16,0 0-14-16,0 0-14 0,0 0-13 0,0 0-11 15,0 0-45-15,0 0-76 0,0 0 34 0</inkml:trace>
  <inkml:trace contextRef="#ctx0" brushRef="#br0" timeOffset="7899.7">7826 10180 59 0,'0'0'113'15,"0"0"-4"-15,0 0-8 0,0 0-12 0,0 0-14 16,0 0-5-16,0 0-3 0,0 0-5 0,0 0 0 16,0 0-7-16,0 0-9 0,0 0-6 0,0 0-4 15,0 0-3-15,0 0-6 0,0 0-5 0,0 0-17 16,0 0-15-16,0 0-29 0,0 0-12 0,0 0-18 15,0 0-82-15,0 0-163 0,0 0 73 0</inkml:trace>
  <inkml:trace contextRef="#ctx0" brushRef="#br0" timeOffset="8483.4">7493 9742 5 0,'0'0'46'0,"0"0"-5"0,0 0-2 16,0 0-6-16,0 0-6 0,0 0-9 0,0 0-15 16,0 0-9-16,0 0-29 0,2 11-37 0,-2-11 16 15</inkml:trace>
  <inkml:trace contextRef="#ctx0" brushRef="#br0" timeOffset="9516.15">8406 10022 56 0,'0'0'110'0,"0"0"-15"16,0 0-7-16,0 0-9 0,0 0 1 0,0 0-14 16,0 0-4-16,0 0 0 0,0 0-6 15,0 0-6-15,0 0 2 0,0 0-2 0,0 0-5 0,0 0-5 16,0 0 0-16,0 0-3 0,0 0 4 0,0 0-4 16,0 0-2-16,0 0-3 0,0 0 0 0,0 0-5 15,0 0-1-15,0 0 2 0,0 0-11 0,0 0 11 16,0 0-3-16,0 0 4 0,0 0-7 0,0 0 3 15,0 0-1-15,0 0-5 0,0 0-2 0,0 0 5 16,0 0-14-16,0 0 12 0,0 0 0 0,0 0-5 16,0 0-4-16,0 0-1 0,0 0-1 0,0 0-3 15,0 0-2-15,0 0-1 0,0 0 5 0,0 0-3 16,0 0 0-16,0 0-3 0,0 0 1 0,0 0 0 16,0 0-4-16,0 0-13 0,0 0-9 0,0 0-21 15,0 0-18-15,0 0-25 0,0 0-10 0,0 0-8 16,0 0-3-16,0 0-84 0,-1 9-206 0,1-9 92 15</inkml:trace>
  <inkml:trace contextRef="#ctx0" brushRef="#br0" timeOffset="10098.36">8393 10087 70 0,'0'0'61'0,"0"0"5"0,0 0-2 0,0 0-5 15,0 0-11-15,0 0-3 0,0 0 0 0,0 0-2 0,0 0-10 16,0 0-5-16,0 0 0 0,0 0-16 0,0 0 5 16,0 0-6-16,0 0-8 0,0 0-3 15,5 4-5-15,-5-4 2 0,0 0-10 0,0 0-11 16,0 0-6-16,0 0-6 0,0 0-15 0,0 0-28 0,0 0-85 16,0 0 38-16</inkml:trace>
  <inkml:trace contextRef="#ctx0" brushRef="#br0" timeOffset="10742.3">8400 10091 13 0,'0'0'80'0,"0"0"-5"0,0 0-1 15,0 0-16-15,0 0-5 0,0 0-4 0,0 0-6 16,0 0-6-16,0 0-1 0,0 0-3 0,0 0-7 15,0 0 2-15,0 0-8 0,0 0 1 0,0 0-1 0,0 0 0 16,0 0-5-16,0 0 1 0,0 0-10 16,4 5 6-16,-4-5-6 0,0 0 9 0,0 0-9 15,0 0-4-15,0 0-7 0,0 0-7 0,0 0-4 16,0 0-7-16,0 0-2 0,0 0-9 0,0 0-1 0,0 0-8 16,0 0-8-16,0 0-36 0,0 0-94 15,0 0 42-15</inkml:trace>
  <inkml:trace contextRef="#ctx0" brushRef="#br0" timeOffset="22281.81">10183 10133 61 0,'0'0'82'0,"0"0"-6"0,0 0-5 15,0 0-15-15,0 0 0 0,0 0-2 16,0 0-18-16,0 0-12 0,0 0-5 0,-10-13-24 0,10 13-15 15,0 0-12-15,0 0-48 0,0 0-87 0,0 0 39 16</inkml:trace>
  <inkml:trace contextRef="#ctx0" brushRef="#br0" timeOffset="22572.38">10525 10152 2 0,'0'0'-1'0</inkml:trace>
  <inkml:trace contextRef="#ctx0" brushRef="#br0" timeOffset="24261.4">10861 10061 48 0,'0'0'118'0,"0"0"-2"15,0 0-7-15,0 0-2 0,0 0-1 0,0 0-5 16,0 0-4-16,0 0-3 0,0 0-2 0,0 0-11 16,0 0-2-16,0 0-5 0,0 0-3 0,0 0-4 15,0 0-5-15,0 0-5 0,0 0-2 0,0 0-6 16,0 0 1-16,0 0-5 0,0 0 0 0,0 0-6 16,0 0-3-16,0 0-1 0,0 0-1 0,0 0-4 15,0 0 3-15,0 0-1 0,0 0-1 0,0 0-1 16,0 0-1-16,0 0-1 0,0 0 0 0,0 0-5 0,0 0-9 15,0 0 8-15,0 0-1 0,0 0-2 16,0 0 0-16,0 0-4 0,0 0 1 0,0 0-2 16,0 0-5-16,0 0 5 0,0 0-6 0,0 0-3 15,0 0 2-15,0 0-2 0,0 0 1 0,0 0-1 16,0 0-1-16,0 0-5 0,0 0-7 0,0 0-6 16,0 0-11-16,0 0-13 0,0 0-17 0,0 0-17 15,0 0-17-15,0 0-9 0,0 0-18 0,0 0-16 0,0 0-13 16,0 0-113-16,0 0-278 0,0 0 124 0</inkml:trace>
  <inkml:trace contextRef="#ctx0" brushRef="#br0" timeOffset="24752.48">10391 9803 34 0,'0'0'41'0,"0"0"6"0,0 0-6 0,0 0-19 0,0 0-17 15,0 0-19-15,0 0-16 0,0 0-32 16,0 0 15-16</inkml:trace>
  <inkml:trace contextRef="#ctx0" brushRef="#br0" timeOffset="25827.78">11181 9833 92 0,'0'0'138'0,"0"0"-8"0,0 0-12 0,0 0-14 16,0 0-11-16,0 0-8 0,0 0-11 0,0 0-13 0,0 0 1 16,0 0-2-16,0 0-8 0,0 0-4 0,0 0-8 15,0 0-3-15,0 0-4 0,0 0-2 0,0 0-6 16,11 11-3-16,-11-11 4 0,0 0-6 15,0 0 1-15,7 6-4 0,-7-6-1 0,2 5-3 0,-2-5 5 16,0 0 0-16,5 6-1 0,-5-6 3 0,0 0-3 16,2 7-2-16,-2-7 2 0,0 0-8 0,2 6 4 15,-2-6 8-15,0 0-12 0,4 4 4 0,-4-4-6 16,0 0-2-16,0 0 6 0,0 0-2 0,0 0-1 16,3 7-3-16,-3-7 8 0,0 0-8 0,0 0 2 15,0 0-2-15,0 0 4 0,0 0-3 0,0 0 2 16,3 6-4-16,-3-6 4 0,0 0 3 15,0 0-9-15,0 0 1 0,0 0 6 0,0 0 1 0,0 0 0 16,0 0-2-16,0 0 2 0,0 0-2 0,9 3-1 16,-9-3 0-16,0 0 1 0,0 0 0 0,0 0 3 15,0 0-1-15,0 0-3 0,0 0 4 0,5 2 3 16,-5-2-5-16,0 0 4 0,0 0-1 0,8 1 3 16,-8-1 8-16,0 0-6 0,13-1 1 0,-13 1-4 15,16-4-1-15,-5 0-4 0,1 1 3 0,3-2-4 16,1-1 0-16,1 0 0 0,2-1-1 0,-1 2-7 15,0-4-2-15,0 2-13 0,1 0-3 0,0-1-16 16,-4 1-18-16,2-2-6 0,-5 4-26 0,-1 1-9 16,0-2-13-16,-1 2-29 0,-2 1-108 0,-1 0-264 15,-2 1 117-15</inkml:trace>
  <inkml:trace contextRef="#ctx0" brushRef="#br0" timeOffset="26478.09">11167 11073 71 0,'0'0'124'16,"0"0"-13"-16,0 0-10 0,0 0-4 0,7 5-5 15,-7-5-8-15,0 0-14 0,3 9 5 0,-3-9-7 16,0 7-3-16,0-7-6 0,2 7-5 0,-2-7-5 16,2 9-2-16,-2-9-9 0,2 8-6 0,-2-8-3 15,3 5 2-15,-3-5-6 0,0 0 2 0,0 0-4 16,0 0 1-16,1 7 9 0,-1-7-1 0,0 0 1 0,0 0 9 15,0 0 5-15,0 0 3 0,0 0-8 0,0 0 3 16,0 0-6-16,10 0-2 0,-10 0-1 16,9-9-11-16,-1 2 1 0,0-2-2 0,3 1-4 15,2-6-7-15,1 2-25 0,1-1-7 0,6-6-18 0,2 3-25 16,-3-3-38-16,3 2-18 0,1-1-24 16,-4 3-100-16,3-2-262 0,-1 0 116 0</inkml:trace>
  <inkml:trace contextRef="#ctx0" brushRef="#br0" timeOffset="29162.38">8590 11123 7 0,'0'0'150'15,"0"0"-3"-15,3-5-7 0,-3 5-10 0,0 0-19 16,0 0-5-16,0 0-4 0,0 0-13 0,0 0-7 15,0 0-10-15,0 0-6 0,2-7-15 0,-2 7-4 16,0 0 4-16,0 0-16 0,0 0 9 0,0 0-7 16,0 0-7-16,0 0-1 0,0 0-10 0,0 0 7 15,0 0-10-15,0 0 2 0,0 0-1 0,0 0-3 16,0 0 2-16,0 0-5 0,0 0 1 0,0 0 2 16,0 0 3-16,0 0-8 0,0 0-1 0,0 0 5 15,0 0 2-15,6-4 0 0,-3-2-20 0,5-1-30 16,1-2-41-16,6-5-33 0,6-4-30 0,0-3-95 15,4 0-253-15,-1 0 112 0</inkml:trace>
  <inkml:trace contextRef="#ctx0" brushRef="#br0" timeOffset="30065.1">5359 11601 1 0,'0'0'140'0,"0"0"6"15,0 0-13-15,0 0-3 0,0 0-10 0,0 0-8 0,0 0-6 16,0 0-9-16,0 0-9 0,0 0-5 0,7-4-3 16,-7 4-6-16,0 0-10 0,10-1 3 0,-10 1-4 15,14-2-2-15,-5 2-7 0,5 0-4 0,-1 0-3 16,7-2 2-16,8 0 2 0,6-2-8 0,1-1-1 15,1-1 2-15,19-4-3 0,-2 3-8 0,-1-2 2 16,3 3-4-16,-1-2 1 0,-16 4-7 0,16-4-2 16,-19 2-5-16,3 2 1 0,-3-2 1 0,-3 0-4 15,-2 0-3-15,-9 5 4 0,0-3-7 0,-8 3 4 16,1 0 1-16,-4 1-1 0,-4 0 2 0,2-1 3 16,-8 1 7-16,14-1 9 0,-14 1 12 0,8-1 9 15,-8 1 7-15,0 0 4 0,7 2 1 0,-7-2-5 16,0 0-1-16,0 0-8 0,0 0-9 0,0 0 1 15,0 0-12-15,0 0-9 0,0 0-13 0,0 0-21 16,0 0-28-16,0 0-34 0,0 0-32 0,0 0-39 16,0 0-26-16,0 0-46 0,0 0-173 0,0 0-417 15,0 0 185-15</inkml:trace>
  <inkml:trace contextRef="#ctx0" brushRef="#br0" timeOffset="30961.64">9657 11672 16 0,'0'0'176'0,"0"0"1"0,0 0 3 0,0 0 0 16,0 0-8-16,0 0-8 0,0 0-13 0,0 0-10 15,0 0-15-15,0 0-13 0,0 0-9 0,0 0-11 16,9 1-9-16,-9-1-16 0,0 0-14 0,16-1-22 16,-5 1-33-16,2 0-37 0,6-1-42 0,10-3-54 15,0 1-163-15,2 0-321 0,4-4 142 16</inkml:trace>
</inkml:ink>
</file>

<file path=ppt/ink/ink23.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1-01-25T10:04:22.723"/>
    </inkml:context>
    <inkml:brush xml:id="br0">
      <inkml:brushProperty name="width" value="0.05292" units="cm"/>
      <inkml:brushProperty name="height" value="0.05292" units="cm"/>
      <inkml:brushProperty name="color" value="#FF0000"/>
    </inkml:brush>
  </inkml:definitions>
  <inkml:trace contextRef="#ctx0" brushRef="#br0">7394 5895 3 0,'0'0'1'0,"0"0"-2"16,0 0 3-16,0 0 0 0,0 0 3 0,0 0 2 15,0 0 0-15,0 0 1 0,0 0 2 0,0 0-4 16,0 0 3-16,0 0-4 0,0 0 2 0,0 0-3 15,0 0 0-15,0 0-2 0,0 0 4 0,0 0-4 16,0 0 1-16,0 0-1 0,0 0 0 0,0 0-3 16,0 0 1-16,0 0 0 0,0 0 3 0,0 0-1 15,0 0-4-15,0 0 1 0,0 0-2 0,0 0 4 16,0 0 2-16,14 4 0 0,-14-4 0 0,0 0-1 16,0 0-2-16,0 0-3 0,0 0 4 0,0 0-1 15,0 0 2-15,0 0-2 0,0 0 0 0,0 0 0 16,0 0 1-16,0 0-4 0,0 0 1 0,0 0 0 15,0 0 3-15,0 0-4 0,0 0 0 0,0 0 3 16,0 0-3-16,0 0-1 0,0 0 6 0,10 1-2 16,-10-1 2-16,0 0-4 0,0 0 4 0,0 0-2 15,0 0-3-15,0 0 0 0,0 0 4 0,0 0-1 16,0 0-2-16,8 2 0 0,-8-2 3 0,0 0 1 16,0 0 2-16,0 0 1 0,9 3-1 0,-9-3 6 15,0 0 2-15,9 0-1 0,-9 0-1 0,0 0 2 0,10-1 7 16,-10 1-7-16,0 0 4 0,10-2-6 0,-10 2 1 15,0 0 3-15,10 0 0 0,-10 0-6 16,0 0 5-16,9 0-4 0,-9 0 5 0,0 0-1 16,0 0 1-16,7 2 1 0,-7-2 0 0,0 0 0 0,0 0-4 15,0 0-1-15,0 0-2 0,0 0 0 0,0 0 5 16,0 0-3-16,0 0-1 0,0 0 3 16,0 0-4-16,0 0-7 0,0 0 1 0,0 0 7 15,11-2-3-15,-11 2-2 0,0 0-1 0,0 0-2 0,0 0 2 16,0 0-7-16,0 0 5 0,0 0 3 0,0 0 0 15,0 0-4-15,0 0 4 0,0 0-4 16,0 0 1-16,0 0 5 0,0 0-5 0,0 0-7 16,0 0 5-16,0 0 2 0,0 0 3 0,0 0 0 0,0 0-3 15,0 0 2-15,0 0-5 0,0 0 2 0,0 0 2 16,0 0-2-16,0 0 5 0,0 0-8 0,0 0 3 16,0 0 3-16,0 0-5 0,0 0 5 0,0 0-3 15,0 0 4-15,0 0-5 0,0 0 3 0,0 0-13 16,0 0 9-16,0 0 1 0,0 0 7 0,0 0 4 15,0 0-7-15,0 0-1 0,0 0 4 0,0 0-5 16,0 0 1-16,0 0-2 0,0 0 1 0,0 0 5 16,0 0-9-16,0 0 4 0,0 0 0 0,0 0-3 15,0 0-2-15,0 0 2 0,0 0 5 0,0 0-5 16,-30 0 9-16,30 0-10 0,0 0-6 0,-14 2 7 16,14-2 3-16,-9 1 3 0,9-1-9 0,-8 1 5 15,8-1 0-15,0 0 2 0,-10 1 2 0,10-1-7 16,0 0 6-16,0 0-6 0,-9 3 0 0,9-3-3 15,0 0 5-15,0 0-3 0,0 0 7 0,0 0-3 16,0 0 3-16,0 0-1 0,0 0 0 0,0 0-7 16,0 0 5-16,0 0-2 0,0 0 2 0,0 0-9 15,0 0 12-15,0 0-15 0,0 0 13 0,0 0 3 16,27-5 7-16,-20 4 2 0,-7 1 0 0,16-2-6 16,-9-1-1-16,4 3-3 0,-4-3 0 0,3 2 4 15,-10 1-4-15,17-2 0 0,-8 1 5 0,-3-2-2 0,2 2 0 16,-8 1-4-16,12-1 3 0,-12 1 6 15,10-1-13-15,-10 1 2 0,6-3 1 0,-6 3-3 16,0 0 6-16,9-1-2 0,-9 1 1 0,0 0 1 16,0 0-3-16,0 0 1 0,0 0 6 0,0 0-1 0,0 0 0 15,0 0-2-15,8-1-1 0,-8 1-4 16,0 0-3-16,0 0 4 0,0 0 7 0,0 0-8 16,0 0-3-16,0 0 2 0,0 0-2 0,0 0 7 15,0 0-4-15,0 0 1 0,0 0-3 0,0 0 5 0,-25 6-5 16,25-6 0-16,-13 4 0 0,5-3 5 0,1 2-3 15,0-2 0-15,-2 0-2 0,2 2-2 16,7-3-1-16,-14 4 10 0,6-2-3 0,0 1-4 0,0-2 3 16,8-1 2-16,-13 2-1 0,13-2-4 0,-10 2-1 15,10-2 0-15,-9 1 3 0,9-1-5 0,-6 3 4 16,6-3-2-16,0 0-2 0,-8 3 7 0,8-3-1 16,0 0-2-16,0 0 4 0,0 0-4 0,0 0-3 15,0 0 4-15,0 0-6 0,0 0 7 0,0 0-3 16,0 0-1-16,0 0 2 0,0 0-1 0,0 0 2 15,0 0-1-15,0 0-2 0,0 0-1 0,0 0-1 16,0 0 8-16,0 0 3 0,23-7-5 16,-23 7-3-16,8-3 7 0,-8 3-2 0,7-2-9 0,-7 2 8 15,9-2-3-15,-9 2 7 0,0 0-5 0,0 0-8 16,0 0 5-16,8-1 5 0,-8 1-4 0,0 0 4 16,0 0-5-16,0 0 6 0,0 0 3 0,0 0-7 15,0 0-1-15,0 0 4 0,0 0-3 0,0 0-4 16,0 0 3-16,0 0 3 0,0 0-1 0,0 0 3 15,0 0-4-15,0 0 3 0,0 0-6 0,0 0 5 16,0 0-2-16,0 0 1 0,0 0 0 0,0 0-3 16,0 0 3-16,0 0 0 0,0 0 3 0,0 0-5 15,0 0 4-15,0 0-4 0,0 0-1 0,0 0 5 16,0 0-8-16,0 0 7 0,0 0 1 0,0 0 0 16,0 0-3-16,0 0 5 0,0 0 4 0,0 0-11 15,0 0 7-15,0 0-6 0,0 0 3 0,0 0-2 16,0 0 2-16,0 0-8 0,0 0 5 0,0 0 0 15,0 0-1-15,0 0-2 0,0 0-13 0,0 0-11 16,0 0-12-16,0 0-12 0,0 0-35 0,0 0-93 16,10-4 41-16</inkml:trace>
  <inkml:trace contextRef="#ctx0" brushRef="#br0" timeOffset="8018.92">9421 5899 20 0,'0'0'18'0,"0"0"1"0,0 0-2 0,2-7-1 16,-2 7-3-16,0 0-1 0,0 0-3 0,0 0 3 15,2-7-10-15,-2 7 3 0,0 0 5 0,0 0-9 16,0 0 5-16,4-7 2 0,-4 7-1 0,0 0 1 16,0 0 3-16,0 0-1 0,0 0-1 0,0 0 1 15,0 0-3-15,0 0-1 0,0 0-13 0,0 0-3 16,0 0 4-16,0 0-1 0,0 0 0 0,0 0-1 15,0 0 11-15,0 0-10 0,0 0 1 0,0 0 6 0,0 0 2 16,0 0 2-16,0 0 4 0,0 0 3 0,0 0 2 16,0 0-2-16,0 0 8 0,0 0-4 0,0 0 14 15,0 0-9-15,0 0 2 0,0 0 0 0,0 0 2 16,0 0 6-16,0 0-8 0,0 0 0 0,0 0-2 16,0 0 5-16,0 0-5 0,0 0 3 0,0 0-8 15,0 0 3-15,0 0 1 0,0 0-1 0,0 0 2 16,0 0-5-16,0 0 4 0,0 0-4 0,0 0 1 15,0 0 4-15,0 0-4 0,0 0 4 0,0 0-9 16,0 0 9-16,0 0-14 0,0 0 5 0,0 0 7 16,0 0 0-16,0 0-4 0,0 0-1 0,0 0 1 15,0 0-9-15,0 0 12 0,0 0-1 0,0 0-1 16,0 0 0-16,0 0 0 0,0 0-2 0,0 0-9 16,0 0 13-16,0 0-19 0,0 0 8 0,0 0 3 15,0 0-2-15,0 0-7 0,0 0 6 0,0 0 1 16,15 10 1-16,-15-10 5 0,8 0-4 0,-8 0 1 15,0 0 0-15,10 1-1 0,-10-1-6 0,11 2 4 0,-3-2 7 16,0 1-4-16,-8-1-5 0,15 0 1 16,-9 1 9-16,-6-1-9 0,13-1 4 0,-13 1-6 15,10 0 0-15,-10 0 3 0,9 0 5 0,-9 0-7 0,0 0 6 16,12 0 4-16,-12 0-4 0,6 1 2 0,-6-1 5 16,0 0-3-16,0 0 5 0,12 0 10 0,-12 0 2 15,0 0 1-15,0 0 3 0,0 0 2 0,0 0 4 16,5 2 3-16,-5-2-6 0,0 0 1 0,0 0-11 15,0 0-2-15,0 0 0 0,0 0-7 0,0 0-12 16,0 0-8-16,0 0-17 0,0 0-23 0,0 0-32 16,0 0-29-16,0 0-14 0,0 0-23 0,-22 10-73 15,11-9-228-15,-8 3 102 0</inkml:trace>
  <inkml:trace contextRef="#ctx0" brushRef="#br0" timeOffset="9293.6">7446 7037 55 0,'0'0'90'0,"0"0"-8"0,0 0-9 0,0 0 7 0,7 1-18 16,-7-1 8-16,0 0-11 0,0 0 0 0,0 0-2 15,0 0-6-15,0 0-3 0,0 0 3 0,0 0-16 16,0 0 1-16,0 0 4 0,0 0-2 0,0 0-8 16,0 0 9-16,0 0-10 0,0 0 4 0,0 0-2 15,0 0 1-15,0 0-5 0,0 0 4 0,0 0-6 16,0 0 1-16,0 0 2 0,0 0 0 0,0 0-6 0,0 0-1 16,0 0-7-16,0 0-6 0,0 0 4 15,0 0 1-15,0 0-4 0,0 0-2 0,0 0 0 16,0 0 3-16,0 0 3 0,2-10-8 0,-2 10 1 0,0 0-17 15,0 0 17-15,0 0-8 0,0 0 0 0,0 0 8 16,0 0-9-16,0 0 12 0,0 0-3 0,0 0-20 16,0 0 14-16,0 0 7 0,0 0 2 0,0 0-3 15,0 0-3-15,0 0 3 0,0 0-7 0,0 0 12 16,0 0 3-16,0 0-1 0,0 0 4 0,0 0-1 16,0 0-3-16,0 0 5 0,0 0 1 0,0 0 4 15,0 0 2-15,0 0-6 0,0 0 4 0,0 0 6 16,0 0-2-16,0 0 5 0,0 0-1 0,-7-12-1 15,7 12-4-15,0 0 0 0,0 0 1 0,0 0-1 16,0 0-1-16,0 0 1 0,0 0-6 0,0 0 2 16,0 0-3-16,0 0 0 0,0 0-6 0,-6-4-2 15,6 4 1-15,0 0 2 0,0 0 1 0,0 0-4 16,0 0 1-16,-2-7 0 0,2 7-5 0,0 0 8 16,0 0 3-16,0 0-2 0,0 0 1 0,-4-8 3 15,4 8-3-15,0 0-2 0,0 0 1 0,0 0-2 0,0 0-4 16,0 0 0-16,0 0-3 0,0 0-1 0,0 0 0 15,0 0-5-15,0 0 3 0,0 0-9 16,0 0 3-16,0 0 2 0,0 0-10 0,0 0 1 0,0 0 4 16,0 0-5-16,0 0 1 0,0 0 3 0,16-2 3 15,-16 2 4-15,9 0-2 0,-9 0-1 0,0 0-4 16,12-2 0-16,-12 2 1 0,8 0 2 0,-8 0 3 16,0 0-3-16,12 2 0 0,-12-2-2 0,0 0 5 15,8 1 0-15,-8-1-1 0,0 0-3 0,0 0 4 0,0 0 3 16,0 0-8-16,0 0 8 0,0 0 3 0,11-1-6 15,-11 1 2-15,0 0 0 0,0 0-2 16,0 0 2-16,0 0-4 0,0 0 4 0,0 0-1 16,0 0 1-16,0 0-1 0,0 0 2 0,0 0-10 15,0 0-21-15,0 0-27 0,0 0-20 0,0 0-30 16,0 0-20-16,0 0-25 0,0 0-149 0,0 0-323 0,2 6 143 16</inkml:trace>
  <inkml:trace contextRef="#ctx0" brushRef="#br0" timeOffset="10315.2">9426 7038 28 0,'0'0'101'0,"0"0"1"16,0 0-14-16,0 0 0 0,0 0 4 0,0 0 6 15,0 0-11-15,0 0 6 0,0 0-15 0,0 0 1 16,0 0-3-16,0 0 3 0,-1 11-6 0,1-11 1 16,0 0-8-16,0 0-5 0,0 0 3 0,0 0-7 15,0 0 2-15,0 0-4 0,0 0-1 0,0 0 3 16,0 0-3-16,0 0-6 0,0 0-1 0,0 0-2 15,0 0-4-15,0 0-4 0,0 0 0 0,0 0-6 16,0 0 0-16,0 0-3 0,0 0-2 0,0 0-5 16,0 0-1-16,0 0-1 0,0 0-3 0,0 0-6 15,10-2 2-15,-10 2 2 0,13-2-3 0,-13 2-1 16,14-1 3-16,-14 1-7 0,14 0 1 0,-14 0 2 0,10 0 0 16,-10 0-3-16,8-2-2 0,-8 2-3 0,0 0 4 15,11 0-1-15,-11 0 1 0,0 0 0 0,8-1-2 16,-8 1 7-16,0 0 4 0,10-1 4 15,-10 1-2-15,0 0 5 0,0 0 0 0,0 0-1 0,10 0-2 16,-10 0 1-16,0 0 0 0,0 0-1 0,0 0 0 16,0 0-1-16,0 0 0 0,0 0-6 0,0 0 2 15,0 0-3-15,7 2-1 0,-7-2-1 0,0 0-16 16,0 0-18-16,0 0-22 0,0 0-21 0,0 0-29 16,0 0-28-16,0 0-25 0,0 0-33 0,0 0-139 15,0 0-347-15,0 0 153 0</inkml:trace>
  <inkml:trace contextRef="#ctx0" brushRef="#br0" timeOffset="68943.05">26888 12071 22 0,'-2'-9'150'15,"2"9"-13"-15,-3-7-1 0,3 7-4 0,-4-6-7 16,4 6-11-16,-2-9-1 0,2 9-1 0,-2-8-7 0,2 8-3 16,0 0-1-16,-2-10-6 0,2 10-2 0,0 0-6 15,-4-8-6-15,4 8-2 0,0 0-11 16,0 0-3-16,0 0-9 0,0 0-3 0,0 0-10 16,0 0-4-16,0 0-8 0,0 0 6 0,0 0 4 0,0 0 3 15,0 0-8-15,0 0 3 0,0 0-2 0,8 27 3 16,-6-18-3-16,0 0-2 0,0 3 2 0,3 3 0 15,-3-3-4-15,0 4-2 0,2 1-3 0,-3 1-2 16,4-2-1-16,-3 4 1 0,5 3-3 0,-3-5-2 16,0 0-1-16,1 1-3 0,1-1-2 0,1 1 1 15,-2-1-2-15,1-1-3 0,-1-2 3 0,1-1-2 16,0-2-3-16,-2 0 5 0,-2-2-6 0,2-1-2 16,-1 1 0-16,1-1-2 0,-2-3 1 0,0 1 2 15,-2-7-1-15,5 10-2 0,-3-6 0 0,-2-4 1 16,5 9 1-16,-5-9-2 0,4 3 1 0,-4-3 4 15,0 0-5-15,0 0 0 0,0 0-1 0,0 0 3 16,0 0-4-16,9-16 2 0,-5 10-2 0,-3-6 2 16,-1 2 5-16,4-7-6 0,0 4-1 0,2-5 0 15,-2 0-2-15,0-1 2 0,3-6-3 0,-3-3 7 16,4 2-5-16,-2-1 2 0,1 0-2 0,-3-1 1 16,3 2 0-16,5-2-1 0,-2 0-4 0,-1 3 6 15,-1-2-6-15,-2 3 4 0,0 6-1 0,-1 1 0 16,-1 1-2-16,-1 6 4 0,-1 0-3 0,3 3 5 15,-3 0-8-15,-2 7 6 0,3-10-5 0,-1 7 1 0,-2 3 2 16,0 0-6-16,4-8 1 0,-4 8 0 16,0 0 8-16,0 0-10 0,0 0-7 0,0 0 1 15,0 0-2-15,9 15-5 0,-9-15-12 0,0 13-3 16,0-3-19-16,-2-1-16 0,1 2-23 0,-1 0-23 0,0 4-16 16,0-2-15-16,2 0-27 0,-2 1-20 0,0 1-126 15,2-3-347-15,-2 2 153 0</inkml:trace>
  <inkml:trace contextRef="#ctx0" brushRef="#br0" timeOffset="69541.06">27162 12536 164 0,'0'0'153'0,"0"0"8"0,0 0-16 0,0 0-16 15,0 0 0-15,0 0-14 0,0 0-10 0,0 0-2 16,0 0-7-16,0 0-3 0,0 0-8 0,0 0-6 15,0 0-9-15,21-11 0 0,-17 8 5 0,4 0-5 16,-1 1-7-16,3-2 0 0,1 0-8 0,-3-2-6 16,2 1-2-16,-1 1-4 0,1-3-4 0,-1 2 3 15,-1 2 1-15,-2-3-7 0,1-2 1 0,1 2-6 16,-2 0-4-16,0 1-3 0,-1-3 0 0,1-1-2 16,0 1-1-16,-1 0-3 0,-2 1 1 0,0-3-2 15,-2 2-3-15,0 3-3 0,1-3 0 0,-2 8 0 16,-2-13 1-16,2 13-2 0,-2-12-3 0,1 6 4 15,1 6-2-15,-5-9 2 0,5 9-5 0,-4-5 0 16,4 5-4-16,-5-4 1 0,5 4-2 0,-9-2 2 16,9 2 0-16,-18 2-9 0,9 2 8 0,-1-3-4 15,-2 6 3-15,1-1-1 0,2 2 0 0,-1 0 1 16,-2 1 0-16,3-1 1 0,3 1-4 0,-4 1 3 16,3 0-1-16,3 1 1 0,-1 0 2 0,-2 2-1 15,3-2-3-15,4-2-4 0,-3 3 7 0,3-1-2 0,-2 1 0 16,4-2 3-16,1 1 2 0,3 0 1 15,0-2 0-15,2 1-2 0,1-1-4 0,1-1 3 16,0 1 0-16,1-1 2 0,5 1 0 0,0-2 15 16,-4-2-2-16,1 0-22 0,0 0-24 0,3-1-28 0,-3-1-31 15,1-1-20-15,-1-1-40 0,1 1-23 16,-3-1-11-16,0-1-152 0,0 0-359 0,0-3 160 16</inkml:trace>
  <inkml:trace contextRef="#ctx0" brushRef="#br0" timeOffset="70047.56">27544 12378 20 0,'1'-10'182'0,"-1"1"-4"16,0 9 1-16,0-13 3 0,0 13-4 0,-1-10-11 0,1 10-15 16,0-8-17-16,0 8-16 0,0 0-8 0,0 0-15 15,0 0-10-15,0 0-3 0,0 0-1 0,0 0 0 16,-7 26-8-16,5-14-4 0,-1 8-2 15,-1-1-4-15,0 6-5 0,-1 0 1 0,-2-1 0 0,3-5-6 16,-1 1-5-16,3-2-1 0,-2-1-7 0,2 1-5 16,0-4-6-16,-1-1 1 0,-2 0-2 0,5-3-2 15,0-1-5-15,-2 0-2 0,2-3 1 16,0-6 1-16,0 12-7 0,0-12 2 0,0 9-2 0,0-9 2 16,-2 6 4-16,2-6 8 0,0 0 11 0,0 0 11 15,0 10 5-15,0-10-5 0,0 0 9 0,0 0-14 16,0 0-11-16,0 0 5 0,0 0-8 0,0 0 3 15,4-23-11-15,1 14 6 0,-1 0-10 16,-2 1 3-16,3-3-4 0,-3 3-5 0,5-3-1 16,5-2-4-16,-3 3-4 0,3-1-5 0,-2 4 1 0,5-1-1 15,-1 3 0-15,1 0-3 0,-1 2-1 0,-3 1-3 16,0 2 1-16,1 1 0 0,-1 2 3 0,0 1 0 16,0 2-2-16,-2-1 5 0,-2 1-1 0,0 3 1 15,0 0-5-15,-1 0 6 0,-5-2-2 0,0 0 0 16,0 2 1-16,-3 0-4 0,-1-1 1 0,1 0 1 15,-4-1-1-15,-2 1 2 0,0 0 0 0,-1-2 0 16,-3 1 4-16,1-3 2 0,-5 4-2 0,3-5-2 16,0 1-12-16,-1-2-6 0,1 0-13 0,-6 0-10 15,6-1-18-15,1 2-21 0,0-3-22 0,2 1-43 16,10-1-42-16,-18-1-29 0,11 0-237 0,7 1-489 16,0 0 217-16</inkml:trace>
  <inkml:trace contextRef="#ctx0" brushRef="#br0" timeOffset="77504.92">27079 11944 56 0,'0'0'82'16,"0"0"-1"-16,0-8-5 0,0 8-5 0,0 0-1 15,1-8 15-15,-1 8-13 0,0 0 7 0,-4-9-7 16,4 9-6-16,0 0-3 0,-2-10-4 0,2 10-3 15,0 0 0-15,0-8-5 0,0 8 6 0,0 0-10 0,0 0 0 16,0 0-7-16,0 0-12 0,-2-7 3 16,2 7-9-16,0 0 3 0,0 0-3 0,0 0 0 15,0 0-2-15,0 0 5 0,-11 13 1 0,3-6-5 16,2 1-1-16,0 0-8 0,3 2 4 0,-5 1 3 0,5-1-6 16,-2 0 1-16,1-1-1 0,2-1 3 0,1-1-5 15,1 3-1-15,0-1 4 0,0-9-1 16,1 16 2-16,5-10-5 0,2 1-7 0,0 0 3 15,3-2 6-15,8 0-16 0,10 1-6 0,0-3-15 0,3 0-31 16,1 0-20-16,3-2-37 0,0-1-22 16,-3 1-86-16,6-2-240 0,-3 0 106 0</inkml:trace>
  <inkml:trace contextRef="#ctx0" brushRef="#br0" timeOffset="77828.55">27899 12326 54 0,'0'0'202'16,"0"0"-12"-16,0 0-13 0,0 0-16 0,0 0-15 15,0 0-15-15,0 0-9 0,0 0-11 0,0 0-12 16,0 0-8-16,13-7-9 0,0 9-9 0,-3-1-6 16,1 0-19-16,3 2-29 0,-3-1-27 0,0 2-44 15,0-3-30-15,0 2-35 0,-2 0-136 0,-4 1-273 16,-5-4 121-16</inkml:trace>
  <inkml:trace contextRef="#ctx0" brushRef="#br0" timeOffset="77993.38">27873 12429 15 0,'0'0'173'15,"0"0"-4"-15,0 0-5 0,0 0-9 0,0 0-16 0,0 0-16 16,0 0-8-16,0 0-11 0,25 4-12 15,-15-4-29-15,5 2-27 0,3-2-61 0,9-2-16 16,-5 2-66-16,6-1-90 0,1 0-211 0,2-4 94 16</inkml:trace>
  <inkml:trace contextRef="#ctx0" brushRef="#br0" timeOffset="79263.98">28563 11930 39 0,'0'-9'164'0,"3"1"-13"0,-3-2-7 16,1 3-9-16,-1 7-8 0,3-12 2 0,-2 7-2 15,-1 5-17-15,1-7-13 0,-1 7-5 0,0 0-9 16,3-7-10-16,-3 7-14 0,0 0-4 0,0 0-6 16,0 0-1-16,4 19 1 0,-4-7-7 0,0 5 1 15,-2 2 0-15,-1 6 6 0,-2 3-5 0,2-2 0 16,-4 3-2-16,1 0-2 0,0 0 5 0,2-1-6 15,-2-3 1-15,-1 5-2 0,5-7-7 0,-3 1-2 16,5-5-5-16,-3-1 3 0,3-1-4 0,0-4-1 16,-1 0-3-16,1-2 1 0,0 0-2 0,1 0 1 15,-1-2-6-15,1-4 2 0,-1-5-2 0,2 13-4 16,-2-13 2-16,0 8 1 0,0-8 8 0,0 0 8 16,0 10 14-16,0-10 6 0,0 0-3 0,0 0-3 15,0 0-7-15,0 0-2 0,0 0-2 0,0 0-3 16,0 0 0-16,0 0-8 0,0-28 1 0,2 20-6 15,3-3 1-15,0 0-1 0,4-4-4 0,2-1 2 0,0 2-3 16,2 2 0-16,-4 3-7 0,5 0 0 16,-5 1 1-16,-1 0-2 0,0 1-2 0,1 2 1 15,-3 2-1-15,3 1-6 0,-1 1 3 0,-8 1 0 16,13 0 0-16,-6 2-2 0,-7-2-1 0,11 5 1 0,-7-1 2 16,1 3 0-16,-1-1-3 0,0 2 5 15,-2 0-2-15,1 2-2 0,-1-1 4 0,1 0 2 16,-1 1 0-16,0 1-1 0,-4-2-5 0,4 2 7 15,-2-2-4-15,0 0-1 0,0 0-19 0,-2 2-12 16,0 0-14-16,4-1-23 0,-2-1-30 0,-2 0-39 16,2 0-26-16,0 1-30 0,-1-2-176 0,-1 3-403 15,2-11 178-15</inkml:trace>
  <inkml:trace contextRef="#ctx0" brushRef="#br0" timeOffset="79717.16">28878 12400 56 0,'0'0'172'0,"5"-7"1"0,-5 7-10 16,1-6 1-16,-1 6-4 0,3-8-4 0,-3 8-8 15,0 0-6-15,2-8-7 0,-2 8-9 0,2-9-10 16,-2 9-9-16,0 0-5 0,0-10-1 0,0 10-5 16,0 0 0-16,0-11-8 0,0 11-2 0,0 0-4 15,1-6-3-15,-1 6-6 0,0 0-1 0,0 0-6 16,0 0 6-16,0 0-15 0,0 0-3 0,0-11-6 16,0 11 0-16,0 0-12 0,0 0-1 0,0 0-5 15,0 0-4-15,0 0-4 0,0 0-6 0,0 0 1 16,0 0-2-16,0 0-3 0,0 0-1 0,0 0-1 15,0 0-1-15,0 0-1 0,-5 26-2 0,5-16-1 16,0 1 4-16,-1 0-4 0,-2 1 4 0,0 1 1 16,1-1 4-16,1-1-4 0,-2 2-2 0,2-1-2 15,-3 0 0-15,3 0 0 0,-2 0 0 0,2-2 10 16,-1 0-11-16,2 1 0 0,0-1 0 0,-1-3 7 16,1 4-14-16,0-3-23 0,0-8-20 0,1 15-24 15,-1-8-22-15,0-7-31 0,-1 11-35 0,1-11-37 16,0 7-26-16,0-7-15 0,0 0-143 0,0 0-410 15,0 0 181-15</inkml:trace>
  <inkml:trace contextRef="#ctx0" brushRef="#br0" timeOffset="79911.11">28938 12148 171 0,'-3'-9'191'0,"3"9"-16"0,-5-8-9 0,5 8-16 0,0 0-16 16,0 0-13-16,0 0-13 0,0 0-11 0,0 0-20 16,0 0-24-16,0 0-38 0,0 0-26 15,0 0-39-15,0 0-41 0,20 15-127 0,-15-7-236 16,-5-8 104-16</inkml:trace>
  <inkml:trace contextRef="#ctx0" brushRef="#br0" timeOffset="80396.67">29163 12243 79 0,'0'0'242'0,"3"-6"-14"0,-3 6-22 16,0 0-21-16,0 0-16 0,0 0-19 0,0 0-18 15,0 0 2-15,0 0-9 0,0 0-5 0,-7 25-4 0,3-9-12 16,0 0 0-16,-3 1-13 0,2 2-7 0,0 0-8 15,-2-2-6-15,3 2 14 0,-2-1-8 16,4 0-9-16,-2-3-3 0,0-1-1 0,2-1-8 0,-1 3-3 16,0-5-3-16,0 0-6 0,2-1-4 0,0-2-1 15,0-1-2-15,1-7-6 0,0 11-4 0,0-11-2 16,-2 8-1-16,2-8 0 0,0 0-1 0,0 0 1 16,-1 10 3-16,1-10 10 0,0 0-5 15,0 0 2-15,0 0-12 0,0 0 1 0,0 0-4 16,0 0 2-16,0 0-5 0,0 0-2 0,15-22-1 0,-7 14-4 15,4 2 3-15,-1 1-7 0,2-1 2 0,4-1-2 16,-6 4 0-16,8-1-6 0,-1 2 1 16,-4 1-1-16,4 0-4 0,-5 2 1 0,6 2-2 15,-7-1 0-15,-1 0 4 0,0 3 2 0,-2 1-4 0,-3-1-1 16,-1 2 2-16,2 0 0 0,-5 0 1 0,-2 2-1 16,0-2 3-16,-6 1 2 0,0 2-1 0,-3-1-2 15,0-2 3-15,-3 0 3 0,-3 1-3 0,-2-1-1 16,0-1 1-16,-2-3 2 0,-2 0 0 0,3 1-2 15,-3-1-4-15,1-2-6 0,1 0-15 0,4-2-19 16,2 0-22-16,2-1-22 0,-1 1-36 0,5 1-46 16,7 0-46-16,-10-6-47 0,4 3-153 0,6 3-449 15,-6-7 198-15</inkml:trace>
  <inkml:trace contextRef="#ctx0" brushRef="#br0" timeOffset="80819.97">29481 12508 35 0,'17'-4'209'16,"-12"1"-5"-16,-5 3-8 0,12-3-15 0,-2-3-15 15,-1 0-14-15,0 2-3 0,1-3-7 0,-1-3-11 16,-2 3-10-16,4-1-9 0,-3-1-3 0,-1-1-3 16,2-3-4-16,0 2-3 0,-3 0-6 0,-1 1-1 15,2-5-5-15,-2-1-5 0,-3 4-7 0,0 1 1 16,1 0-1-16,0 1-8 0,-2-2-2 0,-1 2-8 16,0 1-1-16,0 2-5 0,3 0-5 0,-3 7-4 15,0-10-2-15,0 10-6 0,0 0-6 0,0-9-4 16,0 9-6-16,0 0-2 0,0 0-1 0,0 0 2 15,-21 18-1-15,12-5-2 0,2 1 1 0,-3 1 0 16,2 0-1-16,0 0 2 0,1 1-1 0,2 0-2 16,2-4-2-16,0 3-2 0,2-3 2 0,0 1 3 15,2-2-5-15,0 1 4 0,5 0-1 0,4 1-5 16,-1-3-14-16,-3-2-23 0,3 0-25 0,8-2-37 16,-6 1-35-16,3-2-39 0,-4 0-38 0,3-2-37 15,-3 1-201-15,-3-3-480 0,3-2 213 0</inkml:trace>
  <inkml:trace contextRef="#ctx0" brushRef="#br0" timeOffset="80993.39">29707 12062 68 0,'0'0'109'0,"0"0"-9"0,0 0-17 15,0 0-10-15,0 0-28 0,0 0-42 0,12 32-39 16,-8-22-39-16,1-1-80 0,0 1 36 0</inkml:trace>
  <inkml:trace contextRef="#ctx0" brushRef="#br0" timeOffset="82135.88">29899 12254 84 0,'0'0'183'0,"0"0"-3"16,0 0-2-16,9 5 2 0,-10 2 5 0,1-7-13 16,-7 26-8-16,2-7-11 0,-5 3-14 0,2 3-12 15,-1-1-12-15,3 1 4 0,-3-1-20 0,1 0-6 16,1-6-3-16,2-1-7 0,2 0-12 0,-1-1-3 16,3-2-1-16,1 0-9 0,-1-3-3 0,2 2-6 15,-1-7-1-15,0-6-4 0,-1 13 0 0,0-8-3 16,1-5 6-16,0 10 7 0,0-10 0 0,-2 7 10 15,2-7-2-15,0 0-5 0,0 0-5 0,0 0-2 16,0 0-6-16,0 0-5 0,0 0 1 0,0 0-4 16,0 0-10-16,0 0 4 0,4-22-8 0,-4 22-4 15,4-11-2-15,-2 7 3 0,-2 4-1 0,3-11-3 16,-3 11-3-16,2-9 1 0,-2 9 0 0,4-6-4 16,-4 6-3-16,2-7 0 0,-2 7-4 0,0 0 3 15,3-6-1-15,-3 6 3 0,0 0-3 0,0 0 0 16,0 0 0-16,0 0 3 0,0 0-10 0,3-7 7 15,-3 7 0-15,0 0-3 0,0 0-2 0,0 0 1 0,0 0-3 16,0 0 0-16,0 0 1 0,0 0 1 16,0 0 1-16,0 0 4 0,0 0-5 0,0 0 1 15,0 0 0-15,0 0 1 0,0 0 2 0,0 0 2 16,0 0 0-16,0 0 0 0,0 0-4 0,0 0 4 0,0 0-6 16,1-7-1-16,-1 7 2 0,0 0 2 0,0 0-3 15,0 0 11-15,0 0-9 0,0 0-1 0,0 0 3 16,0 0-1-16,0 0-5 0,0 0 7 15,0 0-2-15,0 0-1 0,0 0-2 0,0 0 3 16,0 0-4-16,0 0 9 0,0 0-7 0,0 0 1 0,0 0-1 16,0 0 1-16,0 0-1 0,0 0-1 0,0 0-2 15,0 0 4-15,0 0-1 0,0 0 4 16,0 0-3-16,0 0-1 0,0 0-2 0,0 0 4 0,0 0-1 16,0 0-2-16,0 0 3 0,0 0-2 15,0 0 4-15,0 0-3 0,0 0 3 0,0 0-4 0,0 0 2 16,0 0 14-16,0 0-21 0,0 0 2 15,0 0 3-15,0 0 0 0,0 0-1 0,0 0 1 16,0 0-3-16,0 0 1 0,0 0-2 0,0 0 3 16,0 0 5-16,0 0-3 0,0 0-1 0,0 0 1 0,0 0 0 15,0 0 3-15,0 0-2 0,0 0-2 0,0 0-2 16,0 0 0-16,0 0 1 0,0 0 1 0,0 0 0 16,0 0 0-16,0 0-2 0,0 0 0 0,0 0 3 15,0 0-1-15,0 0 0 0,0 0 0 0,0 0 3 16,0 0-4-16,0 0-1 0,0 0-3 0,0 0 6 15,0 0-1-15,0 0-2 0,0 0-2 0,0 0 6 16,0 0-1-16,0 0-4 0,0 0 3 0,0 0-1 16,0 0 3-16,0 0-3 0,0 0 0 15,0 0-2-15,0 0 14 0,0 0-17 0,0 0 6 0,0 0-4 16,0 0 0-16,0 0-1 0,0 0 1 0,0 0 2 16,0 0-1-16,0 0 5 0,0 0-5 0,0 0 0 15,0 0 2-15,0 0 17 0,0 0-22 0,0 0 4 16,0 0-1-16,0 0 0 0,0 0 0 0,0 0 0 15,0 0 3-15,0 0-5 0,0 0-3 0,0 0 1 16,0 0-1-16,0 0 0 0,0 0-2 0,0 0 2 16,0 0 2-16,0 0-1 0,0 0 3 0,0 0-1 15,0 0-3-15,0 0 2 0,0 0 6 0,0 0-6 16,0 0 1-16,0 0 1 0,0 0 3 16,0 0-5-16,0 0 1 0,0 0 0 0,0 0 0 0,0 0 4 15,0 0-5-15,0 0 1 0,0 0-3 0,0 0 3 16,0 0 0-16,0 0-3 0,0 0-1 0,0 0-1 15,0 0 0-15,0 0 2 0,0 0 0 0,0 0-4 16,0 0 2-16,0 0-3 0,0 0 2 0,0 0-3 16,0 0 4-16,0 0-6 0,0 0 4 0,0 0-4 15,0 0 6-15,0 0-8 0,0 0 4 0,0 0-2 16,0 0 1-16,0 0-2 0,0 0 1 0,0 0-2 16,0 0 1-16,0 0-2 0,0 0 1 0,0 0-2 15,0 0-1-15,0 0 2 0,0 0-9 0,0 0-3 16,0 0-4-16,0 0-4 0,0 0-6 0,0 0-4 15,0 0-12-15,0 0-9 0,0 0-12 0,0 0-11 16,0 0-14-16,0 0-19 0,0 0-15 0,0 0-18 16,0 0-15-16,0 0-156 0,0 0-356 0,0 0 159 15</inkml:trace>
  <inkml:trace contextRef="#ctx0" brushRef="#br0" timeOffset="83402.5">29888 12482 71 0,'0'0'127'0,"0"0"1"0,0 0-10 0,0 0 1 16,0 0-4-16,0 0-2 0,0 0-15 0,0 0-4 15,0 0-12-15,0 0-4 0,0 0 1 0,0 0-4 16,0 0-7-16,0 0-9 0,0 0-5 0,11-9-5 15,-11 9-2-15,7-6 2 0,-4 2-7 0,-3 4-1 16,8-7 1-16,-2 4-4 0,1-2-3 0,-1-2-1 16,1-1-6-16,1 1 0 0,-1 2 7 0,-2-3 1 15,0 2-5-15,-1-1 4 0,0 1-11 0,2 0 4 16,-2 0 3-16,-2-1 0 0,2 1 1 0,-4 6-9 16,4-10 3-16,-4 10 0 0,2-9-3 0,-2 9-4 15,1-7-2-15,-1 7 4 0,0-11-6 0,0 11 0 16,0 0 0-16,-3-11-3 0,3 11-2 0,-6-5-3 15,6 5-3-15,-7-5 5 0,7 5-7 0,0 0 4 16,-14 0 5-16,14 0-8 0,-11 0-1 0,11 0 1 16,-17 3-3-16,8-3 3 0,0 3 0 0,-2 3 2 15,2-1-4-15,0-3 3 0,-1 3-6 0,1 3-1 16,1-1 4-16,2 1 1 0,-4 2 3 0,2-1 2 16,0 2 3-16,-2 2 3 0,2 1 0 0,2 1 4 15,-2-2-3-15,4-1 9 0,-1 0-3 0,3 0-1 16,-1 4 2-16,1-3-4 0,2-2 5 0,-2 6 5 15,4-6-4-15,0 1 5 0,1 0-8 0,2-2 1 16,0 3-3-16,-1-4 1 0,2-1-1 0,-1-1-4 16,2 2 0-16,0-3 0 0,2 1 0 0,-4-1 1 15,6-2-4-15,-1 0 0 0,0 0 0 0,2 0 0 16,0-1-2-16,-3-2-1 0,4 2 2 0,-1-3-6 16,-2 0 5-16,3 0-2 0,-4 0 0 0,1 0-1 15,1 0 2-15,-11 0-4 0,18-1-1 0,-10-1 1 16,2 1 2-16,-10 1-4 0,13-3 2 0,-7 3-1 15,-6 0-1-15,12-3 4 0,-12 3-2 0,10-2-6 0,-10 2-14 16,11-3-13-16,-11 3-13 0,7-1-19 0,-7 1-28 16,0 0-29-16,6-3-33 0,-6 3-31 15,5-4-32-15,-5 4-148 0,0 0-392 0,0-10 174 16</inkml:trace>
  <inkml:trace contextRef="#ctx0" brushRef="#br0" timeOffset="83934.85">29932 12503 69 0,'0'0'178'0,"0"0"-1"0,0 0-10 0,0 0-7 15,-6-3-10-15,6 3-6 0,0 0-13 0,0 0-7 0,0 0-19 16,0 0-11-16,13-16-6 0,-7 13-8 16,2-3-2-16,-2 2-8 0,1-2-5 0,3 1-5 15,-4 0-4-15,4 0 3 0,-3-2-11 0,1 1-5 16,-2 1-4-16,1-3-1 0,-1 3-4 0,-1 1 1 16,0-1-10-16,-1-4-2 0,1 3 3 0,0-1-5 0,-1 1-1 15,-4 6-3-15,2-11 1 0,-2 5 6 0,0 6-7 16,0 0-4-16,-1-10 0 0,1 10-1 15,-5-5-5-15,5 5 4 0,-9-5-7 0,9 5 1 16,-12-2-5-16,2 2 2 0,-1-2 0 0,-1 4 2 16,-1 0-3-16,1-1 1 0,0 3-2 0,-2-1 2 0,-1 2-3 15,0 3 1-15,2 2 2 0,2-1-3 16,-1 0 5-16,0 4 1 0,-1-1 4 0,2 0 8 0,2 3 5 16,0 1-2-16,3-1 6 0,-1 0-4 15,2-3 4-15,1 3 1 0,3 2 4 0,-3-2 3 16,4-3 0-16,0 0-2 0,3 2-2 0,0-4 1 0,1 2-3 15,3-4 6-15,-1 3-4 0,3-4 2 16,0 2-4-16,1-3-1 0,3 1-4 0,2-1 2 16,-2-2-1-16,0 0-2 0,0 0-5 0,1 0-3 0,0 0-11 15,-3-3-18-15,-2 1-18 0,-1-1-21 16,0-1-25-16,-8 0-34 0,18-2-32 0,-9-2-31 0,1 0-38 16,-4 2-188-16,-2-3-435 0,-4 5 193 15</inkml:trace>
  <inkml:trace contextRef="#ctx0" brushRef="#br0" timeOffset="84676.43">29719 12041 86 0,'0'0'195'0,"0"0"-7"0,0 0-7 15,0 0-11-15,0 0-5 0,0 0-15 16,0 0-9-16,0 0-11 0,0 0-8 0,0 0-6 15,0 0-9-15,0 0-10 0,0 0-7 0,0 0-9 16,0 0-2-16,0 0-5 0,0 0-9 0,0 0-6 16,0 0-2-16,0 0-6 0,0 0 2 0,0 0-5 15,0 0 2-15,0 0-2 0,4-8 7 0,-4 8-7 16,0 0 1-16,0 0-3 0,0 0-5 0,0 0-1 16,0 0-8-16,0 0-4 0,0 0-3 0,-4-15-2 15,4 15-2-15,0 0-2 0,-4-11-4 0,4 11-4 0,-5-8 3 16,5 8-6-16,0 0-1 0,-10-9 0 15,10 9 3-15,-4-7-7 0,4 7 4 0,0 0-5 16,-9-5 1-16,9 5-4 0,0 0-1 0,0 0 5 16,-12 4-7-16,12-4 3 0,-7 5 1 0,7-5-4 15,-5 7 3-15,5-7-4 0,-2 5 4 0,2-5 0 16,0 0 6-16,0 0-6 0,0 0 3 0,0 0-1 16,8 17 1-16,-8-17 2 0,11 2-2 0,-11-2 0 15,16 1 0-15,-10 1 1 0,3-2 1 0,-9 0 1 16,12 0-3-16,-12 0 3 0,11-3 3 0,-11 3-4 15,8-4 0-15,-8 4-3 0,0 0 0 0,5-3 1 0,-5 3-1 16,0 0-4-16,0 0-1 0,0 0-5 0,0 0 2 16,0 0-2-16,0 0-1 0,0 0-7 15,0 0-3-15,0 0-9 0,-29-3-17 0,29 3-28 16,-12 6-30-16,12-6-20 0,-10 13-38 0,10-13-48 0,-1 16-179 16,1-16-421-16,0 0 187 0</inkml:trace>
  <inkml:trace contextRef="#ctx0" brushRef="#br0" timeOffset="85611.75">30555 12379 21 0,'0'0'109'15,"0"0"-8"-15,0 0-2 0,0 0-6 0,0 0-3 16,0 0-4-16,0 0-3 0,0 0-8 0,0 0-3 15,0 0 2-15,0 0-3 0,0 0-3 0,0 0-2 16,0 0-6-16,0 0-3 0,0 0-10 0,0 0 12 16,0 0-13-16,-24-3-2 0,24 3-4 0,-12 0-6 15,12 0 5-15,-13-1 1 0,4 1-8 0,9 0-3 16,-14 0 0-16,6 1-2 0,8-1 5 0,-12 1 4 16,4 0-8-16,8-1 3 0,-10 1 2 0,10-1-5 15,-10 0 6-15,10 0-2 0,-8 2 4 0,8-2 1 16,0 0 1-16,0 0 6 0,-12-2 3 0,12 2 2 15,0 0-4-15,0 0 4 0,0 0-5 0,0 0-3 16,0 0-8-16,0 0 0 0,0 0-4 0,0 0-5 16,0 0-6-16,31-7 0 0,-21 4 0 0,2 3-1 15,6-3 2-15,2 2-6 0,-3-2-3 0,-3 3 1 16,-1 0-1-16,-1 0 1 0,1 0-3 0,-1-3 0 16,-1 3-2-16,-1 0-2 0,-2-1 1 0,-8 1 1 15,15 0-3-15,-10-1-2 0,-5 1-7 0,0 0-10 16,13-2-11-16,-13 2-17 0,0 0-18 0,9 0-19 15,-9 0-21-15,0 0-30 0,8-2-41 0,-8 2-167 16,5-4-368-16,-5 4 163 0</inkml:trace>
  <inkml:trace contextRef="#ctx0" brushRef="#br0" timeOffset="85841.63">30611 12211 160 0,'0'0'218'16,"0"0"-13"-16,-4-4-11 0,4 4-22 0,0 0-18 16,0 0-19-16,0 0-3 0,0 0-8 0,0 0 2 15,0 0-11-15,-4 23-10 0,3-13-5 0,0 1-4 16,-1 1-8-16,-1 3-13 0,0 1-3 0,2-3-6 16,0-1-10-16,2 6-3 0,-2-1-8 0,-1 0 0 15,1 1-5-15,0 0-32 0,-1-2-34 0,0 2-49 16,-3 1-45-16,1 0-56 0,-1 0-189 0,-7-4-395 0,1 7 175 15</inkml:trace>
  <inkml:trace contextRef="#ctx0" brushRef="#br0" timeOffset="88383.27">31063 12050 157 0,'0'0'177'0,"2"-14"4"0,-2 14-9 16,-2-10-3-16,4 3-12 0,-2 7-7 0,0-8-15 0,0 8-18 15,0 0-13-15,0 0-10 0,0-8-10 16,0 8-8-16,0 0-11 0,0 0-7 0,0 0 2 16,1 29-4-16,-2-18-7 0,-1 8 7 0,0 6-8 15,-1 1 0-15,0 0-3 0,-1 0-3 16,1-1 1-16,2 2-4 0,-2-1-5 0,2-7-2 0,1 6-3 0,-1-1 2 15,2-5-1-15,0-2-5 0,0 1-1 0,1-1-21 16,2-3 7-16,-3 0-6 0,2-3 0 16,-1-1 1-16,-1-2-2 0,2-3 1 0,-2 2-2 15,-1-7 1-15,3 11 0 0,-2-6 1 0,-1-5 0 0,1 8 1 16,-1-8 6-16,0 0 14 0,3 7 7 0,-3-7-2 16,0 0 2-16,0 0 1 0,0 0-7 0,0 0-4 15,0 0-2-15,0 0-4 0,2-24-1 16,1 14 2-16,-2 1-1 0,2-4-1 0,1 4-4 15,-1-3-1-15,5-4-7 0,-2 5-2 0,0 2-5 0,3-5 0 16,-2 6 0-16,-1 1-12 0,3 0 4 0,-1-3 3 16,1 8-6-16,0-3 8 0,1 2-6 0,-2 1 5 15,-8 2-4-15,18 0-3 0,-12 2 4 0,1 1 4 16,1 0 0-16,0 2-1 0,-3 3 0 16,-1-3 1-16,0 1-2 0,5 3 2 0,-4-1 2 0,-1 1 10 15,1-1-8-15,-4 2 0 0,5-1 0 16,-5 0 0-16,1 1-2 0,2-1 5 0,-3 0-4 0,-1 1 1 15,2 1-13-15,-1 0-18 0,-1-1-14 0,-3-1-30 16,2 1-28-16,0-4-50 0,1-6-15 0,-8 15-35 16,3-7-120-16,0 1-353 0,-3-1 156 0</inkml:trace>
  <inkml:trace contextRef="#ctx0" brushRef="#br0" timeOffset="88879.26">31465 12626 192 0,'5'-4'186'0,"4"-1"-15"0,-2-1-8 16,2-1-7-16,-2 1-7 0,-2 0-12 0,-1-3-10 16,0 4-6-16,-2-5-11 0,3 1-11 0,-2 3-2 0,-1-4-10 15,-1-1-9-15,-1 0-5 0,0 1-6 0,-1-1-4 16,-1 0-11-16,0 1 3 0,-1-4-11 0,-1 3-5 15,1 0-2-15,-1 1-6 0,1 0-3 0,-3 1-5 16,3 2 0-16,-1 1-2 0,-3 0-2 16,2 0-3-16,0 3-5 0,5 3 0 0,-10-5 0 0,6 1-6 15,4 4-5-15,-9-2 5 0,9 2 0 0,0 0 0 16,0 0-2-16,0 0-2 0,-11 3 3 0,11-3 2 16,0 0-4-16,-2 9-1 0,2-9 1 15,0 0 5-15,0 0-2 0,13 9 0 0,-13-9 1 0,15 2 0 16,-8 0-5-16,4 2 3 0,1-3-2 0,-2 1 8 15,4-2-8-15,-4 0 4 0,2-2-6 0,-2 4 8 16,-2-2-7-16,-8 0-2 0,11 0 4 0,-11 0-2 16,13 0-5-16,-8 0 2 0,-5 0 0 0,10 3 7 15,-10-3-7-15,8 2-4 0,-8-2 5 16,10 3-4-16,-6 1 1 0,-4-4 0 0,9 8 1 0,-6-2 2 16,-1 1 3-16,2 1 0 0,-3 0 4 0,3 1 4 15,-4 1-2-15,1 0-3 0,1 0-6 0,-2 0 5 16,-2 3-6-16,2-1 6 0,-1-2-3 0,1 3 0 15,-4-3-14-15,2 2-25 0,1-2-29 0,-1 0-24 16,2-1-44-16,2 1-35 0,-2-10-23 0,-2 13-125 16,1-7-344-16,1-6 152 0</inkml:trace>
  <inkml:trace contextRef="#ctx0" brushRef="#br0" timeOffset="89330.35">31771 12401 59 0,'2'-8'183'0,"-2"8"-17"0,1-6-14 15,-1 6-16-15,0 0 7 0,0 0-1 0,0 0-4 16,6 17-4-16,-3-8-11 0,-4 2-2 16,-1 1-6-16,4 0-14 0,-4 3-1 0,1 3-8 0,0-5-6 15,-1 1 1-15,0-2-11 0,1 0 0 0,-2-1-9 16,2-3-10-16,-3 2-2 0,3-3-6 0,1-7-4 15,-1 10-2-15,1-10 2 0,-2 7 5 0,2-7 6 16,-1 7 0-16,1-7-1 0,0 0 3 16,0 0 1-16,0 0-7 0,0 0-6 0,0 0-3 0,0 0-4 15,0 0 2-15,0 0-9 0,0 0-6 0,0 0-5 16,0 0-3-16,13-19-5 0,-8 12 6 0,2 2-13 16,4 0-4-16,-1-1 0 0,3 2-1 15,-1 2-2-15,0-1-4 0,1 2 8 0,-1 1-2 0,1 1 0 16,-5 1-12-16,3 0 7 0,-2 2-6 0,-3 1 4 15,1-2 1-15,-3 2-1 0,0 2 0 0,-2-1 0 16,1 1 1-16,-3 1 0 0,0-8-1 0,-4 11 4 16,-2-3 1-16,-3-1-2 0,0-1 5 15,-3 0 0-15,0-1-3 0,-5-1 1 0,4-1-2 16,-1 0 4-16,1-1-10 0,-1 0-9 0,1-2-13 16,1-1-13-16,1 0-19 0,-1-1-15 0,1-1-35 0,1-1-34 15,5 1-30-15,5 3-46 0,-7-5-165 0,7 5-418 16,-3-9 184-16</inkml:trace>
  <inkml:trace contextRef="#ctx0" brushRef="#br0" timeOffset="90623.21">32125 12228 117 0,'0'0'133'0,"0"0"-13"0,0 0-1 0,0-9-9 16,0 9-8-16,0 0 2 0,0 0-10 0,0 0-5 16,4-6-7-16,-4 6-4 0,0 0-7 0,0 0-4 15,0 0 0-15,0 0-7 0,0 0-1 0,0 0-13 16,0 0-3-16,0 0 2 0,0 0-10 0,0 0 1 0,0 0-2 16,0 0-3-16,0 0 2 0,0 0-3 15,0 0-2-15,0 0 2 0,0 0 2 0,0 0 1 16,0 0 0-16,0 0 6 0,0 0 1 0,0 0-4 15,0 0-1-15,0 0 2 0,0 0 6 0,0 0-1 16,0 0 5-16,0 0-2 0,0 0 3 0,0 0-5 0,0 0-4 16,0 0-2-16,-1-10-7 0,1 10 1 15,0 0 6-15,1-7-6 0,-1 7-7 0,0 0 0 16,0 0-3-16,0 0 0 0,0 0-1 0,-1-11 2 16,1 11-2-16,0 0-1 0,0 0 3 0,0 0 6 15,0 0-4-15,0 0-3 0,0 0-7 0,-1-8-1 16,1 8-6-16,0 0 8 0,0 0-16 0,0 0 4 15,0 0-2-15,0 0-1 0,0 0 1 0,0 0 0 16,5 21 0-16,-3-11-4 0,0 1 7 0,4 6-3 16,-4-2-1-16,2-1 1 0,0 2 0 0,3 0 5 15,-3 0 0-15,-2-2-5 0,6 2 1 0,-6-4 1 16,3 2 3-16,0-1-2 0,-1-1-1 0,5 1-3 16,-4-2 4-16,0-2 2 0,1 1-3 0,0 1 3 15,0 0-1-15,1-5-1 0,-2 2-2 0,0-2 1 16,1 0-2-16,-3-1 3 0,1 0-2 0,1-2 5 15,-5-3-7-15,4 7-1 0,-4-7 4 0,3 6 0 16,-3-6 1-16,7 3-2 0,-7-3 6 0,0 0-3 16,0 0 0-16,4 4 5 0,-4-4 6 0,0 0-6 15,0 0 9-15,0 0-3 0,0 0 15 0,0 0-18 16,0 0 3-16,0 0-2 0,0 0 0 0,0 0 1 16,0 0-4-16,0 0-4 0,6 4 2 0,-6-4 2 15,0 0-1-15,0 0 1 0,0 0 0 0,0 0 0 16,0 0 2-16,0 0-6 0,0 0-1 0,0 0 2 0,0 0-3 15,0 0 3-15,0 0-5 0,0 0-2 16,0 0 5-16,0 0-1 0,0 0 1 0,0 0-4 16,0 0 4-16,0 0-3 0,0 0 0 0,0 0-3 15,0 0 2-15,0 0-2 0,0 0 12 0,0 0-12 16,0 0 3-16,0 0-5 0,0 0 0 0,0 0 1 16,0 0-1-16,0 0 9 0,0 0-7 0,0 0 2 15,0 0 5-15,0 0-9 0,0 0 8 0,0 0-3 16,0 0-3-16,0 0 0 0,0 0 2 0,0 0 2 15,0 0-3-15,0 0 1 0,0 0 9 0,2-17-13 16,-2 17 2-16,2-7-1 0,-2 7 1 0,1-8 2 0,-1 8-1 16,4-9 2-16,-1 3 0 0,-3 6-4 15,2-15 10-15,-1 9-9 0,1-2-1 0,2-1 1 16,-2-2 4-16,1 0-5 0,1 0 5 0,-1 0-4 16,2-3-2-16,-1 3 2 0,0-2 1 0,0 1 1 15,-1-1-3-15,2-1 0 0,-3-3 2 0,2 0-2 0,-3 7-1 16,4 0 1-16,-1-1 1 0,-1 1 1 15,-1 2-5-15,0 0 5 0,0 2 0 0,1 0 0 16,-3 6 0-16,1-12-4 0,-1 12 2 0,3-6 3 16,-3 6 0-16,4-6-5 0,-4 6 5 0,0 0 1 15,2-7-5-15,-2 7 3 0,0 0-3 0,0 0-3 16,0 0 6-16,1-10 0 0,-1 10 3 0,0 0-6 16,0 0 1-16,0 0-2 0,0 0 1 0,0 0-1 15,0 0 4-15,0 0-8 0,0 0 0 0,0 0-14 16,0 0-12-16,0 0-19 0,0 0-17 0,0 0-17 15,0 0-15-15,0 0-9 0,0 0-25 0,0 0-19 0,0 0-20 16,0 0-35-16,0 0-173 0,-5 28-415 16,5-28 184-16</inkml:trace>
  <inkml:trace contextRef="#ctx0" brushRef="#br0" timeOffset="93676.37">32597 12475 35 0,'0'0'122'15,"0"0"-8"-15,0 0 3 0,0 0-9 0,0 0-4 16,0-10-9-16,0 10-3 0,0 0-1 0,0 0-4 15,0 0-4-15,0 0-6 0,0 0-6 0,0 0-5 16,0 0-2-16,-4-9-7 0,4 9 1 0,0 0-2 16,0 0-5-16,0 0-10 0,0 0 2 0,0 0-4 15,0 0-3-15,-4-6-6 0,4 6-1 0,0 0-2 16,0 0-3-16,0 0-6 0,0 0 0 0,0 0 1 16,0 0-6-16,0 0-1 0,0 0-1 0,0 0 3 15,0 0-7-15,0 0-2 0,0 0 1 0,0 0-1 16,0 0 0-16,0 0-2 0,0 0 0 0,0 0 3 15,0 0-1-15,0 0-3 0,0 0 4 0,0 0-4 16,0 0 3-16,0 0-1 0,0 0-3 0,0 0 3 16,0 0-3-16,0 0 0 0,0 0 1 0,0 0-1 15,0 0 1-15,0 0-4 0,0 0 2 0,0 0-6 16,0 0 8-16,0 0 0 0,0 0-2 0,0 0-3 16,0 0 6-16,0 0-3 0,0 0-1 0,0 0 4 15,0 0-5-15,0 0 1 0,0 0 0 0,0 0-5 16,0 0 5-16,0 0 2 0,0 0 4 0,0 0-5 15,0 0 1-15,0 0 0 0,0 0-2 0,0 0-2 16,0 0 10-16,0 0-7 0,0 0-2 0,0 0 3 16,0 0-2-16,0 0-1 0,0 0-8 0,0 0-7 15,0 0-11-15,0 0-12 0,0 0-15 0,0 0-25 16,0 0-24-16,0 0-22 0,0 0-24 0,0 0-81 16,0 0-250-16,0 0 112 0</inkml:trace>
  <inkml:trace contextRef="#ctx0" brushRef="#br0" timeOffset="95573.25">32698 12403 11 0,'0'0'103'0,"0"0"0"16,0 0-14-16,0 0 2 0,0 0 1 0,0 0 0 15,0 0-3-15,0 0 1 0,0 0-11 0,0 0-3 16,0 0 4-16,0 0-8 0,0 0-5 0,0 0-3 16,0 0-7-16,0 0 2 0,0 0-10 0,0 0 4 15,0 0-10-15,0 0-5 0,0 0 2 0,-11-12-9 16,11 12-5-16,0 0-2 0,-8-1-2 0,8 1-1 16,-8-2-2-16,8 2-4 0,0 0 0 0,-13 0-2 15,13 0 1-15,-11 2-4 0,3-1-2 0,2 2 0 16,-2-1 2-16,-1 0-6 0,-1 3 3 0,-1-1 1 15,1 0-5-15,0 0 1 0,-1 0-1 0,3 1 5 16,-1 0-3-16,0 1 2 0,-1 0 0 0,1-1-1 16,0 0 8-16,0 4-2 0,3-2 4 0,-1 1-4 15,0-2 2-15,-1 0-3 0,4 1 2 0,-1-1 1 16,3 1 7-16,0-1 4 0,1 2-1 0,-2-1 0 16,2 2-3-16,1-1-4 0,0-8 3 0,1 14-2 15,1-8 29-15,-1 4-5 0,2-6-4 0,-1 2-4 16,2 0 4-16,1-2-6 0,1 0-3 0,1 1 1 15,-1-1-3-15,4-1 0 0,3 2-5 0,-3-4-3 16,3 3 2-16,-4-2-6 0,1-1 1 0,-3 1-1 16,4-1-1-16,-4 0-1 0,0-1-2 0,-7 0 1 15,13 0-3-15,-13 0-1 0,9 0-2 0,-9 0 0 16,0 0-7-16,9-1-13 0,-9 1-17 0,0 0-18 16,0 0-19-16,11 0-24 0,-11 0-34 0,0 0-32 15,7-3-29-15,-7 3-133 0,0 0-345 0,0 0 152 16</inkml:trace>
  <inkml:trace contextRef="#ctx0" brushRef="#br0" timeOffset="96135.83">32850 12430 110 0,'0'0'188'16,"0"0"-6"-16,0 0-4 0,0 0-2 0,0 0-6 16,0 0-7-16,0 0-17 0,0 0-13 0,0 0-17 15,0 0-12-15,14-39-10 0,-14 39-10 0,0 0-13 16,0 0-4-16,0 0-6 0,0 0-7 0,0 0 2 16,0 0-2-16,0 0-3 0,0 0-1 15,0 0 4-15,0 0-7 0,0 0-1 0,0 0-6 0,-5 99-2 16,5-99-1-16,0 0-2 0,0 0-5 0,-7 42-2 15,7-42-2-15,0 0-3 0,0 0-3 16,-3 31-4-16,3-31 5 0,0 0-3 0,0 0-2 16,0 0-3-16,0 0-1 0,-2 32-1 0,2-32-1 15,0 0-1-15,0 0 0 0,0 0 5 0,0 0-5 16,0 0 6-16,0 0 3 0,0 0 7 0,0 0 6 0,0 0 1 16,0 0 6-16,0 0-5 0,0 0-4 0,0 0 7 15,0 0-5-15,0 0-5 0,0 0-3 16,0 0-3-16,0 0 0 0,0 0-7 0,0 0 4 15,0 0-6-15,0 0-2 0,0 0-1 0,0 0-2 16,0 0-6-16,0 0 6 0,0 0-4 0,85-39 2 16,-85 39-5-16,0 0 1 0,36-1 0 0,-36 1 0 15,0 0 1-15,0 0-5 0,42 13 1 0,-42-13-3 0,0 0 3 16,18 14 2-16,-18-14-3 0,0 0 0 16,0 0-1-16,0 0 3 0,14 27-1 0,-14-27 3 15,0 0 1-15,0 0 1 0,0 0-2 0,0 0 1 16,0 0-5-16,0 0 7 0,0 0-1 0,-60 28-1 15,60-28-4-15,0 0-11 0,-35 2-14 0,35-2-9 16,0 0-15-16,0 0-34 0,0 0-32 0,-50-6-32 16,50 6-57-16,0 0-230 0,0 0-473 0,0 0 210 15</inkml:trace>
  <inkml:trace contextRef="#ctx0" brushRef="#br0" timeOffset="100838.47">27379 13326 102 0,'0'0'137'0,"0"-12"-2"16,0 12-6-16,0 0-10 0,0 0-7 0,0-9-2 15,0 9-3-15,0 0-7 0,0-9 3 16,0 9-8-16,0 0-1 0,0 0 1 0,-1-9-4 15,1 9-1-15,0 0-3 0,1-8-7 0,-1 8-4 0,0 0-3 16,1-10 5-16,-1 10-5 0,0 0-6 16,0 0-4-16,0-6-6 0,0 6-3 0,0 0-9 15,0 0-4-15,0 0-4 0,0 0-7 0,0 0-2 16,0 0-8-16,0 0 3 0,0 0-4 0,0 0-3 16,0 0-4-16,0 0 2 0,0 26-1 0,0-15 5 15,-1 1-1-15,-2-1 0 0,-2 6 0 0,3-6-2 0,0 4 1 16,-4 1-1-16,4 1 1 0,-2-1 4 15,1-4 0-15,-1 5-3 0,-2-3-2 0,3 3-1 0,2-6 1 16,0 1-3-16,-1 1 3 0,-1-2-2 0,3-2 0 16,-2 3-3-16,4-2 1 0,-2-1 1 15,5 0-3-15,-3-1 2 0,-1-1 1 0,3-3-1 16,0 1 0-16,3 1-1 0,3 0-2 0,-4-2 1 0,5-2-1 16,-2 0-5-16,4 1-21 0,-2-2-22 0,-2 1-26 15,-2-2-30-15,-7 0-49 0,13-3-25 0,-6 0-39 16,-1 1-174-16,-6 2-412 0,10-9 182 0</inkml:trace>
  <inkml:trace contextRef="#ctx0" brushRef="#br0" timeOffset="101056.93">27396 13145 63 0,'-6'-9'222'16,"5"3"-12"-16,1 6-13 0,-5-7-17 0,5 7-16 16,0 0-20-16,-4-5-15 0,4 5-13 0,0 0-13 15,0 0-24-15,0 0-22 0,0 0-21 0,0 0-33 16,0 0-26-16,0 0-35 0,0 0-44 16,22 15-32-16,-17-9-97 0,1 4-251 0,1-3 111 0</inkml:trace>
  <inkml:trace contextRef="#ctx0" brushRef="#br0" timeOffset="101406.87">27631 13591 50 0,'5'5'235'0,"-5"-5"-5"0,0 0-11 16,0 0-11-16,4 5-14 0,-4-5-14 15,0 0-11-15,0 0-15 0,0 0-14 0,0 0-15 0,0 0-9 16,0 0-9-16,0 0-13 0,0 0-5 0,0 0-9 16,0 0-7-16,0 0-8 0,0 0-6 0,0 0-2 15,0 0-7-15,0 0-4 0,-17-12-2 0,17 12-10 16,0 0-3-16,0 0-3 0,-15 2-5 0,15-2-3 16,-11 5-2-16,5-1-1 0,2 0 4 0,-1 0-7 15,-2 3 0-15,0 1-1 0,3-2 4 0,-1 1-8 16,-1 1-3-16,4-2 0 0,0 2 4 0,-2-1-3 15,3 0-1-15,1-7 2 0,2 15-1 16,1-7 0-16,1 1 4 0,2 0-3 0,1-2-6 0,4 0-19 16,-1 0-26-16,3-2-28 0,3 0-33 0,-1-2-43 15,2 0-36-15,0-2-37 0,1 1-170 0,-5-1-422 16,-1-4 187-16</inkml:trace>
  <inkml:trace contextRef="#ctx0" brushRef="#br0" timeOffset="101610.51">27977 13500 142 0,'0'-10'258'0,"0"10"-13"0,-2-9-18 0,2 9-24 0,2-6-20 16,-2 6-17-16,9-7-19 0,-4 5-16 0,5-1-14 15,0 1-11-15,1-1-20 0,0 3-30 0,1-1-43 16,1 1-32-16,-2 1-38 0,3 0-22 0,-1 1-31 15,-2-1-22-15,0 1-20 0,-6 0-104 0,1 1-276 16,-6-3 122-16</inkml:trace>
  <inkml:trace contextRef="#ctx0" brushRef="#br0" timeOffset="101766.21">28037 13564 174 0,'-2'2'174'0,"2"-2"-2"0,0 0-5 0,0 0-10 16,-8 5-15-16,8-5-10 0,0 0-9 0,0 0-7 15,0 0-7-15,0 0-3 0,0 0-12 0,0 0-11 16,18 5-11-16,-18-5-30 0,15-3-31 0,-4 6-41 16,-11-3-37-16,25-4-51 0,-6 1-159 15,-2 0-300-15,4-1 134 0</inkml:trace>
  <inkml:trace contextRef="#ctx0" brushRef="#br0" timeOffset="103760.48">28712 13194 76 0,'-1'-11'156'15,"1"11"-3"-15,-2-8-2 0,2 8-4 0,0 0-9 16,0 0-11-16,0 0-6 0,0-11-19 0,0 11-10 16,0 0-10-16,0 0-10 0,0 0-5 0,0 0-6 15,0 0-5-15,0 0-5 0,0 0-2 0,-2 30 8 16,3-13 6-16,0 2 14 0,-2 5-6 0,1 3-4 15,-1-1-3-15,2 0-10 0,-1 0-1 0,0-6-5 16,1-3-3-16,1 2-3 0,0-1-4 0,-1 0-3 16,1-1-2-16,1-5 2 0,0-1-7 0,-3 0-3 15,3-1-2-15,-2 0-2 0,1-2-5 0,0-1 2 16,-2-7-3-16,1 13-4 0,-1-13 3 0,1 7-2 16,-1-7-1-16,0 6 1 0,0-6 0 0,0 0 7 15,0 0 3-15,0 8 9 0,0-8 6 0,0 0 2 16,0 0-5-16,0 0-3 0,0 0-2 0,0 0-3 15,0 0-3-15,0 0 0 0,0 0-4 0,-5-26-3 16,5 26 3-16,4-17-6 0,-1 6-7 0,0 1-4 16,3-3-3-16,2-2-1 0,0 2-3 0,1 0-1 15,5-1 0-15,0 5-3 0,3-1 1 0,-8 3 3 16,4 1 1-16,-2 2-3 0,-1-1 2 0,1 3-2 16,-1 2-2-16,-1 2 2 0,-9-2-1 0,13 3 0 15,-6 1-1-15,-2 2 6 0,-2 0-5 0,3 2 0 16,-1 1 3-16,-5 0 4 0,0 1-1 0,3-1-1 15,-3 2-1-15,1 1 3 0,0-2-13 0,-2 2-16 16,0-2-29-16,1 3-27 0,-1-4-38 0,1 1-27 16,0-1-32-16,-2-1-201 0,0 1-416 0,-1-2 184 15</inkml:trace>
  <inkml:trace contextRef="#ctx0" brushRef="#br0" timeOffset="104291.38">29175 13331 201 0,'1'-8'207'16,"-1"8"-7"-16,0 0-10 0,1-8-17 0,-1 8-10 15,0 0-20-15,0 0-17 0,0 0-12 0,0 0-15 16,0 0-9-16,0 0-6 0,0 0-9 0,0 0-6 15,0 0-3-15,-19 24-5 0,14-15 0 0,-2 2-4 0,2 5 1 16,-2-2-3-16,1 1 8 0,1 1-8 0,-2 0-2 16,3-1-7-16,0 0-4 0,-1 0-3 15,4-2-5-15,-2 4-3 0,3-2 1 0,0 2 1 16,0-3 0-16,0 1-5 0,1 2 3 0,1-1-2 16,0-3 1-16,2 1-8 0,-3-2-1 0,2 1 3 0,0-2-1 15,-1 0-5-15,2 0 1 0,-2-2-5 0,2 1 0 16,-4 1-2-16,1-3-2 0,1 0 2 15,-2 0-1-15,1-1-1 0,-1-7 0 0,1 12-2 16,-1-12-1-16,0 10 0 0,0-10-14 0,0 0-5 0,-2 11-11 16,2-11-15-16,-5 3-12 0,5-3-23 15,-12 4-23-15,12-4-24 0,0 0-29 0,0 0-27 16,-20-6-30-16,13 2-155 0,1-1-391 0,6 5 174 16</inkml:trace>
  <inkml:trace contextRef="#ctx0" brushRef="#br0" timeOffset="104456.48">29091 13605 110 0,'5'-3'134'0,"-5"3"-8"16,9-4-12-16,-1 0-8 0,0 0-11 0,3 2-6 0,1 0-16 16,-2-1-10-16,2 3-33 0,-1-1-22 0,2 0-33 15,-3-1-25-15,0 2-33 0,-1 0-49 0,-9 0-143 16,13-3 63-16</inkml:trace>
  <inkml:trace contextRef="#ctx0" brushRef="#br0" timeOffset="104935.16">29335 13449 53 0,'-2'-9'211'16,"2"9"-8"-16,0 0-8 0,0-10-19 0,0 10-17 0,0 0-16 15,0 0-16-15,0 0-12 0,0 0-6 0,0 0-6 16,0 0-4-16,0 0-4 0,5 24-5 16,-5-14-3-16,-1 2-3 0,1-1-3 0,0 2-6 15,-2 3-3-15,0-1-8 0,2-2-6 0,0 0-9 16,-3-1 0-16,2-2-5 0,0 0-3 0,1 1-5 0,1-2 1 16,-2-1-7-16,2-1 2 0,-1-7-4 0,-1 10 0 15,1-10-3-15,-1 9-2 0,1-9 0 16,-2 7 2-16,2-7-5 0,0 0 4 0,0 0 1 15,0 0 4-15,2 8 1 0,-2-8-1 0,0 0 0 16,0 0-3-16,0 0-2 0,0 0-2 0,0 0-5 0,0 0 1 16,0 0-2-16,0 0-7 0,8-22-1 15,-1 15 0-15,-2 0-4 0,3-1 0 0,-1 2-3 16,5 3-2-16,-3-1-3 0,0 1-2 0,1-1-1 16,-1 1 1-16,-1 1-4 0,-8 2 3 0,15 0-1 15,-5 1 4-15,-3 0-6 0,-1 2 0 0,1 1 3 0,-1-2 1 16,-6-2 1-16,7 9 1 0,-4-4-1 0,-3-5 1 15,1 9 9-15,-1-9-6 0,-5 11 8 16,1-5-9-16,-4 0-1 0,-4 1 1 0,0-2 1 16,-4-1 0-16,-1 2 5 0,-1-3-12 0,1 1-8 0,0-2-8 15,4 0-11-15,-1-2-8 0,1 0-8 0,0 0-13 16,3 0-16-16,2 0-21 0,8 0-27 0,-10-3-37 16,10 3-30-16,0 0-173 0,-6-7-397 0,6 7 175 15</inkml:trace>
  <inkml:trace contextRef="#ctx0" brushRef="#br0" timeOffset="107139.22">29779 13619 2 0,'-4'-10'175'0,"4"10"-12"0,0 0-5 15,1-9-13-15,-1 9-9 0,6-12-17 0,-3 7-7 16,1 1-1-16,0-3-1 0,1 1-4 0,1-1-2 16,-2 1-5-16,0-4-8 0,3 2-8 0,-2 0-5 15,-4-2-2-15,7 2-2 0,-5-1 1 0,0 1 0 0,1-1-2 16,-2 2-3-16,0 0-7 0,-2 7-7 15,2-13-3-15,-2 7-2 0,0 6-7 0,2-10-4 16,-2 10-3-16,0-10-5 0,0 10-1 0,0 0-6 16,0-8-3-16,0 8-3 0,0 0-4 0,0 0-2 0,0 0-4 15,0 0 1-15,0 0-3 0,0 0-2 16,0 0 0-16,-16 22 1 0,12-12 0 0,-1-1 0 0,0 1 0 16,3 0-1-16,-1 0-1 0,0-1 2 15,1 1 1-15,-1 1-1 0,2 0 0 0,0-1 1 16,2-1 2-16,2 1 0 0,-2-4-2 0,0 4 0 0,4-1 1 15,2 1-1-15,2-4-14 0,-2 1-18 16,1-1-23-16,1 0-34 0,2-2-31 0,-2 0-37 16,2-3-34-16,1 1-42 0,-1 3-116 0,-1-5-370 15,-10 0 164-15</inkml:trace>
  <inkml:trace contextRef="#ctx0" brushRef="#br0" timeOffset="107337.08">29891 13260 141 0,'-5'-5'146'0,"5"5"-13"0,0 0-7 16,0 0-15-16,0 0-14 0,0 0-21 0,0 0-30 15,0 0-35-15,16 14-37 0,-10-6-32 0,2 2-77 0,-2-1-144 16,2 0 64-16</inkml:trace>
  <inkml:trace contextRef="#ctx0" brushRef="#br0" timeOffset="107709.24">30069 13648 40 0,'5'5'221'0,"-5"-5"0"0,0 0-11 16,4 5-12-16,-4-5-12 0,0 0-16 15,0 0-13-15,0 0-13 0,0 0-11 0,8 1-11 16,-8-1-13-16,0 0-1 0,0 0-16 0,13-10-7 16,-10 7-12-16,2-2-3 0,-5 5-5 0,7-9-4 15,-3 3-7-15,-2-1 0 0,2-1-5 0,-1-2-8 16,-2 4-7-16,0-1-1 0,-1 7-4 0,2-15-6 16,-2 8-3-16,0 7 8 0,0-12-10 0,0 12-3 15,-2-7-7-15,2 7 1 0,-4-10-1 0,4 10-4 16,-6-3 0-16,6 3 1 0,0 0-3 0,-17 3 0 0,10 3 1 15,-1 1-1-15,0 2-1 0,-1 0 2 0,2 0-1 16,-1 2-2-16,0 3 4 0,2-3 3 16,1 0 0-16,2-1 9 0,2 3-9 0,-2-3 3 15,2-1-4-15,1 1 2 0,1 0 1 0,1 1 0 0,3-3 1 16,4 1-3-16,-2-2 3 0,4 2-4 0,5 2-12 16,-4-5-20-16,4-2-27 0,-2 0-19 15,3-1-27-15,1 1-54 0,-1-2-26 0,-1-2-32 0,3 0-162 16,-7 0-402-16,3-1 178 0</inkml:trace>
  <inkml:trace contextRef="#ctx0" brushRef="#br0" timeOffset="107944.96">30456 13586 105 0,'-4'-4'230'0,"4"4"-8"16,0 0-17-16,0 0-21 0,0 0-10 0,-2-7-19 15,2 7-14-15,0 0-18 0,0 0-4 0,13-3-18 16,-13 3-7-16,20-3-10 0,-8 2-7 0,3-1-8 16,2 0-3-16,0 0-10 0,0 0 1 15,1 1-12-15,-6-1-13 0,3 0-15 0,-6 1-19 0,1 1-18 16,-1-1-25-16,-9 1-21 0,13-3-23 0,-13 3 2 16,9-1-53-16,-9 1-13 0,7-5-15 0,-7 5-97 15,3-5-286-15,-3 5 127 0</inkml:trace>
  <inkml:trace contextRef="#ctx0" brushRef="#br0" timeOffset="108154.06">30588 13444 73 0,'0'0'146'15,"-6"-7"15"-15,6 7-4 0,-4-4-3 0,4 4-7 16,0 0-11-16,0 0-13 0,0 0-16 16,0 0-4-16,0 0 6 0,0 0 3 0,-13 8-3 15,10 0-13-15,1 0-2 0,-1 1-5 0,1 4-4 0,-1-2 0 16,1 0-6-16,0 2-12 0,1-1-5 0,2 1-7 15,-2 0 3-15,2-1-11 0,-2 1-3 16,2-1 1-16,-1 1-4 0,-1-2-10 0,2 1-16 16,-1-1-24-16,2 0-30 0,-4 1-32 0,4-2-44 15,-2-10-35-15,1 20-35 0,-1-10-159 0,0-10-372 0,1 14 165 16</inkml:trace>
  <inkml:trace contextRef="#ctx0" brushRef="#br0" timeOffset="108664.93">30922 13279 127 0,'2'-4'236'0,"-1"-2"-19"15,-1 6-15-15,3-7-21 0,-3 7-21 0,0 0-16 0,0 0-6 16,0 0-10-16,0 0 0 0,0 0-10 0,-1 34-8 15,-2-16-3-15,4 2-5 0,-2 6-4 0,-1 0-8 16,0 1 0-16,1-3-14 0,0-6-1 16,1 2-7-16,1-3-11 0,-2 2-1 0,1-4-2 15,0 0-4-15,1-3-7 0,-2-1-2 0,1-2-8 0,0 1-1 16,1-3-2-16,0 1-4 0,-1-8-2 16,0 9-1-16,0-9-1 0,-1 10-5 0,1-10 4 0,0 0-3 15,1 9-2-15,-1-9 3 0,0 0 1 0,3 8-4 16,-3-8 17-16,0 0-10 0,0 0-4 15,0 0 3-15,0 0 10 0,0 0-13 0,0 0-3 16,0 0-1-16,0 0-9 0,0-27 8 0,1 20-3 16,2 0-2-16,1-3-1 0,-1-1 0 0,4 3-3 15,-1-2-4-15,-2 0 1 0,4 0 2 0,-1 2-2 16,3 0 0-16,-3 1-2 0,2 1-2 0,0 0-2 16,-3 2 0-16,4 1 1 0,2 1-3 0,-1-1 3 15,-2 2 1-15,-9 1-4 0,19 4 0 0,-10-1-4 0,0 2 4 16,2 2 0-16,-6-1 3 0,0 1-5 0,1 1 3 15,-1 0-1-15,0 3 3 0,-3-3 0 0,1 2-1 16,-1 0 3-16,-1-2-2 0,0 1-1 16,-1 2 5-16,2-3 1 0,-2-8-16 0,0 15-22 15,-2-7-22-15,1 1-33 0,1-9-49 0,-3 12-51 0,2-5-43 16,0-1-201-16,1-6-470 0,-4 9 209 0</inkml:trace>
  <inkml:trace contextRef="#ctx0" brushRef="#br0" timeOffset="109582.12">31334 13516 2 0,'0'0'157'16,"0"0"-15"-16,0 0 3 0,0 0-6 0,-1-9 1 16,1 9-7-16,0 0-5 0,0 0-7 0,0 0-7 15,0 0-5-15,0 0-3 0,0 0-5 0,0 0-6 16,0 0-7-16,0 0-1 0,0 0-11 0,1-9 1 15,-1 9-10-15,0 0 0 0,0 0-7 0,0 0-1 16,0 0-6-16,0 0 0 0,0 0-13 0,0 0-4 16,0 0 4-16,0 0-10 0,0 0-8 0,0 0 1 15,0 0 3-15,0 0-7 0,-19 4-3 0,19-4 4 16,-9 7-10-16,3-2 6 0,1-1 0 0,1 2 0 16,-4 0 2-16,3 0 5 0,-1 2-5 0,2-3 1 15,1 1-2-15,-2 2-4 0,0 0 9 0,1 0-7 16,3-1-2-16,-3 3-4 0,0-1 4 0,4-2-3 15,-1 0 0-15,1-7 3 0,1 17-4 0,2-10 0 16,-1-2-1-16,2 1 4 0,0 0-4 0,0-1-1 16,1 1 3-16,4-1-3 0,-1-2 3 0,-1 0-4 15,2-1 5-15,0 0-5 0,-1-1 1 0,2-1 0 16,0 0 9-16,-10 0-10 0,17-1-2 0,-7-1-1 16,-2-2-1-16,1 1 6 0,1-1 3 0,-1-1-8 15,4-3 2-15,-6-1-3 0,4 2 0 0,-3-3 0 16,1 1 1-16,1-1 6 0,2-1-8 0,-5-2 1 15,-2 4-5-15,4-4 3 0,-6 2-2 0,3 0 4 16,-5 0-2-16,0 2-3 0,-1-4 2 0,-1 4-2 16,-2-2 1-16,-3 3 0 0,0-1-1 0,-3 1-2 15,0 1-6-15,-1 1-2 0,0 1-4 0,0 1-4 16,-2 1-4-16,-1 0-3 0,-1 2-10 0,-3 1-6 16,-2 0-11-16,7 1-13 0,-4 3-10 0,4-2-25 15,-1 1-22-15,3 1-27 0,1 0-31 0,2 1-164 16,-3 1-373-16,4 0 165 0</inkml:trace>
  <inkml:trace contextRef="#ctx0" brushRef="#br0" timeOffset="110071.07">31671 13403 166 0,'3'-5'216'0,"1"-1"-7"0,-4 6-6 16,6-7-18-16,-6 7-17 0,4-4-16 0,-4 4-23 16,0 0-8-16,7-2-18 0,-7 2-10 0,0 0-3 15,2 16-11-15,-2-6 0 0,0 3-9 0,-1 3 4 16,0 1-4-16,-2 0-6 0,2 0 0 0,-2 0 0 16,2-1-5-16,0-4-5 0,-2 1-4 0,1-2-5 15,0 1-2-15,1-3 3 0,0 1-7 0,-2-5-1 16,2 3-4-16,1-8-6 0,-2 10 1 0,2-10 2 15,-2 7-1-15,2-7-7 0,0 0 5 0,-1 8 4 16,1-8-6-16,0 0-3 0,0 0 6 0,0 0 0 16,-3 6-1-16,3-6-8 0,0 0 1 0,0 0 0 15,0 0-5-15,0 0 1 0,0 0-2 0,18-16-3 16,-11 12-6-16,0 0 0 0,1 3-3 0,5-3 0 16,-6 4-7-16,6-2 3 0,-1 2 0 0,1 0-4 15,-3 0-1-15,-3 2 33 0,0 0-7 0,0 1 0 16,1-1-6-16,-3 3 2 0,-5-5-5 0,7 9 5 15,-6-4-2-15,-1-5-1 0,-1 10-5 0,1-10 7 16,-6 11-15-16,0-8 23 0,0 2-15 16,-3 0 0-16,0-2 1 0,0 2-2 0,-4-2 0 0,4-1-1 15,-4 0-1-15,4-1 2 0,-1-1 3 0,-3 1-13 16,3 1-22-16,1-2-19 0,9 0-33 0,-15-2-32 16,7 0-52-16,8 2-52 0,-11-6-64 15,4 5-161-15,7 1-473 0,0 0 211 0</inkml:trace>
  <inkml:trace contextRef="#ctx0" brushRef="#br0" timeOffset="110541.16">32116 13387 22 0,'0'0'234'0,"4"-6"-13"0,-4 6-17 16,0 0-18-16,5-6-17 0,-5 6-20 15,0 0-14-15,0 0-14 0,0 0-4 0,13 9-4 16,-12-2-5-16,3 3-9 0,-1 2-2 0,2 5 0 16,-2-3-1-16,0 1-10 0,-1-2-1 0,-2 2-8 15,0 0-9-15,1 2-3 0,-2-6-4 0,1 2-7 0,2-3-5 16,0 1-3-16,1 0-4 0,0-1-2 0,-1-1-3 15,1-2-4-15,-2-1-1 0,2-1-7 16,-3-5 2-16,2 9-4 0,2-5-1 0,-4-4 0 0,4 7 0 16,-4-7 3-16,0 0 13 0,4 7-4 15,-4-7-4-15,0 0 2 0,0 0-8 0,18-12 3 16,-13 7-5-16,3-4 0 0,0 1-1 0,-1-3-4 0,2-2 1 16,-3 1-3-16,4-2-4 0,1-1 0 0,-5-2 0 15,3 1-1-15,0 0-2 0,-1 0 0 0,-1-2 0 16,1 2-2-16,1 1-2 0,-3 0 2 15,-1 5-4-15,1 3 3 0,-3-3 0 0,1 5 2 16,-4 5-4-16,5-10-3 0,-4 7-4 0,-1 3-21 16,0 0-17-16,3-7-15 0,-3 7-13 0,0 0-9 15,0 0-25-15,0 0-30 0,0 0-27 0,-5 26-50 0,2-15-29 16,-2 4-159-16,2-4-430 0,-1 0 190 0</inkml:trace>
  <inkml:trace contextRef="#ctx0" brushRef="#br0" timeOffset="110801.57">32492 13555 200 0,'0'0'228'0,"0"0"-9"0,0 0-19 0,0 0-11 16,-18-6-12-16,18 6-10 0,-16 4-8 0,5 1-10 15,0-1-7-15,2 2-11 0,1 1-9 0,-3-1 0 16,2 2-6-16,0 1-6 0,0-2-11 0,3 2-7 15,-1 1-8-15,1-2-6 0,3 0-5 16,1 1-8-16,-1 1-10 0,3-1 1 0,1 2-2 0,1-5-7 16,3 6-5-16,1-8 0 0,5 4-11 0,0 1-31 15,4-2-28-15,3 2-31 0,-1-2-30 0,3-3-34 16,-2 1-38-16,-4-2-34 0,-1-1-19 0,5 0-183 16,-7 0-430-16,2 0 191 0</inkml:trace>
  <inkml:trace contextRef="#ctx0" brushRef="#br0" timeOffset="111246.09">32699 13588 100 0,'0'0'232'0,"0"0"-9"0,0 0-4 0,9-43 0 0,-9 43-5 16,0 0-9-16,0 0-19 0,0 0-16 0,0 0-21 16,0 0-17-16,7-27-12 0,-7 27-14 0,0 0-5 15,0 0-3-15,0 0-2 0,0 0 1 16,-4 46-8-16,4-46-2 0,-2 31-4 0,0-17-2 15,2 3-1-15,-3 0-2 0,2-1-17 0,1-3 15 0,0-13-12 16,0 25-1-16,0-25-10 0,0 21-5 0,0-21-3 16,0 18-4-16,-3-11-6 0,3-7-4 0,0 0 1 15,0 12 3-15,0-12-7 0,0 0-1 0,0 0 1 16,0 11 1-16,0-11 2 0,0 0 2 16,0 0-3-16,0 0-1 0,0 0 1 0,0 0-4 15,0 0-5-15,0 0-3 0,0 0-1 0,0 0-2 16,0 0-1-16,0 0-5 0,0 0-2 0,0 0-4 0,0 0-12 15,0 0 4-15,34-63-8 0,-34 63 6 0,23-13-7 16,-23 13 0-16,0 0 3 0,37-13-5 16,-37 13-6-16,0 0 16 0,33-5-3 0,-33 5-1 15,0 0-6-15,0 0 5 0,0 0 0 0,0 0 2 16,42 18 5-16,-42-18-1 0,0 0-3 0,0 0-1 16,0 0 4-16,0 0 2 0,-5 38 1 0,5-38 0 15,0 0 0-15,0 0 3 0,0 0-3 0,0 0 3 0,-42 38-11 16,42-38-14-16,0 0-25 0,-30 14-25 15,30-14-41-15,-24 5-38 0,11-1-41 0,1-4-60 16,1-2-48-16,11 2-156 0,-30-2-496 0,15 1 219 16</inkml:trace>
  <inkml:trace contextRef="#ctx0" brushRef="#br0" timeOffset="112202.29">27960 14145 161 0,'-19'2'168'0,"4"-4"7"15,3 4-6-15,1-4-11 0,3 1-10 0,8 1-12 16,-14 1-14-16,9 1-15 0,5-2-4 0,0 0-6 16,0 0 0-16,0 0-2 0,0 0-10 0,0 0-3 15,27 2-4-15,-8-1-1 0,9 2-7 0,-1-1 1 16,9-2-1-16,1-1-2 0,13 0-3 0,5-2 4 16,1 3-10-16,6 0-5 0,31-3 0 0,-28 1-6 15,32 0-6-15,4 2-2 0,-3-3-2 0,2 2-4 16,5 1-2-16,7 1-2 0,1 2-2 0,-1-1-3 15,6 1-4-15,-1 1-1 0,-3-2-2 0,0 2-4 16,6-3 4-16,0 0-3 0,-2 3-4 0,4-1-1 16,-12-3-3-16,7 5 4 0,0-5 0 0,-1 1 4 15,2-2-9-15,-6 1 29 0,0-2 1 0,-8-2-6 16,2 5-5-16,-3-2-3 0,-2-2 3 0,3-1-3 16,-3 0-4-16,5-1 5 0,-1 3 6 0,-1 1 3 15,-6-2 5-15,-1 2 2 0,-5-1 4 0,-27 1-3 16,26-4-1-16,-32 3-31 0,0-1 6 0,-4 0 3 15,0 1 1-15,-2-2-2 0,0 1 9 0,-18 2 1 16,3-1 1-16,0 1 13 0,-1-5-12 0,0 2 3 16,-37 4 8-16,68-4-8 0,-36 3 3 0,0 0-3 15,-32 1-3-15,61-3 5 0,-33 2-7 0,-28 1 6 16,42 1 22-16,-42-1-24 0,0 0 12 0,49 0 2 16,-49 0 0-16,0 0-2 0,37-1 11 0,-37 1-15 15,0 0-4-15,0 0 1 0,0 0 2 0,0 0 5 16,40 1-3-16,-40-1 6 0,0 0-3 0,0 0 4 15,0 0-6-15,0 0 0 0,0 0-11 0,0 0-6 16,0 0-3-16,0 0-1 0,0 0-3 0,0 0-3 16,0 0 4-16,0 0-6 0,0 0-4 0,0 0 2 15,0 0-6-15,0 0-4 0,0 0-3 0,0 0-24 16,0 0-15-16,0 0-36 0,0 0-22 0,0 0-32 16,0 0-30-16,0 0-42 0,0 0-42 0,0 0-48 15,0 0-67-15,0 0-202 0,0 0-611 0,0 0 270 16</inkml:trace>
  <inkml:trace contextRef="#ctx0" brushRef="#br0" timeOffset="115969.65">29217 12725 25 0,'0'0'39'0,"-8"6"-1"16,8-6 6-16,0 0-3 0,-5 3-6 0,5-3-1 16,-4 6-1-16,4-6-2 0,0 0 1 0,-6 4-4 15,6-4 3-15,0 0-3 0,-8 5-5 0,8-5 1 16,-8 2 0-16,8-2 0 0,0 0-4 0,-6 4 0 16,6-4 5-16,0 0-2 0,0 0 2 0,-8 3-3 15,8-3 1-15,0 0 3 0,0 0 2 0,-7 2-3 16,7-2 5-16,0 0 1 0,-6 3-3 15,6-3 10-15,0 0-1 0,0 0-1 0,0 0 4 0,-11 2-1 16,11-2 4-16,0 0-2 0,0 0 6 0,0 0 1 16,-10 0-3-16,10 0 1 0,0 0-2 0,0 0 2 15,-9 0-4-15,9 0 6 0,0 0-1 16,0 0 2-16,0 0 0 0,0 0 3 0,0 0-4 0,0 0 1 16,0 0 4-16,0 0 0 0,-12-3 3 0,12 3-3 15,0 0-6-15,0 0 0 0,0 0-7 0,0 0-4 16,32-2-3-16,-18 2-3 0,-1-1-3 0,1 0-1 15,-2-1-4-15,1 1-2 0,-1 1 1 0,0-1 3 16,-2 1 4-16,1-1-5 0,-2-1-1 0,-9 2-1 16,16 0 1-16,-10-1 2 0,-6 1-4 0,0 0 5 15,10-1-1-15,-10 1 3 0,0 0 0 0,0 0 2 16,13 0-3-16,-13 0-3 0,0 0 1 0,0 0-2 16,0 0-6-16,0 0 0 0,0 0-5 0,6-1-16 15,-6 1-16-15,0 0-26 0,0 0-31 0,0 0-38 16,0 0-47-16,0 0-42 0,0 0-159 0,0 0-392 15,0 0 174-15</inkml:trace>
  <inkml:trace contextRef="#ctx0" brushRef="#br0" timeOffset="117072.78">29394 13847 113 0,'0'0'146'16,"0"0"-3"-16,0 0-2 0,0 0-8 0,-5-7 1 15,5 7-15-15,0 0-5 0,0 0-6 0,0 0-6 16,0 0-1-16,0 0-5 0,-5-4-5 0,5 4-8 16,0 0-9-16,0 0-5 0,0 0-3 0,0 0-5 15,0 0 1-15,0 0 0 0,0 0-7 0,0 0-1 16,-2-9-1-16,2 9-5 0,0 0 1 0,0 0-1 16,0 0-3-16,0 0-2 0,0 0-4 0,0 0-4 15,0 0 3-15,0 0-6 0,0 0 1 0,0 0-8 16,0 0 1-16,0 0-4 0,0 0 0 0,0 0-2 15,0 0 5-15,0 0-2 0,0 0 3 0,0 0 0 16,0 0-2-16,0 0 0 0,0 0 0 0,20 3-1 16,-20-3-1-16,15 0 1 0,-2 1 0 0,-3-1-1 15,1 0 3-15,0-1-4 0,1 1 0 0,-2 0-3 16,1 0 4-16,-1 0 5 0,0 0-2 0,-10 0 2 16,21 0-3-16,-14 0 4 0,-7 0 1 0,14 0-2 15,-8-2-1-15,-6 2 1 0,0 0 9 0,12 0 0 16,-12 0 6-16,0 0-1 0,11 0 12 0,-11 0 0 15,0 0 3-15,0 0 3 0,6 2 3 0,-6-2-2 16,0 0 1-16,0 0-4 0,0 0-9 0,0 0-4 16,0 0 1-16,0 0-10 0,0 0-9 0,0 0 4 15,0 0-2-15,0 0-10 0,0 0-2 0,8 1-15 16,-8-1-20-16,0 0-28 0,0 0-22 0,0 0-32 16,0 0-38-16,0 0-40 0,0 0-35 0,0 0-36 15,0 0-37-15,0 0-204 0,0 0-529 0,0 0 234 16</inkml:trace>
  <inkml:trace contextRef="#ctx0" brushRef="#br0" timeOffset="200617.24">10383 7103 51 0,'0'0'59'0,"0"0"-8"0,0 0 1 0,0 0 2 0,0 0-9 15,0 0-3-15,17-1-6 0,-2-8-5 0,11-6-7 16,4 1 5-16,15-10-5 0,2 0-3 0,1 1-12 15,-1 0-7-15,0-1-20 0,-11 9-7 0,9-7-17 16,-11 5-33-16,-2 2-80 0,-1-3 36 0</inkml:trace>
  <inkml:trace contextRef="#ctx0" brushRef="#br0" timeOffset="-179041.23">5998 7545 40 0,'-10'4'47'0,"10"-4"-5"0,-7 4-7 16,1 0-5-16,6-4-1 0,-10 4-5 0,5 0 0 15,-2 1-2-15,3-1-3 0,-3 1 1 0,2-1-3 16,5-4-6-16,-8 7 3 0,2-5 3 0,6-2 1 16,-5 7 5-16,5-7 6 0,-5 4 10 0,5-4 1 15,0 0 9-15,-4 4-8 0,4-4 1 0,0 0-8 16,0 0-6-16,0 0 3 0,0 0 2 0,-3 7-8 16,3-7 11-16,0 0-14 0,0 0 0 0,0 0-3 15,0 0 0-15,0 0 3 0,0 0 3 0,0 0-11 16,0 0-6-16,0 0 2 0,0 0 2 0,0 0-8 15,0 0 1-15,0 0-2 0,12 4 0 0,-12-4 3 16,0 0 3-16,0 0-4 0,0 0 0 0,0 0 1 0,0 0-2 16,0 0-4-16,11-2 4 0,-11 2-1 15,0 0 5-15,0 0-8 0,0 0 2 0,0 0 3 16,9 0 0-16,-9 0-2 0,0 0-3 0,0 0-3 16,0 0-3-16,0 0-2 0,8 2-21 0,-8-2-16 0,0 0-22 15,5 4-9-15,-5-4-6 0,0 0-51 0,4 3-144 16,-4-3 64-16</inkml:trace>
  <inkml:trace contextRef="#ctx0" brushRef="#br0" timeOffset="-176817">6749 7493 3 0,'-15'0'50'0,"-4"0"-7"16,3 0-3-16,-3-2-10 0,0 2 3 0,3 2-7 15,1-4-5-15,2 2 8 0,-1 0-7 0,2 2-1 16,2 0-4-16,10-2 5 0,-15 0-6 0,8 0-8 16,7 0 2-16,-9 0 0 0,9 0 8 0,0 0-9 15,-13 0 7-15,13 0-12 0,0 0 7 0,-9 1-3 16,9-1 9-16,0 0-9 0,0 0 7 0,0 0 1 0,0 0-7 16,-9 0 5-16,9 0-5 0,0 0-1 15,0 0-8-15,0 0 2 0,0 0 5 0,0 0-2 16,0 0-6-16,0 0 5 0,0 0-7 0,0 0 4 15,0 0 3-15,0 0-1 0,0 0 3 0,19 8 16 16,-5-6-9-16,3 2 2 0,2 0-5 0,2 0 11 16,11 0 9-16,-1-1-13 0,2 1 2 0,0 2 1 15,2-3 3-15,-2 1-2 0,3 3-4 0,-1-2-3 16,0 0-4-16,3-1-7 0,11 5 15 0,4 1 17 16,1-4 3-16,1 1 1 0,0-5-4 0,6 0 3 0,1 0-12 15,2-2 9-15,2-1-12 0,1-4-1 0,-5 2 5 16,4 1-8-16,-5 3-5 0,3-2 5 15,-4 1 2-15,0-2-9 0,-1 2 0 0,-7 2-2 16,3-2 1-16,-2 0-2 0,0-2-7 0,0 2 6 0,3-1-4 16,-2 1 2-16,0-2 0 0,0 5-4 15,-1-1 6-15,0-1-5 0,1 0-6 0,-2 2 9 0,1-1-5 16,-2 1 4-16,-13-2-3 0,2-1 8 16,11 2-8-16,-11 4 1 0,-3-5 5 0,2 1-8 0,14-1-3 15,-1 1 3-15,0-1 6 0,0-1 3 0,-1-2-10 16,2 4 8-16,-4-3-6 0,3-1 4 0,1 1-6 15,-2-1 3-15,-12-1-10 0,14 5 10 16,-12-4 0-16,9 1-9 0,2 0 10 0,-14-1 5 0,13 0-3 16,2 1 0-16,-3 0-1 0,6-6 2 0,-5 5-6 15,-1-5 1-15,-9 5 2 0,14-5-7 0,-3 0 5 16,-1 0-1-16,0 0-5 0,1-4-6 0,-14 5 4 16,14-6-7-16,-2 1 2 0,0-1-2 0,0-1-9 15,1-1-4-15,-4 1 12 0,6-2-13 0,-1 0 3 16,-1-3-3-16,-1-2 3 0,1 3 2 0,-1-1 4 15,-3-1 0-15,-1-1-5 0,1 0 1 0,-11 3 16 16,8-4-14-16,0-3 12 0,-13 5-4 0,2 0 7 16,7-11 2-16,-11 7 5 0,10-8 1 0,-12 9-5 15,-1-3 16-15,8-9 5 0,-11 6-6 0,2 1 8 16,2-13-7-16,-13 13-7 0,4-2 6 0,1-1 11 16,-5 1-2-16,-1 0-9 0,1-1 3 0,-3 0 5 15,-4 3-7-15,1-2-5 0,-1 0 2 0,-4 2-6 16,-3-1 7-16,0 0-5 0,-2 1-17 0,0-2 16 15,-1 1 2-15,1-1 0 0,-1 2-3 0,1-1 1 16,-2-1 1-16,-3-1-3 0,1 1-4 0,1-1 0 0,-3-1-4 16,0 0 1-16,-2 3 8 0,-3-4-7 15,0 4 2-15,-3-1-10 0,0 0 8 0,0 2-3 16,0-1 11-16,-1 2-12 0,-1 1 4 0,0-1-11 16,-3-2 8-16,4 3 6 0,-3-2-11 0,2 1-6 0,-7 1 11 15,4-3 11-15,-1 3-8 0,-2-1 0 0,1 0-6 16,-2-3 1-16,-1 3 0 0,-1 0-3 15,-13-6 6-15,2-1 1 0,-2 5 2 0,6 8 1 16,-14-6-2-16,-1 0-5 0,-5 3 6 0,-5-4-6 0,-1 7 7 16,-26-4-2-16,24 9-16 0,-25-4 14 0,-1 0 2 15,24 7-4-15,-24-3 2 0,25 4 1 16,-24-6-6-16,23 7 12 0,-24-3 0 0,25 3-5 0,-2 0-1 16,-22-9-2-16,22 6 4 0,-22-1-1 0,21 5 6 15,-21-3-7-15,23 3 3 0,-23-8-5 0,24 7 9 16,-3-1-4-16,1 0 2 0,-26-3-1 0,27 6 5 15,0-3-6-15,-25 1 1 0,25 1-4 16,0 3 6-16,5-2-11 0,3-1 11 0,16 1-8 0,2-2 4 16,1 3-4-16,0-4 2 0,1 3-3 0,2-1 0 15,0 0 3-15,2 2-3 0,0 1 1 0,-2-1-1 16,2 2-3-16,0 1 8 0,0 1-3 0,-1 1 0 16,-1-1 1-16,3 2 4 0,-6 2 0 0,-2 0 1 15,2 4-6-15,-3-2 5 0,1 3-4 0,-1-3 1 16,2 4 5-16,2-2-5 0,-1 0 8 0,3 2-4 15,4-3-1-15,0 3 3 0,3-1-4 0,8-2-1 16,-4 0 0-16,2-1-1 0,-1 1-1 0,-6 2 5 16,7-5 2-16,-1 3-4 0,-5-2 6 0,-1 1-4 15,-2 1-3-15,0-3-2 0,-2 1 2 16,1 0 4-16,-1-1-1 0,-1 1-5 0,1-1 5 0,-1 2-2 16,3 0-2-16,1 0 6 0,-2-1-6 0,3 3 2 15,0-2 0-15,0 1 3 0,0 0-4 0,6-3 1 16,2 1-2-16,-7-2 5 0,-1 2-1 0,6-2 0 15,0 0 0-15,0 0 0 0,2 0-2 16,-3-2 1-16,-4 4-1 0,5-2 0 0,-7 0-7 0,2 1 17 16,0-1-9-16,6 2-2 0,-6-2-3 0,6 3 2 15,-7 0 3-15,7-1 1 0,-7 1-1 0,1-1-3 16,-1 1-2-16,7-2 9 0,-6 3-4 0,-1-1 1 16,6 1-2-16,-4-2 2 0,-1 1-3 0,-3 0 0 15,2 0 0-15,-1 1-1 0,-1 0-3 0,-3 1 12 16,4 0-12-16,-5-1 7 0,1 3-3 0,-1 0 3 15,-2 2-5-15,-2 0 4 0,1 1-3 0,-2 0 5 16,1 1-1-16,-9 3 1 0,10-3 4 0,0 1-7 16,1 1 4-16,-3 0-5 0,-8 4 2 0,11-5 6 15,-1 1-11-15,2 1 4 0,-1 1 2 0,-11 2 2 16,13-4-4-16,2-1 7 0,0 2-7 0,2-2 13 16,2-2-5-16,0 3-5 0,-1-2-8 0,5 1 7 15,5-3 2-15,-5 3-4 0,6-2 6 0,-1-2-5 16,1 2 0-16,1-1 0 0,-1 3 0 0,0-2 5 15,0 3-7-15,4-2 1 0,-2 2 16 0,2 2-7 16,-2-2-5-16,1 2-7 0,-4 2 2 0,3-2 5 16,4 2-3-16,-4 2 5 0,0 4-3 0,0-3-3 15,0 2 2-15,0-1-1 0,0 3 7 0,-2-2-7 16,4 1 15-16,-3-2-8 0,4 1-4 0,-2 0 5 16,0 0-7-16,1 0 10 0,0-2 0 0,1-3-9 15,-2 5 0-15,4-7 2 0,1 3-4 0,-5 4 3 16,4-6 6-16,-4 7 5 0,1 0-10 0,0-1-4 15,6-5-1-15,-1-2 10 0,1 2-13 0,0 0 4 16,3-2 9-16,2 0-9 0,-2 1-1 0,1-1 2 16,2 0 0-16,0-3 3 0,2 1-3 0,0-2 6 15,0 2-5-15,4 3 6 0,0 0-11 0,0 0 9 16,1-2-7-16,2 2 1 0,1 0 0 0,1 0-3 16,2-1 8-16,2-1 2 0,4 5 2 0,2-1-6 15,1 2-1-15,1-1 4 0,4-2-3 0,-1 2-3 16,1-2 0-16,2 1 6 0,3 1 0 0,3-1-4 15,1 0-7-15,10 7 15 0,3-4-6 0,-3 1 7 16,-10-6-4-16,17 3-1 0,-5 1-6 0,3 2 6 16,-2-3 2-16,0 1-7 0,1 2 5 0,-2-1 9 15,-2 2-11-15,1 2-1 0,-12-6 2 0,12 4-1 16,-12-4-4-16,12 7 2 0,-3-3 4 0,3 0-1 16,0 0-5-16,1-2 2 0,-2 1 7 0,4-2-5 15,-15-4 3-15,14 4-6 0,0-4 2 0,2 1 4 16,-11-4-3-16,12 0 6 0,-1 2-3 0,-12-8-9 15,14 5 3-15,-2-4 0 0,-12-3-2 0,1 1 5 16,2 0-4-16,-3-1 1 0,15 3 3 0,-15-3 2 16,0 2-1-16,3 0-1 0,-2-3 0 0,12 4 4 15,-12-2-6-15,2-1 0 0,10 0 5 0,0 1-5 16,-12-2-2-16,3-1 4 0,-3 0-7 0,1 0 10 16,0-1-9-16,-2-1 10 0,0 3-7 0,0-2 3 15,-1 1 8-15,-3 1-7 0,2-1-2 0,-1-3 0 16,-3 4 1-16,1 1-7 0,-3-2 1 0,-3 2 3 15,-4-1-4-15,-1 1 9 0,1-2-6 0,-3 2 3 16,0 0 2-16,-2-2-4 0,2 3 1 0,-6-3-5 16,6 1 3-16,-1 2 1 0,-3-3 2 0,4 1 4 15,-3 2-1-15,-2-3-5 0,3 3 4 0,-1 0-6 16,1 0-24-16,1-1-16 0,-3 2-30 0,0 2-23 16,-1 1-109-16,-3-1-219 0,-2-2 97 0</inkml:trace>
  <inkml:trace contextRef="#ctx0" brushRef="#br0" timeOffset="-164119.08">9117 14712 8 0,'0'0'11'0,"0"0"-8"0,0 0-7 0,0 0-4 16,0 0 2-16</inkml:trace>
  <inkml:trace contextRef="#ctx0" brushRef="#br0" timeOffset="-163242.52">11330 14159 40 0,'0'0'52'0,"0"0"-9"0,0 0-18 0,0 0-5 16,0 0-9-16,0 0-14 0,0 0-11 0,0 0-15 16,0 0-32-16,0 0 14 0</inkml:trace>
  <inkml:trace contextRef="#ctx0" brushRef="#br0" timeOffset="-157311.78">13932 13811 5 0,'0'0'30'0,"0"0"-4"0,0 0 0 0,0 0-5 0,0 0-9 16,0 23-15-16,-2-14-17 0,0 1-21 0,0 3 10 15</inkml:trace>
  <inkml:trace contextRef="#ctx0" brushRef="#br0" timeOffset="-156657.42">13932 15695 3 0,'0'0'19'0,"0"0"0"0,0 0-5 0,8 4-1 0,-8-4-1 16,0 0-3-16,0 0 2 0,0 0-3 15,0 0-4-15,0 0 2 0,0 0 0 0,0 0 6 16,0 0-7-16,0 0 0 0,0 0-2 0,0 0 0 0,0 0-3 16,0 0 2-16,0 0-4 0,0 0 7 0,0 0-5 15,0 0 5-15,0 0-4 0,0 0-2 16,0 0 0-16,0 0 6 0,0 0-7 0,0 0 7 0,0 0-2 16,0 0-1-16,0 0-5 0,0 0 5 15,0 0-9-15,-2 10 0 0,2-10-2 0,0 0-1 16,0 0-2-16,0 0-10 0,0 0-23 0,0 0 11 15</inkml:trace>
  <inkml:trace contextRef="#ctx0" brushRef="#br0" timeOffset="-155576.81">15862 14811 21 0,'0'0'22'0,"0"0"2"0,0 0-2 0,0 0-5 15,0 0 3-15,0 0 1 0,0 0-5 0,-3 5 5 16,3-5-4-16,0 0-7 0,0 0 4 0,0 0-8 16,0 0 3-16,0 0 4 0,0 0-5 0,0 0 0 15,0 0-2-15,-2 7 3 0,2-7 2 0,0 0-2 16,0 0-2-16,0 0-2 0,0 0-1 0,0 0-1 15,0 0 0-15,0 0-4 0,0 0 7 16,0 0 0-16,-3 7-4 0,3-7-4 0,0 0 8 0,0 0-6 16,-5 5 6-16,5-5-5 0,0 0 1 0,0 0 3 15,-6 5-6-15,6-5 4 0,0 0-4 16,0 0 4-16,0 0-1 0,0 0-2 0,0 0 1 0,-3 5 3 16,3-5 1-16,0 0-4 0,0 0 0 0,0 0 1 15,0 0 1-15,0 0-4 0,0 0-1 0,0 0 2 16,0 0 1-16,0 0 0 0,-2 8 3 0,2-8-13 15,0 0 11-15,0 0-1 0,0 0 3 16,0 0-3-16,0 0 2 0,0 0 0 0,0 0-5 16,0 0 1-16,0 0 13 0,0 0-4 0,-3 9-12 0,3-9-14 15,0 0 7-15,0 0-4 0,-3 4-5 0,3-4-6 16,0 0 2-16,0 0-25 0,-3 7-51 0,3-7 23 16</inkml:trace>
  <inkml:trace contextRef="#ctx0" brushRef="#br0" timeOffset="-130251.49">8815 6108 2 0,'30'-25'6'0,"-4"3"4"0,1 0-3 0,-3 3 2 16,-2 0-3-16,3 2-7 0,-10 3 7 0,7-1 0 15,1 0-7-15,-7 4-3 0,-2 1 3 0,3-2 1 16,-2 0 0-16,2 2-3 0,-2-1 5 0,0 1-1 16,-2-1-1-16,-1 4 2 0,-5 1-11 0,4-1 3 15,-4-1 10-15,2 2-3 0,-4 2 11 0,1-1-4 16,-1 0-1-16,-5 5-1 0,6-6 2 0,-2 2-2 15,-4 4-3-15,7-8 2 0,-7 8 0 0,4-5-5 16,-4 5-8-16,0 0-8 0,5-5-15 0,-5 5 7 16</inkml:trace>
  <inkml:trace contextRef="#ctx0" brushRef="#br0" timeOffset="-129151.14">9126 5818 6 0,'0'0'10'0,"0"0"2"0,0 0-10 0,0 0 5 16,-11 0-2-16,11 0 0 0,0 0 0 0,0 0 4 15,0 0-4-15,0 0-2 0,-11-2-2 0,11 2 5 16,0 0-1-16,-8-2 2 0,8 2 0 16,0 0 7-16,-7-3 5 0,7 3-3 0,0 0 1 0,-9-3-1 15,9 3 0-15,0 0 7 0,0 0-4 0,-8-4 8 16,8 4 1-16,0 0-7 0,0 0-6 0,-8-5 0 16,8 5-7-16,0 0 6 0,0 0-2 0,-6-3 0 15,6 3-2-15,0 0 0 0,-5-4-6 16,5 4 4-16,0 0 0 0,-7-5 11 0,7 5-15 0,0 0-5 15,0 0 5-15,-6-4 3 0,6 4-8 0,0 0 0 16,0 0-1-16,0 0 2 0,-10-1-1 0,10 1 5 16,0 0 0-16,0 0-3 0,-5-5 0 0,5 5-2 15,0 0 7-15,0 0-11 0,0 0-1 0,0 0 3 16,0 0 6-16,-9-2-2 0,9 2-3 0,0 0 2 16,0 0 4-16,0 0-3 0,0 0 0 0,-12-1-5 15,12 1 8-15,0 0-1 0,0 0-1 0,0 0-3 16,0 0 1-16,-11 1 5 0,11-1-3 0,0 0-2 15,0 0 2-15,0 0-6 0,-9-2-1 0,9 2 7 16,0 0-2-16,-9-1 3 0,9 1-3 0,0 0-2 16,0 0 1-16,-9-2 4 0,9 2-5 0,0 0 2 15,0 0-3-15,0 0 5 0,0 0-2 0,0 0-1 16,-8-3 5-16,8 3-1 0,0 0-4 0,0 0 7 16,0 0-3-16,0 0 2 0,0 0 4 0,0 0 1 0,0 0-4 15,0 0-1-15,0 0-4 0,0 0 2 16,0 0 0-16,0 0 3 0,0 0-6 0,0 0 0 15,0 0 2-15,0 0 3 0,0 0-4 0,0 0-3 16,0 0-4-16,0 0-2 0,0 0 0 0,0 0-13 0,0 0 7 16,0 0-4-16,0 0 2 0,0 0-4 0,0 0 1 15,0 0 0-15,-4 11 1 0,4-11 1 0,0 0 1 16,-2 9-2-16,2-9-4 0,-3 10-3 16,3-10 12-16,-1 11-3 0,-1-5 4 0,2-6-9 0,-2 9 8 15,2-1-1-15,0-8-17 0,2 10-33 0,0-4 14 16,-1 1 130-16,-1-7-85 0,3 13-14 0,-2-7-22 15,2-1 10-15</inkml:trace>
  <inkml:trace contextRef="#ctx0" brushRef="#br0" timeOffset="-127907.06">9041 5970 12 0,'0'0'21'0,"0"0"5"0,0 0 8 0,0 0-5 15,0 0 2-15,0 0-1 0,0 0 1 0,0 0 8 16,0 0-12-16,0 0-3 0,0 0 4 0,0 0-10 16,0 0 2-16,0 0-2 0,0 0 2 0,0 0 1 15,0 0-3-15,0 0 9 0,0 0-14 0,0 0 5 16,0 0 0-16,0 0-6 0,0 0 1 0,0 0-3 16,0 0 0-16,0 0-3 0,0 0 2 0,-11-17-2 15,11 17-1-15,0 0-4 0,0 0 4 0,0 0 5 16,-7-6-7-16,7 6-2 0,0 0-4 0,-5-5 4 15,5 5 1-15,0 0-5 0,-7-6 1 0,7 6 5 16,0 0-7-16,-9-2 3 0,9 2 2 0,-7-3-1 16,7 3-2-16,0 0-4 0,-7-6 4 0,7 6 0 15,-6-4 5-15,6 4-9 0,0 0 11 0,-8-2-10 16,8 2 1-16,0 0 0 0,-8-4 6 0,8 4-8 16,0 0 9-16,0 0-4 0,0 0 3 0,0 0-7 0,-9-2 12 15,9 2-7-15,0 0 5 0,0 0-1 0,0 0-1 16,0 0-2-16,0 0 3 0,0 0 3 15,-6-3 4-15,6 3-4 0,0 0-6 0,0 0 7 16,0 0 8-16,0 0-4 0,0 0 0 0,0 0-1 0,0 0 8 16,0 0-11-16,0 0 4 0,0 0 0 15,0 0-1-15,0 0-1 0,0 0 1 0,0 0-5 0,0 0 1 16,0 0-2-16,0 0 3 0,0 0-4 0,0 0-2 16,0 0 7-16,0 0-7 0,0 0 3 0,0 0-8 15,0 0 2-15,0 0 1 0,0 0-11 0,0 0 12 16,0 0-4-16,0 0 1 0,0 0 2 15,0 0 5-15,0 0-12 0,0 0 7 0,0 0 3 16,0 0 2-16,0 0-4 0,0 0 0 0,0 0 4 0,0 0-2 16,0 0 5-16,0 0 2 0,0 0-1 15,0 0 8-15,0 0 4 0,0 0 1 0,0 0 5 16,0 0 1-16,0 0 7 0,0 0-4 0,0 0 7 0,0 0-3 16,0 0 7-16,0 0-12 0,0 0 2 0,0 0-4 15,0 0-3-15,0 0-2 0,0 0-3 0,0 0 1 16,0 0-5-16,0 0-1 0,0 0 5 0,0 0-8 15,0 0-2-15,0 0-1 0,0 0 1 0,0 0-4 16,0 0 1-16,-5-8-1 0,5 8 1 0,0 0 3 16,0 0-8-16,0 0 3 0,0 0-6 0,0 0 5 15,0 0-4-15,0 0-1 0,0 0-1 0,0 0 0 16,0 0-2-16,0 0-2 0,0 0 4 0,0 0 2 16,0 0 7-16,0 0-7 0,0 0-3 0,0 0 2 15,0 0 2-15,0 0 0 0,0 0-3 0,0 0 4 16,0 0-1-16,0 0-5 0,0 0 6 0,0 0-6 15,0 0 5-15,0 0-5 0,0 0 4 0,0 0-6 16,0 0 2-16,0 0-1 0,0 0 1 0,0 0-4 16,0 0 7-16,0 0-4 0,0 0 1 0,0 0 2 15,24 3-5-15,-10-3 5 0,8 0-6 0,6 0 0 16,5 1-5-16,8-1 5 0,-2 1 3 0,14-1 6 0,-2 0 1 16,1 2-7-16,-13-1 1 0,2 0-6 0,-2 0-13 15,1 0 19-15,-3 1-12 0,2 1 17 16,-1-2-3-16,-4 1-5 0,-2-2 4 0,-1 2-3 15,-4 0-1-15,-6 0-2 0,-3-4 7 0,-4 4-3 0,-1-2 2 16,-3 1 0-16,0 0 3 0,-3-1 13 16,-7 0-21-16,11 0 4 0,-11 0-8 0,10 0 20 0,-10 0-7 15,0 0 1-15,10 2-4 0,-10-2 13 16,0 0 0-16,0 0-1 0,7 0 6 0,-7 0-3 0,0 0 4 16,0 0-1-16,0 0-4 0,0 0 1 0,0 0-3 15,0 0 3-15,0 0-3 0,0 0-1 0,0 0-3 16,0 0 1-16,0 0-2 0,0 0-6 15,0 0 3-15,0 0 2 0,0 0-1 0,0 0-6 0,0 0 3 16,0 0-1-16,0 0-1 0,0 0 5 0,0 0-11 16,0 0 7-16,0 0 1 0,0 0 0 0,0 0-6 15,0 0-8-15,0 0-3 0,0 0-1 0,0 0 0 16,-27-10 3-16,20 10-2 0,-2-2 3 0,-5 1-9 16,-3 0-1-16,-3-1-7 0,2 4 2 0,-4-2 8 15,0 0 5-15,3 1-6 0,-9-2 6 0,8 2-1 16,-3-1 1-16,0 1 1 0,3-1 5 0,0 2-5 15,2-2-2-15,0 0 6 0,0 0 4 0,5 2 1 16,2-2-5-16,0 0 8 0,0 0-3 0,3 0 7 16,8 0-7-16,0 0 0 0,-15-2-6 0,15 2 8 15,-7 0-8-15,7 0 3 0,0 0 12 0,0 0-16 16,0 0-6-16,0 0-7 0,0 0 3 0,0 0-5 16,0 0-4-16,0 0 2 0,0 0-10 0,0 0-4 15,20 10-10-15,-20-10-6 0,9 1-3 0,-9-1-4 16,0 0-51-16,12 4-127 0,-12-4 56 0</inkml:trace>
  <inkml:trace contextRef="#ctx0" brushRef="#br0" timeOffset="-125859.81">9325 5650 11 0,'0'0'4'0,"0"0"-7"0,0 0-2 0,0 0 0 0</inkml:trace>
  <inkml:trace contextRef="#ctx0" brushRef="#br0" timeOffset="-125691.89">9324 5683 3 0,'0'0'80'0,"0"0"-12"0,0 0-24 0,0 0-17 16,0 0-15-16,0 0-9 0,0 0-11 0,0 0-10 0,5 3 0 16,-5-3-15-16,0 0-34 0,0 0 15 0</inkml:trace>
  <inkml:trace contextRef="#ctx0" brushRef="#br0" timeOffset="-124680.59">7906 5763 25 0,'0'0'31'0,"0"0"-5"0,0 0 1 0,0 0-2 16,0 0-2-16,0 0-3 0,0 0-2 0,0 0-2 15,0 0-2-15,0 0-2 0,0 0 3 0,0 0-7 16,0 0-5-16,0 0-1 0,0 0-3 0,0 0-9 16,0 0 0-16,0 0 2 0,0 0-10 0,0 0-19 15,0 0-39-15,0 0 18 0</inkml:trace>
  <inkml:trace contextRef="#ctx0" brushRef="#br0" timeOffset="-124327.56">7956 5721 3 0,'0'0'30'0,"0"0"1"16,0 0-5-16,0 0 2 0,0 0-6 0,0 0-2 16,0 0 0-16,0 0-10 0,0 0 1 15,0 0-2-15,0 0-11 0,0 0-7 0,0 0-2 0,0 0-4 16,0 0 1-16,0 0-13 0,0 0-28 0,0 0 12 16</inkml:trace>
  <inkml:trace contextRef="#ctx0" brushRef="#br0" timeOffset="-124198.31">7940 5732 13 0,'0'0'15'0,"0"0"-1"15,0 0-4-15,0 0-3 0,0 0 3 0,0 0 0 16,0 0-15-16,0 0-1 0,0 0-6 0,0 0-12 16,0 0 6-16</inkml:trace>
  <inkml:trace contextRef="#ctx0" brushRef="#br0" timeOffset="-122519.14">7853 5770 13 0,'0'0'11'15,"0"0"1"-15,0 0-3 0,0 0 0 0,0 0-2 16,0 0 5-16,0 0-9 0,0 0 5 0,0 0-4 15,0 0-2-15,0 0 4 0,0 0-4 0,0 0 2 16,0 0-1-16,0 0-1 0,0 0-3 0,0 0 3 16,0 0 0-16,0 0 0 0,0 0 2 0,0 0 0 15,0 0 2-15,0 0-2 0,0 0 8 0,0 0-4 16,0 0 5-16,0 0-1 0,0 0 3 0,0 0-3 16,0 0-3-16,0 0-1 0,0 0 1 0,0 0-3 15,0 0 2-15,0 0 4 0,0 0 4 0,0 0-3 16,0 0-6-16,0 0 0 0,0 0 3 0,0 0-7 15,0 0 1-15,0 0 4 0,0 0-4 0,0 0 1 16,0 0-3-16,0 0 0 0,0 0-2 0,0 0 0 16,0 0 0-16,0 0 2 0,0 0-2 0,0 0 0 15,0 0 4-15,0 0 0 0,0 0 2 0,0 0-6 16,0 0 0-16,0 0-2 0,0 0 2 0,0 0 4 16,0 0-7-16,0 0-1 0,0 0 5 0,0 0 1 15,0 0 0-15,0 0-1 0,0 0-1 0,0 0-2 16,0 0 1-16,0 0 3 0,0 0-1 0,0 0-2 15,0 0 3-15,0 0-3 0,0 0 2 0,0 0-4 0,0 0 2 16,0 0-6-16,0 0 2 0,0 0 7 16,0 0-8-16,0 0 1 0,0 0 5 0,0 0-5 15,0 0-2-15,0 0 9 0,0 0-8 0,0 0 2 16,0 0 0-16,0 0 4 0,0 0 1 0,0 0-1 0,0 0-1 16,0 0 0-16,0 0 0 0,0 0 2 0,0 0-4 15,0 0-3-15,0 0 2 0,0 0 0 0,0 0-6 16,0 0-1-16,0 0 1 0,0 0-7 15,0 0 1-15,0 0-21 0,0 0-41 0,0 0 18 0</inkml:trace>
  <inkml:trace contextRef="#ctx0" brushRef="#br0" timeOffset="-121740.14">9357 5983 24 0,'0'0'34'16,"0"0"-5"-16,0 0-3 0,0 0-2 0,0 0-7 15,0 0 2-15,0 0-6 0,0 0 1 0,0 0-1 0,0 0 2 16,0 0 7-16,0 0-1 0,0 0-5 0,0 0 6 15,-5-5-4-15,5 5 4 0,0 0 0 16,0 0-2-16,0 0-2 0,0 0-5 0,0 0-2 0,0 0 4 16,0 0-2-16,0 0-4 0,0-9 8 0,0 9-4 15,0 0-2-15,0 0-8 0,0 0 1 16,0 0-2-16,0 0 4 0,0 0-6 0,0 0 6 16,0 0-4-16,0 0 4 0,0 0-5 0,0 0 1 0,0 0 7 15,0 0-7-15,0-10-4 0,0 10 8 0,0 0 0 16,0 0 1-16,0 0-4 0,0 0-5 0,0 0 10 15,0 0-6-15,0 0 3 0,0 0-9 0,0 0 9 16,0 0-2-16,0 0 1 0,0 0-5 0,0 0-1 16,0 0 7-16,0 0-3 0,0 0 2 0,0 0-4 15,0 0 1-15,0 0 0 0,0 0 7 0,0 0 1 16,0 0-4-16,0 0 3 0,0 0 1 0,0 0-4 16,0 0 5-16,0 0-5 0,0 0-1 0,0 0 0 15,0 0-1-15,0 0 3 0,0 0-2 0,0 0 0 16,0 0-5-16,0 0 7 0,0 0-3 0,0 0-10 15,0 0-2-15,0 0-5 0,0 0-5 0,0 0-7 16,0 0-5-16,0 0-5 0,0 0-2 0,-13-2-6 16,13 2-36-16,-18 0-84 0,-2 2 37 0</inkml:trace>
  <inkml:trace contextRef="#ctx0" brushRef="#br0" timeOffset="-121027.33">5716 5821 37 0,'0'0'42'0,"0"0"0"0,0 0-7 16,0 0-3-16,0 0-3 0,0 0-4 0,0 0 3 16,0 0-8-16,0 0-1 0,0 0 0 0,0 0-1 15,0 0-1-15,0 0 7 0,0 0-9 0,0 0-2 16,0 0-5-16,0 0 1 0,0 0-6 0,0 0 7 16,0 0-2-16,0 0-13 0,0 0 4 0,0 0-8 15,0 0-2-15,0 0-6 0,0 0 0 0,0 0-3 16,0 0-11-16,0 0 1 0,0 0-22 0,29 4-57 15,-22-2 25-15</inkml:trace>
  <inkml:trace contextRef="#ctx0" brushRef="#br0" timeOffset="-110197.49">7900 5783 25 0,'0'0'14'0,"0"0"0"16,0 0-11-16,0 0-7 0,0 0-5 0,0 0-10 16,0 0 5-16</inkml:trace>
  <inkml:trace contextRef="#ctx0" brushRef="#br0" timeOffset="-106689.85">7288 5835 6 0,'0'0'31'16,"0"0"-9"-16,4-4 3 0,-4 4 0 0,0 0 0 0,0 0-5 16,0 0 3-16,0 0-4 0,0 0-2 0,4-7 0 15,-4 7-2-15,0 0-4 0,0 0 2 0,0 0-1 16,0 0 0-16,0 0-5 0,0 0-3 0,0 0 5 15,0 0-1-15,0 0-7 0,0 0 3 0,0 0 0 16,0 0 0-16,0 0-2 0,0 0 1 0,0 0-5 16,0 0 2-16,0 0-8 0,0 0-4 15,5-5 1-15,-5 5-3 0,0 0 5 0,0 0-7 0,0 0 1 16,0 0-1-16,0 0-1 0,0 0 0 0,0 0 2 16,0 0-17-16,9 10-34 0,-9-10 16 0</inkml:trace>
  <inkml:trace contextRef="#ctx0" brushRef="#br0" timeOffset="-101759.89">7234 5764 10 0,'0'0'20'0,"0"0"-5"0,0 0 7 0,0 0-3 16,0 0-6-16,0 0 1 0,0 0 0 0,0 0-4 16,0 0 0-16,0 0 2 0,0 0-3 0,0 0 2 15,0 0-4-15,0 0 1 0,0 0-3 0,0 0-2 16,0 0 0-16,0 0 3 0,0 0-7 0,0 0-5 15,0 0-1-15,0 0-9 0,0 0-15 0,0 0-32 16,0 0 14-16</inkml:trace>
  <inkml:trace contextRef="#ctx0" brushRef="#br0" timeOffset="-101082.31">5670 5791 14 0,'4'-5'6'0,"-4"5"-1"0,0 0-7 16,0 0-3-16,0 0-3 0,0 0 2 0</inkml:trace>
</inkml:ink>
</file>

<file path=ppt/ink/ink24.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1-01-25T10:10:08.915"/>
    </inkml:context>
    <inkml:brush xml:id="br0">
      <inkml:brushProperty name="width" value="0.05292" units="cm"/>
      <inkml:brushProperty name="height" value="0.05292" units="cm"/>
      <inkml:brushProperty name="color" value="#FF0000"/>
    </inkml:brush>
  </inkml:definitions>
  <inkml:trace contextRef="#ctx0" brushRef="#br0">9356 15795 5 0,'0'0'85'0,"0"0"-9"0,0 0-1 15,0 0-7-15,5 4-7 0,-5-4-7 0,0 0-3 16,0 0-5-16,0 0 0 0,0 0 0 0,0 0 6 16,0 0-5-16,0 0-8 0,0 0-11 0,0 0-5 15,0 0-5-15,0 0 5 0,0 0-5 0,0 0-3 16,0 0-13-16,0 0-11 0,0 0-6 0,0 0-26 16,0 0-18-16,0 0-14 0,0 0-41 0,0 0-123 15,0 0 55-15</inkml:trace>
  <inkml:trace contextRef="#ctx0" brushRef="#br0" timeOffset="4580.88">25981 7919 26 0,'0'0'135'0,"0"-8"-1"0,0 8-6 15,0 0-5-15,0 0-11 0,0 0-5 0,0 0-17 0,0-8-10 16,0 8-6-16,0 0-4 0,0 0-10 0,0 0-3 16,0 0 0-16,0 0-2 0,0 0 5 15,4 21 3-15,-2-10-5 0,0 1 8 0,3 4-2 0,-3 0-4 16,2 1-9-16,-1 2-2 0,1-1 3 0,3 6-9 16,-2-5 3-16,-1 0-2 0,1 0-5 0,-1-1-6 15,0 1-1-15,4-2-2 0,-2-2-3 16,-3 2-5-16,1-2-2 0,2-1-1 0,-4-1 4 0,-2-4-8 15,3 3-1-15,2-5 0 0,-5-2-3 0,4 3 1 16,-2-3-3-16,-2-5 3 0,0 11-5 0,0-11 4 16,2 5-4-16,-2-5 5 0,0 0 2 0,0 0 6 15,3 6-2-15,-3-6 0 0,0 0 0 0,0 0-4 16,0 0 1-16,13-13-4 0,-8 4-2 0,0-1 4 16,3-3-5-16,3 1 0 0,-1-3-3 0,1-1 2 15,2 0-3-15,1-7 0 0,1 1-1 0,1 0 2 16,-1-1-2-16,0-3-6 0,0 1-4 0,-3-1 5 15,3-2-2-15,-1 3 2 0,-3 0-2 0,-1 0 1 16,0 1-2-16,-5 7 0 0,7-7 1 0,-7 7 2 16,0-2-7-16,-2 2 6 0,-1 2 1 0,-2 2-1 15,0 1-2-15,0 1 1 0,-3 2-2 0,-2 0 0 16,3 2-1-16,2 7-1 0,-9-10 2 0,3 7 3 16,-5 1-8-16,1 0 7 0,-3 4-1 0,-5 2-3 15,2 2 1-15,2-2 2 0,-3 5-1 0,3-1 1 16,1 1 0-16,1 1 4 0,4-1-4 0,1 2 1 15,5-2 2-15,-2 3-1 0,4-5 3 0,1 4-1 16,6-1 2-16,-1 0-7 0,9 3-12 0,2-3-28 16,10 4-30-16,2-4-34 0,3 1-34 0,1-3-39 15,-6 3-113-15,5-3-320 0,-5-2 142 0</inkml:trace>
  <inkml:trace contextRef="#ctx0" brushRef="#br0" timeOffset="5042.18">26557 8067 100 0,'0'0'146'0,"0"0"-13"0,-13-4-8 0,13 4 7 0,-2 7-5 16,2-7 5-16,-4 16-14 0,0-6-2 0,3 5-20 15,-4 0 3-15,1 4-9 0,1-3-6 0,1 2 0 16,0-1-8-16,0 0-8 0,0-1-5 15,0-3-10-15,0 1-1 0,1-2-9 0,-1-2-1 0,2-1-3 16,0-9-6-16,0 14-3 0,-2-9-3 0,2-5 2 16,-2 9-1-16,2-9 5 0,0 0 6 15,2 8 6-15,-2-8 7 0,0 0 2 0,0 0-3 16,0 0-1-16,0 0-10 0,0 0-3 0,0 0-2 0,0 0-3 16,0 0-7-16,0 0 0 0,17-20-3 0,-8 14-7 15,1-1 3-15,5-1-7 0,1-1-4 0,2 0-2 16,4 2 1-16,5 0-3 0,-6 4-3 0,-1-2 1 15,0 4 2-15,-1 1-4 0,0 0 1 0,-1 1-6 16,-4 3 4-16,-2-2-3 0,-2 3 0 0,-1-1 0 16,1 2 3-16,-4 3-2 0,-1 0 2 0,-3-3-3 15,-2 3 2-15,0 1 3 0,-3-1 0 0,-5-1 2 16,-2 2 3-16,-1-1-1 0,-3 0-1 0,-3 3-1 16,-8 0 3-16,8-2-2 0,-4 0 0 0,3-2 0 15,-2-4 0-15,0 3 0 0,-1-4-10 0,2 1-19 16,7-2-17-16,-1-1-21 0,1 0-32 0,3-1-42 15,2 0-30-15,7 0-37 0,-12-1-133 0,12 1-365 16,0 0 162-16</inkml:trace>
  <inkml:trace contextRef="#ctx0" brushRef="#br0" timeOffset="5207.42">26928 8229 17 0,'0'0'156'0,"10"-3"-14"15,-4 2-14-15,-6 1-11 0,0 0-10 0,11-3-16 16,-11 3-14-16,12 2-20 0,-12-2-20 0,11 5-26 16,-9-2-28-16,2 0-22 0,1 3-16 0,-5-6-26 15,2 10-44-15,-2-10-136 0,0 0 61 0</inkml:trace>
  <inkml:trace contextRef="#ctx0" brushRef="#br0" timeOffset="5337.76">26944 8336 30 0,'0'0'129'0,"-6"6"-10"0,6-6 1 0,0 0-7 0,0 0 3 15,0 0-2-15,-1 5-4 0,1-5 3 16,0 0-2-16,11 4-12 0,-11-4-13 0,17 0-3 16,-7 2-10-16,-1 1-26 0,5-1-32 0,4-2-41 0,0 0-54 15,2-2-56-15,0 1-70 0,1-3-224 0,6 0 100 16</inkml:trace>
  <inkml:trace contextRef="#ctx0" brushRef="#br0" timeOffset="6043.98">27470 8003 29 0,'0'0'204'0,"0"-13"-15"0,0 5-10 15,0 8-9-15,0-9-9 0,0 9-16 0,0 0-15 0,0-9-18 16,0 9-12-16,0 0-12 0,0 0-7 15,0 0-8-15,6 22-12 0,-1-8-2 0,-3 5-5 16,0 6 0-16,-2 2-6 0,0 2-3 0,0 0-2 16,-2 0-1-16,2 1 5 0,-4-1-1 0,-1-4-2 0,3 1-4 15,0-7 2-15,0-2-4 0,-3-1 0 16,5-7-4-16,-2 3-1 0,2-4-7 0,-4-1-1 16,4-7 6-16,0 12 8 0,0-12 13 0,0 6 5 15,0-6 6-15,0 0 13 0,0 0-4 0,0 0-10 0,0 0 0 16,0 0-9-16,0 0-3 0,0 0-7 0,8-18-7 15,-3 7-1-15,1-1-8 0,1 2 0 16,6-6-6-16,-1 2-5 0,2-1-7 0,3 2-6 16,-1 3 0-16,0-1 2 0,2 0 1 0,-3 6-8 0,-1-1 4 15,1 4-3-15,-3 1 1 0,1 0-1 0,1 2-2 16,1 2-3-16,-6 0 4 0,3 1-1 0,-1 5-1 16,-1-1-2-16,0 0 1 0,-3 1-1 15,2 0-1-15,-5 1-11 0,2 0 0 0,-4 2-4 0,0-1-17 16,0-1-16-16,0 3-14 0,-2 4-32 0,-2-3-49 15,0-2-47-15,0 0-60 0,0-4-136 0,-2 1-426 16,4-9 188-16</inkml:trace>
  <inkml:trace contextRef="#ctx0" brushRef="#br0" timeOffset="6371.75">27950 8256 144 0,'3'-7'214'0,"-3"7"-8"0,0 0-6 16,0-8-13-16,0 8-11 0,0 0-11 0,6-6-20 15,-6 6-18-15,0 0-11 0,0 0-15 0,0 0-11 0,0 0-12 16,0 0-6-16,0 0-7 0,0 0 0 0,4 20-1 15,-7-8-2-15,2-1 3 0,0-1-7 16,-4 6-1-16,2 2 5 0,-2-2 1 0,1 1-7 16,0-1-2-16,1-1-7 0,-1 0-5 0,2 2-2 15,0-4-4-15,-1-2-2 0,3 1 0 0,-1 1-6 16,0-2-18-16,-4 1-28 0,5 1-28 0,-4-2-36 16,4 0-50-16,-1-1-49 0,-2-3-63 0,0 1-133 15,1-2-409-15,2-6 182 0</inkml:trace>
  <inkml:trace contextRef="#ctx0" brushRef="#br0" timeOffset="6548.05">27943 8138 1628 0,'2'-18'14'16,"-1"7"0"-16,-1-2-4 0,4 4 7 0,-4-1-5 15,0 10 7-15,-2-10 0 0,2 10-8 0,0-9-1 16,0 9-4-16,0 0-2 0,0 0-3 0,2-7-15 15,-2 7-34-15,0 0-36 0,16 5-30 0,-6 0-138 16,-1 1-271-16,1-2 121 0</inkml:trace>
  <inkml:trace contextRef="#ctx0" brushRef="#br0" timeOffset="6978.33">28161 8415 160 0,'0'0'228'0,"0"0"-4"15,0 0-6-15,0 0-11 0,0 0-14 0,0 0-10 16,0 0-14-16,0 0-13 0,0 0-15 0,0 0-17 16,0 0-12-16,0 0-9 0,0 0-10 0,0 0-12 0,12-20-7 15,-7 15-4-15,0 0-10 0,3-3-2 0,-1 0-11 16,-1 0-2-16,1 0-8 0,1-1-2 15,-3 0-3-15,4-1-2 0,-4 2-6 0,1-2-2 16,-1 2 2-16,-1-3-9 0,2 1 1 0,-3 4-4 0,-2-1 2 16,-1 7-3-16,4-11-1 0,-4 11-1 0,0-12-3 15,0 12 5-15,0 0-11 0,-6-9 0 16,-2 7-1-16,2 0 3 0,6 2-7 0,-26 3 4 16,9 1-2-16,-2 2 3 0,0 2-3 0,-1 0 2 0,3 4 1 15,0 0-1-15,1-1 1 0,3 2 0 0,1 0-2 16,1-1 2-16,1 2 3 0,2 2 6 0,2 1 0 15,3 0 5-15,1-6-7 0,2 5 1 0,2-3 0 16,5 2 2-16,4-2-3 0,1-2 5 0,3 2 0 16,3-3-2-16,6 0-4 0,-2-2-6 0,6-2-22 15,0-1-35-15,-7 0-42 0,-2-1-48 0,2-2-48 16,-2 2-50-16,-7-4-154 0,1 1-431 0,0-2 192 16</inkml:trace>
  <inkml:trace contextRef="#ctx0" brushRef="#br0" timeOffset="7929.51">28598 8197 201 0,'0'0'237'0,"1"-14"-10"16,-2 7-13-16,1 7-8 0,1-13-5 15,-1 13-11-15,-1-9-13 0,1 9-26 0,0 0-18 16,1-8-17-16,-1 8-10 0,0 0-15 0,0 0-4 0,0 0-16 16,0 0-7-16,0 0-5 0,0 0-5 15,0 0-4-15,0 28-2 0,0-19-3 0,2 3-5 16,-4-1-4-16,1 0 7 0,0 0-13 0,1 0 0 16,0 0-4-16,-3 2-3 0,3-2-2 15,0 1 0-15,0-1-7 0,3 1 4 0,-2-1 1 0,-1-2-5 0,0 3 2 16,1-3-4-16,-1 0-5 0,0 3-22 0,2-3-23 15,-2-2-31-15,1-1-31 0,-1-6-37 0,-3 17-38 16,1-10-38-16,-7-1-180 0,9-6-424 0,-11 9 189 16</inkml:trace>
  <inkml:trace contextRef="#ctx0" brushRef="#br0" timeOffset="8129.18">28585 7938 108 0,'-1'-7'187'15,"1"7"-19"-15,-1-10-17 0,1 10-18 0,0 0-14 16,0-9-25-16,0 9-15 0,0 0-32 0,0 0-34 16,0 0-35-16,16 13-40 0,-9-5-108 0,-2 4-183 15,5 0 82-15</inkml:trace>
  <inkml:trace contextRef="#ctx0" brushRef="#br0" timeOffset="8539.99">28854 8183 175 0,'0'0'164'0,"6"5"-14"0,-6-5-3 16,2 5 1-16,-2-5 4 0,0 13 0 0,0-13-13 15,-4 20-4-15,0-8-7 0,-1 5 2 0,-3 1-10 0,2 0-10 16,-1 0-5-16,1 1-5 0,1-2-7 15,1 1-3-15,-2 0-9 0,3-2-6 0,0-3-6 16,2-1-4-16,-3-2-9 0,3-1-5 0,-2-1-5 16,2-3-1-16,1-5-4 0,-3 9-1 0,3-9 1 15,0 0 7-15,0 11 1 0,0-11 1 0,0 0 4 16,0 0 2-16,0 0-10 0,0 0 0 0,0 0-10 16,0 0-1-16,0 0-3 0,0 0-7 0,20-20-8 15,-10 12 0-15,3-3-12 0,1 1-5 0,1 1-4 0,3 0 0 16,-1 2-4-16,0 3 3 0,1 1-2 0,-2 2-1 15,-1 1-1-15,-1 1 3 0,-1 3-5 0,0 2 2 16,2 1 2-16,-6 0 3 0,1 1-2 16,-3 0-1-16,2 5 0 0,-5-2 2 0,2 0-2 0,-5 0 2 15,-4 3 0-15,2-1 12 0,-6-2-8 0,0-1 1 16,-4 2-3-16,-3 0 6 0,-3-3-5 0,-1 1 4 16,0-5-3-16,-2 2 1 0,-1-3 3 0,-7 1-1 15,9-3-2-15,1 0-1 0,1-2-15 0,-2-2-16 16,3 1-21-16,5 0-33 0,1-3-42 0,-1 1-50 15,5-2-51-15,3 0-193 0,0-2-456 0,6-5 202 16</inkml:trace>
  <inkml:trace contextRef="#ctx0" brushRef="#br0" timeOffset="9127.11">29314 8351 47 0,'-4'-9'209'0,"4"9"-7"0,-3-4-10 0,3 4-7 0,0 0-8 15,0 0-13-15,0 0-12 0,0 0-19 0,0-10-10 16,0 10-12-16,0 0-16 0,13-6-7 0,-3 4-12 16,2-1-7-16,-1 1-7 0,10 2-5 15,-1-1-4-15,2 0-3 0,-2-1-9 0,7 1-3 0,-6 0-11 16,-1-2-18-16,-1 3-24 0,-1 0-31 0,-4 0-29 16,-1-2-41-16,1 1-22 0,-5-1-34 0,-4 1-128 15,-5 1-325-15,9-4 144 0</inkml:trace>
  <inkml:trace contextRef="#ctx0" brushRef="#br0" timeOffset="9335">29452 8182 188 0,'0'0'225'0,"-7"-8"-5"16,7 8-3-16,-3-6-15 0,3 6-17 0,0 0-18 15,-6-5-23-15,6 5-13 0,0 0-15 0,0 0-12 16,0 0-6-16,0 0-11 0,-3 27-8 0,0-16-6 15,2 6-7-15,-3 0-4 0,3-1-3 0,1 4-9 16,-1-1 0-16,2-2-7 0,-2 11-4 0,1-10-10 16,-2 7-40-16,2-6-35 0,0 0-55 0,0-2-55 15,0 1-59-15,-1-1-137 0,0-6-379 0,1 2 168 16</inkml:trace>
  <inkml:trace contextRef="#ctx0" brushRef="#br0" timeOffset="9778.83">29756 8032 219 0,'1'-9'254'0,"1"1"-16"0,-1 3-26 0,-1 5-20 15,0-10-22-15,0 10-19 0,0 0-17 0,0 0-10 16,0 0-13-16,0 0 1 0,2 25-5 15,0-6-8-15,-1 4-6 0,-1 3-5 0,-1 3-5 0,1-2-8 16,0 1-1-16,-4-2-1 0,3-1-7 0,-2-2-2 16,2-4-5-16,2-2-6 0,-2-1-5 0,1 0-6 15,0-6-2-15,-2 3-3 0,1-4-1 16,0 3-2-16,1-2-7 0,0-10 0 0,0 13 2 0,0-13 1 16,-1 10 14-16,1-10 8 0,0 0 4 0,0 0-1 15,0 0 4-15,0 0-15 0,0 0 0 0,0 0-7 16,0 0-3-16,12-25-6 0,-2 10-8 0,2 1-3 15,2-1-6-15,0-1-11 0,5-2 3 0,2 3-3 16,1-2-7-16,-6 7 29 0,-2 1-4 0,-2 2-2 16,0 3-3-16,-1 1 4 0,-1-1-9 0,-1 2-2 15,-3 2-4-15,3 3 1 0,0 0 2 0,-1 2-4 16,-2 0-2-16,2 3 2 0,-2 0 3 0,1 2-3 16,-4 1 3-16,4 0-5 0,-3 0 3 0,-2 1-24 15,2 1-22-15,-2 3-32 0,-2-1-40 0,1 3-40 16,-2-6-47-16,-1 4-39 0,0 0-252 0,-2 0-534 15,1-6 236-15</inkml:trace>
  <inkml:trace contextRef="#ctx0" brushRef="#br0" timeOffset="10252.54">30110 8513 165 0,'5'-10'228'0,"-1"0"-8"0,2 0-17 15,1-4-6-15,-1 3-13 0,-1-1-19 0,2-2-14 16,-1-1-11-16,0-1-14 0,1 1-11 0,-2 0-9 16,1-5-14-16,-2 4-5 0,0 1-6 0,-1 4-8 15,-1-1 1-15,-1 1-12 0,-1-1-3 0,0 2-8 16,0 1-3-16,0 9-3 0,0-13-3 0,0 7 3 16,0 6-12-16,0 0-4 0,-2-11-4 0,2 11-3 15,0 0-2-15,-5-5-5 0,5 5 4 0,-9 0-2 16,9 0-8-16,0 0 2 0,0 0-5 0,-16 6 2 15,16-6-1-15,-6 3 0 0,6-3-3 0,0 0 1 16,-4 6 1-16,4-6-1 0,0 0 1 0,0 0 1 16,0 0-1-16,9 12 3 0,-1-10-1 0,3-1 1 15,0 2-1-15,2-2 5 0,7 0-3 0,-1-1 0 16,1 1-1-16,0-1 2 0,0 0-5 0,-7 1 1 0,2-1-2 16,-5 1-1-16,2-2-3 0,-5 2 4 15,1-1-1-15,1 1-4 0,-9-1 0 0,14 2 0 16,-7 0 1-16,-7-2-1 0,7 7 1 0,-5-4 5 15,-2-3 6-15,7 9-1 0,-4-4 4 0,-2 3 9 0,-1-8 7 16,-1 14 6-16,-1-4-4 0,1 0 0 16,-3 2-2-16,1-2-4 0,1 2 2 0,0 0 0 15,-1-1-5-15,-1 0-2 0,3 1-7 0,0 0 3 16,-1-1-12-16,2-1-31 0,2 0-34 0,-2-3-37 16,1 1-39-16,3-1-51 0,-2 0-39 0,5 0-48 0,-5-2-153 15,5-1-460-15,-1-4 203 0</inkml:trace>
  <inkml:trace contextRef="#ctx0" brushRef="#br0" timeOffset="11695.28">30547 8438 115 0,'0'0'138'0,"0"0"-3"16,0 0 0-16,0 0 0 0,0 0-5 0,0 0-3 16,0 0 0-16,0 0 4 0,0 0-6 0,0 0-11 15,0 0-9-15,0 0-9 0,0 0-14 0,0 0-4 16,0 0-6-16,17-15-2 0,-17 15-11 0,9-6-7 15,-3 3-6-15,2-4-4 0,-1 1-3 0,1 2-4 16,1-1 1-16,-1 0-5 0,-1-1-2 0,3 2-4 16,2-2 0-16,-3-1-2 0,1 1-6 0,-1-1 2 15,-6 2 1-15,4-3 2 0,1 1-4 0,-3 4 5 16,-2-3 0-16,-3 6-3 0,7-9-1 0,-3 2 0 16,-1 4 0-16,-3 3-1 0,5-10 9 0,-5 10 1 15,0-9-5-15,0 9-6 0,0 0 2 0,-5-10-5 16,5 10-2-16,0 0 0 0,-8-9-4 0,8 9 1 15,-8-1-4-15,8 1-1 0,-10 0-2 0,10 0-3 16,-16 7 4-16,8-3-3 0,-5 3 0 0,-1 3 0 16,0 1 0-16,1 0 3 0,0 0-2 0,1 2-2 15,-1 0 2-15,0 4 3 0,3-4 11 0,1 3-7 16,1 0-2-16,1-4 1 0,4 5-3 0,-2-5 3 16,4 1 4-16,-1-2-1 0,4 1 1 0,0-1 1 15,2-2 2-15,6 5-3 0,0-6 3 0,3 3-4 16,5-3 2-16,6 2-3 0,-7-3 0 0,2-2-2 15,1-1-11-15,1 0-19 0,-2 1-23 0,-1-5-19 0,-4 1-22 16,3-2-26-16,-4 1-31 0,-2 0-24 0,1 0-23 16,0-4-163-16,-3 0-383 0,7-4 170 15</inkml:trace>
  <inkml:trace contextRef="#ctx0" brushRef="#br0" timeOffset="12211.39">31035 8067 121 0,'-2'-9'222'0,"2"9"-16"0,-3-6-11 0,3 6-16 16,0 0-18-16,0 0-21 0,-5-6-9 0,5 6-16 0,0 0-11 15,0 0-1-15,0 0 1 0,0 0 0 16,14 24-26-16,-10-13-1 0,4-1 2 0,2 5-5 0,-3 2 2 16,4-2-2-16,-2 1-1 0,1-2 0 15,0 5-7-15,-1-3 4 0,0 0-12 0,-1 0-8 16,-1-1-4-16,1 0 2 0,-2-2-2 0,1 2-5 0,-2-4-4 16,4 2-4-16,-2-2-5 0,1-1 0 15,-3 2-1-15,-2-4 5 0,2-1-10 0,-1 3 0 16,0 0-3-16,1-5 4 0,-2 0 0 0,-3-5-9 15,6 8-1-15,-6-8-1 0,4 7 4 0,-4-7 6 16,2 5 11-16,-2-5-3 0,0 0 1 0,0 0-3 0,9-12-4 16,-4 4 7-16,0-2-8 0,3-4 3 15,0-1-2-15,-2-3-3 0,7-5-7 0,-3 1 4 16,1 0-6-16,0-3-4 0,-2 1 8 0,-3 1-8 16,8-2 0-16,-8 2 1 0,0 4-1 0,1 1 0 0,1 0-5 15,-3 1-1-15,-1 2 2 0,1 3-3 0,-1 2 6 16,-2 0-4-16,1 2 0 0,2 3-1 0,-2 0-1 15,-3 5-12-15,2-10-13 0,-2 10-11 16,0 0-18-16,1-5-7 0,-1 5-5 0,0 0-15 16,0 0-13-16,0 0-18 0,0 0-28 0,0 0-29 0,-1 30-24 15,-3-20-27-15,-3 2-189 0,0 2-440 0,1-3 196 16</inkml:trace>
  <inkml:trace contextRef="#ctx0" brushRef="#br0" timeOffset="12475.14">31563 8261 68 0,'3'-5'231'0,"-3"5"-13"0,0 0-21 16,0 0-5-16,-9-12-20 0,9 12-17 16,-14 0-6-16,14 0-12 0,-17 6-10 0,7-2-9 0,-6 1-4 15,0 4-2-15,0 4-5 0,1-2 0 16,1 1-12-16,3 1-8 0,0 1-10 0,1 1-3 0,4-5-9 15,-1 1 5-15,4 0-14 0,0-2-4 0,-2 1-3 16,4 2-3-16,3-3-6 0,1 2 1 0,4-4-4 16,4 0-8-16,3 4 3 0,2-4-23 0,2 0-29 15,3-2-32-15,5-1-46 0,-4 0-56 0,0-4-42 16,-2 2-229-16,-2-2-458 0,1-1 203 16</inkml:trace>
  <inkml:trace contextRef="#ctx0" brushRef="#br0" timeOffset="14022.05">31471 7971 107 0,'0'0'115'0,"0"0"-17"0,0 0-5 15,-1-7-3-15,1 7-1 0,0 0-9 0,-5-9-5 16,5 9-3-16,-4-5 4 0,4 5 3 0,-6-4-4 16,6 4-1-16,-7-5-4 0,7 5-3 0,-5-6-10 15,5 6-2-15,-7-4 0 0,7 4-2 0,0 0 8 16,-6-4-16-16,6 4-6 0,0 0 1 0,0 0-6 0,-11-5-6 15,11 5-3-15,0 0 1 0,-14 6-2 0,8-2-1 16,0 0-4-16,-3 2 1 0,3 0-2 16,-2 1-1-16,4 1 2 0,1-3-6 0,-3 1 6 15,1 1-4-15,3 1 0 0,2-8-2 0,-4 11 4 16,4-11-4-16,2 13 4 0,3-7-3 0,3-1-2 0,4 0 2 16,3 3-2-16,4-3-4 0,-1-1-17 15,10 1-29-15,-6-2-19 0,0-3-34 0,6 2-45 16,-9-2-160-16,3 0-318 0,4-2 140 0</inkml:trace>
  <inkml:trace contextRef="#ctx0" brushRef="#br0" timeOffset="15640.61">26155 9158 83 0,'0'0'158'15,"2"-7"-4"-15,-2 7-7 0,0 0-2 0,3-6-13 16,-3 6-7-16,5-6-11 0,-5 6-11 0,4-8-6 15,-4 8-4-15,0 0-6 0,2-8-1 0,-2 8-6 16,3-6 0-16,-3 6-5 0,0 0-2 0,0 0-8 0,0 0-4 16,0 0-6-16,0 0-6 0,0-11-3 0,0 11-6 15,0 0-5-15,0 0-3 0,0 0-6 16,0 0-4-16,0 0-1 0,0 0-5 0,0 0-2 16,0 0-1-16,0 0-3 0,0 0-2 0,0 0 3 0,0 0-5 15,0 0 1-15,0 0-1 0,2-6-2 0,-2 6 1 16,0 0-2-16,0 0 3 0,0 0 0 0,0 0-3 15,0 0 2-15,0 0-3 0,0 0 4 0,0 0-6 16,0 0 3-16,0 0 0 0,0 0 0 0,0 0 0 16,0 0-1-16,0 0-2 0,0 0 0 0,0 0 1 15,0 0 1-15,0 0 0 0,0 0 2 0,0 0-1 16,0 0-2-16,0 0 1 0,0 0 0 0,0 0 3 16,0 0 0-16,0 0 0 0,0 0 5 0,0 0-1 15,0 0 7-15,0 0 2 0,0 0 2 0,0 0 3 16,0 0 0-16,0 0 4 0,0 0-2 0,0 0 3 15,0 0 4-15,0 0 0 0,0 0 0 0,0 0-4 16,0 0 0-16,0 0-5 0,4-5 2 0,-4 5-6 16,0 0-1-16,0 0 0 0,0-7-2 0,0 7-1 15,0 0-1-15,0 0-4 0,2-9-7 0,-2 9-3 16,5-8 0-16,-5 8 0 0,0-8 1 0,0 8-2 16,7-11 3-16,-4 5-4 0,-1-1 4 0,4-1-1 15,-4-1-1-15,1 2 2 0,-1 2-3 0,4-5-1 0,-4 0 5 16,4 1-5-16,-2-1 5 0,0 2-4 0,1-1 2 15,-3 0 1-15,0 3 1 0,0-2-3 0,-2 8-1 16,3-12 2-16,1 6-2 0,-4 6-1 16,5-10 2-16,-5 10-1 0,0-7 3 0,0 7-5 0,0 0 2 15,2-10 3-15,-2 10-2 0,0 0-1 0,2-5 0 16,-2 5-1-16,0 0-4 0,0 0 3 0,0 0 0 16,0 0-2-16,0 0-3 0,0 0 2 0,0 0 0 15,0 0 0-15,0 0 1 0,0 0 2 0,0 0-3 16,-14 25 3-16,10-13-2 0,0-2-1 0,-1 3 2 15,1-2 1-15,-3 4-5 0,2 0 6 0,3-3 1 16,-4 5-2-16,3-5 5 0,3 4-2 0,-4-5 2 16,2-2-1-16,2 3 4 0,-2-2-3 0,4-3 2 15,0 4-6-15,-2 0 7 0,4-2-3 0,3 0 10 16,-1 0-8-16,4-3-3 0,5 2 6 0,-3-1-2 16,1-1-12-16,5-1-23 0,0-1-35 0,2 0-26 15,-2-2-37-15,2 0-51 0,-3-2-37 0,-4 0-154 16,7-3-400-16,-9-2 176 0</inkml:trace>
  <inkml:trace contextRef="#ctx0" brushRef="#br0" timeOffset="15849.82">26335 8686 3 0,'0'0'169'16,"-9"-5"-14"-16,9 5-13 0,-6-3-17 0,6 3-20 0,0 0-10 16,0 0-13-16,0 0-15 0,0 0-26 0,0 0-43 15,0 0-44-15,24 9-44 0,-19-1-51 16,4-2-153-16,0 2 67 0</inkml:trace>
  <inkml:trace contextRef="#ctx0" brushRef="#br0" timeOffset="16432.07">26521 9087 11 0,'0'0'188'0,"9"-5"-10"15,-9 5-8-15,0 0-8 0,6-5-9 0,-6 5-18 16,0 0-9-16,0 0-9 0,0 0-9 0,0 0-12 15,0 0 0-15,0 0-8 0,6-3-4 0,-6 3-3 16,0 0-3-16,0 0-8 0,0 0-2 0,0 0-7 16,0 0-2-16,0 0-3 0,0 0-4 0,0 0-2 15,0 0-3-15,0 0-1 0,0 0-5 0,0 0-4 16,0 0-5-16,0 0-2 0,0 0-2 0,0 0-3 0,0 0-3 16,0 0-2-16,0 0 0 0,0 0-3 15,0 0-6-15,0 0 0 0,0 0-1 0,0 0 2 16,0 0 7-16,0 0 1 0,0 0 2 0,0 0 1 0,0 0 4 15,0 0-1-15,0 0 1 0,0 0 5 0,0 0-7 16,0 0-1-16,0 0-2 0,0 0-1 16,0 0-2-16,0 0-1 0,0 0-3 0,0 0-2 15,0 0 0-15,0 0-3 0,0 0-2 0,0 0 1 0,0 0-1 16,0 0 1-16,0 0 1 0,0 0-5 0,0 0 4 16,0 0-3-16,0 0 0 0,0 0-2 0,0 0 9 15,0 0 2-15,0 0-2 0,0 0 7 0,0 0-3 16,0 0-2-16,0 0 1 0,0 0-1 0,0 0-3 15,0 0 0-15,0 0 1 0,0 0-4 0,0 0-5 16,0 0-2-16,0 0 3 0,0 0-5 0,0 0 1 16,-27 3-1-16,21 2 5 0,-1 1-5 0,-1 1-2 15,0 1 1-15,1-1-1 0,-1 5 1 0,0-3 2 16,1 1-4-16,1 4 0 0,2-4 7 0,-1 4-5 16,2-3-5-16,-3 2 6 0,6-2 0 0,0-2 4 15,0 3-4-15,4-2 1 0,1 1-1 0,2-3 5 16,1 1 0-16,1-4-3 0,8 3-6 0,0-2-16 15,3-4-26-15,-1 1-29 0,2 0-33 0,0 0-39 16,0-3-43-16,-2-2-47 0,0 1-182 0,-1-2-453 0,-1-1 201 16</inkml:trace>
  <inkml:trace contextRef="#ctx0" brushRef="#br0" timeOffset="16623.34">26940 9026 19 0,'0'0'227'0,"2"-7"-25"0,-2 7-22 15,0 0-18-15,7-6-15 0,-7 6-17 16,10-3-15-16,-10 3-22 0,12-1-28 0,-5-2-31 0,-7 3-42 16,11 1-44-16,-2 1-40 0,-9-2-112 0,7 5-221 15,-7-5 98-15</inkml:trace>
  <inkml:trace contextRef="#ctx0" brushRef="#br0" timeOffset="16782.16">26877 9173 87 0,'0'0'202'0,"0"0"-5"0,0 0-5 0,0 0-16 16,0 0-14-16,11 1-18 0,-11-1-18 0,18-3-8 15,-5 0-12-15,-2 2-18 0,3-1-39 0,1 1-37 16,2-2-50-16,3 2-41 0,0-1-44 0,2 0-114 15,6-3-256-15,-1 1 113 0</inkml:trace>
  <inkml:trace contextRef="#ctx0" brushRef="#br0" timeOffset="17342.18">27380 8867 87 0,'-1'-6'231'0,"1"6"-6"0,0-8-10 16,0 8-11-16,0-11-10 0,0 11-15 0,-1-7-17 16,1 7-17-16,0 0-15 0,0 0-16 15,0 0-14-15,0 0-11 0,0 0-7 0,0 0-13 16,0 0-2-16,8 32-7 0,-5-15-1 0,4 9-5 0,-1 1-3 16,-3-1-5-16,-1 1 3 0,2 0-9 0,-4-3-6 15,2 2 2-15,-2-9 1 0,0 2-2 0,2 0-1 16,-1-2-2-16,0 0-4 0,-1-5-2 0,1-1-1 15,-1 1-2-15,0-3 0 0,0-3-3 0,0-6 1 16,2 11 0-16,-2-11 3 0,0 8-1 0,0-8 5 16,0 7 2-16,0-7 7 0,0 0 6 0,0 9 7 15,0-9 4-15,0 0 1 0,0 0-4 0,0 0-2 16,0 0-11-16,0 0 3 0,0 0-8 0,12-23-5 16,-4 8-2-16,-1 4-3 0,3-4-4 0,1-1-5 15,2 1-4-15,2 0 0 0,-1 1-6 0,2 0-1 16,1 4 1-16,-2 0-4 0,-5 5 1 0,-1 1-3 15,5 1-5-15,-6 1 3 0,1 2-2 0,-1 2-1 16,3 1-1-16,-2 2 1 0,2 2-4 0,-4 0-8 16,0 3-14-16,1 0-13 0,1 3-24 0,-4 2-31 15,4-2-35-15,-3 2-50 0,0-3-56 0,0 3-235 16,-1-3-517-16,-1-2 229 0</inkml:trace>
  <inkml:trace contextRef="#ctx0" brushRef="#br0" timeOffset="18466.56">27972 9068 120 0,'3'-8'139'0,"-3"8"-3"15,0 0-3-15,0 0-5 0,0 0-2 0,0 0-5 16,1-6-2-16,-1 6-4 0,0 0-7 0,0 0-4 16,0 0-4-16,0 0-6 0,0 0-12 0,-4-12-10 15,4 12-6-15,0 0-7 0,-8-4 0 0,8 4-1 16,-6-3-4-16,6 3-2 0,-8-3-5 0,8 3-7 15,-11-1-4-15,11 1-5 0,0 0-3 0,-13 4-9 16,13-4-1-16,-10 4-5 0,6 0 2 0,-3 4 0 16,1 0 3-16,2 4-4 0,-1-1 6 0,-1 2-3 15,-2 2-2-15,5-1 2 0,0 4 12 0,1-2-3 16,-1 3 6-16,3 0 4 0,-2 0-3 0,4 1 2 16,1-1 0-16,-3 0-1 0,2-2-3 0,0 2 1 15,-1-2-4-15,2-2-5 0,-3-2 2 0,2 4-4 16,0-6-3-16,-2 0 10 0,1 1-12 0,-2-2-3 0,2 1 1 15,-2 0 0-15,1-1 3 0,0-3-6 0,0 2-3 16,0-9 3-16,0 12-22 0,0-12-17 16,-2 8-18-16,2-8-23 0,-2 8-24 0,2-8-21 15,-5 5-37-15,5-5-27 0,0 0-34 0,0 0-134 0,0 0-376 16,-17-10 167-16</inkml:trace>
  <inkml:trace contextRef="#ctx0" brushRef="#br0" timeOffset="18637.82">27840 9268 50 0,'0'0'195'0,"0"0"-15"0,7-10-9 0,4 6-21 16,-2-1-8-16,2 0-14 0,9 0-18 0,-4 3-2 16,5-2-18-16,-3 0-32 0,0 2-35 0,2 1-35 15,-3-2-46-15,-1 2-49 0,-3 1-98 0,0 0-222 16,-5-2 99-16</inkml:trace>
  <inkml:trace contextRef="#ctx0" brushRef="#br0" timeOffset="19255.32">27990 9285 53 0,'0'0'147'15,"0"0"-7"-15,0 0-6 0,0 0-7 0,0 0-9 16,0 0 4-16,0 0-8 0,0 0 0 0,0 0 2 15,0 0-9-15,0 0 4 0,0 0-2 0,0 0-5 0,0 0 0 16,0 0 0-16,0 0-5 0,0 0-7 0,0 0-4 16,0 0-6-16,0 0-7 0,0 0-6 15,0 0-3-15,0 0-10 0,0 0 1 0,0 0-9 16,26-7-3-16,-20 4-5 0,-6 3-2 0,9-4-6 16,-3 2-1-16,-6 2-1 0,13-5-2 0,-7 2-2 0,5 0-6 15,-3-1 0-15,-2 0 1 0,0-1-4 0,3-1-4 16,1 2 1-16,-2-3 3 0,-2 4-11 15,2-4 6-15,-1-1-3 0,0 2 0 0,-1-1-2 0,-1 2 1 16,1-1-3-16,-4 3 4 0,-2 3-4 0,9-9 0 16,-7 6-2-16,-2 3 4 0,3-10-3 0,-3 10 0 15,3-7-1-15,-3 7 0 0,0-8-1 16,0 8 2-16,0 0-2 0,0 0-1 0,-5-11-2 0,5 11 1 16,0 0 0-16,-4-7-2 0,4 7-2 0,-10-4 1 15,10 4 0-15,-9-1 1 0,9 1-2 0,-13 3-1 16,1 0-1-16,3 0 5 0,-1 2-6 0,-2 3 5 15,-1 2-1-15,1 3-2 0,1-2 3 0,0 1 0 16,4 0 4-16,-2-2-2 0,4 0 1 0,-3 3 1 16,4 1-1-16,-2-3 1 0,4-1-2 0,4 1 4 15,-2 0 2-15,5 0 1 0,0-1-2 0,5-1 2 16,5 1-4-16,2-2-4 0,11 1-21 0,-1-2-26 16,0-1-35-16,3 0-45 0,0-3-41 0,2 1-25 15,-3-3-207-15,0 0-432 0,-2-1 192 0</inkml:trace>
  <inkml:trace contextRef="#ctx0" brushRef="#br0" timeOffset="19811.59">28559 9133 211 0,'0'-7'224'0,"0"7"-10"0,0-13-16 0,0 7-11 0,1-1 2 16,-1 7-7-16,0-12-11 0,0 12-7 0,0-11-13 15,0 11-8-15,0-9-7 0,0 9-7 16,1-7-12-16,-1 7-9 0,0 0-7 0,0 0-12 16,0-9-12-16,0 9-9 0,0 0-5 0,0 0-7 0,0 0-7 15,0 0-10-15,0 0-2 0,0 0-4 0,0 0-5 16,0 0-1-16,0 0 0 0,0 0-3 0,0 0-1 15,0 0 1-15,2 26-1 0,-2-26 12 0,-2 12-12 16,2-5 0-16,0 2 2 0,0-1-1 0,0 1 1 16,-1 1 8-16,1 0-3 0,0-3 4 0,0 4-9 15,-1-3-2-15,2 2 2 0,-1-10-4 0,0 13 0 16,0-6-1-16,0-7-5 0,-1 15 2 0,2-7-1 16,-1 1-1-16,-1-1 4 0,1 0-10 0,0-8 13 15,0 14-9-15,1-7-2 0,0-1 4 0,-1 1-6 16,5 0 3-16,1 1-4 0,1-3-16 0,1 3-22 15,-3-3-23-15,1-1-31 0,0 0-35 0,2 0-37 16,-3-4-28-16,3 2-43 0,1-1-39 0,-9-1-194 16,13-3-496-16,-7-1 220 0</inkml:trace>
  <inkml:trace contextRef="#ctx0" brushRef="#br0" timeOffset="19998.59">28570 8784 216 0,'-3'-5'196'0,"3"5"-20"0,-6-5-18 15,6 5-14-15,0 0-19 0,0 0-11 0,0 0-14 16,0 0-12-16,0 0-42 0,14 22-41 0,-4-9-47 0,2-2-29 16,-2 4-38-16,2-1-82 0,-2 0-208 0,3 0 93 15</inkml:trace>
  <inkml:trace contextRef="#ctx0" brushRef="#br0" timeOffset="20400.29">28835 9118 132 0,'2'6'196'0,"-2"-6"-4"0,1 15 3 16,1-1 5-16,-2-2-12 0,-3 7-14 0,-2 0-8 0,1-2-13 15,2 0-12-15,-2 1-13 0,0-2-12 0,1 1-3 16,1-5-7-16,-3 4-3 0,4-6-16 0,-1 2-8 15,2-3-4-15,-1-2 0 0,1-7-9 0,-3 13 3 16,2-9 1-16,1-4 13 0,-1 7 12 0,1-7 10 16,0 0 7-16,0 0 14 0,0 0-23 0,0 0-11 15,0 0-10-15,0 0-10 0,0 0-2 0,0 0-9 16,0 0-9-16,0 0-10 0,16-24-8 0,-11 16-8 16,2 0-2-16,1-1-10 0,0 2-8 0,0-1-3 15,1 1-1-15,0 1-9 0,2 2 4 0,1 0 5 16,1 3-7-16,-4 1 1 0,5 1-7 0,-3-1 2 15,1 3 2-15,-2 1 10 0,0 0-12 0,-1 2 0 16,2 2 4-16,-3 0 0 0,-1 1-2 0,-1-2-1 16,-1 1 2-16,-1 0 13 0,0 2-13 0,-5-2 2 15,-1 2 0-15,0-3 6 0,-5 3-2 0,1-3-2 16,-3 0 4-16,-4-2 1 0,2 2 0 0,-2-3-3 16,0 0-2-16,0-2-3 0,3 1-20 0,-1-2-20 15,-1 1-28-15,2-2-25 0,-2-2-29 0,1 1-31 16,4-2-56-16,7 3-57 0,-7-8-217 0,6 3-526 15,1 5 232-15</inkml:trace>
  <inkml:trace contextRef="#ctx0" brushRef="#br0" timeOffset="20659.8">29383 9199 31 0,'-11'-5'233'0,"1"3"-13"16,4 0-5-16,-3-2-8 0,9 4-11 0,-10-2-12 16,3 0-16-16,7 2-21 0,0 0-12 0,-10 0-17 15,10 0-8-15,0 0-9 0,0 0-10 0,0 0-10 16,0 0-1-16,32 9-11 0,-12-8-6 0,-1 0-4 16,2 0-6-16,0 1-5 0,7-4-2 0,-10 4-6 15,2-2-9-15,-2 0-28 0,-5 1-17 0,-2-1-32 16,-3 2-37-16,-8-2-43 0,15-2-40 0,-15 2-56 15,5-1-124-15,-5 1-374 0,0 0 166 0</inkml:trace>
  <inkml:trace contextRef="#ctx0" brushRef="#br0" timeOffset="20878.43">29426 9091 227 0,'0'0'254'0,"0"0"-4"16,-1-7-12-16,1 7-17 0,0 0-18 0,0 0-20 15,0 0-22-15,0 0-18 0,0 0-15 0,0 0-8 16,0 0 0-16,0 0 0 0,-4 22-18 0,3-11-9 16,2 4-6-16,-2 0-5 0,0 3-6 0,1-1-8 15,0 0 1-15,1-1-11 0,0 2-6 0,2 0-7 16,-2-1-9-16,3-2-27 0,-3 2-29 0,0-1-41 16,2-6-41-16,-2 3-52 0,3-2-52 0,0-2-54 15,0 1-131-15,-3-3-423 0,0-1 188 0</inkml:trace>
  <inkml:trace contextRef="#ctx0" brushRef="#br0" timeOffset="21333.22">29751 8973 253 0,'-1'-12'285'0,"1"3"-15"0,0 3-17 0,0 6-20 15,0-9-23-15,0 9-22 0,1-8-22 0,-1 8-19 16,0 0-11-16,0 0-15 0,0 0-11 0,11 16-8 0,-4-3-5 16,-2 3-4-16,-3 2 2 0,1 1-2 0,3 8-6 15,0-2-5-15,0 2-3 0,-1-2 6 0,-3 2-13 16,2-2-7-16,-4-6-6 0,3 1-5 16,-2-3-5-16,2 2 0 0,-2-3 2 0,-1-3-13 0,1-2-5 15,1 0 3-15,-1 0-2 0,-1-4-9 0,1 0-7 16,-1-7 10-16,2 11-9 0,-2-11 1 0,0 7 2 15,0-7 11-15,0 0 3 0,1 7 19 16,-1-7 10-16,0 0 10 0,0 0-14 0,0 0-2 0,0 0-5 16,0 0-7-16,0 0 1 0,0 0-15 0,2-28-3 15,2 17-7-15,4-3 0 0,-1 1-4 0,5 0-8 16,-1 1-9-16,0 1 0 0,3-1 3 0,-1 3-2 16,-2-2-3-16,-1 5-5 0,-1 0 6 0,0 2-11 15,-1 2 2-15,-1 1-5 0,1 1 7 0,1 4 2 16,1 3-7-16,-1 1 4 0,-1 0 6 0,-2-2-2 15,1 4-3-15,-1 1-1 0,-1-1 5 0,-1 0-5 16,1 0 6-16,-1 2-26 0,0-1-42 0,-2-1-33 16,0 0-36-16,-4 2-42 0,4-2-61 0,-2 0-55 15,-2-1-271-15,2-9-614 0,0 10 273 0</inkml:trace>
  <inkml:trace contextRef="#ctx0" brushRef="#br0" timeOffset="21732.19">30261 9209 103 0,'4'-6'267'0,"-4"6"2"16,0 0-19-16,3-6-18 0,-3 6-20 0,0 0-18 15,0 0-23-15,0 0-18 0,0 0-16 0,0 0-13 0,0 0-5 16,0 0-7-16,0 0-9 0,-11 22-1 0,6-14-8 15,0 2-4-15,0-1-6 0,1 3-6 16,0-2-5-16,1 0-5 0,1 0-10 0,-1-1 1 16,3 0-3-16,5 0-4 0,-1 0 1 0,0 0-9 0,2-2-3 15,3 0-3-15,3-3-3 0,-1 0-3 16,3-1-5-16,-1-1 4 0,4-1-2 0,-1-1-7 16,2-2 1-16,2-2-3 0,-8 1 3 0,0 1-2 15,-1-3 3-15,1 0-5 0,-3-2-1 0,-1-2 0 0,-1-1 0 16,-2-1-2-16,-1-2-5 0,-4 0-1 0,1 0-6 15,-3 0 3-15,-2-2 0 0,-1-2-8 0,-1 1 0 16,-4 3-2-16,3 4-4 0,-1 0-4 0,-5 2-10 16,3 0 6-16,-1 5-23 0,-1 0-14 0,-1 3-12 15,-1 0-12-15,3 4-26 0,-1 1-24 0,2 1-42 16,2 0-43-16,2-1-50 0,-3 4-188 0,8-4-487 16,1-6 215-16</inkml:trace>
  <inkml:trace contextRef="#ctx0" brushRef="#br0" timeOffset="22133.62">30662 9304 167 0,'0'0'244'0,"0"0"-8"16,0 0-8-16,0 0-16 0,0 0-13 0,0 0-16 15,0 0-14-15,0 0-14 0,0 0-14 0,0 0-10 16,10-10-10-16,-3 6-13 0,2 0-3 0,2-1-2 16,-1 1-18-16,-2 1-4 0,2-3 7 0,-2-1-3 15,1 2-4-15,-3-4-14 0,3 4-5 0,-1-4-5 16,0-2 2-16,-2 2-10 0,0-1-8 0,-2-1-2 16,0 2 4-16,0 0-1 0,-3 2-6 0,-1 7-4 15,1-13-1-15,-1 13-5 0,-2-8-3 0,2 8-6 0,-8-7-2 16,0 5 0-16,-3 1-2 0,-2 1-7 15,-5 5 3-15,0 0-1 0,-1 2-2 0,1 4-7 16,2 0 5-16,1 4-4 0,-4 1 3 0,6-2 0 16,1 1 2-16,3-1 3 0,3 0-2 0,-1 1 0 15,7 3 2-15,0-7-1 0,4 5 1 0,4-1-2 16,5 1 4-16,3-3 0 0,2-3-14 0,8 1 5 16,3 2-40-16,2-4-33 0,-3-1-37 0,0-2-43 15,-8-2-49-15,1-3-48 0,-3 3-231 0,-2-4-519 0,-3 0 230 16</inkml:trace>
  <inkml:trace contextRef="#ctx0" brushRef="#br0" timeOffset="22578.32">31080 9133 232 0,'0'-5'325'0,"0"5"-13"16,3-13-7-16,-2 8-6 0,-1 5-15 0,1-7-21 15,-1 7-29-15,0 0-25 0,3-7-27 0,-3 7-20 16,0 0-5-16,0 0-24 0,16 10-7 0,-9-1-15 16,0 2 4-16,3 2 6 0,-2 3-16 15,-3-2-3-15,2 1-5 0,0 2-17 0,-2-1 13 16,2-1-4-16,-3 0-5 0,-2-2-5 0,2-2-16 0,0 0 0 16,0 0-6-16,-3-1-8 0,2-2-2 0,-1-2-8 15,-1 1-2-15,2 0 2 0,-3-7-2 0,4 10-6 16,-2-4-4-16,-2-6-2 0,3 7 4 0,-3-7-8 15,4 5 0-15,-4-5-1 0,0 0-11 0,2 6 16 16,-2-6 9-16,0 0 0 0,0 0-2 0,0 0-2 16,14-11-5-16,-8 3-1 0,0-2 0 0,0-5-7 15,6-1-1-15,2-9 0 0,0 3 1 0,-3-3-3 16,3 1 7-16,1 2-6 0,-5 4-3 0,1-3-2 16,-2 4-2-16,2 1-4 0,-3 2 3 0,1-1 2 15,-1 3-3-15,-3 5-1 0,1-3-2 0,1 2 1 16,-3 1-10-16,-2 3 7 0,-2 4-5 0,4-10-3 15,-4 10-15-15,5-9-20 0,-5 9-34 0,0 0-41 16,3-5-26-16,-3 5-15 0,0 0-18 0,0 0-29 16,0 0-49-16,-14 24-54 0,7-15-42 0,-7 4-227 15,3 1-624-15,-2-1 277 0</inkml:trace>
  <inkml:trace contextRef="#ctx0" brushRef="#br0" timeOffset="22830.83">31532 9271 197 0,'0'0'293'0,"4"-6"-12"0,-4 6-13 0,0 0-13 15,3-7-16-15,-3 7-14 0,0 0-15 0,0 0-14 16,0 0-9-16,0 0-5 0,-28 5-3 0,19 3 9 16,-8-1-11-16,0 5-5 0,-2-1-9 0,3 1-16 0,0-1-12 15,4 3-9-15,0-2-19 0,3 2-8 16,1-4-9-16,2 2-6 0,0-2-7 0,3 1-7 15,5 1-10-15,0-2-5 0,6 2-6 0,3 0-8 16,8-1-33-16,9-1-37 0,3-2-41 0,2-1-43 0,-3-6-43 16,0 3-40-16,1 1-44 0,-2-4-51 15,-3-1-287-15,-7 0-626 0,2 1 277 0</inkml:trace>
  <inkml:trace contextRef="#ctx0" brushRef="#br0" timeOffset="27020.93">31830 8399 8 0,'0'0'74'0,"-2"-9"-11"16,2 9-2-16,0 0-1 0,0 0 2 0,0 0-2 0,0 0-4 15,0 0-3-15,0 0-4 0,0 0 0 0,0 0-3 16,0 0 0-16,0 0-1 0,0 0-5 0,0 0 3 15,0 0-8-15,0-9 9 0,0 9-1 16,0 0-4-16,0 0-2 0,0 0-4 0,0 0-7 16,0 0 13-16,0 0-17 0,0 0 0 0,0 0 5 0,0 0-4 15,0 0-1-15,0 0 1 0,0 0-6 0,0 0 1 16,0 0-6-16,0 0 0 0,0 0-2 0,0 0-1 16,0 0 3-16,0 0-9 0,0 0-15 0,0 0-7 15,0 0-20-15,0 0-17 0,0 0-14 16,0 0-11-16,0 0-97 0,0 0-192 0,0 0 84 0</inkml:trace>
  <inkml:trace contextRef="#ctx0" brushRef="#br0" timeOffset="41334">10165 14303 5 0,'0'0'71'0,"0"0"-3"0,-9 1-4 0,9-1-2 15,0 0-10-15,0 0-6 0,0 0-2 0,0 0-3 16,0 0-3-16,0 0-7 0,0 0 8 0,-7 3-17 16,7-3-3-16,0 0 6 0,0 0-7 0,24 8 4 15,-11-6-6-15,8-1 4 0,8 2-7 0,3 2-2 16,7-4 4-16,12 0-8 0,0 2 2 0,1 0 6 0,2-3-3 16,1 3 6-16,0 0-8 0,5-3 2 15,0 4-6-15,3-3 9 0,2 1-2 0,25 2-5 16,-29-1-5-16,2 2 5 0,4-3 1 0,-2 3-2 15,0-2 3-15,-2-2-8 0,-3 2 0 0,0-1 1 16,-4 2-2-16,2-3 7 0,-3 1-5 0,-4-4 14 16,-10 2-15-16,9-1 5 0,-13-1-4 0,1 1 3 15,-4-2-3-15,1 0 7 0,-4 2 4 0,-1-2 3 16,-1 0 8-16,-8 1-3 0,-3 0 10 0,-4-1 18 16,-2 1-4-16,0-1 4 0,-5 2 2 0,-7 1 9 15,10-1-2-15,-10 1 3 0,9-2-2 0,-9 2-3 0,0 0-2 16,10-3-2-16,-10 3-8 0,0 0-5 15,0 0-4-15,2-5-5 0,-2 5-2 0,0 0-3 16,0 0-8-16,0 0-12 0,0 0-17 0,0 0-17 16,0 0-23-16,0 0-25 0,0 0-20 0,-16-8-7 15,16 8-22-15,0 0-114 0,-13 9-256 0,13-9 113 16</inkml:trace>
  <inkml:trace contextRef="#ctx0" brushRef="#br0" timeOffset="42364.48">13643 14158 42 0,'-4'-6'63'0,"4"6"-7"0,0 0-5 0,-7-4-2 16,7 4-8-16,-8-4-6 0,8 4-3 0,-10-4 4 15,10 4-1-15,-9-3 1 0,9 3-3 0,-10-3-5 16,10 3 3-16,-10-4 2 0,10 4-3 0,-11-2 0 16,11 2-7-16,-10-2 4 0,1 2-9 0,9 0-1 15,-13-1 3-15,7-1-3 0,6 2 16 0,-16 0-13 0,16 0-1 16,-11 0 12-16,11 0-9 0,-10-1 1 0,10 1 3 16,0 0-7-16,-9-1 7 0,9 1-1 15,0 0-5-15,0 0-3 0,-9 0 3 0,9 0-9 16,0 0-1-16,0 0 6 0,0 0-8 0,0 0 3 0,32 2 4 15,-9-3-2-15,10 1-5 0,3 0-2 16,17-1 10-16,3 0-9 0,-3-2-2 0,5 2 7 0,-2-1-7 16,-5-1-2-16,1 0 2 0,-14 2-1 15,1-2-2-15,-3-2 1 0,-3 4-1 0,-1-4-13 16,0 4 17-16,-1-1 0 0,-2-1 1 0,-9 1-6 0,0 0 2 16,-1 0 6-16,0 0 9 0,-7 0-5 0,-1 2 9 15,-1 0 1-15,-1-1 8 0,-9 1 2 0,10-3 11 16,-10 3 11-16,9-1 7 0,-9 1-2 0,8-1 2 15,-8 1 0-15,0 0-8 0,0 0-2 16,8-5-8-16,-8 5-4 0,0 0-6 0,4-3 1 0,-4 3-3 16,0 0-6-16,0 0-1 0,0 0-7 0,0 0-4 15,0 0-12-15,0 0-19 0,0 0-18 0,0 0-17 16,0 0-21-16,7-2-26 0,-7 2-25 16,0 0-25-16,12 7-115 0,-10-2-285 0,6-1 127 0</inkml:trace>
  <inkml:trace contextRef="#ctx0" brushRef="#br0" timeOffset="43378.21">15719 14739 6 0,'-8'-6'84'0,"8"6"-5"0,-10-6-9 0,5 2-3 16,-2 1 12-16,7 3 3 0,-11-8-9 15,7 7-8-15,-1-3-5 0,-2-1 9 0,7 5-11 16,-10-3-3-16,10 3-6 0,-9-3 6 0,9 3-15 15,-6-4-8-15,6 4 1 0,0 0-11 0,0 0-2 16,0 0 2-16,0 0 4 0,0 0-7 0,0 0 4 0,0 0-14 16,34 7 10-16,-6-4-5 0,3-1 3 15,5-1-6-15,2 1 3 0,16 0-4 0,-3-3 0 16,-1 1 1-16,-12 0-8 0,2-3-8 0,-3 0 16 16,-1 3-17-16,-3 0 17 0,3-2-6 0,-4 0-7 0,-3 0 13 15,1 1-2-15,-4 0 3 0,-5-2-3 0,-3 1 1 16,1-1 10-16,-5-1 2 0,-3 3 9 15,0 0 6-15,-5 0-1 0,2-1 7 0,-8 2 9 16,9 0-2-16,-9 0 7 0,9-1-2 0,-9 1-3 16,0 0-8-16,6-3-3 0,-6 3-2 0,0 0-6 15,0 0-6-15,0 0 1 0,0 0-5 0,4-7-4 0,-4 7-5 16,0 0-14-16,0 0-23 0,0 0-26 16,0 0-25-16,0 0-33 0,0 0-23 0,0 0-33 15,0 0-95-15,0 0-280 0,0 0 124 0</inkml:trace>
</inkml:ink>
</file>

<file path=ppt/ink/ink25.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1-01-25T09:56:19.304"/>
    </inkml:context>
    <inkml:brush xml:id="br0">
      <inkml:brushProperty name="width" value="0.05292" units="cm"/>
      <inkml:brushProperty name="height" value="0.05292" units="cm"/>
      <inkml:brushProperty name="color" value="#FF0000"/>
    </inkml:brush>
  </inkml:definitions>
  <inkml:trace contextRef="#ctx0" brushRef="#br0">23006 10736 18 0,'1'-8'33'0,"-1"8"-1"0,0 0-5 0,0 0-2 16,0 0 0-16,0 0 4 0,0 0-2 0,-2-10 3 0,2 10-12 15,0 0 2-15,0 0 0 0,0 0-3 0,0 0-2 16,0 0 0-16,0 0 2 0,-6-5-8 16,6 5 4-16,0 0-5 0,0 0 2 0,0 0-2 15,0 0 5-15,0 0-2 0,0 0 0 0,0 0 2 0,0 0 3 16,-11 12-4-16,11-12 3 0,0 0-6 0,0 0 1 15,0 0 2-15,1 10-4 0,-1-10 0 0,0 0 2 16,0 0-1-16,7 7-2 0,-7-7-2 0,7 2 2 16,-7-2-2-16,9 2 6 0,-9-2-8 0,12-2 5 15,-12 2-2-15,0 0 3 0,14-4-4 0,-8 1 6 16,-6 3-5-16,10-7 2 0,-5 5-6 0,-5 2 6 16,7-6 2-16,-5 2-4 0,-2 4 13 0,6-8-16 15,-6 8 1-15,2-9-3 0,-2 9 8 0,2-7-3 16,-2 7 2-16,0 0 0 0,-2-10 5 0,2 10-9 15,0 0-6-15,-4-9 11 0,4 9-6 0,-6-3 1 16,6 3-6-16,-8-3 6 0,8 3-3 0,0 0 2 16,-14 6 0-16,14-6 1 0,-11 4 1 0,5 0-1 15,1-1 2-15,0 2-2 0,5-5 0 0,-6 9 6 16,6-9-5-16,-5 8 2 0,4-3 11 0,-2 1-6 0,3-6-9 16,-3 8 1-16,3-8 2 0,-1 9-5 15,1-9 6-15,0 0-6 0,1 9 3 0,-1-9 1 16,4 8-2-16,-4-8 2 0,4 5 3 0,-4-5-1 0,5 3 1 15,-5-3-2-15,5 2-3 0,-5-2 0 0,0 0-10 16,0 0 8-16,0 0 3 0,0 0 8 0,0 0-11 16,17-7 7-16,-17 7-8 0,5-6 6 15,-2 1-4-15,-3 5-6 0,4-8 3 0,-4 8 4 0,1-9-5 16,-1 9-2-16,2-7 8 0,-2 7-8 0,0 0 12 16,0 0-2-16,2-10-5 0,-2 10-4 0,0 0-2 15,0 0 2-15,0 0-1 0,2-6 5 0,-2 6-7 16,0 0 2-16,0 0-3 0,0 0 20 0,0 0-12 15,-22 5 8-15,22-5-7 0,-11 8 3 0,6-5 2 16,0 1-4-16,5-4 7 0,-7 5 0 0,7-5-8 16,-5 9 9-16,5-9-4 0,-4 6 8 0,4-6-4 15,-2 5-4-15,2-5-4 0,0 0 1 0,0 0-3 16,-4 8 0-16,4-8 1 0,0 0 5 0,0 0-4 16,0 0 2-16,0 0-1 0,8 6 3 0,-8-6-3 15,0 0 2-15,10 1-7 0,-10-1 7 0,0 0-6 16,0 0 7-16,13-6-5 0,-13 6 9 0,6-4-11 15,-6 4 0-15,4-8-3 0,-4 8 0 0,4-7 2 0,-4 7-1 16,1-7-3-16,-1 7 3 0,1-7-8 0,-1 7 8 16,0 0-1-16,2-11-1 0,-2 11-1 15,0 0-3-15,0 0 2 0,0 0-2 0,-8-7 5 16,8 7 4-16,0 0-6 0,-13 1 3 0,13-1 2 0,-9 6 5 16,3-3-10-16,6-3-1 0,-9 7 4 15,1-3-1-15,2 3 11 0,-1-3 0 0,2 1-1 16,0 0 8-16,0-1-14 0,5-4 15 0,-6 8-12 0,6-8-3 15,-6 6-2-15,6-6 16 0,0 7-10 0,0-7-1 16,0 0-4-16,8 7 7 0,-8-7-7 0,10 3-2 16,-5-2 0-16,-5-1 9 0,12 2 5 0,-4-2-5 15,-8 0-4-15,14-1 4 0,-14 1-5 0,11-2 3 16,-4 0-3-16,-7 2-4 0,10-5 2 0,-10 5 2 16,6-3-3-16,-6 3 0 0,4-7-7 0,-4 7-1 15,3-10 0-15,-3 10 7 0,0 0-7 0,-3-9-3 16,3 9 0-16,0 0 13 0,-6-9-11 0,6 9 6 15,-8-1 0-15,8 1-2 0,-13 0 1 0,13 0 7 16,-11 1-10-16,11-1 2 0,-14 5-1 0,7 0 7 0,2-1-3 16,0 0 8-16,5-4 3 0,-13 6-5 15,11-2-10-15,2-4 4 0,-7 7 7 0,7-7-1 16,-5 3-3-16,5-3 0 0,0 8 6 0,0-8 0 0,0 0 1 16,0 0-4-16,7 8 3 0,-7-8-1 0,7 3-6 15,-7-3 0-15,9 0-1 0,-9 0 11 16,0 0-10-16,0 0 5 0,12-1-3 0,-12 1 2 15,0 0 3-15,6-6-3 0,-6 6 9 0,4-7-13 0,-4 7-2 16,1-6-2-16,-1 6-5 0,0-10 2 0,0 10 3 16,0 0 1-16,-4-11 2 0,4 11-4 0,0 0-1 15,-6-9 6-15,6 9-7 0,-6-2 5 0,6 2-3 16,-11-1 5-16,11 1-2 0,-12 0-1 0,12 0 3 16,-9 6 2-16,9-6-13 0,-8 6-4 0,2-1-5 15,3 1-14-15,3-6-19 0,-2 11-26 0,2-4-62 16,0-7-154-16,3 12 69 0</inkml:trace>
  <inkml:trace contextRef="#ctx0" brushRef="#br0" timeOffset="1544.34">22133 10683 1 0</inkml:trace>
  <inkml:trace contextRef="#ctx0" brushRef="#br0" timeOffset="2152.21">22120 10682 6 0,'-11'0'-1'15,"11"0"-2"-15,-9 0 3 0,9 0-1 0,-14 1 2 16,6-1 2-16,8 0-5 0,-18 0 5 0,9 1 0 16,-1-2-2-16,0 1-2 0,0 1-1 0,0-1 0 15,-1-1 6-15,1 1-1 0,10 0 2 0,-21 0-2 16,12-1 1-16,-1 1-3 0,-1-1 8 0,0 2-7 15,2-2 6-15,-2 2-3 0,11-1-1 0,-17-3 1 16,10 3 0-16,-5-1 3 0,3 1-3 0,-1-3-1 16,-1 3 2-16,2 2-5 0,0-2 4 0,9 0-2 15,-22-2 0-15,13 2 0 0,0 2-1 0,-1-2-1 16,-2 1 3-16,1-1-3 0,1 1 1 0,1 1 0 0,-3-2 1 16,2 0 0-16,10 0 0 0,-17-2-2 15,8 2 0-15,-1-1 4 0,10 1 0 0,-16 0-5 16,8 0 1-16,8 0 2 0,-17 0 1 0,7-1-4 15,0 1 1-15,-2-2 2 0,1 2 2 0,-1 0-2 16,1 0-4-16,-2 0-6 0,0-2 13 0,3 0-6 16,-2 2 2-16,-1-2-2 0,1 1 4 0,0 1-2 15,0 0-2-15,1-1-3 0,-3-1 6 0,3 2-3 16,1-1 2-16,-3-1-2 0,1 2-2 0,1 0 5 0,-1-2-5 16,1 1 0-16,-2 1 3 0,2-1 2 0,0-1-11 15,0 1 10-15,-1 1-1 0,0 0-1 0,1 1-4 16,-2-2 4-16,1 1 3 0,-1-1 0 0,-6 2-4 15,6-1 1-15,-5 0-1 0,5-1-3 0,-1 0 2 16,-2 1 2-16,-3 0 2 0,1 0-2 0,4 2-1 16,-3-1-6-16,2-2 9 0,-2 0-7 0,0 2 2 15,1-1 6-15,-2 0-1 0,5 0 1 0,-2 0-5 16,2 0 2-16,2 0 3 0,-2 0-3 0,-1 0 7 16,2 1-9-16,-1-1 4 0,1-1 0 0,1 1 1 15,2 1-3-15,-2-1-1 0,11 0 0 0,-15 0 2 16,15 0-1-16,-16-1-6 0,9 1 9 0,-1-1-5 15,8 1 5-15,-18-1-3 0,9 1-2 0,-2-2 3 16,0 2 0-16,2-1 2 0,-2 0-3 0,1 1 1 16,-3-1-1-16,3 1 0 0,-2-2 1 0,3 2 2 15,-3-1-2-15,1 1-2 0,11 0-4 0,-18 0 3 16,9 0-1-16,0-2 3 0,-2 4-3 0,2-2 6 16,-1 0-3-16,0 1 4 0,10-1-10 0,-14 0 4 15,7 0-1-15,7 0 4 0,-14 2-6 0,8-1-1 16,-5-1-1-16,11 0-3 0,-16 1 6 0,9-1-5 0,-2 0 3 15,1 1-3-15,-1 1-7 0,-2-2-17 16,-1 2 8-16</inkml:trace>
  <inkml:trace contextRef="#ctx0" brushRef="#br0" timeOffset="3698.27">19666 10710 5 0,'0'0'13'0,"-11"0"-3"15,11 0-1-15,-12-1 1 0,12 1-1 0,-14 0-2 16,14 0-2-16,-12 1-2 0,12-1 2 0,-13 1-1 15,5 2-1-15,-2-2-1 0,2 1-2 0,-2 0 4 16,10-2-3-16,-14 2 0 0,9-1 1 0,-2 2 0 16,7-3 2-16,-14 2-1 0,14-2-4 0,-10 2 4 15,10-2-1-15,-11 3 1 0,4-2 2 0,7-1-4 16,-11 2-1-16,11-2-1 0,-13 2 1 0,5-2 1 16,8 0 2-16,-11 2 0 0,11-2-2 0,-13 0 3 15,13 0-1-15,-11 3-2 0,4-3 4 0,-2 2-8 16,9-2 8-16,-13 2-6 0,6-2 1 0,-1 1 5 15,-3-1 4-15,3 3-9 0,-1-3 2 0,-1 3 0 16,2-2-1-16,8-1-1 0,-13 2-1 0,3 0 1 16,2-2 0-16,8 0 0 0,-11 0 0 0,11 0 3 15,-14 1 0-15,14-1-1 0,-12 0-5 0,12 0 1 16,-12 0 8-16,12 0 0 0,-8 0 1 0,8 0 5 16,-9 0-3-16,9 0 3 0,0 0-13 0,-12-1 3 15,12 1 7-15,0 0-3 0,-10 0 0 0,10 0-4 16,0 0 1-16,0 0-2 0,-9 0-8 0,9 0 11 15,0 0 2-15,0 0-4 0,-9-2 3 0,9 2-3 16,0 0 0-16,0 0 0 0,-12-1-3 0,12 1 2 0,0 0 2 16,-11 1 0-16,11-1-2 0,0 0-3 0,-14-1 1 15,14 1 2-15,-6-1 2 0,6 1 3 16,0 0-3-16,-12 1-3 0,12-1 0 0,-7 1-3 0,7-1 0 16,-10 2 1-16,10-2 6 0,0 0-5 0,-12 0 2 15,12 0-4-15,-6 0 1 0,6 0 5 0,0 0-4 16,0 0 5-16,-12 0-1 0,12 0-5 15,0 0 5-15,0 0-1 0,0 0-2 0,-9 0-5 16,9 0 4-16,0 0 6 0,0 0-7 0,0 0-3 0,0 0 2 16,0 0 3-16,0 0 3 0,0 0-2 15,0 0 4-15,-10 0-8 0,10 0 2 0,0 0 0 0,0 0 4 16,0 0-2-16,0 0-3 0,0 0 7 0,0 0 0 16,0 0-2-16,0 0 4 0,0 0-1 0,0 0 0 15,0 0 0-15,0 0 5 0,0 0-5 0,0 0-9 16,0 0 9-16,0 0 0 0,0 0-6 0,0 0 5 15,0 0-1-15,0 0-2 0,0 0 2 0,0 0 1 16,0 0 0-16,0 0 1 0,0 0-8 0,0 0 8 16,0 0-1-16,0 0 0 0,0 0-3 0,0 0 7 15,0 0-3-15,0 0-4 0,0 0 1 0,0 0-1 16,0 0 0-16,0 0 6 0,0 0 0 0,0 0-4 16,0 0 1-16,0 0-3 0,0 0 4 0,0 0 2 15,0 0-6-15,0 0 7 0,0 0-6 0,0 0 3 16,0 0-3-16,0 0 4 0,0 0 0 0,0 0-5 15,0 0-2-15,0 0 9 0,0 0-5 0,0 0 4 16,0 0-8-16,0 0 7 0,0 0-9 0,0 0 6 16,0 0-2-16,0 0 7 0,0 0-1 0,0 0 0 15,0 0-2-15,0 0 0 0,0 0-1 0,0 0 1 16,0 0-4-16,0 0 7 0,0 0-12 0,0 0 9 16,0 0 5-16,0 0-6 0,0 0-7 0,0 0 10 15,0 0-1-15,0 0-4 0,0 0 3 0,0 0-5 16,0 0 6-16,0 0-10 0,0 0 7 0,0 0-3 15,0 0 1-15,0 0-4 0,0 0 0 0,-10-2 4 0,10 2 3 16,0 0-6-16,0 0-3 0,0 0 5 0,0 0 1 16,0 0-3-16,-9-1 0 0,9 1 2 15,0 0-2-15,0 0 2 0,0 0 2 0,0 0 2 16,0 0-6-16,0 0 0 0,0 0-1 0,0 0-1 0,-7-4 5 16,7 4-2-16,0 0 2 0,0 0 0 0,0 0-4 15,0 0-3-15,0 0 5 0,0 0-2 0,0 0-2 16,0 0 7-16,0 0-3 0,0 0-4 15,0 0 1-15,0 0 2 0,0 0 5 0,0 0 1 0,0 0-2 16,0 0-3-16,23 8 5 0,-16-6-4 0,3-1 2 16,3-1-4-16,-2 0 0 0,3 0 1 15,4 1-8-15,1-1 13 0,1 1-4 0,1-2-1 16,9-1 7-16,-12 0-6 0,3 1 1 0,1-1-8 0,-4 1 14 16,1 0-5-16,-1-2-3 0,-5 2 8 0,-2 2-14 15,2-2 7-15,-3 1-2 0,-2-1 5 0,3-1-2 16,-11 2 1-16,12 2-8 0,-12-2 9 0,10-2-1 15,-10 2-7-15,0 0 0 0,9 0 8 0,-9 0 4 16,0 0-8-16,0 0 0 0,0 0 7 0,9 0-9 16,-9 0 3-16,0 0 2 0,0 0 1 0,0 0-2 15,0 0 2-15,0 0 14 0,0 0-5 0,0 0-2 16,8-1-2-16,-8 1 1 0,0 0 0 0,0 0 4 16,0 0-9-16,0 0 4 0,0 0 1 0,0 0-7 15,0 0 8-15,0 0-9 0,0 0-1 0,0 0 5 16,0 0-5-16,0 0 3 0,0 0-6 0,0 0 8 15,0 0-9-15,0 0 0 0,0 0 3 0,0 0 5 16,0 0-8-16,0 0 1 0,0 0-1 0,0 0-5 16,-22-6-16-16,22 6 3 0,0 0-11 0,0 0-8 15,-11 7-13-15,11-7-9 0,-6 6-34 0,6-6-104 16,-5 3 46-16</inkml:trace>
  <inkml:trace contextRef="#ctx0" brushRef="#br0" timeOffset="5986.33">24989 10365 5 0,'19'-1'31'0,"1"-3"-2"15,0 2-7-15,-1 0-5 0,1 0 2 0,0 1 0 0,2-1-3 16,-1 0 0-16,1 1 1 0,0-1 0 0,5 1-4 16,-6-2 2-16,0 2 1 0,7-1-5 15,-6 0-7-15,4 0 5 0,-5 0 0 0,2 1-1 16,-1 0-3-16,4-1-1 0,3 0 0 0,0 1 1 0,0-1 0 16,-3 1 1-16,1 1 0 0,1-1 0 15,3 1-8-15,-2-2 2 0,0 0 3 0,3 2 1 16,1 0-12-16,-1-1 5 0,-1 1 5 0,3-4-3 0,-3 3 2 15,3-1 4-15,0 2-8 0,-2-3-3 16,-3 3 5-16,2-2-4 0,1 0 1 0,-3-2-4 0,1 1 1 16,1 1 0-16,-3-1 0 0,1 0-2 15,1 2-2-15,-1-1 5 0,-2-1 3 0,2 2-7 0,-2-2 2 16,2 1 4-16,-8 1-10 0,1-2 5 16,5 2-2-16,0-2 0 0,-4 2 0 0,-1-1-3 0,-4-1-14 15,2 2-30-15,0 0 14 0</inkml:trace>
  <inkml:trace contextRef="#ctx0" brushRef="#br0" timeOffset="24562.24">25902 10020 8 0,'20'-5'15'0,"7"0"6"0,-9 2-6 15,0 1 6-15,0-2-3 0,-4 2-1 0,-1-2-6 16,-2 2 0-16,0-1-1 0,-4 0-2 0,-1 2-6 15,-6 1-1-15,12-1-1 0,-12 1-1 0,0 0 5 16,0 0-7-16,0 0 1 0,0 0-8 0,0 0 6 16,-27 8-8-16,9-5-10 0,0 0-23 0,-2 1 9 15</inkml:trace>
  <inkml:trace contextRef="#ctx0" brushRef="#br0" timeOffset="24702.23">25738 10039 11 0,'0'0'15'16,"0"0"-5"-16,0 0 8 0,0 0-1 0,0 0-1 15,0 0 3-15,42-7-7 0,-15 4 1 0,3 0 5 16,3-1 0-16,-1-4-6 0,1 3 6 0,-1-3-10 16,1 4 9-16,-1 0-9 0,-1-1-5 0,-10 3 6 15,0-2-4-15,-2 1-10 0,-1 3-7 0,-9-1-27 16,0 1-42-16,0 0 20 0</inkml:trace>
  <inkml:trace contextRef="#ctx0" brushRef="#br0" timeOffset="26365.26">28018 10051 4 0,'0'0'52'0,"0"0"-2"0,0 0-13 16,0 0-17-16,0 0-14 0,0 0-11 0,0 0-9 15,0 0-11-15,0 0-28 0,0 0 13 0</inkml:trace>
  <inkml:trace contextRef="#ctx0" brushRef="#br0" timeOffset="26878.55">28387 10158 64 0,'0'0'72'0,"0"0"-13"0,0 0-4 16,0 0 4-16,0 0-17 0,0 0-2 0,0 0-2 15,0 0-20-15,0 0 13 0,0 0-4 0,0 0 1 16,0 0-11-16,0 0 7 0,0 0-4 0,0 0 0 15,0 0-4-15,0 0-5 0,0 0 5 0,0 0-1 16,0 0-3-16,0 0-2 0,0 0 5 0,0 0-5 16,0 0-9-16,0 0 4 0,0 0 0 0,0 0 5 15,0 0-4-15,0 0-6 0,0 0 10 0,0 0-12 16,0 0 9-16,0 0-2 0,0 0-4 0,0 0 8 16,0 0-15-16,0 0 6 0,0 0 5 0,0 0-1 15,0 0 2-15,0 0 2 0,0 0-7 0,0 0 10 16,0 0-9-16,0 0 4 0,0 0 6 0,0 0-5 15,0 0-2-15,0 0 8 0,0 0-1 0,0 0-5 0,0 0 5 16,0 0 5-16,0 0-12 0,0 0 6 16,0 0 4-16,0 0 1 0,0 0-11 0,0 0-1 15,0 0 7-15,0 0-2 0,0 0 1 0,0 0-4 16,0 0 0-16,0 0 1 0,0 0 3 0,0 0-15 0,0 0-4 16,0 0-4-16,0 0-2 0,0 0-16 0,0 0-17 15,0 0 5-15,0 0-10 0,0 0-11 0,0 0-58 16,0 0-133-16,-15 6 59 0</inkml:trace>
  <inkml:trace contextRef="#ctx0" brushRef="#br0" timeOffset="28437.98">24669 10151 26 0,'0'0'33'0,"0"0"-5"16,0 0-2-16,0 0-4 0,0 0-7 0,0 0-11 16,0 0-9-16,0 0-6 0,0 0-12 0,0 0-26 15,0 0 12-15</inkml:trace>
  <inkml:trace contextRef="#ctx0" brushRef="#br0" timeOffset="28738.44">24630 10169 5 0,'0'0'9'0,"0"0"-2"16,0-8 2-16,0 8-3 0,0 0-8 0,3-11-4 15,-3 11-6-15,0-10 3 0</inkml:trace>
  <inkml:trace contextRef="#ctx0" brushRef="#br0" timeOffset="29502.02">24447 8925 18 0,'0'-10'29'0,"0"1"8"0,0-1-2 15,2 1-8-15,-1-1-5 0,0 0 1 0,1-2-4 16,-1 4 7-16,0-2-9 0,0-1-2 0,1 0 1 15,-1 1 6-15,0-2-7 0,1 3 0 0,2-1 0 16,-3 1 3-16,1-1-5 0,-1 2-1 0,2 2 2 16,-3 6-3-16,2-13-5 0,1 7 5 0,-3 6-3 15,4-13 1-15,-2 7-4 0,2 0 4 0,-4 6 8 16,4-11-12-16,-1 5-1 0,2 1 0 0,0 1 6 16,-5 4 1-16,5-10-6 0,-1 7 1 0,-4 3-3 15,9-9-5-15,-5 5 4 0,2 1 0 0,-1 0 9 16,-5 3-10-16,9-7 4 0,-2 3-2 0,-1 1 0 15,1 0-1-15,0 1 0 0,-1 0 0 0,1-2 1 16,-7 4 4-16,14-4-5 0,-9 3 3 0,1-2-5 16,-6 3-1-16,16-2 6 0,-9 1 2 0,0-2-1 15,-1 0-9-15,-6 3 8 0,14-5 2 0,-9 4 3 16,-5 1-2-16,11-4-2 0,-6 3 0 0,-5 1 3 0,10-3 2 16,-10 3-3-16,7-4-2 0,-7 4 1 0,0 0 2 15,7-4 2-15,-7 4 0 0,0 0 1 16,6-4 0-16,-6 4-4 0,0 0 3 0,0 0 0 15,0 0-8-15,0 0 2 0,0 0 1 0,7-3 2 0,-7 3-9 16,0 0 6-16,0 0-7 0,0 0 7 0,0 0-2 16,0 0 0-16,0 0 0 0,0 0 0 0,0 0 1 15,0 0-3-15,0 0-1 0,9 6 0 16,-9-6 2-16,0 0-3 0,6 7 0 0,-6-7-5 0,4 5 4 16,-2-1-13-16,-2-4-7 0,2 10-5 0,-2-2-11 15,0-8 5-15,-2 15-15 0,2-5-8 0,0-1-38 16,-2 1-102-16,-1-2 46 0</inkml:trace>
  <inkml:trace contextRef="#ctx0" brushRef="#br0" timeOffset="34976.28">24351 10336 54 0,'0'0'57'16,"0"0"3"-16,0 0-5 0,0 0 0 0,0 0-7 16,0 0 0-16,0 0-2 0,0 0-6 0,0 0 1 15,3-9-4-15,-3 9 4 0,0 0-11 0,3-7 11 16,-3 7-13-16,0 0 10 0,2-7-8 0,-2 7 2 15,0 0 14-15,2-9-8 0,-2 9 0 0,0-8-11 16,0 8 3-16,0 0 6 0,-2-10-7 0,2 10 0 16,-1-11-11-16,1 11 7 0,-1-13 4 0,1 6-9 15,0 7-4-15,-2-12-4 0,2 2 5 0,0 1 8 16,-1 1-11-16,0-1 2 0,1-1-1 0,-2 0-1 16,1-2-3-16,1 2-4 0,0 1 0 0,-2-2 7 15,0-1-5-15,0 1 2 0,2 0 1 0,2 1-4 16,-4-1-2-16,2-1 2 0,2-1 1 0,-2 4 1 15,2-1 2-15,-2 0-6 0,0 0 1 0,2-2 3 16,-2 1-2-16,0-1-2 0,1 3-4 0,-1-4 7 16,2 1-6-16,-1 0 0 0,0-1-3 0,-1-3 4 15,2 3 1-15,0-3 3 0,2 2-1 0,-4-1-1 16,4-1 1-16,-3 3-15 0,1 1 7 0,0-1 9 16,1-2 0-16,0 3-2 0,0 0-6 0,-1 0 6 0,3 1 3 15,-3-2-9-15,0 2 0 0,1 0 5 0,-2-1-2 16,2 0 4-16,0 1 2 0,-1 0-8 0,-1 1 2 15,3-2-3-15,-3 2 4 0,4-2 0 16,-2 2-7-16,0-1 11 0,-1 0-8 0,3 0 11 0,-3-2-2 16,1 3-6-16,-1 0 3 0,3 0-6 0,-3-1-1 15,0 0 7-15,0 2-7 0,-1-2 5 16,2-1 10-16,-2 0-10 0,-1 2-2 0,2-2 4 16,-2 1-6-16,0-1 3 0,0 1 5 0,-2 1 3 0,2-1 1 15,0 2 2-15,0-1 4 0,2 0-6 16,-1 1-1-16,0-1 2 0,-1 1-3 0,0 1-1 0,1 0 2 15,2-2-6-15,0 1-2 0,-3-1 0 0,0 10 4 16,1-13 3-16,0 3-1 0,-1 2-2 0,3-3-2 16,-3 2 1-16,2 0 1 0,-1 0 0 0,1 1-3 15,-1 0 2-15,1 0 1 0,0 1-1 0,1-2-2 16,-2 0 1-16,0 4-1 0,0-5 0 0,-1 3-1 16,1-2 1-16,1 0-2 0,-2 9 4 0,1-16 0 15,3 7-4-15,-4-1-1 0,1 0 1 0,1 1-2 16,-1-2 0-16,0 2 0 0,-1-3 2 0,1 3 0 15,-1-3 0-15,3 2-1 0,-2 0-1 0,-1-1 7 16,1 3-2-16,2-3 1 0,-3 1-1 0,0 1-3 16,0 2-2-16,0-2 4 0,0 0 2 0,1 2-4 15,-1 7 2-15,0-14 0 0,0 8 0 0,0 6-5 16,1-13 5-16,1 8-4 0,-2 5-2 0,1-14 10 16,-1 14-8-16,3-13 0 0,-3 7 2 0,2 0 1 15,-1-1 1-15,-1 7-5 0,4-14 1 0,-1 9 1 16,-2-2-1-16,2 0-3 0,-3 7 5 0,5-12-2 15,-3 7-3-15,1-2-3 0,-1 2 9 0,-2 5-3 16,6-13-2-16,-4 9 4 0,-2 4-2 0,4-10 1 16,1 5-2-16,-2 1 6 0,-3 4-14 0,6-9 5 15,-1 5 4-15,-5 4 0 0,7-8-2 0,-4 5 4 16,-3 3-2-16,8-9 2 0,-3 4 0 0,-1 0-1 16,1 0-4-16,1 1 5 0,-2-1-9 0,0-1 10 15,4 2-2-15,-3-4-2 0,1 1-1 0,-1 1-3 0,3-1 6 16,-2 1 0-16,2-3-2 0,-3 3 0 15,2-2 2-15,-2 0-3 0,-1 2 2 0,2-1 2 16,-1 0-7-16,1 0 4 0,-2 1 2 0,3 1 0 0,-5 0-3 16,5-2 4-16,-4 2 0 0,1 1-4 15,0-2 3-15,1 1-2 0,-1 0-1 0,-4 5 3 16,10-6-4-16,-6 2 2 0,-4 4-1 0,7-4 2 16,-7 4-3-16,7-7 4 0,-3 6-2 0,-4 1-2 0,9-3-2 15,-9 3 3-15,9-3 7 0,-9 3-3 0,8-4-7 16,-8 4 6-16,10-2-2 0,-10 2-2 0,11-2 3 15,-11 2 0-15,11-2-3 0,-11 2 3 0,15 0-5 16,-9-1-1-16,-6 1 0 0,15-2 6 0,-8 4 0 16,-7-2-5-16,12 0 1 0,-4 0 2 0,-8 0 5 15,14 1 0-15,-8 1-6 0,-6-2 2 0,11 2 2 16,-1-2 2-16,-10 0-6 0,9 6 2 0,-2-3 1 16,-2 0-3-16,0 0-1 0,2-1-1 0,0 2 6 15,-7-4-1-15,9 4 0 0,-5 0 3 0,2 1-3 16,0-1 0-16,-6-4 0 0,7 7-9 0,-5-2 12 15,2-1-5-15,0 1 1 0,1-1 1 0,-5-4-3 16,5 10 6-16,-1-6-2 0,-1 3 0 0,-3-7-2 16,6 9-1-16,-3-3 7 0,-2 1-6 0,4-2 5 15,-3 1-7-15,0 0 4 0,2 1 1 0,-2 1-3 16,2-2 5-16,-1 3-5 0,-1-1-3 0,1 1 3 16,2-1-2-16,-2 2 6 0,-1 0-1 0,1 0-3 15,3 0 1-15,-4 0 2 0,0 0 4 0,0 0-4 16,1 0-5-16,1 0 1 0,-2-1 4 0,0 1-2 15,0-1-11-15,1 1 11 0,-1-1-4 0,2 1 12 0,-1-1-10 16,-2-1 3-16,1 1 0 0,0-2-8 16,0 5 7-16,1-4 3 0,-2 2 0 0,0-3-3 15,2 4 6-15,-2-4-1 0,3 3-5 0,-4-3 3 16,3 3-2-16,-1-2-2 0,1 1-2 0,-2-3 7 0,2 3-5 16,-1 0 1-16,0 0 5 0,0 1-6 0,-1-2 2 15,2 2 0-15,-2-2 0 0,3 0-4 0,-4 1 1 16,3-2 3-16,-2 3 1 0,1 0 1 15,1-1 4-15,2 2-8 0,-4-1 3 0,2 2-4 16,-1-3 0-16,1 2-1 0,1 2 5 0,-3-2-2 0,2 1 0 16,2 4 0-16,-3-5 0 0,0 1-2 0,1 1 2 15,-1-2-4-15,1 2 6 0,1 2 6 0,-2 0-10 16,0 1 2-16,-1-4 3 0,3 4-4 0,-2 0 1 16,0 0-1-16,-1-4 6 0,3 3-5 0,1 1-2 15,-1-3 2-15,-3-2-3 0,2 3 3 0,2 0 4 16,-1-1-2-16,-3-1-2 0,3 0 4 0,5 2-6 15,-9-1-3-15,4-2 8 0,-2 1-1 0,3 3-2 16,-3-1 0-16,2-1 0 0,1 3 5 0,-3-3-7 16,3 0-3-16,-3-2 5 0,3 5 1 15,-1-1-2-15,-2 2-5 0,3-1 5 0,-1 0 6 0,1 0-1 16,0 1-7-16,-1-1 2 0,0-1 0 0,-1 2-5 16,-1 1 5-16,3-1 2 0,-2-1 0 0,2 2-4 15,-1 1 2-15,-2-1 3 0,1-2-3 0,2 9 6 16,-2-5-7-16,-2-1 9 0,0 0-8 0,2-2 3 15,-2 2 0-15,1 0-6 0,0 0 7 0,-2-1 0 16,0 1 0-16,2 0-5 0,2 0 11 0,0 0-8 16,-4 1-1-16,2-1 1 0,-2 0-3 0,2 1 7 15,0-1-10-15,-2 1 3 0,2-1 4 0,0 0 2 16,3-1-8-16,-1 1-2 0,4-1 9 0,-3 1 0 16,-1 1-2-16,2-2-2 0,1 6 0 0,-3-6-2 15,4 0 3-15,-4 0 1 0,2 0 3 0,-2 6-1 16,3 2-1-16,-2-10-1 0,2 4 0 0,4 2-2 15,-6-2 0-15,6 3 3 0,-4-4 1 0,2 4-1 0,-3-4-5 16,3-2 7-16,0 1-4 0,-4-1 3 16,3 1-3-16,2 0-1 0,-2 0 3 0,2 5 2 15,1-7 0-15,-2 7-3 0,0-6-4 0,0 1 7 16,2-3-5-16,-2 2 4 0,-1 0-2 0,2-1 1 0,3 1-2 16,-4-2 7-16,0 2-3 0,0 0-4 0,0-3-3 15,1 2 1-15,-2 0 3 0,1 0-2 0,-3 2 3 16,4-3-2-16,-3 1 5 0,-1 0-3 15,-1-2-6-15,-1 2 0 0,3 0 7 0,-2-5 1 0,1 5-3 16,-1-4 7-16,3 3-8 0,0-1 0 0,-3-3-2 16,5 2 2-16,-6-2 1 0,4 1 0 15,-1 4-4-15,1-1 9 0,1-1-4 0,-5-4 2 0,4 4-5 16,-2-3 1-16,1 0-1 0,2 3 5 0,-2-5-3 16,0 3 2-16,1-2-3 0,1 4-4 0,-3-4 4 15,2 1-3-15,-3-2 3 0,3 1-1 0,0-1 2 16,-2 1 1-16,-1-3-4 0,3 1 2 0,-1-1-2 15,0 3-1-15,0-2 6 0,-1 3 1 0,1-1-2 16,-1-2-3-16,0 2 4 0,0 0-5 0,1-2 1 16,-1 0 1-16,-1 1-6 0,4 0 2 0,-2-1 6 15,-1 2 2-15,1-1-5 0,1 0 1 0,-2-2 3 16,0 3 1-16,1-3-1 0,-1 0 6 0,2 1 0 16,-2 1 1-16,1-1 2 0,-2 0 2 0,2-1-1 15,-1 0 0-15,-1-1-2 0,1 1 0 0,-2-2-3 16,3 0 0-16,-1 1-1 0,0-1 4 0,-2 0-7 15,3 0 6-15,-1-2 1 0,2 2 1 0,1 0-7 16,1 0 8-16,0 0-3 0,-3-1-2 0,1 1-4 16,1-1 7-16,1 0-3 0,1 0-1 0,-5-2-2 15,6 1 3-15,-5-1-1 0,1-1-1 0,1 0 1 16,-1 2-5-16,2-3 6 0,-1 0 1 0,1 0 1 0,-10 0 4 16,15 0-2-16,-8-1 0 0,-7 1-4 15,16 0 3-15,-5-3 0 0,0 2 1 0,-4-1-2 16,-7 2 2-16,15 0 0 0,-5-3-2 0,-1-2 1 15,-1 3 1-15,-1-3-3 0,5 1 1 0,-2 1 1 16,1-4 1-16,-3 4 0 0,1-3-1 0,1 0 1 16,-2 1-4-16,1-1 0 0,-1-2-2 0,1 3 2 15,-1-2 0-15,0 0 1 0,1-1-2 0,0 0-2 16,-2 0-1-16,0 1 0 0,-1-1 0 0,-1 0 1 0,2 0 0 16,-3 0-5-16,5-1 4 0,-5 1-2 15,1-1 4-15,1-1 1 0,2 1-7 0,-6-1 2 0,6-2 1 16,1-1-1-16,-3 2 1 0,0 0-1 15,-1-4 1-15,1 1-3 0,-2 1 3 0,1-2-3 0,4-2 0 16,-4 0-5-16,1 1 7 0,-1-1 0 0,-1 1-3 16,0 0 1-16,0 1 1 0,0-1-1 0,-4 5 1 15,2-5-1-15,0 2 0 0,0 2 2 16,-2 0 1-16,0-1-4 0,0-4 1 0,-2 3 1 16,0 2 2-16,2-4-6 0,0 3 4 0,-2 0-2 0,2-2 2 15,-4-2 0-15,4 2 1 0,-6-2-3 0,2 2-2 16,2 4 6-16,-1-7-5 0,-1 2 0 0,4 0 3 15,-6-1-2-15,3-1-2 0,1 3 2 0,-3-2 3 16,3 2-3-16,-3-2 0 0,5 2-2 0,-2-1 3 16,0-1 0-16,0 6 0 0,0-7-3 0,-1 2 2 15,1 0-1-15,2-1-3 0,-4 3 2 0,2-4 4 16,0 4 1-16,-2-3 1 0,2 5-3 0,-2-4-1 16,4 4 1-16,-2-1-2 0,0-3 0 0,-1-2 0 15,1 1 1-15,-2 1 0 0,2-3 1 0,-6 3 1 16,4-1-4-16,2 1 4 0,2-3-1 0,-7 3-2 15,5-1 0-15,-2 0 0 0,1 0 1 0,1 1 2 16,-2 1-2-16,1 2-1 0,-1-3 1 0,1-1 0 16,1 2 2-16,0-1 2 0,0 4-4 0,0-5-1 15,1 1 2-15,-3 1-3 0,4 3 1 0,-4-4-1 16,4-1 6-16,-4 0-2 0,0 2-4 0,-2 0 0 16,2-1 2-16,1 4 1 0,-1-4-1 0,0 4 1 15,1-2-2-15,-6-1 2 0,4 0-1 0,1-1 1 16,0 4-6-16,-1 1 7 0,-1-4 2 0,0 3-4 15,-2-5-1-15,3 2 3 0,-1 0-1 0,0 3-3 16,0-4 2-16,2 3 4 0,-1-3-3 0,1 5-2 0,2-1-1 16,-2-1 6-16,1 2-4 0,3 0 3 15,-4-2-2-15,1 1 1 0,1 1 0 0,-1-1-1 16,1 0-1-16,0 1-2 0,0 1 1 0,0-1 1 16,2-1-1-16,-4 1 3 0,3 1-8 0,-1 1 6 0,0-3 0 15,2 3 3-15,-2-3-1 0,0 0 0 16,0 1-1-16,2-3-3 0,-4 3 3 0,2 1 1 15,2-1 2-15,-2-5-6 0,0 4 1 0,0 0 1 16,2-1 1-16,-3 2 0 0,1-2-2 0,2 1 1 0,0-1-1 16,-2 1 4-16,0-4-4 0,4 1-1 0,-4 3 2 15,2-1 0-15,-4 2-1 0,4-1 3 16,-3-1 1-16,1 2-1 0,-1-1-3 0,1 2 0 16,0-2-1-16,0 0 0 0,-1 0 2 0,1-1-1 15,0 1 3-15,0-1 0 0,0 2-4 0,-2-1 2 0,3 1 0 16,-1-1-1-16,-2-5 4 0,4 5-3 0,-6 0 1 15,5 0-2-15,-2-4 1 0,-1 8 1 0,4-4-1 16,0 2-1-16,0-2 2 0,-2 1-1 0,2-1-3 16,0-5 6-16,-3 6-5 0,3-4 5 0,-4-1-3 15,4 3 3-15,0 3-3 0,0-7-3 0,0 1 4 16,0-1 0-16,0 0 1 0,-2 2 0 0,2 1-2 16,0 2-1-16,2 0 2 0,-2-4 4 0,0 1-6 15,0-1 4-15,0 4-4 0,0-1-1 0,0-1 2 16,2 2-2-16,0-1 0 0,-2 0 6 0,0 0-4 15,3-1 1-15,-3 0-4 0,0-1 1 0,0 4 0 16,2-1-4-16,-2 2 3 0,0-2 4 0,4 0 0 16,-2 1-1-16,-1-2-1 0,0-2 2 15,0 3-4-15,4 0 6 0,-5 0 0 0,2 2-5 0,0-3-7 16,0 3 13-16,1-3-2 0,-1 2 0 0,2-4-2 16,-2 2-1-16,-2 1 2 0,3 0-2 0,1 0 0 15,-2 1 0-15,3 1 1 0,-3-2 2 0,-1-3-4 16,3 3 0-16,0-4 2 0,0 4 1 0,-1 2-1 15,1-2-5-15,0 1 6 0,2 1-2 0,-4-1 3 16,2 2-3-16,-2-1 0 0,3-1-1 0,-1 0 3 16,1 0 2-16,-1 0-5 0,3 2-1 0,-2-1 4 15,-1 1-4-15,-2 2 6 0,2-1-3 0,1-1-3 16,-1 3 3-16,0-3-3 0,2 1 3 0,0 0-3 16,-1 2-1-16,1-1 4 0,-1-2 1 0,2 1 1 15,-2 3 0-15,-1-1-1 0,0-1 3 0,3 0-6 16,-2 2 2-16,-1-2 1 0,3 1-3 0,-1-3 4 15,1 1-1-15,1 2-2 0,0 0 1 0,-1-1-3 16,1 0 4-16,0 0-1 0,1 0 1 0,-3 1-3 16,1-1 3-16,-1 0-1 0,2-1-1 0,-2 1-2 15,3 0 4-15,-2-2-3 0,4-1 2 0,-4 1-1 16,1 1 1-16,0-1-5 0,1-1 5 0,-3 1 4 16,1 3-5-16,-1-2-6 0,2 3 9 0,-4 0 2 15,1 0 13-15,-1 2-4 0,2-5-3 0,0 3 1 16,-2 2-4-16,-4 3 2 0,11-7-3 0,-5 4-1 15,-1-1 1-15,0 1-2 0,-5 3-1 0,9-6 1 16,-3 4 3-16,-6 2-1 0,9-2-3 0,-9 2 0 16,10-3 4-16,-10 3-5 0,11-3-1 0,-5 2 2 15,-6 1-3-15,18-4 4 0,-9 2-2 0,0-1-2 16,3 2 1-16,-1-1-2 0,-1 1 1 0,0-1-3 16,1 2 5-16,-4-2 1 0,6 0-1 0,-4 2-2 0,0-3-1 15,-9 3 2-15,14 0 0 0,-14 0 0 16,11 0-3-16,-11 0 1 0,12 0 3 0,-12 0 1 15,13 0-5-15,-13 0 5 0,9 0-6 0,-3 3 1 16,-6-3 4-16,10 0 1 0,-10 0-4 0,10 2-1 16,-7 0 3-16,-3-2-1 0,12 2-1 0,-12-2 0 0,10 4 4 15,-5-3-2-15,-5-1-2 0,6 4-1 16,-6-4 1-16,8 5 1 0,-8-5-2 0,7 4 1 16,-3 0-1-16,0 0 7 0,-4-4-5 0,7 7-2 15,-3-3 1-15,1-1-2 0,-5-3 1 0,7 9 1 16,-3-3-1-16,1 0 1 0,-1-1 1 0,-2 1 7 0,2 1-6 15,0 0 1-15,-2 0-3 0,2 1-1 16,-2 0 0-16,2-2 5 0,-3 4-6 0,3-1 4 0,-2 1 1 16,0-1 0-16,0 1-1 0,1 0 0 15,-3 0-1-15,0 0 0 0,5-2 1 0,-3 2 0 0,0 2 1 16,3-3 1-16,-3 0-1 0,2 3-1 0,0-1 0 16,1 0-1-16,-1-1 1 0,1 1-2 0,0-2 3 15,-1 4 0-15,1 0-1 0,1 1 2 16,0 0 0-16,-2 2 2 0,2-1-1 0,-1 2-3 15,-1-2 3-15,2 2-4 0,-1-1 2 0,0 0-1 0,-1 2 1 16,1 0-3-16,-1 0 5 0,-1 0-5 0,1 1 4 16,-2-2-3-16,2 0 4 0,1 0-1 15,-2 0 4-15,1 0-5 0,1-1-1 0,-3 0 4 16,2-1-3-16,0 0-2 0,-2-3 3 0,1 1-1 0,0 0 0 16,1-2 1-16,1 4-2 0,-3 1 1 0,2-1 0 15,0 0-1-15,-3-3-1 0,1 0 4 0,2 3-3 16,-2-4 1-16,1 6 2 0,0-1-3 0,-1-3 6 15,2 4-6-15,-2-2-1 0,3 4-1 16,-1 0 5-16,-2-2-3 0,2 0-1 0,0 1-1 0,0 3 5 16,-2 3-3-16,2-6 0 0,-1 0 1 0,1 0 1 15,-2 1-2-15,1-1 3 0,-1 0-2 0,0-1 0 16,3 0 2-16,0 1-3 0,-4-3 0 0,1-1 1 16,1 1 4-16,1 0-4 0,-2-1 0 0,2 0-2 15,-1 0 0-15,-3-5 1 0,2 4 2 0,0 0 0 16,3 2 2-16,-4-2-4 0,3 3 3 0,-4-5-5 15,4 5 4-15,0-1-2 0,-3 2-3 0,1-1 3 16,0 1-1-16,2-1 2 0,-3 0-1 0,1 3-3 16,3-2 8-16,-3 2-6 0,3 1 3 0,-1-2 0 15,-2 1-1-15,2 5-4 0,1-5 3 0,-1 1 0 16,1-2-1-16,-1 1 0 0,-1-1 1 0,1 7-1 16,-1-7 0-16,3 6 2 0,1 0 2 0,-2-5-3 15,-1-1 3-15,4 8 1 0,-5-7-3 0,5 6 2 16,-5-6-2-16,4 0 1 0,-2 5 1 0,-1-6 2 15,1 0-3-15,1 2 0 0,-4 3-3 0,3-4 1 16,-1 5 1-16,-3 3-2 0,5-1 1 0,-3-1 2 16,1 2-1-16,0-2 0 0,1 1 1 0,0-1-1 15,-1-6-1-15,1 8 4 0,-3-1-2 0,4 1 0 16,0-2-4-16,0 1 3 0,-1 0 2 0,1-2 0 16,-4 0-4-16,1-5 4 0,1 5-2 0,0-5 2 15,-2 6-2-15,4-1 0 0,-2 2 3 0,3-1-2 16,-4-6-2-16,2 2 3 0,-3-2 0 0,3 0-3 15,0 0 2-15,-1-2-2 0,0 2 0 0,-1-1 0 16,1-1 1-16,3 2-2 0,2 6 6 0,-6-6-6 16,1-3 4-16,2 1-1 0,-3-1-1 0,3 0-2 15,1-1 1-15,-2-3 3 0,0 2-1 0,0-2-1 16,-2 0 1-16,4-2-3 0,-2 1 0 0,1 0-2 16,-2-1 6-16,-1 2-3 0,3-2 1 0,-1 1 3 15,4 0-7-15,-4 0 4 0,-1 1-1 0,2-1-1 16,-1 1-1-16,-1-2 2 0,1-1 2 0,-2 2 1 15,2-2-4-15,-1 1-1 0,-2-2 1 0,2 0 0 16,1 2-1-16,-2-1 5 0,1 0-1 0,-2 0-1 16,3 0 1-16,-1 0-3 0,0 1 5 0,-2-5-2 15,5 5 1-15,-3-1-3 0,2-1 1 0,-2 0-1 16,2-3-1-16,1 4 1 0,0-1 1 0,2-2 1 16,2 2-3-16,-2-3 4 0,4 1-4 0,-1-1 2 15,6 2-1-15,-1-1 0 0,0-1 3 0,0 0-3 16,2-2 3-16,-1 1-3 0,-1-3-4 0,2 0 6 15,0 2-1-15,3-3-1 0,-1 1 1 0,-1 1-1 16,1-4-1-16,-3 2 2 0,0 0-1 0,1 2 1 16,-3-2-6-16,-4-2-11 0,-1 4-6 0,-4-4-12 15,-7 2-1-15,16 0-3 0,-12-3-13 0,-4 3-18 16,0 0-20-16,13-5-19 0,-13 5-17 0,11-6-9 16,-6 1-13-16,-1-4-148 0,1 1-319 0,0 0 142 15</inkml:trace>
  <inkml:trace contextRef="#ctx0" brushRef="#br0" timeOffset="39490.41">19232 9139 11 0,'-8'0'12'0,"8"0"4"16,0 0 2-16,0 0 0 0,0 0 4 0,0 0-5 0,0 0-2 16,0 0 1-16,0 0 2 0,0 0 3 0,0 0-7 15,0 0 6-15,0 0-4 0,0 0 4 0,0 0-6 16,0 0 6-16,0 0 2 0,0 0 3 0,0 0-2 16,0 0 3-16,0 0 1 0,0 0 6 0,0 0-7 15,0 0 0-15,0 0-2 0,0 0 5 0,0 0-1 16,0 0 1-16,0 0 0 0,0 0-7 0,0 0-6 15,-5-7 1-15,5 7 2 0,0 0 3 0,0 0-2 16,0 0-11-16,0 0-4 0,0 0 15 0,0 0-11 16,0 0-7-16,0 0 2 0,-4-6 1 0,4 6-2 15,0 0 5-15,0 0-6 0,0 0 0 0,0 0 2 16,0 0 0-16,0 0 1 0,0 0-6 0,-4-6 2 16,4 6 0-16,0 0 0 0,0 0 7 0,0 0-11 15,0 0 7-15,0 0-5 0,-6-3 5 0,6 3-1 16,0 0-2-16,0 0-2 0,-9-3 0 0,9 3 0 15,0 0 6-15,0 0-9 0,-9-4 0 0,9 4 9 16,0 0-8-16,-9 0 0 0,9 0-2 0,-10-4-1 16,10 4-3-16,-10-1 8 0,10 1 1 0,-11-2 1 15,11 2-5-15,-11-3 7 0,11 3-3 0,-10-3 2 16,10 3 0-16,-9-2-10 0,9 2 11 16,-8-2-3-16,8 2-6 0,-7-3 2 0,7 3 0 0,0 0 11 15,0 0-6-15,-11 0-6 0,11 0 5 0,0 0-1 16,0 0-6-16,0 0 11 0,-6-3-4 0,6 3 3 15,0 0-6-15,0 0-1 0,0 0 3 0,0 0 4 0,0 0 2 16,0 0-5-16,0 0 3 0,0 0 0 16,0 0-11-16,0 0 6 0,0 0 3 0,0 0 0 15,0 0-5-15,0 0 10 0,0 0-4 0,0 0-5 16,0 0 2-16,0 0-2 0,0 0 7 0,0 0-2 0,0 0-1 16,0 0-1-16,0 0 4 0,0 0-1 0,0 0-3 15,0 0 0-15,0 0 5 0,0 0-10 0,0 0 2 16,0 0 0-16,0 0 0 0,0 0 11 15,0 0-7-15,0 0-1 0,0 0 0 0,0 0 2 0,-10-1-3 16,10 1-3-16,0 0 13 0,0 0-7 0,0 0-2 16,0 0-5-16,0 0 5 0,0 0 4 0,0 0-11 15,0 0 6-15,0 0-5 0,0 0 1 16,0 0 8-16,0 0-8 0,0 0-2 0,0 0-7 0,0 0-13 16,0 0-7-16,0 0-9 0,0 0-8 0,0 0-7 15,0 0-38-15,0 0-103 0,0 0 47 0</inkml:trace>
  <inkml:trace contextRef="#ctx0" brushRef="#br0" timeOffset="41231.08">19117 10803 5 0,'0'0'73'0,"0"0"-7"0,0 0-12 0,0 0-1 16,0 0-9-16,0 0-7 0,0 0-1 0,0 0-6 15,0 0-3-15,0 0-16 0,0 0-9 0,0 0 0 16,0 0-12-16,0 0 0 0,-10 1-2 0,10-1-11 16,0 0 0-16,0 0-8 0,0 0-25 0,0 0-60 15,0 0 27-15</inkml:trace>
  <inkml:trace contextRef="#ctx0" brushRef="#br0" timeOffset="43299.59">19265 9088 16 0,'0'0'106'15,"0"0"0"-15,0 0-3 0,0 0-1 0,0 0-10 0,0 0-7 16,0 0-4-16,0 0-1 0,0 0-3 16,-7-4-1-16,7 4-5 0,0 0-8 0,0 0-5 15,0 0-2-15,0 0-8 0,0 0-4 0,0 0-5 0,0 0 1 16,0 0-12-16,0 0 0 0,0 0-6 15,0 0-13-15,0 0-6 0,0 0-14 0,0 0-23 16,0 0-14-16,0 0-29 0,0 0-11 0,0 0-12 0,0 0-80 16,0 0-194-16,0 0 87 0</inkml:trace>
  <inkml:trace contextRef="#ctx0" brushRef="#br0" timeOffset="43857.59">18984 10762 55 0,'0'0'66'15,"0"0"-7"-15,0 0-4 0,0 0-9 0,0 0-19 16,0 0-11-16,0 0-8 0,0 0-14 0,0 0-12 16,0 0-3-16,0 0-4 0,0 0-19 0,0 0-48 15,0 0 22-15</inkml:trace>
  <inkml:trace contextRef="#ctx0" brushRef="#br0" timeOffset="44103.3">19181 10982 11 0,'0'0'83'0,"0"0"-15"0,0 0-22 16,0 0-7-16,0 0-15 0,0 0-18 0,0 0-15 16,-7 3-12-16,7-3-21 0,-8 7-44 0,4-3 19 15</inkml:trace>
  <inkml:trace contextRef="#ctx0" brushRef="#br0" timeOffset="44739.66">19055 12382 17 0,'2'7'98'15,"-2"-7"-9"-15,0 0-4 0,0 0-9 0,0 0-5 16,0 0-16-16,0 0 0 0,0 0-7 0,0 0-7 16,0 0-4-16,0 0-3 0,0 0-5 0,0 0-4 15,0 0 7-15,0 0-11 0,0 0-2 0,0 0 4 16,0 0-13-16,0 0-1 0,0 0-8 0,0 0-13 16,0 0-5-16,0 0-12 0,0 0-17 0,0 0-14 15,0 0-59-15,0 0-128 0,0 0 57 0</inkml:trace>
  <inkml:trace contextRef="#ctx0" brushRef="#br0" timeOffset="45771.99">19144 9131 52 0,'0'0'79'0,"-4"-7"-11"0,4 7 0 16,0 0 0-16,0 0-9 0,0 0 0 0,0 0-13 16,0 0-1-16,0 0-7 0,0 0-5 0,0 0-2 15,0 0-5-15,-1-9-4 0,1 9 3 0,0 0 2 16,0 0-6-16,0 0 0 0,0 0-3 0,0 0-1 16,0 0-7-16,0 0 1 0,0 0-6 0,0 0-9 15,0 0-15-15,0 0-11 0,0 0-3 0,0 0-12 16,0 0 2-16,0 0-7 0,0 0-4 0,0 0-2 15,0 24-31-15,0-24-92 0,-4 16 41 0</inkml:trace>
  <inkml:trace contextRef="#ctx0" brushRef="#br0" timeOffset="46288.01">19102 10948 40 0,'0'0'89'0,"0"0"-8"0,0 0-7 15,0 0-12-15,0 0-6 0,0 0-7 0,0 0-10 16,0 0-3-16,0 0-19 0,0 0-9 0,0 0-13 15,0 0-15-15,0 0-11 0,0 0-11 0,0 0-2 16,0 0-25-16,0 0-73 0,0 0 32 0</inkml:trace>
  <inkml:trace contextRef="#ctx0" brushRef="#br0" timeOffset="52206.23">19118 9143 17 0,'0'0'18'0,"0"0"-1"0,0 0 0 16,0 0-2-16,0 0-4 0,10-1 2 0,-10 1-4 15,0 0 0-15,0 0 1 0,0 0 0 0,0 0 0 16,0 0 1-16,6-5-2 0,-6 5 2 0,0 0 8 16,0 0-5-16,0 0 7 0,0 0 5 0,0 0 3 15,0 0 7-15,0 0 0 0,0 0 8 0,0 0 5 16,0 0 4-16,0 0-4 0,0 0 10 0,0 0-9 16,0 0 1-16,0 0 5 0,0 0-1 0,0 0-8 15,0 0-5-15,0 0 6 0,0 0-8 0,0 0 2 16,0 0-8-16,0 0 2 0,0 0-5 0,0 0 2 15,0 0-7-15,0 0 1 0,0 0-1 0,0 0-1 16,-4-11 1-16,4 11 0 0,0 0-7 0,0 0 2 16,0 0 1-16,0 0-8 0,0 0 1 0,0 0 0 15,0 0-6-15,0 0 5 0,0 0-6 0,0 0 1 0,0 0-2 16,0 0 3-16,0 0-4 0,0 0-1 0,0 0 4 16,0 0 0-16,0 0 2 0,0 0-3 0,0 0 1 15,0 0 2-15,0 0-6 0,0 0-2 0,0 0 0 16,5-4 3-16,-5 4-4 0,0 0 3 0,9-3-7 15,-9 3-1-15,0 0 3 0,6-5 1 0,-6 5 3 16,0 0-3-16,5-4 1 0,-5 4-1 0,0 0-3 16,0 0-2-16,0 0 3 0,5-5 2 0,-5 5-1 15,0 0-6-15,0 0 3 0,0 0 4 0,0 0-4 16,0 0 6-16,0 0 2 0,0 0 1 0,0 0 0 16,0 0 10-16,0 0-7 0,0 0 2 0,0 0-7 15,0 0 3-15,0 0-2 0,0 0 5 0,0 0-5 16,0 0 5-16,-9-12-9 0,9 12 0 0,0 0 4 15,0 0 0-15,0 0-2 0,0 0 1 0,0 0-6 16,0 0 0-16,0 0 2 0,0 0 0 0,0 0-2 16,0 0 4-16,0 0-4 0,-9-2-2 0,9 2 4 0,0 0 1 15,-11-1-9-15,11 1 9 0,-9 0-6 16,9 0 1-16,0 0 3 0,-10-3-4 0,10 3 1 0,0 0 13 16,0 0-16-16,-9-4 5 0,9 4-12 0,0 0 12 15,0 0-11-15,0 0 6 0,0 0 1 0,0 0-2 16,0 0-8-16,0 0 4 0,0 0-2 0,0 0 2 15,0 0-5-15,0 0 13 0,0 0-12 16,0 0 1-16,0 0 3 0,0 0 4 0,0 0-1 0,0 0 3 16,0 0-3-16,0 0-1 0,0 0 3 0,0 0 6 15,0 0-1-15,24 7-1 0,-24-7-2 0,0 0 3 16,0 0-4-16,0 0 3 0,0 0 5 0,8 0-3 16,-8 0 1-16,0 0 1 0,0 0 0 0,0 0 5 15,0 0 1-15,0 0-4 0,0 0 0 0,0 0 3 16,0 0 3-16,0 0 1 0,0 0-4 0,0 0 0 15,0 0 0-15,0 0 3 0,-23-8 3 0,23 8 3 16,0 0-6-16,-9-3 5 0,9 3-4 0,0 0-2 16,0 0-1-16,0 0-1 0,-7-3 2 0,7 3-2 15,0 0-3-15,0 0 0 0,0 0-1 0,0 0 0 16,0 0-2-16,0 0 4 0,0 0-6 0,0 0-2 0,0 0-1 16,0 0 3-16,0 0 1 0,0 0 8 15,27 6-6-15,-20-5 6 0,0 0-8 0,1 1 6 0,2-2-4 16,-10 0 1-16,13 1-4 0,-5 0 1 0,-8-1-2 15,9 0-2-15,-9 0 6 0,7 2 1 0,-7-2-3 16,0 0 2-16,0 0-5 0,0 0 5 16,12 0 2-16,-12 0 6 0,0 0 2 0,0 0 0 0,0 0 2 15,0 0 9-15,0 0-4 0,0 0 5 0,0 0 5 16,0 0-2-16,0 0 2 0,0 0-6 0,0 0-3 16,0 0-1-16,0 0 0 0,0 0-2 0,-25-9-8 15,25 9 5-15,0 0-6 0,0 0 1 0,0 0-1 16,-7-3-1-16,7 3-2 0,0 0 5 0,0 0-9 15,0 0 3-15,0 0-6 0,0 0 0 0,0 0 3 16,0 0-2-16,-9-4-7 0,9 4-6 0,0 0-7 16,0 0-14-16,0 0-5 0,0 0-26 0,0 0-24 15,0 0-4-15,0 0-20 0,0 0-2 0,0 0-3 16,1 19-84-16,-1-19-220 0,-1 7 97 0</inkml:trace>
  <inkml:trace contextRef="#ctx0" brushRef="#br0" timeOffset="53799.05">19219 12377 20 0,'0'0'44'0,"0"0"2"0,0-8-6 16,0 8 4-16,0 0-10 0,0 0 1 0,0 0 0 15,0 0 6-15,-2-11-12 0,2 11 0 0,0 0-3 16,0 0 3-16,0 0-8 0,0 0-4 0,0 0 0 16,0 0-4-16,0 0-1 0,0 0-2 0,-3-8 5 15,3 8-3-15,0 0-6 0,0 0 4 0,0 0-5 16,0 0 3-16,-10 0-7 0,10 0 3 0,0 0-7 15,-13 2 11-15,13-2-3 0,0 0 4 0,-14 0-4 16,14 0 1-16,-11-2-3 0,11 2-2 0,-12 0 3 16,12 0 0-16,-12-1-2 0,12 1 0 0,-11-2 11 0,11 2-2 15,-9 0 0-15,9 0-2 0,0 0 1 16,-8-2 1-16,8 2-3 0,0 0 5 0,0 0-2 16,0 0-1-16,0 0-3 0,0 0 5 0,0 0-3 15,0 0 10-15,0 0-13 0,0 0 7 0,33 1-3 0,-22 0-4 16,0-1-1-16,2 0 2 0,-1 2 1 15,3-2-5-15,-2 0-9 0,1 1 6 0,-4-1-3 16,2 0 4-16,-1 0-1 0,-3 0 0 0,-8 0 5 16,12 0-5-16,-5 2-5 0,-7-2 4 0,9 0-3 15,-9 0 11-15,0 0-4 0,0 0 4 0,10 0 6 16,-10 0-3-16,0 0-3 0,0 0 2 0,0 0 2 16,0 0-3-16,0 0 1 0,0 0-3 0,-29-3 12 15,18 0-7-15,11 3-8 0,-19-3 4 0,12 3-1 16,-5-2 14-16,3 1-13 0,0 1-7 0,-1-1 8 0,-2 1 8 15,12 0-11-15,-14-3 6 0,9 2-4 16,5 1 0-16,-11 0 1 0,11 0 3 0,0 0-6 0,0 0 10 16,-12 0-7-16,12 0 4 0,0 0-17 15,0 0 9-15,0 0 7 0,0 0-2 0,0 0-3 0,0 0 2 16,0 0-3-16,0 0 0 0,0 0-8 0,0 0 18 16,32-2-10-16,-20 1-1 0,0-1 3 0,0 2-2 15,1 0-2-15,0 0 3 0,-2-2-1 0,2 1 0 16,-6 1 0-16,-7 0 0 0,17-3-11 0,-11 3 7 15,-6 0-2-15,13-2 8 0,-13 2-11 0,10-1 9 16,-10 1-2-16,8 0 4 0,-8 0-9 0,0 0 15 16,0 0-8-16,0 0 4 0,0 0-5 0,0 0 5 15,0 0 2-15,-23-8 1 0,23 8-7 0,-18-2 5 16,11 2-1-16,-1-2 1 0,8 2 12 0,-13 0-11 16,13 0 0-16,-13 2-10 0,13-2 2 0,0 0 4 15,-11-2 1-15,11 2-6 0,0 0 1 0,-9 2-1 16,9-2 6-16,0 0-4 0,0 0-5 0,0 0-10 15,0 0 4-15,0 0-6 0,0 0-17 0,0 0-16 16,24 13-17-16,-15-10-18 0,-1 2-26 0,3-2-70 16,-4-1-191-16,5 1 85 0</inkml:trace>
  <inkml:trace contextRef="#ctx0" brushRef="#br0" timeOffset="55400.49">22757 12368 27 0,'0'0'35'0,"-9"-4"1"16,9 4 0-16,-7-2-2 0,7 2 1 15,-7-3-10-15,7 3 6 0,0 0 2 0,-8-4-6 16,8 4 5-16,0 0 3 0,0 0-5 0,0 0-8 16,-8-3-7-16,8 3 1 0,0 0 4 0,0 0-10 0,0 0 6 15,0 0 1-15,0 0-6 0,22-2 1 0,-9 2-6 16,0 0 3-16,6-1 5 0,0 2-8 15,3-2 3-15,4 2-5 0,-3-1 6 0,-2 0-8 16,8 0-10-16,0 2 13 0,0-1-3 0,0 0 6 0,1-2-3 16,0 1-4-16,1 0 7 0,1 0-2 15,-1-1-9-15,-1 1 8 0,-2 0-7 0,-6-2 4 16,-3 2-2-16,2 0 4 0,-3-1-2 0,-6 1 6 0,0 0-3 16,-2 1-7-16,-2-1-1 0,-8 0 4 15,11 0 1-15,-11 0-6 0,0 0 6 0,0 0 2 0,0 0 0 16,0 0-9-16,0 0 4 0,0 0 1 0,0 0 2 15,0 0-4-15,-39-1 0 0,27 1 1 16,-2-3 6-16,1 3-4 0,2-1-2 0,-2-1 0 0,1 2 6 16,-1-2-4-16,1 0-8 0,2 0 7 0,-2 1 0 15,3-2 0-15,9 3-2 0,-14 0 3 0,14 0-4 16,-7-3 9-16,7 3-7 0,0 0 6 0,0 0 0 16,0 0-5-16,0 0 2 0,0 0-1 0,0 0-3 15,0 0 1-15,32-4-1 0,-18 4 7 0,0 1-3 16,3-1-6-16,0 0-3 0,1 1-12 0,0-1-14 15,-4 0-10-15,4 0-53 0,-5 2-103 0,-3-2 47 16</inkml:trace>
  <inkml:trace contextRef="#ctx0" brushRef="#br0" timeOffset="60307.35">13827 5086 33 0,'0'0'57'0,"0"0"-6"0,0 0-1 0,0 0 1 16,0 0-2-16,0 0-3 0,0 0-2 0,0 0-2 15,0 0 3-15,0 0-1 0,0 0-7 0,0 0-1 16,0 0 4-16,0 0-2 0,0 0-7 0,0 0-4 16,0 0 4-16,0 0 2 0,0 0-10 0,0 0 3 15,0 0-2-15,0 0 1 0,0 0-1 0,0 0-3 16,0 0-6-16,0 0 4 0,0 0-8 0,0 0 2 15,0 0 5-15,0 0-7 0,0 0-4 0,0 0-2 16,0 0-16-16,0 0-17 0,0 0-11 0,0 0-29 16,0 0-20-16,0 0-45 0,0 0-142 0,0 0 63 15</inkml:trace>
  <inkml:trace contextRef="#ctx0" brushRef="#br0" timeOffset="61918.03">12239 6238 23 0,'-9'-7'76'0,"9"7"-4"0,0 0-10 0,0 0-8 0,0 0-9 16,0 0-11-16,0 0-2 0,0 0-18 0,0 0-8 15,0 0-18-15,0 0-8 0,0 0-11 0,0 0-29 16,0 0-64-16,0 0 29 0</inkml:trace>
  <inkml:trace contextRef="#ctx0" brushRef="#br0" timeOffset="70139.34">11793 9854 35 0,'0'0'46'15,"0"0"-4"-15,0 0 0 0,0 0-8 0,0 0 3 16,0 0-3-16,0 0-4 0,0 0 1 0,0 0 1 16,0 0-10-16,0 0 4 0,0 0-3 0,0 0 4 15,0 0-8-15,0 0 5 0,0 0 1 0,0 0-3 16,0 0-3-16,0 0-1 0,0 0-1 0,0 0-1 15,0 0-2-15,0 0 2 0,0 0-3 0,0 0 4 0,0 0 2 16,0 0-10-16,0 0 0 0,0 0-7 0,0 0 4 16,0 0 1-16,0 0-1 0,0 0-2 15,0 0 0-15,0 0 6 0,0 0-9 0,0 0-1 0,0 0 3 16,0 0-1-16,0 0-2 0,0 0 4 0,0 0-4 16,0 0 3-16,0 0-4 0,0 0 3 0,0 0-1 15,0 0 4-15,0 0-9 0,0 0 8 0,0 0-7 16,0 0 6-16,0 0 2 0,0 0-5 0,0 0 1 15,0 0-2-15,0 0 1 0,0 0-3 0,0 0 5 16,0 0 3-16,0 0-5 0,0 0-5 0,0 0 2 16,0 0 9-16,0 0-2 0,0 0-4 0,0 0-3 15,0 0 9-15,0 0-4 0,0 0-4 0,0 0 2 16,0 0 0-16,0 0-6 0,0 0 3 0,0 0 5 0,0 0 8 16,0 0-14-16,0 0 2 0,0 0-2 15,0 0 0-15,0 0 4 0,0 0 2 0,0 0-2 0,0 0-3 16,0 0 3-16,0 0-5 0,0 0-1 0,0 0 1 15,0 0 5-15,0 0 0 0,0 0-5 0,0 0 6 16,0 0-2-16,0 0-3 0,0 0-2 0,0 0 13 16,0 0-10-16,0 0 9 0,0 0-10 0,0 0 1 15,0 0-3-15,0 0-2 0,0 0-3 0,0 0 1 16,0 0 0-16,0 0 5 0,0 0-1 0,0 0-7 16,0 0 9-16,0 0-12 0,6 4 1 0,-6-4 1 0,0 0-5 15,0 0-3-15,0 0 4 0,0 0-13 0,0 0 3 16,0 0-6-16,0 0-8 0,0 0-32 15,0 0-79-15,0 0 36 0</inkml:trace>
  <inkml:trace contextRef="#ctx0" brushRef="#br0" timeOffset="71467.02">11169 10623 31 0,'0'0'50'0,"10"0"-4"15,-10 0-10-15,0 0-3 0,0 0-7 0,0 0 2 0,0 0-5 16,0 0-3-16,0 0 3 0,0 0-8 0,6 3 8 16,-6-3-13-16,0 0-3 0,0 0 4 0,0 0-5 15,0 0-7-15,0 0-6 0,0 0 10 0,0 0-15 16,0 0-5-16,0 0-8 0,0 0-31 16,0 0-58-16,0 0 25 0</inkml:trace>
  <inkml:trace contextRef="#ctx0" brushRef="#br0" timeOffset="72405.14">12915 10862 4 0,'0'0'7'0,"-4"10"1"16,4-10-2-16,0 0-2 0,0 0-2 0,0 0 2 15,0 0-2-15,0 0 3 0,0 0 0 0,0 0 0 16,0 0-7-16,0 0 5 0,0 0-3 0,0 0 2 16,0 0 0-16,0 0 0 0,0 0-2 0,0 0-1 15,0 0 4-15,0 0 1 0,0 0-4 0,0 0 5 16,0 0-7-16,0 0 3 0,0 0-1 0,0 0 1 16,0 0 2-16,6 4-2 0,-6-4-3 0,0 0 4 15,0 0-5-15,0 0 5 0,0 0-5 0,0 0 3 16,0 0-1-16,0 0 2 0,0 0-5 0,0 0 10 15,0 0-8-15,0 0 2 0,0 0-3 0,0 0-9 16,0 0-12-16,0 0 6 0</inkml:trace>
  <inkml:trace contextRef="#ctx0" brushRef="#br0" timeOffset="73172.13">14175 10951 20 0,'0'0'50'0,"0"0"-3"0,0 0-4 16,0 0-8-16,0 0-1 0,0 0-4 0,0 0-3 15,0 0-11-15,0 0-3 0,0 0-7 0,0 0-1 0,0 0-5 16,0 0-14-16,0 0-11 0,-15-15-24 0,15 15-51 16,-12-5 23-16</inkml:trace>
  <inkml:trace contextRef="#ctx0" brushRef="#br0" timeOffset="76704.64">23067 16512 8 0,'0'0'52'0,"0"0"-6"0,0 0 6 15,0 0-8-15,0 0-10 0,0 0 2 0,0 0-3 16,0 0 0-16,0 0-8 0,0 0-1 0,0 0 1 16,0 0-3-16,0 0 2 0,0 0-4 0,0 0-10 15,0 0 5-15,-8-10-6 0,8 10-1 0,0 0-1 16,0 0-2-16,0 0 11 0,-3-7-13 15,3 7 3-15,0 0-2 0,0 0 1 0,-7-5 1 0,7 5 2 16,0 0 0-16,0 0-2 0,0 0-1 0,0 0-2 16,0 0-2-16,0 0 0 0,0 0 12 0,0 0-3 15,0 0-1-15,-15 6-6 0,15-6-2 0,0 0 6 16,-5 5 2-16,5-5 6 0,0 0-18 0,0 0 10 16,-7 6-3-16,7-6 6 0,0 0-13 15,0 0 8-15,0 0-7 0,-3 5 4 0,3-5 0 16,0 0 3-16,0 0 0 0,0 0 1 0,0 0-3 15,0 0-1-15,0 0 4 0,0 0-1 0,0 0-2 16,0 0-2-16,0 0-8 0,0 0 7 0,0 0 3 16,0 0 1-16,0 0-4 0,0 0 4 0,0 0 1 15,0 0-3-15,0 0 1 0,0 0-6 0,12-16 3 16,-12 16 3-16,0 0-2 0,0 0 3 0,0 0-5 16,0 0 2-16,0 0-3 0,0 0 2 0,0 0-1 15,0 0-4-15,0 0 6 0,0 0 4 0,0 0 5 16,0 0-1-16,0 0-3 0,0 0-3 0,-15 15 3 15,15-15-4-15,-4 8 7 0,4-8-14 0,-1 7 9 16,1-7 0-16,-1 8 1 0,1-8-5 0,0 0 8 16,0 0 1-16,2 9 2 0,-2-9-2 0,7 2-3 15,-7-2 4-15,0 0-7 0,12-1 0 16,-12 1 4-16,11-4-4 0,-11 4-2 0,7-3-3 0,-7 3 7 16,10-5-3-16,-10 5 2 0,8-6-1 0,-5 2-1 15,1 0 1-15,-4 4-8 0,0 0 6 0,6-13-4 16,-6 9-1-16,0 4 4 0,0 0 2 0,0 0 4 15,0-12-6-15,0 12 1 0,0 0-4 0,0 0 3 16,0 0-13-16,0 0 11 0,0 0-8 16,0 0 13-16,0 0 0 0,0 0-10 0,0 0 6 15,0 0 7-15,0 0 3 0,0 0 3 0,0 0-4 16,-18 13-4-16,18-13 6 0,-3 6-9 0,3-6 9 16,0 0-7-16,-2 7 4 0,2-7 1 0,0 0-10 15,0 0 7-15,0 0 1 0,0 0 2 0,0 7-7 16,0-7 5-16,0 0-3 0,0 0 7 0,0 0 0 15,0 0-4-15,0 0 4 0,0 0-7 0,0 0 4 16,0 0-1-16,0 0-6 0,0 0 13 0,0 0-15 16,0 0 5-16,0 0 2 0,17-20-3 0,-17 20-4 15,0 0 2-15,0 0 0 0,-2-12-7 0,2 12 3 16,0 0 1-16,0 0 4 0,0 0-3 0,0 0 3 16,0 0-6-16,-5-11 16 0,5 11-18 0,0 0-2 15,0 0 10-15,0 0-1 0,0 0-2 0,0 0 2 16,0 0 2-16,0 0 4 0,0 0-10 0,0 0 5 15,-23 17-5-15,23-17 6 0,0 0 2 16,-6 7-8-16,6-7 10 0,-1 4-10 0,1-4 8 16,0 0-8-16,0 0 10 0,0 0 3 0,0 9-6 15,0-9-2-15,0 0 3 0,0 0-2 0,0 0-6 0,0 0 7 16,0 0-1-16,0 0 2 0,0 0-5 0,0 0 15 16,0 0-12-16,14-14 3 0,-14 14-4 15,0 0 12-15,0 0-12 0,0 0-14 0,0 0 17 0,-4-18-13 16,4 18 9-16,0 0-7 0,0 0 4 15,0 0 5-15,0 0-10 0,0 0-3 0,0 0 8 16,-8-7 3-16,8 7-3 0,0 0 3 0,0 0-2 16,0 0 4-16,0 0-9 0,0 0 5 0,0 0 8 15,0 0-4-15,-13 19 7 0,13-19-13 0,0 0 0 16,0 5-7-16,0-5 7 0,0 0 6 0,0 0 3 16,0 0-8-16,0 0 9 0,0 0 1 0,0 0-4 15,0 0 1-15,0 0-8 0,0 0 8 0,17 0 1 16,-17 0 3-16,0 0 1 0,0 0-6 0,0 0 0 15,0 0 3-15,8-12 2 0,-8 12-3 0,0 0-6 16,0 0-5-16,0 0 4 0,0 0 2 0,0 0 6 16,0 0-5-16,0 0-6 0,0 0 1 0,-11-19 11 15,11 19-5-15,0 0-8 0,0 0 6 0,0 0 5 16,-18 4-4-16,18-4 5 0,0 0-4 0,-14 10-8 16,14-10 4-16,-9 6 2 0,9-6-2 0,-6 5-7 15,6-5 7-15,0 0 1 0,-5 8 2 16,5-8 9-16,0 0-7 0,0 0 5 0,0 0-5 15,0 0-1-15,1 10 5 0,-1-10-4 0,0 0 1 0,0 0 1 16,0 0-2-16,0 0 4 0,0 0-4 0,0 0 2 16,0 0-4-16,0 0 0 0,25-16 2 15,-25 16-2-15,3-4 1 0,-3 4-6 0,0 0 6 0,0 0-5 16,3-13 3-16,-3 13 6 0,0 0-14 0,0 0 9 16,0 0-2-16,2-10-2 0,-2 10 1 15,0 0-5-15,0 0 2 0,0 0 6 0,0 0-6 16,0 0 9-16,0 0-10 0,0 0 10 0,0 0-14 15,0 0 3-15,0 0 6 0,0 0-7 0,0 0-6 16,0 0 5-16,0 0 3 0,0 0-1 0,-11 20 0 16,11-20 1-16,0 0 1 0,0 0-7 0,0 0-1 15,8 8 1-15,-8-8-1 0,0 0 3 0,10 0 1 16,-10 0-3-16,0 0 14 0,0 0-10 0,0 0-1 16,0 0 9-16,0 0-9 0,9-9 10 0,-9 9-7 15,0 0 12-15,0 0-6 0,0 0 19 0,0 0-18 16,0 0 13-16,0 0-14 0,0 0 6 0,0 0-2 15,0 0 3-15,0 0-1 0,0 0-1 16,0 0-2-16,0 0-2 0,0 0-2 0,0 0 8 16,0 0-6-16,0 0 8 0,0 0-15 0,0 0-7 0,0 0-8 15,0 0-21-15,0 0-19 0,0 0-19 16,-21 10-52-16,21-10-141 0,0 0 64 0</inkml:trace>
  <inkml:trace contextRef="#ctx0" brushRef="#br0" timeOffset="79774.98">23005 10677 39 0,'0'0'36'0,"0"0"-3"0,0 0-3 0,0 0-3 16,0 0-2-16,0 0 1 0,0 0 7 16,0 0-12-16,0 0 4 0,0 0-2 0,0 0-1 0,0 0-2 15,0 0-1-15,0 0 1 0,0 0-2 0,0 0-3 16,0 0 3-16,0 0-1 0,0 0-3 0,0 0 0 16,0 0 0-16,0 0-3 0,0 0 0 0,0 0-2 15,0 0 6-15,0 0-8 0,0 0-1 0,0 0 0 16,0 0-2-16,0 0 0 0,0 0-2 0,0 0 2 15,0 0-2-15,0 0 0 0,0 0-5 16,0 0 5-16,0 0 0 0,0 0-3 0,0 0 2 16,0 0 2-16,0 0-4 0,0 0 5 0,0 0-1 0,0 0-5 15,0 0 4-15,0 0-5 0,0 0 9 0,0 0-7 16,0 0-4-16,0 0 5 0,0 0 1 0,0 0 0 16,0 0 0-16,0 0 5 0,0 0-5 0,0 0-4 15,0 0 2-15,0 0-4 0,0 0-7 0,0 0-3 16,0 0 2-16,0 0-10 0,0 0-8 0,0 0-5 15,0 0-6-15,0 0-30 0,0 0-77 0,0 0 34 16</inkml:trace>
  <inkml:trace contextRef="#ctx0" brushRef="#br0" timeOffset="81147.1">18176 10727 11 0,'5'-17'56'0,"2"-1"-3"16,-2-1-13-16,-1 1-5 0,2-6-2 0,-1 5-5 15,2-3-3-15,0-4-8 0,-2 2 1 0,3-2-8 16,-1 2 4-16,0-3-12 0,-2 1-5 0,0-3-1 15,-3-1-25-15,0 0-22 0,-1-3-56 0,2-1 25 16</inkml:trace>
  <inkml:trace contextRef="#ctx0" brushRef="#br0" timeOffset="84667.35">24371 10314 55 0,'0'0'82'0,"0"0"-6"0,0 0-7 0,0 0-7 16,4-4-20-16,-4 4 7 0,0 0-10 0,0 0-2 15,0 0-11-15,0 0-4 0,0-10-12 16,0 10-16-16,0 0-3 0,0 0-2 0,0 0 2 0,0 0-3 15,-8-12-11-15,8 12-1 0,-4-6-6 0,4 6-4 16,-8-7-2-16,7 3-27 0,1 4-67 0,-6-13 29 16</inkml:trace>
  <inkml:trace contextRef="#ctx0" brushRef="#br0" timeOffset="89146.92">22810 9211 52 0,'-7'-5'47'0,"7"5"-8"0,0 0-5 0,-9-3-8 16,9 3-13-16,-8 0-5 0,8 0-12 0,-14 0-9 15,14 0-21-15,-19 0-36 0,7 3 15 0</inkml:trace>
  <inkml:trace contextRef="#ctx0" brushRef="#br0" timeOffset="90038.64">19190 9167 26 0,'0'0'53'16,"0"0"0"-16,0 0-3 0,0 0-2 0,0 0 3 15,0 0-2-15,0 0-2 0,0 0 1 0,0 0-6 16,0 0 11-16,0 0-12 0,0 0 3 0,-8-2-8 16,8 2-1-16,0 0-6 0,0 0 1 0,0 0 3 15,0 0-7-15,0 0 2 0,0 0-3 0,0 0-3 0,0 0 1 16,0 0-2-16,0 0-2 0,0 0-5 16,0 0 0-16,0 0-9 0,0 0 4 0,0 0-5 15,0 0 3-15,0 0-4 0,0 0-3 0,0 0-8 16,0 0-7-16,0 0-13 0,0 0-6 0,0 0-10 0,0 0-11 15,0 0 7-15,0 0-9 0,0 0-5 0,0 0 0 16,24 12-35-16,-19-10-103 0,2 1 46 0</inkml:trace>
  <inkml:trace contextRef="#ctx0" brushRef="#br0" timeOffset="91063.25">22782 12352 48 0,'0'0'61'0,"0"0"-7"16,0 0-1-16,0 0 0 0,0 0-8 0,0 0-1 15,0 0 0-15,0 0-5 0,5-6-10 0,-5 6 1 16,0 0 1-16,0 0-4 0,0 0-7 0,0 0-16 0,0 0-18 16,0 0-9-16,-24 0-15 0,24 0-47 15,-17-1-92-15,5 1 42 0</inkml:trace>
  <inkml:trace contextRef="#ctx0" brushRef="#br0" timeOffset="91671.29">19826 12395 35 0,'0'0'47'0,"0"0"-8"0,0 0 0 15,0 0-5-15,-1 6-3 0,1-6-3 16,0 0-3-16,0 0-2 0,0 0-5 0,-4 6-3 0,4-6-6 15,0 0-3-15,0 0 1 0,0 0-6 0,0 0-7 16,0 0-10-16,0 0-10 0,0 0-26 0,0 0-56 16,0 0 25-16</inkml:trace>
</inkml:ink>
</file>

<file path=ppt/ink/ink26.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1-01-25T10:02:43.087"/>
    </inkml:context>
    <inkml:brush xml:id="br0">
      <inkml:brushProperty name="width" value="0.05292" units="cm"/>
      <inkml:brushProperty name="height" value="0.05292" units="cm"/>
      <inkml:brushProperty name="color" value="#FF0000"/>
    </inkml:brush>
  </inkml:definitions>
  <inkml:trace contextRef="#ctx0" brushRef="#br0">23061 16452 1 0,'0'0'23'0,"0"0"1"0,0 0-4 0,-13-11 5 16,13 11-7-16,0 0 6 0,0 0-7 0,0 0-1 15,0 0 0-15,0 0-1 0,0 0 8 0,0 0-6 16,0 0-2-16,0 0-3 0,-5-10 3 0,5 10-3 15,0 0 1-15,0 0 4 0,0 0-1 0,0 0-4 16,0 0-5-16,0 0 7 0,0 0-1 0,0 0-1 16,0 0 3-16,0 0 11 0,-1-10-12 15,1 10 6-15,0 0-7 0,0 0-9 0,0 0 12 16,0 0-9-16,0 0 3 0,0 0 1 0,0 0-1 0,0 0-4 16,0 0-2-16,0 0 0 0,0 0 2 15,0 0-1-15,0 0-8 0,0 0 12 0,0 0-6 16,0 0 6-16,0 0-8 0,0 0 0 0,0 0-3 15,0 0 7-15,0 0-8 0,0 0 3 0,0 0 2 0,0 0-4 16,0 0-1-16,0 0 2 0,0 0 2 16,0 0 2-16,0 0 11 0,0 0-10 0,0 0 8 15,0 0-13-15,0 0-1 0,0 0-5 0,0 0 1 16,0 0 1-16,0 0 2 0,0 0-6 0,0 0 10 16,5 31-1-16,-4-25 1 0,-1-6-1 0,1 11-1 15,-1-11 1-15,2 8 6 0,-2-8-5 0,3 12 0 16,-1-6 0-16,-1 0 9 0,-1-6-4 0,1 14 0 15,0-9-5-15,1 2 7 0,-2 0-5 0,0-7 9 16,0 14-9-16,0-8 6 0,0-6-1 0,1 12 0 16,-1-7-2-16,0-5-3 0,1 10 0 0,-1-10 0 15,0 11 0-15,0-5-3 0,0-6 2 0,0 11 1 16,2-5 5-16,-2-6-2 0,0 12-4 0,0-6-2 16,0-6 3-16,0 12 1 0,0-6-4 0,0-6 5 15,1 13 0-15,-1-13-7 0,-1 13 4 0,1-13 1 16,-3 13 0-16,2-6-2 0,1-7-1 0,-3 14-1 15,1-4 0-15,2-10 0 0,-5 12 1 16,1-5 3-16,4-7-2 0,-4 15 0 0,4-15-5 0,-4 12-1 16,4-12 0-16,-4 10 18 0,4-10-9 15,-2 11-7-15,2-11 5 0,-3 11-13 0,3-11 9 0,-3 8 4 16,3-8-1-16,0 0-7 0,0 15 5 0,0-15 12 16,0 10-10-16,0-10 4 0,0 0 0 0,2 11-6 15,-2-11 2-15,0 0-9 0,1 13 8 0,-1-13 0 16,3 11-1-16,-3-11 2 0,1 9 1 15,0-4-3-15,-1-5 1 0,2 9-2 0,-1-4 4 16,-1-5-2-16,1 9 0 0,-1-9-3 0,0 7 4 16,0-7 1-16,1 10-7 0,-1-10 9 0,2 8-2 15,-2-8 0-15,1 8-4 0,-1-8-5 0,3 8 11 0,-3-8-7 16,1 12-2-16,0-8 4 0,-1-4-2 0,1 9-2 16,-1-9-2-16,2 9-6 0,-2-9-3 15,0 0 4-15,2 14-2 0,-2-14-1 0,1 9-1 16,-1-9-4-16,0 0-2 0,2 17-7 0,-2-17 2 15,2 10-6-15,-2-5 0 0,0-5-6 0,0 13-32 16,0-13-74-16,-2 11 32 0</inkml:trace>
  <inkml:trace contextRef="#ctx0" brushRef="#br0" timeOffset="285.01">23058 17261 28 0,'-2'9'25'0,"2"-9"-1"0,-3 7-10 0,3-7 6 15,-2 9-13-15,2-9 1 0,0 8-5 0,0-8-6 16,0 0 12-16,-3 9-15 0,3-9 7 16,-1 6-8-16,1-6 6 0,0 0-5 0,0 0-4 15,0 0-8-15,1 10-19 0,-1-10 8 0</inkml:trace>
  <inkml:trace contextRef="#ctx0" brushRef="#br0" timeOffset="612.29">23048 17025 59 0,'0'0'55'0,"0"0"6"0,0 0-12 0,0 0 0 15,0 0 5-15,0 0-2 0,22 19-8 0,-20-11-6 16,-2-8 5-16,3 19-7 0,-2-9-3 0,2 3-2 16,-3 4 6-16,0-3-5 0,-1 2-2 15,1 1-1-15,-2 1-1 0,0 1-4 0,-1-2-3 16,-1 1 2-16,3 0-6 0,-3-2 0 0,1 1-2 0,1-1-5 16,1-4 3-16,-1 1-8 0,-1 3 3 0,1-3-9 15,2-3-13-15,0-10-8 0,-2 19-15 0,1-9-3 16,2-2-11-16,-2 0 0 0,1-8-16 15,-2 9-38-15,2-9-114 0,-2 9 50 0</inkml:trace>
  <inkml:trace contextRef="#ctx0" brushRef="#br0" timeOffset="1414.08">23084 17131 8 0,'-3'16'3'0,"0"2"-1"16,1-3-1-16,-2 2 1 0,2-1-1 0,-2-1 0 16,3 1 4-16,-2 1-1 0,2-2-4 0,-1-4 6 15,1 0-5-15,2 0-4 0,1 2 5 0,-2-1-4 16,1-2 3-16,0 3-3 0,1-1 5 15,-1-2 1-15,0 4-5 0,-2-4 4 0,1 2-6 16,0-1 5-16,-3 0-3 0,2 0 5 0,0-2-9 16,1 2 6-16,-3-2 5 0,2-2-8 0,-2-1 0 15,0 1 5-15,3-7-10 0,-3 12-9 0,3-12 4 16</inkml:trace>
  <inkml:trace contextRef="#ctx0" brushRef="#br0" timeOffset="8296.4">22948 9071 19 0,'0'0'21'0,"0"0"-2"0,0 0-5 0,0 0-1 16,0 0 1-16,0 0-1 0,0 0-3 0,0 0-1 16,0 0-1-16,0 0-3 0,0 0 0 0,0 0 1 15,0 0 1-15,0 0-4 0,0 0 6 0,0 0-10 16,0 0 7-16,0 0-3 0,0 0 3 0,0 0 0 15,0 0 10-15,0 0 3 0,0 0-2 0,0 0 8 16,0 0-13-16,0 0 8 0,0 0-8 0,0 0 4 16,0 0-3-16,0 0-3 0,0 0 3 0,0 0-7 15,0 0 1-15,0 0 5 0,4-11-3 0,-4 11 0 16,0 0-1-16,0 0-2 0,0 0 8 0,2-6-6 16,-2 6 1-16,0 0 2 0,0 0-3 0,0 0 2 15,0 0-9-15,0 0 8 0,0 0-5 0,0 0 1 16,0 0-4-16,0 0 4 0,0 0 1 0,0 0-10 15,0 0 2-15,0 0 2 0,0 0-5 0,0 0 5 16,0 0 3-16,0 0-3 0,0 0 5 0,0 0-3 16,0 0 0-16,0 0-2 0,0 0-8 0,0 0 3 15,-11 18-12-15,11-18-9 0,-4 12-17 0,0-3-27 16,2 1-75-16,-3-3 32 0</inkml:trace>
  <inkml:trace contextRef="#ctx0" brushRef="#br0" timeOffset="9221.29">22997 10655 9 0,'0'0'14'0,"0"0"-2"0,0 0 0 15,0 0-3-15,0 0-13 0,0 0 3 0,-9 20-3 16,9-20-5-16,-3 6-8 0,3-6 5 0</inkml:trace>
  <inkml:trace contextRef="#ctx0" brushRef="#br0" timeOffset="18275.93">19838 11582 1 0,'0'0'15'16,"0"0"2"-16,0 0-6 0,0 0-5 0,0 0 2 0,0 0-2 15,7-11 3-15,-7 11-1 0,0 0-1 16,8-6-2-16,-8 6-3 0,4-3 9 0,-4 3-7 16,5-6 3-16,-5 6-3 0,5-3 1 0,-5 3-6 15,0 0 1-15,7-7 4 0,-7 7 3 0,3-3-6 0,-3 3 2 16,0 0-3-16,9-3-3 0,-9 3 2 0,5-7 7 15,-5 7-8-15,7-3 0 0,-7 3-1 0,6-4 1 16,-6 4 6-16,5-8 0 0,-5 8-7 0,7-3 5 16,-7 3-2-16,0 0 2 0,5-3-1 0,-5 3-3 15,0 0 3-15,4-5 0 0,-4 5-3 0,0 0 5 16,6-4-2-16,-6 4-4 0,0 0 3 0,5-5 1 16,-5 5-3-16,0 0 4 0,0 0-3 15,8-3 1-15,-8 3 2 0,0 0-1 0,0 0 3 0,0 0 1 16,6-4-1-16,-6 4 4 0,0 0 3 0,0 0 2 15,0 0 2-15,0 0-7 0,0 0 1 0,0 0 2 16,4-5 3-16,-4 5-8 0,0 0 1 0,0 0-1 16,0 0-2-16,0 0 1 0,0 0-3 0,0 0-1 15,0 0-3-15,0 0 4 0,5-4-1 0,-5 4 2 16,0 0-6-16,0 0 8 0,0 0-3 0,0 0 2 16,0 0-3-16,0 0 1 0,0 0-3 0,0 0 4 15,0 0-1-15,14 3-1 0,-14-3-4 0,0 0 1 16,0 0 5-16,0 0-9 0,0 0 9 0,10 0-3 15,-10 0 5-15,0 0-4 0,0 0 1 0,9 1-3 16,-9-1-1-16,0 0 2 0,0 0 0 0,12-1-1 0,-12 1-1 16,6 2-1-16,-6-2 4 0,0 0 4 15,10 0-8-15,-10 0 3 0,8 0 3 0,-8 0-4 16,13 0 1-16,-13 0 5 0,10-1-2 0,-10 1-4 16,14 0 3-16,-8-1 1 0,-6 1-3 0,13 0 0 15,-6-2 4-15,-7 2-4 0,15-1-3 0,-7 1-3 0,-8 0 6 16,15-3-2-16,-7 2 4 0,-1 0 5 15,-7 1-6-15,16-1 2 0,-10-2 1 0,2 2-5 16,0 0 4-16,-1-1-1 0,-7 2-1 0,13-1 1 0,-5-2-2 16,-8 3-3-16,14-1-1 0,-7-1 5 15,0 0-3-15,-7 2 3 0,14-1 0 0,-8 0-3 16,-6 1 1-16,14-3 3 0,-5 3-10 0,0-2 7 0,0 1-3 16,0 1-4-16,2-1 3 0,0 0 2 0,-2-2-5 15,0 2 3-15,-9 1-2 0,14-3 4 0,-7 3 2 16,2 0-1-16,-1-3 1 0,0 2-1 0,2-3 0 15,-1 2 3-15,-2-1 0 0,2 3 0 0,-1-3 4 16,2 0-4-16,-3 1 1 0,3 1-6 0,-3-2 4 16,1 1-5-16,3-1 0 0,-1-1 5 0,0 0-2 15,-1 3 2-15,0-2 0 0,1-1 4 0,-1 2-6 16,2 1-1-16,-3-2-2 0,2 0 6 0,-3 2 2 16,4-1-4-16,-3 0 0 0,0 0 1 0,2-1 1 15,0 0-1-15,-1 1-1 0,1 0 4 0,0 0-4 16,-2 0 0-16,1-1-4 0,1 0 4 0,0 0 3 15,0 0-2-15,-2 2 2 0,0-2 3 0,-2 1-5 16,2-1-4-16,1 1-2 0,-1 0 6 0,-8 2-1 16,13-3 1-16,-7 0-1 0,1 0-2 0,0 0 3 15,-1 1 3-15,-6 2-4 0,16-5 7 0,-10 3-2 16,0 0-2-16,-6 2-2 0,12-5-1 0,-4 4 5 16,-2-3-9-16,0 2 4 0,1-1-2 0,0 0-2 15,0 2 5-15,1-2 2 0,-1 0-2 0,3 1 2 16,-1 0 0-16,-1 1-1 0,-1-2 4 0,0-1-4 15,1 4-5-15,-8 0 3 0,14-5 4 0,-4 1-3 0,-2 3 2 16,-2-2-1-16,2 1-1 0,-8 2-2 0,16-2 3 16,-9-1-6-16,-7 3 6 0,15-2-3 15,-7 1 0-15,-2-2 5 0,1 1-5 0,-7 2-2 16,15-4 7-16,-9 0 0 0,2 3-2 0,1-3 2 0,-2 3-6 16,-7 1 1-16,15-5 5 0,-4 1-3 0,1 2-6 15,-2-1 5-15,3 0-2 0,-2-1 1 0,-2 0 2 16,2 1 4-16,-1 1-6 0,-3-1-1 15,5 1 3-15,-3-2-1 0,1 1 1 0,-4 1 4 0,3 0-2 16,-1-1-2-16,0 2 2 0,2-1 0 0,-1 0 0 16,-2-2 2-16,0 1-3 0,2 1 2 15,0 0 1-15,-2 0-2 0,-7 2 0 0,14-2-1 16,-7 0-4-16,-7 2 4 0,13-4 1 0,-6 3-5 0,3-1 9 16,-2 2-6-16,0-2-3 0,-8 2 1 0,15-3 3 15,-7 3 0-15,0-2-5 0,0 1 6 0,-8 1-3 16,14-3 1-16,-6 2 0 0,0 0 0 0,-1-1 4 15,1 1-5-15,-8 1 1 0,13-3 0 0,-4 1 2 16,-1 0 1-16,-1 0-1 0,2 0-1 0,-3 0-1 16,-6 2 0-16,19-4 0 0,-9 3-5 0,-3-1 8 15,2-1 0-15,1 1-9 0,-2-1 6 0,0 1 1 16,1 0 1-16,0-1-2 0,-3 1 4 0,2 0-1 16,0-1-5-16,-8 3-4 0,12-4 7 0,-5 1-2 15,-1 1 2-15,-6 2-1 0,10-3 2 0,-3 1 0 16,-7 2-2-16,9-3-2 0,-9 3 5 0,10-2 1 15,-10 2-5-15,10-4-2 0,-5 1-1 0,-5 3 8 16,10-3-9-16,-10 3 7 0,12-3-4 0,-7 2 6 16,-5 1-3-16,11-6-1 0,-4 4-3 0,-7 2 1 15,13-2-1-15,-7-1 3 0,0 1 3 0,-6 2-1 0,12-5 1 16,-5 3-2-16,-1-1 1 0,0 1-2 16,1 0-1-16,1-1 1 0,-1 0 1 0,-1 0-1 15,3-1-2-15,-1 1 4 0,-2-1-3 0,1 1 2 16,0 1 1-16,0-2 1 0,-7 4-1 0,15-5-1 0,-9 1-3 15,1 1 1-15,0 1 2 0,0-3-6 0,-1 3 4 16,1-1 4-16,-7 3-3 0,14-6 0 16,-11 2 4-16,5 0 4 0,-1 1-10 0,3-1 3 15,-4 1 2-15,2 2-3 0,-8 1 3 0,14-6-2 0,-7 3-2 16,1 1 1-16,-1-1 1 0,0 1 0 0,-7 2 0 16,13-3 3-16,-8 1-3 0,-5 2 5 0,13-2-5 15,-5 0 2-15,-8 2-2 0,12-3 2 0,-5 2 0 16,-7 1 0-16,11-6 0 0,-4 4 3 0,-7 2-1 15,11-3 1-15,-4 1-1 0,0 0-3 0,-7 2 2 16,12-6 2-16,-6 2 1 0,2 4-7 0,-2-3 3 16,1 0-1-16,-2-1 3 0,-5 4-5 0,12-5-1 15,-5 3 4-15,-7 2 1 0,11-6-3 0,-4 4 0 16,-1-1 5-16,0-1-6 0,-6 4 0 0,13-4 3 16,-6 1 3-16,0 1-7 0,-7 2 4 0,12-2-4 15,-6-1 4-15,-1-1 0 0,-5 4 0 0,14-5 0 16,-7 4-1-16,-1-2 0 0,-6 3 0 0,13-4 0 15,-7 0 1-15,-6 4 2 0,12-3-1 0,-6 0 1 16,2 1-2-16,-2-1-3 0,-6 3 0 0,12-4 3 16,-6 2 3-16,2 0-4 0,-8 2 1 0,13-3 0 15,-7 0 0-15,0 1-2 0,2 0-2 0,-8 2 3 16,13-5 4-16,-8 3-7 0,4 0-5 0,-9 2 9 16,14-4-2-16,-7 0 1 0,-7 4-1 0,12-3 6 15,-7 1-12-15,2 0 2 0,-7 2 0 0,14-4 2 16,-9 1 3-16,1 1-4 0,1-1 2 0,-7 3 0 15,14-5 1-15,-8 4-2 0,2 0-1 0,-8 1 3 16,14-4 6-16,-8 1-6 0,1 2-1 0,-7 1 2 16,11-2-3-16,-2 0-4 0,-9 2 5 0,12-1-1 15,-6-1-5-15,0 0 8 0,-6 2 3 0,13-3-6 0,-13 3 4 16,12-2 5-16,-6-1-13 0,2 1 8 0,-8 2-2 16,11-5 4-16,-3 3-8 0,1 1 6 15,-3-2-2-15,2 0-3 0,-8 3 2 0,13-4-3 16,-5 1 0-16,-1 2 7 0,-7 1-1 0,13-5 2 0,-6 3-2 15,-7 2-3-15,11-4 3 0,-5 4 3 0,2-2-12 16,-8 2 10-16,11-5-5 0,-3 2 1 0,-8 3 4 16,11-1 0-16,-3 1-6 0,-8 0 1 15,12-4 1-15,-7 2 3 0,-5 2 0 0,14-2-4 0,-8 0 0 16,-6 2 1-16,14-4-5 0,-6 3 3 16,-8 1 0-16,13-2 1 0,-7 1 2 0,2-2-1 15,1 1-3-15,-3 0-1 0,-6 2-2 0,17-6 7 16,-9 4 5-16,1 0-10 0,2 1 5 0,-2-1 4 0,-2-1-10 15,4 0 0-15,-5 0 7 0,4 0-5 0,0 2 3 16,-3-2 1-16,-7 3 1 0,14-1 2 0,-4-2-4 16,-2 2 3-16,-1-1-1 0,1 0-8 0,0 1 11 15,-2-2-4-15,-6 3 0 0,14-4-6 0,-7 4 3 16,-7 0 3-16,14-3 0 0,-7 1-1 0,1 1-2 16,-2-2 4-16,-6 3 1 0,16-2-3 0,-10 1 2 15,-6 1 0-15,13-3-4 0,-7 3 6 0,-6 0 1 16,13-2-6-16,-7 0 3 0,-6 2-2 0,13 0-2 15,-5 0 0-15,-8 0 5 0,13-3-2 0,-7 3-1 16,-6 0-3-16,17-3 5 0,-10 0-6 0,5 2 7 16,-5 0-1-16,1-2 1 0,0 2-3 0,3-1 3 15,-2-1-4-15,0 1 1 0,-1 1-4 0,2 0 4 16,-10 1 5-16,16-3-6 0,-8 2-2 0,3 0 4 16,-5-2 1-16,-6 3 4 0,17 0-8 0,-10-1 2 15,-7 1 2-15,13-2-4 0,-4 1 5 0,-3-1-1 16,2 1 4-16,0 1-6 0,-1-3 3 0,-7 3 0 15,16-3 1-15,-6 2-9 0,1-1 5 0,0-1 3 16,-4 2 1-16,5-2-6 0,-3 2 1 0,1-1 2 16,1 1-5-16,0-1 9 0,-1-1-3 0,3 0-4 15,-2 2 7-15,3 0-2 0,-2-1-5 0,-1-1 6 0,2 0-5 16,4 3 3-16,-3-3 3 0,-1 2-3 16,4-2 0-16,0 0 1 0,-4 1-3 0,0-1-2 15,1 2 4-15,-3-2 0 0,1 0 1 0,-1 1 3 0,-1 0-6 16,-1-1 0-16,4-1-3 0,-6 1 4 0,3 2 0 15,-1-1 0-15,1-1-7 0,-4 2-2 16,-6 1-16-16,16-2 7 0,-9 0-10 0,-7 2 1 0,13-1-10 16,-5-1-6-16,-8 2-23 0,10-1-71 0,-10 1 32 15</inkml:trace>
  <inkml:trace contextRef="#ctx0" brushRef="#br0" timeOffset="20354.59">24053 10473 17 0,'10'-2'28'0,"0"-1"-8"0,0-1 5 0,-1 1-3 0,3 1-7 15,-2 1 1-15,0-5 5 0,3 3-2 0,-3-1-1 16,-1 1 0-16,3 0-4 0,-2-1 0 0,0-2 3 16,3 3 0-16,-3-1 0 0,3 2-6 0,-2-3 0 15,0 1 6-15,1 1 2 0,-1-2-2 0,0 2-6 16,0-3 2-16,2 2 4 0,-1-1-2 0,-2 3-2 15,0-3-2-15,0 2-2 0,2 0-3 0,-3-2-5 16,2 2 11-16,1-1-4 0,-1-1 1 0,0 1-1 16,-2 2-1-16,2-1-1 0,2-2 3 0,-4 3-5 15,1-2 0-15,1 0 4 0,0 2-5 0,-1-1-1 16,1-3-1-16,0 3 2 0,-1 0 1 0,5-1 2 16,-6 1-6-16,3 0 0 0,-1-1-2 0,0-1 1 15,0 4 3-15,-2-3 0 0,-3 2-2 0,3-3 1 16,3 3 5-16,-3-2-6 0,-2 3 3 0,2-4-3 15,2 3 11-15,-2-3-8 0,3 1 0 0,-2 1 2 16,1 0-4-16,-1 0 4 0,0-2-7 0,0 1 1 16,2 1 8-16,0-1-1 0,0 0-3 0,-3-1 5 15,1 1-5-15,-1-1-4 0,1 3-2 0,1-2 8 16,-1 0-7-16,0 1-1 0,-1-1 6 0,2 1 2 16,-2 0-3-16,1 1-4 0,0-2 6 0,-1-1-4 15,-2 3 5-15,0-1-3 0,0 2 3 0,-7 1-2 0,16-6-5 16,-9 4-4-16,0 0 7 0,0 0-3 15,-7 2 4-15,16-2 9 0,-9 0-9 0,1-1-1 16,-8 3 9-16,14-3-10 0,-7 2 2 0,3-4-1 16,-3 3 0-16,-7 2-1 0,13-3 5 0,-5 1 1 0,-1-1 0 15,1 1-12-15,0 1 9 0,0-2-3 16,0 2 0-16,-1-2 4 0,3 1 0 0,-1 0-3 16,1-1-1-16,-3 3-2 0,-1-3 4 0,3 1 0 15,-9 2 1-15,13-4 2 0,-7 1-6 0,2 1 7 0,-2 0-5 16,-6 2-1-16,12-5 6 0,-6 3-6 0,-1-1-3 15,-5 3 11-15,14-4-7 0,-9 2 1 16,-5 2 1-16,12-5-1 0,-6 2-6 0,1 0 9 16,-7 3-2-16,11-4-4 0,-3 3 2 0,-2-1-1 0,-6 2-3 15,12-5 5-15,-8 3 3 0,3-1-2 0,-7 3-5 16,14-4 5-16,-9 4-7 0,3-3 1 0,-8 3-1 16,14-4 4-16,-9-1 1 0,4 4-2 15,-1-3 1-15,2 0-3 0,-1-1 9 0,1 2-2 0,-2 2-8 16,0-3 4-16,1 3-3 0,-3-3 0 0,4 0 5 15,-3 2-3-15,0 1 3 0,-7 1-1 0,14-5 0 16,-6 3-2-16,1 1 3 0,-4-3-2 16,4 3-6-16,-9 1 8 0,13-5 3 0,-8 2-1 0,1 2-6 15,-6 1-4-15,12-3 6 0,-12 3 0 0,13-2 3 16,-6 0-2-16,2 1 2 0,-4-2-2 0,-5 3-1 16,12-5 0-16,-4 5 0 0,-8 0 3 0,11-3-3 15,-5 0-1-15,-6 3-3 0,9-4 13 0,-2 1-4 16,-7 3-9-16,9-2 2 0,-9 2-4 0,9-4 6 15,-9 4 0-15,10-4 1 0,-4 3-3 0,-6 1-1 16,7-3 2-16,-7 3-2 0,9-1 7 0,-9 1-7 0,11-3 9 16,-11 3-1-16,9-6-5 0,-3 5 3 15,-6 1-4-15,9-4 2 0,-2 3-3 0,-7 1 6 16,11-2-2-16,-11 2 0 0,11-3 5 0,-5 0-7 16,-6 3 3-16,11-2 2 0,-3-1 3 0,-8 3-11 0,9-3 10 15,-1 1-6-15,-2-1 5 0,0 0 1 0,-6 3-7 16,9-4 0-16,-2 1 3 0,-7 3-3 15,10-6 1-15,-4 6 5 0,-6 0-3 0,7-6-2 16,-7 6 4-16,11-3-9 0,-7 0 8 0,-4 3-1 0,7-4 0 16,-7 4-2-16,0 0 4 0,7-3 4 0,-7 3-13 15,9-2 7-15,-9 2-3 0,5-2 0 16,-5 2-2-16,0 0 9 0,8-4 0 0,-8 4-7 0,0 0-1 16,5-3 4-16,-5 3-3 0,6-3 9 0,-6 3-7 15,0 0-2-15,8-3 8 0,-8 3-1 0,0 0-4 16,8-3-3-16,-8 3 2 0,5-4-2 0,-5 4-5 15,0 0 4-15,9-1 1 0,-9 1 5 0,0 0-4 16,0 0 2-16,11-4-3 0,-11 4 1 0,7-2 3 16,-7 2-6-16,6-4 7 0,-6 4-2 0,7-1 4 15,-7 1-8-15,0 0 2 0,12-4 9 16,-12 4-8-16,0 0-4 0,9 0 2 0,-9 0 5 16,0 0-4-16,8-3-1 0,-8 3 1 0,8-3 1 0,-8 3 3 15,0 0-2-15,0 0 0 0,8-2-3 0,-8 2 3 16,0 0 2-16,0 0-2 0,0 0 7 0,0 0 8 15,0 0-4-15,11 0-8 0,-11 0 1 0,0 0 5 16,0 0-4-16,5-4-3 0,-5 4 5 0,0 0-2 16,0 0 1-16,0 0-20 0,7-5 25 0,-7 5-11 15,0 0 2-15,0 0-9 0,5-4 9 0,-5 4-1 16,0 0 1-16,0 0-5 0,0 0 4 0,0 0-8 16,6-5 6-16,-6 5-1 0,0 0 8 0,0 0-7 15,0 0-3-15,0 0 5 0,0 0-4 0,0 0 4 16,0 0 2-16,0 0 5 0,0 0-14 0,0 0 7 15,0 0 6-15,0 0-7 0,0 0-5 0,0 0 0 16,0 0 8-16,0 0-5 0,0 0 1 0,0 0 8 16,0 0-5-16,0 0-2 0,0 0 5 0,0 0-6 15,0 0-1-15,0 0 22 0,0 0-14 0,0 0-13 16,0 0 23-16,0 0-18 0,0 0 10 0,0 0-2 0,0 0-1 16,0 0 2-16,0 0 0 0,0 0-4 0,0 0-6 15,0 0 8-15,0 0-20 0,0 0 18 16,0 0-1-16,0 0 1 0,0 0-4 0,0 0 2 15,0 0-1-15,0 0-7 0,0 0 6 0,0 0-1 0,0 0 3 16,0 0-4-16,0 0 2 0,0 0-4 0,0 0 4 16,0 0 0-16,0 0-1 0,0 0 2 15,0 0 3-15,0 0-12 0,0 0 9 0,0 0 2 16,0 0-7-16,0 0 0 0,0 0 9 0,0 0-18 0,0 0 9 16,0 0-1-16,0 0 1 0,0 0 6 0,0 0-3 15,0 0-2-15,0 0 4 0,0 0-9 0,0 0 19 16,0 0-11-16,0 0 0 0,0 0 1 0,0 0 5 15,0 0-2-15,0 0-7 0,0 0-4 0,0 0-2 16,0 0 11-16,0 0-3 0,0 0 2 0,0 0 2 16,0 0-4-16,0 0-3 0,0 0 3 0,0 0 0 15,0 0-3-15,0 0 5 0,0 0 3 0,0 0-12 16,0 0 4-16,0 0-14 0,0 0 5 0,0 0 7 16,0 0-19-16,0 0-4 0,0 0-7 0,0 0-5 15,0 0-4-15,0 0-12 0,0 0-6 0,0 0-9 16,0 0 2-16,0 0-16 0,0 0-47 0,0 0-139 15,-14 18 61-15</inkml:trace>
</inkml:ink>
</file>

<file path=ppt/ink/ink27.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1-01-25T09:59:59.408"/>
    </inkml:context>
    <inkml:brush xml:id="br0">
      <inkml:brushProperty name="width" value="0.05292" units="cm"/>
      <inkml:brushProperty name="height" value="0.05292" units="cm"/>
      <inkml:brushProperty name="color" value="#FF0000"/>
    </inkml:brush>
  </inkml:definitions>
  <inkml:trace contextRef="#ctx0" brushRef="#br0">21357 12635 6 0,'0'0'11'0,"-7"-4"2"0,7 4-1 16,0 0-8-16,0 0 3 0,0 0 0 0,0 0-3 15,0 0 5-15,0 0-5 0,-2-8-3 0,2 8 1 16,0 0 3-16,0 0 0 0,0 0-3 0,0 0 1 16,0 0 1-16,0 0 2 0,-1-9-7 0,1 9 3 15,0 0-2-15,0 0-2 0,0 0 6 0,0 0-6 16,0 0 3-16,0 0-1 0,4-10 1 0,-4 10-2 16,0 0 3-16,0 0-1 0,9-4-1 0,-9 4-4 15,0 0 4-15,5-2 0 0,-5 2 0 0,0 0 1 0,0 0 0 16,0 0-2-16,9-4 2 0,-9 4-3 15,0 0 3-15,8 0-5 0,-8 0 2 0,0 0 5 16,8-2 3-16,-8 2-5 0,0 0-2 0,0 0 2 16,11 0 0-16,-11 0-2 0,0 0 1 0,9-2-2 15,-9 2 1-15,10-1 1 0,-10 1 1 0,7-2-4 16,-7 2 3-16,12-2-2 0,-6 0 4 0,-6 2 0 16,14-2-1-16,-6 1-1 0,0 0 2 0,3-2-1 15,-2 2-2-15,2-1-2 0,0 0 4 0,-1-1 0 16,1 1 1-16,-1 0-2 0,1 0 0 0,-1-1 0 0,3 1-1 15,-1 0 3-15,0 0-2 0,0-4 1 0,0 4 3 16,-1 0-3-16,0-2 3 0,1 2-5 16,1 1 2-16,-2-2-2 0,1 2-1 0,-2-1-2 15,0 2 3-15,2-2 1 0,-2 0-3 0,0-1-1 16,2 2 0-16,-1 0 1 0,-1-2-3 0,2 2-2 0,-3-2-1 16,1 0 2-16,1 1-6 0,-2 0-12 15,1 0 6-15</inkml:trace>
  <inkml:trace contextRef="#ctx0" brushRef="#br0" timeOffset="1230.25">23998 11867 5 0,'0'0'3'0,"14"-5"-5"0,-8 3 4 16,2 0-1-16,-1 0 1 0,2 0-5 0,0-1 6 15,2 1 0-15,-1-1 6 0,0 2-3 0,-1-3-7 16,1-1 3-16,-1 2 1 0,1 1 1 0,-1 0-6 16,1-1 9-16,1 1-4 0,0 0 4 0,-1-2-5 15,0 1 2-15,1 0-2 0,-2 1 2 0,1-1 4 16,-1 1-2-16,1-2-2 0,-3 1 4 0,0 1-5 16,1 0-1-16,1-1 7 0,-4 0-6 0,1 1-2 15,-6 2 1-15,13-4 1 0,-10 0-2 0,-3 4 1 0,10-5 0 16,-4 4 0-16,-6 1-2 0,12-4 3 15,-5 1 0-15,-7 3-1 0,9-3-1 0,-2 1-4 16,-7 2 6-16,11-2-3 0,-11 2 5 0,13-3-5 16,-13 3-2-16,8-3 1 0,-8 3 2 0,10-2-4 15,-10 2 4-15,8-3 1 0,-8 3-2 0,7-4 0 16,-7 4-2-16,9 0 7 0,-9 0-3 0,8-4 2 16,-8 4-1-16,8-3-7 0,-8 3 4 0,9-3 1 15,-9 3-3-15,7-1 1 0,-7 1 3 0,9-2-2 16,-9 2 4-16,9 0-4 0,-9 0 2 0,9-3 1 0,-9 3-3 15,11-3 0-15,-4 2-2 0,-7 1 2 0,10-4-4 16,-2 3 6-16,-8 1 0 0,10-4 3 0,-5 3-1 16,-5 1-6-16,12-2 2 0,-12 2 1 15,9-2-1-15,-9 2 1 0,9-2-5 0,-9 2-4 0,0 0-6 16,0 0-8-16,11 0-23 0,-11 0 9 0</inkml:trace>
  <inkml:trace contextRef="#ctx0" brushRef="#br0" timeOffset="2933.81">24441 11733 33 0,'10'-3'30'0,"-3"3"-5"0,1-3-2 0,3 0-3 0,-1 1-2 15,0-1-11-15,3 1 10 0,-3-1 7 0,4 2-6 16,-2-3-5-16,6 2 2 0,-3-4 2 0,-1 5-6 16,-1-2 3-16,0 0-1 0,-1 3-7 0,5-6 5 15,0 3-2-15,-4 0 1 0,7-1-7 0,-7 2 5 16,-2-1 1-16,2 1-10 0,0-1 10 0,0 0-8 16,-1 1-1-16,2 0 5 0,0-1 7 0,-2-1-2 15,-1 0-7-15,2 1-2 0,1 1 2 0,-1-3 6 16,1 2-1-16,-1 1 3 0,1-3-3 0,-1 2-4 15,1 1-2-15,-1-1 6 0,6 1-1 0,-6-1 3 16,4-1-1-16,1-1-7 0,-4 4 2 0,2-3 4 16,-2 2-3-16,-3-2 1 0,2 1-2 0,0 0 0 15,-2 2-2-15,3-3 4 0,-1 0-2 0,0 3-7 16,1-2 6-16,-2 2 1 0,0-1-4 0,0 0-4 16,-3-2 10-16,2 3-6 0,1 0 7 0,-2-1-9 15,-10 2 2-15,23-3 0 0,-14 0-5 0,2 0 4 16,0 1 0-16,1-1 7 0,-3 1-8 0,4-1 8 15,-3 0 0-15,-10 3-4 0,17-3-1 0,-5 0-2 16,-3 1 1-16,2-1 3 0,0 2-8 0,2-1 1 16,-1 2 8-16,0-3-5 0,0 1 0 0,1 0-3 15,-1-2 1-15,-1 1 8 0,1 1 0 0,1-1-1 16,-1 3 1-16,-1-3-8 0,0 0 7 0,1-1-7 16,0 1-1-16,-2 1 6 0,3-2-2 0,-2 1 0 15,3 0 1-15,-3 0 0 0,0-1 2 0,3 1-5 16,-1 0 2-16,1 0-1 0,-3 1 9 0,0-3-8 15,0 3-12-15,1 0 14 0,-1-1-4 0,1 2 6 16,-2 0 2-16,-1-1-4 0,1 1 1 0,0-3-1 16,-3 3-2-16,2-1 2 0,1 0 0 0,-4 1 0 0,-6 1-4 15,16-4 3-15,-11 3-2 0,1-1 0 16,-6 2 0-16,18-3 2 0,-13 0 5 0,3 2-3 16,-1-3-7-16,-7 4 2 0,14-4 3 0,-8 2 0 15,-6 2-2-15,13-2 4 0,-8 1 2 0,2-2-5 0,-7 3 1 16,13-3-3-16,-8 0 3 0,4 0 3 15,-4 1-8-15,-5 2 1 0,13-5 3 0,-9 3 3 16,-4 2-3-16,14-4 4 0,-14 4-11 0,11-1 4 16,-5 0 5-16,-6 1 3 0,12-4-8 0,-7 3 5 15,-5 1-8-15,9-5 6 0,-9 5 2 0,12-1 0 16,-6-2 0-16,0 0-1 0,-6 3-7 0,11-4 3 16,-7 2-2-16,4 0 1 0,-8 2 6 0,13-3 2 15,-6 1-7-15,0 0 6 0,-7 2 2 0,11-4-5 16,-6 3 3-16,3-2-2 0,-8 3-2 0,12-3 4 0,-8 0-1 15,3 2 6-15,-7 1-7 0,11-4 3 0,-6 1-2 16,-5 3 0-16,9-4 1 0,-3 2-5 0,-6 2-1 16,9-5 3-16,-2 4 4 0,-7 1-8 15,11-5 7-15,-8 3-13 0,-3 2 10 0,10-5-1 16,-10 5-2-16,8-4 9 0,-8 4-1 0,9-3-4 0,-7-1 2 16,-2 4 2-16,11-3-9 0,-11 3-3 0,11-4 6 15,-6 1 4-15,-5 3-2 0,6-3 0 16,-6 3-3-16,9-3 5 0,-9 3-2 0,10-3-4 15,-4 0-3-15,-6 3 7 0,11-2-3 0,-7 0-1 0,-4 2 3 16,14-3 0-16,-9 0 3 0,3 2 1 0,-8 1-8 16,12-4 4-16,-12 4 6 0,11-2-2 0,-6 2-2 15,-5 0-2-15,10-3 5 0,-10 3-6 16,10-4 3-16,-6 2-3 0,-4 2 0 0,11-3-1 16,-3 2 2-16,-8 1 0 0,13-4 3 0,-9 3-3 0,-4 1 3 15,9-5-3-15,-9 5-5 0,10-4 4 0,-6 2-2 16,-4 2 11-16,11-3-7 0,-7 0 5 0,-4 3-7 15,12-5 3-15,-7 2-1 0,-5 3-8 0,10-5 6 16,-5 3 1-16,-5 2 0 0,11-3 2 0,-11 3-2 16,7-5 2-16,-1 2 5 0,-6 3-5 0,9-4-8 15,-3 2 3-15,-6 2 1 0,10-4 6 0,-10 4-5 16,7-2-1-16,-7 2 2 0,6-4 1 16,-6 4 1-16,10-5 0 0,-10 5-4 0,5-4 2 15,-5 4 1-15,4-3-2 0,-4 3 5 0,9-5-4 0,-9 5-2 16,4-4-3-16,-4 4 3 0,7-3 1 0,-7 3 1 15,5-5 0-15,-5 5 3 0,8-5 0 0,-8 5-3 16,7-4 2-16,-7 4 0 0,10-6-6 16,-4 4 12-16,-6 2-8 0,9-6-1 0,-5 3-3 0,-4 3 3 15,7-5-7-15,0 2 8 0,-7 3 2 0,9-4-1 16,-5 0-5-16,-4 4 2 0,9-5 4 0,-1 3-7 16,-8 2 3-16,8-6 2 0,-3 3 3 0,-5 3-5 15,10-4 3-15,-4 1-2 0,-6 3 0 0,11-5 1 16,-7 3-4-16,-4 2 7 0,11-5 0 0,-4 5 0 15,-7 0 5-15,11-6-13 0,-6 5 4 0,-5 1 0 16,12-5-1-16,-12 5 0 0,6-2 5 0,-2-1-4 16,-4 3 5-16,11-4-3 0,-11 4-5 0,10-5 11 15,-4 3-6-15,-6 2-4 0,9-5 0 0,-9 5 4 16,9-5-3-16,-4 3 4 0,-5 2-2 0,9-5-6 16,-3 3 2-16,-6 2 8 0,9-5-8 0,-5 3 6 15,-4 2 0-15,10-2-3 0,-10 2 2 0,7-4 3 16,-7 4-4-16,6-5 1 0,-6 5 0 0,10-2-3 15,-10 2 4-15,0 0-2 0,9-1 5 0,-9 1-7 16,6-3 7-16,-6 3-7 0,0 0-5 0,0 0 15 16,9-3-10-16,-9 3 1 0,0 0 3 0,0 0-1 15,7-2-3-15,-7 2 10 0,0 0-10 0,0 0-1 16,7-5 6-16,-7 5-2 0,0 0-1 0,0 0 3 16,6-4-3-16,-6 4 2 0,0 0-2 0,0 0 0 15,0 0-5-15,0 0 0 0,0 0-2 0,0 0-3 16,0 0-1-16,0 0-1 0,0 0-11 0,0 0 6 15,0 0-10-15,0 0 0 0,0 0-8 0,0 0-5 16,0 0-28-16,0 0-73 0,0 0 33 0</inkml:trace>
  <inkml:trace contextRef="#ctx0" brushRef="#br0" timeOffset="3755.24">26766 11039 12 0,'7'-2'31'15,"-7"2"-4"-15,8-4-1 0,-8 4 1 0,6-3-6 16,-6 3-5-16,0 0 3 0,7-2-4 0,-7 2 2 16,0 0-8-16,0 0-3 0,0 0 1 15,8-1-7-15,-8 1-3 0,0 0-3 0,0 0 1 16,0 0 3-16,0 0-2 0,0 0 1 0,0 0-7 0,0 0 3 16,0 0-9-16,0 0 5 0,0 0 2 0,0 0-2 15,0 0 5-15,-21 8-18 0,21-8 27 16,-8 1-24-16,8-1-21 0,-9 3 71 0,9-3-35 15,0 0-8-15,0 0-14 0,-9 0 7 0,9 0 57 0,0 0-35 16,0 0 0-16,0 0 12 0,0 0-3 0,-9 1 10 16,9-1-12-16,0 0 10 0,0 0 5 0,0 0-3 15,0 0-1-15,0 0 3 0,0 0-8 0,0 0 4 16,0 0 4-16,0 0-3 0,18-11 3 16,-18 11-3-16,0 0-1 0,9-4 2 0,-9 4-5 0,0 0-3 15,8-3-1-15,-8 3 0 0,0 0-3 0,0 0 2 16,0 0 3-16,6-2-10 0,-6 2 4 0,0 0-3 15,0 0-1-15,0 0 2 0,0 0-4 0,0 0 3 16,0 0 1-16,7-2-3 0,-7 2-4 0,0 0 1 16,0 0 9-16,0 0 0 0,0 0-7 0,0 0 1 15,0 0 1-15,0 0-5 0,0 0 3 0,0 0-1 16,0 0 8-16,0 0-6 0,0 0-3 0,0 0-1 16,0 0 5-16,0 0-6 0,0 0 3 0,0 0 0 15,0 0 0-15,0 0 2 0,0 0 0 0,0 0-5 16,0 0 6-16,0 0-7 0,0 0 3 0,0 0-1 15,0 0 2-15,0 0 0 0,0 0 0 0,0 0-10 16,0 0 12-16,0 0 0 0,0 0-2 16,0 0-2-16,0 0 4 0,0 0-1 0,0 0 3 0,0 0-5 15,0 0-2-15,0 0 2 0,0 0-4 0,0 0 0 16,0 0-1-16,0 0 1 0,0 0-2 0,0 0 2 16,0 0 5-16,0 0-8 0,0 0 7 0,0 0-1 15,0 0 2-15,0 0-6 0,0 0 2 0,0 0 1 16,0 0 3-16,0 0-4 0,0 0 3 0,0 0-3 15,0 0 1-15,0 0 0 0,0 0 2 0,0 0-1 16,0 0 4-16,0 0-5 0,0 0 3 0,0 0-2 16,0 0 3-16,0 0-11 0,0 0 12 0,0 0-1 15,0 0 0-15,0 0-1 0,0 0-1 0,0 0-1 16,0 0-4-16,0 0 3 0,0 0-3 0,0 0-8 16,0 0-13-16,-9 21 3 0,9-21-31 0,0 0-57 15,-4 4 26-15</inkml:trace>
  <inkml:trace contextRef="#ctx0" brushRef="#br0" timeOffset="15396.05">24837 11609 6 0,'7'-1'2'0,"-7"1"-2"16,11-1 0-16,-11 1-2 0,13-3 7 0,-7 2-8 15,-6 1 7-15,12-2-2 0,-3 2-5 0,-9 0-3 16,14-1 3-16</inkml:trace>
  <inkml:trace contextRef="#ctx0" brushRef="#br0" timeOffset="16152.2">24947 11592 1 0,'8'-1'1'0,"-8"1"2"0,15-4 0 16,-10 4-4-16,-5 0 2 0,12-2-3 0,-5 1 1 16,-7 1 0-16,12-2 5 0,-6-1-4 0,-6 3 3 15,14-2-3-15,-9 0-1 0,-5 2 5 0,12-2-5 16,-12 2-2-16,9-4 5 0,-9 4-4 0,12-4 3 16,-7 4-4-16,-5 0-1 0,10-3 8 0,-10 3-5 15,12-4 5-15,-6 2-4 0,-6 2 2 0,11-5-5 16,-2 3 1-16,-3 1 2 0,1-2-2 0,1 1 1 15,-2-1 5-15,2-1-5 0,-1 0-1 0,2-1 5 16,-1 4 2-16,-8 1-8 0,14-3 6 0,-8 1-6 16,1 0 3-16,-7 2 0 0,12-5 2 15,-6 4-5-15,-6 1 5 0,11-3-4 0,-6 1 2 0,-5 2 2 16,10-4-1-16,-10 4 0 0,12-3 1 0,-7 0 1 16,-5 3-3-16,10-2-1 0,-10 2 0 0,0 0 0 15,14-5 3-15,-9 3-5 0,-5 2 4 0,9-3 1 16,-9 3-2-16,9-3 1 0,-9 3 3 0,0 0-1 15,13-5-1-15,-13 5-3 0,12-2 1 0,-12 2 3 16,11-1-5-16,-11 1-3 0,0 0 5 0,16-6-1 16,-16 6 0-16,9-1-1 0,-9 1 5 0,10-6-4 15,-10 6-1-15,12-3 5 0,-12 3-3 0,11-4-2 16,-4 3 0-16,-1 0 3 0,-6 1 2 0,11-4-7 16,-6 1 2-16,-5 3 1 0,12-3 5 0,-12 3-8 15,11-3 11-15,-6 2-4 0,-5 1-8 0,10-4 9 16,-10 4-3-16,8-2-1 0,-8 2-1 0,11-3 6 15,-11 3-5-15,7-2-1 0,-7 2 4 0,8-2-6 16,-8 2 1-16,12-4 2 0,-12 4-2 0,9-4 2 16,-3 3-1-16,-6 1-4 0,11-3 6 0,-5 2 0 15,-6 1 1-15,11-3-6 0,-5 0 7 0,-6 3-2 16,14-4 2-16,-9 2-2 0,-5 2-2 0,10-4 4 16,-3 1-8-16,-7 3 7 0,12-2-3 0,-4 1-3 15,-3-2 2-15,3 1-1 0,2 1 7 0,-1-2-8 16,4 1 8-16,-4 0-8 0,0 2-3 0,0-3 15 15,-2 1-8-15,0 0 5 0,-7 2-5 0,15-4 2 16,-7 1-2-16,0 1 6 0,-1 1-3 0,-7 1-1 0,10-5 3 16,0 5 3-16,-3-3 2 0,-7 3 2 15,13-3-4-15,-9 0 5 0,4 1-8 0,-2 0-2 16,-6 2 2-16,11-4 1 0,-6 4 3 0,-5 0-4 16,13-4 0-16,-8 1 3 0,-5 3-1 0,11-4-5 15,-11 4 2-15,10-2 4 0,-4-1-4 0,-6 3-1 0,13-3 4 16,-3 1-7-16,-1-1 1 0,1 1 1 15,0-1 3-15,-1 0-2 0,-1 1-4 0,-8 2 5 16,14-4-3-16,-7 4 1 0,0-1-3 0,1-2 4 16,-8 3 1-16,12-3-6 0,-12 3 5 0,13-3-7 0,-7 2 7 15,-6 1-4-15,12-3 1 0,-7 1 4 16,-5 2-6-16,11-1-1 0,-11 1 2 0,8-2 0 16,-8 2 2-16,10-3 1 0,-10 3-4 0,7-2-1 15,-7 2-1-15,10-2-3 0,-10 2-3 0,10-6-5 16,-10 6 0-16,9-2-9 0,-9 2-24 0,8-3 12 0</inkml:trace>
  <inkml:trace contextRef="#ctx0" brushRef="#br0" timeOffset="17514.82">26335 11223 14 0,'11'-4'28'0,"-5"3"-2"0,-6 1-7 16,10-5 0-16,-10 5 2 0,11-3-8 0,-3 1-1 15,-8 2-2-15,10-4 4 0,-5 3-2 0,-5 1 1 16,8-5 2-16,-8 5 1 0,8-3-1 0,-8 3-1 15,7-4-1-15,-7 4-9 0,6-3 0 0,-6 3 3 16,7-5-1-16,-7 5 1 0,4-2 1 0,-4 2 0 16,0 0 0-16,8-4-1 0,-8 4-2 0,6-4 3 15,-6 4-9-15,0 0 7 0,9-2-4 16,-9 2 7-16,8-2-7 0,-8 2 1 0,10-2-3 0,-10 2 0 16,9-3 0-16,-9 3-1 0,0 0 0 0,8-4 2 15,-8 4-4-15,0 0 8 0,10-2-6 0,-10 2 2 16,7-4 0-16,-7 4 2 0,8-2-3 0,-8 2 0 15,9-1 1-15,-9 1 1 0,8-1 1 0,-8 1-1 16,10-1-6-16,-10 1 2 0,9-3 8 0,-9 3-7 16,10-3 3-16,-10 3-6 0,11-2 9 0,-11 2-3 15,11-2 5-15,-7-1-4 0,-4 3 2 0,12-3 2 16,-12 3-5-16,9-1 6 0,-9 1-2 0,13-3-4 16,-13 3 1-16,7-1-2 0,-7 1 7 0,11-4 1 15,-11 4 2-15,11-1-7 0,-4-1 3 0,-7 2 3 16,11-3-2-16,-4 1-3 0,-7 2 2 0,12-2-5 15,-6 1 3-15,1-1-5 0,4 0 3 0,0 0-4 16,-2 2 7-16,2-3 2 0,-11 3 1 0,16-1-8 16,-9-1 6-16,-1 1-2 0,-6 1 2 0,12-3-9 15,-8 1 7-15,-4 2 3 0,9-1-3 0,-9 1 1 16,7-3 2-16,-7 3-2 0,9-3 0 0,-9 3 5 16,0 0 0-16,9-3-8 0,-9 3 8 0,6-3 1 15,-6 3 0-15,0 0-9 0,7-1 7 0,-7 1 1 16,0 0-2-16,0 0-8 0,8-6-1 0,-8 6 10 15,0 0-10-15,0 0 4 0,0 0 3 0,0 0-4 16,0 0 0-16,8 0-2 0,-8 0 1 0,0 0 1 16,0 0 6-16,0 0-7 0,5-3-4 0,-5 3 4 0,0 0-2 15,0 0 0-15,0 0 6 0,0 0-12 16,0 0 6-16,8-1 2 0,-8 1-4 0,0 0-1 16,0 0 6-16,0 0-1 0,0 0-4 0,10-2 5 15,-10 2 3-15,0 0-10 0,0 0 5 0,0 0-2 16,9-1 1-16,-9 1 5 0,0 0-2 0,0 0 2 15,4-4-13-15,-4 4 1 0,0 0 7 0,0 0 3 16,0 0 1-16,0 0-9 0,0 0 8 0,0 0 6 16,7-1-3-16,-7 1 5 0,0 0-9 0,0 0-6 15,0 0 8-15,0 0-3 0,0 0 1 0,0 0 6 0,0 0-1 16,0 0-5-16,0 0 5 0,0 0-1 0,0 0-5 16,0 0 12-16,0 0-3 0,0 0 4 15,0 0 3-15,0 0-7 0,0 0 5 0,0 0-1 16,0 0-1-16,0 0-5 0,0 0 1 0,9-4-2 15,-9 4 10-15,0 0-7 0,0 0-1 0,0 0 4 16,0 0-3-16,0 0-15 0,0 0 17 0,0 0-4 16,0 0-5-16,0 0 1 0,0 0 5 0,0 0 3 15,0 0-4-15,0 0-11 0,0 0 9 0,0 0-8 16,0 0 4-16,0 0 5 0,0 0-4 0,0 0 1 0,0 0 1 16,0 0 1-16,0 0-5 0,0 0-5 0,0 0 6 15,0 0 2-15,0 0 3 0,0 0 0 0,0 0 1 16,0 0 8-16,0 0-14 0,0 0-1 15,0 0-1-15,0 0 1 0,0 0 9 0,0 0-11 0,0 0 3 16,0 0 7-16,0 0 1 0,0 0-4 0,0 0 1 16,0 0-2-16,0 0-3 0,0 0-2 15,0 0-2-15,0 0 2 0,0 0-5 0,0 0 4 16,0 0-4-16,0 0 5 0,0 0 2 0,0 0 6 16,0 0-7-16,0 0 4 0,0 0-6 0,0 0-1 0,0 0 2 15,0 0 0-15,0 0 1 0,0 0-3 0,0 0 7 16,0 0-9-16,0 0 6 0,0 0 1 0,0 0-2 15,0 0-4-15,0 0 8 0,0 0-12 0,0 0 6 16,0 0 4-16,0 0 1 0,0 0-8 0,0 0 7 16,0 0-7-16,0 0 3 0,0 0-2 0,0 0 6 15,0 0-9-15,0 0 8 0,0 0-4 0,0 0 6 16,0 0-7-16,0 0-7 0,0 0 7 0,0 0-3 16,0 0-4-16,0 0-15 0,0 0-17 0,0 0-10 15,0 0-23-15,-20-9-82 0,20 9-168 0,-21 3 75 16</inkml:trace>
  <inkml:trace contextRef="#ctx0" brushRef="#br0" timeOffset="38856.17">11637 9682 45 0,'-4'-8'63'0,"4"8"-8"0,-4-10-4 0,4 10-1 16,-5-6-6-16,5 6-3 0,-2-6-7 0,2 6-4 15,0 0-4-15,-3-7 4 0,3 7-9 0,0 0-5 16,-2-8 2-16,2 8 1 0,0 0-3 0,-4-5 0 16,4 5-6-16,0 0 6 0,0 0-6 0,-7-6 0 15,7 6-9-15,0 0 4 0,-7-4 4 0,7 4-7 16,-7-4-8-16,7 4-1 0,-9-4 0 0,9 4-2 16,-13-5 0-16,6 3 5 0,7 2-4 0,-15-4 2 15,6 1 9-15,-4 0-9 0,1 0-2 0,0-1 5 16,-1 2-1-16,0 0 0 0,-6 1-2 0,-1-2-1 15,1 2 9-15,-2-2-9 0,0 3 3 0,1-1 2 0,-2 1-6 16,-7 1 0-16,2-1 4 0,-1 0-3 16,1 3 7-16,6-1-3 0,0 1-2 0,-6-1-1 15,0 2-2-15,5 1 8 0,3 1-4 0,-2-2 2 16,4 2-4-16,-2-2 6 0,6 1-4 0,-6 1 2 0,2 1 2 16,-1 0-4-16,1 3-2 0,0-3 7 0,-1 3-5 15,2 0 5-15,1-1-5 0,0 2 4 0,1 0-3 16,0-1 3-16,0 2 0 0,0 1-3 0,1-3-2 15,0 3 4-15,1 2-2 0,0-4-2 0,2 4 5 16,0-2-6-16,2 4 7 0,0-1-4 0,2 0 1 16,-1 0-1-16,1 2 0 0,1-1 2 0,-2 2 0 15,2 0-3-15,0-1 11 0,-1 8-8 0,-1-7-4 16,5 0 4-16,-1 1 3 0,1 4-4 0,0-4 4 16,2 0-2-16,2-1 0 0,-1 7-1 0,0-7 2 15,3 6-3-15,1 1 1 0,-1-7 3 0,1-1 0 16,3 7-2-16,1-2-3 0,-2-6 4 0,1 0 0 15,1 1-1-15,0-2-2 0,5 1 9 0,0 4-8 16,3-2 2-16,2 3-3 0,-1-4 7 0,-1 2-3 16,-1-8-6-16,8 6 6 0,0-1 0 0,2 0-3 15,-3-1 4-15,3 0-1 0,0-1 3 0,0-1-6 16,-2 1 5-16,2-1-3 0,-2-4-4 0,2 1 5 16,-6-5 0-16,7 1 0 0,1-1 2 0,-7-2-4 0,7 1 1 15,0-2 0-15,2-2-3 0,1 0 6 16,-1-1 3-16,0-5-5 0,2 0-2 0,0 3 2 15,1-5-1-15,-3-2-2 0,3 2 4 0,-1-4-4 0,1 0 0 16,-3-1 3-16,0-2 1 0,2 1-3 0,1-2 2 16,-1 0 0-16,-5-1 1 0,1-2 4 0,0 0-7 15,0 0 1-15,-3-1 1 0,-1 0-2 16,-6 1-1-16,2-3 2 0,-2 1-1 0,-2-1 3 0,-1 0 1 16,-5 2 0-16,-1 2-4 0,-1-7 6 0,-3 7-3 15,0-9 2-15,-1 2-1 0,-2 6 3 0,1-6-4 16,-6 5-2-16,1-6 6 0,0-1-4 0,-5 3 1 15,2 4 0-15,-3-9 5 0,-1 2-3 0,-3 0 1 16,1-2 5-16,0 2-5 0,-2-1 2 0,1 2-3 16,0 2 3-16,-1 2-6 0,-1-2-2 0,0 0-1 15,1 2 2-15,-4 0-1 0,2 0 1 0,-4 0-1 16,3 2 2-16,1 4-5 0,-5-4 3 0,0 3-4 16,-1-1 8-16,0 0-6 0,0 1 0 0,-2 2 1 15,4 3-5-15,-2-3 7 0,-6 2-5 0,0 0-5 0,-1 1 11 16,-2 3-7-16,-4 2-6 0,2-1 1 15,-2 4 7-15,-1 0-7 0,-3 2-1 0,1-2 9 16,-1 1-14-16,0 3 2 0,-2 1-2 0,1 1-1 16,-12 5-2-16,13-2 0 0,-11 3 4 0,12 0-7 15,3-1 2-15,-2 2-1 0,0 0-9 0,4 0 2 0,2 1-6 16,3 1-18-16,0-2-55 0,9 0 26 16</inkml:trace>
  <inkml:trace contextRef="#ctx0" brushRef="#br0" timeOffset="40247.11">13834 9515 22 0,'0'0'49'0,"0"0"-17"0,-5-6-5 15,5 6 2-15,-6-6-8 0,6 6-2 0,-7-3-5 16,7 3 3-16,-12-6-6 0,6 4 0 0,6 2 0 16,-13-2-3-16,5 1-1 0,-3-1-2 0,1 1 2 15,-4 0-2-15,1 1 3 0,-1 1-10 0,-4 0 7 16,0 1 1-16,-3 0-4 0,4 1-5 0,-2 2 4 16,-2-1 1-16,0 0-1 0,0 0 1 0,2 3 0 15,-4-3 6-15,-2 2-7 0,3 1 1 0,-4 0 2 16,-1 3-5-16,6-3-3 0,-4 2 5 0,6-3-2 15,-8 5-3-15,8-3 3 0,1 0 1 0,2 1-1 16,-2 0-3-16,3 3 5 0,-1-2-2 0,0 1 0 16,0-1-2-16,3 5 5 0,-1-2-7 0,-1 1 6 15,4 0-2-15,-3 0-2 0,3 0 3 0,1 2-4 0,-2-1 1 16,3 0-1-16,-3 2 1 0,1 6 1 0,0 0-2 16,2-5 2-16,0 0 2 0,0 7-1 15,-1 0 2-15,0-1 3 0,5 1-6 0,-1-1 6 0,1 3-2 16,0-3-3-16,1 1-3 0,1-6 6 0,3 7-3 15,-2-2 3-15,2 4 0 0,0-4-2 16,3 1 2-16,-3-6-3 0,2 1 3 0,0-1-2 16,0-1 0-16,3-1-2 0,0 0 4 0,1 1-1 0,1-1-5 15,1-2 4-15,-2 0 4 0,3 0-6 0,-1-1 4 16,4 0-1-16,-1 0 3 0,0-1-4 0,3 0 2 16,1 0 4-16,1-2 0 0,-1 1-4 0,4-2 0 15,-2 0-3-15,2-2 5 0,8 2 0 0,-5-3 2 16,2 3-2-16,-3-5 1 0,6 5 2 0,-2-3 0 15,4 1-2-15,0-4 1 0,1 3 1 0,1-4-3 16,-2 3 4-16,0-4-5 0,-3 2 4 0,2 1-3 16,-1 2-4-16,0-4 6 0,-4 0 0 0,-4 0-5 15,4-3 4-15,0 3-4 0,-3-3 2 0,2 0 0 16,0 0-1-16,-1 0 1 0,-1 0 2 0,2-3-2 16,7-3 7-16,-3 0-7 0,-7 2 4 0,8-1 2 15,-6 0-1-15,3 0 1 0,2-3 2 0,-7 0-4 16,8 0 0-16,-6 0 1 0,4-4 0 0,-6 3 2 15,4-5 2-15,4 1-2 0,-4-2-3 0,1 1-2 0,1-3 9 16,-1-1 9-16,3 0-6 0,-4 0 0 0,-1-1 0 16,-1 0 3-16,2-2-9 0,-2 1 3 15,-1-1-7-15,-1 1 5 0,-1-1 2 0,0 1 0 0,-5 4 3 16,5-4 4-16,-5 5-7 0,2-1 0 0,-5 0-1 16,4-1 6-16,-1 0-7 0,-2 2-3 0,1-1 5 15,-1 0 2-15,-2 0 2 0,-2 2 5 0,2-1-3 16,-3-2-3-16,-1-2-9 0,-1 0 14 0,2 2-8 15,-3-1 0-15,-1 1 2 0,-2-2 2 0,1 0 0 16,-3 1-4-16,2 1-6 0,-1-2 1 16,-3 0-4-16,-1 0 4 0,1-6-3 0,-3 6 0 0,0-7-2 15,-3 2 7-15,0 0-16 0,-1-1 7 0,-1-2-2 16,-1 4 3-16,0-2-5 0,-3 3 6 0,1-2-5 16,-1 2 3-16,-1 1-5 0,0-1 3 0,0 1 0 15,-4 2 1-15,2 2-2 0,-1-2-5 0,-4 6 0 16,-1-3-1-16,3 1 3 0,1 6 8 0,-3-1-5 15,-3 1-2-15,2-1 0 0,-2 3 0 0,6 2-5 0,-5 0-3 16,-1 3-1-16,-2 0-7 0,-3 5 3 0,-1 0-5 16,-6 5 0-16,1 1-10 0,-14 3 4 15,-1 4-3-15,-1 0-9 0,0 3 10 0,-3 4-14 16,2 0 1-16,-1 0-5 0,1 0-6 0,4 2-2 0,4-3 1 16,1 3-42-16,13-7-103 0,-12 6 45 15</inkml:trace>
  <inkml:trace contextRef="#ctx0" brushRef="#br0" timeOffset="41033.71">11071 10291 2 0,'0'0'27'0,"0"0"-3"16,0 0 7-16,0 0 0 0,0 0-6 0,0 0 2 16,0 0-1-16,0 0 0 0,0 0 0 0,0 0-4 15,0 0-3-15,0 0 1 0,0 0-3 0,0 0 6 16,0 0-8-16,0 0 8 0,0 0-5 0,0 0 2 16,0 0 3-16,0 0-10 0,0 0 8 0,0 0-5 15,0 0 1-15,0 0 0 0,0 0-7 0,0 0 3 16,0 0-4-16,0 0-1 0,0 0-2 0,0 0 4 15,0 0-1-15,-9-6-6 0,9 6 5 0,0 0-6 16,0 0 2-16,0 0 2 0,0 0-4 0,0 0 2 16,0 0-3-16,0 0 2 0,0 0-5 0,0 0 5 15,0 0 2-15,0 0-6 0,0 0 3 0,0 0 3 16,0 0-2-16,0 0-7 0,0 0 4 0,0 0 1 16,0 0-1-16,0 0 3 0,0 0 2 0,0 0-10 15,0 0-9-15,0 0-5 0,0 0-5 0,0 0-2 0,0 0-13 16,0 0-8-16,0 0-33 0,0 0-84 15,0 0 37-15</inkml:trace>
  <inkml:trace contextRef="#ctx0" brushRef="#br0" timeOffset="76737.98">23859 17289 16 0,'0'0'53'0,"0"0"-1"16,0 0 15-16,0 0-24 0,0 0-10 15,0 0 1-15,-6-6-8 0,6 6 17 0,0 0-11 0,0 0-1 16,0 0-2-16,0 0-2 0,0 0 1 0,0 0-5 16,0 0-3-16,-5-4 1 0,5 4-8 0,0 0 3 15,0 0-7-15,0 0 4 0,0 0-11 0,0 0 9 16,0 0 3-16,0 0-12 0,0 0 8 16,0 0 11-16,0 0-7 0,0 0 1 0,0 0 13 15,0 0-14-15,0 0 2 0,0 0-4 0,0 0-4 16,0 0-4-16,0 0 0 0,0 0 5 0,0 0 8 15,0 0-7-15,0 0-6 0,0 0 5 0,0 0-3 0,0 0-4 16,0 0 4-16,0 0-3 0,0 0 2 16,0 0 2-16,0 0-2 0,0 0 2 0,0 0-5 15,0 0-1-15,0 0 14 0,0 0-8 0,0 0 6 16,0 0-11-16,14 14 7 0,-14-14-6 0,6 9-8 16,-4-5 14-16,-2-4-9 0,4 10 7 0,0-5-1 15,-1 0 5-15,1 0-4 0,-4-5 0 0,5 10-7 16,-1-3-1-16,1-2 2 0,-1 0-1 0,1 0-2 15,-2 2 5-15,-3-7 1 0,6 9-4 0,-3-5-5 16,-3-4 9-16,3 8 2 0,0-3-2 0,-3-5 0 16,4 7-2-16,-2-2 6 0,-2-5-5 0,4 7 9 15,-4-7-13-15,5 5 0 0,-5-5-6 0,5 7 3 16,-5-7 0-16,3 5-5 0,-3-5 17 0,0 0-15 16,4 9 9-16,-4-9 0 0,2 6-1 0,-2-6-2 15,4 4 6-15,-4-4-10 0,5 7 13 0,-5-7 5 16,4 8-14-16,-4-8-4 0,5 4 13 0,-5-4-8 15,7 6 2-15,-7-6 1 0,2 5-4 16,-2-5 2-16,0 0-5 0,4 6 0 0,-4-6 13 0,0 0-15 16,4 7 10-16,-4-7-3 0,0 0-3 0,0 0 7 15,0 0 7-15,2 5-15 0,-2-5 3 0,0 0-6 16,4 7 7-16,-4-7-9 0,3 6 4 0,-3-6 3 16,2 7 5-16,-2-7-7 0,3 4 17 0,-3-4-19 15,0 0 12-15,5 8-7 0,-5-8 1 16,0 0-4-16,4 7 6 0,-4-7 0 0,0 0 3 15,4 7-18-15,-2-3 11 0,-2-4 6 0,5 9-7 16,-5-9 8-16,2 9-6 0,-2-9-5 0,2 4 10 0,-2-4-2 16,0 0-4-16,3 6 0 0,-3-6 8 15,0 0-6-15,2 7-1 0,-2-7 6 0,0 0-8 16,0 0-8-16,-1 10 13 0,1-10-9 0,0 0 8 16,3 6 7-16,-3-6-15 0,1 7 5 0,-1-7-3 15,0 0 0-15,0 0 8 0,2 10-8 0,-2-10 1 16,0 0 5-16,0 0-4 0,0 0 4 0,0 0 4 15,0 8-10-15,0-8 8 0,0 0-7 0,0 0 3 16,3 6-4-16,-3-6 8 0,0 0-2 0,0 0 1 0,0 0 0 16,1 7-5-16,-1-7 5 0,0 0 2 15,0 0-5-15,0 0 6 0,0 0-7 0,0 0-2 16,0 0 4-16,0 0 2 0,0 0-13 0,0 0 12 16,0 0-3-16,0 0-2 0,0 0 17 0,0 0-8 15,0 0-4-15,0 0 2 0,0 0-5 0,1 9-4 16,-1-9 7-16,0 0 1 0,0 0-9 0,0 0 4 15,0 0 3-15,0 0-6 0,0 0 20 0,0 0-21 16,0 0 10-16,0 0-7 0,0 0 3 0,0 0 2 16,0 0 1-16,0 0-5 0,0 0 1 0,0 0 1 15,3 5 6-15,-3-5-5 0,0 0 0 0,0 0 0 16,0 0-7-16,0 0 3 0,0 0 5 0,5 3 0 16,-5-3-13-16,0 0 22 0,0 0-7 0,0 0 0 15,0 0-12-15,0 0 7 0,5 3 21 0,-5-3-19 16,0 0 2-16,0 0-4 0,0 0 1 0,0 0 0 15,0 0-3-15,0 0 3 0,0 0 6 16,0 0-7-16,0 0 3 0,0 0-1 0,9-9-9 0,-9 9 12 16,4-8-4-16,-4 8 2 0,5-7-8 0,-5 7 3 15,4-12 6-15,-1 7-2 0,-1 0-11 0,3-1 13 16,-2-1-10-16,1-2 3 0,-2 2 2 0,3-1 4 16,-1-1-8-16,-1 2 11 0,-1-1-4 0,3-1 0 15,-3 4 4-15,0-4-3 0,0 2-7 0,0 1-3 16,2-3-1-16,-4 9 3 0,4-13-4 15,-3 9 5-15,2-2 4 0,-3 6-1 0,3-12-4 16,0 7 3-16,-2-1-3 0,-1 6 5 0,4-9-4 0,-4 9 9 16,3-10-10-16,-1 4 10 0,-2 6-11 0,0 0 17 15,2-9-14-15,-2 9 14 0,1-7-15 0,-1 7 4 16,0 0-7-16,2-10 8 0,-2 10-2 16,0 0 1-16,0-7 0 0,0 7 0 0,0 0 3 15,2-8 2-15,-2 8-8 0,0 0 7 0,3-8-3 16,-3 8-4-16,0 0 3 0,2-10-13 0,-2 10 19 15,2-6 15-15,-2 6-19 0,3-8 4 0,-3 8-6 16,2-7-1-16,-2 7-6 0,4-4 18 0,-4 4-11 16,0 0 0-16,3-8-2 0,-3 8 2 0,0 0 10 0,4-7-5 15,-4 7 11-15,0 0-15 0,4-8 8 16,-4 8-10-16,1-9 1 0,-1 9-6 0,0 0 10 16,5-7 0-16,-5 7 13 0,0 0-14 0,5-5 8 15,-5 5-8-15,1-5-7 0,-1 5 7 0,0 0 4 16,0 0 2-16,0 0-10 0,0-12 3 0,0 12 4 15,0 0-8-15,0 0 13 0,1-7 0 0,-1 7-3 16,0 0 2-16,0 0 8 0,3-6-8 0,-3 6 2 16,0 0 4-16,0 0 10 0,0 0-3 0,4-7-4 15,-4 7-6-15,0 0 6 0,0 0-4 0,0 0 4 16,2-6 4-16,-2 6-4 0,0 0 2 0,0 0-6 16,0 0 5-16,0 0-5 0,0 0 1 0,0 0 1 15,0 0 3-15,0 0-5 0,0 0-1 0,0 0 5 16,0 0-4-16,0 0 5 0,2-7 0 0,-2 7-4 15,0 0-4-15,0 0 4 0,0 0-1 0,0 0-2 16,0 0-7-16,0 0 4 0,0 0 1 0,0 0-4 16,0 0-9-16,0 0-15 0,0 0-3 0,0 0-12 15,0 0-23-15,0 0-13 0,0 0-16 0,0 0-5 16,0 0-14-16,0 0-6 0,0 0-71 0,0 0-197 16,0 0 87-16</inkml:trace>
  <inkml:trace contextRef="#ctx0" brushRef="#br0" timeOffset="78160.39">23884 17206 25 0,'0'0'69'0,"-4"-11"-5"0,4 11 6 0,0 0-11 0,0 0 5 15,0 0-3-15,0 0-14 0,0 0-5 16,0 0-2-16,0 0-6 0,0 0 7 0,0 0-6 0,0 0 6 16,0 0 1-16,0 0 1 0,0 0-2 15,0 0-5-15,0 0 11 0,0 0-7 0,0 0-4 16,0 0 0-16,27 14-4 0,-27-14 2 0,0 0-15 15,9 8 6-15,-9-8 8 0,6 8-1 0,-6-8-1 16,7 8-3-16,-7-8 0 0,5 11-6 0,-3-6-1 16,-2-5 1-16,7 14-10 0,-4-8 8 0,1 1-7 15,-1 1 7-15,-1-2 0 0,1 2-8 0,0-1-2 16,-1-1 1-16,-1 2-6 0,-1-8 4 0,4 15 0 16,-1-10-3-16,-1 4 3 0,0 0-5 0,0-3-1 15,-1 1 0-15,1 0 0 0,-2-7 5 0,0 13-8 16,1-8 2-16,0 2-3 0,-1-7 0 0,3 11 5 15,-2-4 3-15,-1-7-3 0,3 11-4 0,-3-11 6 16,3 10-1-16,-3-4-4 0,2-1 3 0,-2-5-2 16,1 10 2-16,-1-10-2 0,1 11 6 0,-1-11-10 15,3 8 8-15,-3-8-8 0,0 0 7 0,2 14-11 16,-2-10 13-16,0-4 1 0,2 10-3 0,-2-10-4 16,2 7 2-16,-2-7-3 0,0 0 14 0,5 12-19 15,-5-12 6-15,0 0 2 0,0 11 3 0,0-11-10 16,4 8 4-16,-4-8 3 0,3 9-4 0,-3-9 3 15,2 9-8-15,-2-9 6 0,0 0 4 0,3 12-4 16,-3-12 5-16,0 0-4 0,2 12 2 16,-2-12 0-16,2 10-8 0,-2-10 8 0,0 0-2 15,2 10-5-15,-2-10 6 0,0 0-4 0,0 0 5 16,2 10 0-16,-2-10-3 0,0 0 4 0,0 0-8 0,3 11 9 16,-3-11-5-16,0 5 5 0,0-5-3 0,0 0-5 15,2 6-1-15,-2-6 13 0,0 0-4 16,0 0-11-16,0 0 8 0,0 0-3 0,0 0-1 15,0 0 0-15,0 0 6 0,0 0-6 0,5 11 7 16,-5-11-6-16,0 0 2 0,0 0-2 0,0 0 1 16,0 0-5-16,1 6 6 0,-1-6 1 0,0 0-3 15,0 0 2-15,0 0 1 0,0 0 3 0,0 0-1 16,0 0-3-16,2 5 3 0,-2-5-5 0,0 0 2 16,0 0-5-16,0 0 0 0,0 0 3 0,0 0-1 15,3 8 3-15,-3-8 1 0,0 0 0 0,0 0 2 16,0 0-1-16,0 0-4 0,0 0 5 0,0 0 1 15,0 0-13-15,0 0 12 0,0 0-6 0,0 0 3 16,0 0 2-16,0 0-3 0,0 0-5 0,0 0 9 16,0 0-7-16,13-20 1 0,-13 20 2 0,4-10-3 15,-4 10 9-15,6-10-4 0,-3 1-2 0,-3 9 1 16,6-14 1-16,-2 6 0 0,-2 1 6 0,2-3-10 16,0 1 2-16,1-1 4 0,0 0-5 0,-2 1 4 15,1-2-4-15,-2 2-1 0,3 0 1 0,-2-1 5 16,0 1 0-16,-1-1-9 0,2-1 6 0,0 3 3 15,-3-2 0-15,0 4-1 0,2-5-3 0,-2 5 4 16,2-3-4-16,-1 0 1 0,1 3-3 0,-1-4 2 16,1 3 1-16,2-1 1 0,-2-2-4 0,0 4 8 15,-1-1-10-15,0 1 3 0,-2 6-1 16,8-14 3-16,-6 9-2 0,3-2-4 0,-5 7 7 16,5-12-6-16,-2 8 8 0,1-3-3 0,0 2-2 15,-4 5-2-15,4-11 3 0,0 6-2 0,-2-1-4 16,-2 6 12-16,7-11-6 0,-4 7 2 0,1-1-1 0,0 0 4 15,-4 5-5-15,6-11 4 0,-2 7 9 16,0 1-5-16,-4 3 2 0,7-8-2 0,-5 4-1 0,-2 4 2 16,8-10-14-16,-5 6 16 0,-3 4-1 15,7-9 3-15,-7 9 4 0,5-5-6 0,-5 5 4 16,4-4-5-16,-4 4-1 0,4-5 7 0,-4 5-5 16,0 0 1-16,0 0 2 0,0 0-1 0,6-6 1 15,-6 6-2-15,0 0 4 0,0 0-3 0,0 0 0 16,0 0-2-16,0 0 1 0,0 0-3 0,3-6 0 15,-3 6 1-15,0 0-5 0,0 0 1 0,0 0 1 16,0 0 2-16,0 0-5 0,0 0 5 0,0 0 0 16,0 0-7-16,0 0 5 0,0 0-4 0,0 0-2 15,0 0-5-15,0 0 3 0,0 0 4 0,0 0-6 16,0 0-3-16,0 0-6 0,0 0-11 0,0 0-4 16,0 0-15-16,0 0-7 0,0 0-15 0,0 0 3 15,0 0-13-15,0 0-19 0,0 0 0 0,0 0-12 16,0 0-10-16,-13 24-9 0,9-19-75 0,-4 2-215 15,1 1 96-15</inkml:trace>
  <inkml:trace contextRef="#ctx0" brushRef="#br0" timeOffset="79282.57">23872 17269 15 0,'0'0'97'0,"0"0"-22"16,0 0 7-16,0 0-8 0,0 0-8 0,0 0 3 16,0 0-4-16,0 0-14 0,0 0 7 0,0 0 10 15,0 0-10-15,22-4-3 0,-22 4-7 0,0 0-11 16,15 10 7-16,-15-10-1 0,12 6-5 15,-8-1-3-15,-4-5-1 0,9 9-9 0,-5-5-1 16,-1 2 10-16,2 0 4 0,-1-1-12 0,0 4 6 16,0-3-9-16,0 4 9 0,0-2-2 0,-2 1-4 15,1 2 0-15,1-3-1 0,-1 3-1 0,-1-2 5 16,-1 2-1-16,1-2-4 0,1 4 0 0,-2-2 0 16,1 0-3-16,-1 2-3 0,1-3 1 0,-2 2-1 15,2-4-3-15,0 5 5 0,0-1-6 0,0-2-3 16,1-1 1-16,-2 0 0 0,-1-3-2 0,1 4 4 15,3 0-1-15,-4-1-3 0,1-2 1 0,-1-7-4 16,2 13 3-16,-1-7 0 0,1 5 0 0,-2-5-1 16,0-6 0-16,2 12-1 0,-2-12-6 0,2 7 1 15,-2-7 3-15,2 8 2 0,-2-8-1 0,1 7-1 16,-1-7-3-16,2 7 0 0,-2-7-1 0,2 7 1 16,-2-7-2-16,2 5 2 0,-2-5 2 0,0 0-3 15,4 5 3-15,-4-5-1 0,0 0 0 0,0 0-6 16,0 0 6-16,8 4-1 0,-8-4 1 0,0 0-1 15,0 0-4-15,0 0 0 0,0 0 7 0,0 0-8 16,0 0 5-16,0 0-3 0,0 0 4 0,0 0 0 16,0 0 0-16,0 0-4 0,0 0 6 0,0 0-5 15,0 0 1-15,0 0-2 0,0 0 4 0,0 0-7 16,0 0 6-16,0 0-3 0,0 0-5 16,0 0 7-16,10-16-1 0,-10 16-2 0,4-9-2 0,-4 9 4 15,0 0 1-15,5-11-2 0,-5 11 7 0,6-11-8 16,-1 6 1-16,-5 5 3 0,5-14-4 0,1 4 1 15,-1 0-1-15,3 0-1 0,-1 1 1 16,-1 0 0-16,1-1 5 0,-1 2-5 0,-1-4-1 16,3 1 4-16,-3 0-5 0,3 0 10 0,-2 1-7 15,3-1-1-15,-1-5-5 0,-3 5 6 0,3-1 0 0,-3 0 2 16,4-2-4-16,-4 4 4 0,1-2 1 16,-2 3-5-16,0-2 7 0,1 2-9 0,-1 1 11 15,0-1-6-15,1-1 4 0,-1 1-8 0,-4 9 4 16,2-12 1-16,-2 12 0 0,5-10-5 0,-5 10 5 15,7-11 0-15,-7 11 0 0,1-7-4 0,-1 7 4 16,0 0 0-16,4-11 2 0,-4 11 3 0,0 0-3 16,3-10-3-16,-3 10 4 0,0 0-4 0,6-8 6 15,-6 8-8-15,0 0-6 0,4-8 7 0,-4 8 3 16,0 0 2-16,5-7 8 0,-5 7 0 0,0 0-2 16,0 0 5-16,0 0-4 0,0 0 1 0,0 0-1 15,0 0 3-15,4-9-6 0,-4 9 1 0,0 0 0 16,0 0 5-16,0 0-7 0,0 0 4 0,0 0-2 15,0 0 4-15,0 0-11 0,0 0 2 0,0 0 8 16,0 0-6-16,0 0 0 0,0 0 0 16,0 0-3-16,0 0 2 0,0 0-2 0,0 0 2 0,0 0-7 15,0 0 4-15,0 0-3 0,0 0 0 0,0 0 5 16,0 0-11-16,0 0-6 0,0 0-6 0,0 0-15 16,0 0-8-16,0 0-17 0,0 0-19 0,0 0-15 15,0 0-21-15,0 0-8 0,0 0-6 0,0 0 1 16,0 0-18-16,0 0-81 0,0 0-242 15,0 0 108-15</inkml:trace>
  <inkml:trace contextRef="#ctx0" brushRef="#br0" timeOffset="79892.08">23893 17399 13 0,'2'16'45'0,"3"-9"-7"0,-5-7-3 15,4 17-6-15,0-5 2 0,-4-12-9 0,3 19 1 16,-1-10 3-16,3 2-6 0,-2 1-4 0,-1-1-8 15,-2-11 8-15,6 24-5 0,-4-13-2 0,-1 0 6 16,2 1-7-16,1 4 4 0,-2-5-8 0,-2-11 3 16,2 24 4-16,-1-13-11 0,1 0 1 0,0-1 1 15,-2-1 10-15,0 4-11 0,0-13-8 0,2 12 11 16,-2-12-4-16,1 13 6 0,-1-13-6 0,2 12 5 16,-2-12 5-16,2 9-4 0,-2-9-3 0,3 9 2 15,-3-9-2-15,0 0 8 0,4 8-5 0,-4-8-6 16,0 0 1-16,0 0 6 0,0 0-5 15,5 8 1-15,-5-8 0 0,0 0-1 0,0 0 12 16,0 0-10-16,13 1-4 0,-13-1 2 0,0 0 3 16,0 0 9-16,0 0-4 0,16-11-5 0,-16 11 5 15,9-10 0-15,-9 10 1 0,14-11-3 0,-7 4 2 16,-1-1 1-16,-6 8-2 0,18-15-6 0,-10 3-1 0,1-4-6 16,3 3-9-16,-4-1-4 0,5-1-7 15,-4-1-2-15,1-1-7 0,3 1-50 0,-3-2-90 16,0 2 41-16</inkml:trace>
  <inkml:trace contextRef="#ctx0" brushRef="#br0" timeOffset="83281.23">25057 11623 5 0,'0'0'3'0,"0"0"2"15,0 0-2-15,0 0-6 0,0 0-3 0,0 0 10 16,0 0-4-16,0 0-3 0,0 0-1 0,0 0 1 15</inkml:trace>
  <inkml:trace contextRef="#ctx0" brushRef="#br0" timeOffset="83520.31">25062 11659 7 0,'0'0'15'0,"0"0"4"0,0 0-2 0,15-4-3 16,-15 4 0-16,0 0 9 0,10-4-9 15,-10 4 5-15,7-2-2 0,-7 2 5 0,10-4-6 16,-10 4-1-16,9-2-3 0,-9 2 1 0,9-3-11 16,-9 3 1-16,0 0-9 0,9-1 3 0,-9 1-5 0,0 0-5 15,9 0-2-15,-9 0-2 0,0 0-13 0,12 1-33 16,-12-1 14-16</inkml:trace>
  <inkml:trace contextRef="#ctx0" brushRef="#br0" timeOffset="83805.92">25167 11639 2 0,'0'0'6'0,"0"0"7"15,0 0-4-15,0 0 3 0,0 0 2 0,0 0 5 16,0 0 0-16,0 0 2 0,0 0-4 0,0 0 3 16,0 0-2-16,1-9 0 0,-1 9-5 0,0 0 2 15,0 0-3-15,0 0 2 0,0 0 3 0,0 0-3 16,5-5-5-16,-5 5 1 0,0 0-2 0,6-5 3 16,-6 5-4-16,0 0-2 0,6-3 2 0,-6 3-2 15,0 0-6-15,0 0-3 0,9-2-6 16,-9 2 5-16,0 0-1 0,0 0-5 0,9-1 2 0,-9 1-4 15,0 0 1-15,6-3-8 0,-6 3-3 0,0 0 4 16,0 0-15-16,10-1-36 0,-10 1 15 0</inkml:trace>
  <inkml:trace contextRef="#ctx0" brushRef="#br0" timeOffset="83993.56">25255 11617 2 0,'0'0'21'0,"0"0"-2"0,0 0-1 0,0 0-2 16,0 0 0-16,0 0-5 0,0 0-3 15,0 0-1-15,0 0-2 0,0 0-6 0,0 0 0 0,0 0 1 16,0 0-3-16,0 0-6 0,0 0 1 16,0 0-10-16,0 0-18 0,0 0 9 0</inkml:trace>
  <inkml:trace contextRef="#ctx0" brushRef="#br0" timeOffset="86707.02">25181 11645 30 0,'0'0'31'0,"0"0"9"0,0 0-8 16,0 0-1-16,0 0-2 0,-5-6-3 0,5 6-1 15,0 0-5-15,0 0 1 0,0 0-9 0,0 0 0 16,0 0 2-16,0 0-2 0,0 0-1 0,0 0 3 15,3-13 3-15,-3 13-3 0,0 0-5 16,0 0 1-16,0 0-3 0,0 0 3 0,0 0-2 0,0 0-3 16,0 0 2-16,0 0 1 0,0 0-3 0,0 0-9 15,2-9 8-15,-2 9 3 0,0 0-1 0,0 0 0 16,0 0 4-16,0 0-5 0,0 0-4 0,0 0-1 16,2-7 6-16,-2 7-1 0,0 0-2 0,0 0 3 15,0 0 6-15,0 0 1 0,0 0-10 0,3-6 7 16,-3 6 5-16,0 0-5 0,0 0 1 0,0 0 2 15,0 0-8-15,0 0 11 0,0 0-8 0,8-3-3 16,-8 3 9-16,0 0-1 0,0 0 1 0,0 0-7 16,0 0 3-16,0 0-7 0,0 0 3 0,2-5-5 15,-2 5 7-15,0 0-1 0,0 0-1 0,0 0 3 16,0 0-1-16,0 0-3 0,0 0-2 0,0 0 3 16,2-9 2-16,-2 9 5 0,0 0-9 0,0 0 3 0,0 0 2 15,0 0 3-15,0 0-8 0,0 0-1 0,0-9 4 16,0 9 0-16,0 0-6 0,0 0 7 15,0 0 0-15,-2-10 0 0,2 10 7 0,0 0-10 16,0 0 5-16,-2-10 5 0,2 10 1 0,-4-12-12 0,4 7 10 16,0 5-5-16,-5-10-6 0,2 5 4 15,3 5 1-15,-3-12-3 0,0 5-1 0,3 7-2 16,-4-16-1-16,2 11 2 0,0-3 0 0,2 8 0 0,-3-16 5 16,0 7-5-16,0-3-11 0,2 1 11 0,-1 0 2 15,0-4-6-15,-2 3 2 0,2-5 3 0,-1 1-7 16,1 1 12-16,-1-3-2 0,-1 0-4 0,2-1-2 15,-1-1 2-15,2 1-4 0,-2 0 1 16,1 0 0-16,-1 0 0 0,1-1 6 0,-1 0-4 0,2-4-3 16,-2 5-5-16,1-6 5 0,1 1-2 0,-1-2-8 15,2 6 15-15,2 1-3 0,-4 0 0 0,2 0-6 16,-1 0 1-16,2-7 0 0,-1 6 1 0,0-4 3 16,0 5 0-16,0-8 1 0,0 8 4 0,-1 1-6 15,1-1-3-15,-1-6-2 0,1 8 13 0,0-1-4 16,-2 1-5-16,2-1-2 0,2-1 10 0,-4-2-9 15,2 3 5-15,0-1-2 0,2 0 0 0,-2 0 0 16,0-1 2-16,1-3-4 0,0 3-3 0,1 1 5 16,-1-6-6-16,1 1 12 0,2 1-6 0,-3 3 0 15,4-5 0-15,-1 6-1 0,-2-2 2 0,1 2-5 16,0-1-1-16,2 2 6 0,-3-1-2 0,0 1 1 16,2 1-1-16,-2 2 2 0,2 1 1 0,-4-3-22 15,4 2 22-15,-1 4-6 0,-1-2 7 0,2-3-6 16,0 1 1-16,1 5-6 0,-2-6 6 0,0 5 0 15,1 0 5-15,0-1 0 0,0 0 0 0,0 3 0 0,1-2-5 16,-3 0 7-16,3 6 4 0,-1-4-15 16,1 0 4-16,-2 3 1 0,1 1-1 0,0 0 3 15,-2-1 5-15,-2 6-3 0,8-8-3 0,-4 5-8 16,-4 3 9-16,7-6 0 0,-7 6 5 0,9 0-4 16,-9 0-2-16,14 0-1 0,-14 0-3 0,12 3 1 0,-8 1 2 15,3 0-2-15,-2 1 4 0,4 4-2 16,-4 1 2-16,3 0-1 0,-4 1-6 0,6 3 4 15,-6-1 2-15,5 4 4 0,-4 2-4 0,4 5-3 0,-4-4-4 16,-1-1 19-16,2 5-12 0,1 0-1 0,-3-5 4 16,4 6-8-16,-1 1 14 0,-1-1-9 15,-2-5-3-15,1 4 0 0,2 0 3 0,-2 0-10 16,-1-6 15-16,2 0-11 0,1 6 5 0,-2-6 4 0,-2 1-2 16,3 5 1-16,-2-5 2 0,-1 5 2 0,3-5-6 15,-2 7 1-15,4-1-1 0,-4 2-3 0,0-4 6 16,1 4-1-16,-3 0-2 0,2-3 7 0,1 4-9 15,2 0 0-15,0 1 6 0,0-1-7 0,-1 1 10 16,3 1-6-16,0 0 1 0,2 0-4 0,1 1 3 16,-3 1-5-16,1 0 6 0,3-1-7 0,-3 1 1 15,-1-1 7-15,3 2-5 0,-1-2-2 0,-1-1 6 16,0 3 7-16,-1-2-5 0,-1 2-4 0,2-1 1 16,-1-1 9-16,0 0-1 0,-2 1-9 0,2 0 1 15,-2 0 2-15,1 1 2 0,-3-1-7 0,4 0 5 16,0 1-6-16,-3-1 9 0,5-1-7 0,-3 1-1 15,2-2-1-15,-1-1 5 0,3-1-7 0,-3-1 5 16,0 2 0-16,1-1-1 0,2 2-8 0,-3-1 11 16,3 1-3-16,-5-1 7 0,3 2-7 0,-3 0 5 15,1-1-3-15,0 0-2 0,1-1 9 0,3-1-8 16,-2-2-4-16,-1-1 3 0,3-1 3 0,-1 2 3 16,0 1-4-16,-1-5-4 0,0-4-1 0,-1-1 1 15,3 1 5-15,-5-3-2 0,3 0 2 0,-5 0 1 16,4-1-10-16,0-1 13 0,0 1-5 0,0 0-1 15,-4-4 1-15,4 3 0 0,-5-2 2 0,2 1-13 0,-2-2 11 16,2 2 8-16,-2-2-5 0,1 1-2 0,-1-2-13 16,0 3 18-16,-4-3-3 0,2 2-11 15,1-1 9-15,0 1 2 0,-1 0-8 0,2 0 4 0,-2-2 0 16,1-3-6-16,-1 1 2 0,0 2 10 0,-2-4-12 16,2 2 2-16,-2-7 5 0,4 13 1 15,-1-6-8-15,1-2 14 0,-1 0-15 0,-3-5 18 16,5 10-3-16,1-6-9 0,-1 0 2 0,-1 1-1 0,2 0-2 15,-3-1-3-15,4-1 7 0,-2 0-1 16,5 1-6-16,2 1 11 0,-5-1-4 0,3 0-4 0,-1-1 0 16,3 1 7-16,-1-1-9 0,1 1 11 15,-3-1-8-15,3-2 5 0,-2 0-1 0,1 2-7 0,0-1 13 16,3 0-1-16,-3-2-14 0,3 2 17 0,-1-2 0 16,-2 0-2-16,1 0 0 0,1-2 0 0,1 2-2 15,-6 0 0-15,3 0-7 0,-4 0 10 0,3 0-12 16,-10 0 13-16,13 0 4 0,-2 0-13 0,-11 0 0 15,13-3 10-15,-6 3-10 0,-7 0-1 0,14-2 1 16,-7 0 9-16,-7 2-2 0,10-1 2 0,-5 0 4 16,-5 1-4-16,10-3 1 0,-10 3 4 0,12-4-7 15,-7 1-1-15,-5 3 9 0,10-8-14 0,-6 6 5 16,0-3 8-16,1 0 10 0,-5 5-6 0,8-12-5 16,-6 6-2-16,3-1-4 0,-2-3 6 0,1 0-6 15,-2-2 4-15,1 1-5 0,-1-1 0 0,0-3 2 0,-2-2 4 16,0-3-12-16,2 2 2 0,-2-2 3 0,2 2 4 15,0-3-2-15,-4-5-5 0,2 2 3 16,-2-1-1-16,2-1 7 0,-2-1-12 0,2-1 9 16,-4 2-1-16,1 1-3 0,1-4-1 0,-2 2 2 15,4 0 3-15,-5 1-7 0,3 1 3 0,-1 1-1 16,1-3-2-16,-2 2 2 0,4 0 0 0,-2 6-2 16,1-8 1-16,-3 1-2 0,2 1-1 0,0-4 1 15,0 3 0-15,0-1 11 0,-2-1-13 0,0-2-2 0,-2 0-1 16,3-2 1-16,-3 2 2 0,-1-2-1 0,0 3-2 15,0-4-4-15,-1 2 8 0,-1-4-4 16,-1 4-1-16,-1-4 4 0,0 1 1 0,0 4-6 16,2-2 7-16,-2 2-4 0,-3 1 1 0,5-1-4 0,-3 2 5 15,1-2-2-15,-1 3 0 0,0-2-2 0,-1 2-5 16,4-2 0-16,-5 2 0 0,5 0 4 0,-1-3-1 16,0 2-4-16,5-2 7 0,-6 1-7 15,2-1 16-15,0 2-16 0,-2-4 2 0,1 2-8 0,2 1 16 16,1-2-4-16,-2 1-5 0,-4-15-4 0,6 14 3 15,1 0 0-15,1-3-4 0,-4 3-4 0,4-1 5 16,1-3-2-16,-1 2 5 0,1 1-6 0,0 0 12 16,-2-1-9-16,4 0 3 0,-4 3 7 0,3-2-3 15,-1 3-8-15,-2-1 8 0,3 0-5 0,-2 3 6 16,1 1-4-16,-1 0 1 0,1 1 8 0,2 4-11 16,-3-3 8-16,3-1 2 0,0 6 1 0,-2-5 1 15,1 6-9-15,0-1 7 0,2 1 2 0,-2-1-1 16,1-1-14-16,2 4 15 0,-4-1-3 0,4 0 4 15,0 1-6-15,-2 4 5 0,2 1-5 0,2 0 1 16,-2 0 9-16,2 0-7 0,0 2-1 0,-2-1 1 16,0 10-3-16,2-16-2 0,0 10 8 0,-2 1-1 15,0 5-19-15,5-14 23 0,-5 10-2 0,3-3 1 16,-3 7 3-16,6-9-7 0,-6 9 4 0,1-10-10 16,3 6 6-16,-4 4 6 0,4-8-7 0,-2 5-5 15,-2 3-3-15,9-7 13 0,-9 7-11 0,7-5 4 16,0 5 5-16,-7 0-7 0,0 0 2 0,13 2 6 15,-13-2-5-15,16 8 0 0,-7-2 1 0,2 3 3 0,1 2-11 16,3 3 11-16,-3 1-4 0,7 5 0 0,-2 3 3 16,2 0 1-16,-1 4 1 0,-1 2 1 15,2 2 2-15,-3 0-1 0,0 0-12 0,6 10 5 16,-5-9-8-16,-2 0 0 0,1 12-5 0,-5-12-2 0,6 13 3 16,-5-11 2-16,-1-1-9 0,3 12 8 0,-3-10-7 15,2 8 7-15,-1-7-1 0,1 10-3 0,1 1 7 16,-5-13 3-16,6 12 2 0,-1-1-15 0,-3-12 14 15,5 15-1-15,-3-2 1 0,1-1 2 0,3 1 6 16,-1 2-8-16,0-2 2 0,0 2-1 0,1-1-8 16,-3 1 17-16,4-2-12 0,0 3-9 0,1-1 16 15,-2 4 4-15,4-1-3 0,1 5-2 0,4 23 2 16,-7-27-6-16,5 3 9 0,-4 0-5 0,5-2 4 16,2 0 2-16,2-2-1 0,0 1-2 0,1-2 5 15,-1-4-7-15,2 0-4 0,-3 2 8 0,-1-1-3 16,-3-5 6-16,3-1-9 0,0 4-4 0,-3 0 3 15,-7-13-10-15,4 10-4 0,0 2-15 0,0-2 4 16,-4 0-6-16,1-10 0 0,-4 2 2 0,4-1-1 16,-1-4 2-16,2 1 0 0,1-2 6 0,2-2 0 15,1 0 7-15,0 0-3 0,-4-1 5 0,6-2 2 16,0-3 8-16,0-1 1 0,2-4-6 0,-2-1 9 16,1 2-2-16,1-4 8 0,0-2-1 0,0 0 5 15,0-1-1-15,3-2-2 0,0 0 5 0,-2-2 5 16,4-4-5-16,-2 2 8 0,0-2 0 0,0-4 4 15,2 5-5-15,2-8-4 0,-2 3 6 0,-3-1-10 16,3-3 0-16,-4 2-16 0,0 1-4 0,-6 1-7 16,6-5-10-16,-6 3-23 0,-4-1-34 0,1-4-93 15,0 0 42-15</inkml:trace>
  <inkml:trace contextRef="#ctx0" brushRef="#br0" timeOffset="89301.58">24207 12158 22 0,'0'0'34'0,"0"0"-1"16,0 0-13-16,0 0 0 0,-10-12-9 0,2 9-9 15,8 3-12-15,-16-6-2 0,2 4-8 0,1-1-22 16,-6-2 9-16</inkml:trace>
  <inkml:trace contextRef="#ctx0" brushRef="#br0" timeOffset="90541.93">24257 13376 63 0,'0'0'58'0,"0"0"-6"16,0 0-10-16,-5-5-2 0,5 5-5 0,0 0-6 16,0 0 0-16,0 0 1 0,0 0-10 0,0 0-3 0,0 0-8 15,0 0-10-15,-14 1-3 0,14-1-5 0,-10 0-5 16,10 0-11-16,-16 3 0 0,6-2-4 15,-3 2-25-15,2-3-57 0,1 3 27 0</inkml:trace>
  <inkml:trace contextRef="#ctx0" brushRef="#br0" timeOffset="95857.42">24198 17006 9 0,'1'13'21'0,"-1"-3"-5"0,0 2 0 0,0-1 3 16,0 0-5-16,2 0-4 0,0 1 6 0,-2-1-3 16,3 0 9-16,-2 1-14 0,0-1 2 0,-1-1-2 15,0 0-2-15,0 1 0 0,-1 0-1 0,0-3-2 16,1 1 4-16,-1 2-3 0,-1-3 2 0,2-8-5 15,0 16 2-15,-1-10-2 0,0 3-14 0,-1 0 1 16,1 1 3-16,-1-3 1 0,-1 2 0 0,2-1 5 16,1-8-1-16,-4 12-1 0,3-5 4 0,-2-1 1 15,3-6 3-15,-1 14 2 0,0-8-3 0,1-6 4 16,-1 13-4-16,1-6 1 0,0-7-2 0,1 12 2 16,-1-6-1-16,0-6-2 0,-1 11 0 0,1-11-5 15,0 14 0-15,0-14 6 0,-2 10 8 0,2-10-3 16,-1 11 8-16,1-11-4 0,-3 10-5 0,1-3-3 15,2-7 6-15,-3 9-8 0,3-9 9 16,-1 10-8-16,1-10 5 0,-1 10-2 0,1-10 16 16,-2 10-15-16,2-4 21 0,0-6-17 0,0 11-3 15,0-11 7-15,-1 12-11 0,1-12 8 0,0 12-3 16,1-5 0-16,-1 0 3 0,0-7-4 0,3 14 2 16,-2-7-8-16,0 3 5 0,-1-10-1 0,3 15-1 15,-3-9 2-15,0-6-7 0,1 13 9 0,-1-13-9 16,3 15 6-16,-3-9 0 0,0-6-4 0,4 11 0 15,-4-11 2-15,4 14-8 0,-2-7 8 0,-2-7 2 16,0 17-3-16,1-6-4 0,-1-3 4 0,0-8 1 16,4 20 0-16,-3-9-6 0,1-2 8 0,0 3-4 15,-2-2-5-15,1 2 5 0,1-1-11 0,-2 1-5 16,0 1-20-16,0-2-23 0,-2 0-61 0,1 1 27 16</inkml:trace>
</inkml:ink>
</file>

<file path=ppt/ink/ink28.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1-01-25T10:17:32.591"/>
    </inkml:context>
    <inkml:brush xml:id="br0">
      <inkml:brushProperty name="width" value="0.05292" units="cm"/>
      <inkml:brushProperty name="height" value="0.05292" units="cm"/>
      <inkml:brushProperty name="color" value="#FF0000"/>
    </inkml:brush>
  </inkml:definitions>
  <inkml:trace contextRef="#ctx0" brushRef="#br0">470 9016 31 0,'0'0'134'0,"0"0"1"0,0 0-3 0,0 0 4 16,0 0-11-16,0 0-9 0,0 0-4 0,0 0 0 15,0 0-11-15,0 0-5 0,0 0-1 0,0 0-9 16,0 0-5-16,0 0-10 0,-20-36-6 15,20 36-5-15,0 0-2 0,0 0-7 0,0 0-7 0,0 0-4 16,0 0-7-16,0 0 4 0,0 0-6 0,0 0 0 16,0 0 5-16,0 0 4 0,0 0-2 0,0 0-4 15,0 0-2-15,0 0-1 0,0 0 8 16,0 0-2-16,43 69-3 0,-43-69-3 0,13 29-1 16,-13-29-5-16,12 32 0 0,-12-32 2 0,12 35 2 15,-12-35-2-15,14 36 0 0,-14-36-4 0,9 33-1 16,-9-33-3-16,11 31-3 0,-11-31 0 0,8 24 0 0,-8-24-2 15,0 0 0-15,10 34-2 0,-10-34-2 16,0 0 1-16,9 29-1 0,-9-29 2 0,0 0-2 16,0 0 2-16,12 27 0 0,-12-27 0 0,0 0 2 15,0 0 3-15,0 0 2 0,0 0 4 0,0 0 12 16,11 23 6-16,-11-23 3 0,0 0 1 0,0 0-1 16,0 0-4-16,0 0-5 0,0 0-3 0,0 0 0 15,0 0-18-15,0 0 14 0,0 0-9 0,0 0 4 16,0 0-8-16,22-81 1 0,-22 81-3 0,9-36-1 15,-4 12-2-15,-5 24 3 0,8-42-2 0,-8 42-3 16,12-35-3-16,-12 35 2 0,7-35-3 0,-7 35 3 16,9-33 0-16,-9 33 0 0,9-25-4 0,-9 25 0 15,0 0 0-15,0 0 0 0,6-35-2 0,-6 35 0 16,0 0-6-16,0 0-2 0,0 0-1 0,0 0-1 16,3-32-8-16,-3 32-3 0,0 0-5 0,0 0-7 15,0 0-6-15,0 0-11 0,0 0-15 0,0 0-18 16,0 0-5-16,0 0-6 0,0 0-4 0,0 0-12 15,0 0-28-15,0 0-23 0,0 0-28 0,0 0-15 16,0 0-134-16,0 0-365 0,0 0 162 0</inkml:trace>
  <inkml:trace contextRef="#ctx0" brushRef="#br0" timeOffset="251.9">769 9274 80 0,'0'0'141'0,"0"0"-7"16,0 0-2-16,0 0-7 0,0 0-2 0,0 0-7 16,0 0 1-16,-2 61-9 0,2-61-3 15,0 0-8-15,2 42-4 0,-2-42-5 0,0 30 1 16,0-30-10-16,0 0-5 0,0 38-8 0,0-38-2 0,0 0-13 16,2 34-4-16,-2-34-1 0,0 0-1 0,7 30-10 15,-7-30-4-15,0 0-1 0,0 0-7 0,6 30-17 16,-6-30-14-16,0 0-24 0,0 0-12 0,0 0-27 15,0 0-23-15,9 32-36 0,-9-32-13 0,0 0-13 16,0 0-89-16,0 0-265 0,0 0 118 16</inkml:trace>
  <inkml:trace contextRef="#ctx0" brushRef="#br0" timeOffset="645.79">773 9275 106 0,'9'-10'150'15,"2"-4"-7"-15,-4 5-2 0,2 2-7 0,1-1-6 16,-4 3-17-16,0 0-6 0,-6 5-11 0,13-6-3 16,-13 6-8-16,14-1 2 0,-7 2-2 0,-7-1-4 15,14 7 4-15,-7 0-4 0,-1 1-3 0,-1 1-7 16,-1 1-5-16,-2 2-4 0,-2-1-4 0,4 1-6 16,-4 5-2-16,0-6-8 0,-1-2-2 0,-2 2-7 15,3-5 0-15,0-6 3 0,0 13-12 0,-2-7 2 16,2 3-6-16,0-9 1 0,-2 9-4 0,2-9-4 15,-2 10 1-15,2-10-1 0,2 8-3 0,-2-8 1 16,4 7-2-16,-4-7 1 0,8 7 1 0,-4-4-3 16,1 1 1-16,-5-4-2 0,13 5 1 0,-6-1-2 15,2-1-2-15,-1 1-2 0,-1 0 3 0,2 1-1 16,-2 0 4-16,0 1-4 0,-1-3-2 0,-3 5 0 16,1-3 0-16,-1 1 0 0,-3-6 0 0,2 12 3 15,-2-6-1-15,0-6-2 0,-2 15-1 0,-3-8 4 16,0 0-2-16,-1 2 2 0,-1-1 0 0,-1-1-5 15,-2 1-6-15,-1-1-8 0,4-3-17 0,-4 2-11 16,4-4-16-16,-2 0-23 0,3 1-37 0,-2 1-39 16,8-4-25-16,-15 4-119 0,15-4-327 0,-9 1 146 15</inkml:trace>
  <inkml:trace contextRef="#ctx0" brushRef="#br0" timeOffset="903.57">1090 9264 154 0,'2'-6'241'0,"-2"6"-12"0,3-7-20 15,-3 7-20-15,0 0-22 0,0 0-15 0,0 0-15 16,0 0-17-16,0 0-12 0,0 0-8 0,0 0-10 16,2 23-5-16,-2-7-1 0,0 0 1 0,0 4-11 15,0-5-6-15,-2 4-6 0,2-1-7 0,0 1-2 16,-3-1-7-16,3-1 0 0,0-2-8 15,0 1-6-15,3-5 1 0,-3 1-4 0,2 1-3 16,-2-3-19-16,3 3-18 0,-2-3-25 0,0 0-31 0,1 0-30 16,-2-10-41-16,1 19-33 0,0-12-32 15,1 0-130-15,-2-7-361 0,0 0 160 0</inkml:trace>
  <inkml:trace contextRef="#ctx0" brushRef="#br0" timeOffset="1309.58">1127 9264 103 0,'6'-4'167'0,"4"0"-11"0,-10 4 1 0,17-5-6 16,-9 3-7-16,-8 2-4 0,19 5-10 0,-10-1-9 16,1-1-4-16,-1 3-11 0,-1 0-3 0,-1-1-6 15,-1 3 0-15,-2 2-9 0,2-1-7 0,-2 0-8 16,-2 0-5-16,-2 1-6 0,2-1-8 0,0 1-3 15,-4 1-8-15,0-2-4 0,-2-3 0 0,2 2-10 16,2 1-7-16,-4-1-9 0,0-2-6 0,4-6-7 16,-4 10-11-16,3-3 5 0,1-7-3 0,-2 7 3 15,2-7-6-15,2 10 4 0,-2-10 6 0,5 8-1 16,-1-4 2-16,0-1-5 0,0 3 5 0,2-2-3 16,-1 0-1-16,1 1 1 0,-1-1 3 15,2 0-5-15,-1 0 5 0,1 0 0 0,-1 3-2 0,-1-4-1 16,-1 1 2-16,-4-4 2 0,6 8-1 0,-2-4 5 15,-4-4 6-15,-2 8 4 0,2-8-1 0,-7 12 4 16,2-9-2-16,-1 5 2 0,-3-2-3 0,0-1 1 16,0 1-4-16,-1-2-1 0,-2 0 3 0,2-1-6 15,-1 4-6-15,1-5-16 0,2 1-20 0,-1-1-32 16,9-2-35-16,-13 2-46 0,5-2-58 0,8 0-120 16,0 0-351-16,-13-9 156 0</inkml:trace>
  <inkml:trace contextRef="#ctx0" brushRef="#br0" timeOffset="1518.75">1550 9172 59 0,'6'-3'184'0,"-6"3"-14"0,4-2-12 16,-4 2-14-16,0 0-10 0,9-2-2 0,-9 2-17 0,11-2-12 15,-2 2-11-15,4 1-9 0,-4-1-21 0,5 1-33 16,-1-1-37-16,-2-1-43 0,0 2-38 0,-4 2-29 16,0 1-83-16,-7-4-216 0,11 6 97 0</inkml:trace>
  <inkml:trace contextRef="#ctx0" brushRef="#br0" timeOffset="1674.41">1600 9301 136 0,'0'0'213'0,"-6"4"-6"0,6-4-6 16,0 0-11-16,0 0-11 0,0 0-21 0,0 0-18 16,0 0-9-16,0 0-17 0,0 0-10 0,0 0-16 15,0 0-26-15,0 0-38 0,28-2-40 0,-17 0-54 0,0-2-51 16,2 4-169-16,-3-4-315 0,2 1 140 16</inkml:trace>
  <inkml:trace contextRef="#ctx0" brushRef="#br0" timeOffset="7035.71">1960 8993 14 0,'-10'0'126'0,"10"0"-3"0,0 0-9 16,-11-3-5-16,11 3-3 0,0 0-9 0,0 0 12 0,-10 0-6 16,10 0-9-16,0 0 3 0,0 0-11 0,0 0-6 15,0 0-2-15,-9-2-9 0,9 2-2 0,0 0-13 16,0 0-2-16,0 0-6 0,0 0-4 0,0 0-4 15,19-10 0-15,-11 10-7 0,4-4-5 0,0 1-1 16,0-1-4-16,1 0-10 0,0-1-20 16,-1 2-18-16,1 0-25 0,-1 0-24 0,-2 0-21 0,3-1-15 15,-4 3-11-15,2-1-104 0,-6 2-246 0,-5 0 110 16</inkml:trace>
  <inkml:trace contextRef="#ctx0" brushRef="#br0" timeOffset="7795.74">2007 8942 4 0,'-7'2'88'0,"7"-2"0"0,-7 5-2 15,5 0 0-15,2-5 11 0,-4 15 0 0,4-4 14 16,-3 5-5-16,6 2 3 0,-1 0-7 16,0 0-5-16,1 8-3 0,0-7-3 0,1 9-7 15,-3-9-3-15,3-1-8 0,0 1-4 0,-2-1-15 0,1 0 5 16,2-1-7-16,-1-3-1 0,-3-2-7 0,2-1-3 15,-2-2-7-15,-1 3-3 0,0-5 0 16,0 1 0-16,0-8-9 0,-1 11 3 0,-2-5-3 16,3-6-1-16,-4 9 1 0,-2-5-3 0,6-4-2 15,-11 5 3-15,7-3-7 0,4-2 2 0,-16 1-5 0,9 1 2 16,-2-4 0-16,9 2 1 0,-16-1-6 0,10-1 3 16,6 2 0-16,-10-1-2 0,10 1-2 0,-10-4-2 15,10 4 2-15,-7-3-3 0,7 3-1 0,0 0-4 16,-8-1 6-16,8 1-6 0,0 0 0 15,0 0 3-15,0 0-5 0,0 0 5 0,0 0-7 16,0 0 2-16,23-9-3 0,-12 6-15 0,1 0-10 0,0 0-18 16,2 0-13-16,0-1-19 0,1 1 9 15,2-3-12-15,1 2 1 0,-4 3-16 0,-2-4-3 16,5 0 5-16,-5 1 6 0,-1-3 17 0,1 3-13 16,-2-2 19-16,0 0 4 0,-3 0 21 0,-1-2 11 15,1 0 19-15,-2 0 0 0,-2 0 13 0,-3 8 26 16,8-14-2-16,-5 3 6 0,-3 4 9 0,2-3 2 0,-1 4 20 15,-1 6 10-15,2-11 3 0,-2 11 5 0,1-8 1 16,-1 8-4-16,1-7-9 0,-1 7-7 0,0 0-10 16,3-6-10-16,-3 6-5 0,0 0-3 15,0 0-1-15,0 0 4 0,6 28 6 0,-6-18-4 16,3 8-5-16,-2-1 1 0,-1 2-2 0,0-1-9 16,1-1 3-16,2-4 0 0,-3 2-4 0,-1-3-2 15,2-2-6-15,-1-1 4 0,0-1-2 0,0-1 4 0,0-7-6 16,1 9 3-16,-1-9-1 0,1 7 3 15,-1-7-1-15,0 0 4 0,0 9 9 0,0-9-1 16,0 0-3-16,0 0-5 0,0 0 3 0,0 0-4 16,0 0-5-16,0 0-2 0,0 0-6 0,8-27-7 15,-1 19-4-15,-1-1 1 0,1 1-2 0,3-2-4 16,-3 3 1-16,3 0 2 0,-2 1-1 0,-3 3-2 16,2-1 0-16,-1 1 0 0,2 0 3 0,-8 3-2 15,14-1 0-15,-14 1 3 0,10 1-4 0,-3 0 6 16,-7-1-3-16,8 2 3 0,-8-2-1 0,3 6 4 15,-3-6 0-15,0 0 1 0,-8 15 2 0,3-8-4 0,-1-2 4 16,-2 2-2-16,0-3 0 0,1 3 0 16,-1 0 0-16,-1-1-14 0,3-2-15 0,-1 0-21 15,0 0-32-15,2-1-20 0,5-3-38 0,-11 5-31 16,11-5-128-16,0 0-323 0,-10 4 143 0</inkml:trace>
  <inkml:trace contextRef="#ctx0" brushRef="#br0" timeOffset="8049.64">2434 8960 216 0,'0'0'199'0,"1"-9"-19"0,-1 9-26 0,0 0-8 16,4-7-17-16,-4 7-17 0,0 0-3 15,0 0-1-15,7 23-4 0,-4-9 2 0,0 2-5 16,-2 5-5-16,2 4-9 0,-3 3-8 0,0-3-8 15,0 2-5-15,1-2-3 0,2 0-9 0,-3-6-3 16,1-1-5-16,-1 0-7 0,1 0 1 0,-1-1-12 16,0-6-19-16,0 1-29 0,-1-1-20 0,1 1-13 15,0-12-21-15,-1 17-32 0,1-17-25 0,-3 10-23 16,2-5-20-16,1-5-100 0,0 0-297 0,-12 6 133 16</inkml:trace>
  <inkml:trace contextRef="#ctx0" brushRef="#br0" timeOffset="8357.59">2471 8926 67 0,'10'-4'140'0,"-3"2"-12"0,0 1 7 16,4 1 2-16,-11 0 5 0,18 7-12 0,-9-1-7 16,-2 1-2-16,1 1-11 0,-3 3-9 0,-1 2-11 15,-2-1-4-15,-3 4-11 0,0 1-8 0,-4-7-13 16,-4 15 2-16,0-11-5 0,2-5-9 0,0 1-2 15,-1-1-3-15,-2 1-2 0,3-4-5 0,2-1 2 16,5-5-4-16,-9 10-2 0,3-6-3 0,0-3-2 16,6-1 3-16,-6 4-2 0,6-4 6 0,-9 3-4 15,9-3-1-15,0 0-3 0,0 0-8 0,-5 5 4 16,5-5-5-16,0 0-7 0,0 0 5 0,13 6-2 16,-8-3 2-16,4 1-4 0,3 0-7 0,-1 2-20 15,1-1-18-15,-1 0-23 0,1 0-26 0,3 0-16 16,-3 0-22-16,0-3-18 0,1 1-8 0,-1 3-114 15,-1-3-287-15,-3 0 127 0</inkml:trace>
  <inkml:trace contextRef="#ctx0" brushRef="#br0" timeOffset="8741.65">2700 9090 28 0,'1'-8'157'0,"-1"8"-7"15,1-8-7-15,-1 8-11 0,0 0-19 0,0 0-11 16,0 0 13-16,0 0 3 0,0 0-11 0,0 0-8 15,9 26-3-15,-9-14-5 0,2-1-4 0,-1 1-6 16,2 2-8-16,-3 0-7 0,1-4-8 0,0 1-5 16,-1-2-2-16,0 1-7 0,0-2-1 0,1 0-3 15,-1-8-8-15,0 9-2 0,0-9 0 0,2 9-3 16,-2-9-1-16,0 0 0 0,0 0 0 0,0 0-4 16,-2 8 1-16,2-8-4 0,0 0-1 0,0 0-3 15,0 0 1-15,0 0-2 0,0 0-2 0,20-8-2 16,-11 4-6-16,-1 2 0 0,3-4 2 0,-1 3-2 15,1-1 1-15,0 3-4 0,-1 1 0 0,-1-2-1 16,-9 2-2-16,15 2 5 0,-8 0-3 16,-1-1-3-16,-6-1 2 0,11 5 1 0,-5-2 2 0,-4 2-2 15,-2-5 0-15,-1 11 6 0,1-11-4 0,-4 11 11 16,-1-5 7-16,-3 4-2 0,1-3 1 0,-2-3-5 16,0 1 5-16,-2 1-1 0,1-2-2 0,2 2-5 15,0-2 0-15,-1 0 1 0,1-1-15 0,1 0-11 16,7-3-17-16,-15 4-21 0,10-3-28 0,5-1-32 15,-9 0-31-15,9 0-50 0,0 0-135 0,0 0-356 16,0 0 158-16</inkml:trace>
  <inkml:trace contextRef="#ctx0" brushRef="#br0" timeOffset="9095.54">3009 9105 37 0,'0'0'160'15,"10"-5"-3"-15,-4 1-16 0,-6 4-20 0,15-6-5 16,-6 3-11-16,1 0-13 0,1 0-11 0,1 0-5 16,2-1-19-16,-4 4-20 0,-10 0-19 15,22-3-26-15,-16 1-20 0,-6 2-14 0,12-1-14 0,-12 1-9 16,9-4-8-16,-9 4-8 0,0 0-61 0,0 0-152 16,6-7 68-16,-6 7 600 0,0 0-406 0,0 0 21 15,0 0 9-15,-12-16 6 0,12 16 13 0,-7-9 8 16,7 9 18-16,-6-11 21 0,6 11 0 0,-8-10-7 15,3 5 18-15,0 2 9 0,5 3 1 0,-5-9 8 16,5 9 0-16,-5-4-10 0,5 4-6 16,0 0-16-16,-6-3-4 0,6 3-8 0,0 0-3 0,0 0 6 15,-5 12-6-15,5-4 1 0,-1 4 1 0,-1 4-5 16,0 1-4-16,0-1 0 0,1 0-1 0,-1 1-6 16,4 0-2-16,-2 0-2 0,2-1-1 0,-1 0-25 15,1-2-36-15,0-4-34 0,1 2-41 16,-1-2-29-16,2 0-148 0,-4-10-308 0,5 16 136 0</inkml:trace>
  <inkml:trace contextRef="#ctx0" brushRef="#br0" timeOffset="9456.31">3354 8952 63 0,'0'-11'255'15,"0"11"-24"-15,0-10-20 0,0 10-28 0,0 0-19 16,0 0-16-16,0 0-15 0,0 0-11 16,0 0-4-16,0 0-12 0,21 21-9 0,-15-10-5 15,2 3-5-15,1-1-5 0,-2-2-8 0,0 5-3 16,0-5-7-16,0-3-4 0,-1 2-8 0,1-2 3 16,-2 1-1-16,0-1 2 0,-1-3-3 0,-2 0 1 0,-2-5 8 15,5 9 6-15,-5-9 10 0,0 0 8 0,7 6 3 16,-7-6-7-16,0 0 1 0,0 0-10 15,0 0-8-15,7-14-4 0,-5 6-8 0,0-2-2 16,0-2-11-16,1-5 0 0,0-2-4 0,2 0-8 16,0-7-1-16,1 0-6 0,0 0-5 0,3 0-4 15,-3 1-8-15,3 2-17 0,-4 4-6 0,1 3-7 16,0-1-20-16,-3 8-15 0,4-1-33 0,-5 4-27 16,2-1-40-16,-4 7-26 0,8-6-17 0,-8 6-19 15,9 3-12-15,-9-3-160 0,9 10-429 0,-6-1 190 16</inkml:trace>
  <inkml:trace contextRef="#ctx0" brushRef="#br0" timeOffset="9676.2">3629 8937 106 0,'1'7'141'0,"-1"-7"0"0,0 0 2 0,0 12-2 16,0-7 4-16,0-5 3 0,-1 17-7 0,1-8-6 15,0 1-7-15,-1 7-2 0,1-2-11 0,0 3-11 16,-2-2-8-16,1-1-13 0,2 2-4 0,-1-2-8 15,3 1-8-15,-3-3-7 0,1 3 3 0,1-4-8 16,-2 0-6-16,2-1-13 0,-1-1-22 0,1 0-24 16,-2-2-7-16,0-8-17 0,2 11-23 0,-2-11-27 15,3 13-15-15,-3-13-17 0,2 7-12 0,-2-7-3 16,0 0-15-16,0 6-100 0,0-6-271 0,0 0 121 16</inkml:trace>
  <inkml:trace contextRef="#ctx0" brushRef="#br0" timeOffset="10029.84">3653 9041 94 0,'3'-18'117'0,"-2"6"7"16,2 1-7-16,-2 1 3 0,0 3-6 0,1 1-12 16,0-2-9-16,-2 8-9 0,7-8 1 0,-2 5-3 15,-5 3-5-15,12 0-2 0,-5-2-2 0,-7 2-5 16,11 5-1-16,-3-2-5 0,-3 1-7 0,1 1-3 16,2 0 1-16,-3-1-8 0,2 1 3 0,-4 0-5 15,0 0 1-15,1 2-1 0,-4-7-6 0,2 12-2 16,-2-6 1-16,0-6-9 0,-3 13-10 0,1-6-9 15,-3 1-5-15,5-8-14 0,-6 13-12 0,6-13-19 16,-5 8 0-16,5-8-7 0,-3 8-1 0,3-8 2 16,0 0 6-16,0 0-6 0,4 14 9 0,-4-14-8 15,9 7 7-15,-9-7 0 0,9 6 11 0,-4-2-1 16,-5-4 17-16,13 10-12 0,-8-4 4 0,0 1 12 16,-5-7 4-16,9 10 16 0,-6-3 3 0,-1 3 3 15,-2-10 14-15,5 12-1 0,-5-12 3 0,3 11 6 16,-3-11 3-16,0 0 3 0,-7 16-2 0,7-16-7 15,-5 7 2-15,1-2-3 0,4-5-7 0,-5 8-1 16,5-8-9-16,-8 4-10 0,8-4-18 0,0 0-25 16,-12 5-21-16,12-5-28 0,0 0-41 0,0 0-24 15,0 0-99-15,-10 3-268 0,10-3 119 0</inkml:trace>
  <inkml:trace contextRef="#ctx0" brushRef="#br0" timeOffset="10393.42">3942 8993 73 0,'0'-6'225'16,"0"6"-18"-16,3-9-14 0,-3 9-16 0,0 0-19 16,0 0-15-16,0 0-19 0,0 0-7 0,0 0-12 15,0 0-8-15,-19 14-5 0,15-7-7 0,1 3-9 16,-1 0 1-16,2 0-13 0,-1 0-9 0,2 1-6 16,1-11-1-16,1 14-7 0,-1-14-3 0,4 15-3 15,1-8-3-15,-1-2-1 0,-4-5-3 16,13 8-1-16,-3-4-1 0,-1-4 4 0,-9 0-10 0,22-2 4 15,-13 0-7-15,-9 2 1 0,15-4-2 0,-15 4-1 16,13-4-2-16,-6 3 4 0,-7 1 8 0,0 0 3 16,9-4-8-16,-9 4 3 0,0 0-4 0,0 0 0 15,0 0-6-15,0 0 3 0,0 0-2 16,0 0 3-16,0 0-1 0,-30 19-1 0,21-10 5 0,-3 5 2 16,2-3 6-16,0 3-2 0,2-4-2 0,2 0 1 15,1 1-1-15,-2-1-2 0,3 2-1 0,1-3 1 16,0-1-5-16,2 0 0 0,1-8-2 0,2 18-1 15,2-12 2-15,0 3 0 0,4-2-4 0,-3-3-25 16,5-1-28-16,1-1-29 0,0 0-43 0,-11-2-44 16,36-2-43-16,-15-1-228 0,-2-1-463 0,2-2 205 15</inkml:trace>
  <inkml:trace contextRef="#ctx0" brushRef="#br0" timeOffset="10703.58">4373 8983 99 0,'-9'-1'234'0,"9"1"-11"0,-10-2-10 0,10 2-11 0,0 0-7 16,-9-2-14-16,9 2-12 0,0 0-15 0,0 0-10 15,-9-1-14-15,9 1-13 0,0 0-9 0,0 0-6 16,0 0-7-16,0 0-11 0,0 0-6 0,0 0-8 15,0 0-8-15,0 0-5 0,0 0-4 0,0 0 5 16,16-14-17-16,-4 12-1 0,-2-1-10 0,-1 0 4 16,4-1-7-16,-3 2-7 0,4-2-11 0,-1 1-6 15,2 0-7-15,-1-1-17 0,-2 0-16 16,0 0-14-16,-1 3-16 0,-1 2-15 0,-10-1-11 0,20-4-19 16,-20 4-23-16,15-1-17 0,-15 1-19 0,12-2-13 15,-5 2-137-15,-7 0-347 0,0 0 153 0</inkml:trace>
  <inkml:trace contextRef="#ctx0" brushRef="#br0" timeOffset="18065.52">717 10517 3 0,'0'0'89'0,"0"0"-7"16,0 0 3-16,0 0-6 0,0 0 2 0,0 0-7 15,0 0 0-15,0 0 0 0,0 0-7 0,0 0-2 16,-22-35-5-16,22 35 2 0,0 0 3 16,0 0-6-16,0 0 1 0,0 0-10 0,0 0 1 15,0 0-1-15,0 0-7 0,0 0 1 0,0 0-7 16,0 0 2-16,0 0-11 0,0 0 9 0,0 0-6 0,0 0 0 15,0 0-6-15,0 0-1 0,0 0-7 0,0 0 3 16,0 0-9-16,0 0 4 0,0 0-5 16,0 0-1-16,0 0-2 0,0 0 4 0,0 0-5 15,0 0-1-15,0 0-4 0,0 0 4 0,0 0 0 16,0 0-1-16,0 0-3 0,0 0 3 0,0 0-1 16,0 0 11-16,0 0-20 0,0 0 10 0,0 0 2 0,0 0-5 15,0 0 1-15,0 0 8 0,0 0-11 0,0 0 2 16,74 54 2-16,-74-54-2 0,11 17-4 15,-4-8 3-15,-1 1 0 0,-3 0 0 0,3-2 2 16,-3 3 2-16,1 0-2 0,0-5 5 0,2 5-7 16,-2-1-8-16,0-3 8 0,1 3-1 0,-1-1 3 15,1 1 0-15,-2-2 15 0,1-2-3 0,0 2-4 0,-2-2-1 16,1 0 5-16,-1-1-2 0,2 1 0 16,-4-6-7-16,6 8-2 0,-5-3 5 0,-1-5-5 15,4 6 9-15,-4-6-1 0,0 0-7 0,7 8-2 16,-7-8 2-16,0 0-4 0,0 0 7 0,3 6-3 15,-3-6-1-15,0 0 1 0,0 0-9 0,0 0 10 16,0 0-1-16,4 3 4 0,-4-3 3 0,0 0 4 0,0 0 8 16,0 0 0-16,0 0 4 0,0 0 0 15,0 0-3-15,0 0-1 0,0 0-2 0,0 0-2 16,0 0-2-16,0-19-1 0,0 19-4 0,0-14 0 16,0 8 1-16,0 6-1 0,2-16 2 0,-2 7-3 15,0 0-1-15,0-3-6 0,-2 0 2 0,2-1-6 0,0 2 0 16,0-1 3-16,0-1 1 0,0 0-1 15,0 1-2-15,0-1 28 0,2-2-2 0,0 1-4 16,-2 4-1-16,1-1-2 0,0 0-3 0,-1 1-3 16,0 1 1-16,0-2-4 0,1 5-2 0,-1 6-1 15,2-14 3-15,-2 8-7 0,0 6 3 0,0-13 0 16,0 7-2-16,0 6 2 0,2-13-2 0,-2 13-7 16,2-9 7-16,-2 9-3 0,0-7 1 0,0 7 2 15,2-7-3-15,-2 7 1 0,0 0 3 0,0 0-4 16,0 0 1-16,-2-11-2 0,2 11 1 0,0 0-1 15,0 0-2-15,0 0 2 0,0 0 1 0,0 0-3 16,0 0 2-16,0 0-2 0,0 0 1 0,2-7 0 16,-2 7-2-16,0 0-9 0,0 0-9 0,0 0-10 0,0 0-2 15,0 0-12-15,0 0-9 0,0 0-19 16,0 0-9-16,0 0-28 0,0 0-27 0,10 18-13 16,-6-14-23-16,0 2-100 0,-3 2-295 0,1-1 131 15</inkml:trace>
  <inkml:trace contextRef="#ctx0" brushRef="#br0" timeOffset="19875.56">1137 10672 64 0,'0'0'107'0,"0"0"1"0,0 0-8 16,0 0 2-16,0 0-5 0,0-10-3 0,0 10-1 16,0 0-6-16,0 0-2 0,0 0-3 0,0 0-3 15,0 0-6-15,0 0 0 0,0 0-8 0,0 0-9 16,0 0-5-16,0 0-6 0,0 0-1 0,0 0-10 15,0 0-3-15,0 0-5 0,0 0-5 16,0 0 2-16,0 0-5 0,0 0-1 0,0 0-3 0,0 0 1 16,-18 13-4-16,18-13 1 0,-5 10 0 0,1-4-9 15,2 3 4-15,0 0 0 0,0-3 3 0,-1 1-3 16,2 0-2-16,-2 1 2 0,1-1-1 0,2-7-1 16,-3 14-3-16,3-9 7 0,0-5-3 0,-1 15 2 15,1-6 1-15,1 1-2 0,-1-3-6 0,0-7 15 16,3 12-5-16,-1-6-2 0,1 0 3 15,-3-6-2-15,5 11 3 0,-2-5 4 0,-1-2-6 0,5 0 6 16,-3 0-6-16,-4-4 3 0,12 5 2 0,-6-3-1 16,-6-2 1-16,11 1 1 0,-5 2 6 15,-6-3-2-15,10-1 3 0,-10 1 4 0,12-3-5 16,-12 3 3-16,9-5 6 0,-3 3 5 0,-6 2 1 16,7-6-5-16,-7 6 1 0,6-10-6 0,-1 4 0 15,-5 1-5-15,0 5-2 0,6-14-1 0,-6 9-2 16,0-5 1-16,0 10-5 0,0-15 1 0,-2 7-4 0,0-1-5 15,0 1 6-15,0-3 3 0,0 3-8 16,1-4-2-16,-3 5 2 0,2-2-1 0,-2 2-2 0,0-3 0 16,1 4-1-16,-2 0 0 0,5 6 1 15,-2-8-6-15,-3 4 2 0,5 4 0 0,-4-9-4 16,4 9 3-16,-7-6-1 0,7 6-1 0,-8-3-2 16,8 3 2-16,0 0-3 0,-16 3-2 0,7 1-9 15,4-1-6-15,-4 0-6 0,3 4-4 0,-2-3-7 0,8-4-4 16,-14 11-24-16,8-5-16 0,6-6-13 15,-6 9-21-15,6-9-23 0,0 10-17 0,0-10-12 16,4 11-94-16,-4-11-285 0,0 0 127 0</inkml:trace>
  <inkml:trace contextRef="#ctx0" brushRef="#br0" timeOffset="20057.25">1472 10637 37 0,'0'0'170'0,"0"0"-16"0,0 0-17 16,9-4-15-16,-9 4-14 0,0 0-9 0,10-4-20 15,-10 4-29-15,0 0-22 0,17-3-37 0,-17 3-18 16,12 0-22-16,-12 0-22 0,0 0-67 0,17 3-150 16,-17-3 66-16</inkml:trace>
  <inkml:trace contextRef="#ctx0" brushRef="#br0" timeOffset="20208.52">1492 10735 11 0,'0'0'93'0,"0"0"-3"0,0 0 0 0,0 0-7 15,0 0 1-15,0 0-9 0,0 0-7 0,0 0-8 16,0 0-2-16,0 0-6 0,0 0 4 0,0 0-12 16,0 0-2-16,28 4-29 0,-28-4-26 15,25-6-25-15,-8 0-31 0,-6 4-65 0,3-4-144 0,-1 1 64 16</inkml:trace>
  <inkml:trace contextRef="#ctx0" brushRef="#br0" timeOffset="20670.93">1812 10414 53 0,'0'0'211'0,"0"-10"1"0,0 10-4 0,-3-10-11 15,3 10-12-15,0 0-19 0,0 0-21 0,0 0-15 16,0-10-16-16,0 10-13 0,0 0-12 0,0 0-10 16,0 0-2-16,0 0-14 0,17 15-6 0,-12-9-4 15,2 4-4-15,0 1-8 0,1 2-1 0,1 0 0 16,1 0-11-16,-4-1-4 0,1-2-2 0,-1 0-2 16,2 0 5-16,-5-1-8 0,5 1-1 0,-1-3-3 15,-2 2 0-15,-1-2 0 0,0-3-2 0,0 1 1 16,-4-5-5-16,7 10 2 0,-5-6 1 0,2-1 3 15,-4-3-7-15,0 0 0 0,7 7 6 0,-7-7-6 16,5 3 4-16,-5-3 0 0,0 0 17 0,0 0 3 16,0 0 3-16,0 0-2 0,0 0 5 0,10-9-2 15,-6 4-2-15,-2-2 1 0,3-4-5 0,-1-1-1 16,3-3 0-16,-2 0-5 0,0-2-4 0,0 0 1 16,0-2-3-16,-1 1-3 0,1 3-3 0,-1-3 2 15,0 2 0-15,0 0-5 0,-2 5-2 0,-1 0 4 16,3 0-4-16,-3 2 0 0,1 2 3 0,-2 7-4 15,0-11-4-15,0 11 2 0,4-8-3 0,-4 8-2 16,1-8-11-16,-1 8-15 0,0 0-13 16,2-6-19-16,-2 6-8 0,0 0-8 0,0 0-16 0,0 0-17 15,0 0-6-15,0 0-35 0,0 0-18 0,9 27-31 16,-9-18-143-16,0-9-369 0,3 19 163 0</inkml:trace>
  <inkml:trace contextRef="#ctx0" brushRef="#br0" timeOffset="20956.64">2318 10465 28 0,'0'0'160'16,"0"0"-5"-16,0 0-4 0,0 0-13 0,0 0-12 0,0 0-8 15,0 0-3-15,-35 12-7 0,26-8 3 0,2 1-7 16,-2 1-5-16,0-1-14 0,2 3-8 15,0-2-5-15,-2 1-8 0,4 1-7 0,0-1-7 16,-1 3-1-16,3-2-6 0,3-8-3 0,-4 14-3 16,-2-5-4-16,6-9 1 0,-1 17-9 0,1-17 5 15,0 14-4-15,0-14-5 0,4 12 2 0,-4-12 2 16,9 9-4-16,-4-4-5 0,-5-5 1 16,17 6-30-16,-6-2-28 0,-11-4-28 0,20 5-33 0,-6-5-33 15,0 0-26-15,-14 0-129 0,24-1-314 0,-9-2 139 16</inkml:trace>
  <inkml:trace contextRef="#ctx0" brushRef="#br0" timeOffset="21195.62">2563 10428 152 0,'-5'-9'186'0,"5"9"-6"15,0 0-14-15,0 0-10 0,-13-1-11 0,13 1-6 16,0 0-8-16,-16 14-3 0,5-6-15 0,5-1-12 15,-2 2-9-15,2 0-3 0,0 3 2 0,2-3-9 16,-1 2-8-16,2 1-5 0,-2-3-8 0,3 1-7 16,2-10-4-16,0 15-4 0,-2-5-5 0,2-10-4 15,-2 14-2-15,2-14-4 0,7 10 0 0,-2-4-7 16,-5-6-20-16,12 11-22 0,-12-11-32 0,15 7-47 16,-2-4-42-16,-13-3-42 0,23 3-157 0,-23-3-365 15,22-3 162-15</inkml:trace>
  <inkml:trace contextRef="#ctx0" brushRef="#br0" timeOffset="21393.67">2959 10407 45 0,'0'0'248'0,"6"-7"-11"15,-6 7-16-15,0 0-14 0,0 0-21 0,0 0-21 16,0 0-19-16,0 0-15 0,8-6-16 0,-8 6-21 15,9-3-30-15,-9 3-31 0,18-6-42 16,-6 3-45-16,3-2-54 0,0 1-56 0,-4 0-96 16,5-3-281-16,0 1 125 0</inkml:trace>
  <inkml:trace contextRef="#ctx0" brushRef="#br0" timeOffset="21574.49">3313 10150 180 0,'0'0'185'0,"7"-8"-21"0,-7 8-19 15,9-9-14-15,1 4-10 0,3-1-18 0,0 1-25 16,3-3-28-16,0 2-21 0,-3 2-27 0,-1-1-29 16,1 2-19-16,-2-1-31 0,-3 2-21 0,-8 2-59 15,13-2-170-15,-13 2 76 0</inkml:trace>
  <inkml:trace contextRef="#ctx0" brushRef="#br0" timeOffset="21928.05">3476 10081 39 0,'0'0'38'0,"0"0"15"0,0 0 10 16,0 0 3-16,0 0 10 0,0 0 1 0,-35 4 16 16,35-4-4-16,0 0 1 0,0 0-8 0,0 0-1 15,0 0-9-15,0 0-6 0,0 0-12 0,0 0-1 16,-10 7 6-16,10-7 5 0,4 16 4 0,-4-5 14 16,1 5-7-16,0-1-3 0,1 0-5 0,-2 1 1 15,1 0-4-15,1 2-2 0,0-1-4 0,0 1-6 16,1 0 0-16,-1-1-2 0,0-3-8 0,-1-3-2 15,2 3-7-15,-2-3-1 0,0 0 0 0,0-2-6 16,-1 1-1-16,2-2 0 0,-1 0-4 0,-1-8-3 16,-1 13 0-16,-1-7-1 0,2-6 2 0,-5 10-5 15,0-5 1-15,0 0-4 0,-3-2 1 0,1 0-4 16,7-3-1-16,-12 4-4 0,12-4-2 0,-11 3-4 16,11-3 1-16,-13 2-1 0,13-2 3 15,0 0 0-15,-14 0-3 0,14 0 3 0,0 0-1 0,-13 1-1 16,13-1-4-16,0 0 3 0,0 0 4 0,0 0-5 15,0 0 0-15,0 0 2 0,0 0 3 0,0 0 2 16,0 0-1-16,0 0-1 0,0 0 2 0,32-1-1 16,-18-2 0-16,3-1 0 0,2 1-14 15,0-1-21-15,0 0-27 0,3-2-34 0,-2 2-28 16,1 0-32-16,1-2-31 0,-2 0-103 0,-5 0-312 0,4 0 138 16</inkml:trace>
  <inkml:trace contextRef="#ctx0" brushRef="#br0" timeOffset="22140.83">3738 10288 67 0,'-2'-7'191'0,"2"7"-2"0,0 0-3 16,-2-10-17-16,2 10-3 0,-5-4-12 15,5 4-7-15,0 0-9 0,-7-5-17 0,7 5-9 16,0 0-8-16,-16 9-9 0,9-3-9 0,0 2-7 16,-1-2-3-16,-1 6-5 0,4-3-10 0,1 1-3 15,-2 0-8-15,2-1-2 0,1 0-7 0,2 1-3 16,1-2-1-16,1 1-1 0,-1-9-6 0,4 13 2 15,1-4-10-15,3-4-14 0,1 1-27 0,2-2-36 16,1 0-37-16,2-3-24 0,4 0-40 0,1-1-39 16,-1 0-136-16,-4-2-356 0,5-5 158 0</inkml:trace>
  <inkml:trace contextRef="#ctx0" brushRef="#br0" timeOffset="22401.08">4048 10123 60 0,'0'0'241'0,"-1"-15"2"16,1 15-9-16,-3-9-4 0,3 9-13 0,0 0-6 16,-2-10-24-16,2 10-18 0,0 0-20 0,0 0-14 15,0 0-16-15,0 0-14 0,0 0-10 0,0 0-11 16,0 0-4-16,-4 29-7 0,5-14-5 0,-1-3-10 16,2 6-4-16,-2 0 4 0,1-2-5 0,0 2-6 15,-1-1-2-15,3-2-4 0,-2 2-4 0,0-5-5 16,-1 0-1-16,3 0-4 0,1-2-1 0,-3 0-1 15,1-1-15-15,-2-9-17 0,6 19-23 0,-5-12-24 16,-1-7-16-16,4 12-20 0,-4-12-28 0,0 0-30 16,2 14-14-16,-2-14-20 0,0 6-20 0,0-6-162 15,0 0-394-15,0 0 174 0</inkml:trace>
  <inkml:trace contextRef="#ctx0" brushRef="#br0" timeOffset="22693.49">4088 10046 73 0,'4'-7'161'0,"-4"7"-16"0,10-13-12 16,-10 13-3-16,11-3 7 0,-11 3-3 0,0 0-2 15,14 3-12-15,-14-3-10 0,9 10-1 0,-2-1-3 16,-6 0-11-16,3 1-2 0,-4 0 5 0,-4 6-7 16,0 0-8-16,0-2-6 0,-2 3-6 0,0-3-5 15,0-4-1-15,0 0 6 0,-1-1 2 16,0-1-2-16,2 0-3 0,0-3-2 0,5-5-4 15,-9 9-4-15,9-9-6 0,-5 7-6 0,5-7-7 0,-5 7 2 16,5-7-2-16,0 0-6 0,0 0-3 0,0 0-10 16,-3 9 4-16,3-9 0 0,0 0-5 0,0 0-1 15,24 0-13-15,-12-1-14 0,1 1-22 16,-13 0-30-16,30-4-30 0,-17 2-29 0,6-1-35 16,-3-1-30-16,-1 2-31 0,-2 0-154 0,0-2-402 15,-13 4 178-15</inkml:trace>
  <inkml:trace contextRef="#ctx0" brushRef="#br0" timeOffset="22927.17">4359 10150 22 0,'0'0'212'0,"0"0"-1"0,5-6-6 15,-5 6-19-15,0 0-14 0,0 0-18 0,0 0-14 16,0 0-14-16,0 0-6 0,0 0-2 0,0 0 1 16,4 17-7-16,-6-9-4 0,1 4 10 0,0 1 4 0,-2 3-9 15,1 0-7-15,-1-1-10 0,1 1-11 0,0 1-6 16,0-1-9-16,2-6-7 0,-1 0-3 15,1 2-7-15,0-5-7 0,2 3 1 0,-1-3-3 16,1 1-4-16,4-2-5 0,0 1-4 0,2-1 2 16,1-2-2-16,4 0-1 0,4-4-7 0,2 0-20 15,1 0-21-15,-1-4-31 0,3-1-35 0,-4 1-46 16,1-2-59-16,-2-1-69 0,-8 0-177 0,1 0-470 0,-1-2 209 16</inkml:trace>
  <inkml:trace contextRef="#ctx0" brushRef="#br0" timeOffset="28366.69">978 11195 83 0,'0'0'88'0,"0"0"6"0,0 0-1 0,-10 3-9 0,10-3-8 16,0 0 2-16,0 0-7 0,0 0-5 0,-7 5-6 15,7-5-3-15,0 0-1 0,0 0 0 16,0 0-5-16,0 0-3 0,0 0-6 0,0 0 8 0,0 0 7 16,0 0 10-16,0 0-4 0,0 0-4 0,0 0 9 15,44-6-12-15,-24 3-2 0,-2-2-3 0,-1 2-1 16,2-1-3-16,-1-1-6 0,0 1-6 0,0 0 2 15,-5 2-6-15,1-3-3 0,-1 2 0 16,6-2-5-16,-9 2-3 0,5-1-3 0,-3 2 2 16,-3 0 0-16,-9 2-4 0,16-6-1 0,-16 6-8 15,11-4 0-15,-11 4 8 0,9-1 2 0,-9 1 4 16,0 0 2-16,0 0 1 0,11-4 0 0,-11 4 3 0,0 0 1 16,0 0-9-16,0 0 3 0,0 0-8 0,0 0 1 15,0 0-3-15,0 0-1 0,0 0-1 0,0 0-1 16,-28 7-4-16,19-3 1 0,-1 0-2 15,-3 2 0-15,1 0-4 0,-1 1 1 0,-3 2 0 16,0-2-3-16,-1 3-1 0,-1-2-2 0,2 3 3 16,1-4-2-16,-2 2 1 0,0 0 0 0,0 0 0 15,3-1-2-15,2-2 4 0,3-1-2 0,-2 0 0 0,5-1 0 16,6-4 0-16,-13 6 4 0,13-6-5 16,-8 7 3-16,8-7 2 0,0 0-3 0,0 0 2 15,0 0 1-15,0 0 1 0,0 0-1 0,0 0 3 16,35-15 1-16,-17 7 0 0,9-3-1 0,0-1-2 15,-2 2 4-15,4-2-4 0,-3 2 0 0,-7 1 2 16,6-1-3-16,-5 1 2 0,-1 1 0 0,-2 0 3 16,-1 3-4-16,-3 3-5 0,-4-2-3 0,1 1-11 15,-10 3-3-15,13-5-6 0,-13 5-3 0,12-2 1 16,-12 2 1-16,0 0 4 0,12 0 4 0,-12 0-1 16,0 0 8-16,0 0-5 0,0 0 4 0,0 0 0 15,0 0-4-15,0 0-10 0,-20 20 14 0,20-20-14 16,-13 8-7-16,3-3-14 0,1 0-8 0,-1 0-19 15,1 0-24-15,0-2-21 0,0 2-131 0,0 0-272 16,-3 0 121-16</inkml:trace>
  <inkml:trace contextRef="#ctx0" brushRef="#br0" timeOffset="32195.68">5127 9409 111 0,'0'0'109'0,"0"0"-2"15,0 0-6-15,-8-2-5 0,8 2 1 16,0 0-3-16,0 0-9 0,-9-4 4 0,9 4-6 16,0 0 3-16,0 0-10 0,-6-3 0 0,6 3-5 0,0 0-2 15,0 0 0-15,0 0 3 0,0 0 2 0,0 0 0 16,0 0 7-16,0 0-3 0,0 0-9 16,-3-9-5-16,3 9-4 0,0 0-8 0,8-10-4 15,-5 3-4-15,-1 1-6 0,3-3-3 0,0 0-4 0,2 0-9 16,-2 0 2-16,0 0 0 0,1 1-1 0,0-2-7 15,-1 1 1-15,0-1-3 0,-2 2 2 16,1-1 2-16,0 4-5 0,0-3-4 0,0 2-2 0,-2 0 0 16,-2 6 4-16,3-8-4 0,-3 8-2 15,4-9-2-15,-4 9 3 0,2-7-1 0,-2 7 0 0,3-6-3 16,-3 6 1-16,0 0-2 0,0 0-1 0,2-8-2 16,-2 8 0-16,0 0 0 0,0 0 1 0,0 0-4 15,0 0 1-15,0 0-3 0,0 0 0 0,0 0 0 16,0 0 3-16,0 0 2 0,0 0-5 0,0 0 4 15,0 0-3-15,-11 19 4 0,11-19 2 0,-3 14-2 16,1-6-3-16,1-1 1 0,-2 0 1 0,2 1 2 16,1-8 0-16,0 13-1 0,0-13 1 0,0 12 1 15,1-5 1-15,-1-7-3 0,4 10-10 0,0-4-11 16,2-2-19-16,0-1-20 0,0-1-22 0,3 3-29 16,-3-4-28-16,-6-1-27 0,14 3-128 0,-14-3-320 15,9-4 142-15</inkml:trace>
  <inkml:trace contextRef="#ctx0" brushRef="#br0" timeOffset="32366.03">5121 9078 5 0,'-4'-4'120'0,"-1"1"-3"0,5 3-5 15,-4-8-20-15,4 8-6 0,-4-5-10 0,4 5-14 16,0 0-16-16,0 0-11 0,0 0-21 0,0 0-24 15,0 0-26-15,0 0-33 0,20 10-40 0,-13-7-117 16,3 3 52-16</inkml:trace>
  <inkml:trace contextRef="#ctx0" brushRef="#br0" timeOffset="32595.44">5327 9187 8 0,'-5'5'118'0,"-1"0"-12"0,-3 1-4 16,1 0-6-16,2 3-5 0,-2-1 0 0,-1 2-8 15,3-2-3-15,0 2-22 0,0-3 2 0,1 1-7 16,0 1-2-16,3-2-4 0,-1 0-10 0,2-2-1 16,1-5-2-16,-1 14 0 0,3-7-8 0,1 1 4 15,-1-2-18-15,5-2-21 0,0 2-25 0,2-2-21 0,4 0-31 16,-1-3-93-16,0 0-193 0,2-2 86 0</inkml:trace>
  <inkml:trace contextRef="#ctx0" brushRef="#br0" timeOffset="32793.11">5472 9206 71 0,'5'-6'97'16,"-5"6"-26"-16,9-6-3 0,-3 4-14 0,4 0-14 15,-2-1-25-15,0 2-19 0,1-1-21 0,-9 2-40 16,14-2-70-16,-9 1 31 0</inkml:trace>
  <inkml:trace contextRef="#ctx0" brushRef="#br0" timeOffset="32949.56">5536 9255 14 0,'-4'5'134'0,"4"-5"2"0,0 0-15 0,0 0-6 15,0 0-13-15,0 0-12 0,0 0-5 0,0 0-10 16,0 0-17-16,0 0-21 0,0 0-22 0,21-4-29 16,-21 4-25-16,15-5-37 0,-8 3-67 15,4-3-154-15,-2 0 69 0</inkml:trace>
  <inkml:trace contextRef="#ctx0" brushRef="#br0" timeOffset="33223.82">5759 8978 4 0,'0'0'167'15,"3"-5"-11"-15,-3 5-7 0,0 0-20 0,0 0-10 0,0 0-18 16,0 0-14-16,0 0-12 0,0 0 10 0,0 0-6 16,1 26 0-16,-2-14-10 0,1 3-3 0,0 2-5 15,0 3-7-15,-3 4-1 0,3-6-7 0,2 1-4 16,-4 2 1-16,1-5-10 0,0 1-1 0,2 1-2 16,-1-1-3-16,0-5-17 0,3-1-8 0,-2-1-38 15,-1 0-26-15,1-1-10 0,-1-1-20 0,2-3-17 16,-2-5-26-16,-4 12-81 0,4-12-233 0,-3 6 103 15</inkml:trace>
  <inkml:trace contextRef="#ctx0" brushRef="#br0" timeOffset="33594.31">5775 9015 50 0,'5'-9'146'0,"-1"0"-9"16,0 5-8-16,-2-2-4 0,1 0-11 0,-3 6-12 15,5-7-11-15,-5 7-11 0,5-5-7 0,-5 5-2 16,7-4-10-16,-7 4-12 0,8-1-4 0,-8 1-5 16,0 0 2-16,0 0-4 0,12 7-6 0,-8-4 3 15,-4-3-12-15,5 8-1 0,-4-3-3 0,-1-5-10 16,2 12-10-16,-2-5-4 0,0-7-1 0,0 13-1 16,0-6-8-16,0-7-9 0,-1 13-11 0,2-6 5 15,-1-7-1-15,2 11-7 0,-1-7-5 0,-1-4 3 16,3 11 4-16,-3-11 7 0,2 7 0 0,-2-7 4 15,4 8 6-15,-1-5-1 0,-3-3 4 0,6 5 1 16,-6-5-1-16,5 8-1 0,-2-5 7 0,-3-3 4 16,5 6 6-16,-5-6 2 0,2 6 9 0,-2-6-2 0,2 8 13 15,-2-8-2-15,0 0-7 0,-4 13 6 16,4-13-7-16,-5 6 3 0,0-2-2 0,5-4 1 16,-7 7-4-16,1-5 0 0,6-2-2 0,-9 5-10 15,9-5-10-15,-5 6-18 0,5-6-12 0,-7 3-17 16,7-3-27-16,0 0-76 0,0 0-174 0,0 0 77 15</inkml:trace>
  <inkml:trace contextRef="#ctx0" brushRef="#br0" timeOffset="34415.33">6001 8983 98 0,'0'0'116'0,"0"0"-19"0,6-2-7 15,-6 2-2-15,0 0-13 0,0 0-7 0,0 0-3 0,16 2-2 16,-16-2-6-16,6 7-3 0,-2-3-4 0,-4-4-21 16,6 10 17-16,-2-4-3 0,0 2-3 15,-1 0-4-15,-2-2 2 0,4 2-6 0,-3-1-2 16,-2 0-1-16,2 0-6 0,-2-7 0 0,1 11-4 0,-1-11 3 16,-1 11 4-16,1-11-7 0,0 8-4 0,0-8 5 15,0 8-1-15,0-8 3 0,0 0 4 0,0 0-4 16,0 8 12-16,0-8 0 0,0 0-8 15,0 0-5-15,0 0 7 0,0 0-8 0,0 0-3 16,0 0-5-16,0 0-4 0,0 0-6 0,16-10-15 0,-16 10-16 16,12-6-10-16,-8 5-6 0,2-2-3 15,2 0-21-15,-2 0 1 0,2 0-10 0,0-1-8 16,-2 2 2-16,3-1 2 0,-2 1-5 0,1 0 9 16,-8 2 5-16,13-5 7 0,-5 3 11 0,-2-1 10 0,-6 3 9 15,9-4 11-15,-5 0 13 0,-4 4 13 0,10-6 3 16,-6 1 8-16,-4 5 9 0,5-4 3 0,-5 4 2 15,5-6 5-15,-5 6-2 0,4-5-3 16,-4 5 16-16,4-5-7 0,-4 5 7 0,0 0 4 0,0 0-15 16,0 0 1-16,4-5-6 0,-4 5-2 0,0 0 2 15,0 0-2-15,0 0 3 0,0 0 2 0,8 13-3 16,-8-13-3-16,3 11 4 0,0-4-7 0,-3 0-1 16,2 2-4-16,-2-9 3 0,0 13 3 0,1-7-5 15,2 0-9-15,-3-6 10 0,3 12-1 0,-2-7-5 16,-1-5 1-16,3 6 15 0,-3-6 6 0,0 0 8 15,0 0 4-15,0 0-2 0,0 0-3 0,0 0-4 16,0 0-1-16,0 0-8 0,0 0-4 0,0 0 7 16,0 0-1-16,-17-15-2 0,14 10-6 0,3 5 1 15,-4-15-1-15,2 7-1 0,1-1-3 0,-1-2-7 16,2 1 0-16,2 0-1 0,3 1 1 0,-3-1-2 16,2 0-3-16,0 4-2 0,0-1 2 0,-2 1 0 15,2 0-1-15,0 1-9 0,-4 5 3 0,10-6 3 16,-6 3-2-16,-4 3-2 0,9-4 2 0,-9 4-7 15,9 1 1-15,-9-1 7 0,9 4-4 0,-9-4 1 16,6 5-1-16,-3 1-3 0,1-2 1 0,0 3-2 16,-2-3-10-16,-2-4 2 0,1 12-3 0,1-5-2 0,-2 1-10 15,0-8-6-15,0 12 1 0,0-7-7 16,0-5 2-16,0 13-3 0,0-13-12 0,1 10-3 16,-1-5-6-16,0-5 6 0,1 11-10 0,-1-11 5 15,5 9-3-15,-2-5-3 0,-3-4 6 0,5 9 8 16,-2-6 1-16,-3-3 5 0,5 9 6 0,-1-5 5 15,-2 0 3-15,-2-4 8 0,4 8-1 0,-4-8 3 16,2 9 12-16,-2-9-6 0,0 9 2 0,0-9 2 16,-5 12 3-16,2-7-1 0,0 0 1 0,-2-2 2 15,1 3-8-15,-3-2-8 0,0 0-6 0,2-1-50 0,-2 1-91 16,7-4 41-16</inkml:trace>
  <inkml:trace contextRef="#ctx0" brushRef="#br0" timeOffset="35571.08">6273 9227 8 0,'0'0'26'0,"0"0"-15"0,0 0-19 15,0 0-8-15,0 0 4 0</inkml:trace>
  <inkml:trace contextRef="#ctx0" brushRef="#br0" timeOffset="44359.98">742 11175 16 0,'0'0'63'0,"0"0"-5"0,0 0-4 16,0 0-6-16,0 0 3 0,0 0-5 0,0 0-3 16,0 0 3-16,0 0-8 0,0 0 3 0,0 0 1 15,0 0-3-15,0 0-5 0,0 0 8 0,0 0-6 16,0 0 0-16,0 0 1 0,0 0-2 0,0 0-10 16,0 0-1-16,0 0 6 0,0 0-11 0,0 0 0 15,0 0-1-15,0 0 2 0,0 0-2 0,0 0 14 16,0 0-45-16,0 0-18 0,0 0-19 0,0 0-27 15,0 0-64-15,0 0-151 0,0 0 68 0</inkml:trace>
  <inkml:trace contextRef="#ctx0" brushRef="#br0" timeOffset="49551.62">940 11078 41 0,'0'0'108'0,"0"0"-4"0,0 0-3 16,0 0-5-16,0 0-2 0,0 0-8 0,0 0-7 16,0 0 1-16,0 0-4 0,0 0-8 0,-14 7-4 15,14-7-7-15,0 0-4 0,-5 3-3 16,5-3 0-16,0 0-3 0,0 0 3 0,0 0-6 16,0 0-2-16,0 0 5 0,0 0 2 0,0 0-1 0,0 0-6 15,-6 6 3-15,6-6-4 0,0 0-8 0,0 0 4 16,0 0 1-16,0 0 0 0,31-12 0 15,-13 7-5-15,7-4 1 0,6-3-2 0,-1 0-4 16,3 1-1-16,-2-2-4 0,-1 2-2 0,1-1-4 16,-1 0 0-16,-4 2-2 0,-5 4-2 0,-2 1-18 15,-2 0-5-15,-2 0-21 0,-1 2-29 0,-3 2-23 16,0 0-28-16,2-2-29 0,-6 3-138 0,-7 0-301 0,0 0 133 16</inkml:trace>
  <inkml:trace contextRef="#ctx0" brushRef="#br0" timeOffset="49938.58">2080 10807 99 0,'0'0'148'0,"0"0"-11"0,0 0 1 15,0 0-8-15,0 0-9 0,0 0 1 0,0 0-2 0,0 0-15 16,0 0-2-16,0 0-7 0,0 0-15 15,0 0 3-15,0 0-10 0,0 0-4 0,0 0-8 16,0 0-1-16,0 0-10 0,0 0-5 0,0 0-3 16,9-7-8-16,6 1-2 0,7 0 0 0,6-5-7 15,2 1-1-15,3-1-6 0,4 0 2 0,-1 1-18 16,3 0-24-16,-2-1-25 0,2 1-43 0,-5 0-34 0,1 1-41 16,-6 3-111-16,1 0-295 0,-9 0 130 15</inkml:trace>
  <inkml:trace contextRef="#ctx0" brushRef="#br0" timeOffset="55729.88">3781 9456 42 0,'0'0'145'16,"0"0"-6"-16,0 0-6 0,0 0-7 0,0 0-5 15,0 0-8-15,0 0-6 0,0 0-10 0,0 0-5 16,0 0-8-16,0 0-4 0,0 0-8 0,0 0-7 16,0 0-5-16,0 0-6 0,0 0-11 0,0 0-3 15,0 0-5-15,0 0-11 0,36-10-21 0,-14 7-28 16,8-1-43-16,5-4-33 0,1 3-42 0,-1-4-80 15,15-5-243-15,-14 6 108 0</inkml:trace>
  <inkml:trace contextRef="#ctx0" brushRef="#br0" timeOffset="56400.6">612 9880 80 0,'0'0'100'0,"0"0"-4"0,0 0-9 16,0 0 5-16,0 0 1 0,0 0-8 15,0 0-3-15,0 0-10 0,0 0-11 0,0 0-11 16,0 0 6-16,46-30-13 0,-19 20 6 0,3 2-9 16,6-5-26-16,18-2-37 0,0 2-44 0,0 0-102 15,-3 0-182-15,5-1 81 0</inkml:trace>
  <inkml:trace contextRef="#ctx0" brushRef="#br0" timeOffset="72208.5">4421 9794 69 0,'0'0'65'0,"-5"-7"-4"15,5 7-5-15,-5-5 9 0,5 5-15 0,-6-7 13 16,6 7-19-16,-5-7 1 0,5 7 3 0,-6-6 7 16,6 6-7-16,-7-6-6 0,7 6-9 15,-5-5 5-15,5 5-5 0,0 0 0 0,-9-6 0 0,9 6-9 16,-5-4 1-16,5 4-1 0,-5-5 7 0,5 5-6 16,0 0 1-16,-11-3 6 0,11 3-4 0,0 0-8 15,-6-2-2-15,6 2-7 0,0 0-5 0,-15 5 2 16,6-2 14-16,-3 0-14 0,-4 4-2 0,-1 0 4 15,-6 5-8-15,6-2 1 0,-3-2-3 0,1 2 0 16,1-2 3-16,-5 7 6 0,4-6-4 0,2 2-2 16,-1-1-4-16,1 0 2 0,0 2-1 0,0-1 0 15,2 3 2-15,-1-1 1 0,1 0-1 0,2 0 1 16,1 1 1-16,0-3-2 0,2-2-4 0,1 0 5 16,0 1 0-16,1-1-6 0,-1 1-1 0,2 1 5 15,-2 3-7-15,-2 0 4 0,4-2 4 0,-1 2-8 16,3-3 4-16,-3 3 0 0,2 0-1 0,1-2 0 15,2 4-5-15,-2 0 10 0,1 0-13 0,2-2 3 16,-1-2 3-16,-1 5 9 0,2-2-10 0,2 1 9 16,0-1-9-16,-3 1 8 0,3-4 0 0,0 1-7 15,3 3 4-15,-3-1 1 0,0-2 2 0,0 2-3 16,1-3 0-16,0 1 1 0,1-1-11 0,-1-1 7 16,1 0-4-16,0 0 13 0,-1 3 1 0,2-2-1 15,0 3-9-15,-1-4 4 0,-1 1-3 0,4 3 0 0,-2-3 2 16,3 0-4-16,-1 0 3 0,3 2 6 15,0 1-3-15,2 1-2 0,1 1-6 0,0-2 15 16,2-4-8-16,-1 2 0 0,3 3-3 0,-3-3 7 0,2 2-10 16,1-4 6-16,1 3 0 0,8-1 0 15,0 1-6-15,2-1 1 0,-2-3 2 0,-5-3 1 16,7 1 1-16,1 2 3 0,1-4 4 0,-2 2-3 0,5-3-9 16,1-1 8-16,-1-1-13 0,-1-3 14 0,4-2-9 15,-2 2 6-15,1-3-9 0,-1-3 7 0,1-2-4 16,-2 2-3-16,1-2 3 0,0 0-1 0,-3-4-4 15,2-1 9-15,-2 2-3 0,0-1-2 16,0-2-1-16,0 0 2 0,-5-1 1 0,-1 0 5 0,4 0-4 16,-4 0 5-16,-6 2-5 0,3-3-4 0,-6 2 3 15,-1 0 4-15,1-1-3 0,-4-2 3 0,2-7 1 16,-2 7 4-16,-1-10-6 0,1 3 0 0,0 1 8 16,-3-3-6-16,-2 0 3 0,-4 1 5 0,0-1-7 15,-3 1 10-15,2-3-6 0,-3 2-2 0,-2 1 5 16,-4-2 1-16,2 1-6 0,-4-3 16 0,0 5-11 15,-1-4-2-15,0 1 0 0,-5 2-1 0,-1 1 4 16,-1-3 1-16,0 3 8 0,-2-1-7 0,1 1 5 16,-2 3-5-16,2 1-1 0,-5-2-4 0,2 4 2 15,-2 0 3-15,-1 2-13 0,-4 0-1 0,-2 2 3 16,-1 2-4-16,-5 2-10 0,-11 2-1 0,-3 8-12 16,-3 3 2-16,1 6 3 0,-5 4-19 0,-4 4 4 15,1 4-20-15,-25 9-16 0,29-3-80 0,-24 14-166 16,26-10 73-16</inkml:trace>
  <inkml:trace contextRef="#ctx0" brushRef="#br0" timeOffset="81522.6">4387 10109 30 0,'0'0'27'0,"0"0"-3"0,0 0-4 16,0 0 0-16,0 0-2 0,-5-5 0 16,5 5 0-16,0 0 1 0,0 0-2 0,0 0 2 15,0 0-5-15,0 0 3 0,0 0-3 0,0 0 2 16,-5-5-6-16,5 5 5 0,0 0 1 0,0 0-9 0,0 0 10 15,0 0-2-15,0 0-4 0,0 0 3 16,0 0 1-16,0 0 3 0,0 0 0 0,0 0 1 16,0 0-1-16,0 0-11 0,0 0 6 0,0 0-5 15,0 0-2-15,0 0 2 0,0 0-1 0,0 0 0 0,0 0 0 16,0 0-4-16,0 0-5 0,0 0 0 0,0 0-2 16,0 0 3-16,0 0-2 0,0 0 0 0,0 0 3 15,0 0 1-15,0 0-4 0,0 0 3 0,0 0 4 16,-8 11-7-16,8-11 3 0,-3 12-3 0,3-12-4 15,-2 10 3-15,1-3 4 0,-1-1-2 0,1 1 2 16,1-7 0-16,-1 13 4 0,1-5-8 16,-3 0 2-16,3-8 0 0,-1 13 6 0,0-8-6 15,1-5-1-15,-2 12 7 0,2-5-7 0,-1 1-1 0,1-8 6 16,1 11-8-16,-1-3 6 0,0-1-6 0,0-7 4 16,0 15 6-16,-1-10-2 0,2 5-5 0,-2-1 5 15,1-9-2-15,-1 16-2 0,1-10 1 0,0 3-4 16,0 0 6-16,-1-1-2 0,1-8 1 0,-2 11 2 15,1-5-4-15,1-6 2 0,0 9-3 0,0-9-1 16,-1 10-1-16,1-10 3 0,0 0 2 0,0 12 0 16,0-12 1-16,0 9 0 0,0-9-1 0,0 0 0 15,0 8 2-15,0-8-14 0,0 0 16 0,0 0 3 16,1 7 1-16,-1-7-6 0,0 0-3 0,0 0 9 16,0 0-5-16,0 0 2 0,0 0-5 0,0 0 3 15,0 0-6-15,0 0 6 0,0 9 0 0,0-9-3 16,0 0 7-16,0 0 0 0,0 0-2 0,0 0 5 15,0 0-8-15,0 0-2 0,0 0 14 0,0 0-3 16,0 0 0-16,0 0 0 0,0 0-5 0,0 0 0 16,0 0 3-16,0 0-6 0,0 0 2 0,0 0 1 15,0 0 5-15,0 0-1 0,0 0-1 0,0 0-4 16,0 0 0-16,0 0-3 0,0 0-8 0,0 0 8 16,0 0 6-16,0 0-1 0,0 0-6 0,0 0 5 15,0 0-5-15,0 0-1 0,0 0 2 0,0 0-2 16,0 0 1-16,0 0-3 0,0 0 1 0,0 0 0 15,0 0 0-15,19-9 1 0,-7 6 2 0,-1-1 5 16,7 0-12-16,1-2-9 0,2-1-15 0,7 1-5 0,-1-3-12 16,2-1-49-16,-3 1-103 0,0-1 46 15</inkml:trace>
  <inkml:trace contextRef="#ctx0" brushRef="#br0" timeOffset="83724.75">3440 10583 50 0,'0'0'61'0,"0"0"0"0,0 0-5 16,0 0-5-16,0 0 4 0,0 0-2 0,0 0-9 15,0 0 5-15,0 0-11 0,0 0 3 0,0 0-4 16,0 0-8-16,0 0 2 0,0 0 0 0,0 0-9 16,0 0 9-16,0 0-10 0,0 0 3 0,0 0-6 15,0 0 9-15,0 0-16 0,0 0 4 0,0 0-7 16,0 0-2-16,0 0 4 0,0 0-1 0,0 0 5 16,0 0-8-16,0 0 6 0,0 0-10 15,0 0-2-15,0 0 6 0,0 0-12 0,0 0 10 0,0 0 2 16,0 0 1-16,0 0-4 0,0 0-3 0,0 0-6 15,0 0 9-15,0 0 2 0,0 0-2 0,0 0-6 16,0 0 1-16,0 0 2 0,19-15 3 16,-9 9-1-16,-1 2-2 0,2-2-3 0,1 0 9 0,0 1-8 15,-2 0 3-15,1 1-3 0,0-2 0 0,-2 3 3 16,1-1-8-16,-1 1 4 0,-3 1 6 0,2-2-9 16,-1 1 4-16,0 0 2 0,-1 0 3 0,1 1-4 15,0 0 4-15,0-1 2 0,-7 3-6 0,11-3-1 16,-6 2 2-16,-5 1-2 0,9-3 1 0,-9 3 2 15,0 0-2-15,0 0 1 0,9-2-1 0,-9 2-9 16,0 0 5-16,0 0 6 0,0 0-4 0,0 0 4 16,7-3-12-16,-7 3 14 0,0 0 1 0,0 0 4 15,0 0-9-15,0 0-3 0,0 0 7 0,0 0-2 16,0 0-3-16,0 0 2 0,0 0-5 0,0 0-1 16,0 0 3-16,-18 14-2 0,10-11-1 0,0 2 0 15,-2 1-2-15,-1-2 5 0,0 3-2 0,0-2-1 16,-2 2-4-16,2-1 6 0,-2 0 1 0,1-2 8 15,2 0-7-15,-3 1-1 0,4-1 2 0,0-1-4 16,1 1 5-16,0-2-8 0,8-2 4 0,-9 4 7 16,9-4-8-16,-8 3 4 0,8-3-2 0,-6 3 8 15,6-3-9-15,0 0 1 0,0 0 3 0,0 0 2 16,0 0-6-16,0 0-3 0,0 0 7 0,24-10-3 16,-10 6-7-16,4-3-6 0,1 1-3 0,-1 1-1 15,4-1-7-15,-2 3-5 0,0-1-10 0,0 0-10 16,-1 1-47-16,-6 2-108 0,5-4 48 0</inkml:trace>
  <inkml:trace contextRef="#ctx0" brushRef="#br0" timeOffset="89031.39">2740 12762 2 0,'-2'13'37'0,"2"-7"-5"15,0-6-3-15,-1 11-3 0,1-11-5 0,1 9-1 16,-1-9 0-16,-1 12 4 0,1-12-2 0,1 8-5 16,-1-8 1-16,0 0 12 0,-1 9 6 0,1-9 4 15,0 0 12-15,0 0 0 0,0 0 9 0,-1 9 5 16,1-9 12-16,0 0-1 0,0 0 4 0,0 0 6 15,0 0-2-15,0 0-9 0,0 0-9 0,0 0-6 16,0 0-6-16,0 0-13 0,-5-25-3 16,3 15-3-16,2-2-6 0,0-3 3 0,-1-3-6 0,0 0-6 15,2-8 3-15,-1 7-13 0,3-6 2 0,-1 0-6 16,1 5-2-16,1-6-2 0,-1 1 2 0,1 0-7 16,0 5 8-16,2 3-8 0,-2-2 0 15,0 2 0-15,1 2 4 0,-1 2 2 0,1 1-2 0,-2 1-2 16,-1-1 1-16,3 2-3 0,-2 0 3 0,-1 4-1 15,1 1 1-15,-3 5-2 0,3-8-9 0,-1 2 3 16,-2 6 1-16,0 0-10 0,3-5 6 0,-3 5-2 16,0 0 6-16,7-2-16 0,-7 2 20 15,0 0-6-15,11 9-12 0,-6-4 7 0,-1 2 14 16,2-1-11-16,0 1 1 0,2 2-2 0,0 0 1 0,-2 0 8 16,-1 0-8-16,2 0 1 0,0 1 8 0,0 1-7 15,-2-2 1-15,1 2 5 0,-1-3-2 0,3 2 1 16,-3-2 18-16,0 1-18 0,0-1-5 15,-1-3 3-15,1 2-3 0,0-1 10 0,-1 0-12 0,1 0-11 16,0 2 7-16,-1-3-2 0,0 2-20 0,0-3-16 16,0 0-10-16,-1 3-1 0,1-2 0 0,-1 1-17 15,-1 1-76-15,0-1-168 0,-2-6 74 0</inkml:trace>
  <inkml:trace contextRef="#ctx0" brushRef="#br0" timeOffset="89209.16">2731 12660 35 0,'0'0'69'0,"0"0"-16"0,12-14-7 0,-1 11-21 15,1-1-15-15,4-5-25 0,0 3-23 0,0-4-40 0,3 0 18 16</inkml:trace>
  <inkml:trace contextRef="#ctx0" brushRef="#br0" timeOffset="89363.43">3261 12393 30 0,'9'-3'12'0,"-9"3"-19"0,20-3-9 0,-20 3 4 16</inkml:trace>
  <inkml:trace contextRef="#ctx0" brushRef="#br0" timeOffset="89518.92">3260 12555 15 0,'0'0'72'0,"0"0"-19"16,0 0-10-16,28-8-18 0,-18 4-17 0,2-2-17 16,4-1-26-16,-2-3-37 0,4-2 17 15</inkml:trace>
  <inkml:trace contextRef="#ctx0" brushRef="#br0" timeOffset="89979.28">3577 12115 15 0,'0'0'137'16,"0"0"-5"-16,0 0-8 0,-4-3-12 0,4 3-13 15,0 0-12-15,0 0-5 0,0 0-10 0,0 0-12 16,0 0-7-16,0 0-1 0,0 0-8 0,0 0-4 15,18-5 7-15,-12 3-7 0,4 0-14 0,-1-1 1 16,4 1-1-16,0-1-8 0,-1 1 1 0,0-1 0 16,0 1-6-16,2 0 3 0,0-1-5 0,-2-1 3 15,0 1 2-15,1 0-3 0,-3 1-12 0,0 0 2 16,-10 2 0-16,17-3 8 0,-9 1-9 0,-1 0 6 16,-7 2-15-16,14-3 7 0,-14 3 3 0,12 0-8 15,-12 0 2-15,0 0 7 0,15 0-7 0,-15 0 10 16,0 0-11-16,14-1 4 0,-14 1-3 0,0 0 2 15,10 2 9-15,-10-2-19 0,8 6 14 0,-8-6-15 16,6 6 9-16,-6-6-5 0,8 10 3 0,-5-3-7 16,1 2 10-16,-2 0-4 0,1 1 0 0,0 0 2 15,1 3-1-15,0 3 7 0,-1 1-3 0,0-1-2 16,0-1 5-16,0 2-7 0,-2-3 3 0,3 2 3 16,-2-1-2-16,0 2 1 0,0 0-1 0,1-1-4 15,-2 0-15-15,1-5-14 0,1 3-16 0,2-2-19 16,-2-2-11-16,-2 1-7 0,2 0-9 0,-2-2-57 15,-1-9-166-15,-3 13 73 0</inkml:trace>
  <inkml:trace contextRef="#ctx0" brushRef="#br0" timeOffset="90447.16">3812 12317 12 0,'20'-16'49'0,"5"0"-6"16,0-3-24-16,-1 2-5 0,2-2 4 0,-4 2-5 15,-1 0 2-15,0-1-4 0,-4 5 6 0,-2-2-7 16,-1 2 1-16,0-1-4 0,-4 2 8 0,-2 1 9 16,-2 1 4-16,0 2 7 0,0-2 9 0,-6 10 4 15,4-13-1-15,-4 13-4 0,3-10 2 0,-3 10-2 16,0 0 4-16,0-13-1 0,0 13-4 0,0 0-4 15,0 0-9-15,0 0 2 0,0 0-12 0,0 0 4 16,0 0-6-16,0 0-2 0,-2-14-9 0,2 14 7 16,0 0-2-16,0 0-7 0,0 0-2 0,0 0 9 15,0 0-8-15,0 0 0 0,0 0 3 0,19 21 2 16,-19-21-2-16,9 7-2 0,-4-2 0 0,-5-5 2 16,15 11-12-16,-6-5 3 0,0-1-2 0,4 1 6 15,-3 0 1-15,1 0 3 0,1 0-3 0,-2 0 2 16,1-1-6-16,0 0 1 0,-2 1 3 0,-2-2-2 15,-1 0-8-15,-6-4 2 0,15 9 4 0,-10-6 7 16,-5-3-8-16,7 7 6 0,-7-7-8 0,7 6 6 16,-7-6 3-16,0 0-9 0,5 6 4 0,-5-6 1 15,0 0 4-15,0 0-3 0,0 0-2 0,0 0-1 16,0 0 11-16,-13 24-14 0,4-18-14 0,-4 6-18 16,-3-5-11-16,5 1-15 0,-7-1-15 0,3-1-47 15,-3-2-136-15,5-3 61 0</inkml:trace>
  <inkml:trace contextRef="#ctx0" brushRef="#br0" timeOffset="90833.36">3775 12558 34 0,'7'8'73'15,"4"-8"-6"-15,8 0 7 0,10-3-17 0,6-6 5 16,18-12-11-16,9-1 1 0,30-14-9 0,0-2-2 16,-3-6-14-16,-1 3-16 0,2 2-18 0,-33 15-21 15,0-6-16-15,-10 4-42 0,-13 8-93 0,-2 1 42 16</inkml:trace>
  <inkml:trace contextRef="#ctx0" brushRef="#br0" timeOffset="91045.56">3743 12682 126 0,'-7'3'131'0,"4"-1"-12"0,3-2-11 0,0 0-8 16,0 0-7-16,33-4-6 0,-1-6-12 0,23-8-11 16,3-4-7-16,33-17-21 0,4-1-27 15,-6 1-28-15,-1-1-20 0,-3 1-17 0,-31 15-29 0,-9 0-50 16,-11 5-146-16,-5 0 66 0</inkml:trace>
  <inkml:trace contextRef="#ctx0" brushRef="#br0" timeOffset="91307.75">4092 12053 114 0,'0'0'164'0,"-7"-3"-15"0,7 3-6 0,0 0-5 16,0 0-12-16,0 0-13 0,0 0-13 0,0 0-16 15,4-13-28-15,8 6-27 0,12-9-19 0,3-1-20 16,18-12-32-16,4 0-14 0,7-2-30 0,-2 0-86 16,1 0-187-16,-1-4 83 0</inkml:trace>
  <inkml:trace contextRef="#ctx0" brushRef="#br0" timeOffset="95375.51">2820 12539 13 0,'0'0'17'16,"0"0"-2"-16,0 0 1 0,0 0-2 0,4-4-3 15,-4 4 1-15,0 0-6 0,0 0 5 0,0 0-1 16,5-5-1-16,-5 5 2 0,0 0 5 0,0 0-4 16,0 0-3-16,5-7 6 0,-5 7-7 0,0 0 2 15,0 0-6-15,0 0 0 0,4-4-3 0,-4 4 2 16,0 0 3-16,0 0-2 0,0 0-2 0,0 0 0 16,0 0-1-16,0 0-6 0,6-2 4 0,-6 2 4 15,0 0-3-15,0 0 4 0,8-4-4 0,-8 4-1 16,0 0-2-16,0 0 3 0,6-2-3 0,-6 2 6 15,0 0-3-15,7-4 4 0,-7 4-6 0,0 0 1 16,8-6 2-16,-8 6-2 0,6-5 0 0,-6 5 1 16,6-4 4-16,-6 4 1 0,5-5 3 0,-5 5 8 15,0 0 7-15,5-5 0 0,-5 5 5 0,4-5 5 16,-4 5-10-16,0 0 0 0,3-8 3 0,-3 8 5 16,0 0 1-16,0 0 3 0,2-7-10 0,-2 7 2 15,0 0-7-15,3-7 9 0,-3 7-9 0,0 0 5 16,0 0-8-16,0-9 0 0,0 9 1 0,0 0 8 15,0 0 0-15,0 0-3 0,0 0-1 0,0 0-4 16,0 0 9-16,0-7-6 0,0 7 1 0,0 0 5 16,0 0-2-16,0 0 6 0,0 0 1 0,0 0 5 15,0 0-6-15,0 0 6 0,0 0-6 0,0 0 0 16,1-9-1-16,-1 9 0 0,0 0-5 0,0 0 1 16,0 0-6-16,0 0 3 0,0 0 0 0,0 0-7 15,0 0 5-15,0 0-1 0,0 0-10 0,0 0 1 16,0 0 1-16,0 0-1 0,0 0-1 0,0 0 2 15,0 0-3-15,0 0 0 0,0 0-4 0,0 0 3 16,0 0 5-16,0 0-11 0,0 0-8 0,0 0 15 16,0 0-14-16,0 0 6 0,0 0-4 0,0 0-1 0,0 0-2 15,0 0 5-15,0 0-6 0,0 0-3 16,0 0 5-16,0 0-4 0,0 0-6 0,0 0 3 16,0 0 2-16,0 0 0 0,0 0 1 0,0 0-3 15,0 0 2-15,16 14 5 0,-13-9 4 16,-3-5-1-16,7 10-10 0,-5-6 3 0,5 2 4 0,-2 4-1 15,0-4 10-15,1 3-8 0,1-2-7 0,-2 5 6 16,2-3-3-16,0 2 1 0,-1 0 6 0,1 0 3 16,0-1-9-16,0 1 5 0,3 4-2 0,-2-2 0 15,2 1-1-15,-4-2 1 0,3 1-5 0,-2-2 10 16,1 1-5-16,-1 1 4 0,-1-4-2 0,1 3 3 16,0-3-9-16,0 3 7 0,-1-4-3 0,1 0 1 15,-1 1-2-15,2 0 2 0,-3-2 3 0,-1-1-2 16,-1 1-4-16,1-3 7 0,-1 1-8 0,-3-5 10 15,6 8-4-15,-3-2 4 0,-3-6-2 0,5 6-1 0,-5-6-6 16,2 7 6-16,-2-7-6 0,3 6 6 16,-3-6 2-16,0 0-4 0,3 5 0 0,-3-5 2 15,0 0 2-15,0 0-2 0,0 0 3 0,0 0-1 16,3 6-1-16,-3-6-1 0,0 0 10 0,0 0-9 16,0 0-1-16,0 0 8 0,0 0-2 0,0 0 2 0,0 0-4 15,0 0 7-15,0 0-8 0,0 0 4 0,0 0-6 16,0 0-9-16,0 0-9 0,0 0-7 15,0 0-4-15,0 0-16 0,0 0-9 0,0 0-21 16,0 0-20-16,0 0-74 0,0 0-182 0,0 0 81 0</inkml:trace>
  <inkml:trace contextRef="#ctx0" brushRef="#br0" timeOffset="95623.88">2679 12785 94 0,'0'0'90'0,"0"0"-5"16,-6-3-20-16,6 3 4 0,0 0-10 0,0 0-9 0,0 0-9 15,0 0 1-15,0 0 3 0,19-6-7 0,-1 1-13 16,9-4 2-16,5 1-3 0,4-2-21 0,12-4-10 15,0-4-20-15,-1 1-15 0,0 1-12 16,2-1-51-16,-17 1-113 0,2 0 50 0</inkml:trace>
  <inkml:trace contextRef="#ctx0" brushRef="#br0" timeOffset="96201.53">3725 12939 59 0,'0'0'70'0,"0"0"-1"0,20-13-9 0,-3 3-12 16,10-3-1-16,3-4-9 0,20-5 1 0,0-2-23 16,9 2-4-16,23-12-19 0,1 3-12 0,-23 7-19 15,29-7-28-15,-3-5-71 0,1 4 31 0</inkml:trace>
  <inkml:trace contextRef="#ctx0" brushRef="#br0" timeOffset="125898.95">9431 11277 2 0,'-9'-8'46'0,"5"6"4"0,4 2-14 0,-5-8 4 16,0 3-3-16,5 5-14 0,-4-8 4 0,4 8 2 16,-3-9 0-16,-1 4-10 0,4 5 4 0,-4-8-8 15,3 2-1-15,1 6-5 0,-4-11-7 0,2 4 0 0,2 7 0 16,0-17-6-16,-1 7 7 0,1-1-8 15,0 2 3-15,0-3-2 0,-1-1-4 0,2-5 4 0,-1 2-6 16,1-9 2-16,1 6-4 0,-4-5 0 0,2-1 1 16,0-1-7-16,2 1-12 0,-2-2-17 0,0-1-51 15,-3-2 23-15</inkml:trace>
  <inkml:trace contextRef="#ctx0" brushRef="#br0" timeOffset="130140.36">23948 14502 4 0,'0'0'25'0,"0"0"-7"0,0 0-6 0,0 0-12 16,0 0-11-16,0 0-9 0,0 0 4 0</inkml:trace>
  <inkml:trace contextRef="#ctx0" brushRef="#br0" timeOffset="139468.31">28345 11687 5 0,'-5'-5'71'0,"5"5"-1"16,0 0-11-16,-5-4-5 0,5 4-4 0,0 0-2 16,0 0-5-16,0 0-2 0,0 0-9 0,-7-3 2 15,7 3-12-15,0 0-3 0,0 0 1 0,0 0-5 0,0 0 2 16,0 0-8-16,0 0 7 0,0 0-8 15,0 0 1-15,0 0-2 0,-5-4-4 0,5 4 1 16,0 0 4-16,-10-2-3 0,10 2 1 0,0 0-2 16,0 0 0-16,-11-1-1 0,11 1 2 0,0 0 1 0,-10-1-16 15,10 1 8-15,0 0-2 0,-9 2 9 0,9-2 2 16,0 0 0-16,0 0-5 0,-11-1-1 16,11 1-1-16,0 0 2 0,0 0 2 0,0 0-3 15,0 0 1-15,0 0 1 0,-9-3 0 0,9 3-4 0,0 0-2 16,0 0 3-16,0 0 2 0,0 0 6 0,0 0-4 15,-1-7 2-15,1 7-3 0,0 0 0 0,0 0 7 16,0 0-2-16,0 0 0 0,0 0-3 0,0 0-5 16,13-9-4-16,-13 9 11 0,10-4-9 0,-3 3 5 15,-7 1 4-15,19-2-6 0,-8 0-5 0,-1 1 1 16,1 1 3-16,0-3-3 0,1 3 3 0,-1 0-1 16,2-1 8-16,0 1-4 0,1 0-7 0,-2-2 3 15,2 1 1-15,-1 1-2 0,-1-2 4 0,2 2-2 16,-3 0 2-16,2 0-4 0,-3 0 2 0,1 0 5 15,-3 0-2-15,3 0-3 0,-4 2-3 0,-7-2 2 16,16 0 1-16,-10 1 1 0,-6-1-1 0,13-1-5 16,-7 2 5-16,-6-1 0 0,16 0-1 0,-16 0-3 15,11 0 2-15,-11 0 3 0,13-1 2 0,-13 1-7 16,13-2 3-16,-13 2 2 0,9 0 0 0,-9 0-4 16,0 0 8-16,11 0-1 0,-11 0-1 0,0 0-3 15,7-2 6-15,-7 2-10 0,0 0 12 0,0 0 1 16,0 0-10-16,0 0 11 0,6-3-10 0,-6 3-3 15,0 0 3-15,0 0 0 0,0 0 6 0,0 0-3 16,0 0 0-16,0-8 5 0,0 8-5 0,0 0-6 16,0 0 9-16,0 0-6 0,0 0 2 0,0 0 2 15,0 0-5-15,0 0 4 0,0 0-3 0,0 0-5 16,-8-10 6-16,8 10 1 0,0 0 0 0,0 0-7 16,0 0 7-16,0 0 3 0,-19 8 0 0,19-8-8 15,-11 5-1-15,3 0 9 0,-2-2-5 0,1 4 5 16,0 0-10-16,-3-2 8 0,1 3-3 0,0-2 3 15,0 2-6-15,-2 3 6 0,2-3-9 0,-3 3 3 16,1 1-2-16,-1-1 6 0,1 0 5 0,-3 2-2 16,1 0-16-16,-2 0 17 0,4 2-8 0,-3-4 2 15,2 3-2-15,-1-3 5 0,1 1-10 0,1-1 10 16,0 1 5-16,4-5-13 0,-3 3 5 0,4-1 0 16,-1-1 1-16,-6 3-3 0,2-1-1 0,-1-1-1 15,0 1 3-15,4-3-13 0,-2-1 10 0,2 0-3 16,-1-1-4-16,2 0 3 0,-1 0 1 0,2 1-1 0,2-3 7 15,0 0-12-15,6-3 6 0,-11 5-3 16,7-2 1-16,4-3 2 0,-9 5 3 0,4-2-1 0,5-3-3 16,-9 3-10-16,9-3 9 0,-9 2 5 15,9-2 0-15,-7 5 1 0,7-5-1 0,-9 3-3 0,9-3-9 16,-6 2 3-16,6-2-4 0,0 0 5 0,-9 2 6 16,9-2-2-16,0 0-4 0,-4 3 2 15,4-3 4-15,0 0-2 0,0 0 0 0,0 0-2 0,0 0 5 16,0 0 4-16,0 0 2 0,-5 5-8 0,5-5 1 15,0 0 3-15,0 0 0 0,0 0 3 0,0 0-2 16,0 0 4-16,0 0 0 0,13 9-5 0,-13-9 2 16,5 2 1-16,-5-2-2 0,8 3 2 0,-8-3 6 15,8 2-2-15,-8-2 3 0,12 1-1 0,-4 0 3 16,-8-1-7-16,18 2 1 0,-8-4 4 0,3 4-6 16,-4-2 5-16,4 0 1 0,-2 0-10 0,2 1 0 15,-4-2-10-15,5 2-9 0,-3-1 2 0,2 1-14 16,0 1-30-16,-2-2-68 0,1 0 31 0</inkml:trace>
  <inkml:trace contextRef="#ctx0" brushRef="#br0" timeOffset="139949.51">28584 11994 5 0,'0'0'51'0,"0"0"-15"0,8-4-6 16,-8 4-16-16,0 0-4 0,9 0-15 0,-9 0-8 15,0 0-9-15,0 0-23 0,9-2 11 0</inkml:trace>
  <inkml:trace contextRef="#ctx0" brushRef="#br0" timeOffset="140419.78">28717 11985 8 0,'0'0'49'0,"0"0"-3"0,0 0 0 0,0 0-6 16,0 0-2-16,0 0-12 0,0 0 6 0,0 0-7 15,0 0 2-15,0 0-2 0,0 0 2 0,0 0-3 16,0 0-6-16,0 0 3 0,0 0-3 0,5 26-2 16,-5-26 2-16,-1 13-3 0,-1-4 0 0,-1 1 0 15,1 2-5-15,1-1-3 0,-1-1 1 0,-1 1 1 16,0 0-4-16,1-2-1 0,-1 1 6 0,1-1-5 16,-2 1-3-16,2 0 2 0,-1-2 1 0,0 1 0 15,1-3 5-15,-2 4-10 0,4-4 11 0,0-6-8 16,-3 11-3-16,3-11 4 0,-2 11 1 0,2-11-2 15,-1 7-5-15,1-7 3 0,0 8 8 0,0-8 2 16,1 8-10-16,-1-8-2 0,0 0 1 0,1 7 1 16,-1-7 1-16,0 0 1 0,9 0 2 0,-9 0-7 15,13 2-10-15,-13-2-10 0,13-2-10 0,-5 2-7 16,3 0-58-16,-11 0-106 0,14-4 47 0</inkml:trace>
  <inkml:trace contextRef="#ctx0" brushRef="#br0" timeOffset="151938.21">11434 15530 4 0,'0'0'25'0,"1"-9"-2"0,-1 9-8 16,0 0 0-16,0-8-1 0,0 8 3 0,0 0-4 15,0 0-4-15,-4-10 5 0,4 10-8 0,-2-5 3 16,2 5-4-16,-5-7 1 0,5 7-4 0,-4-5 4 16,4 5-2-16,-4-9 0 0,4 9 0 0,-3-10-2 15,1 5-4-15,2 5 7 0,-5-13-4 0,5 8-1 16,0 5 1-16,-3-14 2 0,1 8 2 0,2 6-7 16,-4-13 2-16,2 6 2 0,0-3-1 0,-1 3 1 15,3 7-3-15,-2-15 1 0,2 15-4 0,-4-22 8 16,3 11-9-16,2 0 2 0,-1-1-2 0,-1-4 3 15,1 5-2-15,1-2-6 0,-1 0-2 0,0-3 12 16,0 4-14-16,0-1 1 0,-1 3 5 0,-1-3 0 16,2 0 0-16,0-2 0 0,-2 0 2 0,1-1-3 15,2 4 1-15,-2-5-1 0,2 4 2 16,-1-2 1-16,4-2-6 0,-4-1 11 0,0 2-8 16,0 0 11-16,0 1-11 0,1-1-8 0,-2 0 5 0</inkml:trace>
  <inkml:trace contextRef="#ctx0" brushRef="#br0" timeOffset="151974.81">11378 14941 24 0,'-4'-11'-4'0,"4"-1"1"0,-4-1 2 16,1 1 1-16,1 1-3 0,-1-1-3 0,2 3 1 15</inkml:trace>
  <inkml:trace contextRef="#ctx0" brushRef="#br0" timeOffset="188376.4">11421 12066 1 0</inkml:trace>
  <inkml:trace contextRef="#ctx0" brushRef="#br0" timeOffset="189042.16">11413 12058 2 0,'0'0'5'0,"0"0"-2"0,-7-11 1 16,7 11 1-16,0 0-2 0,0 0 1 0,0 0 1 16,0 0-3-16,0 0-2 0,0 0 1 0,2-19 0 15,-2 19 2-15,0 0 6 0,0 0-11 0,0 0-1 16,7-14 8-16,-7 14 0 0,0 0 1 0,0 0-2 15,6-10 5-15,-6 10 7 0,0 0-5 0,0 0 2 16,8-7 4-16,-8 7-2 0,0 0-1 0,0 0 3 16,0 0-6-16,0 0-1 0,0 0-2 0,0 0 5 15,0 0 1-15,6-9-7 0,-6 9-2 0,0 0 0 16,0 0 2-16,0 0 0 0,0 0 3 0,0 0-6 16,0 0-1-16,0 0 3 0,0 0-4 0,0 0 4 15,0 0-3-15,0 0-2 0,0 0 8 0,0 0 0 16,0 0-1-16,0 0 5 0,0 0-2 0,0 0-8 15,0 0-1-15,0 0 2 0,0 0 2 0,0 0 1 16,0 0-1-16,11-6-3 0,-11 6 1 0,0 0-3 16,13-2 5-16,-13 2-4 0,12-4-1 0,-12 4 10 15,0 0-14-15,18-3-4 0,-18 3 8 0,13-4-1 16,-13 4 4-16,14-4-6 0,-14 4 6 0,16-2-1 16,-16 2-3-16,22-2 2 0,-13-1-3 0,-9 3 4 15,22-2-7-15,-10 1 4 0,-12 1-4 0,22-2 5 16,-10 0 1-16,-12 2 2 0,18-1-4 0,-18 1-5 15,19-1 2-15,-8-2 3 0,-11 3-2 0,27-1 6 16,-13 0-4-16,4 0-2 0,0-2 2 0,-4 3 3 16,-14 0 2-16,33-1-2 0,-19-1-3 0,-1 2 0 0,5-1 2 15,-18 1-2-15,30 1-1 0,-13-1 1 16,2 0-1-16,0 0-1 0,-1-1 3 0,3 2 0 16,-2-1-1-16,3-1-3 0,-2 1 3 0,-2 0 0 15,4-1 1-15,-4 1 5 0,-6 0-3 0,6 0 1 16,-18 0-9-16,26 0 4 0,-12 0 0 0,-14 0 2 15,23 1-3-15,-13-1 5 0,-10 0-6 0,19-1 0 16,-19 1 0-16,0 0 6 0,21 1-6 0,-21-1 4 16,13 1 4-16,-13-1-12 0,0 0 7 0,14 2 5 15,-14-2-6-15,0 0-2 0,0 0 0 0,14 1 3 16,-14-1-3-16,0 0 0 0,0 0 6 0,0 0 1 16,0 0-6-16,0 0-2 0,0 0 2 0,0 0 6 15,11 5-1-15,-11-5-4 0,0 0 1 0,0 0 1 16,0 0 0-16,0 0-2 0,0 0 4 0,0 0-6 15,0 0 0-15,0 0-1 0,0 0 4 0,0 0-1 16,0 0-2-16,0 0 6 0,0 0-6 0,0 0 8 16,0 0-4-16,0 0-7 0,-29 12-4 0,29-12-7 15,0 0-11-15,-13 6-3 0,8-4-21 0,5-2-54 16,0 0 24-16</inkml:trace>
  <inkml:trace contextRef="#ctx0" brushRef="#br0" timeOffset="189946.33">12004 11884 11 0,'0'0'25'0,"0"0"0"16,0 0-4-16,0 0-2 0,0 0 3 15,0 0-6-15,0 0-4 0,0 0 6 0,0 0-4 16,0 0 0-16,0 0-7 0,0 0 1 0,0 0 1 0,0 0 0 16,0 0 0-16,0 0 6 0,0 0 9 0,0 0 2 15,0 0-3-15,0 0 7 0,0 0-1 0,0 0-6 16,0 0 1-16,0 0-8 0,0 0 1 16,0 0-2-16,-3-13 7 0,3 13-10 0,0 0-5 15,0 0 4-15,-14-11-1 0,14 11 3 0,-6-7-11 16,6 7 3-16,-11-10 2 0,11 10 5 0,-10-8-5 0,10 8-2 15,-11-9 1-15,11 9 1 0,-9-9-6 16,9 9-1-16,-9-7-3 0,9 7 8 0,0 0-1 16,-11-10-3-16,11 10-5 0,0 0 6 0,0 0-4 15,-10-7 7-15,10 7-6 0,0 0 3 0,0 0-1 16,0 0-3-16,0 0-3 0,0 0-2 0,0 0 6 16,0 0-6-16,0 0 10 0,0 0-4 0,0 0-1 0,0 0 0 15,0 0 2-15,0 0 2 0,0 0-1 0,0 0-2 16,0 0 4-16,0 0-3 0,0 0 0 0,0 0 7 15,0 0-8-15,37 15 5 0,-37-15 7 16,23 5-4-16,-12-3-2 0,2 1 12 0,1 0-10 16,5-1 13-16,-3 1-24 0,-3 1 2 0,4-2 4 15,-6 3-4-15,3-2 1 0,1 0 4 0,-1 0 0 16,2 1-3-16,2 1 6 0,-3-1-3 0,3-1-1 16,1 0 4-16,-6 1-6 0,0-1 0 0,1 0 2 15,-1 0-1-15,3 1 5 0,-3 0-3 0,1 0-1 16,-1-2-2-16,-2 2 6 0,-11-4-2 0,25 5-5 15,-13-2 2-15,-1 0 1 0,-11-3 4 0,20 4-2 16,-11-1-4-16,-9-3 3 0,13 5-2 0,-13-5 1 16,10 4 4-16,-10-4-3 0,0 0-5 0,13 7 2 15,-13-7-4-15,0 0 6 0,8 6 3 0,-8-6-6 16,0 0 1-16,0 0 8 0,8 8-11 0,-8-8-1 16,0 0 7-16,0 0-1 0,0 0 14 0,0 0-13 15,0 0-5-15,0 0 5 0,4 10-7 0,-4-10 0 16,0 0 6-16,0 0-6 0,0 0 6 0,0 0-3 15,0 0 6-15,0 0-3 0,0 0 2 0,0 0 4 16,0 0-9-16,0 0 1 0,0 0 3 0,0 0-5 16,0 0 5-16,0 0-6 0,-18 15 3 0,7-11 1 15,-1 3 0-15,-3 1-4 0,-8 5-2 0,-6 3 7 16,-5 3 0-16,-15 5-3 0,-5 6 2 0,-25 13-12 16,-7 8-18-16,2 2-27 0,-4 5-58 0,-6 0-123 15,-2-1 55-15</inkml:trace>
  <inkml:trace contextRef="#ctx0" brushRef="#br0" timeOffset="192470.92">23476 11827 4 0,'21'2'4'0,"-1"-2"-3"16,-3 1 0-16,3 0 2 0,-3 1-3 0,3-2 1 0,-1 2-1 15,1 0 2-15,0 0 2 0,-1-2-2 16,0 1 4-16,2-1 0 0,-2 1-2 0,0-1 3 16,-1 0-2-16,-1 0-1 0,-3 0-3 0,0 0 3 15,0 0 4-15,-3 0-6 0,2-1 4 0,1 0-5 0,-2-1 6 16,0 1-5-16,1 0 2 0,-3-1 5 15,2 2 2-15,-3-1 1 0,0 1-3 0,1-1 0 16,-10 1-2-16,14 0 4 0,-7 0-3 0,-7 0-2 16,13-1 0-16,-13 1-4 0,9 0 3 0,-9 0-1 0,8-3 1 15,-8 3-4-15,0 0 2 0,10-1 2 0,-10 1-2 16,0 0-1-16,8-3 3 0,-8 3 0 16,0 0 5-16,6-2 4 0,-6 2-1 0,0 0 8 15,0 0-9-15,0 0 5 0,0 0-3 0,0 0 3 16,6-7-4-16,-6 7-6 0,0 0 2 0,0 0 3 0,0 0-5 15,0 0-5-15,0 0 1 0,0 0 2 16,0 0-1-16,0 0 2 0,0 0-3 0,0 0 0 16,5-3 4-16,-5 3-8 0,0 0 8 0,0 0-6 15,0 0 1-15,0 0 2 0,0 0 0 0,0 0-3 0,0 0 3 16,0 0 1-16,0 0-4 0,0 0 5 0,0 0 0 16,0 0-4-16,0 0 1 0,0 0 2 0,0 0-2 15,0 0 5-15,0 0-4 0,0 0-1 0,0 0 1 16,0 0-2-16,0 0 5 0,0 0-9 0,0 0 5 15,0 0-3-15,0 0-1 0,0 0 1 0,0 0 1 16,0 0 0-16,0 0-2 0,0 0 1 0,-20-4 2 16,20 4-1-16,0 0-6 0,0 0 1 0,0 0 5 15,0 0 1-15,0 0-5 0,0 0 4 0,-10 0 3 16,10 0-3-16,0 0-4 0,0 0 2 0,0 0 0 16,0 0 9-16,0 0-10 0,0 0-1 0,0 0-4 15,0 0 9-15,0 0-16 0,0 0-10 0,-6 7-7 16,6-7-40-16,-5 4-76 0,5-4 34 0</inkml:trace>
  <inkml:trace contextRef="#ctx0" brushRef="#br0" timeOffset="96703.84">3234 14979 16 0,'-5'-6'99'0,"1"2"7"0,4 4 9 16,-5-8-9-16,5 8 1 0,-8-6-8 0,8 6-10 15,-3-5-13-15,3 5-7 0,0 0-9 0,0 0-9 16,-7-5-18-16,7 5 10 0,0 0-9 0,0 0-3 16,0 0-5-16,0 0-4 0,0 19 3 15,1-8-1-15,3 6 0 0,-1 2-2 0,-2 7 3 16,-1 1 2-16,1 3-1 0,2 1-4 0,-2 0 3 16,-3 1-1-16,0 1-1 0,1 0 3 0,0 3-6 15,0-4 0-15,1 2 2 0,0-3-3 0,2-3-4 0,-2-2 2 16,-1-1-1-16,1-6-3 0,1-1 0 15,-1-3-2-15,1 2-2 0,-1-5-1 0,0-1-1 16,2-2-2-16,-2 1-3 0,0-10 3 0,1 11 7 16,-1-11 5-16,1 8 16 0,-1-8 11 0,3 7 8 15,-3-7 4-15,0 0 0 0,0 0-4 0,0 0-2 16,0 0-5-16,0 0-5 0,0 0-4 0,0 0-5 16,5-26 4-16,-1 13-12 0,0-3-2 0,3-1-4 0,5-1 0 15,1-6-2-15,-1 2-2 0,5 0-1 16,-5 7-3-16,1 0 0 0,3 2-3 0,0 1 7 15,0-2-8-15,0 4 0 0,0 1 3 0,-4 2-6 16,1 5-1-16,4-3 0 0,-6 3-5 0,2 2 2 16,0 2-1-16,-3 0 2 0,2 2-3 0,-1 1 2 15,-2 4-2-15,1 0 3 0,1 4-4 0,-5-3-15 16,-1 6-12-16,0-1-9 0,1 2-22 16,-3-1-22-16,0 2-23 0,-1 0-27 0,0 2-32 0,-1-2-123 15,-2 1-313-15,1-1 138 0</inkml:trace>
  <inkml:trace contextRef="#ctx0" brushRef="#br0" timeOffset="97938.4">3745 15279 6 0,'0'0'25'0,"0"0"8"15,0 0-10-15,0 0-4 0,0 0 1 0,0 0-3 16,0 0 0-16,0 0-8 0,0 0 1 15,0 0 1-15,0 0-3 0,0 0 3 0,0 0 0 16,0 0-5-16,0 0 4 0,0 0-8 0,0 0 2 16,0 0 0-16,0 0 0 0,0 0-1 0,0 0-1 15,0 0 7-15,0 0-7 0,0 0-2 0,0 0 2 16,-7 34-3-16,7-34-8 0,-3 11-3 0,3-11-29 16,-4 13-45-16,2-2 19 0</inkml:trace>
  <inkml:trace contextRef="#ctx0" brushRef="#br0" timeOffset="98468.76">3830 15428 86 0,'0'0'98'0,"0"0"-13"0,0 0-3 16,-5-7-16-16,5 7 1 0,0 0-11 0,0 0-2 15,0 0-5-15,0 0-3 0,0 0-11 0,0 0 13 16,0 0-6-16,0 0-6 0,-16 22-6 16,12-14 5-16,-2 0-10 0,4 0 5 0,-4 4-2 15,4-5 5-15,-1 5-2 0,-1-2-4 0,4 0 1 16,-1 2 7-16,1-2-15 0,0 3 7 0,0-3-7 15,0 2 2-15,1-4-8 0,1 3 4 0,0 0 1 16,2-1-8-16,-1-4 12 0,2 3-9 0,1-3 6 16,-1 1-11-16,2-2 5 0,-2 0 3 0,4-4 1 15,0 2 2-15,2-3 3 0,1-1 3 0,-1-1 1 16,-1-1-5-16,2-3-2 0,2 0-2 0,-1-4 1 16,1-1 3-16,-5 4 1 0,-2-2 4 0,2-1 0 15,-5 1 4-15,3-2-9 0,-4-1 1 0,-1 1-4 16,-1-1-3-16,-2 0-1 0,1 12 3 0,-4-23-5 15,-1 9-2-15,-2 1 2 0,1 1-2 0,-3-2-2 16,0 5-5-16,-5-2 8 0,0 2-16 16,2 2 8-16,0 2-4 0,0 2 0 0,-2 0-1 15,1 3 3-15,-1 2-3 0,3-1 0 0,-1 3 0 16,-2 0-3-16,5 3 4 0,-2-1-5 0,2 3-15 0,0 0 1 16,1 0-7-16,3 2-18 0,-1-2-12 0,2 1-22 15,1 1-13-15,5-3-31 0,0 2-119 0,3-2-260 16,3-1 116-16</inkml:trace>
  <inkml:trace contextRef="#ctx0" brushRef="#br0" timeOffset="98664.12">4289 15320 37 0,'0'0'95'0,"20"-2"-11"0,-7 0-8 16,-13 2-28-16,27 2-36 0,-13-2-20 0,-2 2-24 15,0-1-20-15,-12-1-57 0,18 3 25 0</inkml:trace>
  <inkml:trace contextRef="#ctx0" brushRef="#br0" timeOffset="98836.3">4240 15486 92 0,'-8'3'146'0,"8"-3"-21"15,0 0-7-15,0 0-16 0,0 0 11 0,0 0-2 16,0 0-15-16,0 0-9 0,38 1-4 0,-18-5-19 16,1 1-20-16,1-3-33 0,9-1-32 0,-2 1-47 0,2-3-40 15,-3 3-59-15,-9 0-178 0,11-4 78 16</inkml:trace>
  <inkml:trace contextRef="#ctx0" brushRef="#br0" timeOffset="100241.71">5029 15228 91 0,'0'0'125'0,"-6"6"5"0,6-6 1 16,0 0-3-16,0 0-9 0,0 0-7 0,0 0-8 15,0 0-1-15,18-17-10 0,-11 9 0 0,4-3-8 16,1-3-9-16,-2 2 1 0,3-2-5 0,-1-3-7 15,0 3-5-15,-1-2-3 0,0 0-9 0,-2-2-5 16,0 1 0-16,-1 2-8 0,0-1 0 16,-3 0-3-16,0 4 3 0,-2-4-7 0,1 4-3 15,-3 1 4-15,1-1-6 0,-2 2 0 0,2 1-4 0,-2 9 2 16,0-13-8-16,1 10 4 0,-1 3-7 0,0 0 0 16,1-13 4-16,-1 13-7 0,0 0 0 0,-1-8-7 15,1 8 0-15,0 0 0 0,0 0 2 16,0 0-2-16,0 0 3 0,0 0-5 0,-13 15 1 15,10-4 2-15,-3 1-4 0,0 3 7 0,0 0-5 16,-2 2-1-16,4-2-1 0,-1 0 0 0,1 1 6 0,0-5-2 16,3 0-1-16,0 2-1 0,-1-1-8 15,2-2 9-15,2-2 3 0,-1 3 2 0,2-4-5 16,2 3 1-16,1-2 3 0,-2-3-3 0,6 1 2 16,-1-2 3-16,3 0-4 0,2-2 3 0,2-2-2 15,3 1-3-15,2-1-16 0,-2-1-13 0,0-1-30 16,2-2-19-16,-5 3-24 0,-2-2-25 0,-3 0-14 15,-2 1-23-15,-3 1-94 0,-6 1-279 0,9-6 124 16</inkml:trace>
  <inkml:trace contextRef="#ctx0" brushRef="#br0" timeOffset="100441.26">5083 14672 25 0,'0'0'47'0,"0"0"-26"0,0 0-22 0,7 26-15 16,-2-15-16-16,0 0 7 0</inkml:trace>
  <inkml:trace contextRef="#ctx0" brushRef="#br0" timeOffset="100839.93">5476 14999 80 0,'5'-4'128'0,"3"2"-1"0,2-1-3 16,-1-1-10-16,1 1-1 0,3 2-12 0,1-2-7 0,1 3-6 16,-3 0-6-16,-1 1-6 0,3 2-7 0,-4 0-15 15,1 3 5-15,1 1-19 0,-5 3 5 0,1-1-5 16,-3 3 3-16,2 2-14 0,-4 1 4 0,-3-1-7 16,0 1 7-16,-2-1-9 0,-1 1-4 15,-2 0-1-15,0 1 3 0,1-5 0 0,-4 3-2 16,-1-1 1-16,0-2-2 0,3-3-1 0,-3 2 9 15,2-3-3-15,-3-1 3 0,4 0 4 0,1-3-3 0,-1 1 8 16,6-4-5-16,-6 6 1 0,6-6-4 0,-7 3 0 16,7-3-4-16,0 0 1 0,0 0-9 15,0 0 3-15,0 0-5 0,0 0-3 0,0 0 2 16,0 0 0-16,34-9 1 0,-20 5-7 0,5 1-2 16,0 0-14-16,0-2-28 0,2 1-22 0,-1 3-34 15,3-2-31-15,-3 0-23 0,-1 3-148 0,-5 0-319 0,-1-2 141 16</inkml:trace>
  <inkml:trace contextRef="#ctx0" brushRef="#br0" timeOffset="101119.9">5228 15508 128 0,'0'0'178'0,"0"0"-3"0,0 0-12 16,19 7-5-16,1-6-12 0,10-5-13 0,4-3-13 15,5 1-13-15,12-7-5 0,2 0-9 0,2-1-8 16,-1-1-9-16,2 0-8 0,-2-2-4 0,-5 3-6 16,-10 6-8-16,-2-5-3 0,-2 6-5 15,-3-4-6-15,-2 1-7 0,-8 4-18 0,-3 2-8 0,-1-2-26 16,-5 3-20-16,0 1-36 0,-6 1-30 0,-7 1-15 15,12 3-19-15,-11 4-116 0,-1-7-280 0,0 0 124 16</inkml:trace>
  <inkml:trace contextRef="#ctx0" brushRef="#br0" timeOffset="101798.82">5487 15730 95 0,'-6'-3'149'0,"6"3"-2"15,0 0-3-15,-7-5-4 0,7 5-4 0,0 0-9 16,-3-5-6-16,3 5-12 0,0 0-13 0,0 0-9 15,0 0-13-15,0 0-6 0,0 0-7 0,0 0-5 16,0 0-7-16,0 0-6 0,0 0 0 0,0 0-3 16,0 0-6-16,0 0-3 0,16 21 1 0,-9-12 3 15,1-2-1-15,2 3-5 0,0 3 1 0,1-1 0 16,-1 1-1-16,2 3-1 0,1-2-7 0,0 1 2 16,-2-2-2-16,-2 0-2 0,1 0-4 0,-1 0-4 15,1 1 6-15,-2-3-7 0,1-1-2 0,-1 0 4 16,-1-1-3-16,-2-1-3 0,2 1 5 0,-2-3-3 15,1-1-3-15,-1 1 3 0,-2-3-3 0,-3-3-3 16,6 5 1-16,-6-5 0 0,6 7 1 16,-6-7 2-16,3 2-3 0,-3-2 5 0,0 0-4 0,0 0 5 15,7 4 7-15,-7-4 5 0,0 0 5 0,0 0-8 16,0 0 2-16,0 0-2 0,0 0 0 0,0 0-3 16,0 0-3-16,5-21-2 0,-4 15 0 15,-1 6 2-15,3-13-4 0,-2 3 2 0,0 2-5 0,2-2 1 16,-2-1-2-16,2 0 1 0,-2 1-2 15,3-5-1-15,-3 1 4 0,3-2-1 0,-2 0 1 16,2-1-3-16,-3 0-2 0,1-1 0 0,-2 4 1 16,1-3 0-16,0 0-2 0,-1-2 4 0,0 6-4 15,3-3 1-15,-3 3 1 0,1 2 2 0,-1 0-6 16,0 1 2-16,0 4-1 0,0 6 5 0,0-14-4 16,0 9 1-16,0 5-4 0,1-11 1 0,-1 11 4 15,0-10-1-15,0 10-1 0,3-6-3 0,-3 6 4 16,0 0-2-16,0 0-8 0,1-8 7 0,-1 8 0 15,0 0 1-15,0 0-2 0,0 0 1 0,0 0-2 16,0 0-6-16,8-2-14 0,-8 2-6 16,0 0 3-16,0 0-11 0,0 0-18 0,0 0-18 0,0 0-25 15,10 21-18-15,-10-13-33 0,1 2-20 0,2-1-131 16,-3-9-326-16,0 22 145 0</inkml:trace>
  <inkml:trace contextRef="#ctx0" brushRef="#br0" timeOffset="102390.3">5904 15939 73 0,'0'0'171'0,"0"0"-7"0,0 0-11 0,0 0-8 16,0 0-11-16,0 0-14 0,0 0-2 0,0 0-5 15,0 0-10-15,0 0-8 0,0 0-13 16,0 0-6-16,0 0-8 0,0 0-1 0,10-18-9 16,-10 18-2-16,9-5-6 0,-3 4-6 0,1-3-1 15,-1 1-1-15,2 0-7 0,-8 3-1 0,15-2-4 16,-8 1-7-16,-7 1 3 0,12-2-10 0,-12 2-1 16,13 3-1-16,-8-1 0 0,2-1-2 0,-1 4 1 0,-2-1 0 15,1-1-6-15,-1 4 0 0,0 2 3 16,-2-3 2-16,-2 3-1 0,-1 1-2 0,0 2-1 15,-3 0 0-15,-1 3 2 0,-2-4-7 0,0 4 0 16,0-4 3-16,0 4-7 0,-2-1 8 0,2-2 0 16,-2 0 0-16,4-2-4 0,0 0-1 0,-2 1 4 15,3-1-3-15,-2-1 4 0,1 0-3 0,-1-1 1 16,-2 0 1-16,5-1-3 0,-3-1-4 0,3-1 5 16,0 0-7-16,3-5 7 0,-6 9 1 0,3-5-4 15,3-4 1-15,-5 12-1 0,5-12 2 0,-5 5-2 16,5-5-3-16,-3 8 4 0,3-8 4 0,0 0 5 15,0 0-8-15,0 0 2 0,0 0 1 0,9 6 5 16,-9-6 1-16,22-8-2 0,-9 5 1 0,3-4-1 16,3 0 2-16,8-5 0 0,-2 2-2 0,0-1-1 15,-3 6 4-15,5-7-5 0,-8 4 1 0,0-1-2 16,0 0 0-16,-2 1 1 0,1-2 1 0,-4 4-4 16,-3 1-1-16,-2-1 1 0,0 4-3 0,-1 0 1 15,-8 2-7-15,11-1 3 0,-11 1-3 0,8-3-4 16,-8 3-13-16,0 0-17 0,9 0-9 0,-9 0-11 15,0 0-10-15,0 0-5 0,0 0-30 16,0 0-27-16,10 3-34 0,-10-3-22 0,0 0-97 0,0 0-305 16,0 0 135-16</inkml:trace>
  <inkml:trace contextRef="#ctx0" brushRef="#br0" timeOffset="-136601.09">25219 12069 39 0,'-16'8'37'0,"3"2"1"0,-1-4-8 0,3 1 3 16,0-2 1-16,0 2-6 0,2-1-2 0,0 0-1 0,1-1 0 16,1-1-4-16,1 0-3 0,6-4 2 15,-9 6-6-15,9-6 3 0,-6 3-8 0,6-3 3 16,-6 4 3-16,6-4-9 0,0 0 3 0,0 0-1 15,-6 4-2-15,6-4 1 0,0 0 0 0,0 0-1 16,0 0-1-16,-6 5 6 0,6-5-5 0,0 0-2 16,0 0 4-16,0 0-4 0,0 0 4 0,0 0-7 15,0 0 8-15,0 0-8 0,0 0 3 0,23-1-3 16,-23 1 7-16,12 0-8 0,-12 0 3 0,12 0-3 16,-3 2 5-16,-2-2 2 0,3 2-4 0,3 1 5 0,-3-1-5 15,4 2 2-15,0-3-1 0,0 2-3 16,-1 0 2-16,7 3-3 0,-3 0 4 0,-1 0-1 15,2 2 1-15,0 1-4 0,-3 0 0 0,4-1-10 0,0 1-8 16,0-1-6-16,-1 1-14 0,0 0-12 0,2 1-30 16,-4-3-84-16,-5-2 37 0</inkml:trace>
  <inkml:trace contextRef="#ctx0" brushRef="#br0" timeOffset="-135157.25">26465 13224 76 0,'0'0'77'15,"0"0"-11"-15,0 0 2 0,0 0-15 0,0 0 1 16,0 0-18-16,0 0 1 0,0 0 0 0,0 0-11 16,0 0-11-16,0 0-12 0,0 0-17 0,0 0-19 15,8-3-12-15,-8 3-31 0,0 0-83 0,0 0 37 16</inkml:trace>
  <inkml:trace contextRef="#ctx0" brushRef="#br0" timeOffset="-131680.05">28659 11633 16 0,'0'0'16'0,"0"0"-2"0,-12 14 3 0,12-14-3 16,-7 7 1-16,3-3-1 0,-1-1 3 0,5-3 7 15,-11 8-4-15,3-2 1 0,0 1 4 0,1 1 3 16,-3-1-11-16,2 3 7 0,-2 0-5 0,-2 3 2 16,-1 0-3-16,-1-1-1 0,0 4-1 0,-4 2 2 15,0 1-7-15,-2 0 9 0,2 0-10 0,-2 0 6 16,-2-2-4-16,-1 2 3 0,1-2-3 0,7-5-3 16,-9 5 1-16,10-5-5 0,-2 4 1 0,2-6 5 15,1 0 4-15,1-1-9 0,3-2-4 0,0 0 1 16,-1-1-1-16,2 0 2 0,3-3 0 0,-1-1-1 15,6-2 1-15,-9 8-3 0,4-6 9 0,5-2-7 16,-5 5 1-16,5-5 3 0,0 0-2 0,-6 4 5 16,6-4-2-16,0 0-5 0,-5 3 0 0,5-3 5 15,0 0-2-15,0 0-1 0,0 0-2 0,0 0 1 16,-11 1-11-16,11-1 6 0,0 0 1 0,0 0 9 16,0 0-11-16,-4 4 8 0,4-4-6 0,0 0 2 15,0 0-1-15,0 0-1 0,0 0 8 0,-5 7-2 16,5-7 2-16,0 0-17 0,0 0 6 0,0 0 5 15,0 0-14-15,0 0 16 0,9 9 0 0,-9-9-6 0,8 7 4 16,-2-5 6-16,4 1-11 0,0 0 10 16,4 0-9-16,3 1-3 0,2-1 6 0,1-1-1 15,7 0 5-15,2 1-4 0,0 0 0 0,0-3-5 16,0 2-19-16,0 2-3 0,-1 1-14 0,0-3-14 0,-7 2-36 16,-1-1-96-16,1-1 44 0</inkml:trace>
  <inkml:trace contextRef="#ctx0" brushRef="#br0" timeOffset="-131135.88">28783 11937 46 0,'0'0'47'0,"0"0"0"0,0 0-3 16,0 0 1-16,0 0-11 0,1 31 7 0,-1-21-3 16,0-1 0-16,-1 3-6 0,0 0-1 0,-3 4 1 15,1-2-4-15,0 2 1 0,1-1 7 0,0 2-4 16,0-3-4-16,-2 0-1 0,1 2-1 0,0-3 3 16,2 3 3-16,0 1-5 0,-2-1-6 0,2-3 3 15,-1-1 2-15,-1 0-11 0,2 0-2 0,0 0-6 16,-2-2 12-16,3-1-6 0,-1 1-6 0,-1-4 2 15,2-6 0-15,2 12-3 0,-2-6 4 0,0-6-2 16,0 0-3-16,-2 10 8 0,2-10-10 0,0 0 5 16,0 9-2-16,0-9-5 0,0 0 20 0,0 0-22 15,2 8 5-15,-2-8-1 0,0 0 2 0,0 0-3 16,0 0 2-16,5 4-5 0,-5-4 5 0,9 1 0 16,-9-1-4-16,10 0 2 0,-10 0 6 0,14-2-4 0,-1 0-1 15,-2 2-4-15,3-1-21 0,3 1-7 0,2-3-8 16,-1 3-17-16,4-3-16 0,-1 3-71 15,6-6-151-15,0 1 67 0</inkml:trace>
  <inkml:trace contextRef="#ctx0" brushRef="#br0" timeOffset="-130644.36">28666 12052 33 0,'-3'10'79'0,"1"-1"-8"0,-1 1-1 0,1-3-13 16,-1 0 5-16,3-7-9 0,0 15-2 0,0-10-1 15,0-5-7-15,0 11 1 0,3-5-7 0,0 1-2 16,-3-7 3-16,5 10-7 0,-2-6-11 0,2-2 8 16,3 2-11-16,2-1 0 0,2-3-9 0,-1 0-3 15,2 1-20-15,4-1-11 0,2-1-10 0,-3 1-16 16,11-2-8-16,-5 0-50 0,-2-3-120 0,7-2 54 15</inkml:trace>
  <inkml:trace contextRef="#ctx0" brushRef="#br0" timeOffset="-123075.66">27204 14791 28 0,'6'-10'83'0,"-2"5"-13"16,0 1-23-16,-4 4-13 0,7-11-16 0,-5 7-20 15,2-3-13-15,-4 7-30 0,10-9-47 0,-6 2 22 16</inkml:trace>
  <inkml:trace contextRef="#ctx0" brushRef="#br0" timeOffset="-122273.68">27317 14036 24 0,'8'-25'0'0,"-8"25"-4"16,3-12-5-16,-3 4 2 0</inkml:trace>
  <inkml:trace contextRef="#ctx0" brushRef="#br0" timeOffset="-111947.02">27081 12868 17 0,'25'-5'68'0,"-15"3"-10"0,0 0-11 0,1 1-15 15,1 2-12-15,1-1-15 0,-2 2-16 0,1-1-29 16,-2 1-42-16,-1 0 18 0</inkml:trace>
  <inkml:trace contextRef="#ctx0" brushRef="#br0" timeOffset="-110799.88">26965 11121 27 0,'0'0'32'0,"-6"-8"-10"0,4 2 3 0,2 6-4 0,-4-10 2 16,4 10-2-16,-4-9-1 0,4 9-3 15,-3-8-1-15,3 3-4 0,0 5 1 0,-4-11-3 16,4 11-1-16,-2-8 1 0,2 8-1 0,-2-9 2 0,2 9 0 16,-3-5-2-16,3 5-4 0,0 0 5 0,-7-9-5 15,7 9-2-15,0 0 6 0,-7-5 0 0,7 5-1 16,-10-1-4-16,10 1-1 0,-14 1 0 15,14-1 1-15,-14 4-7 0,6-3 5 0,0 2 2 16,0 0 0-16,-1 0-2 0,0 1-1 0,-1 1-1 16,2-1 3-16,-1 2 8 0,-1-2-20 0,2 2 13 15,-1-2 4-15,-1 2-2 0,2 0 0 0,1 1-1 16,-2-4 3-16,0 5-2 0,4 0 1 0,-3-3-5 16,1 3 0-16,1 1 3 0,0 1 10 0,2-1-4 0,-1 2 3 15,1 0-5-15,-2 1 7 0,1 3-4 0,2 0 1 16,-1 2-6-16,2-2 7 0,0 2-6 0,-1 1 3 15,1-2-8-15,-2 5 5 0,2-1-10 0,-1-1 4 16,3 7 5-16,-2 1-2 0,2 2 5 16,0-3-3-16,-2 1 2 0,2 3-3 0,2-3 1 0,-2 1 7 15,2 1-10-15,1 1 6 0,1-2-3 0,-2 1 0 16,2 1 0-16,-1 0 6 0,1-1-11 16,1-2 5-16,-2 1-4 0,-1-1 8 0,0-1-8 0,0 0 5 15,0-2-2-15,0-4 10 0,-2-1-13 0,3 7 4 16,-3-5 0-16,0-4 4 0,0 2-4 0,4 6-5 15,-4-4 6-15,0 3-2 0,0-6 3 0,4 7 0 16,-4-6 1-16,0 2 5 0,2 4-11 0,-1-5 5 16,2 5 1-16,-3-5 5 0,-3 4-5 15,3-3-8-15,-1 4 2 0,-1-4 0 0,0 3 0 0,-2 0 1 16,2-5-2-16,-3 0-4 0,1 0 2 0,0 6 3 16,-4-6 2-16,4 0-2 0,-3-1-1 0,1 0 0 15,1 0-6-15,1 0 5 0,-1-3 1 0,2 2-1 16,1 0 0-16,0-1 1 0,2 0-1 0,-2-1-1 15,2-2-2-15,0 0-5 0,0-2 0 0,2 1 7 16,0 4 4-16,-2-4-3 0,2 1-4 0,1-2 8 16,-1 2-8-16,1 0 6 0,-3-1-7 0,2-2 13 15,0 0-14-15,0 6 7 0,1-8 3 0,-1 4-10 16,0-2 2-16,-2-1 1 0,2 3-2 0,3-2 9 16,-1-1 3-16,0-1-8 0,-1 3-6 0,2-3 5 15,-3 1-1-15,2-1-3 0,0 1 2 0,-3 0 5 16,3-2-12-16,0 2 14 0,-2-2-5 0,2-2 7 15,0 3-13-15,0-3 3 0,1 2-7 0,3 0-1 16,-1-1 4-16,5-1-1 0,-1 3-1 0,5-3-2 16,-1 3-3-16,-1-6 6 0,3 3-6 0,2-1 3 15,-6-2-3-15,5-1-4 0,-2 0 5 0,4 0-2 16,1 0-13-16,-4-2-3 0,1 1-3 0,-2 0-13 16,6 1-10-16,-5-2-45 0,2 0-109 0,1-4 50 15</inkml:trace>
  <inkml:trace contextRef="#ctx0" brushRef="#br0" timeOffset="-107466.16">25975 15247 4 0,'0'0'4'0,"-4"14"-6"15,2-6-1-15</inkml:trace>
  <inkml:trace contextRef="#ctx0" brushRef="#br0" timeOffset="-107114.46">25967 15445 78 0,'4'-10'85'0,"-4"10"-2"0,0 0-8 0,0 0-22 15,2-9 5-15,-2 9 0 0,0 0-3 0,0 0-9 16,8-6-9-16,-8 6-3 0,0 0 2 0,0 0-8 16,4-11-1-16,-4 11-3 0,4-8 0 0,-4 8-7 15,5-10-2-15,-5 10-15 0,4-14-8 0,1 5 8 16,-3 0-3-16,-2 9-17 0,7-22-6 0,-2 7-10 15,1 0-6-15,-1-3-6 0,3 0 4 0,-2 0-14 16,5-9-34-16,-1 3-98 0,-2-2 43 16</inkml:trace>
  <inkml:trace contextRef="#ctx0" brushRef="#br0" timeOffset="-95428.13">28694 12220 58 0,'0'0'114'0,"0"0"-14"0,0 0 0 15,0 0-16-15,0 0-4 0,0 0-12 0,0 0-2 16,0 0-10-16,11-1-4 0,-11 1-5 0,0 0-4 15,0 0-6-15,0 0 3 0,0 0-11 0,12-10 1 16,-12 10-7-16,0 0 0 0,0 0-2 0,6-2-3 16,-6 2-1-16,0 0 3 0,0 0-6 0,0 0-5 15,0 0-5-15,4-6 11 0,-4 6-10 0,5-3-2 16,-5 3 3-16,5-4 5 0,-5 4-2 0,4-5-4 16,-4 5-4-16,0 0 2 0,0 0 2 0,9-7 3 15,-9 7 1-15,0 0-4 0,4-3-4 0,-4 3 0 0,0 0 0 16,0 0-3-16,0 0 2 0,0 0 1 0,5-4-5 15,-5 4 5-15,0 0 3 0,0 0 2 0,0 0-6 16,7-6-3-16,-7 6 1 0,0 0 2 0,6-2-6 16,-6 2 1-16,0 0-7 0,0 0-2 0,0 0-9 15,0 0-1-15,0 0-7 0,0 0-7 0,0 0 1 16,0 0-13-16,0 0-8 0,0 0-10 0,0 0-11 16,0 0-55-16,0 0-143 0,0 0 64 0</inkml:trace>
  <inkml:trace contextRef="#ctx0" brushRef="#br0" timeOffset="-95193.36">28487 12266 13 0,'0'0'54'0,"0"0"-5"15,0 0-13-15,0 0-19 0,0 0-12 0,0 0-22 16,-13 12-10-16,13-12-28 0,-7 7 13 0</inkml:trace>
  <inkml:trace contextRef="#ctx0" brushRef="#br0" timeOffset="-95006.9">28435 12364 33 0,'10'-18'89'0,"-10"18"-11"0,0 0-9 0,0 0-23 0,0 0-20 16,0 0-16-16,0 0-14 0,0 0-11 0,0 0-41 15,0 0-59-15,0 0 26 0</inkml:trace>
  <inkml:trace contextRef="#ctx0" brushRef="#br0" timeOffset="-94224.13">25665 10732 30 0,'30'-6'62'0,"-9"1"-2"16,-1-1-3-16,-1 1-10 0,0 0-1 0,-10 1-5 0,2 2-5 16,-2-1-3-16,-3 1-1 0,-6 2-5 0,11-2-6 15,-11 2-1-15,10-3-1 0,-10 3-3 0,0 0-4 16,5-3 0-16,-5 3-1 0,0 0 1 0,0 0-8 16,0 0 8-16,0 0-11 0,0 0-1 0,0 0 5 15,-25 10-2-15,18-6-2 0,-2 1-4 0,-2 0-2 16,2 2-5-16,-2-3 2 0,-1 1 1 0,-1 2-6 15,2-1 0-15,2-3-5 0,0 4-4 0,2-1-2 16,-4 0-4-16,4-2-2 0,-2 3-6 0,5-2 2 16,-5 0-28-16,2 3-67 0,2-1 30 0</inkml:trace>
  <inkml:trace contextRef="#ctx0" brushRef="#br0" timeOffset="-93854.18">25627 10814 57 0,'3'-3'60'0,"-3"3"-6"15,6-7-2-15,-6 7-11 0,4-8 5 16,-4 8 4-16,4-6-4 0,-4 6 1 0,2-7-8 16,-2 7 3-16,0 0-5 0,2-6 1 0,-2 6-10 15,0 0-2-15,0 0-1 0,0 0-3 0,3-5-3 0,-3 5-2 16,0 0 5-16,0 0-11 0,0 0-1 0,0 0 2 16,0 0-5-16,0 0 3 0,0 0-2 0,0 0-5 15,0 0 1-15,0 0 5 0,0 0-2 0,0 0-9 16,0 0-1-16,0 0 0 0,0 0-8 0,0 0-1 15,0 0-8-15,0 0 1 0,0 0-5 0,0 0-4 16,0 0-9-16,0 0-13 0,6 18-13 16,-6-11-34-16,0-7-103 0,-4 14 46 0</inkml:trace>
</inkml:ink>
</file>

<file path=ppt/ink/ink29.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1-01-25T10:21:56.151"/>
    </inkml:context>
    <inkml:brush xml:id="br0">
      <inkml:brushProperty name="width" value="0.05292" units="cm"/>
      <inkml:brushProperty name="height" value="0.05292" units="cm"/>
      <inkml:brushProperty name="color" value="#FF0000"/>
    </inkml:brush>
  </inkml:definitions>
  <inkml:trace contextRef="#ctx0" brushRef="#br0">27424 10378 29 0,'0'0'32'0,"0"0"-2"0,0 0-15 0,6-5 16 16,-6 5-11-16,0 0 0 0,0 0-4 0,0 0 2 16,0 0-7-16,0 0 5 0,0 0-7 0,0 0 4 0,0 0-7 15,0 0 3-15,0 0-1 0,0 0-5 0,0 0-5 16,0 0 7-16,0 0 2 0,0 0-3 15,0 0-2-15,0 0 0 0,0 0-2 0,0 0 0 16,0 0-1-16,0 0 2 0,-23 12 1 0,23-12 3 16,-9 2-1-16,9-2-4 0,-10 3 3 0,4-2-3 15,6-1 3-15,-13 3-1 0,5-3-1 0,2 3 2 16,6-3 2-16,-13 3-2 0,6-2-1 0,-1 1 5 16,8-2-10-16,-12 2 4 0,12-2-5 0,-14 2 5 0,9-1-1 15,5-1 1-15,-9 1 1 0,9-1-6 0,-8 1 4 16,8-1-3-16,0 0 5 0,-10 1-2 15,10-1 1-15,0 0 1 0,-6 3 0 0,6-3-1 16,0 0-1-16,0 0 2 0,0 0-6 0,0 0 4 0,0 0 2 16,0 0 2-16,0 0-5 0,0 0 1 0,0 0-1 15,0 0 7-15,-7 4-2 0,7-4 1 16,0 0-4-16,0 0 10 0,0 0 1 0,0 0 3 0,19 7-3 16,-13-6-1-16,-6-1-2 0,13 4 2 0,-1-2-2 15,-3-1 4-15,4 1 4 0,1-1-10 0,3 0 4 16,2 1-5-16,-4-1 6 0,1 1 0 0,4-2-2 15,-5 0 2-15,0 0 0 0,-2 2-6 0,0-2 2 16,1 0 10-16,-4-2 3 0,-10 2 0 0,15 0 0 16,-8 0-9-16,1-2 5 0,-8 2 0 0,14-1-20 15,-8-1 14-15,-6 2 4 0,9-4 1 0,-2 1-8 16,-7 3-5-16,7-3 9 0,-7 3 2 0,7-2-5 16,-7 2-4-16,0 0 5 0,8-4 2 0,-8 4-8 15,0 0-2-15,0 0 6 0,0 0-11 0,5-3 5 16,-5 3 0-16,0 0 5 0,0 0 0 0,0 0-6 15,0 0 2-15,0 0-1 0,0 0-3 0,0 0 3 16,0 0-1-16,0 0 2 0,0 0-13 0,0 0 12 16,0 0-12-16,0 0 2 0,0 0-15 0,0 0 4 15,0 0-4-15,0 0 1 0,0 0-5 0,6 10-2 16,-6-10-10-16,0 0-8 0,-2 9-5 0,2-9-3 16,0 0-28-16,-6 10-89 0,3-6 39 0</inkml:trace>
  <inkml:trace contextRef="#ctx0" brushRef="#br0" timeOffset="144929.1">19698 5400 9 0,'0'0'44'0,"0"0"-3"16,-11-1-2-16,11 1-5 0,0 0-1 0,-12 0-8 16,12 0 5-16,-9 0-4 0,9 0-9 0,-10 1 5 15,10-1-1-15,-11 1-2 0,11-1-2 0,-13 0-11 16,13 0 4-16,-14 0 1 0,7 1-4 0,7-1 1 16,-16 1 3-16,9 1-8 0,0-1-2 0,-5-1 9 15,2-1-2-15,10 1-4 0,-17 1 1 0,7-1 0 16,3 0-4-16,7 0 5 0,-17-1-5 0,7-1 4 15,1 1 3-15,9 1 6 0,-15-1-8 0,7 1 9 16,8 0 2-16,-13-1-1 0,13 1 5 0,-14 0-3 16,8-1-3-16,6 1 2 0,-11 0-2 0,11 0 8 15,-11-1 1-15,11 1-6 0,0 0 2 0,0 0-1 16,-10 0-1-16,10 0 1 0,0 0-3 0,0 0 3 16,0 0-4-16,0 0 5 0,0 0-1 0,0 0-1 15,0 0 9-15,0 0 1 0,0 0 7 0,0 0-7 16,0 0 2-16,0 0-2 0,33 4 3 0,-13-3-8 15,2 2 3-15,7-3-3 0,2 2 0 0,0 0-4 16,3 2 1-16,2-1-3 0,-2-1-1 0,1 0 2 0,2 2 4 16,0-2-4-16,0 0 1 0,3 3-5 15,-3-1 0-15,3-1-4 0,0 1-2 0,-1-3-1 16,13 4 8-16,-14-3-7 0,2 1 1 0,12 0 2 16,-2-2 3-16,1 3 3 0,-12-2-3 0,12 1-3 0,-14 0 6 15,1-1 0-15,15-3 0 0,0 3-6 16,1-3 3-16,-1 1 3 0,0-1-1 0,-1 1-9 15,-2-1 6-15,2 1 0 0,-13-2-3 0,12 2-3 16,2-4 8-16,-15 4-10 0,0 2 9 0,-1-2-6 16,2 0 3-16,-4 0-4 0,1 1 7 0,-1 2-4 0,1-3-3 15,-2 1 4-15,4 0 1 0,-3 2-4 16,-1-3 0-16,2 5 3 0,-1-5 2 0,-2 1-5 16,-1 3-2-16,3-2 2 0,-5 1-1 0,2 1-3 15,0-1 6-15,1 0 0 0,-3 0 1 0,4 0-2 0,-3-2 5 16,2 1-2-16,-2 0-2 0,2-1-3 0,0-1 3 15,-2 2-3-15,2-2-2 0,-1 2 3 16,-3-4 0-16,1 2 3 0,0 0-2 0,1 2-2 16,-2-2 4-16,-7 0-1 0,8 0-4 0,-3 0 4 15,2 0-1-15,-2-3-1 0,1 2-1 0,1-2-2 0,-2 3 10 16,1-1-8-16,-1 0 5 0,1-2-1 0,-1 1-3 16,-5 3-2-16,6-1 2 0,-7-1-4 0,8 1 4 15,-4-2-3-15,3 2 0 0,-5 0-4 16,5 2 2-16,1-2 2 0,-3 0 0 0,-3 0-6 15,-2 1 8-15,-1 0-1 0,-2-1-3 0,0 2 2 0,-5-2-4 16,2 0 5-16,-2 1 7 0,1 0 2 0,-4-1-1 16,3 1 0-16,-1 1 0 0,0-2-3 0,0 1 6 15,-2-2 3-15,0 2 5 0,-1-2 3 16,0 1-3-16,-9 0 1 0,13-3 0 0,-4 4 1 16,-9-1 2-16,9 0-3 0,-9 0 3 0,0 0 6 0,11 0-2 15,-11 0-1-15,0 0-1 0,8 2 2 0,-8-2-7 16,0 0-1-16,0 0 0 0,0 0-5 0,0 0-2 15,0 0-2-15,0 0-2 0,0 0 1 16,0 0-3-16,0 0-1 0,0 0 5 0,0 0-8 16,0 0 0-16,0 0 0 0,0 0-4 0,9-3 1 0,-9 3-1 15,0 0 1-15,0 0-2 0,0 0 0 0,0 0 2 16,0 0-3-16,0 0 2 0,0 0-2 0,0 0-2 16,0 0 3-16,0 0 3 0,0 0-6 15,0 0 1-15,0 0 4 0,0 0-6 0,0 0 3 0,0 0-2 16,0 0 0-16,0 0-1 0,0 0 2 0,0 0-2 15,0 0 2-15,0 0-3 0,0 0 2 0,0 0-1 16,0 0 1-16,0 0-3 0,0 0 2 0,0 0 1 16,0 0 0-16,0 0 0 0,0 0-2 15,0 0-1-15,0 0 3 0,0 0 0 0,0 0-2 0,0 0 0 16,0 0-1-16,0 0-5 0,0 0 3 0,0 0-3 16,0 0-1-16,0 0-2 0,0 0-2 0,0 0 0 15,0 0-6-15,0 0-2 0,0 0-9 0,0 0-8 16,0 0-18-16,0 0-14 0,0 0-31 0,0 0-51 15,0 0-45-15,0 0-172 0,0 0-399 0,-28-2 177 16</inkml:trace>
  <inkml:trace contextRef="#ctx0" brushRef="#br0" timeOffset="152433.87">26746 8955 3 0,'0'0'16'0,"0"0"-2"0,0 0 0 0,0 0-4 16,0 0 0-16,0 0-1 0,0 0 3 0,0 0-8 15,0 0 4-15,0 0 1 0,0 0-1 0,18 13-1 16,-13-10 2-16,1 1-5 0,4-1 1 0,-1 2-1 15,1 0-2-15,0 0 4 0,3-1 5 0,1 3-13 16,-1-1 2-16,0-2 6 0,6 1-3 0,-3 2-2 0,-5-2-1 16,6-1-2-16,1 0 6 0,-7 0 0 15,1 0-3-15,-1 0-2 0,-2-1 6 0,1 0-4 16,-4-1-1-16,2 0 2 0,-8-2 0 0,7 6 0 16,-7-6-3-16,8 2 0 0,-8-2-3 0,4 5 3 0,-4-5 2 15,0 0-3-15,0 0 2 0,0 0 1 16,0 0-2-16,0 0 2 0,-18 7-1 0,18-7 1 15,-11 2 1-15,4-1-4 0,-3 1 1 0,0-1 3 16,-1 2-1-16,-1-3-2 0,3 3 2 0,1-3 0 0,-4 2-1 16,1-1-2-16,0 0 2 0,-1 3-1 0,1-2-4 15,-1 0 9-15,2 0-4 0,-1 1 1 16,1 1 2-16,-1 1-3 0,2-1 6 0,-2 1-6 16,0-2 0-16,2 5-5 0,-1-4 6 0,-1 1-2 0,1 1 3 15,0 0-3-15,-1-1-2 0,2 3 2 0,1 0 0 16,-2-2-2-16,1 1 2 0,3 2-4 0,-2-2-7 15,0 2-1-15,3-1-2 0,-1 0-8 0,3-1-25 16,-1 0 12-16</inkml:trace>
  <inkml:trace contextRef="#ctx0" brushRef="#br0" timeOffset="154044.91">25728 6922 20 0,'4'7'21'15,"0"2"-3"-15,1-1 0 0,1 3 0 0,0 4-6 16,1-1 4-16,0 1-9 0,0 2 7 0,1-1-3 16,-1 1-3-16,3 1-1 0,3 3 0 0,-5 3-3 15,5 0 3-15,-3 1-2 0,4 2 0 0,-1 2 4 16,0-1-3-16,2 4-5 0,-3 2 4 0,0-2-1 15,1 0 6-15,1 13-9 0,-7-13 7 0,-1 2-6 16,-1 14-1-16,1-2 8 0,-6-12-2 0,2 13-4 0,-2-1 1 16,0-10 2-16,-2 9-6 0,0-10-3 15,-6 11 1-15,3-11-8 0,-4 10 2 0,2-10 1 16,0-2-1-16,-1 0 5 0,-1 0-2 0,-1-1-4 16,-1 0-2-16,0 0 7 0,2 1 0 0,2-1-6 0,-3 3 3 15,0-1 2-15,1 12 2 0,-2 0-4 0,2 1-1 16,4-11-6-16,-4 9 4 0,5 2-13 15,-5-2-25-15,4 3 12 0</inkml:trace>
  <inkml:trace contextRef="#ctx0" brushRef="#br0" timeOffset="155081.22">23223 13365 7 0,'-104'-5'26'0,"7"2"-9"0,-3-1-6 0,1-3-1 15,2 1-4-15,-2-3 1 0,-1 4-5 16,-1 0 7-16,-3-3-5 0,-1 0-2 0,3-1 6 0,-7-1 4 16,-2 0 0-16,-4 3-3 0,-5 0-9 0,0-6 12 15,-5 3-12-15,-2-3 7 0,-1 1 6 0,-3 3 4 16,-5-2-6-16,1 2 2 0,1-3-3 0,1-2 4 15,-1 1-2-15,-2 4-3 0,-6 0-10 16,3 1 3-16,0 1-3 0,-4-3 0 0,1 2-2 0,-5-5 1 16,-2 6-3-16,0-6 4 0,-1-1-7 0,-3 7 1 15,1-5 6-15,-3 2 2 0,1 2 2 0,-2 0 0 16,-4-2-2-16,0 2 2 0,-1-1 1 0,0-1-5 16,-2 3-4-16,0 1-2 0,2 3 2 0,-1-4-5 15,1-3-1-15,0 7-6 0,4 0 3 0,-3-5 2 16,3 1-1-16,-5 0-2 0,0 1 4 0,4-2 8 15,2 0 3-15,-5 3 1 0,0-4 5 0,-2 2 4 16,1 2-2-16,-1 1 4 0,-2-4 0 0,-5 6-1 16,-1-1 0-16,1 0-3 0,-1 3-3 0,-3 0 1 15,0 3 1-15,3-3-5 0,1 4 1 0,5-1-1 16,3-3-1-16,7 2 0 0,7-4-1 0,3 2 0 16,-2-3-1-16,10 3-2 0,3-1 4 0,4-3-3 15,6-1-8-15,-4-1 5 0,1 6 0 0,1-7-2 16,1 0 4-16,2-3-1 0,1 4 2 0,-2-1-6 15,-4 2-3-15,4 0 1 0,-1-7-1 0,5 6 2 16,-3-4 2-16,5 1 1 0,-2 1-3 0,-4-2-1 16,4 3-9-16,2-3 21 0,-3 2-7 0,4 2-2 15,4-3 5-15,3 0 5 0,-2-2-5 0,4-1 1 16,5-1 4-16,2-2 2 0,1-7-3 0,3 0 5 16,10-1 2-16,24 7-7 0,-26-10 2 0,3-4-3 15,25 10 5-15,-26-4-5 0,26 0-2 0,1 0 1 16,-20-11 1-16,26 11-5 0,-4-4 4 0,3-4 0 15,3-1 6-15,-2-2-6 0,3-4 0 0,2 0 1 16,-12-20-9-16,19 16 5 0,2-3-3 0,2-1-1 16,-11-23-10-16,5 0-16 0,10 18 8 0</inkml:trace>
  <inkml:trace contextRef="#ctx0" brushRef="#br0" timeOffset="-191241.7">29371 8620 14 0,'0'0'101'0,"0"0"-4"16,0 0 0-16,0 0 6 0,0 0-23 0,0 0-8 15,0 0-1-15,0 0-8 0,0 0-9 0,0 0 7 16,0 0-14-16,0 0-8 0,0 0-6 0,0 0-3 16,0 0 11-16,0 0 7 0,7 5-1 0,-7-5 0 15,2 10 7-15,0-6-12 0,-2-4-3 0,5 12-10 16,-4-5 9-16,3 3-10 0,-3 0-1 0,3 2 9 15,1 2-8-15,0-2-5 0,-2 0 7 0,2 5-9 16,-1-2-2-16,-2 2-2 0,3-4 2 0,-1 2-3 16,1 2 2-16,-1-3-2 0,1 1-6 0,2 1 1 15,-5-5 3-15,6 3-3 0,-2 2 7 0,-1-4-7 16,-1 0 4-16,1-2-5 0,-1 0-5 0,2-1 5 16,-3-1-5-16,2 1 3 0,-2 0-4 0,0 0 4 0,1-4-4 15,-1 1 3-15,0 0-7 0,-3-6 6 0,6 9 4 16,-4-5-7-16,-2-4 0 0,3 9 4 15,-3-9-4-15,5 3 0 0,-5-3 10 0,0 0 17 16,5 2 11-16,-5-2-1 0,0 0-2 0,0 0 7 16,0 0-3-16,0 0-5 0,5-17-3 0,-2 9-6 15,-1-3 6-15,3-1-5 0,-1-3-2 0,-1-4 2 16,1 2-2-16,1-9-5 0,0 1-1 0,1 2-5 16,4-5 3-16,0 3-4 0,-5 1-1 0,2-3-2 0,2 2-1 15,-2-4-1-15,0 5-2 0,1 4 3 16,0 1-4-16,-3 1-1 0,1 3 3 0,1-5-3 0,-2 5 1 15,2 1-3-15,-2 4 4 0,-1-1-5 0,-1 3 0 16,-1 1-2-16,-2 7 2 0,4-7-3 0,-4 7-4 16,3-8 3-16,-3 8-7 0,2-7-4 0,-2 7-5 15,0 0-2-15,0 0-5 0,0 0-17 0,0 0-18 16,0 0-11-16,3 23-20 0,-3-11-23 0,0 0-30 16,-4 3-24-16,3 4-129 0,0-3-320 0,-2 3 142 15</inkml:trace>
  <inkml:trace contextRef="#ctx0" brushRef="#br0" timeOffset="-190798.67">29720 8944 98 0,'7'-3'146'0,"-7"3"-12"0,7-4 0 0,-7 4 1 15,9-5-7-15,-9 5-15 0,9-1-10 0,-9 1-2 16,12-2-11-16,-12 2-5 0,14 3-10 0,-8 0-7 0,-1 1-10 16,3-1-1-16,-2 2-6 0,1 4-8 15,-4-1 2-15,1 2-9 0,-1 1-2 0,-3 0-3 16,0-1-3-16,1 0-3 0,-3 2 4 0,-2 0 3 16,-1-2 3-16,-2 0 0 0,-2 1 2 0,2-1 1 0,-1-1-7 15,-2 0-2-15,0-1-2 0,1-1-1 0,-2-3 2 16,1 2-2-16,4-2 4 0,-5 0 1 15,5-3 0-15,-1 1 5 0,7-2 3 0,-9 4 2 16,9-4-2-16,-12-2 3 0,12 2 0 0,0 0-6 16,-10 0 2-16,10 0 0 0,0 0-7 0,0 0-1 15,0 0-3-15,-9 0 0 0,9 0-9 0,0 0-1 16,0 0-4-16,0 0 0 0,0 0-5 0,0 0 1 16,0 0-2-16,0 0 1 0,0 0-1 0,18 14-2 0,-11-11 1 15,-3-1 2-15,3 0-2 0,3 4 0 0,0-3-2 16,-1 2 3-16,1-3-12 0,2 3-10 0,1-1-17 15,-1-1-12-15,2 0-30 0,0-2-29 16,4 0-34-16,1-1-35 0,-1 0-33 0,-4-1-146 0,3-4-380 16,2 2 168-16</inkml:trace>
  <inkml:trace contextRef="#ctx0" brushRef="#br0" timeOffset="-190589.31">30185 8963 64 0,'0'0'151'0,"8"-2"-4"0,-8 2-17 0,0 0-10 16,14 0-12-16,-14 0-8 0,13 2-16 0,-7 0-25 16,3 0-23-16,-2 0-25 0,-7-2-24 0,11 4-28 15,-3-3-23-15,-3 3-85 0,-1-1-162 0,-4-3 73 16</inkml:trace>
  <inkml:trace contextRef="#ctx0" brushRef="#br0" timeOffset="-190435.45">30194 9072 101 0,'0'0'167'0,"0"0"5"0,0 0 2 16,-3 5-8-16,3-5-10 0,0 0-11 0,0 0-9 15,0 0-15-15,0 0-9 0,0 0-11 0,0 0-11 16,0 0-5-16,0 0-12 0,0 0-31 0,13 7-41 15,-6-5-38-15,5-4-45 0,0 2-62 0,5-1-120 16,2-3-285-16,1-1 127 0</inkml:trace>
  <inkml:trace contextRef="#ctx0" brushRef="#br0" timeOffset="-190160.38">30764 8849 19 0,'-7'-1'188'0,"7"1"-13"0,-14 0 11 15,14 0-8-15,-9-1-5 0,9 1-14 0,0 0-18 16,-12 1-13-16,12-1-16 0,0 0-9 0,0 0-10 16,0 0-6-16,-9 1-8 0,9-1-3 0,0 0-10 15,0 0-2-15,0 0-7 0,0 0-3 0,18 11-1 16,-8-8-10-16,-1 1 7 0,4-3-12 0,0 2-3 15,0-2-2-15,1 1-10 0,0-1-23 0,4 1-19 16,-1-2-30-16,-2 1-37 0,1-1-29 16,3-1-41-16,1-1-26 0,0-1-119 0,-2 0-327 0,1-1 145 15</inkml:trace>
  <inkml:trace contextRef="#ctx0" brushRef="#br0" timeOffset="-189440.87">31029 8584 165 0,'0'0'150'0,"-9"-3"-18"16,9 3-8-16,0 0-11 0,0 0-12 0,0 0-13 16,0 0-1-16,0 0-14 0,0 0-6 0,28-3-3 15,-9 3-12-15,0 0-8 0,3 1-1 0,-2 1-18 16,-3-1-16-16,-3 0-23 0,-1-2-11 0,0 2-10 15,-13-1-6-15,16-2 0 0,-16 2 4 0,13-2-2 16,-13 2 2-16,0 0-1 0,12 0 7 0,-12 0-3 16,0 0 6-16,5 2-5 0,-5-2 6 0,0 0 0 15,0 0 4-15,0 0-2 0,0 0 9 0,0 0 0 16,0 0 4-16,0 0 4 0,0 0 6 0,0 0 6 16,0 0 2-16,0 0 9 0,0 0 6 0,0 0 1 15,0 0 9-15,0 0-8 0,0 0 2 16,0 0-8-16,-30 1 11 0,30-1 1 0,0 0-5 15,0 0 3-15,0 0-4 0,-7 1 4 0,7-1 3 0,0 0 2 16,-7 4-3-16,7-4 5 0,0 0 3 0,0 0-6 16,-7 5 4-16,4 0-1 0,3-5-1 0,-5 7-4 15,5-7 10-15,-4 10-6 0,2-2-2 0,2-8 3 16,-4 11-5-16,1-3 4 0,2 1 1 0,1 1 0 16,-3 1 5-16,2 0 1 0,1 4 7 0,-1-3-11 15,1 7 6-15,1-6-3 0,-1 3-2 0,1 0-2 16,-1-1-4-16,0 2 0 0,3-2 0 15,-2-2-2-15,3 3-2 0,-4-4-7 0,1 0 0 0,2 1-2 16,-2-2 0-16,0 1-3 0,2 1-2 0,-2-4-3 16,2 2 6-16,-2-2-3 0,2 1-4 0,-2 0 3 15,4-1-3-15,-5-4-2 0,0 2 0 0,0-7-5 16,1 12 6-16,1-7-3 0,-2-5-1 0,0 0 4 16,-3 10-3-16,3-10 1 0,-5 7-1 0,5-7 0 15,-8 2 0-15,8-2-3 0,-9 0-3 0,9 0 5 16,-14-2-6-16,14 2 1 0,-10-3-4 0,10 3 1 15,-14-1 1-15,6-2 1 0,8 3 2 0,-9-3-4 16,9 3 3-16,-9-2 1 0,9 2-1 0,-6-1 0 16,6 1 0-16,0 0-2 0,-10-2 3 0,10 2-3 15,0 0 1-15,0 0 2 0,0 0-1 0,0 0 2 16,0 0-1-16,-7-4-5 0,7 4 4 0,0 0 1 16,0 0-1-16,0 0 1 0,0 0-3 0,0 0 2 15,0 0 3-15,26 2-4 0,-26-2-9 0,13 0-10 16,-2 0-9-16,-1 1-17 0,0-1-19 0,3 1-29 15,0 1-29-15,6-4-38 0,-2 1-133 0,0-2-321 16,2 0 142-16</inkml:trace>
  <inkml:trace contextRef="#ctx0" brushRef="#br0" timeOffset="-188649.77">31435 8967 124 0,'0'0'149'0,"0"0"6"0,0 0-16 0,0 0-4 16,0 0-5-16,0 0-8 0,0 0-4 0,0 0-4 16,0 0-5-16,0 0-4 0,0 0-5 0,0 0-4 15,0 0-9-15,0 0-8 0,0 0-5 0,0 0-7 16,0 0-2-16,-7-9-5 0,7 9-2 0,0 0-1 15,0 0-1-15,0 0-5 0,0 0-4 0,0 0-5 16,0 0-3-16,0 0-5 0,0 0-4 0,0 0-3 16,0 0-2-16,0 0 1 0,0 0-7 0,0 0 1 15,0 0 0-15,0 0-3 0,10-3 2 0,-10 3 4 16,0 0-3-16,0 0 6 0,0 0-2 0,0 0 2 16,0 0-2-16,7-3-1 0,-7 3-3 0,6-5 4 15,-6 5-11-15,10-3-1 0,-10 3 1 0,10-3-1 16,-4 1-1-16,2-1-1 0,-8 3-3 0,10-3 0 15,-10 3 3-15,11-2-5 0,-11 2-1 0,11 1 1 0,-11-1-3 16,13 3-10-16,-13-3-12 0,10 2 3 16,-6 0 5-16,-4-2-2 0,13 3 0 0,-8 0 2 15,-1 2 3-15,-1 1 0 0,3-1 0 0,-2 5 5 16,-3-3-5-16,-1 2 2 0,-1 1 0 0,-2 0 0 16,-2 5 4-16,1-2-5 0,-5 1 2 0,0 1 6 0,4-3-3 15,-4 2 4-15,-1 1-2 0,1-6 0 0,0 5 1 16,0-5 6-16,0 2-3 0,-3-1-4 15,7 0 1-15,-4 0 1 0,2-2 3 0,-5-3 5 16,7 1 0-16,-4-2 2 0,-2 1 0 0,3-1-1 0,-2 0 1 16,-2 1 3-16,6-2-8 0,-4-2 3 15,10-1-2-15,-10 2-2 0,3-1 6 0,7-1-2 16,-12 1-4-16,12-1 1 0,-10 0-2 0,10 0 2 16,0 0-1-16,-10 0 2 0,10 0 2 0,0 0 2 15,0 0 2-15,-9 0-3 0,9 0 2 0,0 0-5 0,0 0 0 16,0 0 6-16,0 0 3 0,0 0-13 0,0 0-1 15,0 0 1-15,0 0-2 0,0 0 1 16,0 0-4-16,0 0 2 0,33-4 1 0,-25 3 0 16,2 1 7-16,4-2-7 0,-2 2-4 0,1-2 4 15,5 3-1-15,-5-2-1 0,4 1 2 0,2-1 0 0,-2 1-2 16,-3-2 1-16,-1 4-1 0,1 0-1 0,3-3 5 16,-4 1-2-16,-2 1-2 0,-1-1 3 15,-1 1-5-15,-9-1 3 0,13 0 1 0,-13 0-3 0,11 2 0 16,-11-2-1-16,9-2 1 0,-9 2 1 0,0 0 6 15,10-1-13-15,-10 1-9 0,0 0-12 0,0 0-8 16,0 0-13-16,8 1-14 0,-8-1-14 0,0 0-32 16,0 0-56-16,6-7-34 0,-6 7-180 15,0 0-411-15,4-17 182 0</inkml:trace>
  <inkml:trace contextRef="#ctx0" brushRef="#br0" timeOffset="-188141.16">32004 8690 125 0,'0'0'170'15,"-3"-5"2"-15,3 5-12 0,0 0-10 0,0 0-18 16,0 0-8-16,0 0-15 0,0 0-10 0,12-11-10 15,-1 10-10-15,2 1-3 0,5-2-11 0,-4 2-2 16,4 0-4-16,-1 0-7 0,-3 0-7 16,-3 4 2-16,3-4-10 0,-2 0-5 0,-6 2-3 0,3 0-2 15,-1-2-6-15,-8 0 4 0,10 3-5 16,-10-3-6-16,7 1 3 0,-7-1-5 0,10 3 1 0,-10-3-4 16,3 4-2-16,-3-4-2 0,6 5 3 0,-6-5 2 15,0 8-3-15,0-8-3 0,-3 14 7 0,-1-3 8 16,3 0 3-16,-4 4 3 0,-3 2 10 0,-1 0 1 15,-6 5 6-15,0 3-4 0,-3 0-1 0,-2-3-2 16,-1 0-3-16,4-1-2 0,-1-2 1 0,-2 1-7 16,2-1 2-16,1-5-3 0,3-1-1 0,-1 3 5 15,2-3-8-15,3-1 0 0,-2-3 1 0,6-1-4 16,-2-2 1-16,3-1 0 0,-1-1-3 0,3 1-2 16,-1 0 2-16,4-5-3 0,-3 6 0 0,3-6 0 15,-4 4-1-15,4-4 2 0,0 0 1 0,0 0 0 0,7 9 0 16,-7-9 3-16,16 2 0 0,-7-2 1 15,1 0 2-15,4 1-12 0,3 1 1 0,2-1 5 16,0 1-14-16,3 0-14 0,1-1-18 0,-2-1-17 16,5 3-27-16,3-5-28 0,-7 4-29 0,6-4-12 15,-7 2-21-15,-2-1-10 0,1-2-12 0,2 2-123 0,-3-3-338 16,0 3 149-16</inkml:trace>
  <inkml:trace contextRef="#ctx0" brushRef="#br0" timeOffset="-187782.26">32544 8928 76 0,'4'-5'170'15,"-4"5"-17"-15,0 0-11 0,0 0-15 0,0 0-4 16,0 0-2-16,0 0-10 0,0 0 6 0,0 0-5 0,9 18-4 16,-9-9 1-16,0 4 8 0,-1 2-4 0,0 4-2 15,1-2-3-15,-3 4-10 0,1-5-6 0,-2 0-7 16,1 0-2-16,-1 1-8 0,-1 3-8 15,3-3-3-15,1-4 2 0,-3 2-4 0,0 2-6 0,-1-2-3 16,5-4-4-16,-2 1-3 0,1-3-2 0,0-1 0 16,-2 1-12-16,3-9 3 0,-1 12-6 15,1-6-1-15,0-6-2 0,-1 9-2 0,1-9-4 16,0 0-1-16,-4 10 0 0,4-10-3 0,0 0-2 0,1 9 2 16,-1-9-1-16,0 0-1 0,7 5 10 0,-7-5-3 15,9 2-9-15,-3-1 0 0,-6-1 1 0,20-1-5 16,-7 1 1-16,5-2 0 0,-18 2-7 0,0 0 5 15,78-11-6-15,-48 7-11 0,-30 4-5 16,58-5-27-16,-26 2-31 0,0 0-34 0,-32 3-37 0,68-10-44 16,-36 4-23-16,4 2-30 0,-5 0-142 0,1-2-415 15,2-3 184-15</inkml:trace>
  <inkml:trace contextRef="#ctx0" brushRef="#br0" timeOffset="-187616.55">33311 9261 188 0,'0'0'194'0,"0"0"-13"0,0 0-22 15,0 0-12-15,0 0-16 0,0 0-14 16,0 0-27-16,0 0-22 0,0 0-39 0,0 0-49 0,0 0-59 16,0 0-123-16,0 0-217 0,0 0 97 0</inkml:trace>
  <inkml:trace contextRef="#ctx0" brushRef="#br0" timeOffset="-56010.91">80 9442 11 0,'-16'-30'88'0,"4"-3"0"16,-1 5 10-16,-1-4-35 0,0 6-9 0</inkml:trace>
  <inkml:trace contextRef="#ctx0" brushRef="#br0" timeOffset="-54991.61">488 9522 21 0,'0'0'30'0,"0"0"-8"16,0 0-8-16,0 0-3 0,0 0-11 0,0 0-3 16,0 0-14-16,0 0-16 0,0 0 8 0</inkml:trace>
  <inkml:trace contextRef="#ctx0" brushRef="#br0" timeOffset="-54346.39">306 9637 88 0,'0'0'83'0,"0"0"-6"0,0 0-7 16,0 0-10-16,0 0-7 0,0 0 1 0,0 0-10 15,0 0-5-15,0 0 6 0,0 0-2 0,0 0-9 16,0 0-12-16,0 0 15 0,0 0-3 0,0 0 16 16,0 0-16-16,0 0 2 0,0 0-2 0,0 0 4 15,0 0 11-15,61 47-12 0,-61-47 4 0,13 20-6 16,-13-20-2-16,0 0-4 0,23 25-3 16,-23-25-5-16,16 19 4 0,-16-19-3 0,0 0 2 15,17 24-4-15,-17-24 5 0,0 0-5 0,18 24 3 0,-18-24-5 16,0 0 10-16,0 0-12 0,16 19 1 0,-16-19-3 15,0 0 0-15,0 0 4 0,0 0-5 16,0 0 7-16,0 0-9 0,16 21 0 0,-16-21-3 0,0 0 7 16,0 0 6-16,0 0-1 0,0 0-3 15,0 0-5-15,0 0 5 0,0 0-3 0,0 0 3 16,0 0-6-16,0 0 1 0,36-52-4 0,-36 52 0 16,18-30 1-16,-18 30 1 0,17-34-5 0,-17 34 2 15,15-33-2-15,-15 33 0 0,13-33-2 0,-13 33 8 0,10-30-9 16,-10 30 2-16,8-25-7 0,-8 25 5 15,0 0 3-15,7-34-8 0,-7 34 12 0,0 0-11 16,0 0 3-16,4-32-3 0,-4 32 2 0,0 0 7 16,0 0-11-16,0 0 7 0,0 0-4 0,0 0 0 15,0 0 3-15,0 0-6 0,4-30 3 0,-4 30-22 16,0 0-4-16,0 0-11 0,0 0-4 0,0 0 1 16,0 0-12-16,0 0-17 0,0 0-6 0,0 0-21 15,0 0 2-15,0 0-24 0,0 0-74 0,0 0-207 16,-38 83 92-16</inkml:trace>
  <inkml:trace contextRef="#ctx0" brushRef="#br0" timeOffset="-53994.11">605 9827 28 0,'0'0'121'0,"0"0"-9"16,0 0-17-16,0 0-13 0,0 0 0 0,0 0-12 15,0 0-2-15,0 0-6 0,0 0 0 0,0 0 2 0,0 0-1 16,11 47-15-16,-11-47-6 0,0 0 8 0,2 39-13 16,-2-39 4-16,0 0-11 0,0 42 4 15,0-42-6-15,5 35-6 0,-5-35 8 0,2 32-8 16,-2-32-3-16,0 0 5 0,0 40-5 0,0-40-5 15,0 0-1-15,2 35 3 0,-2-35-5 0,0 0-13 16,0 0 12-16,5 35 3 0,-5-35-14 0,0 0 13 16,0 0 2-16,0 0-4 0,4 32-7 0,-4-32 12 15,0 0-6-15,0 0-11 0,0 0-11 0,0 0-20 16,0 0-6-16,0 0-11 0,0 0-30 0,0 0-30 16,0 0-85-16,0 0-210 0,0 0 94 0</inkml:trace>
  <inkml:trace contextRef="#ctx0" brushRef="#br0" timeOffset="-53767.1">852 9801 106 0,'5'-10'102'0,"-5"10"-6"0,0 0-18 15,8-6-3-15,-1 3-12 0,-7 3-6 0,14-7-5 16,-7 5-8-16,3 0-3 0,-10 2-2 16,18-4-8-16,-13 2-19 0,-5 2-17 0,14 0-15 0,-14 0-23 15,0 0-13-15,17 0-56 0,-17 0-122 16,0 0 54-16</inkml:trace>
  <inkml:trace contextRef="#ctx0" brushRef="#br0" timeOffset="-53584.56">895 9839 71 0,'0'0'99'0,"0"0"-6"0,0 0-14 15,0 0 1-15,-7 5-4 0,7-5-8 0,0 0 1 16,0 0-24-16,0 0 4 0,0 0-1 0,0 0-8 16,0 0 1-16,0 0-7 0,0 0 3 0,42-11-12 15,-30 9-15-15,-1 0-19 0,2 0-31 0,1-2-29 16,-1 3-72-16,1-3-153 0,-14 4 67 0</inkml:trace>
  <inkml:trace contextRef="#ctx0" brushRef="#br0" timeOffset="-51536.36">1265 9458 33 0,'-2'-5'131'0,"2"5"0"0,-3-7-6 15,3 7-2-15,-2-9-10 0,2 9-11 0,0 0-10 16,0 0-10-16,-4-8-12 0,4 8-11 0,0 0-4 16,0 0 4-16,0 0-13 0,0 0-12 15,0 0 5-15,7 22-6 0,-3-12-7 0,-2 1 3 16,2 4-7-16,1 2-3 0,-2 1 6 0,2-1 1 0,-1 0 0 15,-2 1-9-15,2 0 2 0,0-1-1 0,-1 2 0 16,-1-1 5-16,0-3-11 0,4 2 2 0,-5-5-3 16,0 1 8-16,1-3-9 0,0 0 3 0,-2-2-1 15,0-2 1-15,3 2-6 0,-3-8 0 0,4 9 6 16,-4-9 3-16,1 7-10 0,-1-7 8 0,1 6 9 16,-1-6 10-16,0 0 3 0,0 0 11 0,0 0 0 15,0 0-2-15,0 7-8 0,0-7-5 0,0 0 0 16,0 0-1-16,0 0-5 0,0 0-2 0,0-25 1 15,0 25-3-15,0-16-4 0,4 11-1 0,-1-6-3 16,0 1-2-16,0-1-3 0,2 2-3 0,0-1 2 16,-1 1-9-16,0-1-2 0,-2 4 4 0,1 0-3 15,1 1 1-15,2 0-5 0,-6 5-1 0,8-7 0 16,-4 4 1-16,-4 3-3 0,11 0 5 0,-11 0-5 16,10 2 0-16,-2 2 1 0,-3-1 3 0,2 1-5 15,-1 0 5-15,1 4 0 0,0 0 2 0,-3-2-3 16,2 1 5-16,-3 0-4 0,3 1 0 15,-3 0 5-15,-2-2-6 0,3 0-3 0,-2 1 2 0,1-1-15 16,-2 2-21-16,2-1-9 0,-3-7-36 0,6 15-31 16,-5-7-30-16,1-1-134 0,-2-7-306 0,2 10 135 15</inkml:trace>
  <inkml:trace contextRef="#ctx0" brushRef="#br0" timeOffset="-51214.88">1575 9639 3 0,'0'-7'142'0,"0"7"-6"0,0 0-4 0,4-6-6 16,-4 6-9-16,0 0-8 0,0 0-15 16,0 0-1-16,1-9-21 0,-1 9 0 0,0 0-8 15,0 0-4-15,0 0-9 0,0 0 2 0,0 0-10 0,0 0-6 16,0 0-1-16,0 0 16 0,9 20-18 0,-6-12-1 15,-2-2-4-15,2 3 1 0,-1 0 8 0,0 0-2 16,0 1-2-16,2-1-1 0,-1 1-5 16,-1 0 1-16,2-1 1 0,0 1 5 0,-3-1-10 15,0-3 1-15,2 3 1 0,-2-1-11 0,3-2-4 0,-4 2 3 16,4-3 1-16,-3 2-6 0,2 2-13 0,-2-3-14 16,-1-6-21-16,2 13-30 0,-2-13-30 15,0 0-6-15,3 13-2 0,-2-11-21 0,-1-2-14 16,0 0-80-16,0 0-240 0,0 0 106 0</inkml:trace>
  <inkml:trace contextRef="#ctx0" brushRef="#br0" timeOffset="-51022.15">1517 9491 19 0,'-5'-6'176'16,"5"6"-5"-16,-2-6-14 0,2 6-5 0,0 0-11 15,-4-7-11-15,4 7-9 0,0 0-13 0,0 0-13 16,0 0-15-16,-4-7-10 0,4 7-26 0,0 0-13 0,0 0-26 16,0 0-36-16,0 0-31 0,0 0-31 0,0 0-37 15,15 17-68-15,-15-17-214 0,4 8 95 16</inkml:trace>
  <inkml:trace contextRef="#ctx0" brushRef="#br0" timeOffset="-32582.81">1686 9522 3 0,'0'0'23'0,"0"0"1"15,-3-5-3-15,3 5-1 0,0 0-5 0,0 0 3 16,0 0-10-16,0 0 0 0,-7-7 4 0,7 7-1 16,0 0 1-16,0 0-7 0,0 0 6 0,0 0-8 15,0-7 3-15,0 7-10 0,0 0-1 0,0 0-28 16,0 0 27-16,0 0-20 0,3-11-27 0,-3 11 12 15</inkml:trace>
  <inkml:trace contextRef="#ctx0" brushRef="#br0" timeOffset="-32558.51">1679 9492 53 0,'0'0'-10'0,"6"-3"-9"0,-6 3 5 0</inkml:trace>
  <inkml:trace contextRef="#ctx0" brushRef="#br0" timeOffset="-32148.45">1750 9464 22 0,'0'0'20'0,"0"0"-1"0,2-11 2 16,-2 11-5-16,0 0-7 0,0 0-9 0,0 0-9 15,0 0-8-15,0 0-17 0,0 0 7 0</inkml:trace>
  <inkml:trace contextRef="#ctx0" brushRef="#br0" timeOffset="-31626.06">1753 9446 8 0,'0'0'20'0,"0"0"-3"0,0 0 2 0,0 0-1 0,0 0 0 16,0 0 0-16,0 0-6 0,0-10 4 0,0 10-3 16,0 0 11-16,0 0-8 0,0 0 1 0,0 0 0 15,0 0-3-15,0 0 12 0,0 0-4 0,0 0-5 16,0 0 7-16,0 0-6 0,0 0 5 0,-4-7-6 16,4 7 8-16,0 0-3 0,0 0-4 0,0 0 4 15,0 0-10-15,0 0 7 0,0 0 3 0,0 0 2 16,0 0 1-16,0 0-6 0,0 0 3 0,0 0-2 15,-5-5-1-15,5 5 1 0,0 0-5 0,0 0 6 16,0 0-3-16,0 0 2 0,0 0 6 0,0 0-14 16,0 0 4-16,0 0-3 0,0 0 0 0,0 0-1 15,0 0-8-15,0 0 5 0,0 0 4 16,0 0-2-16,0 0 2 0,0 0-3 0,0 0-4 0,0 0-8 16,0 0 8-16,0 0 4 0,0 0-9 0,0 0 3 15,0 0 1-15,0 0 13 0,0 0-13 0,0 0-4 16,0 0-5-16,0 0 7 0,0 0-3 0,0 0-2 15,0 0 2-15,0 0-2 0,9-7 6 16,-9 7-7-16,13-4-2 0,-3 3-6 0,0-2 6 0,2-1-14 16,-1 2 2-16,2-2 4 0,1 1-1 0,-3 0-6 15,0 0-10-15,1 1-6 0,-1 1-8 0,-5-2-9 16,-6 3-7-16,14-1-2 0,-9 0-33 0,-5 1-104 16,9-1 47-16</inkml:trace>
  <inkml:trace contextRef="#ctx0" brushRef="#br0" timeOffset="-30762.43">1822 9423 56 0,'0'0'52'0,"0"0"0"15,0 0-4-15,0 0-1 0,0 0 1 0,0 0-2 16,0 0-4-16,0 0 0 0,0 0 3 0,0 0 6 15,0 0-2-15,0 0-12 0,0 0-7 0,0 0 6 16,0 0-2-16,0 0-6 0,0 0 1 0,0 0 5 16,0 0-7-16,0 0 1 0,0 0-8 0,0 0 8 15,-6-10 11-15,6 10-16 0,0 0-2 0,0 0-11 16,0 0-5-16,0 0 1 0,0 0 0 0,0 0 10 16,0 0-18-16,0 0 4 0,0 0-8 15,0 0 2-15,0 0-2 0,0 0 0 0,0 0 4 0,0 0-1 16,0 0-6-16,0 0 1 0,0 0 11 0,12 16-3 15,-12-16-1-15,3 13-6 0,-1-6 7 0,1 2-10 16,1-2 7-16,-2 3-3 0,1 1 4 0,1-1 3 16,0 2-7-16,0-1 4 0,-3 1-3 0,5-1 8 15,-2 3-13-15,0 1 6 0,-2-3 5 16,2 1-1-16,0-2-3 0,-1 0 6 0,2 0-3 16,-3 0-3-16,2 0 6 0,-1-2 8 0,-1 2-13 0,1-3 4 15,1 3-3-15,-3-4 5 0,2 3-7 0,-1-3 0 16,-1-1 6-16,-1-6-6 0,3 12 9 0,-1-7-5 15,-2-5 1-15,2 9-3 0,-2-9 4 16,1 9-3-16,-1-9 2 0,3 6-3 0,-3-6 3 16,0 0-5-16,2 8-3 0,-2-8 6 0,0 0 3 0,1 6 0 15,-1-6 2-15,0 0-2 0,0 0 9 0,0 0-12 16,0 0-1-16,0 0-1 0,0 0 2 0,0 0 6 16,0 0-9-16,0 0 3 0,-6 10-3 0,6-10 1 15,0 0 7-15,0 0 1 0,0 0 2 0,0 0-6 16,0 0 2-16,0 0-5 0,0 0-1 15,0 0 8-15,0 0-8 0,-11 0 9 0,11 0 0 0,0 0-2 16,0 0 2-16,0 0 0 0,0 0-4 0,-8 0-1 16,8 0 0-16,0 0 2 0,0 0-6 0,0 0 7 15,0 0 4-15,0 0 0 0,-13-3-6 0,13 3 16 16,0 0-11-16,0 0 3 0,0 0-2 16,0 0-1-16,0 0-1 0,0 0 0 0,0 0 4 15,0 0-5-15,0 0-3 0,0 0 5 0,0 0-5 0,0 0 15 16,0 0-14-16,0 0-1 0,0 0-1 0,0 0 2 15,0 0-10-15,0 0 6 0,0 0-7 0,0 0-2 16,0 0-8-16,0 0 2 0,19-11-10 16,-9 7-10-16,0 2-6 0,1-1-7 0,-2 1-8 15,2-2-10-15,1 1 1 0,-2 1-10 0,0 0 2 0,-1-1-38 16,-1 3-120-16,-8 0 53 0</inkml:trace>
  <inkml:trace contextRef="#ctx0" brushRef="#br0" timeOffset="-30424.59">2070 9718 53 0,'0'0'103'0,"-5"-11"-5"0,5 11-5 0,0 0 2 0,0 0-18 15,0 0 13-15,0 0-28 0,0 0 2 0,0 0-9 16,0 0 1-16,-4-4-14 0,4 4-13 16,0 0-6-16,0 0 2 0,0 0-16 0,0 0 0 15,0 0 6-15,0 0-8 0,0 0 1 0,0 0-2 16,0 0-5-16,0 0 9 0,0 0-8 0,0 0-1 16,8 23 10-16,-8-23-3 0,4 9 1 0,-3-5-4 0,-1-4-5 15,7 9-3-15,-4-4 4 0,1 0-4 16,-2 1-14-16,-2-6-8 0,4 9-5 0,-1-4-13 15,-1 1-5-15,1-1-8 0,-1 2-2 0,1-2 4 16,1 2-3-16,-4-7-8 0,4 14-37 0,-3-5-110 16,-1-1 49-16</inkml:trace>
  <inkml:trace contextRef="#ctx0" brushRef="#br0" timeOffset="-30081.3">2346 9696 14 0,'0'0'123'0,"0"0"-6"0,0 0 13 0,0 0-18 16,0 0-10-16,0 0-11 0,0 0-11 0,0 0-5 0,0 0-8 15,11-12-10-15,-6 9-4 0,2 0-2 16,1-1-17-16,1 1 3 0,2-3-4 0,-1 2-4 16,3 0-7-16,-3 0-11 0,2 0-4 0,0 0-16 15,-3 0-26-15,3 0-6 0,-1 2-11 0,0 0-16 16,-5 0-15-16,2-1-10 0,-8 3-51 0,10-2-156 0,-10 2 69 15</inkml:trace>
  <inkml:trace contextRef="#ctx0" brushRef="#br0" timeOffset="-29824">2425 9580 36 0,'-11'0'93'16,"11"0"-12"-16,0 0-9 0,0 0-7 0,0 0-8 0,0 0-9 15,0 0-2-15,0 0-5 0,0 0-6 0,1 10 2 16,-1-10-16-16,1 10-1 0,-1-10-4 16,5 11 1-16,-2-4 8 0,1-1-9 0,-3 1-4 15,1-1 6-15,2 0-8 0,-1 4-8 0,2-1 1 16,1 1-23-16,-3 0-19 0,2 1-11 0,-1-1-6 15,1-1-45-15,-2 2-110 0,3-3 48 0</inkml:trace>
  <inkml:trace contextRef="#ctx0" brushRef="#br0" timeOffset="-28976.79">2649 9174 39 0,'0'0'93'15,"0"0"-12"-15,-3-9-5 0,3 9 4 0,0 0-14 16,0 0-11-16,0 0 4 0,-2-5 0 0,2 5-13 15,0 0 4-15,0 0-7 0,0 0 1 0,0 0-3 16,0 0-3-16,0 0 10 0,0 0-1 0,0 0-2 16,0 0-2-16,0 0 3 0,-3-7-2 0,3 7-5 15,0 0 5-15,0 0-1 0,0 0-1 0,0 0 4 16,0 0-7-16,0 0-5 0,0 0 9 0,0 0-2 16,0 0-1-16,0 0 1 0,0 0-6 0,0 0-4 15,0 0-1-15,0 0-5 0,0 0-1 0,0 0-10 16,0 0-7-16,0 0 5 0,0 0-7 0,0 0-2 15,0 0-7-15,0 0 0 0,0 0-6 0,0 0 5 16,0 0 2-16,0 0-4 0,0 0 2 0,4 31-1 16,0-21 0-16,-2 2 1 0,4 4-4 0,-3 1 5 15,4 0-4-15,-2 0 9 0,1 0-1 0,1 0 6 16,-2 0-13-16,-1-1 5 0,3-1-1 0,-3-2 3 16,0-2-4-16,2 5 7 0,1-1-5 0,-2-1 2 15,1-3 6-15,-2 0-7 0,1-2 0 0,-1 1 1 0,0-1-2 16,0 0 0-16,-1-2 3 0,0 0-1 15,-1-1-5-15,-2-6 4 0,4 7 4 0,-2 0-4 16,-2-7 2-16,0 0 4 0,2 6-5 0,-2-6 4 16,0 0 2-16,0 0 9 0,0 0 16 0,4 6-4 15,-4-6 2-15,0 0-3 0,0 0 4 0,0 0 0 0,0 0-2 16,0 0-3-16,0 0-5 0,0 0-4 16,-1-25-7-16,1 25-4 0,1-14 1 0,0 7-3 15,-1 7-2-15,6-16-1 0,-4 9-4 0,-1 0-2 16,4-1-2-16,-1 2 0 0,3-4-1 0,-5 7-4 15,3-4 4-15,0 1-2 0,-1 3-2 0,-4 3 2 16,10-5-3-16,-10 5-3 0,9-2 1 0,-3 0-4 0,-6 2-4 16,11 2 14-16,-11-2-4 0,10 7-4 15,-3-4-2-15,-1 4-2 0,0-3 7 0,1 3-14 16,-1 1 7-16,-1 0-6 0,2 0-3 0,-1 1-6 16,-1 0-11-16,2 1-17 0,-2 1-22 0,0 1-17 0,-3-1-12 15,0 0-78-15,3 3-210 0,-5-5 93 0</inkml:trace>
  <inkml:trace contextRef="#ctx0" brushRef="#br0" timeOffset="-28534.39">3085 9513 101 0,'4'-6'141'0,"-2"-1"-9"15,-1-3-2-15,3 1-1 0,0-1-14 0,-3 0-6 16,0 0-8-16,1 1-8 0,-2-1-1 0,0 1-10 16,0-2-1-16,-2 2-10 0,1-1-6 0,-1 0-4 0,0 1-11 15,-1-1-4-15,0 3-4 0,1-1-5 16,-2 1-7-16,0 0 0 0,4 7-7 0,-7-9-2 16,5 5-1-16,2 4-5 0,-5-8 1 0,5 8-2 15,-7-4-7-15,7 4 0 0,0 0 6 0,-5-6-13 0,5 6 2 16,0 0 3-16,0 0-8 0,0 0 4 15,-5-5-14-15,5 5 14 0,0 0-3 0,0 0-3 16,0 0-5-16,0 0-6 0,0 0 5 0,0 0-5 16,0 0 2-16,0 0 2 0,0 0-1 0,0 0 6 15,26 6-1-15,-26-6 0 0,11 0 2 0,-4 0-2 0,-7 0 3 16,15 0 2-16,-15 0 0 0,11-2 0 16,-11 2-1-16,14 0-1 0,-7 1 0 0,-1 0 0 15,-6-1 3-15,0 0-2 0,15 8 7 0,-8-5-10 16,-3-1 1-16,-4-2-3 0,9 10 3 0,-5-3 0 15,2-2-3-15,0 4-10 0,1-1 1 0,-3 2-9 0,1-3-11 16,1 6-7-16,-3-3-20 0,0 6-25 0,1 0-18 16,-2-3-11-16,-2-2-69 0,0 0-203 15,0-11 91-15</inkml:trace>
  <inkml:trace contextRef="#ctx0" brushRef="#br0" timeOffset="-28149.99">3325 9208 23 0,'0'0'89'0,"0"0"-13"0,0 0-9 15,0 0-5-15,0 0 0 0,18 19 2 0,-13-13-19 16,0 3-9-16,1 1 3 0,0-1-5 0,0 1-5 15,1 2 1-15,-1-2-2 0,0 0-11 0,1 0 8 16,-2-2-1-16,1 0-6 0,-1-2 0 0,-1 0 1 16,0-1 1-16,-4-5-1 0,5 8 6 0,-5-8 7 15,2 5 7-15,-2-5 10 0,4 4 20 0,-4-4 19 16,0 0 14-16,0 0 7 0,7 4 9 0,-7-4-3 16,0 0-4-16,0 0-5 0,0 0-6 0,0 0-6 15,3-16-10-15,-3 16-6 0,0-15-11 0,0 5-3 16,0-7-28-16,-1 5-18 0,2-5-3 0,1 1 1 15,-2 4-5-15,0 2-1 0,0-3-11 0,0 4-12 16,1 2-13-16,-1 7-20 0,0 0-16 0,1-17-28 16,-1 17-31-16,0 0-29 0,3-9-20 0,-3 9 2 15,0 0-92-15,0 0-279 0,0 0 123 0</inkml:trace>
  <inkml:trace contextRef="#ctx0" brushRef="#br0" timeOffset="-27876.25">3559 9423 70 0,'0'0'109'0,"0"0"-9"0,0 0-22 0,0 0 7 16,0 0-15-16,0 0-8 0,1 8-7 0,-1-8-3 16,0 0 1-16,4 8-19 0,-4-8 6 0,1 9-9 15,2-4 5-15,-3-5-8 0,2 11-7 0,-2-7-2 16,0-4 7-16,2 10 6 0,-2-10-15 0,1 8-6 15,-1-8 0-15,1 6-1 0,-1-6 7 0,3 7-9 16,-3-7 3-16,0 0-6 0,2 5 4 0,-2-5 0 16,5 4 5-16,-5-4-10 0,9 2 4 0,-2-1 3 15,-7-1-9-15,18-1-15 0,-6-2-10 0,5 2-17 16,2-2-29-16,1-3-17 0,9-4-68 0,-1 2-165 16,-9 1 74-16</inkml:trace>
  <inkml:trace contextRef="#ctx0" brushRef="#br0" timeOffset="-27731.85">4000 9387 6 0,'0'0'44'0,"13"3"-18"0,-13-3-24 0,0 0-15 15,0 0-15-15,1 9 7 0</inkml:trace>
  <inkml:trace contextRef="#ctx0" brushRef="#br0" timeOffset="101912.6">12337 17294 8 0,'39'1'11'0,"13"-1"-2"16,-14 0 4-16,11 2-3 0,-10-1 3 0,1-2-2 15,12 1 1-15,-12-2-1 0,14 4-3 0,-16-4 4 16,15 4-3-16,-14-1 0 0,1-2-1 16,12-1-1-16,0 1 0 0,-13 2 1 0,1 1 1 0,0-1-1 15,10 3 3-15,1-7-2 0,-12 4-7 0,0-2 15 16,14 1-15-16,-2 0 10 0,-13 0-10 0,2 0 7 16,12 1-2-16,-16 1 3 0,4-2-5 15,12 1 4-15,-14-1-1 0,0 3 0 0,3-3-2 16,-3 1-1-16,0-2 5 0,16 2 0 0,-18-1 2 15,2 0 1-15,3 1 0 0,10 0-1 0,-14-1 1 16,1-1-2-16,-2-1 4 0,16 2-1 0,-15-1 1 16,2-1-3-16,-1 4 4 0,0-2 2 0,-1 2 2 15,0 0-5-15,1-2 2 0,-4 2-2 0,3-2 2 16,-1 1-8-16,-3 0 6 0,2 1 10 0,-3 0-15 16,2 0 2-16,-3 0-12 0,1-1 7 0,-3 1-1 15,2 0-4-15,-3-2 4 0,3 2-5 0,-4-1 3 16,2 0-2-16,-10-1 0 0,10 3-4 0,-1-3 5 15,2 1-1-15,-8-1 2 0,5 1 7 0,-5 2-3 16,0-3-5-16,5 0 3 0,-8 1 0 0,0 1-3 16,3-2 4-16,0 2-2 0,-3 0-8 0,2 1 16 15,3-3-12-15,-3 1 2 0,-1 2-5 0,1-2 4 16,2 0 4-16,-2 0 1 0,7-1-3 0,-5 2-5 16,3-1 4-16,-5-1 5 0,0 2-8 0,0-2 3 15,0 0 0-15,-2 1-3 0,4 0-2 16,-3 0 5-16,1-1 0 0,1 2 3 0,-2-2-2 15,1 0-4-15,0 1 8 0,6-4-4 0,-5 5 1 16,-3-2 0-16,3-2 6 0,4 1-2 0,3 0 8 16,0 2 1-16,-2-3-5 0,-5 2-6 0,6-2 3 15,-1 2 6-15,1 0 2 0,0-1-9 0,0-1 9 16,-1 0-17-16,2 2 15 0,-2-1-17 16,0 0 11-16,1-1 0 0,1 1 5 0,-1 1-7 0,2 0 1 15,2-1 6-15,-2-3-7 0,2 4-1 0,0-2-2 16,0 0 1-16,0 2-2 0,-1 0-1 0,1-1 6 15,-1-1-4-15,-1 1-2 0,0 0-5 0,3-2 6 16,-1 2-12-16,-3 0 11 0,3-2 1 0,0 1 2 16,1 0-2-16,-1-1 2 0,1 3 2 0,-1-3 16 15,0 2-23-15,1 1 0 0,2-2-7 0,1 2 10 16,-2-2-2-16,2-1 5 0,0 3-5 0,0-1 2 16,-2-3-3-16,2 4-2 0,-3-1 0 0,0 1 6 15,1-3-3-15,-2 2 5 0,0 1-5 16,1-1 7-16,0 1-7 0,0-3-3 0,-2 1 2 15,1-1-2-15,-1 2 2 0,-1-1 8 0,3 0-13 16,-4 1 5-16,4-1 7 0,-1 2-4 0,-4-1-1 16,1 0 17-16,1-2-19 0,0 2 2 0,2-1-6 15,0-1 5-15,-1 3-1 0,0-3 2 0,-2 3 0 16,2-3 3-16,-1 1 1 0,2 1-3 0,-2 1-2 16,0-2 8-16,-1-1-5 0,3 3-2 0,-3-2-2 15,2 2-3-15,1 0 5 0,-2-3 1 0,3-1 1 16,2 4-1-16,-7-2-3 0,8 1 4 0,-6-1-9 15,2 1 6-15,-1 1 1 0,1-1-3 0,1 1 0 16,0 0 14-16,-1-1-12 0,4 1-1 0,-1 1 1 16,-2 0 1-16,2-2 0 0,1 3 3 0,-1 1-5 15,-2-3 1-15,2 0 3 0,-3 2-2 0,-2-4 1 16,2 4-3-16,2 0 0 0,-1 0-6 0,-3-1 10 16,2 1-12-16,-1-2 18 0,1 0-7 15,4 3-1-15,-5-3-2 0,2 0-2 0,-1 1 7 16,0-1-2-16,-2 3 0 0,1-5-7 0,2 1 7 15,-5 2-6-15,3-3-1 0,-2 2 8 0,3-1-2 16,0 2 2-16,1-2 2 0,-4-1-6 0,1 2 7 16,3 0 3-16,-2-2 1 0,2 2-8 0,-2 0-7 0,0-1 6 15,1-1 10-15,-3 1-9 0,3 1 2 16,0 1 3-16,-1-3-6 0,2 3-2 0,-3-1 1 16,0 0 3-16,1 4 4 0,0-5-6 0,0 2-6 15,-1-1 10-15,-1 0-7 0,2 2 3 0,-1-2-2 16,0 0-2-16,-1 2 4 0,2 0-2 0,-3 1 5 15,0-3-9-15,0 2 6 0,0 0 0 0,2-2-3 16,-2 1 4-16,-1 2 0 0,-4-2-4 0,3-1 0 16,0 1-3-16,-3-1 10 0,5 3-5 0,-5-2-2 15,-2 0 3-15,9 0-1 0,0 1-3 0,-2-1 4 16,1-1 1-16,1 3-1 0,-1-2-3 0,-1-1 6 16,-1 2-3-16,0-1 4 0,3 0-3 15,-2-2-2-15,1 2 4 0,-1 0-4 0,-1-1-4 0,6 1 11 16,-1-1-9-16,-2-1 7 0,1 2 0 0,-3-2-2 15,5 2-1-15,-2-1 0 0,-3-1 0 0,3 1 5 16,-2 0-4-16,0 0-8 0,-1 1 5 0,0-1 4 16,-1 0-3-16,1 2-16 0,0-2 18 0,0 1 3 15,2 0 3-15,0-1-4 0,-1 0-1 0,3-1 5 16,0 2-6-16,-2-1-1 0,-1-1 3 16,0 2 3-16,1 2-5 0,-2-3 0 0,1 2 0 15,3-1-2-15,-1-1 0 0,1 0 6 0,1 2-4 16,-2-2 1-16,1 3-3 0,-2-2-4 0,2-1 8 15,-1 2-8-15,2-2 7 0,0 4-3 0,-1-3-6 16,0 1 1-16,0 0 1 0,-1 0 4 0,1 0-3 16,1-1 6-16,-1 1-12 0,1-2 9 0,-1 0 3 15,0 2-6-15,-2 0 7 0,2 0-9 0,0-2 11 16,0 3-8-16,-2-1 0 0,1-1-2 0,2 1 2 16,-2-1 2-16,0 1 1 0,0-2-9 0,0 2 10 15,0-2-6-15,-1 2 3 0,1 0-4 0,0-1 3 16,1 0 5-16,-4 2-3 0,4-2 1 0,0 1-5 15,-3 1 5-15,1-3-6 0,0 0-1 16,2 2 8-16,-2-1-2 0,2 0-7 0,-3 0 8 0,3-1-3 16,-1 2 0-16,-1-2 2 0,0 1-4 15,0 2 1-15,0-2 6 0,2 1-1 0,0-2-3 16,0 2-2-16,-3 0 2 0,3-2-8 0,1 1 9 16,-1 1-8-16,0-1 7 0,1-1-5 0,-2 0 6 15,-2 1 0-15,2 1-3 0,2-4 3 0,-5 2 2 16,3 0-2-16,-1 0 0 0,-2 2 1 0,1-2 3 15,2 3 2-15,1-2-5 0,-2 0 5 0,2 1-2 16,-1-3-4-16,1 3-1 0,-2 1 4 0,4-3-5 16,0 2 3-16,-3-1 1 0,1 1-4 0,1 1 2 15,1-3 0-15,-1 1 1 0,1 2-3 0,-1-3 2 16,3 2 0-16,-3-1 0 0,2 1-4 0,1-2 7 16,-2 1-4-16,-1-2-4 0,-1 1 1 0,3 0 7 15,-1 1 2-15,1-2-6 0,1 1-2 0,-2 0-2 16,-1-3 1-16,3 3 5 0,1 1 3 0,-1-1-3 15,-3 0-2-15,1-1 6 0,2 1-10 0,0 0 4 16,-2 0 1-16,0-1 2 0,4 0-2 0,-2 1 0 16,0 1-1-16,2 0-4 0,-4-1 2 15,0 1 5-15,-1-1-4 0,3 0-3 0,-3-1 0 16,3 4 6-16,-7-3-4 0,5 2 4 0,-5 0-4 0,0-1 1 16,-6 2-5-16,4 0-11 0,-9-1-5 0,0 0-25 15,-7-1-34-15,3 1-31 0,-5 0-31 0,-1 0-116 16,-8-2-279-16,0 0 123 0</inkml:trace>
</inkml:ink>
</file>

<file path=ppt/ink/ink30.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1-01-25T10:26:15.781"/>
    </inkml:context>
    <inkml:brush xml:id="br0">
      <inkml:brushProperty name="width" value="0.05292" units="cm"/>
      <inkml:brushProperty name="height" value="0.05292" units="cm"/>
      <inkml:brushProperty name="color" value="#FF0000"/>
    </inkml:brush>
  </inkml:definitions>
  <inkml:trace contextRef="#ctx0" brushRef="#br0">17058 6853 5 0,'0'0'7'0,"0"0"-5"0,0 0 0 16,0 0 1-16,0 0 3 0,0 0-1 0,0 0-2 0,0 0-1 15,0 0 2-15,0 0-2 0,0 0 1 0,0 0-2 16,0 0 0-16,0 0 6 0,0 0-7 0,0 0 0 16,0 0 0-16,0 0 3 0,0 0-3 15,0 0 0-15,0 0-1 0,0 0-1 0,0 0 3 0,0 0 0 16,0 0-1-16,0 0 1 0,0 0-1 0,0 0 3 16,0 0-14-16,0 0-9 0,0 0 4 0</inkml:trace>
  <inkml:trace contextRef="#ctx0" brushRef="#br0" timeOffset="1154.04">19746 6895 3 0,'0'0'19'0,"0"0"2"0,0 0-2 15,0 0 3-15,0 0 3 0,0 0-8 0,0 0 1 0,0 0-3 16,0 0-3-16,0 0 2 0,0 0-5 16,0 0 0-16,0 0-2 0,0 0 2 0,0 0 4 15,0 0-11-15,0 0 3 0,0 0 0 0,0 0 2 16,9-16-4-16,-9 16 1 0,0 0 1 0,0 0-4 0,6-3 0 16,-6 3 1-16,0 0-2 0,0 0-6 0,0 0 2 15,6-3-3-15,-6 3-3 0,0 0-9 16,0 0-19-16,0 0-39 0,0 0 18 0</inkml:trace>
  <inkml:trace contextRef="#ctx0" brushRef="#br0" timeOffset="4905.01">19301 6702 8 0,'0'0'6'0,"0"0"-9"0,0 0-3 0,0 0 3 0</inkml:trace>
  <inkml:trace contextRef="#ctx0" brushRef="#br0" timeOffset="7931.08">21518 8471 8 0,'0'0'8'0,"0"0"-11"16,0 0-3-16,0 0 1 0</inkml:trace>
  <inkml:trace contextRef="#ctx0" brushRef="#br0" timeOffset="9480.33">21247 8452 25 0,'0'0'27'0,"0"0"-2"0,0 0-3 16,0 0-3-16,0 0-3 0,0 0-8 0,0 0 3 15,0 0-8-15,0 0-8 0,0 0-5 0,0 0 2 16,0 0-15-16,0 0-24 0,-27 2 11 0</inkml:trace>
  <inkml:trace contextRef="#ctx0" brushRef="#br0" timeOffset="26204.12">27340 9384 30 0,'0'0'46'16,"0"0"-3"-16,0 0-6 0,0 0-6 0,0 0-3 0,0 0 5 16,0 0-5-16,0 0-8 0,0 0 2 0,0 0 3 15,0 0-5-15,0 0-5 0,0 0 9 16,0 0-1-16,0 0 0 0,0 0 6 0,0 0-8 15,0 0 7-15,0 0-9 0,0 0 7 0,0 0-3 0,0 0 0 16,0 0-1-16,0 0-4 0,0 0-2 0,0 0-2 16,0 0-1-16,0 0 4 0,0 0 2 0,0 0-6 15,0 0 3-15,0 0-2 0,0 0 1 16,0 0-4-16,0 0 3 0,0 0 2 0,0 0-3 0,6 4-3 16,-6-4-6-16,0 0 2 0,0 0 5 0,0 0-8 15,0 0 4-15,0 0-6 0,9-9-3 0,-9 9 6 16,0 0-1-16,4-5 0 0,-4 5 0 0,0 0-9 15,7-3 9-15,-7 3 4 0,0 0-8 0,0 0 0 16,5-3 4-16,-5 3-1 0,0 0 4 0,0 0-10 16,0 0 10-16,0 0-13 0,7-3 12 0,-7 3-3 15,0 0-9-15,0 0 10 0,0 0 5 0,0 0-8 16,0 0 3-16,0 0 2 0,0 0 1 0,0 0 0 16,0 0 12-16,0 0-21 0,0 0 5 0,0 0-5 15,0 0 4-15,0 0-3 0,0 0 3 0,0 0-7 16,0 0 9-16,4-5-2 0,-4 5 2 0,0 0-8 15,0 0 3-15,0 0-2 0,0 0-6 0,0 0-16 16,0 0 0-16,0 0-2 0,0 0-16 0,0 0-8 16,0 0-10-16,0 0-54 0,0 0-126 0,0 0 55 15</inkml:trace>
  <inkml:trace contextRef="#ctx0" brushRef="#br0" timeOffset="43129.1">16715 11945 18 0,'0'0'32'0,"0"0"-4"0,0 0 3 15,-11-1-8-15,11 1 2 0,0 0 0 0,0 0-2 16,0 0-8-16,0 0 1 0,0 0-2 0,-9 0 0 16,9 0-3-16,0 0-4 0,0 0 3 0,0 0 3 15,0 0-1-15,0 0-6 0,0 0 0 0,0 0-4 16,0 0 1-16,0 0-8 0,0 0-8 0,0 0 0 16,0 0-6-16,0 0-6 0,0 0-19 0,-4 5-47 15,4-5 22-15</inkml:trace>
  <inkml:trace contextRef="#ctx0" brushRef="#br0" timeOffset="43655.33">17234 11204 15 0,'0'0'44'0,"0"0"2"16,0 0-11-16,0 0 8 0,0 0-7 0,0 0 1 16,0 0-9-16,0 0 0 0,0 0 2 0,0 0 0 15,9 16 3-15,-9-16-5 0,11 4 10 0,-6-2-5 16,-5-2-2-16,15 1-1 0,-3-1-6 0,1 0-4 16,4-1 10-16,4-2-16 0,5-2 7 0,2-1-7 15,2-2-10-15,3 0-15 0,6-2-13 0,9-5-9 16,1-3-71-16,2 2-113 0,4-3 49 0</inkml:trace>
  <inkml:trace contextRef="#ctx0" brushRef="#br0" timeOffset="45683.85">12812 11707 30 0,'0'0'37'16,"0"0"-4"-16,0 0-4 0,0 0 2 0,0 0-8 16,0 0 2-16,-25-3-6 0,25 3 1 0,0 0-3 15,-9 3-3-15,9-3-6 0,-10 4 6 0,2-4-3 16,2 3-3-16,1 0 1 0,5-3 0 0,-13 5 0 16,3-4 1-16,2 3-3 0,-1-1-7 0,-3-3 8 15,4 3-3-15,-4-3-6 0,3 3 3 0,-4-2 4 16,2 2-3-16,-1 0 0 0,1 0-1 0,-3 0 1 15,3-1 5-15,-1-1-2 0,2 1-2 0,-1-1 5 16,4 1 1-16,-3-2 3 0,-1 1-1 0,11-1 2 16,-14 0 2-16,14 0-4 0,-14-1 2 0,9-1 0 15,5 2 9-15,-13-1-10 0,13 1-1 0,-12-2 1 16,12 2-9-16,-9-1 9 0,9 1-5 0,-8-1 3 16,8 1 3-16,0 0-7 0,0 0-3 0,0 0 1 15,-8-3 0-15,8 3-1 0,0 0 1 0,0 0-5 16,0 0 8-16,0 0-11 0,0 0 8 0,30-2 0 15,-16 2 0-15,7-2-4 0,8 2 4 0,5-3 8 0,-2 2-12 16,4 1 7-16,0-2-8 0,2 1 5 16,0 0-5-16,-1-1 0 0,3 2-1 0,-2 0 6 15,0-1 0-15,1-1-9 0,-4 2 6 0,3-2 1 16,-4 1 1-16,-2 0-2 0,-1 1 1 0,-2 0-4 16,-6 0 9-16,-2 1-6 0,-2 0-1 0,-1-1 4 15,-5 2-8-15,1 0 5 0,-3-1-2 0,2 1-9 0,-3-1 13 16,-4 2-4-16,1-2-7 0,-7-1 9 15,9 1 2-15,-9-1-3 0,9 0 2 0,-9 0-6 16,0 0 6-16,0 0 0 0,0 0 4 0,0 0 4 0,0 0-9 16,0 0 1-16,0 0 2 0,-25 2-7 15,12-2 18-15,2 0-14 0,-2 0-1 0,-2 0-1 16,2 0 4-16,-7-2 1 0,2 2-4 0,0-1 0 16,0 1 3-16,0 1-7 0,-2-1 8 0,-1 2-5 0,0 0-2 15,-2 0 6-15,2 2-4 0,-8-2 7 0,2 0-8 16,7 2-1-16,-2-1 3 0,-1-1-8 0,-4 1-2 15,5-1 14-15,2-2-8 0,2 2 0 16,-2 0 5-16,1-2 5 0,0 2-6 0,0-1 0 0,8-2 1 16,-3 1-8-16,-3 0 5 0,3 0 0 0,1-2 3 15,1 1-5-15,1 0 5 0,2-1 5 0,9 2-1 16,-16-2-3-16,10 2 11 0,6 0-3 0,-11-3-3 16,11 3-3-16,-10-2 7 0,10 2-12 0,0 0 6 15,0 0-4-15,0 0 5 0,0 0-4 0,0 0 3 16,27-8 1-16,-11 6-3 0,4 0-9 0,9-5 9 15,1 4-5-15,1-1 7 0,1-2-5 0,6 4-7 16,-2-3 5-16,0 3 5 0,0-1-15 0,2 1 6 16,-3 0-5-16,0 1 0 0,-4-1-2 0,1 4-5 15,-5-1-1-15,-8-1-11 0,0 0 5 0,-2 3-3 16,-3-1 4-16,-3 1-9 0,1-1-2 0,-3 1-3 16,-3 0 11-16,-1 0 2 0,-1 0-2 0,-4-3 4 15,10 5 1-15,-10-5 6 0,0 0 1 0,0 8-2 16,0-8 4-16,0 0 2 0,0 0-1 0,-19 6 0 15,13-4-1-15,-6-2 3 0,1 1 5 0,-2-1-6 16,-3 1 5-16,-2-1-1 0,0-1 2 0,-1 1 2 16,0-1-3-16,-1-1 1 0,1 2-2 0,-1 0 15 15,2 0-7-15,-5-1 3 0,6 0-1 0,1 0 5 16,3 0-3-16,0-1 2 0,-1 0 6 0,3 0 10 16,4 0 0-16,-3 2-1 0,10 0-1 0,-12-2-5 15,12 2-1-15,0 0-3 0,-5-4-6 0,5 4 3 16,0 0-3-16,0 0-3 0,20-4-5 0,-8 4-12 15,5-1-5-15,2 2-5 0,0-1-10 0,4 0-15 16,-1 3-26-16,-3-3-79 0,0 0 36 0</inkml:trace>
  <inkml:trace contextRef="#ctx0" brushRef="#br0" timeOffset="52218.16">17463 11215 34 0,'0'0'47'0,"0"0"-7"0,0 0-6 15,0 0-1-15,0 0-4 0,0 0 2 0,0 0-5 16,17 21 1-16,-14-16-5 0,1 3-2 15,2 1-4-15,0-2-4 0,-1 1 9 0,3 0-7 16,-1-3 0-16,2 0 5 0,3-2-5 0,-1-1-5 0,7-2-1 16,3-4-11-16,6-1-8 0,-1-3-12 0,4-2-10 15,-5 0-34-15,3-3-72 0,-10 4 31 16</inkml:trace>
  <inkml:trace contextRef="#ctx0" brushRef="#br0" timeOffset="52790.05">17284 11122 65 0,'0'0'68'16,"3"-6"-10"-16,-3 6-1 0,0 0-10 0,0 0-3 15,0 0 0-15,0 0-10 0,0 0 2 0,0 0-10 16,0 0-5-16,0 0 1 0,11 13 5 0,-11-13-2 16,1 11-6-16,1-5-4 0,-2-6-3 0,1 16 5 15,-1-10-4-15,0-6-2 0,1 11-5 0,-1-4 9 16,0-7-3-16,0 11 4 0,2-4 3 0,-2-7-16 16,0 11 19-16,1-6-8 0,-1-5-3 0,3 10 9 15,-2-5 0-15,-1-5 11 0,4 10-3 0,-4-10-14 16,4 5-2-16,-4-5 12 0,3 6-8 0,-3-6-1 15,8 6 6-15,-8-6-16 0,5 3 12 0,-5-3 11 16,0 0 4-16,8 2-6 0,-8-2 0 0,0 0 1 16,0 0 8-16,14-5-9 0,-14 5-2 0,11-3 0 15,-4-1 3-15,0-1-7 0,5 0 3 0,-1-3-9 16,3-2-3-16,3 1 0 0,6-4-3 0,1-1-1 16,1 0 0-16,2-1 5 0,4 2-9 0,1-4 11 15,5-1-8-15,9-2-19 0,5-2-27 0,-2 1-5 16,3 2-13-16,2-2-4 0,1 4-25 0,0 1-98 15,-3 0-201-15,1 0 90 0</inkml:trace>
  <inkml:trace contextRef="#ctx0" brushRef="#br0" timeOffset="-164181.86">4784 14920 10 0,'0'0'25'16,"-5"-5"-2"-16,5 5-5 0,-4-6 6 0,4 6-4 15,0 0-10-15,-5-6 4 0,5 6-4 0,0 0 2 16,0 0 1-16,0 0-1 0,0 0-6 0,0 0-1 15,0 0-3-15,0 0 2 0,0 0 1 0,0 0 1 16,0 0-3-16,24 5 5 0,-14-1-4 0,1 1 0 16,8-1 2-16,2 2-3 0,4 2 0 0,6-3 4 15,-2 3-4-15,6-5 2 0,-2 4 3 0,3-4 3 16,2 0-8-16,14-1 2 0,-2 2 0 0,4-2 4 16,2-1 3-16,0-1-10 0,4-1 4 0,2-1-2 15,3-2 4-15,27-3 5 0,-27 2-1 0,27-2-6 16,-1 0 5-16,-27 2-1 0,32-5-3 0,-5 3-1 15,-28 2 4-15,29-3-1 0,-25 2-4 0,24 2 1 16,-1-2 3-16,-23 2-3 0,29-2 2 0,-4-1 0 16,2 3-1-16,-4 0-6 0,-1 1 7 0,3-1-4 15,-25 1 4-15,27-1 1 0,-2 1 5 0,0 0-11 16,2-1-3-16,-5 1 13 0,2 3-8 0,-26-2 8 16,32 6-4-16,-32-6 2 0,31 4-6 0,-5-2 3 15,-2 0-8-15,-26-2 9 0,30 1-4 0,-3 1 6 16,-2-2-10-16,-23 1 13 0,26-2-9 0,-29 2-10 15,3 1 8-15,26-3 5 0,-29 1-1 0,1 0 3 16,3 2 3-16,-2 1-14 0,2-1 8 0,-1 1 1 16,1 0 0-16,24 3-1 0,-28-2 0 0,-1 1-3 15,2 0 5-15,-5 0-1 0,1 0-2 0,0-2 0 16,1 0 2-16,-1 1 3 0,2-1-5 16,-4-1-2-16,1 1-8 0,-3-2 5 0,1 0 10 15,-1-1-17-15,0-2 5 0,-2 0 0 0,-1 0-2 0,-14 0 10 16,15-1-5-16,-15 3-2 0,2-2 7 0,-1 2-9 15,0 0-2-15,0-1 9 0,14 0-5 0,-16 3 1 16,1 0-2-16,-1 0 4 0,-1 3-5 16,1-3 5-16,-1 0-8 0,2 1 5 0,-1 2 1 15,-2-3-2-15,-1 1 3 0,0 0-8 0,0-1 0 16,-1 1 3-16,-1 1 2 0,1-1-6 0,-2 0 7 0,1 0-3 16,-1 1 1-16,-3-1 6 0,0 0-5 0,0 2-2 15,1-2 5-15,-3 1-5 0,-4 0 1 0,-3 0-15 16,4 0 11-16,-4 0-3 0,0 1-5 15,-5-2-13-15,2 1 1 0,-5-1 2 0,0 2-8 0,-5 0-10 16,1 0-49-16,-4 1-100 0,-3-4 45 16</inkml:trace>
  <inkml:trace contextRef="#ctx0" brushRef="#br0" timeOffset="-163303.31">4873 15708 1 0,'32'1'22'0,"2"2"2"0,2 0-3 0,1-2 0 0,1 1-5 16,16-2 7-16,-4 3-7 0,2-2 1 0,3 0 0 16,-1-1-4-16,3-1 2 0,1 4 1 0,-2-3-1 15,7 1-2-15,2-4-1 0,0 2-1 0,1-1 8 16,26-2-2-16,-28 6-2 0,26-7 7 0,2 4-10 16,-28 0 7-16,30 2-2 0,-29-2 0 15,29 2 2-15,-2-4-5 0,-3 3 6 0,1 2-2 16,-24-2 0-16,31 2-7 0,-5 1-2 0,-2 1-3 15,2-2 1-15,0-1-1 0,-3 2-3 0,4-3 11 16,-2 2-10-16,1-1 4 0,5 1 4 0,2 4-7 0,-2-6 0 16,-4 1-1-16,1-1 1 0,-4 2 0 0,9 1 6 15,-6-2-5-15,-2 2-3 0,3-3-5 16,3 0 12-16,2 1-11 0,-2-2 3 0,-1 1 4 16,-3 1-3-16,4-2 1 0,-6 1-2 0,4 1 15 15,0-1-21-15,-1-1 9 0,-2 4-4 0,-25-3 16 16,28 2-17-16,-29 0 5 0,29 0-2 0,-30 0 1 15,30 1 4-15,-30-1-9 0,28 2 10 0,-1-1-3 16,-26 0-1-16,27 1 4 0,-31 0 3 0,6-1 2 16,20 1-7-16,2 2 6 0,-33-2-9 0,5-2 7 15,-2 1 4-15,2-2-5 0,1 0 4 0,-3-1-4 16,3 3-4-16,1-3 8 0,-4 0-8 0,-3-1-1 16,-1 1 2-16,-2 0 3 0,-1 1-3 0,-3-2 12 15,-10-1-12-15,-4 1-10 0,2-1 8 0,-1 2 2 16,-2-2-8-16,-1 2 3 0,-5 0-1 0,-2 2-8 15,-7-2-4-15,0 0-12 0,-2 0-11 0,-5 1-15 16,-2 1-13-16,-3 0-63 0,-8-2-136 0,6 5 61 16</inkml:trace>
  <inkml:trace contextRef="#ctx0" brushRef="#br0" timeOffset="-162842.43">6788 16568 5 0,'118'-2'43'0,"-10"-2"1"0,-1 4-15 0,-5-2-8 0,-5 5 5 16,-1-1-9-16,0-2 4 0,-4 0-11 16,3 2-4-16,3 1 0 0,-2-3-3 0,-2 3-1 15,-3 0-5-15,1 1-4 0,0-1 3 0,0 0-13 0,-3 1-17 16,-25-1-36-16,31 1 15 0</inkml:trace>
</inkml:ink>
</file>

<file path=ppt/ink/ink31.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1-01-25T10:29:03.497"/>
    </inkml:context>
    <inkml:brush xml:id="br0">
      <inkml:brushProperty name="width" value="0.05292" units="cm"/>
      <inkml:brushProperty name="height" value="0.05292" units="cm"/>
      <inkml:brushProperty name="color" value="#FF0000"/>
    </inkml:brush>
  </inkml:definitions>
  <inkml:trace contextRef="#ctx0" brushRef="#br0">6875 8363 30 0,'-60'-12'43'0,"1"7"-7"0,4 0 18 0,2-1-6 16,-1 6 0-16,17 0-11 0,-1-2 0 0,-2-2-2 15,3 4-97-15,-3 6-66 0,-11-3 29 0</inkml:trace>
  <inkml:trace contextRef="#ctx0" brushRef="#br0" timeOffset="3174.24">12421 9181 17 0,'0'0'44'0,"0"0"-7"0,0 0-6 0,0 0-8 16,0 0 1-16,0 0-4 0,0 0 0 16,0 0 0-16,0 0-6 0,0 0 0 0,0 0 0 15,10 0-3-15,-10 0 3 0,0 0-6 0,0 0 1 16,0 0-6-16,0 0 4 0,0 0-1 0,0 0-4 0,0 0-3 16,0 0-1-16,0 0-4 0,0 0-12 0,0 0-3 15,0 0-28-15,0 0-52 0,0 0 24 0</inkml:trace>
  <inkml:trace contextRef="#ctx0" brushRef="#br0" timeOffset="3865.52">12073 9245 54 0,'0'0'50'0,"0"0"-5"0,0 0-5 0,0 0-1 16,0 0-14-16,0 0 0 0,2-9-3 0,-2 9-3 15,0 0 5-15,0 0-3 0,0 0-5 0,0 0 3 16,0 0-2-16,0 0-2 0,0 0-4 0,0 0 3 15,0 0-6-15,0 0-3 0,0 0 0 0,0 0 0 16,0 0-2-16,0 0 1 0,0 0 7 0,0 0-11 16,0 0 1-16,0 0-4 0,0 0 8 0,4-5 1 15,-4 5 1-15,0 0-6 0,0 0-6 0,0 0 10 16,0 0-4-16,0 0-11 0,0 0 9 0,0 0 4 16,0 0-1-16,0 0 1 0,0 0 3 0,0 0-6 15,0 0-2-15,0 0 2 0,0 0-7 0,0 0 10 16,0 0 4-16,0 0-10 0,0 0 5 0,0 0-2 15,0 0 1-15,0 0 0 0,0 0-4 0,0 0 3 16,0 0 3-16,0 0-3 0,0 0 1 0,0 0-1 16,0 0 12-16,0 0-4 0,0 0 2 0,0 0-1 15,0 0 5-15,0 0 3 0,0 0-1 0,0 0 3 16,0 0-6-16,0 0 4 0,0 0 0 0,0 0 2 16,0 0-2-16,0 0-4 0,0 0 8 0,0 0-8 15,0 0-4-15,19 8 6 0,-12-8 2 0,-7 0-5 16,22 2-2-16,-9-2 4 0,5 1 0 0,2-1-5 15,1 2-1-15,1-2 0 0,5 0-14 0,0 2 13 0,0 1-9 16,-5-2 0-16,5 3-12 0,-4-3-19 0,0 0-12 16,-3 3-18-16,0-1-56 0,-1-1-130 15,0 4 58-15</inkml:trace>
  <inkml:trace contextRef="#ctx0" brushRef="#br0" timeOffset="10882.31">15686 9280 118 0,'-3'-9'157'0,"0"2"1"0,3 7-27 15,-2-8-14-15,2 8-9 0,-2-9-4 0,2 9-9 16,0 0-10-16,-2-6-9 0,2 6-3 0,0 0-9 16,0 0-8-16,0 0-10 0,0 0 2 0,0 0-5 15,0 0 0-15,12 17-12 0,-9-8-2 0,6 5 10 16,-4-2-13-16,2 6 5 0,-2 0-10 0,1 0 4 16,3 9-7-16,0-2-1 0,-5-6 0 0,2-1-1 15,-1 1-1-15,0 0-1 0,-2-1 0 0,-2-2-9 16,2-1 4-16,-2-1-3 0,3-2 0 0,-3 0-3 15,2-2 11-15,0-1-5 0,-2-2-6 0,0-2 10 16,2 0-8-16,-3-5-2 0,3 10 3 0,-3-10 16 16,3 7 14-16,-3-7 19 0,0 0 4 0,0 0 0 15,0 0-4-15,0 0-6 0,10-15-5 0,-7 4-1 16,2-4-5-16,0-2-3 0,0 0 2 0,1-11-8 16,2 4-1-16,1 0-1 0,0-3-1 0,-4 1-1 15,3 2-2-15,0-4-3 0,0 3-1 0,-1 6-1 16,-2-1 1-16,-1 3-5 0,1 0-3 0,-1 1 1 15,1 5 2-15,-1 0-3 0,-1 0 1 0,-1 6-5 0,-1 0-7 16,-1 5-21-16,5-10-20 0,-5 10-11 0,0 0-11 16,0 0-12-16,0 0-24 0,0 0-11 15,0 0-37-15,9 24-35 0,-9-12-147 0,0 5-357 16,0 2 157-16</inkml:trace>
  <inkml:trace contextRef="#ctx0" brushRef="#br0" timeOffset="11184.46">16062 9503 82 0,'8'0'133'0,"0"0"-29"0,-8 0 4 16,15 1-3-16,-9 1-1 0,1 1-11 0,-2 2-4 16,-1 0 2-16,-2 2-9 0,1 3 6 0,-3 1 0 15,-1 1-11-15,-3 6-3 0,-4-3-6 0,-1 2-7 16,-1 0-8-16,-1-2 4 0,-2 1-4 0,0-1-8 15,4 0 3-15,-1-3-2 0,1-4-4 16,2 0-6-16,0 0-1 0,2-2-5 0,1-2-4 0,-1 2 1 16,5-6-1-16,-5 7-7 0,5-7 7 0,-4 4 2 15,4-4 1-15,0 0 3 0,-3 8 5 0,3-8-3 16,0 0-5-16,17-2 7 0,-6 0-6 0,0-1-3 16,8-2-5-16,-3 1-6 0,6-1-30 0,-2 0-29 15,9-3-32-15,-5-1-44 0,3 1-48 0,-2-2-153 16,-3 3-347-16,2-6 154 0</inkml:trace>
  <inkml:trace contextRef="#ctx0" brushRef="#br0" timeOffset="11349.31">16512 9503 53 0,'9'-4'169'0,"-4"1"-17"16,-5 3-17-16,13-4-14 0,-8 1-10 0,-5 3-11 15,17-2-39-15,-11 2-12 0,-6 0-40 0,13 2-34 16,-7 0-32-16,-1 0-90 0,-1 4-159 0,-4-6 72 16</inkml:trace>
  <inkml:trace contextRef="#ctx0" brushRef="#br0" timeOffset="11489.14">16483 9654 48 0,'0'0'160'0,"0"0"-12"0,0 0-9 0,0 0-18 15,0 0-5-15,11 6-16 0,-3-6-7 0,4-2-3 16,0-1-10-16,1 0-11 0,5 1-31 0,0-2-35 16,2-1-48-16,1 0-58 0,-3 0-74 0,1 0-190 15,-1-4 84-15</inkml:trace>
  <inkml:trace contextRef="#ctx0" brushRef="#br0" timeOffset="11703.6">16888 9439 81 0,'0'0'233'0,"0"0"-14"0,-4-7-13 0,4 7-19 0,0 0-13 16,0 0-18-16,0 0-14 0,0 0-13 0,0 0-11 16,10-8-12-16,-10 8-12 0,12-4-11 0,0 2-6 15,3-2-16-15,0 3-25 0,4-2-27 0,0 0-25 16,-1 3-37-16,3-6-28 0,-2 1-39 0,3 0-48 15,-3 2-112-15,-2-2-301 0,0 0 134 0</inkml:trace>
  <inkml:trace contextRef="#ctx0" brushRef="#br0" timeOffset="11916.34">17268 9126 198 0,'-3'-9'218'0,"3"9"-13"15,0 0-10-15,-4-8-17 0,4 8-15 0,0 0-18 16,0 0-14-16,0 0-9 0,0-12-19 0,0 12-10 16,0 0-6-16,14-6-8 0,-2 5-9 0,7-2-6 15,3-1-10-15,8-2-17 0,1 3-22 0,-3 0-22 16,-2 0-23-16,-5 0-24 0,-2 1-27 0,-2-1-27 16,-4 1-21-16,-3 1-20 0,-3-1-118 0,-1 1-288 15,-6 1 127-15</inkml:trace>
  <inkml:trace contextRef="#ctx0" brushRef="#br0" timeOffset="12285.12">17513 9043 29 0,'0'0'112'0,"0"0"22"0,-9-1-16 0,9 1-5 16,0 0-5-16,0 0 12 0,0 0-7 0,0 0-6 15,-10-1-16-15,10 1-10 0,0 0-7 0,0 0-6 0,0 0 3 16,-5 11 11-16,2-4 6 0,2 5-6 16,-4 3 2-16,1 4-8 0,-1 0 1 0,2 0 4 15,-2 7-6-15,0-1-7 0,1 3-3 0,0-9-6 16,2 0-3-16,-1 1-3 0,1 0-7 0,2-2 0 0,-1 2-3 15,2-3-3-15,-2-1-4 0,1-3-5 0,0 3-2 16,0-4 1-16,0-2-8 0,1 0 2 16,-2-3-4-16,1-7-3 0,0 12 1 0,-2-5 4 15,2-7-6-15,0 0-2 0,0 13 0 0,0-13-5 0,-4 6 1 16,4-6-5-16,-7 5-3 0,7-5-3 0,-12 1-4 16,12-1-4-16,-14-2-1 0,14 2-1 0,-17-4 1 15,9 2 0-15,0 1 1 0,0 0-1 0,8 1 3 16,-14-2-2-16,14 2 4 0,-8-3-1 0,8 3-2 15,-7-1 2-15,7 1 1 0,0 0-3 0,0 0 0 16,-9-2 2-16,9 2-1 0,0 0 3 0,0 0 3 16,0 0 0-16,0 0-1 0,0 0-4 0,0 0 6 15,0 0-4-15,23 8-9 0,-12-7-10 0,1 0-21 16,7-1-23-16,-6 0-27 0,0-1-32 0,1 1-28 16,-1-1-22-16,-1 1-143 0,0-1-347 0,-3-2 154 15</inkml:trace>
  <inkml:trace contextRef="#ctx0" brushRef="#br0" timeOffset="12549.44">17619 9390 120 0,'7'-2'145'0,"3"0"-10"15,-3-1-8-15,1 3-6 0,-8 0 2 0,18 3-13 16,-8-2-3-16,-3 2-4 0,-1 0-3 0,0 1-7 16,-2 2-3-16,0 0-5 0,0-1 1 0,-3 7-2 15,-1-3-4-15,-2 1 1 0,-2 3-2 0,-5 1 0 16,-1 0-7-16,-1 0-3 0,0 0-5 0,-2-1 0 15,1-1-9-15,0-1 0 0,4-2-6 0,-1-1-4 16,3-1-6-16,-1-1-3 0,2-1-7 0,0 0 2 16,1-2-5-16,4-3-4 0,-4 6-1 0,4-6 0 15,0 0-5-15,-1 10 3 0,1-10-3 0,8 5-2 16,-8-5 3-16,18 0-6 0,-7-1-19 0,3-3-18 16,8 0-21-16,-2 0-32 0,10-3-46 0,-1-2-35 15,1-1-48-15,-4-1-140 0,3-1-377 0,-2 1 167 16</inkml:trace>
  <inkml:trace contextRef="#ctx0" brushRef="#br0" timeOffset="12975.3">17972 9114 16 0,'-9'-4'217'0,"4"3"-14"16,5 1-19-16,-12-6-20 0,12 6-16 15,-5-2-17-15,5 2-11 0,0 0-14 0,0 0-6 0,0 0-8 16,26-5-10-16,-10 2-6 0,5 3-9 0,-1-3-6 16,2 3-5-16,-2 0-10 0,-2-2-3 0,1 1-3 15,-7 0-5-15,-1-1-4 0,-3 2 0 0,-8 0-4 16,12-1-3-16,-12 1 1 0,11 0-5 0,-11 0-4 16,0 0-4-16,9 1-1 0,-9-1 8 0,3 9 6 15,-3-9 13-15,-6 16 4 0,1-1 2 0,-1 0-2 16,-2 2-1-16,-3 9 2 0,-2 1-1 0,2 1 5 15,-2-2-4-15,0-1-3 0,-1 1 1 0,4-8-1 16,-2 4-4-16,3-5 1 0,-2 0-4 0,3-2-5 16,2 0 2-16,0-4-2 0,-1 2-2 0,2-4-1 15,1 0-2-15,0-4-2 0,2 3-4 0,-1-3-1 16,3-5 1-16,-3 11-5 0,3-11 3 0,0 7-2 16,0-7 1-16,0 0-1 0,7 7 2 0,-2-4-5 15,-5-3 1-15,22 0-1 0,-7 0-2 0,5-2-13 16,9-1-9-16,-1 1-20 0,0-6-24 0,1 4-22 15,2-1-28-15,-2-2-27 0,1 0-35 0,-1 3-11 16,0-5-10-16,-4 3-13 0,-4 0-132 0,-1 0-362 16,-2-2 161-16</inkml:trace>
  <inkml:trace contextRef="#ctx0" brushRef="#br0" timeOffset="13265.61">18474 9361 6 0,'4'-6'103'0,"-2"1"14"16,1-2 6-16,-3 7 9 0,3-8 4 0,-3 8 3 15,3-11 6-15,0 8 0 0,-3 3-6 0,4-7-9 16,-4 7-14-16,0 0-16 0,0 0-14 0,0 0 6 0,0 0 4 15,0 0 10-15,0 0 1 0,6 18 0 0,-5-7 6 16,-1 6 10-16,0 2-1 0,-1 1-4 16,1 4-10-16,-1 2-4 0,-3-2 6 0,3-4-15 15,-3 1-11-15,0 4-6 0,0-6-9 0,3 0-6 0,0-2 0 16,-2-4-6-16,1-2-4 0,2 2-7 0,-3-2-8 16,3-1-1-16,0-2 0 0,0 1-3 0,0-9-4 15,0 12-3-15,0-12 3 0,4 9-6 16,-2-6-2-16,-2-3 3 0,9 4 0 0,2-4-7 0,1-1-1 15,5-2-7-15,4-3-10 0,4-5-12 0,2 0-15 16,4 1-10-16,2-2-12 0,1 2-9 0,5-1-21 16,8-4-16-16,-11 5-4 0,-2 3-14 15,1-2-14-15,-3 2-13 0,-3 1-26 0,-1 1-27 0,-7 0-33 16,-2 2-188-16,-9-2-449 0,0 2 198 0</inkml:trace>
  <inkml:trace contextRef="#ctx0" brushRef="#br0" timeOffset="16752.47">17689 9765 73 0,'0'0'126'16,"0"0"-31"-16,0 0-11 0,0 0-6 0,0 0-16 16,0 0-13-16,0 0-26 0,0 0-22 0,0 0-24 0,0 0-32 15,0 0-31-15,0 0-93 0,13 0 42 0</inkml:trace>
  <inkml:trace contextRef="#ctx0" brushRef="#br0" timeOffset="18949.4">18593 9729 105 0,'0'0'130'16,"0"0"-14"-16,0 0-11 0,8 2-14 0,-8-2 0 16,0 0-8-16,0 0-16 0,0 0-5 0,0 0-10 15,0 0-8-15,0 0-11 0,0 0-7 0,0 0-34 0,0 0-19 16,0 0-26-16,0 0-28 0,0 0-59 15,-27 0-150-15,27 0 66 0</inkml:trace>
  <inkml:trace contextRef="#ctx0" brushRef="#br0" timeOffset="32369.64">5298 12762 100 0,'-6'-4'96'16,"6"4"-8"-16,0 0-10 0,0 0-7 0,0 0-5 16,0 0-7-16,0 0 0 0,0 0-1 0,0 0-16 15,0 0 2-15,-7-4-8 0,7 4 0 0,0 0 6 16,0 0-9-16,0 0-1 0,0 0-6 0,32-1 2 16,-15-1-3-16,2 2-2 0,3-1 0 0,5-1 4 15,5 2 0-15,0 0-1 0,3 0-11 0,2 0 6 16,0 0-7-16,14 1 0 0,-13 0-3 0,0-1-4 15,0-1 2-15,1 3-9 0,-2 0-5 0,-3-1 11 16,-1 1-2-16,-2-2-2 0,-3 2-3 0,-6-1 0 16,-3 2 3-16,0-3-6 0,-3 1-2 0,-2 1 3 15,-3-2 11-15,1 3-3 0,-5-2-4 0,1-1 4 16,-8 0 6-16,10 2 11 0,-10-2 7 0,8 1 9 16,-8-1 7-16,0 0 4 0,0 0-7 0,0 0-4 15,0 0-3-15,0 0-1 0,0 0 0 0,0 0-8 16,0 0 2-16,0 0-5 0,0 0-6 0,-30-6 4 15,30 6-5-15,-10-1 5 0,10 1-14 0,0 0-12 16,-12 1-19-16,12-1-21 0,0 0-28 0,-8 1-14 16,8-1-17-16,0 0-3 0,-3 6-13 0,3-6-84 0,0 0-220 15,0 0 98-15</inkml:trace>
  <inkml:trace contextRef="#ctx0" brushRef="#br0" timeOffset="33421.61">7237 12779 9 0,'-5'3'10'16,"5"-3"1"-16,0 0-5 0,0 0 1 0,0 0-4 16,0 0 4-16,0 0-3 0,-9 2 1 0,9-2 0 0,0 0 2 15,0 0 3-15,0 0 3 0,-10 1-4 0,10-1 3 16,-7 1-6-16,7-1 10 0,0 0-7 16,-10 1-1-16,10-1 1 0,0 0 2 0,-14 2 9 15,9-1 2-15,5-1-2 0,-13 0-6 0,5 1 9 16,8-1 3-16,-12 1-2 0,12-1 8 0,-16-1 2 15,10 2 2-15,6-1-3 0,-13 0 10 0,13 0-1 16,-14 0-6-16,14 0 16 0,-10 0-7 0,10 0-1 16,-12-1-4-16,12 1 2 0,-12-1-3 0,12 1 2 15,-8-1 4-15,8 1-1 0,0 0-5 0,0 0-2 16,-12-2-1-16,12 2-4 0,0 0-2 0,0 0 3 0,0 0-7 16,0 0-5-16,0 0-2 0,0 0 6 0,28 3-4 15,-14-3-3-15,4 1 0 0,3-1 3 16,7-1 1-16,1 1 6 0,-1 0-2 0,4 1 6 15,-1-2-8-15,0 1 3 0,1 0-2 0,1 0-1 16,-2 0-2-16,-1 0 0 0,0 0-2 0,0 1-1 0,-2-1-5 16,-5 0-3-16,-2-1 6 0,1 2-4 15,-2-2-5-15,-2 1 3 0,1-1 2 0,-1 1 1 0,-5 0 5 16,0 0-4-16,-3-2 2 0,0 2 3 16,-2 0 5-16,-8 0-7 0,16 0-1 0,-16 0 2 0,11 0 2 15,-11 0 6-15,10 2 0 0,-10-2 5 0,0 0 2 16,7 1 1-16,-7-1 3 0,0 0 3 0,0 0-4 15,0 0-3-15,0 0 0 0,0 0 0 0,9 0-2 16,-9 0-1-16,0 0 0 0,0 0-6 16,0 0-3-16,0 0-1 0,0 0-1 0,0 0-7 0,0 0 3 15,0 0-6-15,0 0-3 0,0 0-10 0,0 0-16 16,0 0-14-16,0 0-25 0,6 4-14 0,-6-4-16 16,0 0-21-16,3 4-17 0,-3-4-20 0,7 5-28 15,-4-1-107-15,-3-4-305 0,16 7 134 0</inkml:trace>
  <inkml:trace contextRef="#ctx0" brushRef="#br0" timeOffset="36675.56">9238 12830 23 0,'0'0'67'0,"0"0"0"0,0 0-7 0,0 0-11 16,0 0-5-16,0 0-3 0,-10 0 1 0,10 0-7 15,0 0-2-15,0 0-2 0,0 0 7 0,0 0 0 16,0 0 2-16,0 0-1 0,0 0 2 0,0 0-7 15,0 0-2-15,-9 3 0 0,9-3-1 0,0 0-4 0,0 0-1 16,-11 1 3-16,11-1-3 0,0 0 0 16,-12 2 3-16,12-2-1 0,-10 1 5 0,10-1-5 15,-10 2 4-15,10-2-4 0,-9 0 6 0,9 0-12 16,0 0 6-16,-13 1-3 0,13-1-5 0,-8 1 0 16,8-1 1-16,-9 0 0 0,9 0 0 0,-10 2-2 15,10-2-5-15,-8 1 3 0,8-1 9 0,0 0-2 16,0 0 2-16,-11 1-1 0,11-1 9 0,0 0-13 15,0 0 0-15,0 0-7 0,0 0 8 0,0 0-10 16,0 0 7-16,0 0 3 0,0 0-7 0,0 0 2 16,0 0-3-16,0 0 0 0,0 0 6 0,0 0 4 15,0 0-4-15,0 0-2 0,0 0 0 0,30 5 0 16,-22-4-5-16,2 1 0 0,2 0-2 0,-1-1 0 16,8 0 6-16,-2 0 0 0,2 2-6 0,1-1 2 0,3-1-4 15,-2 1-1-15,7 1 5 0,0 0-5 0,2 0 0 16,-1 0 0-16,1 0 3 0,0 2-4 0,3-2 2 15,2-1 1-15,-2 1 1 0,3 0-3 0,-1-1 1 16,-2 3-3-16,3-1-1 0,1-1 2 0,1 0-1 16,-2 0 4-16,0 1-3 0,1-2 0 0,0-1 0 15,-3 3-2-15,3-2 3 0,-2 1 0 0,-1 0-2 16,2 0 6-16,4-1-1 0,10 0 3 0,-12-2 0 16,13 0 0-16,0-2 2 0,0 1-4 0,3 1 4 15,-16-1 2-15,17-1-1 0,-18 2 0 0,4-1-4 16,-3 1 1-16,14-1-1 0,-19 1 2 0,1-2-6 15,1 2 4-15,-2 0-6 0,-6 0 1 0,1 2 0 16,-9-2-1-16,2 2 0 0,-2-2-3 0,-6 2 1 16,-2-2 0-16,-1 1-3 0,-2-1 0 0,-8 0 3 15,10 3 0-15,-10-3 1 0,10-2 2 0,-10 2 3 16,8 2 2-16,-8-2 5 0,0 0-2 0,8 0 7 16,-8 0 1-16,0 0 1 0,0 0 3 0,9 2 0 15,-9-2-1-15,0 0 1 0,0 0-1 0,0 0-2 16,0 0 3-16,0 0 2 0,0 0-7 0,0 0 0 15,0 0 0-15,0 0-2 0,0 0 4 0,0 0-8 16,0 0-1-16,0 0 1 0,0 0-5 0,0 0 0 16,0 0-1-16,0 0 0 0,0 0-3 0,0 0 1 15,0 0-5-15,0 0 2 0,0 0 1 0,0 0-2 16,0 0 4-16,0 0-7 0,0 0 1 0,0 0 4 16,0 0-5-16,0 0 0 0,0 0 1 0,0 0-2 15,0 0 1-15,0 0 1 0,0 0-2 0,0 0-1 16,0 0 2-16,0 0 0 0,0 0-1 0,0 0-1 15,0 0 0-15,0 0 1 0,7-4 0 0,-7 4 1 16,0 0 0-16,0 0 0 0,0 0-1 0,0 0-1 16,0 0 2-16,0 0 0 0,0 0-1 0,0 0-3 15,0 0 3-15,0 0 0 0,0 0-3 0,0 0 4 0,0 0-1 16,0 0-2-16,0 0 5 0,0 0-3 16,0 0 5-16,0 0-7 0,0 0 0 0,0 0 2 15,0 0-2-15,0 0 7 0,0 0-2 0,0 0-1 16,0 0-4-16,0 0 2 0,0 0-1 0,0 0 0 0,0 0-1 15,0 0-1-15,0 0 2 0,0 0 0 16,0 0 0-16,0 0 4 0,0 0-3 0,0 0-3 16,0 0 2-16,0 0 0 0,0 0-2 0,0 0 2 15,0 0 2-15,0 0-4 0,0 0 3 0,0 0 0 16,0 0-1-16,0 0-3 0,0 0 0 0,0 0 2 0,0 0 0 16,0 0 4-16,0 0-4 0,0 0 2 0,0 0-1 15,0 0-2-15,0 0 3 0,0 0 0 16,0 0-1-16,0 0 0 0,0 0 1 0,0 0-3 15,0 0 5-15,0 0-3 0,0 0 2 0,0 0-3 0,0 0 0 16,0 0 3-16,0 0-2 0,0 0 1 0,0 0-1 16,0 0 2-16,0 0-3 0,0 0 1 15,0 0 1-15,0 0-2 0,0 0 3 0,0 0-1 16,0 0 0-16,0 0-1 0,0 0 1 0,0 0 1 0,0 0-4 16,0 0 2-16,0 0 0 0,0 0 0 0,0 0 3 15,0 0-3-15,0 0 0 0,0 0 1 0,0 0 0 16,0 0 0-16,0 0-1 0,0 0 0 0,0 0-1 15,0 0 1-15,0 0 1 0,0 0-1 16,0 0 2-16,0 0-2 0,0 0 0 0,0 0 0 0,0 0 3 16,0 0-4-16,0 0 1 0,0 0-1 0,0 0 0 15,0 0 3-15,0 0-3 0,0 0 2 0,0 0 0 16,0 0-4-16,0 0 2 0,0 0-1 0,0 0 0 16,0 0 2-16,0 0 1 0,0 0-3 0,0 0 0 15,0 0 2-15,0 0 2 0,0 0-3 0,0 0 0 16,0 0 1-16,0 0 0 0,0 0 3 0,0 0-5 15,0 0 1-15,0 0 1 0,0 0-3 0,0 0 4 16,0 0 1-16,0 0-2 0,0 0 0 0,0 0 1 16,0 0-2-16,0 0 1 0,0 0 0 0,0 0 2 15,0 0-1-15,0 0 0 0,0 0-1 0,0 0 2 16,0 0-4-16,0 0 3 0,0 0 2 0,0 0-4 16,0 0 2-16,0 0 0 0,0 0-3 0,0 0 2 15,0 0-4-15,0 0 4 0,0 0-1 0,0 0 2 16,0 0 1-16,0 0-4 0,0 0 2 0,0 0 1 15,0 0 1-15,0 0 3 0,0 0-6 0,0 0 0 16,0 0 2-16,0 0 0 0,0 0-1 0,0 0 3 16,0 0-3-16,0 0 0 0,0 0-1 0,0 0 2 15,0 0-4-15,0 0 3 0,0 0 3 0,0 0-4 16,0 0 4-16,0 0-2 0,0 0-2 0,0 0 5 16,0 0-4-16,0 0 0 0,0 0-1 0,0 0 2 15,0 0 2-15,0 0-4 0,0 0 0 0,0 0 0 0,0 0-1 16,0 0 2-16,0 0-1 0,0 0-1 15,0 0 3-15,0 0-1 0,0 0 0 0,0 0 4 16,0 0-4-16,0 0 0 0,0 0 0 0,0 0 0 16,0 0 0-16,0 0 0 0,0 0 0 0,0 0 0 15,0 0-2-15,0 0 1 0,0 0 9 0,0 0-8 16,0 0 0-16,0 0-2 0,0 0 2 0,0 0-1 0,0 0 1 16,0 0-2-16,0 0 2 0,0 0 2 15,0 0-3-15,0 0 6 0,0 0-9 0,0 0 4 16,0 0 0-16,0 0 0 0,0 0 0 0,0 0 3 15,0 0-6-15,0 0 3 0,0 0-2 0,0 0 2 16,0 0 5-16,0 0-4 0,0 0-2 0,0 0 1 16,0 0-3-16,0 0 2 0,0 0-1 0,0 0 2 15,0 0 1-15,0 0 1 0,0 0-2 0,0 0 1 0,0 0-2 16,0 0 0-16,0 0 0 0,0 0 2 16,0 0-2-16,0 0-2 0,0 0 2 0,0 0-1 0,0 0 1 15,0 0 0-15,0 0 1 0,0 0 3 16,0 0-7-16,0 0 3 0,0 0 1 0,0 0 1 0,0 0-3 15,0 0 0-15,0 0-2 0,0 0 2 0,0 0 2 16,0 0 1-16,0 0-2 0,0 0 0 16,0 0 1-16,0 0-3 0,0 0 1 0,0 0 3 15,0 0-1-15,0 0-1 0,0 0 1 0,0 0 1 16,0 0-3-16,0 0 2 0,0 0 2 0,0 0-4 0,0 0 1 16,0 0 0-16,0 0-2 0,0 0 0 0,0 0-1 15,0 0 5-15,0 0-3 0,0 0 0 0,0 0-1 16,0 0 0-16,0 0-1 0,0 0 4 0,0 0 0 15,0 0-4-15,0 0-1 0,0 0 3 0,0 0-3 16,0 0 3-16,0 0-3 0,0 0 2 0,0 0-1 16,0 0 1-16,0 0 1 0,0 0 3 0,0 0-4 15,0 0 2-15,0 0-1 0,0 0 0 0,0 0 0 16,0 0 1-16,0 0-3 0,0 0 4 0,0 0-5 16,0 0 3-16,0 0-2 0,0 0 0 0,0 0 0 15,0 0 1-15,0 0 1 0,0 0 2 0,0 0-3 16,0 0 0-16,0 0 6 0,0 0-3 0,0 0 0 15,0 0 0-15,0 0-1 0,0 0 0 0,0 0 0 16,0 0 1-16,0 0 0 0,0 0-3 0,0 0 4 16,0 0 1-16,0 0-4 0,0 0 2 0,0 0 0 15,0 0-1-15,0 0-1 0,0 0 1 0,0 0 11 16,0 0-11-16,0 0 0 0,0 0 2 0,0 0-3 16,0 0 3-16,0 0-3 0,0 0-2 0,0 0 3 15,0 0 4-15,0 0-7 0,0 0 4 0,0 0-1 16,0 0 2-16,0 0-1 0,0 0 0 0,0 0 1 15,0 0-1-15,0 0-1 0,0 0 1 0,0 0 1 16,0 0-2-16,0 0 4 0,0 0-3 0,0 0-1 16,0 0-2-16,0 0 2 0,0 0 2 0,0 0-2 15,0 0 1-15,0 0-1 0,0 0 2 0,0 0-1 16,0 0 0-16,0 0 1 0,0 0 5 0,0 0-5 16,0 0-1-16,0 0 0 0,0 0-1 0,0 0 2 0,0 0-4 15,0 0 6-15,0 0-4 0,0 0 0 0,0 0 0 16,0 0 1-16,0 0 0 0,0 0 0 15,0 0 0-15,0 0 0 0,0 0-1 0,0 0 0 16,0 0 4-16,0 0-2 0,0 0-1 0,0 0 1 16,0 0-4-16,0 0 4 0,0 0-3 0,0 0 1 15,0 0 1-15,0 0 1 0,0 0-2 0,0 0 4 16,0 0-2-16,0 0-3 0,0 0 2 0,0 0-2 16,0 0 1-16,0 0 0 0,0 0 3 0,0 0 0 15,0 0 1-15,0 0-5 0,0 0-1 0,0 0 4 0,0 0-5 16,0 0 1-16,0 0 3 0,0 0-1 15,0 0-2-15,0 0 1 0,0 0 2 0,0 0-2 16,0 0 4-16,0 0-5 0,0 0 9 0,0 0-6 16,0 0-2-16,0 0 1 0,0 0 0 0,0 0-2 0,0 0-2 15,0 0 1-15,0 0 3 0,0 0-5 0,0 0-1 16,0 0-1-16,0 0 1 0,0 0-2 0,0 0 0 16,0 0 3-16,0 0-3 0,0 0 1 0,0 0 0 15,0 0 3-15,0 0-3 0,0 0 0 16,0 0 4-16,0 0-1 0,0 0-3 0,0 0 5 15,0 0-3-15,0 0 1 0,0 0 2 0,0 0 0 0,0 0-1 16,0 0 0-16,0 0 2 0,0 0 0 16,0 0 2-16,0 0-2 0,0 0-2 0,0 0 2 15,0 0 2-15,0 0-5 0,0 0-1 0,0 0 0 0,0 0 0 16,0 0 0-16,0 0 3 0,0 0-1 0,0 0 1 16,0 0-2-16,0 0 1 0,0 0 4 0,0 0-4 15,0 0 8-15,0 0-7 0,0 0 1 0,0 0-2 16,0 0 2-16,0 0 4 0,0 0-7 0,0 0 2 15,0 0 4-15,0 0 1 0,0 0-3 0,0 0-1 16,0 0 5-16,0 0-6 0,0 0 2 0,0 0-5 16,0 0-1-16,0 0-4 0,0 0-3 0,0 0-7 15,0 0-3-15,0 0 1 0,0 0-10 0,0 0-10 16,0 0-6-16,0 0-16 0,0 0-15 0,0 0-20 16,0 0-8-16,0 0-22 0,0 0-11 0,0 0-13 15,0 0-18-15,0 0-95 0,0 0-288 0,0 0 127 16</inkml:trace>
  <inkml:trace contextRef="#ctx0" brushRef="#br0" timeOffset="37372.42">9170 12664 15 0,'0'0'48'0,"0"0"-3"0,0 0-7 15,0 0-3-15,0 0-3 0,3 5-10 0,-3-5 7 16,0 0-8-16,0 0-5 0,0 0-12 0,0 0-5 16,0 0-6-16,0 0-6 0,0 0-13 0,-3 10-17 15,3-10-48-15,0 0 22 0</inkml:trace>
  <inkml:trace contextRef="#ctx0" brushRef="#br0" timeOffset="38064.61">10124 12698 14 0,'0'0'77'0,"0"0"-4"15,0 0-13-15,0 0-2 0,0 0-6 0,0 0-8 0,0 0-4 16,0 0-8-16,0 0 4 0,0 0-15 0,0 0-2 16,0 0-6-16,0 0-6 0,0 0-6 15,0 0-6-15,0 0-1 0,0 0-12 0,0 9-5 16,0-9-8-16,0 0-47 0,0 0-84 0,0 0 38 0</inkml:trace>
  <inkml:trace contextRef="#ctx0" brushRef="#br0" timeOffset="38743.25">10750 12639 44 0,'0'0'68'0,"0"0"-6"0,0 0-6 15,0 0-2-15,0 0-3 0,0 0 3 0,0 0-9 16,0 0-7-16,0 0 10 0,0 0-2 0,0 0 1 16,0 0-4-16,0 0 3 0,0 0-5 0,0 0 7 15,0 0-9-15,0 0-11 0,0 0 2 0,0 0-9 16,0 0 12-16,0 0-17 0,0 0 11 0,0 0-14 15,0 0 0-15,0 0 3 0,0 0-2 0,0 0-2 16,0 0-1-16,0 0-4 0,0 0 8 0,0 0-12 16,0 0 4-16,0 0-10 0,0 0 7 0,0 0 0 15,0 0 5-15,0 0-8 0,-1 10 0 0,1-10 4 16,0 0-4-16,0 0 1 0,0 0-2 0,0 0-4 16,0 0 8-16,0 0 1 0,0 0-4 0,0 0-2 15,0 0 5-15,2 5-4 0,-2-5 5 0,0 0-8 16,0 0-1-16,0 0-8 0,0 0 14 0,0 0-16 15,0 0-4-15,0 0 6 0,0 0 0 0,0 0-10 16,0 0 2-16,0 0-7 0,3 6-7 0,-3-6-12 16,0 0-1-16,0 0-10 0,0 0-12 0,0 0-55 0,0 0-133 15,0 0 59-15</inkml:trace>
  <inkml:trace contextRef="#ctx0" brushRef="#br0" timeOffset="39684.98">5823 11136 5 0,'0'0'21'0,"0"0"-3"0,0 0-3 16,0 0-1-16,0 0-3 0,0 0 1 0,0 0-2 15,0 0-1-15,0 0 4 0,0 0-8 0,0 0 5 16,0 0-3-16,0 0-1 0,0 0 0 0,0 0-6 16,0 0 5-16,0 0-3 0,0 0 3 0,0 0-2 15,0 0-8-15,0 0-3 0,0 0-4 0,0 0-14 16,0 0-27-16,0 0 12 0</inkml:trace>
  <inkml:trace contextRef="#ctx0" brushRef="#br0" timeOffset="41134">7535 11913 5 0,'0'0'70'0,"0"0"-10"0,0 0-6 0,0 0 1 16,0 0-18-16,0 0 8 0,0 0-8 0,0 0 0 16,0 0-3-16,0 0-6 0,0 0-2 0,0 0-2 15,0 0-3-15,0 0-14 0,0 0 5 0,0 0 3 16,0 0-3-16,0 0 1 0,0 0 2 0,0 0-18 15,0 0 10-15,0 0 7 0,0 0-3 0,0 0-4 16,0 0 0-16,0 0 3 0,0 0-8 0,0 0 6 16,0 0 0-16,0 0 1 0,0 0 5 0,0 0-12 15,0 0-9-15,0 0 15 0,0 0 3 0,0 0-4 16,0 0-1-16,0 0-5 0,0 0 4 0,0 0-9 16,0 0 10-16,0 0-5 0,0 0-2 0,0 0 7 15,0 0-7-15,0 0-1 0,0 0 6 0,0 0-10 0,0 0 13 16,0 0-3-16,0 0 2 0,0 0-5 15,0 0 3-15,0 0-4 0,0 0-2 0,0 0 2 16,0 0 1-16,0 0-1 0,0 0-4 0,0 0 5 16,0 0 5-16,0 0-9 0,0 0-7 0,0 0 12 0,0 0-3 15,0 0 0-15,0 0 1 0,0 0-5 16,0 0 0-16,0 0 7 0,0 0-3 0,0 0 4 16,0 0-6-16,0 0 4 0,0 0-2 0,0 0 2 15,0 0 2-15,0 0-8 0,0 0 9 0,0 0-3 16,0 0 1-16,0 0-2 0,0 0-2 0,0 0 2 15,0 0 6-15,0 0-6 0,0 0-2 0,0 0 3 0,0 0-4 16,0 0-5-16,0 0 5 0,0 0-8 0,0 0-9 16,0 0 2-16,0 0-11 0,0 0-3 15,0 0-14-15,0 0-3 0,0 0-40 0,6 12-95 16,-6-12 43-16</inkml:trace>
  <inkml:trace contextRef="#ctx0" brushRef="#br0" timeOffset="44300.5">8892 10901 12 0,'0'0'21'15,"0"0"2"-15,0 0-9 0,0 0 3 0,0 0 0 16,0 0 2-16,-4 6-8 0,4-6 1 0,0 0-2 16,0 0-4-16,0 0 3 0,0 0 0 0,0 0-9 15,0 0-12-15,2 12-16 0,-2-12-31 0,0 0 14 16</inkml:trace>
  <inkml:trace contextRef="#ctx0" brushRef="#br0" timeOffset="46442.68">9333 11207 25 0,'0'0'30'0,"0"0"0"0,0 0-5 0,0 0 1 15,0 0 6-15,0 0-10 0,0 0 1 0,0 0-2 16,0 0 0-16,0 0-5 0,0 0 4 0,0 0-7 16,0 0 1-16,0 0-6 0,0 0 3 0,0 0-3 15,0 0-3-15,0 0-1 0,0 0-6 0,0 0-12 16,0 0-6-16,0 0-33 0,0 0-58 0,0 0 25 15</inkml:trace>
  <inkml:trace contextRef="#ctx0" brushRef="#br0" timeOffset="47235.17">10603 11194 13 0,'5'3'15'0,"-5"-3"-5"0,0 0-11 16,0 0-6-16,0 0-6 0,0 0 3 0</inkml:trace>
  <inkml:trace contextRef="#ctx0" brushRef="#br0" timeOffset="47909.24">11408 11160 1 0,'0'0'64'0,"0"0"-3"0,0 0-1 15,0 0-9-15,0 0-1 0,0 0-1 0,0 0-4 16,0 0 1-16,0 0-8 0,0 0 0 16,0 0-8-16,0 0-2 0,0 0-8 0,0 0 4 15,0 0-4-15,0 0 1 0,0 0-2 0,0 0 6 0,0 0-9 16,9-1 7-16,-9 1-15 0,0 0-6 0,0 0 9 16,0 0-3-16,0 0-1 0,0 0-6 0,0 0 2 15,0 0-4-15,0 0 5 0,0 0 0 0,0 0-2 16,0 0-1-16,0 0 3 0,0 0 1 0,0 0-2 15,0 0 2-15,0 0-2 0,0 0 0 0,0 0-1 16,0 0 5-16,0 0-5 0,7 5-1 0,-7-5-2 16,0 0 1-16,0 0 5 0,0 0-11 15,0 0 10-15,0 0-1 0,0 0-2 0,0 0 0 16,0 0 0-16,0 0-1 0,0 0 0 0,0 0-3 0,0 0 5 16,0 0-3-16,0 0 0 0,0 0 1 0,0 0 0 15,0 0 0-15,0 0-4 0,0 0 6 0,0 0 1 16,0 0-1-16,0 0 4 0,0 0-7 0,0 0 1 15,0 0 6-15,0 0-3 0,0 0-3 0,0 0 2 16,0 0-10-16,0 0 14 0,0 0 2 0,0 0-5 16,0 0-6-16,0 0 6 0,0 0-9 0,0 0 4 15,0 0 4-15,9 1-4 0,-9-1-1 0,0 0-16 16,0 0 5-16,0 0-12 0,0 0-8 0,6 2-13 16,-6-2-15-16,0 0-44 0,0 0-114 0,0 0 50 15</inkml:trace>
  <inkml:trace contextRef="#ctx0" brushRef="#br0" timeOffset="50253.74">10824 12568 22 0,'0'0'18'16,"0"0"3"-16,0 0-6 0,0 0 2 0,0 0-4 15,0 0-6-15,0 0 1 0,0 0 0 0,0 0 2 16,0 0-3-16,0 0-3 0,3 7 1 0,-3-7 3 15,0 0 4-15,0 0-10 0,0 0-2 0,0 0 6 16,0 0-4-16,0 0-2 0,0 0 1 0,5 3-1 16,-5-3 2-16,0 0-1 0,0 0 0 0,0 0-4 15,0 0 3-15,0 0-2 0,0 0 2 0,0 0-2 16,0 0 4-16,0 0-5 0,0 0 1 0,0 0-1 16,0 0-6-16,0 0 5 0,0 0 0 0,0 0-2 15,0 0 0-15,0 0 4 0,0 0-3 0,0 0 1 16,0 0 2-16,0 0-2 0,0 0 2 0,0 0-2 15,0 0 7-15,0 0-2 0,6 3-3 0,-6-3-3 16,0 0 0-16,0 0 3 0,0 0-7 0,0 0 1 16,0 0 0-16,0 0 2 0,0 0-8 0,0 0 11 15,0 0-3-15,5 4-5 0,-5-4-11 0,0 0 6 16</inkml:trace>
  <inkml:trace contextRef="#ctx0" brushRef="#br0" timeOffset="50662">10851 12585 6 0,'0'0'12'0,"0"0"0"16,0 0 8-16,0 0 6 0,0 0-1 0,0 0 1 15,0 0 0-15,0 0 1 0,0 0 0 0,0 0-5 16,0 0-3-16,0 0-6 0,0 0 3 0,0 0 2 16,0 0-4-16,0 0 0 0,0 0-1 0,0 0-6 15,0 0 4-15,0 0-2 0,0 0 1 0,0 0-7 16,0 0 5-16,0 0-1 0,0 0 1 0,0 0-4 16,0 0 1-16,0 0-3 0,0 0 0 0,0 0 5 15,0 0-5-15,0 0-1 0,0 0-1 0,0 0-4 0,0 0 1 16,0 0-7-16,0 0 4 0,0 0-2 15,0 0-1-15,0 0 3 0,0 0-2 0,0 0 3 16,0 0-1-16,0 0-5 0,0 0 3 0,0 0-1 16,0 0 5-16,8 2 0 0,-8-2-2 0,0 0-4 15,0 0 6-15,0 0-2 0,0 0 2 0,0 0-2 0,0 0-1 16,0 0 3-16,0 0-3 0,0 0 5 0,0 0-2 16,0 0-1-16,0 0 2 0,0 0-4 15,0 0 1-15,0 0 7 0,0 0-8 0,0 0 4 16,0 0 4-16,0 0-8 0,0 0 1 0,0 0 1 15,0 0 2-15,0 0 0 0,0 0-4 0,0 0 5 16,0 0-4-16,0 0 1 0,0 0 2 0,0 0-3 0,0 0 1 16,0 0 5-16,0 0 3 0,0 0-12 15,0 0 1-15,0 0 2 0,7 2 1 0,-7-2-2 16,0 0 2-16,0 0 1 0,0 0-1 0,0 0-3 0,0 0-3 16,0 0 3-16,0 0-10 0,0 0-18 0,8 2 9 15</inkml:trace>
  <inkml:trace contextRef="#ctx0" brushRef="#br0" timeOffset="54932.14">10684 12666 8 0,'0'0'3'0,"0"0"1"15,0 0 0-15,0 0 1 0,0 0-4 0,0 0 4 16,0 0-4-16,0 0 3 0,0 0 3 0,0 0 0 16,0 0 0-16,0 0 2 0,0 0 1 0,0 0 2 15,0 0-2-15,0 0-1 0,0 0 5 0,0 0-9 16,0 0 1-16,0 0 0 0,0 0 3 0,0 0-2 15,0 0 0-15,0 0 2 0,0 0-5 0,0 0 0 16,0 0 1-16,0 0-4 0,0 0-2 0,0 0 2 16,0 0 1-16,0 0 3 0,0 0-4 0,0 0-1 15,0 0 0-15,0 0 9 0,0 0-9 0,0 0 2 16,0 0 3-16,0 0-7 0,0 0 2 0,0 0 1 16,0 0 3-16,0 0-3 0,0 0 3 0,0 0-1 15,0 0 2-15,0 0-1 0,0 0 1 0,0 0 1 16,0 0 0-16,0 0-3 0,0 0 4 0,0 0-2 15,0 0 1-15,0 0-3 0,0 0 7 0,0 0-7 16,0 0 2-16,0 0-3 0,0 0 3 0,0 0-1 16,0 0-3-16,0 0-1 0,0 0-2 0,0 0 3 15,0 0 1-15,0 0-2 0,0 0 1 0,0 0 0 16,0 0 2-16,0 0-1 0,0 0-2 0,0 0-2 16,0 0 4-16,0 0-2 0,0 0 2 0,0 0 1 15,0 0-4-15,0 0-2 0,0 0 2 0,0 0 1 16,0 0 0-16,0 0 0 0,0 0-2 0,0 0 2 15,0 0 1-15,0 0 0 0,0 0-1 0,0 0 1 16,0 0-2-16,0 0-2 0,0 0 4 0,0 0-4 16,0 0 4-16,0 0-1 0,0 0 3 0,0 0-1 15,0 0-1-15,0 0-3 0,0 0 0 0,0 0 2 16,0 0 0-16,0 0 0 0,0 0 0 0,0 0-3 16,0 0 7-16,0 0-4 0,0 0-1 0,14 3 4 15,-14-3 0-15,0 0-4 0,0 0 0 0,0 0 2 16,0 0 0-16,0 0-5 0,0 0 4 0,0 0 2 15,0 0 1-15,0 0-2 0,0 0 0 0,0 0-3 16,0 0 5-16,0 0-2 0,0 0 2 0,0 0-6 16,0 0 4-16,7 3 1 0,-7-3-5 0,0 0 1 15,0 0 1-15,0 0 5 0,0 0-4 0,0 0 2 16,0 0-3-16,0 0 2 0,7 4-4 0,-7-4-8 16,0 0 3-16,0 0-1 0,0 0-1 0,0 0 0 0,0 0 1 15,0 0-3-15,0 0-6 0,0 0-20 16,0 0-42-16,0 0 19 0</inkml:trace>
  <inkml:trace contextRef="#ctx0" brushRef="#br0" timeOffset="125699.78">11810 15869 29 0,'0'0'44'0,"0"0"7"15,0 0-7-15,0 0-5 0,0 0-2 0,0 0 2 0,0 0-2 16,0 0 1-16,0 0 3 0,0 0-6 0,0 0 4 15,0 0-9-15,0 0-1 0,0 0-3 0,0 0-1 16,0 0-6-16,0 0 4 0,0 0 0 16,0 0-7-16,0 0 5 0,0 0-8 0,0 0 4 15,0 0-2-15,0 0-1 0,0 0-1 0,0 0-8 16,0 0-2-16,0 0 6 0,0 0-6 0,0 0 1 16,0 0 0-16,0 0-1 0,0 0 0 0,0 0 0 0,0 0-1 15,0 0 5-15,-20 2 2 0,20-2-7 16,0 0 0-16,0 0-9 0,-14 1 11 0,14-1-8 15,0 0 4-15,-10-1 7 0,10 1-1 0,0 0 5 16,0 0-5-16,0 0 3 0,0 0-2 0,-10-1 1 16,10 1 9-16,0 0-8 0,0 0 3 0,0 0-4 15,0 0 19-15,0 0-12 0,0 0-1 0,0 0-5 16,0 0 8-16,0 0 3 0,0 0 6 0,0 0-15 16,0 0-1-16,-9 1 1 0,9-1-2 0,0 0-3 15,0 0 8-15,0 0-10 0,0 0-1 0,0 0 7 16,0 0-4-16,0 0-3 0,0 0 4 0,0 0-6 15,0 0 10-15,0 0-8 0,0 0-1 0,0 0-4 16,0 0 9-16,0 0-3 0,0 0-4 0,0 0 10 16,0 0-8-16,29 1 5 0,-29-1-3 0,14 0-10 15,-3-1 7-15,1 2 14 0,-3-1-26 0,3-1 14 16,2 1-1-16,-3 0-3 0,1 1 2 0,2-2-17 16,0 2 16-16,0-2-3 0,2 2 7 0,0-1-1 15,-1 1-1-15,3-1-2 0,-5-1 12 0,2 1-15 16,-2-1 4-16,1 1-1 0,-1 1 1 0,-3-1-4 15,2 3 14-15,-2-5 15 0,-2 4-9 0,-8-2-2 16,14 0 0-16,-8 1-4 0,-6-1 4 0,0 0-1 16,12 0-3-16,-12 0-3 0,0 0-3 0,9 0 4 15,-9 0-3-15,0 0 2 0,0 0 1 0,0 0-2 16,0 0 0-16,0 0-1 0,0 0 1 0,0 0 2 16,0 0 0-16,0 0-6 0,0 0 2 0,0 0-4 15,0 0-4-15,-27 5 3 0,19-5 6 0,0 2 0 16,-1-1-4-16,2 1-3 0,7-2 4 0,-18 3-3 15,10-3 0-15,-1 1-5 0,-1 2 2 0,1-2 3 16,0 0-1-16,1 0 2 0,0 0 0 0,8-1 2 16,-13 1-8-16,7 0 3 0,6-1 4 0,-10 1 2 15,10-1-5-15,-10 2-2 0,10-2 7 0,0 0-7 16,-10 0 3-16,10 0 2 0,0 0-2 0,0 0-2 16,-9 1 1-16,9-1-3 0,0 0-2 0,0 0-7 15,0 0 11-15,0 0-8 0,0 0-12 0,0 0-12 16,0 0-17-16,0 0-22 0,0 0-23 0,29 3-90 15,-21 0-200-15,-8-3 90 0</inkml:trace>
  <inkml:trace contextRef="#ctx0" brushRef="#br0" timeOffset="145516.59">12630 15404 30 0,'0'0'30'0,"0"0"-17"16,0 0-26-16,0 0-12 0,0 0 5 0</inkml:trace>
  <inkml:trace contextRef="#ctx0" brushRef="#br0" timeOffset="160655.99">13337 15050 4 0,'-4'3'100'16,"4"-3"-2"-16,0 0-2 0,-9 1-3 0,9-1-4 16,0 0-6-16,0 0 0 0,0 0-5 0,0 0 6 15,-9 3-8-15,9-3-1 0,0 0-1 16,0 0-5-16,0 0 0 0,0 0-6 0,0 0-5 0,0 0-7 16,0 0-9-16,0 0-3 0,-7-9-1 0,7 9-3 15,0 0 4-15,-6-5-8 0,6 5-2 0,-9-6-14 16,9 6 7-16,-10-3 2 0,10 3-3 15,-13 0-9-15,13 0 3 0,-18 0-4 0,7 0-1 16,2 1 4-16,-3 1-10 0,2-1 3 0,1 1 4 16,-1 2-13-16,1-1 1 0,1-2 8 0,1 1-1 15,7-2 1-15,-12 4-2 0,6-4 1 0,6 0-2 0,0 0 1 16,-9 3 0-16,9-3 0 0,0 0 2 0,0 0 1 16,0 0 3-16,0 0-1 0,-10-4 1 15,10 4 2-15,0 0 7 0,21-26-6 0,0 8-6 0,2-3 8 16,5-5-5-16,13-6 2 0,7-5-2 15,5 1-3-15,26-17 2 0,-6 2 2 0,11 0-3 16,8-4 0-16,0 8 3 0,4-3-2 0,1-1-4 0,1 0-5 16,1 0 0-16,5 1 6 0,1 1-6 15,-4-4 1-15,1 1-3 0,1-1-4 0,-7 4-3 16,0 4-5-16,1-3 4 0,-3 0-8 0,2 7 9 16,-4-6 1-16,1 6 3 0,-4 1-3 0,-4 8 2 15,-3-3-2-15,-27 11-1 0,0 0 4 0,-3 4-1 16,-1-3 3-16,-2 2 2 0,-12 5-6 0,-5 2 3 15,-3 0 4-15,2 1 2 0,-8 1-4 0,3-2 1 0,-9 4-3 16,3-1-3-16,-4 2 6 0,5-1 1 16,-6 2 5-16,2-1-2 0,-2 0 1 0,4-1-5 15,-1 0 2-15,1 2 0 0,2 0 4 0,2-4-3 16,2 1-1-16,-6 2 1 0,-1 1-5 0,2-1 5 16,0 3 1-16,-3-2-1 0,0 2-2 0,0 1 2 15,-4 2-3-15,0-3-2 0,1 2 5 0,-4 0-4 0,2 2 3 16,-1 0-1-16,-11 2-10 0,14-4 4 15,-14 4 3-15,15-3 2 0,-15 3 2 0,11-2-4 16,-11 2 6-16,11-2-1 0,-11 2 2 0,10-4-5 16,-10 4-2-16,0 0 6 0,12 0-2 0,-12 0 3 15,0 0-1-15,0 0-6 0,0 0 11 0,0 0-2 16,11-2 6-16,-11 2 0 0,0 0 0 0,0 0-2 16,0 0-2-16,0 0 4 0,0 0 3 0,0 0 1 15,0 0-8-15,0 0 0 0,0 0-1 0,0 0-2 16,0 0-1-16,0 0 3 0,0 0 2 0,0 0-5 15,0 0 1-15,-20 18-2 0,11-9 4 0,-1 3-3 16,-1 3 7-16,-2-1-2 0,-4 7-3 0,-1 0 0 16,-1 1 2-16,1-1 2 0,0-2-4 0,1 2-5 15,3-5 0-15,-2 3 2 0,5-3-21 0,-8 3-22 16,8-2-25-16,-1-4-34 0,5-2-43 0,-2 2-33 16,-1-3-114-16,3-2-311 0,7-8 139 0</inkml:trace>
  <inkml:trace contextRef="#ctx0" brushRef="#br0" timeOffset="160868.49">16525 13382 1955 0,'-6'-28'-29'0,"-3"-1"35"0,-3 2 34 0,-3 4-19 16,-1 2 0-16,-3 0 0 0,3 2-9 0,-3 0 13 16,0 2 9-16,-1 1 5 0,-1-2 7 0,-2 1 4 15,1 1-1-15,-1 0-2 0,0 2-4 0,5 1-2 16,4 5-1-16,2 1-3 0,4 0-4 0,8 7-2 15,-12-9-6-15,12 9-1 0,-12-8-15 0,12 8-17 16,-5-8-20-16,5 8-23 0,0 0-26 0,0 0-34 16,23-14-34-16,-5 7-31 0,0 1-162 0,3-1-365 15,5-1 161-15</inkml:trace>
  <inkml:trace contextRef="#ctx0" brushRef="#br0" timeOffset="164265.7">17070 12230 11 0,'0'0'157'0,"-3"-11"-5"0,3 11-2 16,-1-12-3-16,1 5-12 0,0 7-17 15,-2-14 0-15,2 14-6 0,0-9-5 0,0 9-9 0,-1-10-12 16,1 10-9-16,0 0-8 0,0 0-14 0,1-7-5 16,-1 7-6-16,0 0-1 0,0 0-4 15,4 22-3-15,-2-9-6 0,3 11 0 0,-4 3 2 0,5 3 0 16,-5 5 5-16,2 0-3 0,-3-2-2 0,0 3-2 15,-3-1-4-15,5 1-2 0,-4-2-1 0,1-4 2 16,1-1 10-16,1-3-3 0,1-1-6 0,-1-6 0 16,-2-2 0-16,2 0-2 0,-1-2 4 15,1-4-7-15,-2 1 0 0,1-4-1 0,-1-1-3 16,1-7-1-16,0 13 0 0,0-7 0 0,0-6 1 0,1 8 6 16,-1-8 7-16,0 0 8 0,-1 10 6 0,1-10 9 15,0 0 1-15,0 0-8 0,0 0-2 0,0 0-4 16,0 0-3-16,0 0-5 0,0 0 0 0,-2-27-4 15,4 17-6-15,-1-3-4 0,2-3 0 0,2 0-6 16,1 1 4-16,1-4-8 0,0 2 0 0,1-1-4 16,2 1 2-16,2 3-7 0,0-2-1 0,2 3-1 15,1 0-2-15,-1 1 0 0,2 1-1 0,2 3 1 16,-3-1-1-16,2 3 0 0,-4 4 0 0,1 1 1 16,-1 1-1-16,0 1 1 0,0 3-1 0,-2 0 6 15,-1 2-7-15,0 1 3 0,0 1-3 0,-2-1 3 16,0 3 0-16,-3 0 1 0,1 1 0 0,-1 0-1 15,1-1 2-15,1-2 0 0,-3 3-1 0,-2-2 1 16,1 0 5-16,-2 1-4 0,1-3-4 0,-1 3-17 16,-1-1-12-16,1-2-13 0,-1 3-30 0,0-10-21 15,0 14-38-15,0-9-24 0,0-5-35 0,1 11-27 16,-1-11-113-16,-1 9-362 0,1-9 160 0</inkml:trace>
  <inkml:trace contextRef="#ctx0" brushRef="#br0" timeOffset="164503.07">17553 12501 36 0,'0'0'200'0,"0"-7"-5"0,0 7-12 16,2-8-16-16,-2 8-16 0,0 0-16 0,0 0-14 16,0 0 0-16,0 0-3 0,0 0-4 0,0 0-1 15,7 27-11-15,-5-12-7 0,-2 4-8 0,-2-1-7 16,2 2-10-16,-2-2-7 0,2 0-3 0,-1 0-9 15,-3 0-1-15,2 0-3 0,-1 0-7 0,2-2-5 16,-1 0-3-16,0 0-3 0,1-1-4 0,-1-2-19 16,1 0-38-16,-3-4-32 0,3 1-46 0,0-2-42 15,0 0-49-15,1-8-128 0,-3 9-354 0,3-9 157 16</inkml:trace>
  <inkml:trace contextRef="#ctx0" brushRef="#br0" timeOffset="164729.22">17562 12394 1796 0,'-6'-26'87'16,"0"-1"-59"-16,3 7 24 0,0 4-8 0,-5 2-1 15,4 1 4-15,2 1 20 0,-2 3-2 0,0 3 3 16,1 0 3-16,1 0 8 0,2 6-3 0,-4-9 3 16,4 9-5-16,-3-7-7 0,3 7-9 0,0 0-5 15,-1-6-9-15,1 6-2 0,0 0-6 0,0 0 1 16,0 0-9-16,0 0-3 0,0 0-3 0,0 0-9 15,0 0-25-15,5 24-20 0,-4-14-29 0,2 1-44 16,0-1-46-16,3-1-43 0,-2 4-45 0,1-4-146 16,1 1-417-16,2-2 186 0</inkml:trace>
  <inkml:trace contextRef="#ctx0" brushRef="#br0" timeOffset="165153.62">18118 12454 67 0,'0'0'205'0,"0"0"-5"0,0 0-6 16,-26 1-7-16,26-1-7 0,-10-1-4 15,10 1-10-15,0 0-13 0,-8 1-13 0,8-1-14 16,0 0-12-16,0 0-12 0,0 0-10 0,0 0-8 16,0 0-6-16,0 0-6 0,0 0-6 0,0 0-2 15,28 0-8-15,-15-2-5 0,5 2-5 0,1-2-4 16,3 1 2-16,-1 0-7 0,-1 0 2 0,1-3-6 16,1 3 1-16,-4-1-4 0,0 0 2 0,-5 2-5 15,-2-3-1-15,-1 3-1 0,1 0-2 0,-4 1 0 16,-7-1 3-16,12 0 3 0,-12 0 10 0,9-2 6 15,-9 2-6-15,0 0 1 0,10-2-1 0,-10 2 3 0,0 0-6 16,0 0-5-16,0 0-2 0,0 0-3 0,9-1-1 16,-9 1-3-16,0 0-5 0,0 0 0 15,0 0-9-15,0 0-20 0,0 0-25 0,0 0-24 16,0 0-34-16,0 0-43 0,0 0-45 0,0 0-51 0,0 0-230 16,-18 14-503-16,18-14 222 0</inkml:trace>
  <inkml:trace contextRef="#ctx0" brushRef="#br0" timeOffset="166032.84">19004 11982 142 0,'0'-16'179'0,"0"5"-7"0,0-1 2 15,0 1-4-15,0-1 2 0,0 3-2 16,0 9-12-16,2-10-21 0,-2 10-16 0,0-7-16 0,0 7-9 16,0 0-13-16,0 0-5 0,6 20-8 15,-2-1 0-15,2 9-4 0,-3 1 0 0,1 3-9 0,-3 1-5 16,2 2-6-16,-6 1-2 0,4-3-3 16,-1-1-6-16,0-2-3 0,0-1 0 0,2-4-2 0,-1-6-4 15,0 1 2-15,-1-4-1 0,0-3-5 0,0-1 2 16,1 1-3-16,1-5-2 0,-2-1-1 0,0-7 1 15,1 11 12-15,0-7 7 0,-1-4 8 0,0 0 23 16,0 9-11-16,0-9-2 0,0 0-3 0,0 0 8 16,0 0-22-16,0 0-1 0,0 0-2 0,5-24-7 15,-1 14-2-15,1-1-1 0,0-5-9 0,2 0 0 16,3-7 9-16,0 5-12 0,0 2-3 0,2 0-4 16,2-1-3-16,-1 3 0 0,1 1-2 15,-1 1-3-15,1 2-1 0,-3 3 8 0,-2 0-12 0,3 2 0 16,-3 4-1-16,-2-1 1 0,-7 2 3 0,17 6-3 15,-8-2-4-15,-3 6 8 0,3-1-3 0,-3 6 2 16,2 0-2-16,-3 1 4 0,-2 2-1 0,1-2-2 16,-2 0 3-16,-2 3 5 0,0 5-4 0,-1-8 1 15,2 0-7-15,-2 2-25 0,1-2-29 0,-1-1-27 16,-2-2-40-16,1-1-51 0,0-2-29 16,1 0-63-16,-4-1-145 0,4-2-449 0,1-7 199 0</inkml:trace>
  <inkml:trace contextRef="#ctx0" brushRef="#br0" timeOffset="166349.81">19670 12153 55 0,'0'-10'234'16,"1"-1"-8"-16,-2 3-11 0,1 8-13 0,-1-14-8 15,1 14-7-15,-3-12-11 0,2 8-15 0,1 4-8 16,-2-8-24-16,2 8-13 0,0 0-13 0,0 0-12 15,0 0-5-15,-16 9-5 0,8 1-8 0,-2 4-7 16,-1 2-8-16,1 5 2 0,-2 4-9 0,2 1-1 16,0 2-7-16,3-2 0 0,2 0-7 0,3 3-2 15,-1 0 2-15,2-3-2 0,1 1 0 0,-1-1-2 16,2-1-3-16,-1 1-5 0,0-7-5 0,1 0 0 16,2 0 1-16,-3-2 18 0,1 0-1 0,0-1-5 15,2 0-6-15,-3-3-1 0,0-1 1 0,-1-2-6 16,2 0-13-16,-2 0-9 0,-1-1-16 0,-2 0-17 15,2-1-27-15,-2 1-30 0,0-3-34 0,4-6-40 16,-8 6-37-16,3-3-62 0,5-3-137 0,-14-2-436 0,14 2 193 16</inkml:trace>
  <inkml:trace contextRef="#ctx0" brushRef="#br0" timeOffset="166513.7">19525 12422 23 0,'0'0'208'0,"1"-8"-15"0,-1 8-11 0,2-7-9 16,-2 7-10-16,9-3-13 0,-1 0-15 0,0 2-12 0,2-1-8 16,4 0-16-16,4 1-6 0,0 0-13 15,3 1-46-15,0-1-44 0,8-1-62 0,1 0-89 16,-1 0-94-16,-6 0-276 0,3-6 122 0</inkml:trace>
  <inkml:trace contextRef="#ctx0" brushRef="#br0" timeOffset="167243.81">20042 11972 28 0,'0'-11'200'0,"-1"1"-7"0,1 0-12 16,1 4 2-16,-1 6-6 0,0-12-13 0,0 12-12 15,0-9-19-15,0 9-16 0,3-5-14 0,-3 5-8 16,0 0-5-16,0 0-3 0,2 35-2 0,-2-16-7 16,-1 6-8-16,0 4-6 0,-1 0-1 0,1 0-6 15,0 3-10-15,0-4 1 0,1-1-3 0,0 0-3 16,-3-3-5-16,4-4 0 0,1-2-7 0,-4-3 0 16,4-1-1-16,-2 0-3 0,1-3-5 0,-1-2 1 15,2-1-3-15,0-2-3 0,-2-6 5 0,0 9-2 16,0-9-1-16,2 8 11 0,-2-8 7 0,0 0 1 15,2 5 21-15,-2-5-16 0,0 0-5 0,0 0-1 16,0 0-7-16,0 0 10 0,0 0-19 0,9-23 4 16,-4 13-3-16,1-2-1 0,3-3 5 0,0-3-11 15,1 2-3-15,0-3 3 0,1 3-8 0,1 0 2 16,1 2-5-16,2 1 3 0,-6 4-6 0,3-1 2 16,-2 4-8-16,-1-1 5 0,1 5 1 0,-2 1-2 15,1 1-1-15,0 1-1 0,1 5 0 0,-1 0-2 16,0 1 4-16,-1 3-2 0,1 2 1 0,-1 4 0 15,-2 4 0-15,0-1 4 0,-2 0-2 0,0 0-3 16,-3 0-25-16,-1 0-23 0,4 0-43 0,-4-1-45 16,1-2-47-16,-1-2-47 0,0-2-193 0,1 0-464 15,1-4 206-15</inkml:trace>
  <inkml:trace contextRef="#ctx0" brushRef="#br0" timeOffset="167645.65">20419 12469 89 0,'1'-6'212'0,"-1"6"3"0,3-8-11 16,-3 8-3-16,4-7-3 0,0 3-5 16,-4 4-17-16,6-11-17 0,-2 5-15 0,2-2-4 15,-1-1-7-15,2-1-2 0,0 3-9 0,0-4-7 16,1 1-9-16,-5 0-12 0,5-5-7 0,1 1-11 16,-1-2-5-16,-2 0-3 0,-1 0-6 0,-1-1-3 15,-3 5-12-15,2-1 0 0,-3 0 4 0,-3 3-13 16,1 1-3-16,-3 1-3 0,-2 1-7 0,1-2 1 15,1 4-4-15,-2 1-3 0,2-1-5 0,-1 1 4 16,6 4-7-16,-9-6 3 0,9 6-5 0,-9-1-4 0,9 1 7 16,0 0-7-16,0 0 1 0,0 0-5 15,0 0 3-15,0 0 1 0,0 0 3 0,17 13-5 0,-8-11-1 16,3-1-1-16,1 3 3 0,6-4-4 16,-6 0 7-16,1 2-6 0,3 1-4 0,-3 0 0 0,-2-2-1 15,0 2 1-15,1 1 2 0,-3 1-4 0,3 3-1 16,-6 2 1-16,2-1 4 0,-2 0-4 0,-1 2 3 15,-1-2 0-15,-1 5 3 0,-1-2-1 16,0-2 2-16,0 3-5 0,-2-2 1 0,-1 2 5 0,2-2-3 16,-1-1 2-16,0 1-1 0,-1-2-13 0,2-1-29 15,-2-1-27-15,0 3-36 0,1-4-49 16,-1-6-39-16,6 9-46 0,-3-7-210 0,-3-2-484 0,14 0 214 16</inkml:trace>
  <inkml:trace contextRef="#ctx0" brushRef="#br0" timeOffset="168095.48">20952 11921 153 0,'-4'-6'241'0,"4"6"-16"0,-4-10-20 0,4 10-19 0,-3-9-17 15,3 9-20-15,0 0-16 0,0 0-12 0,0 0-11 16,6-9-11-16,-6 9-10 0,16 2-9 15,-5-2-9-15,2 2-2 0,1-1-13 0,-1 1 0 0,0-2-5 16,-1 0-8-16,-2 3-3 0,3-3-2 0,-5 1-8 16,-1 1-3-16,2-1-3 0,-9-1-4 0,12 3-1 15,-6 0-1-15,-6-3-1 0,8 4 3 0,-8-4 0 16,5 10-1-16,-3-5 7 0,-2 2 1 0,2 3-1 16,-2 0 2-16,-3 1 1 0,2 1-1 0,-4 4-5 15,0 1 7-15,-2 0 4 0,0 2 5 0,-1-2-5 16,-1 9 3-16,-4-2 0 0,-2 0 5 0,2-2-5 15,-1 2-5-15,-3-5 2 0,3 5-2 0,2-9-2 16,0 1-3-16,2 0-1 0,1-2-8 0,0-1 3 16,3-3-3-16,-2-2 5 0,3-1-6 0,0-1-4 15,2-1 0-15,1 0-2 0,2-5-3 0,0 0 2 16,-4 10 3-16,4-10 1 0,0 0-2 0,13 0 1 16,-2 0-5-16,3-4 4 0,5-1-4 0,2 1 3 15,7-3-7-15,3 1 1 0,-3-2-5 0,2 1-6 16,-3-2-28-16,3 3-19 0,-10-3-31 0,6 2-31 15,-7 1-25-15,1-1-35 0,-2-1-23 0,3 1-22 16,-1 1-27-16,-5-2-126 0,2 0-404 0,-2 0 179 0</inkml:trace>
  <inkml:trace contextRef="#ctx0" brushRef="#br0" timeOffset="168445.33">21499 12016 219 0,'3'-7'217'0,"-3"7"-20"0,0 0-21 0,2-6-11 16,-2 6-17-16,0 0 2 0,0 0-6 0,0 0 1 16,14 11-2-16,-10-3-4 0,1 2-5 0,-1 1-3 15,0 6 11-15,0 0-12 0,-2 1-7 0,2 1-6 16,-1-1-6-16,-2 0-7 0,1 0-3 0,0 3-8 16,-1-2-6-16,-2-1-2 0,1 0-5 0,-2 0 0 15,1-2-4-15,1-2-7 0,-2-2-5 0,0-2-6 16,2 0 5-16,0-2-20 0,0-8-2 0,0 14-1 0,2-10-5 15,0 3 3-15,-2-7-7 0,3 8 0 0,-1-4-8 16,-2-4 13-16,8 6-13 0,-8-6 1 16,14 0-3-16,-1-2-2 0,5 0 0 0,-2-1-1 15,6 0-9-15,5-3 7 0,0-1-4 0,-7 5-4 16,1-3 3-16,-2 1 1 0,-1 0-15 0,1 2-13 0,-2-3-13 16,-1 2-22-16,-3-1-12 0,-4 2-18 0,1-2-19 15,-1 1-19-15,-3 2-19 0,-6 1-28 16,0 0-30-16,17-5-25 0,-17 5-34 0,6-3-206 0,-6 3-499 15,0 0 221-15</inkml:trace>
  <inkml:trace contextRef="#ctx0" brushRef="#br0" timeOffset="169609.15">19155 12813 59 0,'-19'0'107'0,"1"2"2"0,0-2-2 0,0 2-16 16,4-2 7-16,0 1-4 0,2-1 1 0,-1 2-11 16,0-1 3-16,4-1 3 0,0 1-7 15,0-1-1-15,-1 1 4 0,2 1-7 0,-1 0-4 16,9-2-2-16,-15 3 1 0,9-3-7 0,6 0-1 16,0 0-1-16,-13 0-3 0,13 0-7 0,-8 0-3 0,8 0-5 15,0 0-6-15,0 0-1 0,0 0-5 0,0 0 3 16,0 0 0-16,0 0-2 0,32 3 1 15,-2-2 17-15,4-3-7 0,22 0-3 0,4 0-3 0,4 0-6 16,28-2 0-16,-27 0-1 0,37 0-6 0,1-3 0 16,0 1-5-16,6 0 1 0,5 1-4 0,0-3-3 15,0 1-2-15,7-3 0 0,-3 3-1 0,2-2-1 16,-1 0 0-16,-2 1-2 0,-1-1 4 0,-7 0-9 16,1 2-1-16,-4-4-1 0,-7 2 5 0,-3-1-4 15,-4-2 0-15,-1 2 3 0,-26 5-4 0,25-10 1 16,-30 8 4-16,-2-2 0 0,0 1 0 0,-2 0 1 15,-6-1-2-15,-13 4 1 0,-4-2 2 0,-1 3-2 16,-2-1 1-16,-9 0 2 0,2 1-2 0,-2 1 3 16,-3-1 6-16,-1 2-5 0,-4-2 2 0,1 3-1 15,-2-3 1-15,-2 3-6 0,2 0 3 0,-3 0-4 16,-3-1 0-16,-6 2-1 0,14-2-2 0,-14 2 1 16,8 0-3-16,-8 0 2 0,0 0 2 0,9-2-2 15,-9 2-1-15,0 0-2 0,0 0 1 0,0 0-1 16,7 0 1-16,-7 0-1 0,0 0 1 0,0 0-13 15,0 0-17-15,0 0-13 0,0 0-23 0,0 0-23 16,-30 3-30-16,17-2-35 0,-1 1-35 0,-4-1-38 16,-2 1-152-16,-9-2-406 0,0-1 181 0</inkml:trace>
  <inkml:trace contextRef="#ctx0" brushRef="#br0" timeOffset="172287.58">19172 13082 202 0,'0'0'207'0,"4"-6"-20"15,-4 6-15-15,0 0-17 0,2-9-14 0,-2 9-14 16,0 0-9-16,0 0-11 0,0 0 9 0,0 0-4 16,-6 34-14-16,3-17 4 0,2 4-6 0,-4 4 9 15,0 2-9-15,0-1-2 0,1 2-8 0,0-4-7 16,1 3-2-16,-2-1-4 0,3-1-6 0,1-6-4 15,-2 0-4-15,2-3-6 0,1 1-3 0,-2 1-6 16,2-3-4-16,2-3-5 0,-1 0-1 0,-1-1-5 16,1-2-2-16,-1 1 0 0,2-1-3 0,-1 0 0 15,0-2-10-15,-1-7-14 0,3 10-18 0,0-5-24 16,-3-5-24-16,4 5-37 0,-4-5-38 0,8 0-45 16,-8 0-50-16,0 0-156 0,18-15-423 0,-8 3 187 15</inkml:trace>
  <inkml:trace contextRef="#ctx0" brushRef="#br0" timeOffset="172477.84">19346 13293 2 0,'7'-7'167'0,"-7"7"-4"16,14-7-3-16,-5 5-13 0,3-3-3 0,4 1-7 15,4 2-13-15,0-2-8 0,0 1-13 0,2-1-8 16,-1 2-10-16,-1 1-10 0,0 1-8 15,-1-2-17-15,0 2-33 0,-7 2-28 0,1-2-26 0,-1 1-33 16,-2-1-31-16,0 1-26 0,-10-1-91 0,12 0-236 16,-12 0 104-16</inkml:trace>
  <inkml:trace contextRef="#ctx0" brushRef="#br0" timeOffset="172695.69">19539 13120 146 0,'0'0'200'0,"0"0"-14"16,-5-7-17-16,5 7-18 0,0 0-15 0,0 0-16 16,0 0-1-16,0 0-2 0,0 0 8 0,-4 23 1 15,4-8-4-15,2 5-10 0,0-1-13 0,0 0-9 16,1 7-5-16,0-2-12 0,-5 4-5 0,2-10-7 16,-1 3-7-16,2 3-3 0,1-5-3 0,1 6-12 15,-3-8-24-15,0 2-23 0,-1-2-35 0,1-1-48 16,1-4-61-16,0 0-57 0,-2-2-120 0,1-10-358 15,1 15 158-15</inkml:trace>
  <inkml:trace contextRef="#ctx0" brushRef="#br0" timeOffset="173163.8">19937 13051 193 0,'2'-5'226'16,"-2"5"-21"-16,5-5-19 0,-5 5-22 0,0 0-9 16,0 0 1-16,0 0-3 0,9 14-6 0,-8-3-12 15,2 7-5-15,-5 1-9 0,5 8-4 0,-4 2-14 16,2-1-10-16,-1 1-7 0,0-2-7 0,1-1-8 16,-1-1-7-16,0-6-5 0,-2-2-5 0,3 1-7 15,0-1-3-15,-1-5-3 0,1 1-2 0,1-2-5 16,-4-3-2-16,2 1-3 0,0-9-4 0,2 10-1 15,-2-10-4-15,1 9 3 0,-1-9 1 16,0 0 5-16,-1 10 9 0,1-10 8 0,0 0 6 0,0 0 2 16,0 0-2-16,0 0-5 0,0 0-4 15,0 0-8-15,0 0 1 0,0 0-9 0,6-26-1 0,-3 14 0 16,3-2-6-16,2 0 0 0,1-4-6 0,1 2 2 16,0 1-5-16,0 2-2 0,4-1-1 0,-2 3 1 15,1-1-1-15,1 1-5 0,-1 2 0 0,3 1-3 16,-2 1-1-16,-1 3 0 0,-3 2-1 0,2 2-3 15,2 2 0-15,-4 0 5 0,1 3-2 0,0 2 2 16,-2 2-5-16,-2 0 1 0,3 1 2 0,-4 0 0 16,-1 2 4-16,-1 0-5 0,-1 0 4 0,2 0-3 15,0 3 6-15,-3-4-7 0,0 2-22 0,0-1-19 16,-2-1-23-16,0 1-29 0,-2-2-34 16,2 0-39-16,0-10-40 0,2 14-33 0,-2-8-209 0,0-6-486 15,0 0 215-15</inkml:trace>
  <inkml:trace contextRef="#ctx0" brushRef="#br0" timeOffset="173511.29">20488 13288 214 0,'2'-9'219'0,"-2"9"-11"0,0 0-13 0,0-8-20 16,0 8-18-16,0 0-13 0,0 0-4 0,0 0-2 15,0 0 0-15,-9 19-6 0,2-8-11 0,3 1-11 16,2 0-9-16,-3 2-13 0,2-4-6 0,2 3-9 15,0-2-9-15,-1 1-1 0,4-1-7 0,0 1-4 16,1-2 0-16,2 0-10 0,0-1-2 0,1-2 0 16,3 2-5-16,1-5 0 0,1 1 4 0,-1-3 1 15,5 0-1-15,-2-2-2 0,2-3-4 0,-2-1-2 16,4 1 7-16,-6-2-1 0,1-1-2 0,-2 0-1 16,-2-1-1-16,-2-2 0 0,-1 0 1 0,-2-4-10 15,-2 3 2-15,-1-2-4 0,-3 0-3 0,-2-4-5 16,-2 4 1-16,-2-3-4 0,-1 2-2 0,2 2-1 15,-1 1 3-15,-1 3-8 0,2 0-5 0,0 0-5 16,2 4-5-16,-4 0-15 0,2 0-12 0,8 3-13 16,-14 2-12-16,14-2-22 0,-15 4-28 0,7 1-32 15,8-5-38-15,-12 8-34 0,9-4-39 0,0 0-132 16,3-4-421-16,0 0 187 0</inkml:trace>
  <inkml:trace contextRef="#ctx0" brushRef="#br0" timeOffset="173959.29">20919 13082 126 0,'0'0'206'0,"-1"-3"-15"16,1 3-13-16,0 0-23 0,0 0-14 0,0 0-12 15,14-2-8-15,-14 2-15 0,14-1-9 0,-14 1-6 16,24 0-2-16,-12 0-11 0,5-3-5 0,0 2-3 15,1 1-8-15,-4 0-1 0,-4-1-5 16,2-1-3-16,-12 2 3 0,15-1-5 0,-15 1 0 0,10 3-3 16,-10-3-5-16,0 0-5 0,13 0-4 0,-13 0-3 15,0 0 11-15,8 8 6 0,-8-8 0 0,-4 11-3 16,1-3 5-16,0 5 1 0,-3 2 3 0,-1 0 0 16,-1 3-1-16,-2-1-1 0,-2 6 2 15,2-6-4-15,0 0 1 0,1 0-5 0,-4 5-3 0,2-4 0 16,0-3-6-16,1 1-3 0,-1-4-3 0,4-1-2 15,-1-1-1-15,3-2-5 0,0 2 1 0,2-3-4 16,-1-4-2-16,1 4-2 0,3-7 0 0,-5 9-3 16,5-9 0-16,-3 5-4 0,3-5 0 0,0 0 0 0,0 0 4 15,0 0-4-15,0 0-1 0,13 6 7 16,-3-6-6-16,3 0-2 0,5-2 1 0,-5 0-1 16,7 0 1-16,-2 0-3 0,3-1 0 0,2 0-4 15,2-2-7-15,-4 4-16 0,0-2-23 0,-1-1-28 16,0 1-26-16,-1 1-35 0,-2 0-30 0,-3 0-25 15,3-3-22-15,-5 3-30 0,0-2-170 0,-3 1-443 16,2-1 196-16</inkml:trace>
  <inkml:trace contextRef="#ctx0" brushRef="#br0" timeOffset="174314.91">21489 13153 199 0,'0'0'223'0,"2"-7"-9"15,-2 7-12-15,0 0-16 0,0 0-19 0,0 0-18 16,0 0-9-16,0 0 4 0,0 0 1 0,0 0-2 16,7 15-5-16,-7-5-1 0,0 2-7 0,-1 0 1 15,1 4-11-15,0 3 6 0,-2-2-9 0,1 2 2 16,-2 0-5-16,-1-1-2 0,3 1-3 0,-1-1-2 16,-2 0-11-16,1-1-8 0,1-1-1 0,1 0-6 15,-2-3-11-15,3-1-9 0,-1-1-15 0,2-1 2 16,-2 0 1-16,1 0 10 0,0-10-20 0,-2 12 8 15,4-6-15-15,-2-6 0 0,1 9-19 0,-1-9 13 16,1 9-3-16,-1-9 3 0,3 5-5 0,-3-5 4 16,5 5-5-16,-5-5 5 0,11 3-8 0,-3-3 4 15,2 0 0-15,2-3-1 0,1 1 2 0,6-3-10 16,0 0 0-16,1-2-15 0,2 1 10 0,5-3-24 16,-8 1-11-16,2 0-32 0,-2 1-26 0,-3 0-31 15,1-1-30-15,-2 0-33 0,-2 2-37 0,-3 0-45 16,1-1-58-16,-6 2-194 0,-5 5-557 0,8-10 248 15</inkml:trace>
  <inkml:trace contextRef="#ctx0" brushRef="#br0" timeOffset="182705.49">19251 13754 34 0,'0'0'72'0,"0"0"-7"16,0 0-14-16,0 0-17 0,0 0-17 15,0 0-23-15,0 0-39 0,0 0-48 0,0 0 21 16</inkml:trace>
  <inkml:trace contextRef="#ctx0" brushRef="#br0" timeOffset="183224.41">19176 13631 46 0,'-3'8'27'16,"3"-8"-16"-16,0 0-25 0,0 0-16 0,0 0 8 16</inkml:trace>
  <inkml:trace contextRef="#ctx0" brushRef="#br0" timeOffset="183910.55">21551 12137 14 0,'0'0'25'0,"0"0"-8"16,-10 4-8-16,10-4-21 0,-7 3-11 0,0-1 6 15</inkml:trace>
  <inkml:trace contextRef="#ctx0" brushRef="#br0" timeOffset="185835.45">22626 12405 92 0,'-7'-5'207'0,"7"5"-9"0,0 0-5 0,-7-4-16 0,7 4-9 15,0 0-15-15,0 0-20 0,0 0-13 16,10-13-8-16,-1 9-13 0,6 2-11 0,2-6-7 16,5 5-9-16,7-4-6 0,0 2-7 0,4 1-6 15,-1-1-6-15,0 3-6 0,-2 0-6 0,0 1-20 0,-10 0-25 16,2-1-33-16,0 1-24 0,-2 0-35 15,-2 1-33-15,0 0-34 0,-7 1-112 0,0-1-304 16,-4 0 135-16</inkml:trace>
  <inkml:trace contextRef="#ctx0" brushRef="#br0" timeOffset="186019.55">22684 12487 130 0,'-10'2'150'0,"10"-2"-8"16,0 0-8-16,0 0-3 0,0 0-6 0,0 0-20 16,0 0-7-16,0 0-11 0,25 6-7 0,-7-6-20 15,0-1-22-15,1-2-35 0,4 2-31 0,6 0-35 16,-8-2-48-16,7-1-70 0,-8-1-194 0,7-4 86 16</inkml:trace>
  <inkml:trace contextRef="#ctx0" brushRef="#br0" timeOffset="186308.53">22768 12093 12 0,'-10'-3'173'16,"0"0"-7"-16,2 2-8 0,8 1-9 0,0 0-3 15,0 0-13-15,0 0-15 0,0 0-5 0,31 18-11 16,-11-12-9-16,12 3-9 0,-1 1-8 0,2 1-7 15,-1-1-7-15,-1 2 2 0,-3 1-11 0,-3 1-6 16,-2 1-1-16,-3 2-2 0,-8-1-4 0,0 0-2 16,-4 3 0-16,-1-2-3 0,-4 8-2 0,-5-6 0 15,-4 5-4-15,-3 0 3 0,-3 0-5 0,-1 0 2 16,-3 0-7-16,-3-2 2 0,4 3-4 0,-5-3-2 16,1 0 1-16,-1-2-5 0,1 1-11 0,6-7-21 15,-1 1-24-15,4 1-36 0,2-3-35 0,4-3-36 16,-2-1-178-16,3 1-355 0,3-3 157 0</inkml:trace>
  <inkml:trace contextRef="#ctx0" brushRef="#br0" timeOffset="186839.15">23799 12023 12 0,'0'-10'202'0,"0"0"-2"16,-1 1-3-16,1 9-6 0,-2-12-9 0,2 12-17 15,2-7-15-15,-2 7-18 0,0 0-15 0,0 0-13 16,0 0-10-16,0 0-13 0,0 0-3 0,0 0-9 15,7 28 0-15,-5-10 2 0,-1 1-2 0,1 7-10 16,0 1 2-16,0 1-4 0,-1-3-7 0,0 2-4 16,2 0 3-16,-1-1 0 0,1-7-6 0,-3 1-5 15,2-2-1-15,-2-1-5 0,2 0-3 0,-2-4 0 16,1-2-1-16,-1-2-8 0,0 1 1 0,1-2-6 16,-1-8 10-16,-1 11-8 0,1-11-1 0,2 8 0 15,-2-8 9-15,0 7 8 0,0-7 13 0,0 0 7 16,0 0-5-16,0 0-4 0,0 0-4 0,0 0-4 15,0 0-7-15,0 0-1 0,4-23-3 0,-1 12 1 16,1 1-6-16,2 1-6 0,3-2-1 0,-1-2-3 16,1-1 1-16,1 6-5 0,-1 3 1 0,0-2-4 15,-2 2 0-15,4 0-1 0,-2 3 1 0,-2 2-5 16,5 0 1-16,-5 2-3 0,4 1 4 0,0 2-6 0,-3 0 3 16,-1 3 1-16,1-1-1 0,0 3 0 0,-4 0 3 15,1 2-4-15,0-2-10 0,-3 0-11 16,1 3-14-16,0-1-12 0,-2 0-21 0,-1 2-30 15,1-3-31-15,-2 3-40 0,1-3-32 0,-1 0-42 0,-2 0-146 16,3-2-426-16,-1-3 189 0</inkml:trace>
  <inkml:trace contextRef="#ctx0" brushRef="#br0" timeOffset="187075.52">24281 12286 152 0,'4'-8'228'0,"-3"3"-11"0,-1 5-13 16,2-10-19-16,-2 10-23 0,1-7-14 0,-1 7-14 16,0 0-10-16,0 0 0 0,0 0-9 0,0 0-3 15,0 31-13-15,-1-19-7 0,1 2-9 0,-2-3-6 16,1 8-6-16,1-4-8 0,-4 3-6 0,3-5-1 16,-1-1-10-16,0 5 0 0,1-5-10 0,0 4 19 15,-2-4-7-15,3-1-25 0,0 2-33 0,-4-3-34 16,2 1-38-16,0-1-53 0,1-3-44 0,0 1-206 15,-2-3-417-15,3-5 186 0</inkml:trace>
  <inkml:trace contextRef="#ctx0" brushRef="#br0" timeOffset="187261.34">24258 12221 1951 0,'-1'-16'25'16,"0"5"73"-16,-1-1-33 0,0 3-18 0,1-1-7 15,1 10-7-15,-2-12 11 0,2 12 4 0,-2-8-9 16,2 8-5-16,0-8-3 0,0 8-4 0,0 0-8 16,0 0-9-16,0 0-13 0,0 0-25 0,0 0-30 15,0 0-41-15,0 0-52 0,0 0-45 0,24 15-134 16,-14-11-357-16,3 2 158 0</inkml:trace>
  <inkml:trace contextRef="#ctx0" brushRef="#br0" timeOffset="187590.98">24761 12303 179 0,'0'0'253'0,"0"0"-8"16,0 0-7-16,0 0-16 0,0 0-14 0,0 0-22 15,0 0-15-15,0 0-18 0,0 0-15 0,0 0-8 16,0 0-13-16,9 1-9 0,-9-1-8 0,10 0-6 15,-10 0-10-15,21 1-4 0,-7-2-2 0,3 2-5 16,2-2-5-16,0 1-1 0,1 0-6 0,0-1-6 16,-3-1-2-16,-3 2-2 0,-1 0-1 0,-1 0 0 15,-3 0 0-15,2 0 3 0,-4-1-1 0,-7 1 0 16,10 0-1-16,-10 0-4 0,9 1 10 0,-9-1-13 16,0 0-8-16,12 2 2 0,-12-2-7 0,0 0-4 15,0 0 0-15,0 0-5 0,0 0-1 0,9-2 5 16,-9 2-24-16,0 0-17 0,0 0-26 0,0 0-29 0,0 0-33 15,0 0-55-15,0 0-68 0,0 0-63 16,0 0-219-16,0 0-550 0,0 0 244 0</inkml:trace>
  <inkml:trace contextRef="#ctx0" brushRef="#br0" timeOffset="190091.54">26965 11647 48 0,'0'0'149'0,"0"-10"-3"16,0 10 4-16,0-11-6 0,0 11-7 0,2-8-2 15,-2 8-8-15,0 0-5 0,0 0-17 16,2-10-10-16,-2 10-11 0,0 0-10 0,0 0-5 16,0 0-8-16,0 0-1 0,0 0-5 0,6 22 3 0,-5-10-5 15,1 4-4-15,0 4-1 0,2 3-3 0,-4-3-2 16,0 4-1-16,2 2-2 0,1-1 0 0,-3-6-6 15,0-1 2-15,2-1-7 0,-2 0-4 0,2-2 2 16,-2-1-2-16,0-3-3 0,3 0-3 0,-6-2 2 16,3-1-2-16,0-8-4 0,0 11 0 0,0-11 3 15,0 9 0-15,0-9 0 0,0 0 0 0,0 10 11 16,0-10 2-16,0 0 5 0,3 7 5 16,-3-7 4-16,0 0 2 0,0 0-4 0,0 0-4 0,0 0-2 15,0 0-3-15,0 0-6 0,0 0 0 0,0 0-3 16,0 0-3-16,2-23-3 0,1 15 5 0,-1 0-10 15,2-4 0-15,5 0-5 0,-1-3 3 0,4 3-5 16,-1-2-3-16,1 0 0 0,-1 3 2 0,4-1-6 16,-1 2 1-16,-3 3 0 0,1 0-2 0,1 3 0 15,-4-1 2-15,5 3-3 0,-6 1 0 0,3 2 0 16,-3 1 0-16,-2 4-4 0,1 0 3 0,-1 1 0 16,2 3 2-16,-2 2-1 0,-2-2 0 0,-3 3-1 15,3 0-1-15,-2 1 3 0,0-2 2 0,0 4-4 16,-2-3-1-16,3 3 1 0,-3-1-21 0,0-1-29 15,0-4-31-15,2 0-57 0,1 2-34 0,-3-3-49 16,0 1-175-16,4-6-433 0,-2 1 191 0</inkml:trace>
  <inkml:trace contextRef="#ctx0" brushRef="#br0" timeOffset="190411.33">27575 11775 90 0,'0'-10'215'16,"0"10"-5"-16,0-8-12 0,0 8-14 0,0 0-20 0,0-8-18 15,0 8-13-15,0 0-12 0,0 0-2 16,0 0-4-16,0 0-10 0,-13 26-5 0,6-14-9 16,1 5-3-16,-4 1-6 0,2 5-7 0,-1 0-5 0,-1 1-6 15,1-1-3-15,5-2-5 0,1-3-5 0,-3 1-2 16,1-2-1-16,1 2-4 0,2-2-1 0,-3 0-7 15,3-1-1-15,0 1-3 0,0-5-2 16,1 5-1-16,-1-5-5 0,0 1-2 0,2-2-2 16,0 1-1-16,0 0 1 0,0-2-5 0,0 1-3 15,0-3-14-15,0-1-17 0,0-7-23 0,0 14-30 0,0-7-25 16,0-7-25-16,0 0-21 0,-2 14-16 0,2-14-21 16,-4 4-27-16,4-4-123 0,0 0-356 15,0 0 159-15</inkml:trace>
  <inkml:trace contextRef="#ctx0" brushRef="#br0" timeOffset="190566.13">27432 12066 37 0,'4'-4'159'0,"-4"4"-13"16,6-7 0-16,-3 2-12 0,-3 5-9 0,14-4-11 16,-5 1-12-16,4 3-11 0,2-3-9 0,3 2-6 15,3-2-29-15,6 2-34 0,-4-1-27 0,5-1-37 16,-3 3-42-16,-3-2-93 0,-3 0-201 0,3-2 89 15</inkml:trace>
  <inkml:trace contextRef="#ctx0" brushRef="#br0" timeOffset="190987.53">27976 11653 19 0,'4'-11'189'0,"-2"-1"-4"0,1 7-1 15,-2-2-4-15,-1 7-16 0,4-10-18 0,-4 10-18 16,1-5-13-16,-1 5-11 0,0 0 15 0,0 0-4 16,-5 37-12-16,1-10-11 0,-3 0 3 0,0 3-12 15,3 1-1-15,-5 1-5 0,5-4-8 0,1 0 1 16,-2 0-1-16,1-3 0 0,-1 0-8 0,3-7-6 16,0-3-5-16,2-3-1 0,-2 0-6 0,4 1-5 15,-2-4-3-15,-4 0 4 0,3-2-9 0,1-7-4 16,0 11-3-16,0-11 5 0,0 8-7 0,0-8 5 15,0 0 7-15,0 0-4 0,0 0 0 0,0 0-3 16,0 0-5-16,0 0-1 0,0 0-2 0,14-16 0 16,-7 8-4-16,2-2-2 0,2-1 5 0,0-3-10 15,3 2-2-15,-1 1 1 0,1-1-2 0,-1 1-2 16,-1 6-1-16,0-2-4 0,-3 0 0 0,2 4 4 16,-3 2-5-16,1 1 1 0,-9 0 0 0,15 4-2 15,-7 3 2-15,-2-3-2 0,1 4 0 0,-3 1 6 16,3-1-3-16,-3 2-3 0,-1 2 2 0,1-1 5 15,-2 1-6-15,-1-1 2 0,1 0-11 0,-2-1-25 16,0 1-21-16,1 1-24 0,-1 0-44 0,1-2-49 16,1 0-34-16,-2 0-206 0,0-10-450 0,2 12 200 15</inkml:trace>
  <inkml:trace contextRef="#ctx0" brushRef="#br0" timeOffset="191384.55">28263 12143 31 0,'0'0'183'0,"7"-4"-1"0,-7 4-8 16,6-8 0-16,-2 3-7 0,5 0-16 16,-4-2-13-16,3 1-9 0,-1 1-11 0,3-2 4 0,-1 0-3 15,-1-1-6-15,1 0-9 0,3-3-10 16,-2 1 1-16,0-3-4 0,1 1 10 0,0-2-13 0,-2 0-6 16,2-3-4-16,-4 1-4 0,-1 3-9 0,-1-3-4 15,-2 4-2-15,0 1-8 0,-1 0 0 16,-4 2-3-16,2 1-7 0,0 8 0 0,0-11-7 15,0 11-5-15,-3-12-3 0,3 12-3 0,-3-7-7 16,3 7 1-16,0 0-1 0,-5-3-7 0,5 3 6 0,0 0-7 16,0 0-2-16,0 0-1 0,0 0 3 0,0 0 1 15,0 0-3-15,0 0 1 0,0 0 0 16,0 0 1-16,19 12-2 0,-10-10-1 0,2 2-1 16,1-2 0-16,0 0 0 0,0 2-4 0,-4-1-1 0,0 1-2 15,-1 1 0-15,0 0 4 0,-1 0-2 0,-2 1-2 16,-1 2 2-16,0-1-1 0,-1 3 1 0,-1-1 1 15,0 4 2-15,-1-3-3 0,0 4 1 16,-1-4-1-16,-2 2 3 0,2 5-2 0,-1-6-14 16,-2 4-21-16,1-4-31 0,1 3-41 0,-2-3-42 0,2 1-40 15,0 0-28-15,1-2-21 0,-1 3-141 16,2-13-410-16,-2 17 182 0</inkml:trace>
  <inkml:trace contextRef="#ctx0" brushRef="#br0" timeOffset="192073.8">27180 12475 102 0,'-11'0'158'0,"11"0"-7"0,0 0-5 0,-7 0-4 0,7 0 0 16,0 0-3-16,-9-3-5 0,9 3-5 0,0 0-5 15,0 0-5-15,0 0-10 0,0 0-5 0,-9-3-6 16,9 3-11-16,0 0-9 0,0 0-4 16,0 0-5-16,0 0-6 0,33-1 1 0,-6 2-2 0,10-1-6 15,18-4-5-15,8 4 0 0,29-3-8 0,-4 1-3 16,-23-2 0-16,27 1-4 0,-31-1-3 0,33 1-5 16,-29 1 0-16,23-1-3 0,-23 2-2 0,3-4 1 15,25-3-7-15,-29 5 4 0,-5-2-4 0,-4 0-3 16,2 2-3-16,-4-3 1 0,-2 1 1 0,-16 3 4 15,-3-3 4-15,-2 3 0 0,-2 0 3 0,-8 0-2 16,1-2 3-16,-3 2 1 0,-1 0 1 16,-4 1 4-16,-1 1-1 0,-2-1-3 0,0 0-2 0,-10 1-2 15,12-1-1-15,-12 1-5 0,8-4-1 0,-8 4-4 16,10 0-3-16,-10 0 2 0,0 0-2 0,9-2 3 16,-9 2-5-16,0 0 1 0,0 0-8 0,0 0-14 15,7-1-13-15,-7 1-17 0,0 0-26 0,0 0-25 16,0 0-46-16,0 0-46 0,0 0-59 0,-18 14-171 15,18-14-450-15,-23 3 200 0</inkml:trace>
  <inkml:trace contextRef="#ctx0" brushRef="#br0" timeOffset="193157.62">27070 12683 171 0,'-4'-11'197'0,"-1"-2"-18"0,3 4 4 0,-3-1 4 16,4 1-8-16,0 0-8 0,1 9-13 0,-3-11-13 15,3 11-14-15,-2-10-17 0,2 10-12 0,-2-6-14 16,2 6-8-16,0 0-9 0,0 0-7 0,0 0-4 0,0 0-3 16,2 26-1-16,-2-14-5 0,0 5-6 15,2-1-1-15,-4 3-5 0,2 0-1 0,2-2-5 16,-4-1-2-16,4 2 7 0,0-1-4 0,-2 0-1 15,0-2-4-15,0-2-4 0,1 0-2 0,-1 2-3 16,0-4 1-16,1 2-4 0,-1-2 2 0,4-1-3 16,-4-1-4-16,2 3 1 0,0-2 3 0,-2-1-5 15,2-2-10-15,-2 3-17 0,3-4-17 0,-3 1-26 16,0-7-35-16,1 11-29 0,-1-11-32 0,1 8-21 0,-1-8-28 16,2 8-153-16,-2-8-387 0,0 0 171 0</inkml:trace>
  <inkml:trace contextRef="#ctx0" brushRef="#br0" timeOffset="193351.15">26823 13014 109 0,'0'0'146'0,"0"0"-2"0,0 0-6 0,31 9-19 0,-12-7-3 16,7-3-21-16,8 2 3 0,0-1-13 0,1 1-6 15,1-2-15-15,2-1-25 0,-4 3-28 0,0-3-23 16,2-1-41-16,-4 2-34 0,-6-2-96 16,-8 1-196-16,-1 1 87 0</inkml:trace>
  <inkml:trace contextRef="#ctx0" brushRef="#br0" timeOffset="193780.14">26899 13195 19 0,'-2'6'160'0,"2"-6"-2"15,0 0-8-15,14 4-15 0,-2-2-3 16,2-2-14-16,2 0-8 0,4 0-8 0,-4-2-9 0,6 1-6 16,-3-3-3-16,2 3-1 0,-9-1-5 0,1 0-6 15,-1 1-4-15,-5-1-3 0,-7 2-12 0,13-1-2 16,-7 1-4-16,-6 0-3 0,10 1-5 0,-10-1 0 15,4 5 10-15,-4-5 3 0,0 0-3 0,-9 20 1 16,2-9 1-16,-2 4-4 0,-1 0 16 0,-3 0-3 16,1 1-1-16,-3 4-5 0,0 1-5 0,-3-1-1 15,5-3-7-15,2-2-3 0,-1 1 0 16,-1-1-7-16,3-1 1 0,0-1-3 0,1-3-1 0,2-1-3 16,0 0-2-16,2-2-4 0,1-2-1 0,0 1 2 15,0-1-1-15,4-5-1 0,-1 7-1 0,1-7 0 16,0 0 2-16,-4 6-3 0,4-6-3 0,0 0 2 15,0 0 0-15,9 4-1 0,0-4-1 16,2 0-1-16,-11 0-4 0,20-3 3 0,-8 2-2 0,-1-1 1 16,7 1-5-16,-3 0-1 0,2 0-1 0,2 0-15 15,-5 0-26-15,5 1-27 0,0-2-29 0,1 1-37 16,-2 0-27-16,0 0-34 0,-2 0-28 0,-2-1-162 16,-3 0-413-16,-1 1 183 0</inkml:trace>
  <inkml:trace contextRef="#ctx0" brushRef="#br0" timeOffset="194062.47">27288 13369 78 0,'0'0'192'0,"0"0"8"16,0 0-8-16,0 0-5 0,0 0-8 0,0 0-4 16,0 0-1-16,0 0-6 0,-5 26-5 0,1-16-7 15,2 3-5-15,2-1-8 0,-2-1-8 0,2 2-5 16,-1-1-15-16,0-1-6 0,-3 2-5 0,4-2 0 15,0 0-11-15,0 0-2 0,0-1-8 16,0-3-4-16,0 0-8 0,0-7-6 0,4 15-1 0,-3-11-4 16,-1-4 1-16,3 10 7 0,-3-10-6 0,6 6 6 15,-1-2-17-15,1-4-3 0,1 3-1 0,-7-3-8 16,16 1-1-16,-9 0-8 0,4-2-15 0,0 0-28 16,2 1-22-16,1-3-23 0,-1 2-30 15,5-5-29-15,-5 2-34 0,4-2-33 0,0 0-49 0,0-3-55 16,-2 2-183-16,1-3-509 0,-1 3 226 0</inkml:trace>
  <inkml:trace contextRef="#ctx0" brushRef="#br0" timeOffset="194383.94">27725 13173 147 0,'-4'-4'203'0,"4"4"-9"0,0 0-10 0,0 0-9 15,-5-6-19-15,5 6-12 0,0 0-15 0,0 0-11 16,19-8-8-16,-10 6-9 0,4-2-10 0,-1 2-7 15,5 0-6-15,3 1-6 0,1-4-9 0,-4 5-8 16,4-3 3-16,-1 0-12 0,3-3-11 16,-5 4-21-16,-5 0-22 0,6 0-31 0,-6 1-23 0,-4-2-46 15,2 1-35-15,-1 0-40 0,-10 2-103 0,12-2-309 16,-12 2 136-16</inkml:trace>
  <inkml:trace contextRef="#ctx0" brushRef="#br0" timeOffset="194613.2">27912 12988 127 0,'0'0'179'0,"0"0"-10"0,0 0-3 16,0 0-9-16,0 0 16 0,0 0-4 0,-9 24-12 16,5-12-5-16,1 3-14 0,-1-1-13 0,2 2-4 15,-3 1-12-15,3 0-5 0,0-2-11 0,-1 4-11 16,-1-3-5-16,6-3-10 0,-5 2-3 0,1 1-4 15,1-2-8-15,-2-3-4 0,1 0-18 0,0 1-24 16,0-2-30-16,2 1-38 0,0-2-50 0,0-2-49 16,2 0-45-16,-2-7-138 0,0 0-371 0,0 16 164 15</inkml:trace>
  <inkml:trace contextRef="#ctx0" brushRef="#br0" timeOffset="195085.6">28215 12834 150 0,'2'-4'220'0,"1"-3"-20"16,-3 7-16-16,1-8-16 0,-1 8-17 0,0 0-7 15,0 0 0-15,0 0-3 0,0 0 4 0,3 22-9 16,-3-9-6-16,0 5-13 0,-2 3-2 0,2 2-8 15,-1 2-3-15,-1 1-6 0,0-2-6 0,0-4-3 16,2 0-4-16,-2-1-12 0,0-2-3 0,4 2-4 16,-4-1-10-16,1-5-3 0,1-3-4 0,0 3-2 15,-2-3-3-15,2-3-4 0,0-7-9 0,0 13 1 16,0-13-5-16,0 9 1 0,0-9-2 0,0 0 0 16,0 8 2-16,0-8 3 0,0 0 17 0,0 0 0 15,0 0 0-15,0 0-7 0,0 0-11 0,0 0-1 16,16-17 1-16,-7 10-5 0,-2-5-1 0,1 2-4 15,1 1-1-15,-3 1-2 0,6-1-6 0,-3 1 0 16,-1 0 1-16,3-1-6 0,-2 4 3 0,-2 1-7 16,2-1 2-16,-3 1-1 0,0 3-4 0,-6 1 3 15,14-1-3-15,-14 1 9 0,12 6-9 0,-6-2-2 16,0 2-3-16,-2 2 1 0,1 2 5 0,-1-2 4 16,-2 2-5-16,0 0-2 0,2-1 6 0,-3 1-1 15,2 1-5-15,-3-1 1 0,0-3-12 0,0 0-33 16,0-7-27-16,0 13-30 0,0-7-41 0,0-6-52 15,1 11-44-15,-1-11-44 0,-1 10-177 0,1-10-500 16,0 0 221-16</inkml:trace>
  <inkml:trace contextRef="#ctx0" brushRef="#br0" timeOffset="195362.59">28579 13121 85 0,'0'0'204'0,"0"0"-12"0,0 0-1 15,0 0-11-15,4 15-9 0,-4-15-5 0,2 9-8 16,-2-9-10-16,3 11-9 0,-1-5-9 0,2-2-5 16,4 3-4-16,1-1-4 0,0-2-10 0,0 0-6 15,2 0-4-15,2-3-1 0,0 1-6 0,5-2-4 16,-6-3-2-16,1 1-2 0,0-4 2 0,-1 3-3 16,-3-2-5-16,3-2-3 0,-3 0-10 0,-1-1-5 15,-2-1-7-15,0-1-5 0,-2 1-8 0,-2-3-4 16,-2 0-3-16,0 12-7 0,-8-22-6 0,1 11-15 15,-2 3-13-15,-1 1-19 0,-1 0-19 0,-4-3-27 16,-4 6-21-16,0 1-37 0,-1 4-36 0,0 0-45 16,-7 4-45-16,0-2-161 0,4 1-454 0,-4 2 200 15</inkml:trace>
  <inkml:trace contextRef="#ctx0" brushRef="#br0" timeOffset="201904.96">27135 12722 22 0,'0'0'34'0,"0"0"-12"0,0 0-13 0,0 0-9 0,0 0-15 16,8 18-15-16,-8-18 6 0</inkml:trace>
  <inkml:trace contextRef="#ctx0" brushRef="#br0" timeOffset="213455.81">13877 16251 2 0,'-10'0'52'0,"0"0"-1"0,-3 0-10 0,-2 0 7 16,0 0 0-16,-1 0-2 0,-2 2-2 0,0-1 4 15,-2 1 1-15,0-1 2 0,-1-1-8 0,-3 1 7 16,3-1-4-16,2 3-7 0,0-2 1 0,-1 3 2 16,0 0-8-16,-3-3-5 0,4 1 8 0,0 1-10 0,1-2 7 15,7 2 4-15,0-2-12 0,2 1 8 16,0-2 6-16,9 0 3 0,-11 0 2 0,11 0-2 15,-12 1-2-15,12-1-5 0,-9 1 0 0,9-1 0 16,0 0-7-16,0 0-6 0,-6 2-1 0,6-2 3 16,0 0-5-16,0 0-1 0,0 0 1 0,0 0 3 15,0 0 2-15,27 2-2 0,-16-2 3 0,2-2-8 16,7 4 4-16,1-4-2 0,8 4 6 0,1-2-3 16,1 1-3-16,3-1 1 0,-3 2 0 0,7-2 0 15,-4 2-3-15,5-1-2 0,0 2 3 0,0-2-8 16,-1 1 3-16,13 1-4 0,-13 1 11 0,0-3-10 15,1 1 3-15,-1-1-6 0,-2 5 0 0,4-5-4 16,-1 0 2-16,-3 1-1 0,0 1 4 0,1-1 2 16,-1-1 6-16,0 1 0 0,1-3 2 0,-2 3 2 15,4 1 1-15,12-6-1 0,-14 6 4 0,3 0-5 16,11-2 3-16,1 0-7 0,-14 0-2 0,15 3-4 16,-14-1 7-16,0-3-1 0,13 4-3 0,-12-2-5 15,15 2 3-15,-4-2 0 0,-10 0 2 0,14 2-1 16,-6 0-3-16,3 0 4 0,0-2 0 0,-12-1-4 15,15 2 0-15,-2 1-26 0,2-4-1 0,2 3 7 16,0-3 3-16,1 0-1 0,-3 2-6 16,0 0 10-16,1 1 0 0,0-1 2 0,1-2-3 0,-2 2 5 15,-1-5-1-15,1 3 2 0,0 0 2 0,-1 0-3 16,-3 0-2-16,-12-1 2 0,14 2 2 0,-1-1 2 16,-13 1 2-16,-1-1 0 0,0 2 5 0,12-2-6 15,-15 0 2-15,3 0-1 0,-5-2-1 0,-2 2 7 16,-1 0 2-16,0 0 1 0,-11 0-2 0,3 2 2 15,-9-2 3-15,1-2-2 0,-4 2-2 16,-1 0-1-16,-9 0 1 0,14 0-2 0,-8 0-1 0,-6 0 5 16,9 2-3-16,-9-2 6 0,0 0 1 0,12 1 3 15,-12-1-2-15,0 0 2 0,0 0 1 0,0 0-3 16,9-1-1-16,-9 1-2 0,0 0 2 0,0 0-4 16,0 0-4-16,0 0 2 0,0 0-2 15,0 0 0-15,0 0-9 0,0 0-11 0,0 0-10 16,0 0-21-16,0 0-19 0,0 0-23 0,0 0-31 15,0 0-51-15,0 0-208 0,0 0-402 0,0 0 178 16</inkml:trace>
  <inkml:trace contextRef="#ctx0" brushRef="#br0" timeOffset="-213241.44">25875 17115 28 0,'0'0'143'16,"0"0"-12"-16,0 0 5 0,8-3-11 0,-8 3-2 15,0 0-15-15,0 0 3 0,0 0-23 16,0 0 7-16,0 0-11 0,0 0-3 0,0 0-13 16,0 0 2-16,0 0-15 0,0 0 1 0,0 0-4 15,-17-16-8-15,17 16-4 0,0 0 3 0,-9-3-7 16,9 3 6-16,-12-3-11 0,12 3 5 0,-15-2-7 0,15 2-1 16,-14-1-2-16,14 1 0 0,-13-1 0 0,13 1-1 15,-16-2-2-15,16 2-1 0,-11 0-3 0,11 0-2 16,0 0-1-16,0 0-7 0,-19-1 5 15,19 1 0-15,0 0-14 0,0 0 14 0,0 0-4 16,0 0 0-16,0 0 4 0,0 0-4 0,0 0 2 16,0 0 4-16,0 0-1 0,40 5 3 0,-19-6-2 15,8 2 3-15,3-3-4 0,1 2 4 0,1-2 1 16,7-1 1-16,10-1 9 0,-10 4 3 0,12-3 7 16,4 0-4-16,-3-3 4 0,2 3-3 0,1 1 2 15,-6-4-6-15,1 3 4 0,0-1-2 0,-12 0 2 16,10 2-4-16,-12-1 3 0,2 3-4 0,10 0 0 15,-10 0-4-15,11 0-7 0,-15 3 13 0,16-3-8 16,-14 0 0-16,0 3 4 0,-2-4-13 0,1 5 11 16,-4-2 0-16,-1 2 0 0,-11-2-3 0,0 0 0 15,8-1-4-15,-8 2 0 0,-8-2-3 0,-2-1-4 16,1 3 0-16,-12-3 0 0,15 1-3 0,-15-1 4 16,12 3-2-16,-12-3-4 0,9 1 1 0,-9-1-12 15,0 0 10-15,0 0 0 0,14 0 1 16,-14 0-2-16,0 0 2 0,0 0-14 0,0 0 12 15,0 0-3-15,0 0 4 0,0 0-1 0,0 0 2 16,0 0-12-16,0 0-16 0,0 0-16 0,0 0-19 16,0 0-21-16,0 0-27 0,0 0-36 0,0 0-23 15,0 0-48-15,-40-12-46 0,28 9-141 0,12 3-428 16,-23-8 189-16</inkml:trace>
  <inkml:trace contextRef="#ctx0" brushRef="#br0" timeOffset="-211826.8">24606 17088 39 0,'-4'-11'93'0,"4"11"-6"0,0 0 9 0,0 0-20 0,0 0 1 16,0 0-10-16,-5-10 6 0,5 10 0 16,0 0-12-16,-9-6-12 0,9 6 4 0,0 0 0 15,-8-7 0-15,8 7-1 0,0 0-4 0,-9-3 0 16,9 3-1-16,0 0-9 0,-11-6 0 0,11 6-3 0,-8-2 0 16,8 2 4-16,-6-2-10 0,6 2 3 0,0 0-7 15,-12 0 2-15,12 0-9 0,0 0-1 16,0 0-3-16,0 0 2 0,0 0 10 0,0 0-3 15,-6 11 5-15,6-11 9 0,0 0-9 0,23 10 6 16,-10-7-4-16,2 3 1 0,8-4-1 0,5 4 2 16,4 1 10-16,0-4 6 0,5 1 13 0,17-2-1 15,1 1 10-15,2 0 26 0,4-2-4 0,-3 0-4 16,5 1-6-16,-6-1 1 0,-1 1-11 0,-2 1 0 16,-3-2-11-16,3 2-8 0,-14-3 5 0,-3 0-4 15,-3 3 3-15,-5-2-1 0,-2-1 0 0,-7 1 5 16,-2-1-9-16,-5-1-9 0,-1 1 16 0,-12 0 5 15,15 1-2-15,-15-1 12 0,11 0-12 0,-11 0 7 16,10 1 5-16,-10-1-12 0,0 0-7 0,0 0 0 16,0 0-11-16,13-3-2 0,-13 3-6 0,0 0-7 15,0 0-12-15,0 0-10 0,0 0-16 0,0 0-20 16,0 0-15-16,0 0-27 0,0 0-30 16,0 0-40-16,0 0-46 0,0 0-58 0,0 0-65 15,0 0-173-15,0 0-524 0,-43 7 232 0</inkml:trace>
  <inkml:trace contextRef="#ctx0" brushRef="#br0" timeOffset="-211441.46">25470 17053 10 0,'21'2'41'0,"-1"0"-34"0,-2-1-17 0,-5 1-10 16,4-1 4-16</inkml:trace>
  <inkml:trace contextRef="#ctx0" brushRef="#br0" timeOffset="-51379.54">10162 12545 19 0,'0'0'37'0,"0"0"0"0,0 0-7 16,0 0-7-16,0 0-11 0,0 0-11 0,0 0-5 16,0 0 1-16,0 0-23 0,0 0-27 15,0 0 12-15</inkml:trace>
  <inkml:trace contextRef="#ctx0" brushRef="#br0" timeOffset="-50957.38">11002 12636 8 0,'0'0'55'0,"9"3"-15"0,-9-3-14 16,1 8-13-16,-1-8-27 0,-5 11-8 0,2-5-23 15,0-1 11-15</inkml:trace>
  <inkml:trace contextRef="#ctx0" brushRef="#br0" timeOffset="-46678.19">9967 12730 6 0,'0'0'15'0,"0"0"1"0,-2-7-2 0,2 7-5 16,0 0-2-16,0 0-1 0,0 0-5 0,0 0 1 15,0 0 1-15,0 0-4 0,0 0-5 0,0 0 1 16,0 0-1-16,0 0-5 0,0 0-11 0,0 0 6 15</inkml:trace>
  <inkml:trace contextRef="#ctx0" brushRef="#br0" timeOffset="-45021.92">8369 12508 2 0,'0'0'59'0,"0"0"-9"15,0 0-4-15,0 0-6 0,0 0-17 0,0 0-15 16,0 0-15-16,0 0-31 0,0 0-39 0,0 0 18 16</inkml:trace>
  <inkml:trace contextRef="#ctx0" brushRef="#br0" timeOffset="-23431.7">7845 4640 36 0,'0'0'47'0,"0"0"2"0,0 0 0 0,0 0-6 0,0 0-5 15,0 0-3-15,-18-16-5 0,18 16-3 0,0 0 0 16,0 0-3-16,-5-6-4 0,5 6-4 0,0 0-4 16,0 0-3-16,0 0 2 0,0 0 2 0,0 0-12 15,-5-7-10-15,5 7-5 0,0 0-1 0,0 0-19 16,-8-9-36-16,8 9-74 0,-10-4 33 0</inkml:trace>
  <inkml:trace contextRef="#ctx0" brushRef="#br0" timeOffset="-23042.36">6398 4223 28 0,'0'0'40'0,"0"0"5"0,0 0 5 0,0 0 7 16,0 0-7-16,0 0-8 0,0 0-4 0,0 0-6 16,0 0-7-16,0 0 1 0,0 0-6 0,-2-8 1 15,2 8-3-15,0 0-4 0,0 0 3 0,0 0-9 16,0 0-16-16,0 0-10 0,0 0-10 0,0 0-9 15,0 0-37-15,0 0-79 0,0 0 35 0</inkml:trace>
  <inkml:trace contextRef="#ctx0" brushRef="#br0" timeOffset="-2344.92">16360 2381 9 0,'-25'53'8'0,"5"0"4"0,4-1-1 0,3-2-4 15,8 2 5-15,-1-2-1 0,4-2 2 0,2 1-9 16,5 1 3-16,-5-1 2 0,4 0-5 0,-3 2 12 15,5-2-8-15,-1-3 1 0,-1 2 0 0,1-13-1 16,2 11 1-16,0-10-4 0,0 8 2 0,1-8-2 16,4 9-1-16,-6-12 3 0,2 2 1 0,1 0 4 15,2 9-7-15,-3-10 1 0,0 0 2 16,0-1-3-16,-1 2-1 0,2 9 1 0,-3 3-2 16,-2-11 8-16,-3-1-3 0,4 11-4 0,-6-11 4 15,-3-1 2-15,-1 0 0 0,-3 2 4 0,-1-3-3 16,-2 0-5-16,-2-3 9 0,0 0-7 0,-1-5 6 15,0 3-7-15,0-4 3 0,5-8 0 0,0 2 5 16,1-2-7-16,1-2-1 0,1 2 3 0,0-5-2 16,4-1 2-16,-2 1-3 0,4-11 1 0,-2 21-2 15,2-21 2-15,11 14-8 0,-2-7 9 0,9 0-7 16,11-3-14-16,6 1-17 0,17-4-16 0,3-1-23 16,-1 1-74-16,2-5 32 0</inkml:trace>
  <inkml:trace contextRef="#ctx0" brushRef="#br0" timeOffset="-1393.31">17147 2738 3 0,'0'0'25'0,"0"0"3"0,0 0-3 0,-10 0-5 0,10 0-4 15,0 0-1-15,0 0 9 0,0 0-7 0,0 0-4 16,0 0 0-16,0 0-6 0,0 0 3 15,0 0-7-15,0 0 6 0,0 0-5 0,0 0 3 16,25 5 0-16,-14-2 0 0,6 2-4 0,3-3 0 16,2 4-1-16,5 1 1 0,3-3 5 0,2 3-7 15,3-4 1-15,0 1-4 0,3-1 9 0,15 2-6 16,-3-1 5-16,4 2 9 0,-2-4-7 0,4 0-3 16,-2-1 3-16,5 1-2 0,-2 0 8 0,3-2-6 15,1 3 1-15,0-2-4 0,0-1 10 0,1 1-1 16,1-1 3-16,4 0 5 0,-6-1-8 0,5 2 3 15,-3-3 0-15,4 4-5 0,-3-4-1 0,26-1 1 16,-23 3-2-16,22-4-1 0,-24 6-12 0,29-5 17 16,-32 2-7-16,1 0 5 0,4 1-9 0,-1-1 9 15,-2 3-5-15,2-3 6 0,24 3-5 0,-31-1-1 16,2-1 0-16,0 0-3 0,2-1 1 0,-2 2 2 16,1-3 5-16,-1 3-4 0,-2-1 14 15,0-2-16-15,-7 2 20 0,-1-2-22 0,3 1 0 16,-15 1-1-16,14-2 0 0,-16 2 2 0,13 0 4 15,1 3-7-15,-13-2 10 0,12-2-3 0,1 1-1 0,1 0-5 16,-2 0 5-16,-9 0-5 0,10-1-1 0,2-3 3 16,-1-1 2-16,3 4-1 0,1-3-3 15,-5 1-1-15,4-1-5 0,5 2 0 0,-5-2 6 0,2 1-2 16,-2 1 5-16,0 1-4 0,1-1 6 16,-1 2-4-16,-4-1 7 0,1 1-14 0,-15-3 6 15,2 3-10-15,0-1 2 0,0 1-2 0,-2 0 8 16,-3 1 0-16,1 0-9 0,0-2 6 0,-3 4-5 15,2-3 7-15,-1 1-17 0,-1 1-2 0,-2-1-10 16,0 0-10-16,-2 2-4 0,-7-1-10 0,-1-2-49 16,0 2-109-16,0 0 50 0</inkml:trace>
  <inkml:trace contextRef="#ctx0" brushRef="#br0" timeOffset="-436.53">22677 2723 34 0,'0'0'30'0,"0"0"-6"15,0 0-3-15,46 1 2 0,-28-1 7 0,13-3-5 16,5 3 3-16,2-1-6 0,16 1 6 0,1 0 8 16,5 0-1-16,1 3-10 0,2-2-2 0,-1-1 4 15,5 3 5-15,-2-1 6 0,26 5-19 0,-29-6 7 16,29 4-8-16,-32-3 5 0,6 0 4 0,0 4-1 15,26-3-9-15,-27 2-3 0,25-3-3 16,-24 1 5-16,1 1-5 0,0-2 0 0,26 2 3 0,-28-1-6 16,1-1 2-16,-5 2 3 0,4-3 1 0,0 1-2 15,-1-1-6-15,1 2-2 0,-4 1-2 0,-1-4 3 16,-1 1 3-16,-4 1-1 0,0-2-1 0,-16 3-5 16,13-5 2-16,-1 4 3 0,-12-4 2 0,3 2-7 15,-5-1-5-15,4 0 6 0,1-1-3 16,-1-1 6-16,-2 0-9 0,0 1 0 0,1 0 9 15,1-2-2-15,9-2 3 0,-10 2-3 0,1 1-1 16,-2 1-2-16,-2-2-1 0,1 3-11 0,0 0 22 0,-1 0-3 16,0 1-3-16,0-3-3 0,-3 2 0 15,-1 1 9-15,1 1-7 0,0-1-9 0,0 0 4 16,3 1-2-16,0-1 4 0,-2 2-2 0,1-4 6 16,1 5-3-16,16-4-2 0,-2 1 2 0,-12-2 9 15,20 2-8-15,-3-1-4 0,-2 1-7 0,1-1 9 16,2-2 8-16,0 4 1 0,-1 1 7 0,-4-1-16 15,1 0 5-15,0-2-13 0,-14 1 20 0,2 3-12 16,-2-2-3-16,13-2 2 0,-15 1 4 0,-4 1 4 16,4 0-6-16,-3-2-3 0,2 1 6 0,0 2 3 15,2-2 0-15,-4 1 1 0,1 1-6 0,-5-2-4 16,2 0 7-16,1 1 0 0,-1-1-2 0,-1 0 1 16,1 0-2-16,2 0-10 0,1-1 8 0,2-3 3 15,5 2-3-15,-3-4 8 0,14 4-10 0,-15-2 7 16,0 3-6-16,1-3 7 0,0 1-7 0,-2 0 3 15,0 0 5-15,1 2-6 0,0-1 0 0,-1 1 4 16,1-1-7-16,-4 2-2 0,3-2-1 0,-3 1 0 16,2-2-6-16,-3 3 2 0,1 2 5 15,2-4-2-15,-1 4-3 0,2 0-1 0,1-2 1 0,0 0 7 16,-3 2-15-16,1-2-3 0,-2 2 2 0,-2-2-3 16,1 1-5-16,-4-1 4 0,3 2-3 0,-2-2-1 15,-1 1 8-15,-6 2-29 0,1-2-9 0,-5 0-45 16,1 0-108-16,-2 3 48 0</inkml:trace>
  <inkml:trace contextRef="#ctx0" brushRef="#br0" timeOffset="746.71">17131 3545 19 0,'-3'-7'35'0,"3"7"-2"0,0 0-4 16,-2-5-2-16,2 5 1 0,0 0-7 0,0 0 2 15,0 0-13-15,0 0 17 0,-3-8-7 0,3 8 1 16,0 0-4-16,0 0-4 0,0 0-1 0,0 0 2 15,0 0-6-15,0 0 3 0,0 0-5 0,0 0 5 16,0 0 0-16,30 11-5 0,-18-8 5 0,9 1-3 16,8 1-1-16,6 0-2 0,2-3 10 0,15 3-5 15,3-2 1-15,1 0 4 0,3 0-1 0,6-2 3 16,29 1 0-16,-31-1 0 0,31 1 2 0,0 1 4 16,-2 0-14-16,-1-1 2 0,-24-2-5 0,27 2 3 15,-3-2 2-15,-2 0-5 0,2 2 5 0,4-4 3 16,1-1 6-16,1 3-11 0,4 0-5 0,-3-1 7 15,0-1-3-15,5 1 6 0,-5 1-2 0,-2 0 5 16,2-1-3-16,2-1-2 0,0 1-2 0,1 1 4 16,1 0-2-16,-4 3 7 0,-1-2-7 0,2-1 3 15,-3 1 0-15,5 2-4 0,-2 0 4 0,4-3 2 16,3 2-3-16,-5 0 2 0,4 0 1 0,-2-2-3 16,-1 0-2-16,2 4 3 0,3-1-3 0,-2-1 13 15,1-1-12-15,-4 1 4 0,2-4-2 0,-3 3 2 16,-6 0 0-16,5 2 0 0,1-1 1 15,3 0-6-15,-3 3-2 0,1-5-1 0,-7 4 2 0,3-3-5 16,-2 2-6-16,-4-2 6 0,1-2-4 16,5-1-9-16,-4 1-5 0,-1 4 2 0,2-7-3 0,-5 2 5 15,-28 2-9-15,2 0 11 0,-1 0-5 0,1-3 2 16,-2 3 4-16,-2 0-6 0,-1 0 11 0,-6-1 0 16,-2 1-4-16,-11 0-5 0,-2-2-1 0,-1 2-6 15,-1-1 1-15,0 0 3 0,-2 0 4 0,-2 0-1 16,-1 0 5-16,-2 1-4 0,-8-1-2 15,2 1 1-15,-3-2 13 0,-2 1-9 0,4 1-7 16,-5-1 0-16,-2 1-8 0,-1 0-7 0,0 0-10 16,0 1-9-16,0-1-12 0,3 0-15 0,-6 0-47 0,2 0-129 15,-13 0 58-15</inkml:trace>
  <inkml:trace contextRef="#ctx0" brushRef="#br0" timeOffset="1266.96">25182 3546 40 0,'0'0'93'0,"25"1"-6"0,-4-2 2 0,8 1-6 0,2 2-7 16,1 0-1-16,6 1-5 0,1 0-10 0,-1 0-7 15,16 0 2-15,1-1-7 0,1 1 2 0,5 0-10 16,2 1 3-16,2-3-8 0,3 5 4 0,-3-5-6 16,28 4-1-16,-29-1-4 0,-1-3 3 0,2 2-3 15,0 0 3-15,25 0 0 0,-29-2-3 0,2 2-3 16,27-2 3-16,-28 2-4 0,3-2-5 0,23 2-8 15,-25-3 6-15,2-3-4 0,27 4 1 0,-31-1-1 16,6 0-1-16,-2 0-2 0,25-1-7 0,-25 2-2 16,-4-2 3-16,2 0-3 0,0 1 5 0,0-1-7 15,-3 0-4-15,0 1 7 0,5 0-9 0,-5 2 12 16,-2-4-6-16,-2 1-4 0,2 0-1 0,-1 3 6 16,0-1 0-16,-3 1-1 0,3 1 4 15,-1-5-9-15,-4 6 2 0,0-5 2 0,-13 1 0 0,-2-1 1 16,1 1 4-16,-2-3-4 0,0 3-3 0,-2 0-1 15,1 1 6-15,-2-1 0 0,-1 0-5 0,-1 0 1 16,-5 0 4-16,-6 2-3 0,0-4 3 0,-7 2-7 16,0-1-3-16,-3 2-14 0,-4-1-12 15,-6 0-22-15,13-1-17 0,-13 1-9 0,0 0-22 0,0 0-69 16,0 0-189-16,0 0 83 0</inkml:trace>
  <inkml:trace contextRef="#ctx0" brushRef="#br0" timeOffset="2609">17889 4377 2 0,'-21'1'20'0,"2"-1"-3"0,0 0 1 0,-1 0-5 0,1-1 7 16,-1 0 2-16,2 1 1 0,2-1 2 0,0 1-5 16,1-2 7-16,0 0-7 0,4 0-10 0,0 1 7 15,-3-1 7-15,2-1-7 0,1 0 9 0,-3 2-7 16,0-2-4-16,0 2 0 0,-7 1-5 0,5-2 1 16,-5 2 3-16,-1 3-13 0,-6-2 5 0,-1 1 6 15,2 0 3-15,-1 3-4 0,1-2 3 0,-1 1-4 16,6-3-3-16,3 1 4 0,-1 0 1 0,3 1-5 15,2-1 6-15,4-2 6 0,0 2 1 0,3-2 2 16,8 0 1-16,-11 2-4 0,11-2 1 0,-10 0 1 16,10 0-11-16,0 0 4 0,-9 1-4 0,9-1-4 15,0 0 6-15,0 0-8 0,0 0 4 0,0 0-2 16,0 0 4-16,44-1-4 0,-18-1 4 0,6 0 1 16,4-2 7-16,2 2 5 0,17-4-6 0,0 3 1 15,4-1 1-15,2 0-3 0,3-1 0 0,27 1 4 16,-30 2 1-16,32-2-10 0,-3 2 9 0,1-1 6 15,-1 2-4-15,-24 1 1 0,31 0-4 16,0 1-1-16,-5-1 1 0,-2 2 0 0,-23-1-11 16,27 3 9-16,-3 2-2 0,-26-2-10 0,1 0 10 0,23 5-6 15,-28-2-2-15,5 1 4 0,27-2-4 0,-4 3 5 16,-26-2-5-16,30 0-2 0,3 0-2 0,0 3-2 16,2-3 17-16,2 1-17 0,-3-1 2 0,5 0 0 15,7 0 3-15,-2-2 0 0,3 4 4 16,2-1-7-16,-3-1 5 0,6-2 0 0,-9 4-4 0,-1 0 2 15,3-1-1-15,3 2-2 0,0-1 1 0,3-2-11 16,-1 1 7-16,0 3-2 0,5-5-3 0,-4 1 1 16,5-3 4-16,-1 4-9 0,5-3 6 0,-3-2 1 15,3 1-4-15,-3-2-14 0,-5 1 21 0,-4-3 9 16,-5-1-17-16,-1 3 4 0,-6-1 5 0,-7 1-2 16,-28-2 0-16,0 3 0 0,1-3-4 0,-1 2 1 15,1 0-5-15,-1 3 1 0,0-2 9 0,2-3-14 16,-3 0 0-16,4 1 2 0,-5-1 5 0,1 0-6 15,0 1 1-15,-5-3 6 0,0 4 2 16,-2-3-1-16,-1 1-1 0,3-1 15 0,-7 0-2 16,-11 0 5-16,12-3-6 0,-13 4 1 0,0 0-2 0,13-3 5 15,-14 2-3-15,-3 1-6 0,2-2 8 0,3 1-7 16,-1-1-7-16,12-3 8 0,-11 1-4 0,11-1 11 16,-13 3-8-16,16-3 7 0,-16 3-7 15,1-2 3-15,12 1 2 0,-15 0 0 0,3 1-2 16,0 1-9-16,0-4 2 0,0 2 2 0,-2-2 1 0,1 4 3 15,2-1 4-15,-2 0-22 0,0 1 16 0,0-2 0 16,1 0-7-16,-1 1 0 0,-2 2-3 0,0-2 0 16,-1 2-4-16,-1 0-1 0,0-2 8 15,-2 4 1-15,0-4-3 0,1 2-2 0,-2 2 6 0,1-2-2 16,1 2 6-16,-1-2-7 0,2 1-1 16,-1 0 6-16,1 1-6 0,1 0 8 0,-7-3 0 0,1 2 16 15,0-3-12-15,-8 2-19 0,0 0 12 0,0 0 1 16,-3 0-4-16,-5-3-6 0,1 2 5 0,-1 1-7 15,-13 0-2-15,13-2-17 0,-13 2-7 16,12-4-5-16,-7 2-18 0,-5 2-15 0,4-4-18 16,-4 4-63-16,4-9-169 0,-4 9 75 0</inkml:trace>
  <inkml:trace contextRef="#ctx0" brushRef="#br0" timeOffset="90962.49">24442 3589 16 0,'-12'-1'26'16,"4"0"-5"-16,1-2-3 0,7 3 2 0,-17-1-3 15,8 1-2-15,9 0-2 0,-17 0 0 0,9-1-7 16,8 1 6-16,-14 0-4 0,5-1 6 0,9 1 2 15,-12 0-4-15,12 0-7 0,0 0 2 0,-12 0-2 16,12 0 7-16,0 0-6 0,0 0-2 0,-10-2-2 16,10 2 6-16,0 0-5 0,0 0 4 0,0 0-2 15,0 0 2-15,22 8 7 0,-1-6-9 0,6 0-5 16,8 0 3-16,2 3-1 0,15-2 1 16,1-2-10-16,-1-1 12 0,0 3 2 0,1-3-2 15,-1-2 0-15,-12 4 3 0,12-2-4 0,-12-2-4 0,10 1 6 16,2 1 7-16,-1-1-1 0,-14 0-2 0,3-1-1 15,0 2 2-15,14-3 5 0,-20 3 2 16,0-2-1-16,1 2 6 0,-5 0-6 0,0 0 0 16,-2-1 2-16,-8 1 3 0,-2 1-2 0,-4-2 0 15,-1 0 2-15,-4 1-2 0,2 0 10 0,-4 0-7 16,-7 0 11-16,14 0 0 0,-14 0 6 0,11-2-4 0,-11 2 1 16,6-1-4-16,-6 1 8 0,0 0-20 15,0 0-6-15,0 0 10 0,7-4-1 0,-7 4-11 16,0 0-6-16,0 0-17 0,0 0-16 0,0 0-15 15,-24-6-18-15,5 6-20 0,-3 1-62 0,-5 1-152 16,-6-1 68-16</inkml:trace>
  <inkml:trace contextRef="#ctx0" brushRef="#br0" timeOffset="92196.75">19753 4532 36 0,'-10'-1'65'0,"10"1"-4"16,0 0-10-16,-8-1-5 0,8 1-6 0,0 0-1 15,0 0-10-15,0 0-5 0,0 0 0 0,0 0 0 16,35 1-2-16,-4 2-1 0,7-1-3 0,21 1-3 15,31 1 10-15,0-1-5 0,2 0-1 0,3-3 1 16,4-3 3-16,7 3-1 0,6 0 1 0,1 0-3 16,3 0 4-16,7 4 3 0,-4-1-9 0,4-3 6 15,1 8-7-15,7-3 1 0,4-1 0 0,-1 5-1 16,2 0-6-16,4 2 5 0,-2-1-9 0,4 1 7 16,0 0-4-16,3 0-4 0,-3-3-9 0,0 1 7 15,-2-2-13-15,5 3-4 0,-5-1-16 0,-6-2-10 16,-9 2-15-16,-13-1-11 0,-3-2-53 0,-11 0-127 15,-31 0 55-15</inkml:trace>
  <inkml:trace contextRef="#ctx0" brushRef="#br0" timeOffset="92940.55">26706 4070 40 0,'0'0'111'0,"0"0"-9"15,0-11-4-15,0 11-7 0,4-9-6 0,1 4-14 16,0-1-12-16,1 1-1 0,-3-1-7 0,5-1-2 15,-1 4-8-15,0-1-5 0,0 1 1 0,-1-1-3 16,5 2-4-16,-1 1-1 0,-1-2-10 0,1 3 3 16,0 1-4-16,-3-1-8 0,-7 0 5 0,15 3-5 15,-8 1-7-15,0 0 0 0,-3 4 1 0,1-1-2 16,-1 4-3-16,-2 0 7 0,0 5-5 0,-2 1-6 16,-2 1-6-16,-2 2-1 0,-1 6-11 15,1-1-13-15,-5 1-9 0,0-1-9 0,0-2-5 16,-4 0-20-16,-1 0-56 0,1 1-147 0,1-8 65 0</inkml:trace>
  <inkml:trace contextRef="#ctx0" brushRef="#br0" timeOffset="93111.76">26540 4525 52 0,'0'0'38'0,"0"0"-16"0,0 0-19 0,0 0-23 16,0 0-21-16,0 0 10 0</inkml:trace>
</inkml:ink>
</file>

<file path=ppt/ink/ink32.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1-01-25T10:35:10.768"/>
    </inkml:context>
    <inkml:brush xml:id="br0">
      <inkml:brushProperty name="width" value="0.05292" units="cm"/>
      <inkml:brushProperty name="height" value="0.05292" units="cm"/>
      <inkml:brushProperty name="color" value="#FF0000"/>
    </inkml:brush>
  </inkml:definitions>
  <inkml:trace contextRef="#ctx0" brushRef="#br0">6657 5873 8 0,'0'0'14'0,"0"0"-5"16,0 0 1-16,0 0-1 0,0 0 1 0,0 0-3 15,0 0 0-15,0 0 3 0,0 0-4 0,0 0 2 16,0 0-3-16,0 0-3 0,0 0 2 0,0 0 1 15,0 0 1-15,0 0-3 0,0 0-4 0,0 0 5 16,0 0-3-16,0 0 3 0,0 0-3 0,0 0 1 16,0 0-2-16,0 0 6 0,0 0-5 0,0 0 6 15,0 0-1-15,0 0 2 0,0 0 2 0,-9 1-4 16,9-1 4-16,0 0-4 0,0 0 2 0,0 0 1 16,0 0-6-16,0 0 0 0,0 0 5 0,0 0-5 15,-6-8-2-15,6 8 6 0,0 0-4 0,0 0 1 16,0 0-3-16,0 0 2 0,0 0 0 0,-3-9-1 15,3 9 0-15,0 0-1 0,0 0 3 0,0 0-4 16,0 0 0-16,0 0-1 0,0 0 2 0,0 0 1 16,0 0-3-16,0 0 2 0,0 0-1 0,0 0-3 15,0 0-9-15,0 0 0 0,0 0-1 0,0 0 1 16,0 0-3-16,0 0-18 0,0 0-35 0,0 0 16 16</inkml:trace>
  <inkml:trace contextRef="#ctx0" brushRef="#br0" timeOffset="24855.34">6064 10103 47 0,'0'0'54'0,"0"0"-6"0,0 0-3 0,-2-9-6 15,2 9-1-15,0 0-4 0,0 0-10 0,0 0 4 16,0 0-7-16,0 0 3 0,0 0-7 16,0 0-3-16,4-9-3 0,-4 9 6 0,0 0-3 0,0 0-2 15,0 0-3-15,0 0-1 0,0 0-4 0,0 0 5 16,0 0-2-16,0 0 0 0,0 0 2 16,0 0-5-16,0 0 1 0,0 0 2 0,0 0-6 15,0 0 5-15,3-6-2 0,-3 6-2 0,0 0 7 0,0 0-12 16,0 0 8-16,0 0-5 0,0 0 3 0,0 0-4 15,0 0 3-15,0 0 2 0,0 0-1 0,0 0-3 16,0 0-1-16,0-8-1 0,0 8 0 0,0 0 3 16,0 0-3-16,0 0 1 0,0 0-1 0,2-9 5 15,-2 9 0-15,0 0-3 0,0 0 3 16,2-7-3-16,-2 7 2 0,0 0-2 0,0 0 1 0,0 0-1 16,0 0-1-16,0 0-1 0,0-9 1 0,0 9 2 15,0 0-1-15,0 0 3 0,0 0-4 0,0 0-1 16,0 0 4-16,-2-10-1 0,2 10-1 0,0 0 0 15,0 0-3-15,0 0 1 0,0 0 3 0,0 0-3 16,0 0-4-16,0 0-2 0,0 0-6 16,0 0-3-16,-2-7-6 0,2 7-10 0,0 0-1 0,0 0-5 15,0 0-30-15,0 0-75 0,0 0 33 0</inkml:trace>
  <inkml:trace contextRef="#ctx0" brushRef="#br0" timeOffset="26164.81">7685 10420 47 0,'0'0'43'0,"0"0"-2"0,0 0-4 15,0 0-5-15,0 0-4 0,0 0 5 0,0 0-10 0,0 0-3 16,0 0 2-16,0 0-5 0,0 0 3 16,0 0-4-16,0 0-4 0,0 0 1 0,0 0-1 15,0 0-2-15,0 0-4 0,0 0 0 0,0 0 4 16,0 0-4-16,0 0-2 0,0 0 3 0,0 0-1 16,0 0 1-16,0 0 2 0,0 0-3 0,0 0-6 0,-17-15 2 15,17 15 1-15,0 0 2 0,0 0 7 16,0 0-4-16,0 0-4 0,0 0 6 0,0 0-1 15,0 0-1-15,0 0-2 0,0 0 2 0,0 0-6 16,0 0 10-16,0 0-9 0,0 0 3 0,0 0-1 0,0 0-2 16,0 0 0-16,-2-8 0 0,2 8-3 0,0 0 4 15,0 0-6-15,0 0 6 0,0 0-7 0,0 0 6 16,0 0-3-16,0 0 1 0,0 0 0 16,0 0-1-16,0 0-4 0,0 0 6 0,0 0 1 0,0 0-2 15,0 0 2-15,0 0 0 0,0 0-2 0,0 0-1 16,0 0 0-16,0 0 4 0,0 0 3 0,0 0-10 15,0 0 6-15,0 0-3 0,0 0-1 0,0 0-5 16,0 0 6-16,0 0-3 0,0 0 7 0,0 0-6 16,0 0 4-16,0 0 2 0,0 0-1 0,0 0-5 15,0 0-2-15,0 0-5 0,0 0 9 0,0 0-1 16,0 0 4-16,0 0-10 0,0 0 6 0,0 0 1 16,0 0-2-16,0 0 1 0,0 0-9 0,0 0-5 15,0 0-10-15,0 0-6 0,0 0-17 0,0 0-33 16,0 0-86-16,0 0 38 0</inkml:trace>
  <inkml:trace contextRef="#ctx0" brushRef="#br0" timeOffset="29903.52">10373 10607 1 0,'0'0'41'0,"0"0"4"0,0 0-13 0,0 0-1 0,0 0 0 15,0 0-5-15,0 0 0 0,0 0-3 0,0 0-3 16,4-17 0-16,-4 17 2 0,0 0 1 0,0 0-5 15,0 0-2-15,0 0-1 0,0 0-1 16,0 0-3-16,0 0 3 0,0 0-1 0,0 0-2 0,0 0 0 16,0 0-8-16,0 0 6 0,0 0 0 0,0 0-2 15,0 0 4-15,0 0-1 0,5-5-3 0,-5 5-3 16,0 0 2-16,0 0 4 0,0 0-1 0,0 0-10 16,0 0 11-16,0 0-4 0,0 0 2 0,0 0-2 15,0 0 0-15,0 0 3 0,0 0-6 0,0 0-2 16,0 0 6-16,0 0 3 0,0 0-13 0,3-7 12 15,-3 7-6-15,0 0 4 0,0 0-3 0,0 0 6 16,0 0-8-16,0 0-1 0,0 0 6 0,0 0-7 16,0 0 4-16,0 0-5 0,0 0 1 0,0 0 1 15,0 0-3-15,0 0-1 0,0 0 6 0,0 0-1 16,0 0-7-16,0 0 10 0,0 0-5 0,0 0-4 16,3-6 7-16,-3 6-5 0,0 0 3 0,8-3-1 15,-8 3 0-15,0 0-3 0,0 0 3 0,0 0-1 16,0 0 5-16,0 0 1 0,0 0-12 0,0 0 2 15,0 0 3-15,0 0 5 0,0 0 1 0,0 0-7 16,0 0 6-16,0 0-4 0,0 0 1 0,0 0-3 16,0 0 7-16,0 0-11 0,0 0 7 0,0 0 0 15,0 0-3-15,0 0 8 0,0 0-4 0,0 0-1 16,0 0 1-16,0 0-4 0,0 0 6 0,9-1-1 16,-9 1-4-16,0 0 4 0,0 0 3 0,0 0-6 15,0 0 2-15,0 0 0 0,0 0 1 0,0 0-1 0,0 0 5 16,0 0-8-16,0 0 1 0,0 0 3 15,0 0-1-15,0 0-3 0,0 0 3 0,0 0-15 16,0 0 11-16,0 0 0 0,0 0 2 0,0 0-7 16,0 0 9-16,0 0-7 0,0 0 4 0,0 0-2 15,0 0 6-15,0 0-15 0,0 0 17 0,0 0-5 0,0 0 5 16,0 0-5-16,0 0 3 0,0 0 0 16,0 0-3-16,0 0 2 0,0 0 0 0,0 0-2 15,0 0 1-15,0 0 1 0,0 0 2 0,0 0-7 16,0 0 7-16,0 0-5 0,0 0 6 0,0 0-7 0,0 0 0 15,0 0 0-15,0 0 4 0,0 0 0 0,0 0 1 16,0 0-3-16,0 0 1 0,0 0-1 16,0 0 1-16,0 0-2 0,0 0-5 0,0 0 6 15,0 0-2-15,0 0-4 0,0 0 1 0,0 0 0 0,0 0-2 16,0 0 2-16,0 0-4 0,0 0 7 0,0 14-12 16,0-14-6-16,0 0-2 0,0 0-5 0,0 0-11 15,-5 12-35-15,5-12-79 0,-8 6 36 0</inkml:trace>
  <inkml:trace contextRef="#ctx0" brushRef="#br0" timeOffset="31093.21">12915 9129 33 0,'0'0'56'0,"0"0"-17"0,0 0-4 0,0 0-17 16,0 0-2-16,0 0-20 0,0 0-1 0,0 0-2 16,0 0-5-16,0 0-17 0,0 0-30 0,0 0 14 15</inkml:trace>
  <inkml:trace contextRef="#ctx0" brushRef="#br0" timeOffset="32020.25">14013 9059 12 0,'0'0'64'0,"0"0"-2"16,0 0-9-16,0 0-3 0,0 0-5 0,0 0-7 0,0 0-1 16,0 0-4-16,0 0-7 0,0 0 4 0,0 0 3 15,0 0-15-15,0 0-2 0,0 0 3 16,0 0 0-16,0 0-7 0,0 0 0 0,0 0-1 15,0 0-2-15,0 0 2 0,0 0-6 0,0 0 4 0,0 0-2 16,0 0 2-16,0 0-17 0,0 0 13 0,0 0 5 16,0 0-9-16,0 0 7 0,0 0-8 15,0 0 9-15,0 0 1 0,0 0-2 0,0 0-9 16,0 0 8-16,0 0-2 0,0 0-2 0,0 0 6 0,0 0-9 16,0 0 3-16,0 0-6 0,0 0 9 0,0 0-3 15,0 0-3-15,0 0-3 0,0 0 0 0,0 0 2 16,0 0 4-16,0 0 1 0,0 0 0 15,0 0-2-15,0 0-1 0,0 0-4 0,0 0 4 0,0 0-4 16,0 0 3-16,0 0 1 0,0 0-3 0,0 0-2 16,0 0 7-16,0 0-1 0,0 0-5 15,0 0 1-15,0 0 4 0,0 0-1 0,0 0-7 0,0 0-8 16,0 0-6-16,0 0-5 0,0 0-14 0,0 0-1 16,0 0-5-16,0 0-5 0,0 0-30 0,0 0-85 15,0 0 37-15</inkml:trace>
  <inkml:trace contextRef="#ctx0" brushRef="#br0" timeOffset="34311.06">10480 10272 10 0,'0'0'33'0,"0"0"-3"0,0 0-8 0,-6 14 4 16,6-14-10-16,0 0-6 0,0 0-5 0,-4 4-4 0,4-4-8 15,0 0-18-15,0 0-26 0,0 0 12 0</inkml:trace>
  <inkml:trace contextRef="#ctx0" brushRef="#br0" timeOffset="34773.94">10266 9081 43 0,'0'0'43'0,"0"0"-11"0,0 0-11 16,0 0-6-16,0 0-12 0,0 0-6 0,0 0-23 15,0 0-28-15,0 0 12 0</inkml:trace>
  <inkml:trace contextRef="#ctx0" brushRef="#br0" timeOffset="35481.36">10454 11350 5 0,'0'0'25'16,"0"0"-1"-16,0 0-2 0,0 0-6 0,0 0 2 15,0 0 1-15,0 0-4 0,0 0-1 0,0 0-5 16,0 0 2-16,0 0 2 0,0 0-5 0,0 0-3 0,0 0 3 15,0 0-7-15,0 0 10 0,0 0-10 0,0 0-4 16,0 0 7-16,0 0-2 0,0 0 3 0,0 0-2 16,0 0 0-16,0 0-5 0,0 0 9 15,0 0-4-15,0 0 1 0,0 0-2 0,0 0 1 0,0 0-5 16,0 0 2-16,0 0-4 0,0 0 9 0,0 0-6 16,0 0 3-16,0 0-2 0,0 0 9 0,0 0-10 15,0 0-1-15,0 0 1 0,0 0 6 0,0 0-5 16,0 0 0-16,0 0 4 0,0 0-4 0,0 0 0 15,0 0 0-15,0 0 0 0,0 0 0 0,0 0 3 16,0 0-7-16,0 0 2 0,0 0-1 0,0 0 0 16,0 0-1-16,0 0-6 0,0 0-1 0,0 0-9 15,0 0-16-15,0 0-39 0,0 0 17 0</inkml:trace>
  <inkml:trace contextRef="#ctx0" brushRef="#br0" timeOffset="41914.82">13026 10753 16 0,'0'0'25'0,"0"0"-7"0,42-2 1 16,-15 0 0-16,6-1 2 0,3-1-12 0,18-2-4 15,-2-3-3-15,7 3-10 0,6-4 0 0,27 0-12 16,-31 3-22-16,1 0 11 0</inkml:trace>
  <inkml:trace contextRef="#ctx0" brushRef="#br0" timeOffset="47506.61">25772 6540 24 0,'0'0'17'0,"0"0"-11"0,-12-2-15 16,12 2-8-16,0 0 5 0</inkml:trace>
  <inkml:trace contextRef="#ctx0" brushRef="#br0" timeOffset="52557.75">17130 8174 29 0,'0'0'47'0,"0"0"2"16,0 0-11-16,-11 0 1 0,11 0-4 0,-10 3-8 15,10-3 2-15,-13 5-6 0,7-4 1 0,-1 4-2 16,0-2-1-16,-1-1-5 0,2 1 0 0,-1 0-4 16,1 1 0-16,6-4 2 0,-11 2-1 0,5 0 2 15,6-2-1-15,-7 3 2 0,7-3-9 0,0 0 4 16,-8 2 0-16,8-2-4 0,0 0 0 0,0 0-3 16,0 0-13-16,0 0 16 0,0 0-3 0,0 0 3 15,0 0-3-15,0 0 2 0,0 0 2 0,0 0-2 16,27-2 2-16,-16 1 1 0,1-1 8 0,2 1 5 15,-1 0-8-15,2-1-2 0,2 2 1 0,2 0-15 16,0-2 19-16,3 2 5 0,5 2-5 0,2-2 1 0,0 0 3 16,2 2-4-16,2 0 3 0,2 1-9 15,2-1-3-15,0 1 15 0,4 1-5 0,-2-1-8 16,16 0 4-16,0 3 9 0,0-4-9 0,2 0 3 16,0 1-16-16,2 0 14 0,1 0 0 0,0-1-2 0,5-6 11 15,-2 4 1-15,29-3-11 0,-31 2 6 16,2-1-6-16,-3 1-2 0,1 1 4 0,2-3-2 15,-2 2-3-15,2 3 6 0,-7 0-7 0,0 1-3 16,-2 1 6-16,-2 1-2 0,-1-1-1 0,-1 0 7 0,-10 0-3 16,0 0-4-16,14 1-9 0,-15 0 7 15,12 3-5-15,1-3 4 0,-11-3 3 0,10 2 20 16,6 1-12-16,-2-3 2 0,5 0-11 0,0 0 12 0,1-2 3 16,5 0-7-16,26-2 3 0,-30 4 2 0,3-4 6 15,-1 1-6-15,0 2 1 0,-3-2-2 0,1 2-6 16,-1 4 7-16,-5-1-6 0,-1 2-1 0,2 0 1 15,-3 1-2-15,1 2-1 0,3-3-1 16,2 1 4-16,1 0-12 0,0-1 12 0,5 1-15 0,27 2 8 16,-27-3 1-16,30-5 0 0,3 2-4 0,-5-6 3 15,2 3 0-15,0-4-4 0,2 0 2 0,-4-2-6 16,-28 1 2-16,29 0-3 0,-5 0 10 0,-27 2-2 16,5-1 0-16,25 0 7 0,-29 4 1 0,28-1 3 15,-27-1-6-15,27 2 5 0,-29-2 4 0,2 4-10 16,0-2 4-16,26 0-1 0,-31 2 1 0,0-2-6 15,-1 3 4-15,-4-3-2 0,-4 2 1 0,-12 0-4 16,-3 1 3-16,0-1-4 0,-4 1-3 0,0 0-2 16,-4 1 2-16,-1 1-1 0,-7-3 1 0,-1 0-2 15,-6 0 0-15,6-1 0 0,-6 2 3 0,1-3 0 16,-3 3-1-16,0-3-1 0,-3 0-1 0,-8 0-1 16,11 2 4-16,-7 0-3 0,-4-2 0 0,10 0 4 15,-10 0-6-15,0 0-18 0,0 0-33 0,0 0-17 16,0 0-26-16,0 0-21 0,0 0-8 0,-28-15-20 15,10 13-113-15,-2-4-276 0,-10-3 122 0</inkml:trace>
  <inkml:trace contextRef="#ctx0" brushRef="#br0" timeOffset="54153.5">17241 7470 23 0,'0'0'50'0,"0"0"-8"0,-12 0-6 0,12 0 3 15,0 0 1-15,-10-2-2 0,10 2-2 0,0 0 8 16,-8-1-7-16,8 1-6 0,-7-3 0 0,7 3-3 16,-9-3 6-16,9 3 0 0,-10 0-3 0,10 0-6 0,-10-4 3 15,10 4-2-15,-8-2 3 0,8 2 4 0,-7-3-5 16,7 3-6-16,0 0-3 0,-7-3-6 0,7 3 7 16,0 0-7-16,0 0 0 0,-8-2-1 15,8 2-2-15,0 0 3 0,0 0-1 0,0 0-7 0,0 0 3 16,0 0-5-16,0 0 5 0,0 0-7 0,0 0-6 15,0 0 10-15,0 0 0 0,19 10-6 16,-11-6 0-16,2 0 0 0,0-1 1 0,4 1 1 16,4 2 3-16,4-2-3 0,10-1 5 0,1-2 4 0,7-1-2 15,15-1-3-15,1-2 7 0,3 0 5 0,1-3-7 16,4 0 4-16,2-4 1 0,25 0 1 0,-27 2 1 16,25 0 5-16,-26 0-12 0,2 2 3 0,26-1 9 15,-30 3-10-15,-2 0-8 0,2-1 3 0,1 1 5 16,3 2 0-16,27-3-3 0,-31 5-4 0,2-1-1 15,2-1-3-15,0 2 4 0,3 0 0 0,-3 4-4 16,-1-1 5-16,-2-1-13 0,1-1 6 0,0 3 3 16,-6 3-9-16,4-2 20 0,0-3-1 0,0 2-3 15,-1 3-3-15,-2-2 2 0,2-1-3 0,1 0-1 16,2 3-6-16,-1-1 6 0,2-2-3 0,-1 1 4 16,-2-1 4-16,2 0-7 0,-2-2 0 0,3 1 5 15,-3-3 3-15,1 3-4 0,-2 0-1 0,1 0-6 16,-3 1 7-16,0 1-1 0,1-4-8 0,3 1-2 15,-2 2 7-15,4 1 4 0,-2 0-3 0,1 0-4 16,-1-1 4-16,2 0-18 0,1-4 17 0,0 2 0 16,-3 0 4-16,2-2 0 0,2 0-10 0,24 3 10 15,-29-3-4-15,2-1-1 0,2 1 7 0,-1 0-9 16,2-2 11-16,0 0-3 0,26 1-5 0,-31 0 1 16,-1 1-3-16,1 0 2 0,2 0-5 0,-2 0 3 15,-1 1 12-15,2 0-8 0,-1 1 1 0,-4 0-1 0,2-2-5 16,-1 3-3-16,-1-3 1 0,3 1-8 15,-1 0 14-15,-1 1-3 0,0 2 10 0,0-3-14 16,1 1 8-16,-1 1-2 0,3 0 0 0,-3 0 7 16,2-1-11-16,-2 2 7 0,-1 0-6 0,-2 0 12 15,2-4-12-15,-2 4 1 0,1-1 0 0,0-1 4 0,-2 0-11 16,-2 0 8-16,2 0-2 0,-1-4 7 16,-14 2-2-16,16-1 5 0,-4 0-9 0,3-1 5 15,-3 0-8-15,1 1 6 0,2-3-3 0,-16 4 3 0,16-3-1 16,2 0-3-16,-18 1-3 0,17 2 9 15,1-2-6-15,1 3 3 0,-6-5-3 0,4 4 7 16,-2-1 1-16,4 3-9 0,-5 2-3 0,3-2 9 16,-1-2-3-16,-1 3-6 0,-3-3 14 0,1 0-3 0,2-1-3 15,-2 3-1-15,3 0-2 0,0 0 3 0,-1 0-2 16,-1-1-2-16,0-1 8 0,-14 4-4 0,2-2 1 16,12 3-4-16,-14-1 0 0,3-2 1 0,12 3 2 15,1-4 2-15,1 1 0 0,1-4-4 0,-3 4 1 16,3-4 1-16,-2 1-3 0,1-1 8 0,3-3-7 15,1 4 5-15,-4 1-6 0,3-1 10 0,-3-2-10 16,3 3 8-16,-4-1-5 0,5-2-3 0,-8 2 3 16,3-2 0-16,-2 3 6 0,-1-5-10 0,-12 5-1 15,12-1 6-15,3 1-6 0,0-1 5 0,2-1 1 16,-2 2 2-16,-2-2-7 0,2 2 0 0,-16-2-3 16,14-2 9-16,-1 2 0 0,0-1-3 0,-13 0 2 15,13 3 2-15,-12-1-9 0,13-1 7 0,-3-2-13 16,4 4 22-16,-2-2-10 0,3 1 4 0,0 4-2 15,0-3 8-15,2 0 1 0,-4 1 6 0,1 4-6 16,-3-1 1-16,2-1-4 0,-16 0 0 0,2 0-3 16,0 1 1-16,-2 0-1 0,1 1 6 0,-4-1-6 15,2-2 2-15,-5 0-3 0,-3-1-4 0,-5 1 2 16,-2-1 1-16,-2-1-10 0,-4 0 7 0,-3 1-4 16,0-1-13-16,-4 0-17 0,-7 0-35 0,10-2-32 0,-10 2-31 15,0 0-107-15,0 0-255 0,-21-22 113 16</inkml:trace>
  <inkml:trace contextRef="#ctx0" brushRef="#br0" timeOffset="55908.74">16791 6528 5 0,'0'0'30'0,"0"0"-4"0,-5 3 2 0,5-3-4 0,0 0-1 15,0 0 2-15,0 0-7 0,0 0 7 0,0 0-1 16,19 3 5-16,-10-3 0 0,4 0 0 16,5 2-1-16,1-2 0 0,3 2-10 0,8-4-2 15,2 1 11-15,4 2-3 0,1-1 4 0,1 2-5 16,13-2-5-16,-1 4 3 0,3-1 4 0,-1 0-6 0,2 2 6 16,2 1-2-16,0-4 6 0,3 4-8 0,5-3 3 15,2 3 7-15,25-1-5 0,-27 0 4 16,28-4-4-16,-27 3 2 0,29 1-3 0,-28-4 4 15,26 4-5-15,-28-2 5 0,24-2-2 0,-27 2 3 0,34-1-8 16,1-2 9-16,-7 0-20 0,7 3 14 0,-1 0-8 16,0-2 0-16,0 1 3 0,-2 2 0 0,-26-3-4 15,30 2-5-15,-4 1 12 0,-3-4-6 16,-26 4-1-16,29 1-9 0,-30-3 9 0,3 2-2 16,25 3-8-16,-29-2 0 0,6-1 8 0,20 5-3 0,-25-3-7 15,28 2-4-15,-25-2 10 0,21 7-2 0,-23-5 0 16,27 2 3-16,-1 2-6 0,-22-8 9 15,25 2-6-15,-1 0 3 0,-28-1-5 0,28-4 5 0,-28-1-8 16,29 4-2-16,-30-1 12 0,29 3-10 0,-28-6 21 16,27 7-4-16,-30-5-3 0,4 1 0 0,1 2-4 15,-1 0 2-15,27 4-2 0,-28-6 3 0,2 0-3 16,24 4 2-16,-28 1-12 0,1-7 7 0,28 4-9 16,-29-2 10-16,1 1-2 0,2-1 2 0,0-1-3 15,-2 2-3-15,-1-3-1 0,3 1 2 0,-3 1 2 16,-2-7-2-16,-1 5 2 0,-3 0-5 0,-1 1 5 15,-3-5-6-15,1 4 2 0,-14-2-1 0,14 1 2 16,-3 1-2-16,-12 1 3 0,-1-2-1 0,1-2-2 16,2 4 0-16,12-2 3 0,-15 0-6 0,2-2 6 15,2 1 2-15,11-2 3 0,-14 1-1 0,2-2-7 16,11 1 6-16,-13 3-3 0,2-6 0 0,-2 4-2 16,15-3 4-16,-2 2 0 0,0-2 0 0,1-2 7 15,-14 4-9-15,1-2 1 0,1-1-1 0,12 0 1 16,-16 2-1-16,2-1-3 0,1 1 4 0,-1-2-7 15,13 1 5-15,-13 1 0 0,1 1 4 0,-1-3-1 16,2 3-4-16,-1 1-2 0,14-2 4 0,-16 1 5 16,4 2-18-16,10-3 11 0,-13 2 3 0,0-1 0 15,1 2 2-15,1-1-1 0,11-1 1 0,-13 1-1 16,-1 0 1-16,4 0 2 0,-3 1 1 0,-1-3-4 16,0 3 4-16,4 2-3 0,-2-2 0 0,0 1-3 0,0-2 5 15,-3 2 2-15,-2 1 4 0,-1-2-5 16,-1 1 0-16,2 0-1 0,1 0 3 0,-3 0-1 15,1 0-1-15,0 1 1 0,-1-1 0 0,0 0-4 16,-1 0 2-16,6 1 0 0,-3-1 2 0,1-1-1 0,1 0 2 16,-2 1-3-16,1 0 3 0,-1-2 1 15,2 2-4-15,0 2 0 0,-2-2 5 0,0 1-6 0,1-2 1 16,-3 1 0-16,3 1-5 0,-1-2-2 0,-2 2 1 16,4-1 2-16,-2 1-4 0,-1 0 4 0,1 1-1 15,0-2 1-15,-3-2-1 0,1 2-4 0,1-1 0 16,-1 1 2-16,5 0-8 0,-3 0 9 0,3 0 0 15,1 0-1-15,-2-1 0 0,2 0-4 16,-3-1 3-16,2 0 0 0,-1 0 0 0,-5 0-1 0,-1 1 4 16,3 1 0-16,-3-3-4 0,1 2 2 0,-2-1-7 15,2-2 2-15,1 2 4 0,-1 1-3 0,-1-2-1 16,1 2 3-16,3-2 14 0,-1 1-1 0,-1-1-1 16,-1 3-1-16,2-4-2 0,-3 4 0 0,1-3-3 15,0 1-3-15,-1 2 3 0,1-2-1 0,-1-1-2 16,3 0 0-16,-2 0-3 0,-1 1 2 0,6-3-1 15,-2 4 2-15,1-2-1 0,4-2 2 0,-3 3-6 16,0-2 1-16,1-3 3 0,1 4-5 0,13-5 2 16,-13 4 3-16,1 0-5 0,1 1 2 0,-2-1-1 15,2 0-2-15,-2 0 1 0,-2-1-4 0,0 2 3 16,-1-1 0-16,1 1 3 0,-4 1-7 0,4-2 4 16,-4 3-1-16,2-1 3 0,-1 0-3 0,-1-3 2 15,-1 4 5-15,-2 1-7 0,0-4 1 0,-1 3 1 16,-9 0 1-16,3-1-2 0,-2 2 2 0,1-1-1 15,-2-1 0-15,-3 1 0 0,-3 0 0 0,0 0-1 16,1-1 0-16,-3 1 1 0,3 0-2 0,-2 2 8 16,-2-2-7-16,3 0 2 0,-1 1-3 0,-1-2 3 15,2 2-3-15,-2 0-1 0,-2 0 3 0,4-2 2 16,-3 4-6-16,-2-2-6 0,2 0-16 0,-2 0-15 16,-8 0-13-16,15 0-14 0,-11 2-27 0,-4-2-27 15,10 0-19-15,-10 0-33 0,0 0-134 0,0 0-335 16,0 0 148-16</inkml:trace>
  <inkml:trace contextRef="#ctx0" brushRef="#br0" timeOffset="182176.07">5340 9141 18 0,'-11'5'32'16,"0"0"-12"-16,0 2 0 0,-2 3 5 0,-1 3-10 15,1-3 2-15,1 5 3 0,-2-2-4 0,2 1-3 16,-2 3 1-16,1-2-5 0,2 1 5 0,-6 4-17 16,4-3 17-16,-2 3-3 0,1 1-1 0,3-6 0 15,-2 7 2-15,1-5-2 0,3-1-1 0,0 2 0 16,2 0-7-16,-1-1 0 0,0 2 6 0,3-2-5 16,-1 1 3-16,1 1 3 0,-3 0-1 0,3-1 2 15,2 1-16-15,-1 2 9 0,2-2 2 0,-2 4-4 0,1-2 5 16,-3-2-1-16,4 0-5 0,0 6 5 15,-1 0-4-15,0-5-4 0,2-1 11 0,-2 6-4 16,2-4-3-16,1 5 3 0,1 2-3 0,-2 1 0 16,0-3 4-16,-1 1 0 0,4-2-3 0,-4 4 3 15,4-3-4-15,0 0 0 0,-2 0 0 0,3-3 2 16,-3 4 1-16,4-2-5 0,-2 0 1 0,-2 0 1 16,1 1 0-16,1-1-1 0,-4 0 1 0,2 0-3 15,0 3 6-15,2-1-4 0,-1-4 3 0,-4 6 0 16,2-4-2-16,2 4 2 0,-2-2-4 0,4 1-2 0,-3 1 4 15,1 0 6-15,0 0-4 0,2 0-8 16,0 0 7-16,3 3 4 0,0-2-6 0,1-1 3 16,1 0-3-16,1 0 0 0,0 2-1 0,3-2-7 15,1 1 10-15,-1-1-1 0,6 0-6 0,-1 0 2 0,5-1 7 16,1-1 1-16,2-1-3 0,11 6-2 0,-7-7 2 16,11 3-12-16,5-2 14 0,-2-2-9 15,6 0-3-15,-1-3-4 0,8-3-1 0,2-2 0 16,5-2-4-16,30 3-5 0,1-5-8 0,0-2-25 0,6-6-59 15,2-1 27-15</inkml:trace>
  <inkml:trace contextRef="#ctx0" brushRef="#br0" timeOffset="183297.95">14807 8632 12 0,'-2'-7'41'16,"2"7"-3"-16,0 0-6 0,0 0-6 0,-5-7 2 16,5 7-3-16,0 0-2 0,0 0-5 0,0 0-5 15,0 0 1-15,0 0-1 0,0 0-6 0,0 0 1 16,0 0-2-16,11 23 3 0,-6-15 5 0,-1 1-6 16,0 1-4-16,4 1 6 0,-4 3 1 0,3 2-2 15,-3-1-7-15,1 3 6 0,-1-1-6 0,-3 1 2 16,3 1 0-16,-4 0 3 0,0 1-7 0,-4 0 4 15,1-1 1-15,-2 6-2 0,1-1 5 0,-3 2-3 16,1-2 1-16,-4-7-2 0,2 9 10 0,1-7-5 16,-3 7 1-16,3 0-4 0,-2 0 3 0,-1 0-6 15,2-2 5-15,0 0 0 0,2 2-1 0,0-7-3 16,1 7 2-16,-1-3-1 0,1 2 4 0,2-5-10 16,2 5 2-16,-1 1 6 0,0-2-7 0,0 3 5 15,2-1 0-15,0-2 0 0,0 2 1 0,4 1 0 16,-4 0 12-16,5 0-15 0,-4-2-9 0,2 1 14 15,5 0-9-15,-5 2 7 0,2-1-11 0,0-1 11 16,-1 0 1-16,0 4-8 0,1-3 1 0,0-1-1 16,-3 4 9-16,0 1 0 0,2-1-10 0,-2 1 5 15,1 0-2-15,1 0 1 0,3-2-3 0,0 3 5 16,0-1-5-16,0 2 1 0,1 0 0 0,-2-1 0 16,0 1 0-16,1-1-4 0,-3 3 10 0,-2-5-1 15,2 1 0-15,-3 0-3 0,-2-4-8 0,1 3 6 16,0-4 1-16,-2 1 1 0,0-1-2 0,-2-6 2 15,2-1 0-15,-5 7-5 0,-3-2 6 0,1 2-2 16,-2-3 2-16,-5 0 5 0,1-1-4 0,-6-3 2 0,-1 2-9 16,0-4 17-16,-5-1-7 0,2 0 2 0,-2-2 0 15,0-2-2-15,0 0 6 0,-1-1-6 16,-3-3 3-16,2-1 3 0,-2-3-7 0,0 1 11 16,-3-3-3-16,2 0-1 0,1-2-7 0,-1-2 7 0,3-3-6 15,0 2-1-15,10 0-3 0,0-2-18 0,0-3-4 16,5 2-21-16,3-3-86 0,1 0-136 0,3-5 61 15</inkml:trace>
  <inkml:trace contextRef="#ctx0" brushRef="#br0" timeOffset="183568.93">15363 9746 20 0,'3'-5'92'0,"-3"5"-8"0,9-5-13 0,1-2 7 16,5 0-18-16,12-6-5 0,4-3-8 0,21-6-8 15,-1-3-20-15,4-2-9 0,30-9-31 16,-29 11-72-16,-5-1-100 0,7 1 45 0</inkml:trace>
  <inkml:trace contextRef="#ctx0" brushRef="#br0" timeOffset="-191547.57">16699 14075 20 0,'0'0'24'0,"0"0"9"0,0 0-8 0,0 0-1 16,0 0 4-16,0 0 0 0,0 0-6 0,-18-7 2 15,18 7 4-15,0 0-11 0,0 0 8 0,0 0-2 16,0 0 3-16,0 0-6 0,0 0 4 0,0 0-2 15,0 0-1-15,0 0 6 0,0 0-3 0,0 0-4 16,0 0 3-16,0 0 5 0,0 0 1 0,0 0-4 16,0 0 3-16,0 0-10 0,0 0 9 0,0 0 2 15,0 0-13-15,0 0 3 0,0 0 5 0,0 0-2 16,0 0-2-16,0 0 13 0,0 0-18 0,0 0-5 16,0 0-5-16,0 0 6 0,0 0-3 0,0 0 13 15,0 0-20-15,0 0 0 0,0 0 0 0,0 0-11 16,0 0 7-16,0 0-2 0,0 0-12 0,-3 9-12 15,3-9-7-15,0 0-14 0,3 15-10 0,-3-15-7 16,2 17-40-16,-2-8-117 0,2 3 52 0</inkml:trace>
  <inkml:trace contextRef="#ctx0" brushRef="#br0" timeOffset="-190539.23">16742 18080 10 0,'0'0'20'16,"0"0"0"-16,0 0-3 0,0 0 1 0,0 0-8 15,0 0 5-15,0 0-4 0,0 0 0 0,0 0-8 16,0 0 0-16,0 0-9 0,0 0-16 0,0 0-25 16,0 0 11-16</inkml:trace>
  <inkml:trace contextRef="#ctx0" brushRef="#br0" timeOffset="-183089.77">15051 14577 5 0,'-53'-1'13'0,"1"-3"-1"16,13 0 0-16,-1 1 4 0,-11-3-7 16,13 1-7-16,-2 1 1 0,-12-3-1 0,14 1 5 15,-2-1-6-15,-10 0 1 0,12-1-7 0,0 2 2 16,1-3 5-16,1-1-7 0,0-1 2 0,1-2-9 16,3 1 10-16,-3-2 1 0,4-3-4 0,-1 1-4 15,1-3 6-15,2-3 4 0,0 0-8 0,3-2-7 16,-1-2 3-16</inkml:trace>
  <inkml:trace contextRef="#ctx0" brushRef="#br0" timeOffset="-182400.48">15257 14695 15 0,'-94'4'15'0,"29"-1"0"0,-25-5-3 0,28 0-2 15,-2-2 8-15,0-5-3 0,0-1-5 0,0-6 4 16,3-2-1-16,-2-2 6 0,5-1-2 0,-1-2 3 15,1-2-2-15,7-3-4 0,3-2-1 0,4 1-4 16,3-6 1-16,5-1-1 0,4-4 12 16,3-1-16-16,6-6-3 0,6-2 4 0,3-5-1 15,5 0-4-15,3-1-1 0,1-1-1 0,8-2-2 16,1-1 5-16,7 1 3 0,3 1-8 0,5 2-7 0,8-2 6 16,15-16-2-16,-13 22 1 0,22-18 2 0,-10 22-2 15,24-16 1-15,4 5-3 0,3 6 1 0,4 8 1 16,5 2 1-16,2 5 4 0,3 6-3 0,-1 6 0 15,5 3-4-15,-5 4 3 0,10 1 3 0,2 5-1 16,1 4-5-16,0 5 0 0,-2 6-4 16,-7 1 2-16,-26 2-7 0,25 10-14 0,-31-5-32 15,6 6 15-15</inkml:trace>
  <inkml:trace contextRef="#ctx0" brushRef="#br0" timeOffset="-164531.84">13342 10555 14 0,'0'0'46'0,"0"0"0"0,0 0-11 15,0 0-1-15,0 0-7 0,0 7-4 0,0-7-4 16,0 0-10-16,0 0-8 0,0 0-10 0,6 12-6 16,-6-12-24-16,6 7-42 0,-2-5 20 0</inkml:trace>
</inkml:ink>
</file>

<file path=ppt/ink/ink33.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1-01-25T10:38:55.817"/>
    </inkml:context>
    <inkml:brush xml:id="br0">
      <inkml:brushProperty name="width" value="0.05292" units="cm"/>
      <inkml:brushProperty name="height" value="0.05292" units="cm"/>
      <inkml:brushProperty name="color" value="#FF0000"/>
    </inkml:brush>
  </inkml:definitions>
  <inkml:trace contextRef="#ctx0" brushRef="#br0">9450 5931 11 0,'0'0'15'0,"0"0"4"15,0 0-7-15,0 0 4 0,0 0 2 0,0 0-3 16,0 0-2-16,0 0-4 0,0 0 0 16,0 0 6-16,0 0-11 0,0 0-3 0,0 0 0 15,0 0 1-15,0 0-2 0,0 0 0 0,0 0-7 0,0 0 1 16,0 0-4-16,0 0-14 0,0 0-24 0,0 0 12 15</inkml:trace>
  <inkml:trace contextRef="#ctx0" brushRef="#br0" timeOffset="4887.46">9521 5793 10 0,'0'0'5'16,"0"0"1"-16,0 0-1 0,0 0 1 0,0 0-4 0,0 0-3 15,0 0-5-15,0 0-6 0,4-7 3 16</inkml:trace>
  <inkml:trace contextRef="#ctx0" brushRef="#br0" timeOffset="5807.01">12300 5242 10 0,'0'0'25'0,"0"0"-3"0,0 0 2 15,0 0-4-15,0 0-3 0,11-19 2 0,-11 19 1 16,0 0-3-16,0 0 0 0,0 0-3 0,3-5 2 16,-3 5-1-16,0 0 2 0,0 0-4 0,0 0 4 15,0 0 1-15,0 0 2 0,0 0-4 0,0 0 0 16,0 0 0-16,0 0 1 0,4-8-5 0,-4 8-5 15,0 0 4-15,0 0-3 0,0 0-2 0,0 0-2 16,0 0 3-16,0 0-2 0,2-6 1 0,-2 6 0 16,0 0-3-16,0 0-1 0,0 0 4 0,4-5-2 15,-4 5 0-15,0 0 0 0,0 0-3 0,2-7 1 16,-2 7-3-16,0 0 2 0,0 0-1 0,0 0 2 16,0 0 1-16,0 0 1 0,0 0-6 0,0 0 3 15,0 0 1-15,5-6-1 0,-5 6 2 0,0 0-3 16,0 0 7-16,0 0-6 0,0 0 3 0,0 0 0 15,0 0-5-15,0 0 5 0,0 0-2 0,0 0 8 16,0 0-7-16,0 0-3 0,0 0 2 0,0 0-2 16,0 0 3-16,0 0-4 0,5-4 5 0,-5 4-1 15,0 0 0-15,0 0-3 0,0 0 5 0,0 0-2 16,0 0 0-16,0 0-2 0,0 0 1 0,0 0-3 16,0 0 0-16,0 0 3 0,0 0 1 0,0 0-2 15,0 0-1-15,0 0 15 0,0 0-20 0,0 0 7 16,0 0-3-16,0 0-2 0,0 0 0 0,0 0 5 15,0 0-2-15,0 0 0 0,0 0 0 0,3-7-2 16,-3 7 5-16,0 0-4 0,0 0-2 0,0 0-1 16,0 0-9-16,0 0-8 0,0 0-12 0,0 0-7 15,0 0 0-15,0 0-30 0,0 0-76 0,0 0 35 16</inkml:trace>
  <inkml:trace contextRef="#ctx0" brushRef="#br0" timeOffset="8440.04">13337 5509 11 0,'0'0'7'0,"0"0"1"16,0 0-1-16,0 0-1 0,0 0 0 15,0 0-1-15,0 0-1 0,0 0 1 0,0 0-2 16,0 0-3-16,0 0 1 0,0 0 0 0,0 0 3 16,0 0-2-16,0 0-3 0,0 0 2 0,0 0-1 15,0 0-1-15,0 0 3 0,0 0-4 0,0 0 2 0,0 0 0 16,0 0 1-16,0 0-5 0,0 0 1 15,0 0 0-15,0 0 0 0,0 0 4 0,0 0-1 16,0 0 0-16,0 0-6 0,0 0 7 0,0 0 1 16,0 0-3-16,0 0 0 0,0 0 5 0,0 0 0 0,0 0-10 15,0 0 7-15,0 0-3 0,0 0 9 0,0 0-9 16,0 0 1-16,0 0 0 0,11 6 2 16,-11-6-1-16,0 0 1 0,0 0-2 0,0 0-2 15,0 0 4-15,0 0-4 0,0 0 3 0,0 0 0 16,0 0 0-16,0 0-5 0,0 0 4 0,0 0-1 15,8 3-2-15,-8-3 7 0,0 0-5 0,0 0 2 16,0 0-1-16,0 0 1 0,0 0-1 0,0 0 4 16,0 0-5-16,0 0 3 0,0 0-4 0,4 3 5 15,-4-3 1-15,0 0-3 0,0 0-2 0,0 0 4 16,0 0-10-16,0 0 10 0,0 0-2 0,0 0 1 0,0 0-4 16,0 0 6-16,0 0-1 0,0 0-2 0,0 0 1 15,0 0-8-15,0 0 5 0,0 0 0 16,0 0 1-16,0 0 5 0,0 0-4 0,0 0 1 15,0 0 2-15,0 0-2 0,0 0-1 0,0 0 1 16,0 0 1-16,0 0-2 0,0 0 0 0,0 0-3 0,0 0 2 16,0 0 5-16,0 0-4 0,0 0-3 15,0 0 2-15,0 0 5 0,0 0 0 0,0 0-4 16,0 0 0-16,0 0 2 0,0 0 3 0,0 0-5 16,0 0 0-16,0 0 2 0,0 0-1 0,0 0-2 15,0 0 0-15,0 0 0 0,0 0-1 0,0 0 3 0,0 0-1 16,0 0-3-16,0 0 4 0,0 0-3 0,0 0-1 15,9-6 1-15,-9 6 2 0,0 0 2 16,0 0-6-16,0 0 2 0,0 0 3 0,0 0-2 0,0 0 1 16,0 0-3-16,0 0 2 0,0 0 5 15,0 0-7-15,0 0 3 0,0 0 0 0,0 0 3 16,0 0-6-16,0 0 3 0,0 0 0 0,0 0-2 16,0 0 1-16,0 0 1 0,0 0 1 0,0 0 0 15,0 0 0-15,0 0-3 0,0 0 2 0,0 0-1 16,0 0-1-16,0 0 4 0,0 0-1 0,0 0 1 15,0 0 1-15,0 0-2 0,0 0-1 0,6 6-7 0,-6-6 11 16,0 0-5-16,0 0-2 0,0 0-3 16,0 0-6-16,0 0 22 0,0 0-15 0,5 3-4 15,-5-3 2-15,0 0 16 0,0 0-12 0,0 0-2 16,0 0 2-16,0 0 2 0</inkml:trace>
  <inkml:trace contextRef="#ctx0" brushRef="#br0" timeOffset="8901.59">13380 5524 2 0,'0'0'3'0,"0"0"-3"0,0 0 0 0,0 0 1 15,0 0-1-15,0 0-1 0,0 0 2 0,0 0 7 16,0 0-6-16,0 0-2 0,0 0 3 0,0 0-3 16,0 0 2-16,0 0-6 0,0 0 5 15,0 0-4-15,0 0 5 0,0 0-2 0,0 0-1 0,0 0 1 16,0 0 2-16,0 0 0 0,0 0 0 0,0 0 1 16,0 0 0-16,0 0-4 0,0 0 5 0,0 0 1 15,0 0-2-15,0 0 0 0,0 0 1 0,0 0 0 16,0 0 2-16,0-16-3 0,0 16-1 0,0 0-1 15,0 0 6-15,0 0-6 0,0 0 4 0,0 0-5 16,0 0 3-16,0 0 1 0,0 0-2 0,0 0 0 16,0 0-1-16,0 0-1 0,0 0 5 0,0 0-5 15,0 0 4-15,0 0 0 0,0-9-7 0,0 9 5 16,0 0-3-16,0 0 1 0,0 0 0 0,0 0-5 16,0 0 5-16,0 0 2 0,0 0 0 0,0 0-1 15,0 0 3-15,0 0-5 0,0-10 0 0,0 10 0 16,0 0-2-16,0 0 3 0,0 0-1 0,0 0 2 15,0 0 6-15,0 0-6 0,0 0-3 0,0 0-5 16,0 0-10-16,0 0-16 0,0 0 8 0</inkml:trace>
  <inkml:trace contextRef="#ctx0" brushRef="#br0" timeOffset="34991.08">23153 9489 17 0,'0'0'12'0,"0"0"-4"0,0 0-5 16,0 0-10-16,0 0-7 0,0 0 2 0</inkml:trace>
  <inkml:trace contextRef="#ctx0" brushRef="#br0" timeOffset="36508.57">12005 5389 3 0,'12'-3'53'0,"8"-1"-6"0,11-4 3 15,3 4-3-15,4-3-4 0,0 0-1 0,14 1-6 16,-14-1-6-16,1 5-4 0,-1-5 3 0,-2 4-10 15,-2-1 5-15,1-2 0 0,-6 4-6 0,-6 0 2 16,-2 0-2-16,-2 1 3 0,-7-1-6 0,-1 2 5 16,0-3 4-16,-3 1 8 0,0 1-1 15,-8 1 16-15,0 0-15 0,9 0 12 0,-9 0-3 0,0 0-7 16,0 0-2-16,4-6 0 0,-4 6-8 0,0 0 11 16,0 0-12-16,-15-8-1 0,15 8-7 0,-14-4 4 15,5 3-8-15,0 0-3 0,9 1 1 0,-18-1-14 16,9 1-15-16,9 0-28 0,-16 3-18 0,10-2-15 15,1 5-66-15,-1 1-159 0,2 1 70 0</inkml:trace>
  <inkml:trace contextRef="#ctx0" brushRef="#br0" timeOffset="56309.93">20592 14925 1 0,'0'0'32'15,"0"0"-2"-15,0 0-5 0,0 0 1 0,0 0-2 16,0 0-7-16,0 0 2 0,0 0-4 0,0 0-5 16,0 0 4-16,0 0-18 0,0 0 3 0,0 0-10 15,0 0-7-15,14 18-13 0,-13-12-31 0,2 0 14 16</inkml:trace>
</inkml:ink>
</file>

<file path=ppt/ink/ink34.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1-01-25T10:40:38.511"/>
    </inkml:context>
    <inkml:brush xml:id="br0">
      <inkml:brushProperty name="width" value="0.05292" units="cm"/>
      <inkml:brushProperty name="height" value="0.05292" units="cm"/>
      <inkml:brushProperty name="color" value="#FF0000"/>
    </inkml:brush>
  </inkml:definitions>
  <inkml:trace contextRef="#ctx0" brushRef="#br0">22631 11008 26 0,'0'0'36'0,"0"0"-3"15,0 0-4-15,0 0-4 0,0 0-4 0,0 0 1 16,-11 0-3-16,11 0 0 0,0 0 1 0,0 0-4 16,0 0-9-16,0 0 1 0,0 0-13 0,0 0 2 15,0 0-3-15,-3 12 2 0,3-12-11 0,-1 10-27 16,1-10-45-16,-1 12 20 0</inkml:trace>
  <inkml:trace contextRef="#ctx0" brushRef="#br0" timeOffset="5678.28">23470 13879 8 0,'0'0'34'0,"0"0"0"0,0 0-3 0,0 0 3 16,0 0-7-16,0 0-4 0,0 0 4 0,0 0-3 15,0 0 1-15,0 0-11 0,0 0 9 0,0 0-12 16,0 0 5-16,0 0-3 0,0 0-3 0,0 0 4 16,0 0-10-16,0 0 7 0,0 0-2 0,0 0 2 15,0 0-3-15,0 0 6 0,0 0 2 0,0 0-5 16,0 0 1-16,0 0 0 0,0 0 0 0,0 0-3 15,0 0-3-15,0 0 4 0,0 0-1 0,0 0-10 16,0 0 1-16,0 0 2 0,0 0-5 0,0 0 2 16,0 0 2-16,0 0 2 0,0 0-4 0,0 0-6 15,0 0 0-15,0 0 6 0,0 0-2 0,0 0 0 16,0 0-2-16,0 0 8 0,0 0-7 0,0 0-1 16,0 0 4-16,0 0-9 0,0 0-1 0,0 0 1 15,0 0-2-15,0 0-11 0,0 0 2 0,0 0-6 16,0 0-5-16,-8 14-26 0,8-14-61 0,0 0 27 15</inkml:trace>
  <inkml:trace contextRef="#ctx0" brushRef="#br0" timeOffset="8019.51">19134 11028 6 0,'2'-7'32'0,"-2"7"-3"0,0 0 3 16,0 0-5-16,0 0-4 0,1-8-1 0,-1 8-3 16,0 0-3-16,0 0-5 0,5-8 5 0,-5 8-4 15,0 0 3-15,3-5 1 0,-3 5-7 0,0 0 4 16,0 0-3-16,5-6-6 0,-5 6 1 0,0 0 4 16,4-7-3-16,-4 7 5 0,0 0-7 0,4-8 0 15,-3 1-2-15,3 3-4 0,-4 4 9 0,5-9-7 16,-1 4 2-16,-4 5 1 0,2-9 2 0,1 3-4 15,-3 6-2-15,4-8 0 0,-4 8 8 0,4-7-5 16,-4 7-3-16,1-6 7 0,-1 6 7 0,0 0 2 16,1-8 3-16,-1 8 4 0,0 0 1 0,0 0-4 15,0 0 2-15,1-7-4 0,-1 7-4 0,0 0 0 16,0 0-1-16,0 0-2 0,0 0-2 0,0 0 1 16,0 0-4-16,0 0 7 0,0 0-4 0,0 0-4 15,0 0 9-15,0 0-9 0,0 0 1 0,0 0 4 16,0 0 1-16,0 0 5 0,0 0-4 0,0 0 0 15,0 0 3-15,0 0-7 0,0 0 3 0,0 0-7 16,0 0 2-16,0 0 5 0,0 0-6 0,0 0 6 16,0 0 2-16,0 0-7 0,0 0-4 0,0 0 4 15,0 0-8-15,0 0-3 0,0 0 19 0,0 0-10 16,0 0 2-16,0 0 1 0,0 0-1 0,0 0 5 16,0 0 0-16,0 0 2 0,0 0 5 0,0 0-11 15,0 0 24-15,0 0-13 0,0 0-3 0,0 0 0 16,-1-10 2-16,1 10-4 0,0 0 2 0,0 0 1 0,0 0-8 15,0 0 11-15,0 0-1 0,0 0-6 16,0 0 9-16,0-10-11 0,0 10-4 0,0 0 6 16,0 0 1-16,0 0-22 0,0 0 22 0,0 0-2 15,0 0-9-15,0 0-2 0,0 0 8 0,0 0-2 0,0 0-8 16,0 0 9-16,0 0-9 0,0 0 10 0,0 0-5 16,0 0 5-16,0 0-6 0,0 0-3 15,0 0 7-15,0 0 3 0,0 0-7 0,0 0-1 0,0 0 0 16,0 0 4-16,0 0-3 0,0 0 2 0,0 0 0 15,0 0-9-15,0 0 7 0,0 0-8 0,0 0 11 16,0 0-2-16,0 0-2 0,0 0 14 0,0 0-10 16,0 0-2-16,0 0 4 0,0 0 0 15,0 0-12-15,0 0-9 0,0 0-10 0,0 0-11 0,0 0-1 16,0 0-4-16,8 22-17 0,-6-17-5 0,1 2-20 16,1 0-57-16,0 0-149 0,-1 3 66 0</inkml:trace>
  <inkml:trace contextRef="#ctx0" brushRef="#br0" timeOffset="9192.94">19376 13662 26 0,'0'0'43'0,"0"0"11"0,0 0-5 16,0 0 1-16,0 0-11 0,0 0-5 0,0 0 5 16,0 0-6-16,0 0 1 0,0 0-3 15,0 0 6-15,0 0-7 0,0 0 2 0,0 0-1 0,0 0-4 16,0 0 2-16,0 0 0 0,0 0-6 0,0 0 0 16,0 0 2-16,0 0 1 0,0 0-7 15,0 0 5-15,0 0-6 0,0 0 11 0,0 0-19 0,0 0 3 16,0 0 0-16,0 0 4 0,0 0-3 0,0 0-10 15,0 0 14-15,0 0 0 0,0 0 4 0,0 0-11 16,0 0-2-16,0 0 7 0,0 0-3 0,0 0 6 16,0 0 0-16,12 0-5 0,-12 0 8 0,0 0-2 15,0 0-18-15,0 0 12 0,0 0-1 0,0 0 4 16,0 0 2-16,0 0-1 0,0 0 0 0,0 0-7 16,0 0 0-16,0 0 3 0,0 0-3 0,0 0-1 15,0 0 3-15,0 0 3 0,0 0 0 0,0 0-10 16,0 0-1-16,0 0 6 0,0 0-11 0,0 0 6 15,0 0-3-15,0 0 10 0,0 0-6 0,0 0-3 16,0 0-1-16,0 0 0 0,0 0 1 0,0 0-1 16,0 0 6-16,0 0-10 0,0 0 4 0,0 0 1 15,0 0-3-15,0 0 2 0,0 0 0 0,0 0-7 16,0 0 6-16,0 0 4 0,0 0-4 0,0 0-13 16,0 0-4-16,0 0-5 0,0 0-2 0,0 0-2 15,0 0-13-15,0 0 2 0,0 0-12 0,0 0-10 16,0 0 2-16,0 0-3 0,0 0-3 0,0 0-4 15,-25 0-11-15,25 0-61 0,0 0-149 0,-11 3 65 16</inkml:trace>
  <inkml:trace contextRef="#ctx0" brushRef="#br0" timeOffset="9472.49">19224 13860 62 0,'0'0'80'0,"0"0"4"16,0 0-17-16,0 0-4 0,0 0-10 0,0 0-2 15,0 0-5-15,0 0 1 0,0 0-13 0,0 0-2 0,0 0-3 16,0 0-4-16,0 0-3 0,0 0-7 15,0 0-10-15,0 0-3 0,0 0-12 0,0 0-2 16,0 0-5-16,0 0-11 0,5-21-5 0,-5 21-9 16,0 0-12-16,0 0-34 0,3-9-93 0,-3 9 42 15</inkml:trace>
  <inkml:trace contextRef="#ctx0" brushRef="#br0" timeOffset="10429.98">22607 12643 5 0,'0'0'58'0,"0"0"-15"0,0 0 1 0,0 0-4 15,0 0 1-15,0 0-8 0,0 0-5 0,0 0-1 16,0 0-5-16,0 0 2 0,0 0-3 0,0 0-3 16,0 0-3-16,0 0-1 0,0 0-5 0,0 0-11 15,0 0-5-15,0 0-6 0,0 0-6 0,0 0 2 16,0 0-14-16,0 0-29 0,0 0-63 0,-2 6 29 15</inkml:trace>
  <inkml:trace contextRef="#ctx0" brushRef="#br0" timeOffset="29159.31">19697 8887 3 0,'0'0'1'0,"0"0"-2"0,0 0 2 15,0 0-1-15,0 0-1 0,0 0-1 0</inkml:trace>
  <inkml:trace contextRef="#ctx0" brushRef="#br0" timeOffset="34005.28">12760 10456 41 0,'0'0'36'0,"0"0"-2"0,0 0-4 0,0 0-5 0,0 0 0 16,0 0-8-16,0 0 0 0,0 0-8 0,0 0 3 15,0 0-5-15,0 0-3 0,0 0 6 0,0 0 1 16,0 0-5-16,0 0 0 0,0 0-5 0,0 0 4 16,0 0-5-16,0 0 2 0,0 0 1 0,0 0-4 15,0 0 3-15,0 0-6 0,0 0 7 0,0 0-1 16,0 0 3-16,0 0-3 0,0 0 3 0,0 0-2 15,0 0 0-15,0 0 2 0,0 0-2 0,0 0 0 16,0 0 1-16,0 0 2 0,0 0-4 0,0 0 7 16,0 0-5-16,0 0 5 0,0 0-1 0,0 0-8 15,0 0 6-15,0 0-2 0,0 0-3 0,0 0 6 0,0 0-3 16,0 0-3-16,0 0-4 0,0 0 10 0,0 0-4 16,0 0 4-16,0 0-3 0,0 0 0 15,0 0-5-15,0 0 8 0,0 0-6 0,0 0 5 0,0 0-5 16,0 0-3-16,0 0 4 0,0 0 4 0,0 0-4 15,0 0-3-15,0 0-2 0,0 0-1 0,0 0 2 16,0 0 1-16,0 0 0 0,0 0-3 0,0 0 3 16,0 0 2-16,0 0-7 0,0 0 3 0,0 0-4 15,0 0 0-15,0 0-1 0,0 0-18 0,0 0 9 16,0 0-6-16,0 0-32 0,0 0-59 0,0 0 25 16</inkml:trace>
  <inkml:trace contextRef="#ctx0" brushRef="#br0" timeOffset="91098.37">22107 15686 56 0,'-1'-13'157'0,"1"13"0"15,0-10-7-15,0 10-8 0,-1-9-5 0,1 9-7 16,-3-10-4-16,3 10-4 0,-2-8-6 0,2 8-12 16,-4-6-5-16,4 6-10 0,0 0-7 0,0 0-12 15,0 0-5-15,0 0-5 0,0 0-6 0,0 0-9 16,0 0 3-16,0 0-6 0,0 0-4 0,11 24-1 15,-9-12 2-15,2 3 22 0,-1 2 0 0,3 0-9 16,-3 3-4-16,4-2-5 0,-2 6-4 0,1-4-5 16,2 4 0-16,-2-2-3 0,4 4-6 0,-4-9 2 15,0 2-2-15,0-2-7 0,4 1 4 0,0-4-5 16,-4 2 3-16,-1-5-6 0,5 3-1 0,-3-5-3 16,-2 0 0-16,0-1 0 0,4-1 1 0,-5-2-5 15,1-1 1-15,-1 3 1 0,-2-4 5 0,-2-3 11 16,7 4 1-16,-7-4-3 0,0 0 2 0,16-13-7 15,-9 3 3-15,2-3 0 0,2 1-2 0,-2-2-2 16,1-4 3-16,0 1-4 0,-2 0-1 0,0-2-3 16,-1-4-3-16,1 4-2 0,-2-5 3 15,3-1-4-15,-1 1 0 0,0 0-2 0,-3-1-1 16,-1 0-1-16,1 5-1 0,0-3 1 0,-2 7 1 0,0-1 1 16,1 4 0-16,-1 2-1 0,-1 0-2 0,-1 5 3 15,1-1-1-15,-2 7-5 0,2-9 0 0,-2 9-2 16,3-6-3-16,-3 6-6 0,0 0-8 0,0 0-9 15,0 0-17-15,0 0-14 0,0 0-23 16,-3 26-24-16,-1-10-29 0,-2 0-29 0,0 0-30 0,-1 4-22 16,2-1-117-16,-1-2-363 0,1 0 160 15</inkml:trace>
  <inkml:trace contextRef="#ctx0" brushRef="#br0" timeOffset="91370.61">22539 15880 141 0,'0'0'149'0,"0"0"-3"0,0 0 7 15,3 6 5-15,-3-6-2 0,1 9-6 0,0-4 0 16,2 6-5-16,-2-4-11 0,-1 0-9 0,2 2-9 16,-2 4-9-16,2-3-3 0,-2 0-8 0,2 2-5 15,0 1-9-15,-1-2-2 0,3 1-11 0,-1-1-8 16,-1 0-7-16,2 5 0 0,-3-5-8 0,2 0-5 15,1 0-3-15,-3-2-1 0,0 1-4 0,2-2-2 16,-2 0-5-16,0-2-2 0,2 2-22 0,-3-8-12 16,4 10-18-16,-4-10-26 0,2 8-40 0,-2-8-36 15,3 7-45-15,-3-7-39 0,0 0-135 0,0 0-379 16,0 0 168-16</inkml:trace>
  <inkml:trace contextRef="#ctx0" brushRef="#br0" timeOffset="91547.38">22817 15905 109 0,'9'-5'153'0,"-9"5"-7"0,0 0-18 0,15-3-9 16,-15 3-9-16,15-2-13 0,-3 1-11 0,1 0-12 15,-1-1-15-15,1 2-45 0,0 0-46 0,-2 0-45 16,0 2-88-16,-11-2-178 0,14 2 79 0</inkml:trace>
  <inkml:trace contextRef="#ctx0" brushRef="#br0" timeOffset="91717.36">22882 15985 120 0,'-10'5'192'0,"10"-5"0"0,-10 4-14 0,10-4-5 15,-4 1-17-15,4-1-13 0,0 0-8 0,0 0-8 16,0 0-5-16,0 0-2 0,0 0-20 0,0 0-17 15,29-1-13-15,-14-3-26 0,2 0-24 0,2-1-44 16,3 0-36-16,-3-1-60 0,8-3-52 0,-7 2-95 16,0 1-288-16,0-2 127 0</inkml:trace>
  <inkml:trace contextRef="#ctx0" brushRef="#br0" timeOffset="92834.04">23806 15261 18 0,'-4'-4'201'0,"4"4"-23"15,-6-10 4-15,3 6-6 0,-2-2-5 0,5 6-3 16,-5-6-15-16,5 6-7 0,-3-6-19 0,3 6-14 16,0 0-13-16,0 0-9 0,-4-7-9 0,4 7-14 15,0 0-3-15,0 0-12 0,0 0-4 0,0 0 1 16,0 0-1-16,0 0-3 0,11 29-1 0,-5-18-6 15,0 6 2-15,2 1-5 0,0-2-1 0,2 2-4 16,-4-1-3-16,3 0 1 0,-1-2-2 0,0 2-3 16,-3-5-3-16,2 1-1 0,1 2-2 0,-4-4-4 15,2-1 10-15,-1-1-11 0,2-2-2 0,-3 0 26 16,0-1-1-16,1-1 0 0,-5-5-7 0,6 10-2 16,-3-6 2-16,-3-4-2 0,0 0-5 0,6 5 1 15,-6-5 11-15,4 5 6 0,-4-5 6 0,0 0-9 16,0 0-1-16,9-10-7 0,-4 2 4 0,2-1-8 15,0-8 0-15,1 2 0 0,-1-1-2 0,3-9-10 16,-2 3 8-16,-1 4-2 0,0-7 0 0,2-1-7 16,-4 7 1-16,0-6-3 0,1 2 2 0,-3 3-1 15,2 1-2-15,-1 2-2 0,1-1 1 0,-2 1-2 16,1 2 1-16,-2 4-3 0,1 2 0 0,0 2-3 16,-2-1 2-16,-1 8-1 0,1-9-2 0,2 4-3 15,-3 5-6-15,0 0-10 0,2-9-8 0,-2 9-8 16,0 0-10-16,0 0-17 0,0 0-14 0,0 0-21 15,-10 29-27-15,6-17-18 0,4 0-41 16,-2 1-24-16,0 2-20 0,1 0-154 0,1 2-413 16,3 1 182-16</inkml:trace>
  <inkml:trace contextRef="#ctx0" brushRef="#br0" timeOffset="93172.13">24286 15349 43 0,'0'0'215'0,"2"-6"-13"0,-2 6-6 16,0 0-16-16,0 0-15 0,0 0-11 0,0 0-14 16,-14-6-10-16,14 6-14 0,-13 2-6 0,13-2-12 15,-15 8-10-15,9-5-7 0,-1 1-6 0,0 3-10 16,1 0-3-16,2 1-5 0,-1 2-8 0,4-1-6 16,-1 1-4-16,2 0-2 0,4-1-3 0,0 1-1 15,1 0-6-15,3-1-5 0,-2 1-1 0,3-3 3 16,1 4-6-16,1-3-2 0,-2-2-3 0,2 2 4 15,-2-2-4-15,-1 2-4 0,1-4 0 0,-2 4-1 0,-2-4-2 16,-1-1 0-16,1 1-2 0,-5-4 1 16,6 5-1-16,-6-5 2 0,2 7 6 0,-2-7-1 15,0 0 0-15,-9 12 1 0,1-6-4 0,3 0 2 16,-4-2-2-16,0 2-3 0,0-1-1 0,-1 1-7 16,1-2-13-16,-2 2-18 0,-2-1-19 0,0-1-23 15,3 1-31-15,-1-1-25 0,-1 1-42 0,4-1-36 16,-4 1-110-16,3-3-345 0,1 4 152 0</inkml:trace>
  <inkml:trace contextRef="#ctx0" brushRef="#br0" timeOffset="93476.92">23756 15759 64 0,'0'0'189'0,"-4"2"-8"16,4-2-10-16,0 0-11 0,0 0-10 0,31 8-6 16,-11-10-12-16,1 4-17 0,9-1-8 0,4-4 0 15,0 2-9-15,2 1-5 0,1-5-5 0,14 1-1 16,-14-3-8-16,0 4-9 0,-1-1-3 0,0-1-5 16,-3 1-8-16,-1 0-4 0,-4 1-4 15,-1-1-4-15,-10 2-5 0,-6-1-1 0,2 1-5 16,-3 1-2-16,-1-3-3 0,-1 4-3 0,-8 0-5 0,10-2-2 15,-10 2-14-15,6-1-11 0,-6 1-22 0,0 0-17 16,0 0-27-16,0 0-36 0,0 0-31 0,0 0-31 16,0 0-159-16,0 0-357 0,0 0 158 15</inkml:trace>
  <inkml:trace contextRef="#ctx0" brushRef="#br0" timeOffset="94476.23">23856 15871 53 0,'0'0'69'15,"0"0"-6"-15,0 0-8 0,0 0 0 0,0 0-6 16,0 0 9-16,0 0-8 0,0 0-4 0,0 0 0 16,-9-1 6-16,9 1 4 0,0 0-6 0,0 0-4 15,0 0 3-15,0 0-10 0,0 0 5 0,0 0-7 16,0 0 0-16,0 0-8 0,0 0 1 0,0 0-1 16,0 0-2-16,0 0 1 0,0 0-2 0,0 0-2 15,0 0-7-15,0 0 6 0,0 0-2 0,0 0-6 16,0 0 3-16,0 0-4 0,0 0 4 0,0 0 0 15,0 0-3-15,0 0 3 0,0 0 6 0,0 0-2 16,0 0 4-16,0 0 0 0,0 0 2 0,0 0-3 16,0 0 12-16,0 0-1 0,0 0 6 0,0 0 1 15,0 0 5-15,0 0-6 0,0 0 3 0,0 0-5 16,-4-8 4-16,4 8-4 0,0 0-2 0,0 0 2 16,-3-8 0-16,3 8 0 0,0 0 1 0,0 0-1 15,0 0 2-15,-1-9 2 0,1 9-1 0,0 0-6 16,0 0 2-16,0 0-6 0,0 0-4 0,0 0-2 15,-2-5-4-15,2 5-7 0,0 0 1 0,0 0-5 16,0 0 1-16,0 0 4 0,0 0 2 16,0 30 6-16,-2-15 6 0,2-2-3 0,-1 4-3 0,1 2 2 15,-1-3 2-15,1 2 1 0,1-1 1 0,-1 1-10 16,-1 0 2-16,1 0-2 0,0-1 2 0,1-4-6 16,0 2 1-16,2-3-2 0,1 3-2 15,-2-4-1-15,0-4 0 0,-1 3 2 0,0-4-3 0,2 3 0 16,-3-9-3-16,3 11 3 0,-1-6-4 15,-2-5-3-15,0 9-17 0,0-9-13 0,0 0-19 16,0 0-20-16,0 10-18 0,0-10-29 0,0 0-39 0,-5 6-29 16,5-6-52-16,0 0-123 0,0 0-383 0,0 0 169 15</inkml:trace>
  <inkml:trace contextRef="#ctx0" brushRef="#br0" timeOffset="94807.51">23843 15807 142 0,'0'0'139'16,"11"-4"-14"-16,-11 4-9 0,12 1-9 0,-12-1-10 15,12 7 8-15,-5-1 1 0,-1 2-10 0,1 1-6 16,-3 0-12-16,0 1-6 0,-1 0-11 0,-3 3 1 16,-1-1-6-16,1 3-6 0,-2-3-7 0,-2 0-5 15,-1-1 0-15,-1 1-4 0,0-3-7 0,-1-1 0 16,0-2-1-16,3 1-4 0,0-1-3 0,0-2 5 15,4-4-6-15,-5 8 8 0,5-8-2 0,-5 5 0 16,5-5 1-16,-5 3-5 0,5-3-4 0,0 0-4 16,0 0-1-16,0 0 3 0,0 0-7 0,0 0 0 15,0 0 2-15,0 0 7 0,15 9-1 0,-9-6 3 16,0 0 0-16,1 0-3 0,3 2 0 0,-1 0-4 16,-2 1 3-16,5-2-3 0,-5 2-1 0,2 0-3 15,2 1-7-15,-1-1-13 0,0 1-28 0,0-2-42 16,0 0-49-16,1 2-49 0,-2-2-105 0,0-3-310 15,-9-2 138-15</inkml:trace>
  <inkml:trace contextRef="#ctx0" brushRef="#br0" timeOffset="95113.08">24155 16002 44 0,'-5'-7'199'0,"5"7"-12"0,-7-2-5 0,7 2-9 16,-11 0-17-16,11 0-8 0,-13 4-13 0,7 1-8 15,0-1-14-15,1 2-6 0,-2 2-17 0,2-1-5 16,2 0-11-16,-2 3-8 0,4-1-4 0,-2 2-4 16,3 0-9-16,1 0-1 0,1-1-9 0,1-1 1 15,3 1-7-15,1 4-2 0,0-5-5 0,0-2 2 16,0 2 0-16,0-2-9 0,2 1-4 0,0-2 2 16,-4-4-1-16,2 4-3 0,-1-1-1 0,-1-3-4 15,-5-2 2-15,5 7-5 0,-1-3 4 0,-4-4 9 16,0 0 1-16,0 11 3 0,0-11-7 0,-6 9-19 15,1-3-4-15,-3-2 2 0,0 2 3 0,2-3 1 16,-3 2-10-16,1 1-8 0,-1-4-19 0,0 1-11 16,9-3-26-16,-13 3-29 0,13-3-27 15,-12 3-36-15,7-3-150 0,5 0-343 0,0 0 153 0</inkml:trace>
  <inkml:trace contextRef="#ctx0" brushRef="#br0" timeOffset="95486.71">24265 16070 112 0,'9'-3'149'0,"2"-1"-16"15,-1 2-19-15,2-3-6 0,2 2-10 0,-14 3-14 16,18-2-4-16,-11 1-21 0,-7 1-21 0,0 0-21 16,18-3-17-16,-18 3-13 0,0 0-9 15,0 0-17-15,17-2 13 0,-17 2-3 0,0 0-1 0,0 0 4 16,0 0 7-16,0 0 9 0,0 0-3 15,0 0 16-15,0 0 8 0,0 0 5 0,0 0 11 16,-17-23 2-16,17 23 12 0,-7-9 10 0,7 9 10 16,-7-7 7-16,7 7 11 0,-6-7 0 0,6 7 11 15,0 0 3-15,-6-9-2 0,6 9 2 0,0 0-15 16,0 0-8-16,0 0-14 0,0 0-2 0,0 0-3 16,0 0 6-16,0 0 10 0,0 0 10 0,0 0-6 15,-4 25-5-15,4-25 1 0,2 24-1 0,-2 0 6 16,0-8-13-16,0-1-8 0,0 3-2 0,0-3-6 15,0-1-3-15,0 4-6 0,0-5 3 0,0-2-16 16,0 0-23-16,0-2-26 0,3 3-14 0,-3-12-38 16,1 15-45-16,-1-15-44 0,6 9-44 0,-6-9-141 15,0 0-384-15,4 10 170 0</inkml:trace>
  <inkml:trace contextRef="#ctx0" brushRef="#br0" timeOffset="95820.6">24426 15945 150 0,'18'-4'160'0,"-9"2"-22"0,4 2-9 16,-13 0-14-16,22-1-4 0,-9 2-12 0,-3-1-8 16,-10 0-14-16,21 2-9 0,-12 1 1 15,-3 1 3-15,3 2 4 0,-9-6 6 0,6 12 8 0,-4-6 0 16,-2-6-3-16,-4 21 1 0,0-10-2 15,0 3-2-15,-3 5 2 0,1-4-8 0,0 2-3 16,-2 0-9-16,1-1 2 0,-1-2-7 0,3-4-3 16,0 2-6-16,-1-3-4 0,3 2-4 0,-1-3-7 15,1 2 2-15,3-10-7 0,-2 13-1 0,2-13 1 16,1 13-5-16,-1-13-1 0,0 0 1 0,5 13 0 16,-5-13-2-16,9 5 2 0,-9-5-3 0,16 6-1 15,-7-7-2-15,3 2-7 0,-12-1-23 0,23-4-36 16,-10 2-30-16,0-2-34 0,-1 0-41 0,1 1-42 15,-2-1-23-15,3 0-155 0,-3 1-399 0,-11 3 177 16</inkml:trace>
  <inkml:trace contextRef="#ctx0" brushRef="#br0" timeOffset="96125.74">24736 16245 147 0,'0'0'190'0,"0"0"-5"0,17-8-11 0,-17 8-2 0,8-7-15 15,-8 7-11-15,10-8-9 0,-2 4-9 0,-1-2-2 16,-1-1-12-16,-6 7-5 0,11-15 0 0,-4 8-7 16,-2 1-1-16,-3-5-6 0,3 5-12 0,-5 6-7 15,4-19-12-15,-2 11 6 0,-2-3-12 16,0 11 0-16,2-14 0 0,-2 14 1 0,0-9-3 16,0 9-6-16,0 0-8 0,0 0-6 0,0 0-7 15,0-13-6-15,0 13 0 0,0 0-4 0,0 0-2 16,0 0 3-16,0 0-4 0,0 0 4 0,-2 41-2 15,2-29 0-15,-2 0-6 0,2-2 1 0,0-10-1 16,0 20 5-16,2-8-6 0,-2-2 2 0,4 2-1 0,-1-3-3 16,-1 1-16-16,3-5-26 0,-2 1-29 15,1 0-35-15,-4-6-40 0,0 0-52 0,9 11-53 16,-9-11-165-16,0 0-440 0,0 0 195 0</inkml:trace>
  <inkml:trace contextRef="#ctx0" brushRef="#br0" timeOffset="96293.82">24781 15883 95 0,'-1'-10'110'0,"1"10"-22"0,0 0-25 15,0 0-39-15,0 0-43 0,0 0-42 0,23 4-64 16,-23-4 28-16</inkml:trace>
  <inkml:trace contextRef="#ctx0" brushRef="#br0" timeOffset="96592.62">24991 15529 219 0,'-4'-8'222'0,"4"8"-22"0,0 0-16 0,0 0-25 15,0 0-14-15,0 0-15 0,0 0-4 0,0 0 3 16,19-1-10-16,-19 1-2 0,20 14-4 0,-11-7-3 16,6 4-14-16,-1-1-1 0,-1 1-12 0,-1 1-2 15,3-3-6-15,-2 4-3 0,-1-2-7 0,-1-3-5 16,-2 0-7-16,0-1-5 0,3 3-4 15,-1-5-4-15,-5 2-26 0,2 0-29 0,-3-4-32 16,-5-3-41-16,13 10-31 0,-7-7-49 0,-6-3-33 0,7 7-160 16,-7-7-389-16,0 0 172 0</inkml:trace>
  <inkml:trace contextRef="#ctx0" brushRef="#br0" timeOffset="96791.33">25251 15415 149 0,'0'0'219'16,"0"0"-6"-16,0 0-12 0,-30 28-12 0,19-16-14 15,0 5-11-15,-1-1-15 0,1 1-15 0,-4 4-16 16,4-4-11-16,-4 4-8 0,5-2-9 0,-2 3-12 16,-1-1-18-16,4-3-27 0,-1-3-36 0,4 3-43 15,-3-2-45-15,0-1-60 0,-2 2-164 0,0-5-340 16,2-2 150-16</inkml:trace>
  <inkml:trace contextRef="#ctx0" brushRef="#br0" timeOffset="97762.16">25678 15327 205 0,'-14'-5'197'0,"14"5"-11"0,-9-2-17 16,9 2-13-16,0 0-12 0,-9-2-13 0,9 2-11 16,0 0-9-16,-5-3-11 0,5 3-7 0,0 0-8 15,0 0-12-15,0 0-13 0,0 0 3 0,0 0-5 16,0 0-9-16,0 0-1 0,27 0-9 0,-17 0-1 15,0 0-3-15,4 0-3 0,-3 0-3 0,0-2-9 16,1 1 2-16,-1 1 1 0,-4 0-5 0,2 1-2 16,-9-1-6-16,13 0 4 0,-9 2-7 0,-4-2-1 15,11 1 2-15,-11-1-3 0,10-1 3 16,-10 1-2-16,9 3-3 0,-5 3 2 0,-4-6-4 0,6 4 0 16,0-1 4-16,-4 3-4 0,0 1 0 0,-2-7 3 15,3 15-2-15,-4-4 10 0,-1 2 4 0,-2 2 2 16,-3 2 6-16,-2 8 33 0,-2 1-2 15,-1-3-2-15,-1 3-1 0,-1-1-6 0,-1-3-2 16,-1 2 1-16,3-1-5 0,-1-2-1 0,4-6-10 16,4-1 3-16,-3 0-3 0,3-4 4 0,-1-1 0 0,2 0-5 15,0-2 4-15,2 0-9 0,2-2-4 0,1-5 2 16,-2 7 1-16,2-7-1 0,0 0-5 0,-4 5 4 16,4-5 0-16,0 0-1 0,0 0-2 15,0 0 0-15,0 0-6 0,0 0-2 0,0 0 2 16,20-4-3-16,-20 4 1 0,15-3-1 0,-6 0 1 15,0-2-2-15,3 3 1 0,-1-2-4 0,1 1 2 16,-3 0-3-16,-1 1 0 0,3 0 0 0,1 0-1 16,-2 1 1-16,2 0-3 0,0-2 1 0,1 2-3 0,1 0-19 15,-2 0-29-15,1 1-29 0,-1-3-35 16,-3 4-28-16,1-1-62 0,-2 2-37 0,-1-1-192 16,-7-1-467-16,11 1 207 0</inkml:trace>
  <inkml:trace contextRef="#ctx0" brushRef="#br0" timeOffset="98210.54">26041 15716 78 0,'0'0'185'0,"9"-5"-4"16,-9 5-9-16,0 0-15 0,2-9-13 0,-2 9-13 16,2-8-8-16,1 3-3 0,1 0-7 0,-4 5-7 15,4-11-5-15,2 6-2 0,-4-1 3 0,2 1-2 16,-4 5-8-16,9-14-11 0,-5 5-4 0,1 1-10 16,2-2 1-16,-3 1-7 0,-1-1-3 0,1-1-7 15,-2 2 6-15,0-2 3 0,1 2-1 0,1-1-7 16,-2 1-3-16,0 2-9 0,-2 7 10 0,2-13 1 15,-2 6 5-15,0 7-2 0,3-9 6 16,-3 9-2-16,0-9 2 0,0 9-10 0,0 0-3 16,0 0-11-16,0-10-8 0,0 10-3 0,0 0-4 0,0 0 0 15,0 0 5-15,0 0 4 0,-13 29 2 0,8-19-7 16,3 6 5-16,-4-1 1 0,3 1 1 0,1-2 0 16,-1 2-3-16,1 1 3 0,0-6-8 15,2 1-4-15,2 0-3 0,-2-2 3 0,5-1-1 0,-2 0 4 16,1-2-8-16,2 2-7 0,-2-3-19 15,5-2-24-15,1 0-32 0,-1-1-38 0,4-2-37 0,-2 2-49 16,1-3-69-16,-4 0-247 0,-8 0-547 0,16-7 242 16</inkml:trace>
  <inkml:trace contextRef="#ctx0" brushRef="#br0" timeOffset="98430.17">26247 15258 2519 0,'-8'-17'73'0,"-1"1"43"16,-1 2-20-16,4 5-16 0,1 4 9 0,-3-3 6 16,4 3 11-16,-2 1 4 0,2-1 7 0,4 5-1 15,-7-6-4-15,7 6-16 0,-4-8-11 0,4 8-1 16,0 0-10-16,-5-5-11 0,5 5-14 0,0 0-11 16,0 0-14-16,0 0-21 0,0 0-36 0,0 0-42 15,0 0-24-15,0 0-40 0,18 13-23 0,-13-6-44 16,0 0-49-16,-1 1-50 0,-2 3-174 0,-2-11-518 15,0 19 229-15</inkml:trace>
  <inkml:trace contextRef="#ctx0" brushRef="#br0" timeOffset="100602.45">22381 16584 44 0,'0'0'175'0,"-3"-8"-10"0,3 8-26 0,0 0-11 0,0 0-12 16,0 0-13-16,0 0-13 0,0 0-3 0,0 0 0 15,0 0-11-15,0 0-1 0,20 16-3 0,-14-9-10 16,5 6 13-16,1 1-12 0,-1-1-1 16,0 2-2-16,0 0-7 0,1 0 0 0,-3 1-6 0,1-3-6 15,1 1-3-15,0 2-2 0,-1-4-5 16,-3-1 0-16,2-1-7 0,-1-2-1 0,-1 1 4 15,-1-4-7-15,1 2-4 0,-3-3 4 0,1 0-2 16,-1-1 5-16,-4-3-2 0,8 5 20 0,-8-5 3 16,8 4 4-16,-8-4 0 0,0 0-3 0,10-9-8 15,-8 2-2-15,5-3-3 0,-3 2-3 0,3-7 0 16,0 1-4-16,-1-3-4 0,-1 1 1 0,3-1-4 16,-3-1-2-16,0 1-1 0,0-2-2 0,2-6 0 15,-4 8-3-15,1-2-3 0,1 2 2 0,0 0-4 16,-1 3-2-16,-2 3-2 0,0 2-4 0,-2 9-22 15,4-14-17-15,-4 14-27 0,1-7-16 0,-1 7 1 16,0 0-9-16,0 0-15 0,0 0-29 0,0 0-23 16,-6 43-25-16,2-27-111 0,-1 2-321 0,1 3 141 15</inkml:trace>
  <inkml:trace contextRef="#ctx0" brushRef="#br0" timeOffset="100820.36">22785 16774 36 0,'0'0'184'16,"6"-5"-10"-16,-6 5-15 0,0 0-10 0,0 0-18 16,0 0-13-16,0 0-16 0,0 0-12 15,0 0-1-15,0 0-8 0,0 0-4 0,13 8-3 0,-8-2-12 16,1 1 0-16,-2 1-6 0,0 0-7 16,1 1-2-16,-2 2-2 0,1-2-9 0,-1 1-2 15,1 1 0-15,0 1-9 0,-3-1-8 0,3 0-19 16,-3 1-18-16,1-2-31 0,-1 1-36 0,0 0-42 15,-1-11-29-15,-2 22-90 0,-1-12-267 0,2 0 118 16</inkml:trace>
  <inkml:trace contextRef="#ctx0" brushRef="#br0" timeOffset="101019.01">22522 17022 77 0,'0'0'162'0,"0"0"4"16,24-6-17-16,-6-1-19 0,12 1-9 0,0-3-12 15,4 3-11-15,2-3-8 0,1 1-19 0,-8 1-29 16,5 2-28-16,-2 0-42 0,-3 2-39 0,-2 1-41 16,-9 2-63-16,-5 2-186 0,-3 1 82 0</inkml:trace>
  <inkml:trace contextRef="#ctx0" brushRef="#br0" timeOffset="101408.1">22700 17161 71 0,'9'5'179'15,"1"2"-10"-15,3 4-18 0,1-1-2 0,-1 4-7 16,0-1-10-16,0 1-8 0,-2-1-11 0,-1 3-7 16,-1-1-5-16,2-4-13 0,1 2-2 0,-3-3-2 15,-2-1-5-15,1 0-7 0,-1-2-6 0,-1 0-7 16,0-1-11-16,-1-2 1 0,-1-1-4 0,-4-3-2 16,5 7-4-16,-5-7 12 0,0 0 8 0,2 6 15 15,-2-6 6-15,0 0-17 0,0 0 4 16,0 0-7-16,12-13-4 0,-10 6-7 0,1-3-5 0,-2 2-6 15,2-4-2-15,-1-1-5 0,1 0 2 0,1-3-4 16,-1-2-3-16,1-2 0 0,0 2-8 0,1-1 0 16,-4-8-2-16,5 10 1 0,-2-2-7 0,-1 2-9 15,1 4-7-15,-1 1-13 0,-2 3-7 0,-1 9-19 16,5-14-23-16,-5 14-21 0,3-10-11 0,-3 10-17 16,6-4-28-16,-6 4-34 0,0 0-18 15,19 9-154-15,-19-9-381 0,9 15 168 0</inkml:trace>
  <inkml:trace contextRef="#ctx0" brushRef="#br0" timeOffset="101731.04">23196 17219 4 0,'-24'11'201'0,"24"-11"-12"15,0 0-18-15,-12 4-9 0,12-4-20 0,-7 6-10 16,7-6-15-16,-7 7-11 0,7-7-11 0,-6 9-12 15,6-9-7-15,-1 9-8 0,1-9-6 0,0 0 1 16,10 15-10-16,-6-11-5 0,-4-4-13 0,14 10 9 16,-3-5-10-16,-2-1-2 0,2 0-5 0,-1 0-2 15,-1 1-4-15,-9-5-4 0,11 6 2 16,-6-4-6-16,-5-2 4 0,10 5-4 0,-10-5-1 0,0 0 1 16,9 6 7-16,-6-3 25 0,-3-3 1 0,0 0-2 15,0 0-4-15,-13 11-4 0,6-8-1 0,-4 0-2 16,2-1-3-16,-2 1-1 0,1-2-4 0,-1 1 1 15,-1 1-6-15,1 0-4 0,1 0 4 0,-1-1-14 16,1 1-20-16,10-3-20 0,-15 2-28 0,15-2-27 16,-12 1-42-16,12-1-60 0,0 0-150 15,0 0-370-15,0 0 165 0</inkml:trace>
  <inkml:trace contextRef="#ctx0" brushRef="#br0" timeOffset="101894.27">23488 17038 77 0,'0'0'75'0,"16"1"-32"0,-16-1-36 16,8 6-41-16,-8-6-36 0,8 10 15 0</inkml:trace>
  <inkml:trace contextRef="#ctx0" brushRef="#br0" timeOffset="102047.48">23506 17201 4 0,'0'0'196'0,"0"0"-21"16,0 0-15-16,0 0-21 0,0 0-5 0,0 0-19 16,0 0-11-16,0 0-14 0,25-22-25 0,-25 22-38 15,18-9-45-15,-8 4-35 0,-2 0-58 0,-8 5-61 16,19-9-185-16,-9 3 82 0</inkml:trace>
  <inkml:trace contextRef="#ctx0" brushRef="#br0" timeOffset="102860.83">24739 16521 138 0,'-4'-6'215'16,"1"0"-26"-16,3 6-13 0,-5-10 0 0,5 10-12 15,-4-8-16-15,4 8-16 0,-2-7-12 0,2 7-13 16,0 0-12-16,0 0-9 0,9-11-8 0,0 7-11 16,7-3-4-16,1 4-9 0,3-3-4 0,0 1-2 15,-2 1-10-15,1 1 3 0,-2-3-7 0,0 5-2 16,-5-3-6-16,0 4-4 0,-12 0-1 0,15-3-5 16,-15 3 4-16,10-2-9 0,-10 2 3 0,0 0-2 15,0 0 0-15,15 0-3 0,-15 0-4 0,0 0-1 16,0 0 2-16,0 0 0 0,0 11 0 0,0-11-1 15,-9 17 0-15,3-7 4 0,-3 4-10 0,0 4 6 16,-1 0-5-16,-6 4 1 0,3 1 2 0,-2 2 1 16,0-2-1-16,0-1 1 0,0 1 0 15,1-1 3-15,0-1 0 0,4-6-7 0,1 0 4 16,2-5-2-16,1-3-3 0,1 4 7 0,-1-5-6 16,6-6 4-16,-6 11-2 0,6-11-1 0,-4 8-2 15,4-8 7-15,0 0-4 0,0 0 3 0,0 0 1 16,0 0 0-16,16 13 0 0,-7-13-1 0,4 0-4 15,0-1 7-15,5-2-6 0,-3 1 1 0,2 1-5 16,3-3 2-16,-2 4-20 0,2-2-20 0,0 2-26 16,-1 0-41-16,-1 0-18 0,-1 0-28 0,1 3-24 15,-4-3-136-15,-1 3-338 0,1-2 150 0</inkml:trace>
  <inkml:trace contextRef="#ctx0" brushRef="#br0" timeOffset="103058.56">25145 16658 47 0,'0'0'167'0,"3"-11"3"0,-3 11 10 0,0 0-7 16,0-16-12-16,0 16-16 0,0 0-17 0,0 0-15 15,0 0-11-15,2-8-17 0,-2 8 3 0,0 0-5 16,0 0 2-16,0 0-12 0,6 21-6 16,-5-14-10-16,0 4-5 0,-1-11 0 0,0 19-3 15,1-7-6-15,-1-12-18 0,-1 20-22 0,1-8-31 0,0-2-37 16,0-10-24-16,0 22-45 0,-1-13-172 0,1-9-331 15,-3 14 147-15</inkml:trace>
  <inkml:trace contextRef="#ctx0" brushRef="#br0" timeOffset="103243.95">25104 16480 1473 0,'-4'-18'10'0,"1"0"4"0,-1 8 60 15,2-2-38-15,0 3-5 0,2 9-17 0,-4-11-4 16,4 11 2-16,0 0-6 0,0 0 2 0,0-12-10 16,0 12-11-16,0 0-17 0,0 0-25 0,0 0-26 15,23 23-41-15,-15-12-110 0,-6-1-249 16,7 0 111-16</inkml:trace>
  <inkml:trace contextRef="#ctx0" brushRef="#br0" timeOffset="103526.67">24649 17073 11 0,'0'0'181'0,"0"0"-12"0,0 0 0 0,26 4-7 15,2-7-13-15,3 0-13 0,7-6-12 0,14 0-11 16,6-3-12-16,-4-3-4 0,3 2-14 0,-2-2-3 16,3 0-11-16,-3-4-4 0,-2 4-7 0,-5 0-7 15,3 3-5-15,-17 1-4 0,-1 4-21 0,-1 0-17 16,-11 2-20-16,-2 2-27 0,-5 3-27 16,-5 1-26-16,-9-1-25 0,14 3-37 0,-12 3-81 15,-2-6-256-15,0 12 113 0</inkml:trace>
  <inkml:trace contextRef="#ctx0" brushRef="#br0" timeOffset="103788.6">24768 17173 127 0,'0'0'160'16,"0"0"1"-16,0 0 8 0,-2 11-18 0,2-11-4 15,1 13-10-15,0-2-10 0,2 1-12 0,-2 3-3 16,0 2 0-16,3 1-10 0,-1 0-8 16,-1-1-8-16,2 0-10 0,0 2-10 0,-2-3-3 15,2 1-4-15,-2-4-9 0,1-3-2 0,0 6-4 16,-2-5-7-16,3-1-1 0,-3 1-9 0,-1 0-25 16,2 0-19-16,-1-2-27 0,-1-9-28 0,2 17-19 0,-2-17-39 15,-2 13-52-15,2-13-114 0,0 0-319 0,-8 14 141 16</inkml:trace>
  <inkml:trace contextRef="#ctx0" brushRef="#br0" timeOffset="104106.27">24934 17144 148 0,'8'-3'157'16,"0"0"-15"-16,-8 3-11 0,0 0-2 0,0 0-9 15,20 7-12-15,-20-7-7 0,0 16-5 0,0-16-12 16,-10 20-4-16,4-6-8 0,-3 0-14 0,-2-1 4 16,2-2-11-16,-1 0-6 0,2-1-4 15,-2-2-5-15,4 0-2 0,-2-2-2 0,3-1-4 0,5-5-4 16,-10 8 1-16,10-8 2 0,-8 6-6 16,8-6 11-16,0 0 0 0,-5 7 0 0,5-7-5 15,0 0 3-15,-6 5-3 0,6-5-4 0,0 0-2 16,0 0-3-16,0 0-2 0,0 0 2 0,0 0 1 0,10 14 0 15,-10-14-5-15,13 5-6 0,-3 0 5 0,-2 0-2 16,3 0 0-16,-1 1-5 0,2 0-18 16,1-1-31-16,-2 2-40 0,2-2-55 0,4 1-188 15,-5-2-353-15,2-3 157 0</inkml:trace>
  <inkml:trace contextRef="#ctx0" brushRef="#br0" timeOffset="104400.7">25143 17267 12 0,'0'0'153'0,"0"0"-15"15,-13 16-2-15,13-16-12 0,-3 10-9 16,3-10-7-16,-4 15-16 0,4-4-8 0,0-11-6 16,2 17-10-16,0-8-5 0,1 1-5 0,-3-10-3 15,8 15-2-15,-4-8-6 0,-1 0 6 0,-3-7 2 16,12 10 3-16,-8-6 0 0,-4-4-4 0,7 8-1 15,-7-8-1-15,5 6-3 0,-2-3 10 0,-3-3 6 16,5 4 0-16,-5-4 10 0,0 0-9 0,4 5-2 16,-4-5 0-16,0 0-11 0,0 0-5 0,-12 11-2 15,6-7-7-15,0 2-3 0,-1 0-7 0,-2-3-9 16,0 3-21-16,2 0-27 0,0-2-32 0,-2 2-28 16,9-6-53-16,-13 9-39 0,8-4-162 0,5-5-369 15,-14 8 163-15</inkml:trace>
  <inkml:trace contextRef="#ctx0" brushRef="#br0" timeOffset="104722.52">25293 17324 71 0,'16'-7'128'0,"-5"2"-11"15,-2 1-11-15,-9 4-19 0,18-8-11 0,-18 8-4 16,13-5-24-16,-13 5 1 0,0 0-8 0,9-5 0 15,-9 5-3-15,0 0 5 0,0 0-18 0,8-7 0 16,-8 7 1-16,0 0-3 0,0 0 13 0,0 0-2 16,-7-18 4-16,7 18 9 0,0 0 1 0,-7-14-8 15,7 14 15-15,-7-9 8 0,7 9 8 0,0 0 4 16,-9-5-3-16,9 5-6 0,0 0-7 0,0 0-11 16,-5-6-7-16,5 6-1 0,0 0 0 0,0 0 5 15,0 0 8-15,0 0 4 0,0 0-3 0,0 34-1 16,1-22 3-16,-2 3-8 0,0 0-3 0,-1-3-6 15,4 4-1-15,-2-4-6 0,1-1-5 0,-2 2-19 16,-1-1-42-16,5-1-23 0,-3-11-46 0,5 17-47 16,-3-8-200-16,-2-9-380 0,0 0 169 0</inkml:trace>
  <inkml:trace contextRef="#ctx0" brushRef="#br0" timeOffset="105016.16">25642 17098 90 0,'4'7'132'0,"0"3"0"0,-4 0-6 0,0-10-8 0,-4 27-1 15,-1-12-19-15,-2 2 1 0,-1-3-1 16,-1 0-10-16,-1 1-4 0,5-4-4 0,-1-1-4 15,-1 0-2-15,-1-1-3 0,2 0-4 0,2-1-11 16,4-8 5-16,-8 13-9 0,8-13-6 0,-5 5-1 16,5-5-9-16,0 0-6 0,-4 11 7 0,4-11-8 0,0 0-4 15,0 0 3-15,13 11-2 0,-13-11-21 16,16 2-15-16,-9-2-41 0,-7 0-47 0,22 0-54 16,-11 2-135-16,-4 0-308 0,-7-2 136 0</inkml:trace>
  <inkml:trace contextRef="#ctx0" brushRef="#br0" timeOffset="105314.34">25833 17398 3 0,'0'0'177'0,"10"-11"-9"0,-3 3-13 0,1 0-6 16,0-2-20-16,1 0-7 0,0-3-2 0,5 0-7 15,-4 1-12-15,2-3-1 0,-1 1-4 0,-7 4-6 16,5-5-13-16,-3 0 3 0,0 0-4 15,-4 5 3-15,2 0 7 0,-2 2 9 0,-2 8-6 16,5-14-1-16,-5 14-8 0,2-8-4 0,-2 8-8 16,0 0-10-16,2-9-8 0,-2 9-2 0,0 0-8 15,0 0-3-15,0 0-6 0,0 0 6 0,0 0 2 16,-6 32-6-16,6-22 3 0,-3 0-10 0,2 2-1 16,1 1-2-16,0-1 0 0,-1-1-1 0,2 0-3 15,0 0 0-15,4-1-4 0,-1 0-23 0,-1-3-26 16,-3-7-40-16,14 12-21 0,-4-7-47 0,-10-5-59 15,23 3-207-15,-14-1-441 0,-9-2 195 0</inkml:trace>
  <inkml:trace contextRef="#ctx0" brushRef="#br0" timeOffset="105482.82">26021 16967 101 0,'-6'-11'128'0,"6"11"-34"0,0 0-32 16,0 0-19-16,0 0-27 0,0 0-51 0,0 0-34 15,0 0-73-15,0 0 32 0</inkml:trace>
  <inkml:trace contextRef="#ctx0" brushRef="#br0" timeOffset="183057.64">26339 12443 8 0,'0'0'8'0,"0"0"-1"0,0 0-2 16,0 0-5-16,0 0 2 0,0 0 4 0,0 0-1 15,0 0-2-15,0 0 0 0,0 0-2 0,0 0-2 16,0 0 5-16,0 0-5 0,0 0-8 0,0 0-9 15,0 0 4-15</inkml:trace>
  <inkml:trace contextRef="#ctx0" brushRef="#br0" timeOffset="199257.37">26362 12654 22 0,'0'0'14'0,"0"0"-11"0,-11 11-10 0,11-11-7 0,-5 14 3 16</inkml:trace>
  <inkml:trace contextRef="#ctx0" brushRef="#br0" timeOffset="199683.47">28691 12662 4 0,'0'0'25'0,"0"0"1"0,0 0-13 0,0 0 0 15,0 0-1-15,0 0 2 0,0 0-6 0,0 0 5 16,0 0-8-16,0 0-9 0,0 0-18 0,-24 17-24 15,10-14 12-15</inkml:trace>
  <inkml:trace contextRef="#ctx0" brushRef="#br0" timeOffset="204144.28">28155 12654 18 0,'0'0'19'0,"0"0"1"0,4 8 0 15,-4-8-7-15,0 0-2 0,0 0-2 0,0 0 3 16,0 0 0-16,0 0-2 0,0 0-2 15,0 0 0-15,0 0-4 0,0 9 5 0,0-9-4 16,0 0-2-16,0 0 4 0,0 0 2 0,0 0-3 0,0 0 0 16,0 0-5-16,0 0 5 0,0 0-6 15,0 0 6-15,0 0-8 0,0 0 3 0,0 0 6 0,0 0-5 16,0 0 3-16,0 0-2 0,0 0-3 16,0 0-1-16,0 0 7 0,0 0-8 0,0 0 5 0,0 0-5 15,0 0 2-15,0 0-3 0,0 0 0 0,0 0 2 16,0 0-1-16,0 0 1 0,0 0-2 0,0 0 5 15,0 0 2-15,0 0 0 0,0 0-1 0,0 0 0 16,0 0 0-16,0 0 4 0,0 0-2 16,0 0 1-16,0 0 1 0,0 0-3 0,0 0-3 0,0 0 5 15,0 0 0-15,0 0-1 0,0 0-3 0,0 0 2 16,0 0-5-16,0 0 7 0,0 0-5 0,0 0 3 16,0 0-3-16,0 0 6 0,0 0-9 0,0 0 2 15,0 0-5-15,0 0 5 0,0 0 2 0,0 0 0 16,0 0-3-16,0 0 1 0,0 0-2 0,0 0 4 15,0 0-1-15,0 0 3 0,0 0-2 0,0 0 2 16,0 0-4-16,0 0-3 0,0 0 8 0,0 0-4 16,0 0-4-16,0 0 6 0,0 0-4 0,0 0 0 15,0 0 1-15,0 0-2 0,0 0 1 0,0 0 0 16,0 0 7-16,0 0-1 0,0 0-6 0,0 0 0 16,0 0 1-16,0 0-4 0,0 0 6 0,0 0 0 15,0 0 4-15,0 0-4 0,0 0-7 0,0 0 7 16,0 0-3-16,0 0-3 0,0 0 7 0,0 0-9 15,0 0 9-15,0 0-2 0,0 0-5 0,0 0 7 16,0 0-3-16,0 0 3 0,0 0-8 0,0 0 4 16,0 0 1-16,0 0 3 0,0 0-2 0,0 0-2 15,0 0 4-15,0 0-5 0,0 0 4 0,0 0 1 16,0 0-5-16,0 0 3 0,0 0-3 0,0 0 9 16,0 0-9-16,0 0-7 0,0 0 7 0,0 0 1 15,0 0 2-15,0 0-1 0,0 0 5 0,0 0-5 16,0 0 2-16,0 0-3 0,0 0-2 0,0 0-3 15,0 0 9-15,0 0-3 0,0 0-2 0,0 0 3 16,0 0 3-16,0 0-9 0,0 0 4 0,13-3 3 16,-13 3 0-16,0 0 2 0,0 0-4 0,0 0-2 15,0 0-1-15,0 0 9 0,0 0-6 0,11 0 3 16,-11 0-4-16,0 0 0 0,0 0 5 0,0 0-4 16,0 0-2-16,9-3-2 0,-9 3 5 0,0 0 1 15,0 0 0-15,0 0-4 0,0 0 3 0,0 0-1 16,8-3 2-16,-8 3-2 0,0 0-2 0,0 0 6 0,0 0-5 15,0 0 1-15,0 0-4 0,0 0 2 0,0 0 2 16,0 0 6-16,0 0-5 0,0 0-2 16,0 0-2-16,0 0 2 0,0 0 1 0,0 0 0 15,0 0-3-15,0 0 8 0,0 0-9 0,0 0 5 16,0 0-11-16,0 0-1 0,0 0-8 0,0 0-7 16,0 0 3-16,0 0-19 0,0 0-44 0,0 0 19 15</inkml:trace>
  <inkml:trace contextRef="#ctx0" brushRef="#br0" timeOffset="206873.83">28363 12462 8 0,'0'0'12'0,"0"0"6"16,0 0-9-16,0 0 1 0,0 0 3 0,0 0-6 15,0 0 0-15,0 0 2 0,0 0-4 0,0 0-2 16,0 0 3-16,0 0-4 0,0 0 6 0,0 0-2 16,0 0-3-16,0 0 0 0,0 0 0 0,0 0 3 15,0 0-3-15,0 0-1 0,0 0-1 0,0 0 3 16,0 0-1-16,0 0 0 0,0 0 0 0,0 0 3 16,0 0-5-16,0 0-2 0,0 0 3 0,0 0-1 15,0 0-1-15,0 0-3 0,0 0 3 0,0 0-7 16,0 0 9-16,0 0 4 0,0 0-4 0,0 0-4 15,0 0 2-15,0 0 1 0,0 0 2 0,0 0-4 16,0 0 5-16,0 0-4 0,0 0-1 0,0 0 0 16,0 0-2-16,0 0 4 0,0 0-5 0,0 0 4 15,0 0 0-15,0 0 1 0,0 0-4 0,0 0 4 16,0 0-2-16,0 0 1 0,0 0 2 0,0 0-2 16,0 0-2-16,0 0 3 0,0 0-2 0,0 0-7 15,0 0 7-15,0 0 1 0,0 0 2 0,0 0-2 16,0 0 2-16,0 0 1 0,0 0-1 0,0 0-3 15,0 0-8-15,0 0 10 0,0 0-1 0,0 0 2 16,0 0 0-16,0 0-4 0,0 0 8 0,0 0-6 16,0 0 2-16,0 0 3 0,0 0-3 0,0 0-3 15,0 0 0-15,0 0 3 0,0 0-3 0,0 0 0 16,0 0-1-16,0 0 0 0,0 0 5 0,0 0-1 16,0 0-1-16,0 0-3 0,0 0-1 0,0 0-3 15,0 0 11-15,0 0-3 0,0 0-4 0,0 0 3 16,0 0-2-16,0 0-2 0,0 0 3 0,0 0 0 15,0 0 0-15,0 0-1 0,0 0 5 0,0 0-2 16,0 0 0-16,0 0-1 0,0 0-1 0,0 0 1 16,0 0-2-16,0 0 1 0,0 0-2 0,0 0-2 15,0 0 0-15,0 0 5 0,0 0 3 0,0 0-1 16,0 0-4-16,0 0 5 0,0 0-5 0,0 0 7 16,0 0-3-16,0 0 3 0,0 0-6 0,0 0 5 15,0 0 1-15,0 0-1 0,0 0-4 0,0 0 4 16,0 0-1-16,0 0-3 0,0 0 5 0,0 0 0 0,0 0-3 15,0 0-3-15,0 0 6 0,0 0 2 0,0 0-8 16,0 0 1-16,0 0 0 0,0 0-1 16,0 0 9-16,0 0-6 0,0 0 5 0,0 0 2 15,0 0 3-15,0 0-3 0,0 0 8 0,0 0-3 16,0 0 3-16,0 0-5 0,0 0 2 0,0 0-3 0,0 0 1 16,0 0-1-16,0 0-9 0,0 0 6 0,0 0-6 15,0 0 3-15,0 0-5 0,0 0 7 0,0 0 2 16,0 0 6-16,0 0-1 0,5-9 0 15,-5 9-1-15,0 0 5 0,7-7-11 0,-7 7 6 0,4-6-2 16,-4 6 0-16,5-7-2 0,-5 7 4 0,0 0-8 16,3-6 2-16,-3 6-2 0,0 0-3 0,4-6 7 15,-4 6-3-15,0 0-4 0,2-7 2 16,-2 7 3-16,0 0-12 0,0 0 11 0,0 0-6 0,4-6-10 16,-4 6 12-16,0 0 0 0,0 0-1 0,0 0-3 15,0 0 0-15,0 0 3 0,3-5 0 0,-3 5 2 16,0 0-8-16,0 0 5 0,0 0-4 0,0 0 3 15,0 0-5-15,0 0-5 0,0 0 2 0,0 0 7 16,0 0-6-16,0 0-3 0,0 0 4 0,0 0-9 16,0 0-1-16,11 0-16 0,-11 0 7 0,0 0 5 15,0 0-8-15,0 0-5 0,11 4-4 0,-11-4-31 16,6 1-73-16,-6-1 33 0</inkml:trace>
  <inkml:trace contextRef="#ctx0" brushRef="#br0" timeOffset="-195382.32">26017 7157 27 0,'0'0'154'0,"0"0"0"0,0 0-5 0,0 0-3 0,0-10-6 16,0 10-12-16,0 0-7 0,0 0-14 0,0 0-9 15,0 0-13-15,0 0-6 0,0 0-2 0,0 0 4 16,0 0 1-16,-3 27-7 0,-1-12-7 0,-3 2-4 16,4 1-2-16,-3 1-7 0,-1 5-6 0,-1 0-1 15,2-6-5-15,0 0-7 0,1 0-3 0,-3-2-1 16,3 0-3-16,-2 0-8 0,1 0 1 0,1-5 1 15,1 0-5-15,0-3-2 0,1 0-1 0,1-1-1 0,-1 0-3 16,3-7 0-16,-2 7 1 0,2-7 12 16,-2 6 10-16,2-6 5 0,0 0 3 0,0 0 0 15,0 0-7-15,0 0-3 0,0 0 0 0,0 0 2 16,18-24-2-16,-12 15-1 0,3-3-3 0,1-3-1 0,-2-3-3 16,1 3 2-16,1-3-6 0,3-4 1 0,-2-1-1 15,1-2-2-15,-2 0-6 0,3-1 3 0,0-1-2 16,1 1-1-16,1 1-2 0,-5-1 2 15,3 1-8-15,0 4 4 0,-5 7 6 0,-2 4 3 0,0-1 0 16,-2 5 0-16,-1 0-5 0,-1 1 6 16,2 0-12-16,-4 5 2 0,6-3-4 0,-6 3-2 15,0 0 0-15,12 8 8 0,-7 1-5 0,3-1 4 0,-1 12-4 16,3 2 12-16,-2 1-7 0,1 1-4 0,-5-5-2 16,2 6 3-16,-4-6 0 0,4 6 2 0,-6-5-4 15,3-3 2-15,-1 1-2 0,-2-1 3 0,0-1-2 16,2 0-2-16,0 0 2 0,-2-3-1 0,2-3 1 15,0 0-7-15,-1 0 9 0,1 0-8 0,-2-2-14 16,2-1-5-16,-2-7-20 0,0 11-19 0,0-11-21 16,0 12-28-16,0-8-25 0,0-4-28 0,0 0-21 15,2 8-18-15,-2-8-187 0,0 0-416 0,0 0 185 16</inkml:trace>
  <inkml:trace contextRef="#ctx0" brushRef="#br0" timeOffset="-194902.07">25989 7339 135 0,'-6'-4'132'0,"6"4"-9"0,0 0-7 0,0 0-6 0,0 0 8 15,0 0-13-15,20-7-14 0,-8 7-4 16,3-1-5-16,5 1-12 0,3 1-11 0,3-2-7 16,5-3-1-16,-5 3-5 0,2 0-13 0,0 1 4 15,-6-2-8-15,-4 1-6 0,0-2-7 0,-7 2 4 0,3 0 1 16,-5-2 5-16,-1 3-2 0,-8 0 15 0,14-2 7 15,-9 0 7-15,-5 2 5 0,8-2 5 16,-8 2 0-16,7-2-2 0,-7 2-3 0,0 0-4 16,0 0-10-16,10-2-2 0,-10 2-3 0,0 0-11 0,0 0 2 15,0 0-6-15,8 4 0 0,-8-4 3 0,7 6 0 16,-3 1-6-16,4-1 5 0,-6 0-2 0,4 4-1 16,-1 1-3-16,1-1-3 0,-3 0 0 0,4 1-2 15,-2 0-3-15,1-1 2 0,-2 1-2 0,1-2 3 16,-1 1-3-16,1-4 0 0,0 2-3 0,-1 0 2 15,0-1-2-15,1 0 1 0,-1-2-1 0,0 0-2 16,-4-5 1-16,6 8-1 0,-2-5-1 0,-4-3 0 16,0 0 4-16,4 6 14 0,-4-6 4 0,0 0 0 15,0 0-5-15,0 0-1 0,0 0-1 0,14-9-5 16,-12 4-2-16,3-2 3 0,-1 0-4 0,1-3 5 16,-1 0-7-16,0 0-2 0,1-2 3 0,4-3-3 15,-4 0-2-15,1-2 2 0,-1 0-2 0,1 1-2 16,1-2 13-16,0 4-10 0,0 0-14 0,-3 1-15 15,3 4-13-15,0-1-25 0,-3 1-25 0,-1 5-32 16,1 0-22-16,2 1-22 0,-6 3-11 0,14-2-24 0,-14 2-148 16,9 5-370-16,-5-1 164 0</inkml:trace>
  <inkml:trace contextRef="#ctx0" brushRef="#br0" timeOffset="-194601.92">26771 7339 137 0,'0'0'200'0,"0"0"-12"0,0 0-7 0,0 0-15 16,0 0-13-16,0 0-13 0,0 0-11 0,0 0-10 16,-29 3-9-16,22 1-14 0,3 0-9 0,-3-2-8 0,1 4-7 15,0-3-7-15,0 4-9 0,4-1-4 0,-1 0-4 16,3-6-3-16,-2 13-6 0,6-3-3 0,-3-4 0 16,5 2-7-16,2 0 2 0,0 0-7 15,3 0 0-15,1-2-4 0,1 1-2 0,2 2-3 0,-1 0 0 16,-3-3-2-16,1-1-1 0,-5 0-1 0,-1 0-1 15,0-2 2-15,-1 1-6 0,-5-4-2 16,7 7 0-16,-7-7 3 0,1 7 0 0,-1-7 1 16,0 0-2-16,-10 10-1 0,3-7 1 0,-1 1-2 0,-6 1-12 15,3-2-3-15,0 0-11 0,-3-1-16 0,3-2-11 16,0 1-22-16,-1-1-22 0,12 0-29 0,-13-3-33 16,7 3-171-16,6 0-354 0,-12-6 157 15</inkml:trace>
  <inkml:trace contextRef="#ctx0" brushRef="#br0" timeOffset="-194422.62">27059 7337 110 0,'9'-1'164'16,"-1"1"-11"-16,1-1-9 0,-9 1-16 0,19-2-14 15,-13 2-12-15,6 2-11 0,-3-1-19 0,-1-1-29 16,-3 2-27-16,4 1-36 0,-2-1-21 0,-7-2-16 15,9 5-16-15,-5-2-7 0,-4-3-65 0,0 0-156 16,-2 10 70-16</inkml:trace>
  <inkml:trace contextRef="#ctx0" brushRef="#br0" timeOffset="-194314.59">27164 7371 514 0,'-6'3'-18'16,"1"0"21"-16,5-3 14 0,-16 8 21 0,11-4 15 15,-5 0 8-15,0-1 5 0,-1 3 15 0,3-3 0 16,-4 2 0-16,3 0-1 0,3-1-6 0,-1-1-7 16,7-3-11-16,-10 5 6 0,4-3-15 0,6-2 3 15,0 0-13-15,0 0 0 0,0 0-11 0,14 12-30 16,-1-11-35-16,7-1-34 0,2-1-161 0,9-3-252 15,1 0 113-15</inkml:trace>
  <inkml:trace contextRef="#ctx0" brushRef="#br0" timeOffset="-193576.54">27903 7256 191 0,'0'0'210'0,"0"0"-26"0,2-6-17 0,-2 6-18 16,0 0-19-16,0 0-13 0,0 0-12 0,0 0-4 15,0 0-5-15,0 0-8 0,0 0 0 0,2 29-5 16,-6-19-7-16,0 1-11 0,3-1-3 0,-2 0-2 0,0 1-11 16,1-4-1-16,0 2-3 0,-1-2 0 0,2 0-4 15,0 2 4-15,1-9-2 0,-5 10-3 16,3-5 2-16,2-5 3 0,0 0 3 0,-3 8 1 16,3-8-1-16,0 0 5 0,-2 7 0 0,2-7 3 0,0 0 1 15,0 0 2-15,0 0-2 0,0 0 2 16,0 0-9-16,0 0-2 0,0 0-6 0,0 0-3 15,0 0-8-15,0 0 2 0,5-23-9 0,0 13-2 0,-1-5-2 16,5 1 0-16,-4-3-3 0,3-1-3 0,1-5-3 16,0 4-2-16,3-3 2 0,1 0 0 0,0-2-5 15,0 4 2-15,-1 3-4 0,-3 2 4 16,0-1-5-16,1 3 5 0,-2 6-4 0,-1-1 0 0,-2-1-3 16,1 5-2-16,-1-2-2 0,-1 2-2 0,-4 4 4 15,9-4-4-15,-9 4-1 0,14 7 2 0,-9-2-3 16,1 1 5-16,2 5-5 0,0 2 2 0,-2 3 2 15,-1-1 0-15,1 1 0 0,-1 2-4 0,1-3 4 16,-3 1 10-16,2 1-10 0,1-3-2 0,-3-1 2 16,-1 0 4-16,2-1-3 0,-1-2 20 0,1 0 4 15,-4 1-4-15,2-1-1 0,4-1-3 0,-4 0-2 16,0-3-12-16,0 1-18 0,0-2-17 0,1 2-20 16,-3-7-20-16,3 9-25 0,-3-9-29 0,2 8-22 15,-2-8-24-15,1 7-9 0,-1-7-22 0,0 0-179 16,0 0-415-16,0 0 184 0</inkml:trace>
  <inkml:trace contextRef="#ctx0" brushRef="#br0" timeOffset="-193048.77">27892 7264 38 0,'0'0'114'0,"0"0"-10"15,-9-3-3-15,9 3 0 0,0 0-2 0,0 0-10 16,0 0-8-16,29 0-8 0,-15 3-7 0,6-6-6 15,2 6-15-15,9-3-23 0,-4-3-10 0,2 3-18 0,1 0-14 16,-3 0-6-16,-7 0-11 0,3-1-5 16,-5 1 2-16,0 0 4 0,-1-2 3 0,-5 1 2 15,1 0 9-15,-4 0 6 0,-2 1 12 0,2-1 14 16,-9 1 8-16,12-4 8 0,-7 1 2 0,1 1 15 0,-6 2 19 16,9-7 7-16,-9 7 8 0,8-6-4 15,-4 2 5-15,-4 4 13 0,5-6 12 0,-5 6 7 16,4-5 3-16,-4 5-6 0,3-5-5 0,-3 5-13 15,0 0-4-15,0 0-8 0,5-6-16 0,-5 6-7 0,0 0-9 16,0 0-3-16,0 0-2 0,11 12-4 0,-7-5-5 16,-1 5 3-16,0 1-3 0,0-2 0 15,2 4-5-15,0 0-4 0,-3 0 8 0,5 1-11 16,-3-3 1-16,-2-1-3 0,2-1-1 0,0 1 0 0,2 0-2 16,-1-2 6-16,-1 0-3 0,0-3 2 0,2 1 4 15,-2-2 1-15,-1 0 7 0,2-2 6 0,-5-4 7 16,5 9 6-16,-5-9 10 0,6 3 3 0,-6-3 0 15,8-1-7-15,-8 1-7 0,11-6-1 16,-3 0-8-16,-1-3-4 0,2 1-1 0,-2 2-5 0,3-3 5 16,-2-1-5-16,-2-3 3 0,5-1-10 0,-4 0 2 15,0 0-6-15,0-2-3 0,4 0 4 0,-2-1-6 16,-2 1-2-16,5 0 3 0,-6 1-4 0,0 0-2 16,0 5-2-16,-3 4-3 0,1-2-8 0,1 1-17 15,-2 1-17-15,-3 6-16 0,4-6-19 0,-4 6-27 16,4-7-23-16,-4 7-15 0,0 0-17 0,0 0-28 15,0 0-19-15,0 0-29 0,0 0-158 0,10 12-422 16,-10-12 186-16</inkml:trace>
  <inkml:trace contextRef="#ctx0" brushRef="#br0" timeOffset="-191359.46">28818 7060 35 0,'-5'-3'128'0,"5"3"7"15,-8-4-4-15,3 0 1 0,5 4-6 0,-5-5-5 16,5 5-1-16,0 0-4 0,-7-6-9 0,7 6-13 16,0 0-8-16,0 0-12 0,0 0-9 0,0 0-4 15,0 0-4-15,0 0-6 0,0 0-4 0,0 0-5 16,26-3 0-16,-16 2-4 0,1 1 1 0,3 0-6 16,4-2-4-16,-5 2-3 0,0 0-1 0,1 3-1 15,-2-4-6-15,-2 2 1 0,-1-1 0 0,-3 0-2 16,-6 0-2-16,11 2-7 0,-11-2 5 0,7 0-6 15,-7 0 6-15,9 1-3 0,-9-1 0 0,0 0-4 16,0 0-3-16,0 0 4 0,9 0 9 0,-9 0 5 16,2 9 4-16,-2-9 1 0,-7 16-2 0,1-5 1 15,-4 3 0-15,-2 3-2 0,-5 3-1 0,1 0-5 16,-2 0 4-16,2-1 0 0,3-3-1 0,0-3-4 16,2 2 0-16,0-1-4 0,-1-1 0 0,5-4 1 15,-2 1 0-15,2-4-2 0,1 1 0 0,2-1-2 16,1 0 5-16,0-2-3 0,3-4-2 0,-6 7 3 0,6-7-2 15,-3 7 2-15,3-7-3 0,0 0 3 0,0 0 0 16,0 0-1-16,5 8 0 0,4-6-3 16,1-2 3-16,2 0-3 0,2-2 2 0,-1 0-1 15,6 1-8-15,-3 1-20 0,1-2-30 0,2 1-32 0,-2 0-36 16,-3 0-27-16,1-1-43 0,2 2-167 0,-7-1-383 16,3 0 170-16</inkml:trace>
  <inkml:trace contextRef="#ctx0" brushRef="#br0" timeOffset="-191057.78">29111 7365 97 0,'0'0'162'0,"10"-7"3"16,-5 1-5-16,4 2-10 0,-3 1-2 0,4-3-8 0,-2 0-11 16,2 0-7-16,-1 0 9 0,3-2-10 0,-3 1-7 15,1 0-5-15,0 1-2 0,-1-1-3 0,-1-1-8 16,-1 0-2-16,0-1-2 0,-2 3-5 0,-1-2 3 15,2 0-10-15,-4 3-2 0,0-2-3 0,1 2-2 16,-3 5-3-16,2-9-4 0,-2 9 1 0,1-7-10 16,-1 7-6-16,0 0-12 0,0 0-7 0,4-6-2 15,-4 6-5-15,0 0-1 0,0 0-3 0,0 0 1 16,0 0-10-16,-10 23 8 0,6-14-9 0,0 0 2 16,2 1-2-16,1-1 5 0,2 1-10 0,-1-1 3 15,1 1-3-15,2 0-12 0,-2-3-17 0,4 2-22 16,0-3-38-16,3 1-44 0,0 1-55 0,3-3-60 15,0 0-196-15,2-5-474 0,1 0 210 0</inkml:trace>
  <inkml:trace contextRef="#ctx0" brushRef="#br0" timeOffset="-190881.05">29311 7003 2095 0,'-10'-14'1'0,"2"-2"17"0,-2 4-15 0,1-2 8 15,0 9-12-15,4-2-1 0,-1-1 4 0,1 3-1 16,2 1-1-16,3 4 0 0,-8-8-3 0,8 8-7 16,0 0-9-16,0 0-20 0,0 0-21 0,0 0-40 15,-3 21-38-15,4-11-156 0,-1 0-317 0,0 2 140 16</inkml:trace>
  <inkml:trace contextRef="#ctx0" brushRef="#br0" timeOffset="-190396.56">27767 7609 172 0,'-15'-3'215'0,"5"2"-3"0,-2-1-11 0,5 2-13 0,7 0-18 16,-11-2-18-16,11 2-10 0,0 0-13 0,0 0-5 15,0 0-8-15,41 0-10 0,-6 2-12 0,24-2-8 16,6 2-6-16,31-4-8 0,4 2-8 15,3 0-5-15,5 0-9 0,0 0-5 0,2-2-6 0,-2 2-3 16,0-1-1-16,-10 0-4 0,6-1-1 0,-7 6-6 16,-3-2-1-16,-30-2-4 0,3-4 0 0,-2 1-2 15,-1 0-2-15,-7 2-5 0,-7-1 2 16,-12-1 1-16,-6 1 1 0,-2-2-5 0,-11 1 6 16,1-1 9-16,-7 3 10 0,0-2 6 0,-3 3 8 0,-2-3 0 15,-3 0-6-15,-5 3 4 0,10-3-4 0,-10 3-6 16,8-4-3-16,-8 4-4 0,5-4-4 0,-5 4 2 15,0 0-15-15,3-5-16 0,-3 5-18 0,0 0-26 16,0 0-29-16,0 0-32 0,0 0-38 0,0 0-25 16,-26 5-49-16,16-1-200 0,-3 0-456 0,0-2 202 15</inkml:trace>
  <inkml:trace contextRef="#ctx0" brushRef="#br0" timeOffset="-186806.32">27858 7856 10 0,'0'0'153'0,"-7"1"-15"0,7-1-5 15,0 0-2-15,0 0-20 0,0 0-6 0,0 0-10 16,30-7-9-16,-12 3 3 0,9-1-11 0,0 0 8 15,0 0-21-15,-6 2-11 0,7 0-3 0,-1 2-3 16,-6 0-6-16,-4-1-5 0,1-1 1 0,-3 3-8 16,-3 0 0-16,-1-2-4 0,-2 0-6 0,-1 1 3 15,-8 1-7-15,12-1 3 0,-12 1-7 0,9 0-1 16,-9 0 4-16,0 0-2 0,9-1 2 0,-9 1 9 0,0 0 4 16,0 0 9-16,-5 14 2 0,-2-7-7 15,0 2 4-15,-2 4-2 0,-4-3-1 0,-1 3-1 16,-1 0 7-16,2 3-3 0,-3-3 1 0,1 7 0 15,-1-5-6-15,3-1-3 0,1-1 1 0,-1-1-3 0,-1 3 1 16,3-3-5-16,2-4 1 0,1 1-4 16,3-2-1-16,-2-1-7 0,0-2 6 0,3 0-3 15,4-4-2-15,-5 7-2 0,5-7 2 0,-4 3 0 16,4-3 1-16,0 0-2 0,0 0 3 0,0 0-4 0,0 0 1 16,17 8 3-16,-4-10-6 0,-3 2 0 0,9-1 2 15,-2-1-3-15,2 2-10 0,-2-1-16 0,-1 1-32 16,2 0-33-16,-3 3-42 0,-1-3-28 15,0 1-45-15,-2-1-136 0,2 3-362 0,-4 0 161 0</inkml:trace>
  <inkml:trace contextRef="#ctx0" brushRef="#br0" timeOffset="-186498.75">28326 8142 167 0,'0'0'187'0,"8"-7"-6"15,-3 1-13-15,-1 0-2 0,3 0-17 0,-2-2-10 16,2 0-1-16,-2 2-10 0,1-2 3 0,-1 2-13 16,1-2-8-16,0-1-14 0,-1-1-11 0,0 1-10 15,-1-1 4-15,0 2-6 0,-1-1-1 0,1 0 1 16,-2 2 6-16,-2 7-4 0,1-12-5 0,-1 12 0 16,0-10-8-16,0 10-5 0,0-7-9 0,0 7-3 15,0 0-9-15,0 0-5 0,0 0 1 0,0 0-4 16,0 0-6-16,0 0 2 0,0 0-5 0,-19 14-1 15,15-8-4-15,0 4-2 0,1-3-1 0,3-7 2 16,-1 14-3-16,0-6 2 0,1-1-2 0,0-7-20 16,1 15-22-16,2-9-23 0,-1-1-28 0,1 1-39 15,1 0-43-15,2-1-34 0,0-1-38 0,-6-4-135 16,9 5-403-16,-3-5 178 0</inkml:trace>
  <inkml:trace contextRef="#ctx0" brushRef="#br0" timeOffset="-186340.81">28438 7905 115 0,'0'0'150'0,"0"0"-18"16,0 0-17-16,0 0-28 0,0 0-25 0,9-6-28 16,-9 6-34-16,13 4-26 0,-3 1-35 0,0 0-41 15,-3-1-110-15,3 1 49 0</inkml:trace>
  <inkml:trace contextRef="#ctx0" brushRef="#br0" timeOffset="-186004.26">28615 8013 112 0,'0'0'198'0,"0"0"-14"0,0 0-8 0,12-7-13 16,-12 7-11-16,12-6-13 0,-2 1-11 0,2 2-15 16,-2-2-6-16,2 0-16 0,1 1-9 0,-2 0-8 15,8-2-23-15,-9 3-19 0,2 1-22 0,-1-3-30 16,0 2-19-16,2-1-15 0,-13 4-15 0,16-3-10 15,-16 3-2-15,9-3-13 0,-3 0-7 0,-6 3-7 0,5-4 13 16,-5 4 10-16,0 0 15 0,0 0 13 0,-11-14 13 16,11 14 13-16,-7-6 25 0,7 6 9 15,-7-6 10-15,7 6 9 0,-7-6 13 0,7 6 16 16,-6-4 12-16,6 4 7 0,0 0-1 0,-8-3-2 16,8 3-6-16,0 0-3 0,0 0-7 0,-7-3-1 15,7 3 10-15,0 0-7 0,0 0 7 0,0 0 4 16,-3 18-6-16,3-18 9 0,1 13-11 0,-2-8-3 15,1-5-4-15,1 16-5 0,1-7-2 0,-2 1-6 16,0 0-1-16,0-1-4 0,0 0-1 0,3 2-1 0,0-2-18 16,0 3-29-16,-3-2-21 0,0-10-40 15,6 19-34-15,-3-10-35 0,0-1-148 0,-3-8-320 16,4 12 142-16</inkml:trace>
  <inkml:trace contextRef="#ctx0" brushRef="#br0" timeOffset="-185765.97">29022 7858 213 0,'0'0'244'0,"5"-6"-31"0,-5 6-24 16,2-6-20-16,-2 6-11 0,0 0-1 0,0 0-6 16,0 0-8-16,1 25-12 0,-1-13-8 0,-1 4-13 15,-1 2-10-15,-4-2-8 0,4 2-10 0,-1 1-10 16,0-3-4-16,0 2-4 0,1-2-9 0,0-1-7 15,0-3-2-15,2 2-9 0,0-4-20 0,-1 1-27 16,1 2-26-16,-1-4-36 0,0 1-34 0,-1-4-29 16,2-6-31-16,-1 12-43 0,1-12-116 0,0 0-352 15,-10 7 156-15</inkml:trace>
  <inkml:trace contextRef="#ctx0" brushRef="#br0" timeOffset="-185468.83">29076 7768 120 0,'4'-7'155'16,"2"4"-5"-16,-6 3-6 0,12 0-2 0,-12 0-1 15,11 3-12-15,-5 3-1 0,0 1-2 0,0 1-8 16,-3 3-10-16,-1-1-10 0,0 5 0 0,-4-5-13 16,1 7-6-16,-3-4-11 0,0 3-1 0,-2-4-7 15,2-2-4-15,0 0-1 0,-2-3 2 0,1-1 1 16,1 2-4-16,0-4 0 0,4-4 0 0,-7 8 0 15,4-4-1-15,3-4-2 0,-5 6 0 0,5-6-5 16,0 0-2-16,0 0-7 0,-6 6-6 0,6-6-3 16,0 0-4-16,0 0-5 0,0 0-1 0,0 0-1 15,0 0-2-15,8 10 1 0,-1-8-4 0,0 1-18 16,4 0-18-16,-1 1-24 0,1-2-30 0,1 0-29 16,1-1-36-16,6 3-30 0,0-3-29 0,-2 1-155 15,0 0-386-15,-2-2 170 0</inkml:trace>
  <inkml:trace contextRef="#ctx0" brushRef="#br0" timeOffset="-185184.12">29388 7931 69 0,'0'0'174'0,"0"0"-1"0,-8-12-9 0,8 12-13 16,-8 0-13-16,8 0-5 0,0 0-9 0,-20 5-4 16,12-1-9-16,-3 3-7 0,2-1-6 0,1 2-11 15,1-1-10-15,-1 4-7 0,3-4-3 0,0 3-7 0,1-1-7 16,3 0-7-16,-1 0-4 0,4 0 0 15,0 0-6-15,2 0-5 0,3-2 0 0,-1 2-2 16,1-2-2-16,1-1-4 0,0 3 1 0,2-3-3 16,0-1-2-16,-3 3 0 0,2-4-4 0,-3 1 1 15,-2 0-3-15,1-1-2 0,-1 0 3 0,-4-4 7 16,2 9 1-16,-2-9 2 0,-6 9-1 0,6-9-1 16,-10 7-2-16,0-2 0 0,2-3-2 0,-1 3-5 15,-4-4-4-15,3 3-16 0,1-3-19 0,-4 0-18 16,3 1-27-16,2-1-33 0,1 2-38 0,7-3-59 0,-14 1-138 15,14-1-366-15,0 0 163 0</inkml:trace>
  <inkml:trace contextRef="#ctx0" brushRef="#br0" timeOffset="-184208.49">25282 8518 18 0,'-8'-6'212'15,"5"3"-4"-15,3 3-15 0,-7-6-8 0,7 6-9 16,0 0-15-16,-2-10-14 0,2 10-9 0,2-10-11 16,2 2-11-16,-1 1-1 0,0 0-9 0,2 0-9 15,2-2-10-15,-2 0-5 0,1 2-6 0,-1-1-6 16,4 0-5-16,-2-2-7 0,-1 0-2 0,-1 3-8 16,2-1-5-16,-5 1 1 0,1-3-6 0,-1 5-4 15,-2 5-12-15,4-12 0 0,-4 6-4 0,0 6-1 0,4-10-5 16,-4 10 1-16,0-6-6 0,0 6 3 15,0 0-5-15,0 0-2 0,0 0-1 0,0 0-1 16,0 0 2-16,-9-6-3 0,9 6 1 0,0 0-2 0,-14 19 3 16,10-10-1-16,0 0 0 0,0 1-2 0,1 2 1 15,1-2 5-15,2 1-5 0,2-1 2 16,-1 0-1-16,5-1 3 0,-2 2-6 0,4-1-17 16,-1-1-31-16,6 1-29 0,-1-4-20 0,2 2-34 0,5-3-36 15,-8-1-33-15,2 1-148 0,1-3-379 0,-1-1 168 16</inkml:trace>
  <inkml:trace contextRef="#ctx0" brushRef="#br0" timeOffset="-184056.32">25457 8192 31 0,'-5'-4'129'0,"5"4"-16"0,-6-5-16 0,6 5-21 16,0 0-29-16,0 0-17 0,0 0-33 0,0 0-30 15,0 0-49-15,0 0-87 0,20 20 39 0</inkml:trace>
  <inkml:trace contextRef="#ctx0" brushRef="#br0" timeOffset="-183826.16">25734 8226 48 0,'0'0'184'0,"-5"-12"-11"0,5 12-10 16,0 0-9-16,0 0-11 0,-14-1-11 0,14 1 0 15,-10 7-5-15,4 1-3 0,-2 2-1 0,-1 7-2 0,2 0-5 16,-7 8-11-16,4 0-5 0,5 2-9 16,-4-1 0-16,4 2-10 0,0-3-5 0,2-1-9 15,2-1-5-15,-3 3-9 0,4-8-3 0,0 2-3 0,2-1-5 16,0-2-4-16,-1 0-4 0,1-3-3 0,2 0-5 16,-2-1-17-16,-2-1-27 0,2-2-33 15,0-1-36-15,-2-2-42 0,0-7-38 0,0 10-35 0,0-10-147 16,0 0-376-16,-6 6 166 0</inkml:trace>
  <inkml:trace contextRef="#ctx0" brushRef="#br0" timeOffset="-183670.56">25600 8490 57 0,'0'0'121'0,"13"-4"-7"0,-3-3-12 0,3 5-9 16,-1-1-17-16,4 0 0 0,6 1-12 0,-1-2-34 15,6-3-19-15,-7 3-32 0,2 0-21 0,1 3-72 16,-6-2-123-16,4-1 55 0</inkml:trace>
  <inkml:trace contextRef="#ctx0" brushRef="#br0" timeOffset="-183456.28">25983 8329 15 0,'0'0'173'15,"-2"-9"12"-15,2 9-4 0,-2-9-8 0,2 9-5 16,0 0-16-16,-4-7-19 0,4 7-19 0,0 0-12 15,0 0-5-15,0 0 6 0,0 0 2 0,0 0 1 16,-4 27-5-16,2-9-6 0,-4 1-4 0,3 5-3 16,-1 3-7-16,0-1-5 0,1-2-8 0,-2 0-9 15,3 1-3-15,0-5-6 0,0 0-5 0,2-1 1 0,-2 4-10 16,1-4-4-16,1-3-26 0,-2-4-18 16,2 1-23-16,-2 4-30 0,-2-7-35 0,8 2-38 15,-6-2-35-15,0-3-36 0,0 1-126 0,0-1-362 16,2-7 161-16</inkml:trace>
  <inkml:trace contextRef="#ctx0" brushRef="#br0" timeOffset="-183136.83">25975 8319 51 0,'1'-5'147'0,"-1"5"0"0,11-7 6 16,-4 6-19-16,-7 1-10 0,11 3-10 0,-2-1-10 15,-4 2-1-15,3 0-8 0,-3 4-9 0,1 0-4 16,0-1-14-16,-4 4-2 0,0-1-1 0,0 2-8 16,-2-1-7-16,0-1 4 0,-4 0-3 0,2-1 0 15,-2-1-1-15,0-2-6 0,0 1-3 0,-1-1-5 16,-1-2-4-16,2 2 3 0,-1-3-5 0,5-3 5 16,-9 6 5-16,9-6-3 0,-5 6-2 0,5-6 4 15,-4 4-8-15,4-4-5 0,0 0-3 0,0 0-3 16,-4 7 0-16,4-7-8 0,0 0 9 0,10 12-6 15,-8-9-3-15,3 1-1 0,0 2 2 0,0 0-2 16,3 0-1-16,1 1-2 0,1-1-25 0,0 2-28 16,1-1-38-16,1-1-32 0,3 0-35 0,-2-3-35 0,-1 2-131 15,-1-1-342-15,3-1 152 0</inkml:trace>
  <inkml:trace contextRef="#ctx0" brushRef="#br0" timeOffset="-182818.54">26281 8524 27 0,'-4'-11'188'0,"4"11"-1"0,-7-3-15 16,7 3-17-16,0 0-10 0,-13 2-14 0,13-2-16 0,-10 6 3 15,6-2-14-15,0 1-6 0,-3 4-6 0,5 0-8 16,-5-3-11-16,4 4-5 0,1 0-7 0,0 1-4 16,2-2-6-16,0 3-2 0,0-4-7 15,4 3-1-15,-1-2 1 0,4-1-3 0,-3 0-3 0,3 3-6 16,-1-4 0-16,4 1-1 0,-3 0-6 0,-1 1-2 15,1-4-2-15,-1 1 2 0,0 0-7 0,0 0 4 16,-2-2-5-16,-4-4 1 0,3 6 3 16,1-3-2-16,-4-3 2 0,2 9 13 0,-2-9 4 0,4 4 12 15,-4-4-2-15,0 0-2 0,-8 11-2 0,8-11 5 16,-13 5-12-16,3-1-2 0,1 1-6 0,1-2-3 16,-2 1-10-16,-1-2-9 0,3-1-19 15,1 1-19-15,-1 0-26 0,8-2-27 0,-11 0-40 0,11 0-32 16,-10-4-42-16,10 4-161 0,-5-3-392 0,5 3 174 15</inkml:trace>
  <inkml:trace contextRef="#ctx0" brushRef="#br0" timeOffset="-182458.16">26601 8524 145 0,'0'0'246'0,"-2"-12"-12"0,2 12-6 15,-1-9-16-15,1 9-15 0,0 0-18 0,-2-8-21 16,2 8-16-16,0 0-14 0,0 0-13 0,7-7-12 0,4 9-8 16,1-4-11-16,1 4-6 0,7 0-10 15,0-4-8-15,0 2-9 0,-1 2-5 0,0-1-2 16,0-1-4-16,-2 0-7 0,-1 3-2 0,-5-3-4 16,3 1-3-16,-5 1-2 0,-1-2 0 0,-3 4-5 0,4-4-7 15,-9 0 6-15,7 1-4 0,-7-1 2 0,9 0-1 16,-9 0 0-16,0 0-2 0,0 0-1 15,0 0 2-15,0 0 2 0,0 0-6 0,0 0 4 16,0 0 0-16,0 0 1 0,-15 15-2 0,10-7 7 0,-5 0-6 16,2 3 3-16,-5 1 1 0,-1 0 3 0,3 2-6 15,-3-2 0-15,1 2-1 0,1 1-4 16,-3-1 5-16,2 1-3 0,-1-1-2 0,1-1-13 16,1 1-15-16,1 0-30 0,4-2-25 0,-2-2-39 0,4 0-41 15,1-2-42-15,0-3-229 0,-1 4-460 0,3-4 203 16</inkml:trace>
  <inkml:trace contextRef="#ctx0" brushRef="#br0" timeOffset="-182257.11">26825 8488 73 0,'-2'-17'245'0,"0"0"-6"0,-1 1-12 15,-1 0-9-15,0 4-16 0,0 1-12 0,0 0-16 16,-2 3-9-16,4-1-16 0,-1 3-13 0,-1 0-15 15,4 6-11-15,-10-9-13 0,8 5-11 0,2 4-12 16,-4-5-18-16,4 5-22 0,0 0-15 0,0 0-25 16,0 0-31-16,0 0-41 0,-9 10-40 0,9-10-31 15,0 12-30-15,0-12-163 0,6 18-370 0,-1-9 164 16</inkml:trace>
  <inkml:trace contextRef="#ctx0" brushRef="#br0" timeOffset="-181916.44">27119 8510 86 0,'0'0'243'0,"0"0"-6"0,9 0-11 0,-9 0-21 15,0 0-16-15,0 0-13 0,0 0-12 16,0 0-5-16,0 0-11 0,-20 18-10 0,13-9-6 0,1 1-9 16,-1-1-12-16,2 0-6 0,1 1-12 0,-3 1-9 15,5-2-7-15,0 0-7 0,1 1-10 0,1-2 0 16,1 1-9-16,1-3-1 0,2 2-5 15,2-3-2-15,4 0-6 0,1 0-2 0,2-2 1 0,5-1-6 16,-6 0-1-16,2-1-6 0,-1-1 0 0,5-4 2 16,-3 1-4-16,-1 0 1 0,-1 0 0 0,-1-2 7 15,-3-2-7-15,-1 1 6 0,-3-4-4 0,-1-2 1 16,1 1-2-16,-5-1-5 0,-5-2 2 0,-1-4-7 16,-1 4-1-16,1-4 2 0,-3 5-5 0,-3 1-2 15,1 1-5-15,-1 2 6 0,2 1-5 0,-1 4-3 16,-1-4-12-16,-1 4-15 0,2 0-22 0,-1 3-17 15,-3 1-32-15,5 0-34 0,-1 1-50 0,3 3-52 16,-2 1-239-16,6-1-512 0,4-4 227 0</inkml:trace>
  <inkml:trace contextRef="#ctx0" brushRef="#br0" timeOffset="-181174.22">27863 8761 56 0,'0'-9'261'0,"0"9"-14"15,4-6-18-15,-4 6-21 0,0 0-24 0,0 0-19 16,0 0-23-16,0 0-10 0,0 0-14 0,0 0-12 16,0 0-5-16,0 0-9 0,-6 25-8 0,6-15-4 15,-2 2-10-15,0-2-6 0,-2 1-5 0,2-1-4 16,2 1-7-16,-4-1-2 0,4-4-3 0,0-6-4 15,-2 12-1-15,2-12 4 0,-1 6 10 0,1-6 14 16,-1 8 8-16,1-8 7 0,0 0 8 0,0 0-11 16,0 0-10-16,0 0-1 0,0 0-12 0,0 0-4 0,10-28-8 15,-5 16-2-15,0 0-5 0,0-3-4 16,-1-5-4-16,7-2-4 0,-4 4 1 0,1-7-1 0,2 3-6 16,-2-3-5-16,2 7 10 0,-1-10-12 15,2 5-3-15,-2 5 4 0,0 0-7 0,0 0 3 16,0 1-3-16,-1 6 3 0,-1-3-5 0,0 5 4 15,0 1-8-15,0 0 2 0,-3 4 8 0,1-1-12 0,-5 5 0 16,11-1 5-16,-11 1-7 0,16 14 13 0,-10-3-14 16,1 5 0-16,3 8 3 0,-4 1 3 15,0 3 5-15,-2-2 3 0,-1 1 0 0,-1 1 1 0,2-2-3 16,0-1 5-16,-3-6-3 0,2 5 0 0,1-5-2 16,-3-2-3-16,2 0 3 0,-1-2-5 0,1-4-8 15,1 2-17-15,-1-3-22 0,2 0-24 0,-3-1-26 16,0-2-31-16,1 0-32 0,-3-7-34 0,2 8-18 15,-2-8-22-15,0 0-19 0,0 0-151 0,0 0-438 16,0 0 194-16</inkml:trace>
  <inkml:trace contextRef="#ctx0" brushRef="#br0" timeOffset="-180408.11">27964 8782 36 0,'-4'-3'166'0,"4"3"-1"15,-7-5-9-15,7 5-4 0,-7-3-9 0,7 3-15 0,0 0-11 16,-5-6-13-16,5 6-7 0,0 0-10 15,0 0-8-15,18-4-15 0,-9 3-4 0,5 1-10 16,4-3-7-16,-5 1-12 0,3 1-4 0,0 2-1 0,-3-2-7 16,4 1 0-16,-4-2-2 0,0 1-1 0,0-3-4 15,-4 2 4-15,0-1-5 0,-1 2 4 16,0-1 9-16,0 1 5 0,-1-2 7 0,-7 3-3 0,10-3 3 16,-10 3-1-16,11-3-1 0,-7 2 4 0,-4 1-6 15,12 0-5-15,-12 0 4 0,13 3-5 0,-7-1 4 16,2 3 4-16,3 0 7 0,-4 4 1 0,-1-1 9 15,5 3 3-15,-3 0-7 0,-2 0-4 16,3 3 7-16,0 1-5 0,-4-4-3 0,-1-1-3 0,4 1-1 16,-3 0-4-16,1-1-4 0,-1 0-1 0,0-2-1 15,0 2 3-15,-1-3-9 0,1 1 4 0,2-3 2 16,-5 0 5-16,-2-5 5 0,8 8 7 0,-4-5 7 16,-4-3 13-16,6 3 6 0,-6-3 5 0,0 0-3 15,0 0 0-15,14-6 1 0,-14 6-17 0,8-8-2 16,-6 2-7-16,5-2-3 0,-5 0-2 0,5-5-10 15,-3 3 18-15,-1-1-27 0,4-6-6 0,-2 1 19 16,-2-1-15-16,5-2 1 0,-1-2-4 0,-1 4-5 16,1 1-3-16,-2 0-1 0,-2 4-9 0,3 0-13 15,-3 3-13-15,0 4-11 0,-1 0-14 0,-2 5-20 16,2-10-25-16,-2 10-27 0,5-5-12 0,-5 5-5 16,0 0-10-16,0 0-18 0,15 8-20 0,-8-4-13 15,0 4-5-15,1-2 2 0,0 2 0 0,1 2 6 16,0-1-126-16,2-2-351 0,0 0 156 0,-1 0 1350 15,4-2-936-15,-5 0 22 0,0-1 28 0,-3-2 27 16,2 1 18-16,-8-3 30 0,9 3 24 0,-9-3 15 16,9 0 17-16,-9 0 22 0,0 0 10 0,0 0 10 15,11-3 6-15,-11 3 4 0,0 0-3 0,0 0-8 16,0 0-5-16,4-5-9 0,-4 5-14 0,0 0-6 0,0 0-6 16,0 0-1-16,0 0-17 0,-22 11-4 15,17-7-6-15,-1 0-2 0,0 2-11 0,1-1-2 16,0 3-5-16,1 1 2 0,1-1-7 0,1-1-1 0,0 3-5 15,0 0 2-15,2-4-3 0,0-6 2 16,2 16-8-16,0-11 2 0,2 4-2 0,-1-3 1 0,1 3 0 16,1-1-3-16,0 1 1 0,0-4-3 15,0 0-1-15,-2 1-1 0,2 1 0 0,-1-2-3 0,1-1 0 16,0 2 2-16,-2-1 0 0,-3-5-2 0,3 8 8 16,1-3-11-16,-4-5 2 0,3 8-1 0,-3-8 3 15,0 0-2-15,-7 13 3 0,3-10-2 0,-1 1-11 16,-1 2-5-16,-1-3-11 0,1 1-7 0,-4 1-13 15,3-3-22-15,0 0-21 0,-1 1-28 0,8-3-32 16,-13 2-22-16,13-2-37 0,-10-1-174 0,10 1-411 16,-10-6 182-16</inkml:trace>
  <inkml:trace contextRef="#ctx0" brushRef="#br0" timeOffset="-180236.86">28900 8797 70 0,'12'-4'194'16,"-1"1"-11"-16,-1 0-11 0,1-2-13 0,-3 4-21 16,2-3-16-16,2 4-8 0,-4-1-22 0,2 1-34 15,-10 0-39-15,15 1-34 0,-9 0-30 0,0 3-20 0,-6-4-33 16,6 8-85-16,-4-5-199 0,-2-3 88 16</inkml:trace>
  <inkml:trace contextRef="#ctx0" brushRef="#br0" timeOffset="-180114.39">28972 8890 1 0,'0'0'134'0,"-3"4"3"0,3-4 2 0,0 0-1 16,-5 6-9-16,5-6-2 0,0 0-6 16,0 0-3-16,0 0-8 0,0 0-12 0,0 0-14 0,15 3-25 15,-3-3-21-15,5-4-32 0,4-1-32 0,9-2-46 16,4 1-56-16,-2-3-75 0,3 2-219 0,1-3 98 16</inkml:trace>
  <inkml:trace contextRef="#ctx0" brushRef="#br0" timeOffset="-179646.32">29609 8685 23 0,'-2'-7'244'0,"2"7"-7"15,0 0-17-15,0 0-17 0,-3-7-21 0,3 7-15 16,0 0-3-16,0 0-11 0,0 0-6 0,-12 24-9 16,6-8-8-16,0-2-9 0,1 4-9 0,-2-1-5 15,3 0-11-15,0-1-9 0,-2 1-7 0,1-5-9 16,2-1-5-16,1 1-8 0,-1-3-3 0,1-2-2 15,0 0-7-15,2-7 4 0,-3 13-7 0,3-8 3 16,0-5 22-16,0 0 3 0,-2 10 13 0,2-10 6 16,-2 5-1-16,2-5-13 0,0 0-3 0,0 0-6 15,0 0-12-15,0 0-1 0,0 0-7 0,0-27-9 16,4 16-6-16,-1-4 8 0,3 0-11 0,0 0-5 16,2-3-6-16,2-6-2 0,-1 2 4 0,3-3-5 0,-2 2-10 15,2-2-2-15,0 2 9 0,2 0-11 16,-5 6 0-16,0-1-3 0,1 2 3 0,-4 7 4 15,1 1 8-15,-2-1 21 0,0 4-25 0,-1 0-2 16,-2 0-2-16,-2 5-3 0,6-5 1 0,-6 5-1 0,0 0-3 16,0 0 5-16,16 13-5 0,-11-1-1 0,0-1 0 15,2 5 10-15,-1 0-4 0,0 3 13 0,0-2 1 16,-3 2-2-16,3-1 16 0,-1-2-17 16,1 2-5-16,-2-5 4 0,-2 0-2 0,1-1 2 0,1-2-4 15,-2 3-1-15,2-5-4 0,-2 3-1 0,0-1 6 16,2-3-5-16,0 2-13 0,-3-3-17 0,1 0-29 15,-2-6-22-15,3 8-25 0,-3-8-22 0,1 8-25 16,-1-8-28-16,2 7-23 0,-2-7-32 0,0 0-29 16,0 0-34-16,-8 7-158 0,8-7-490 0,-11-1 216 15</inkml:trace>
  <inkml:trace contextRef="#ctx0" brushRef="#br0" timeOffset="-179204.62">29608 8801 112 0,'-7'-4'172'0,"7"4"0"0,-5-4 0 0,5 4-3 15,0 0-19-15,0 0-13 0,0 0-12 0,13-6-14 16,-13 6-12-16,23-1-7 0,-5-3-10 0,2 1-15 16,2 1-18-16,7 1-25 0,0-1-26 0,-1-1-6 15,-7 3-27-15,0-3-27 0,1 0 7 0,-3 1-7 16,-3-1 8-16,-3 1-6 0,-3-1 22 0,1 2 8 16,-6-1 15-16,2 0 15 0,-7 2 16 0,12-5 22 15,-7 3 7-15,-5 2 13 0,6-4 13 0,-6 4 1 16,7-4 3-16,-7 4 4 0,5-4 2 0,-5 4-8 15,0 0-3-15,0 0-7 0,6-5-5 0,-6 5-4 0,0 0 4 16,12 7-2-16,-12-7 3 0,10 8 2 16,-5 1 6-16,2-1-1 0,-1 2 19 0,0 0 0 15,3 3-2-15,-2-1-4 0,-2-1-4 0,1-1-1 16,-1-1-3-16,2 1-4 0,-1-2-3 0,0 2-7 0,0-3-1 16,-1 2 6-16,0-4-6 0,0-1-4 15,-5-4 0-15,6 7 2 0,-4-3 12 0,-2-4 6 16,5 6 11-16,-5-6 5 0,4 3 2 0,-4-3-7 15,0 0 0-15,0 0-9 0,0 0-2 0,0 0-6 0,16-7-10 16,-12 1-5-16,0 0-9 0,2 2-2 0,3-5-4 16,0 2-2-16,-3-5 0 0,3-4-3 15,5 3-21-15,-2-3 7 0,-1-1 2 0,0 1-16 0,0-1-7 16,1 2-19-16,-1-1-28 0,-2 1-11 0,3-2-19 16,-3 5-21-16,0-2-26 0,-2 3-32 0,1-3-38 15,-2 5-54-15,-1 0-47 0,1 0-267 0,0 0-613 16,-2 2 271-16</inkml:trace>
  <inkml:trace contextRef="#ctx0" brushRef="#br0" timeOffset="-178790.39">29513 9107 53 0,'0'0'172'15,"0"0"-3"-15,0 0-12 0,0 0-21 0,0 0-5 16,0 0-15-16,33 6-19 0,-4-5-27 15,4-1-10-15,6-2-25 0,13 0-22 0,2-1-54 0,4-1-36 16,2 2-106-16,1-6-196 0,3 3 87 0</inkml:trace>
  <inkml:trace contextRef="#ctx0" brushRef="#br0" timeOffset="-178637.22">30647 8939 40 0,'0'0'78'0,"0"0"-34"0,-3-12-40 0,3 12-32 15,0 0-30-15,3-11 14 0</inkml:trace>
  <inkml:trace contextRef="#ctx0" brushRef="#br0" timeOffset="-167820.46">25897 8911 31 0,'-4'5'37'0,"4"-5"0"0,0 0-6 16,0 0-1-16,0 0 4 0,0 0-7 0,0 0 1 15,0 0-3-15,0 0 1 0,0 0-6 0,0 0 0 16,0 0-8-16,0 0 2 0,0 0 6 0,0 0-7 16,0 0 11-16,0 0-6 0,0 0 12 0,0 0 5 15,0 0 4-15,19 0-5 0,-9 2 10 0,-1-4-10 16,4 2 15-16,5-1 1 0,1 0-2 16,0 0-8-16,2-2 0 0,0 3 1 0,2-1-1 0,7-2 3 15,-3 0-9-15,2 3-5 0,0-2-3 0,3 2 5 16,-1-1-8-16,1 0 1 0,1 1-2 0,1-2-9 15,-1 1 4-15,4-1 0 0,-1 2 12 0,-2-1-15 16,1 2 0-16,-1-1-1 0,-1-1 8 0,-1 0-1 16,-3 1-4-16,-2-1-2 0,-4 1-1 0,-3 1-4 15,0-1-1-15,-2 0 2 0,-3 0-5 0,-2 0 5 16,-3 1 6-16,3-1-14 0,-3 1 9 0,1-1-9 16,2 0 1-16,-1 3 3 0,-1-3 5 0,1 2-3 15,-2-4 6-15,1 1-6 0,1-1 6 0,-1 2 5 16,0-1-8-16,-1 1 2 0,0-1 4 0,-10 1-5 15,14-1 2-15,-5 0-3 0,-2-2 3 0,-7 3-2 16,10-1-3-16,-10 1-3 0,10-2 4 0,-10 2 0 0,7-2-3 16,-7 2 1-16,0 0-2 0,0 0 0 15,10-1-2-15,-10 1-3 0,0 0-1 0,0 0 0 16,0 0-8-16,0 0-8 0,0 0 2 0,0 0-7 16,0 0-7-16,0 0-15 0,0 0 4 0,0 0-10 0,0 0-9 15,-17 13-9-15,12-7-9 0,5-6-15 0,-7 9-8 16,1-2-88-16,-1 0-204 0,-1-2 91 15</inkml:trace>
  <inkml:trace contextRef="#ctx0" brushRef="#br0" timeOffset="-167498.63">26820 8946 12 0,'0'0'80'0,"18"-7"-4"16,-10 7-4-16,2 0-4 0,3-2 2 0,6 1-3 16,-1-2-8-16,4 1-2 0,5-2-5 0,0 2-1 15,2-1-10-15,0 0-2 0,-1-1-1 0,-1 0-1 16,-6 1-3-16,0 1 0 0,0-1-4 0,-2 0-5 15,0-1 1-15,-1 0-3 0,-5 2-6 0,-4-1 2 16,5 0 4-16,-8 2-2 0,-6 1-11 0,13-1-1 16,-5 0-7-16,-8 1-7 0,9-3-7 15,-9 3-11-15,0 0-9 0,6-1-16 0,-6 1-21 0,0 0-82 16,0 0-163-16,0 0 72 0</inkml:trace>
  <inkml:trace contextRef="#ctx0" brushRef="#br0" timeOffset="-166349.15">24317 9314 92 0,'-6'-7'202'0,"1"3"-14"15,5 4-12-15,-12-6-15 0,6 5-11 0,-3-1-10 16,9 2-13-16,-17-1-10 0,17 1-12 0,-16 4-6 16,8 3-6-16,1 2-5 0,1-1-4 0,-4 7-6 15,3 3-5-15,-2 7-8 0,3-1-2 0,-1 4-3 16,2-1-2-16,-1 1-5 0,2 0-7 0,2-3-9 15,-1-6 3-15,2 6-4 0,0-5-1 0,-1-2-2 16,2 0-4-16,-3-3-5 0,3-2-3 0,-2-3 4 16,1 3-8-16,1-2 0 0,-1-2 1 0,0 1-3 15,-1-1-3-15,2-9-6 0,-1 13-9 0,1-13-12 16,-1 11-18-16,1-11-15 0,-3 7-23 0,3-7-24 0,0 0-29 16,0 0-48-16,0 0-182 0,0 0-383 0,0 0 169 15</inkml:trace>
  <inkml:trace contextRef="#ctx0" brushRef="#br0" timeOffset="-165777.78">24041 9558 92 0,'0'0'139'0,"17"-9"-8"0,-3 7-9 16,2 0-10-16,5-1-9 0,8 3-4 0,1-1-6 0,0-1-4 15,3-4-7-15,1 2 1 0,-1 2-10 0,-5-3-5 16,1 2-6-16,-2 1 0 0,-7-1-4 0,-3 3-3 15,-5-1-9-15,-1-1-8 0,-3 2 0 0,0-2 6 16,-8 2 1-16,12-1 11 0,-12 1 8 0,8 0 5 16,-8 0 8-16,0 0-4 0,0 0-3 0,0 0-8 15,0 0-1-15,0 0-8 0,0 0-2 0,0 0-8 16,0 0 2-16,-19 11-1 0,13-5-7 0,-3-2 0 16,-3 3-3-16,4 1-1 0,1 0-5 0,-1 1-2 15,1 1-3-15,0-3-1 0,2 2 1 0,0 0-4 16,0-1 1-16,2 2-7 0,1-5 5 0,1 2-2 15,1-7-3-15,0 13 0 0,0-13-2 0,1 10-1 16,2-7-1-16,-3-3-1 0,5 8 2 0,1-6-3 16,-6-2 7-16,9 3-8 0,-9-3 2 0,14-1-1 15,-14 1 0-15,12-3-2 0,-5 1 2 0,-1-2-2 16,1 1 4-16,-1-2-7 0,-1 1 6 0,0-2 0 16,2 0-6-16,0-2 0 0,-1 2 1 0,-2-1 0 15,3-2 3-15,-4 4-2 0,-1-1-2 0,3 1-3 16,-5 5 8-16,5-7-9 0,-5 7-2 0,5-7-3 15,-5 7-5-15,3-4-4 0,-3 4 9 0,0 0-4 16,0 0 1-16,0 0 0 0,0 0 4 0,11 15-3 16,-8-11 2-16,1 2 0 0,0-1 3 0,-4-5-2 15,5 10 4-15,-3-6 0 0,2 2 1 0,1-1-1 16,-5-5 0-16,7 7 2 0,-4-3 6 0,-3-4-7 16,9 3 6-16,-3 0-3 0,-6-3 1 0,12-2-1 15,-12 2-6-15,14-2 5 0,-5-2 2 0,-2 1-6 16,-1-1-5-16,2 1-10 0,-3-2-14 0,1 3-14 15,-6 2-15-15,10-9-18 0,-4 5-26 0,0 0-14 16,-1-1-23-16,2 1-18 0,2-2-12 0,-2 4-10 0,1-1-120 16,1-3-327-16,1 4 145 0</inkml:trace>
  <inkml:trace contextRef="#ctx0" brushRef="#br0" timeOffset="-165556.78">24907 9492 87 0,'0'0'230'0,"4"-9"-8"0,-4 9-9 0,2-11-9 16,-2 11-4-16,1-8-13 0,-1 8-6 0,0 0-19 0,1-9-14 16,-1 9-20-16,0 0-13 0,0 0-16 0,0 0-10 15,0 0-8-15,0 0 2 0,0 0-5 0,3 22-3 16,-3-12-10-16,-2 3-3 0,2 4-7 0,-2-2-3 16,-1 0-5-16,2 1-5 0,0 2-2 0,-1-2-5 15,2-3-5-15,0 0-17 0,0-1-24 0,0-1-28 16,-2 2-32-16,2-3-46 0,0 0-44 0,0-1-44 15,-1-1-199-15,-1 0-437 0,2-8 194 0</inkml:trace>
  <inkml:trace contextRef="#ctx0" brushRef="#br0" timeOffset="-164784.28">25275 9503 172 0,'-7'-4'215'16,"-2"-1"-2"-16,-3 2-7 0,2 1-10 0,-1-1-13 16,4 2-15-16,-5 1-12 0,12 0-13 0,-17 2-12 15,6 2-11-15,3-1-13 0,0 4-9 0,2 0-5 0,1 3-14 16,1-1-3-16,-1 3-13 0,2-2-3 16,-1 2-7-16,3-2-1 0,1 2-8 0,3-3-7 15,-1 0 1-15,2 1-2 0,1-2-5 0,0-1-1 16,0-1-5-16,3-2-3 0,-2 0-5 0,4-1 2 0,-1-1-4 15,2 0-3-15,-5-2-3 0,-6 0 0 0,14-4-1 16,-5 1 1-16,-5-2-4 0,6-4 2 0,-5 2 0 16,3-2-1-16,-4-4 0 0,1 2 2 15,0-6-5-15,-1 2-3 0,1-3 0 0,-5 1 3 0,4-3-2 16,-2-7 2-16,0 8-1 0,-1-1 9 0,3 0-3 16,-4 0 10-16,0 3 0 0,2 0 10 0,-2-1 12 15,0 6 0-15,2 1 1 0,-2 2 1 0,2 1-3 16,-2 8-4-16,1-11-6 0,-1 11-5 0,0 0-6 15,0-9-4-15,0 9 3 0,0 0-6 0,0 0-2 16,0 0-4-16,3 38 5 0,-1-19 0 0,-2 0-5 16,0 6 3-16,0 0-3 0,2 0-1 0,0-6 1 15,0-1 10-15,1-2-13 0,1 2 4 0,0-3-4 16,-1-4-1-16,2 1 4 0,1-3 1 0,-1 2-3 16,4-3 3-16,-1 0-2 0,1-3 3 0,0 1-8 15,0-4-3-15,3 2 1 0,-1-2-6 0,-1-1-8 16,4-2-2-16,-2-2 0 0,0-2 0 0,1 2 1 15,-3-5 5-15,3 2-4 0,-1-6 1 0,-2 2 0 16,-4 0 2-16,1-1 2 0,-2-3-1 0,1 3 5 16,-6-2 0-16,0 1-2 0,0-1 5 0,0 4-2 0,0 0 2 15,-5 1-1-15,5 8 3 0,-4-13-2 16,0 10 2-16,4 3-1 0,-9-5 1 0,9 5 0 16,-14 4-2-16,3 0-1 0,-2 2 5 0,2 5-2 15,0-1 8-15,1 2-7 0,-1 1 3 0,3 1-5 16,5-3-4-16,-4 0-19 0,6 1-26 0,2-1-20 15,1 2-21-15,3-2-30 0,2-1-31 0,4-1-27 16,5 1-25-16,-1-3-25 0,3-3-118 0,2 0-379 16,-2-2 168-16</inkml:trace>
  <inkml:trace contextRef="#ctx0" brushRef="#br0" timeOffset="-164428.45">25774 9535 42 0,'4'-10'164'15,"-2"0"1"-15,1 1 14 0,-3-1 7 0,0 10-5 0,-3-13 5 16,-1 8-6-16,4 5-17 0,-9-9-13 0,2 7-12 15,7 2-11-15,-18 0-8 0,8 4-9 0,-2 0-4 16,-3 6-13-16,2-2-7 0,5 0-9 0,-3 4-9 16,1-2-6-16,1 4-6 0,5-4-5 0,0 1 2 15,0-2-16-15,2 1 2 0,2-1-5 0,0-1-3 16,2 2-4-16,2-4-1 0,0-1-11 0,0 1-4 16,3-1-11-16,0-2-3 0,0 0-3 0,2-2 1 15,-9-1-2-15,15 0 0 0,-7-1 1 16,1-3 5-16,-1 2-4 0,2-6 3 0,-4 1-2 0,1 0 5 15,-1 0-7-15,-3-2 4 0,1 1 0 0,3-1 3 16,-5 2-4-16,-1 1 3 0,-1 6 5 0,4-13 7 16,0 7 4-16,-4 6 0 0,0-6-5 0,0 6-2 15,0 0-1-15,0 0-3 0,0 0 2 0,0 0 3 16,0 0 0-16,0 0-2 0,0 0 0 0,-9 22 4 16,8-14-5-16,0 0 1 0,-1 1-1 0,2-1 1 15,0 3-6-15,0-1 3 0,0-3-16 0,2 1-14 16,-1 1-28-16,1-3-29 0,2 0-35 0,-2 1-44 15,2-2-30-15,-4-5-216 0,7 7-440 0,-2-4 195 16</inkml:trace>
  <inkml:trace contextRef="#ctx0" brushRef="#br0" timeOffset="-164218.72">25912 9323 245 0,'-1'-7'253'0,"1"7"-22"0,1-11-24 0,-1 11-20 16,0 0-18-16,0 0-20 0,0 0-5 0,0 0-11 16,0 0-4-16,-8 30-11 0,6-14-17 0,-5 2-8 15,5 3-6-15,0 3-8 0,0 5-9 0,-1-9-10 0,3 4-18 16,0-4-31-16,3-1-30 0,-3 1-35 16,0-1-42-16,2-2-50 0,2 0-36 0,-4 0-154 15,2-7-363-15,-1 1 162 0</inkml:trace>
  <inkml:trace contextRef="#ctx0" brushRef="#br0" timeOffset="-163854.52">26223 9537 261 0,'-2'-12'259'0,"1"1"-2"0,-1 1-14 15,0 3-16-15,2 7-22 0,0-10-28 0,0 10-19 16,0 0-13-16,0 0-13 0,0 0-8 15,0 0 11-15,0 0-21 0,12 31-9 0,-6-17-8 0,-1 3-6 16,3-1-6-16,2 2-9 0,-5-2-3 0,3 2-11 16,1-2 6-16,-2 0-12 0,0-4-3 15,-1-1-14-15,-1-2 4 0,1 0-8 0,2-3 2 16,-4 1-2-16,0-3 2 0,1-1 5 0,-5-3 9 0,8 5 4 16,-8-5-3-16,7 2-7 0,-7-2-2 0,0 0 1 15,12-8-4-15,-10 2-4 0,0-2-9 0,3-1 4 16,1-1-7-16,-2-2-3 0,4-5 7 15,-2 1-18-15,-1-4-14 0,2-3-14 0,4-2-10 0,-4 1-12 16,-1 4-9-16,1 2-12 0,0 1-14 0,0 2-8 16,-1 4-12-16,-1 3-13 0,-1 0-12 0,1-1-21 15,2 5-8-15,-3 4-7 0,-4 0-5 0,13 0-7 16,-13 0-1-16,12 8-3 0,-7 1-5 0,1-2 2 16,-2 4-131-16,-1-1-330 0,1 1 147 0</inkml:trace>
  <inkml:trace contextRef="#ctx0" brushRef="#br0" timeOffset="-163591.36">26546 9532 761 0,'0'7'-35'16,"3"-1"16"-16,-1 1 12 0,-2-1 16 0,2 1 6 15,-2 3 19-15,0-10 21 0,0 15 0 0,-2-8-4 16,2-7 30-16,0 17 4 0,0-7 8 0,-2 1-3 16,0-1 16-16,1-1 3 0,1 2-4 0,-2 0 1 15,0-3 1-15,2 3-8 0,0-3 6 0,0-8-10 16,4 14 0-16,-3-8-2 0,5 0-3 0,0 0-8 16,0-2-8-16,0-1-3 0,3-2-3 0,0 1-2 15,3-1-10-15,1-1-7 0,-1-1-6 0,1-2-3 16,0 0-2-16,-2-3-5 0,-2 2-4 0,2-2 0 0,-1-3-2 15,-4 2-2-15,-1-4 0 0,-1 1-6 16,0 0-5-16,-4-2 1 0,-2 1-5 0,0-1 1 16,-2 0 2-16,-1-2-4 0,-1 3 0 0,1 1-2 15,-4 1-4-15,2 1-5 0,1 2-6 0,-3-1-11 0,-1 4-10 16,-1 3-13-16,1 0-3 0,-4 3-15 0,0 2-20 16,0 4-41-16,1-1-44 0,7-1-35 0,-4 1-212 15,2 1-447-15,3-1 198 0</inkml:trace>
  <inkml:trace contextRef="#ctx0" brushRef="#br0" timeOffset="-163338.52">26823 9458 172 0,'0'-12'267'0,"4"1"-8"0,-4 0-10 16,2 5-7-16,-2-2-19 0,0 8-23 0,2-11-26 15,-2 11-15-15,0 0-12 0,0 0-13 0,0 0 2 16,10 27-3-16,-10-8-16 0,0 4-6 0,2 2-10 16,-4 2-7-16,2-2-11 0,0 1-7 0,-3 0-5 15,1-2-4-15,2-4-7 0,0-1-7 0,0 0-11 16,0-2-28-16,0 1-26 0,0-3-37 0,5-3-36 16,-5-2-40-16,0 0-44 0,0-2-47 0,4-2-36 15,-3 2-161-15,-1-8-448 0,4 6 199 0</inkml:trace>
  <inkml:trace contextRef="#ctx0" brushRef="#br0" timeOffset="-163118.56">27024 9473 222 0,'3'-6'242'0,"-3"6"-17"16,3-9-19-16,-3 9-21 0,4-5 2 15,-4 5 11-15,0 0 4 0,0 22 5 0,-4-5-12 16,2 1-4-16,-4 8-21 0,2-7-7 0,-1 4-17 15,1-2-11-15,-2 3-12 0,1 0-9 0,0-6-16 16,1 0-5-16,1-1-5 0,1 0-13 0,-2-2-16 16,4-2-42-16,0-2-18 0,0 1-34 0,0-2-27 15,0-2-32-15,0-2-36 0,0-6-40 0,4 11-33 16,-4-11-36-16,2 4-196 0,-2-4-470 0,0 0 207 0</inkml:trace>
  <inkml:trace contextRef="#ctx0" brushRef="#br0" timeOffset="-162105.84">26967 9614 27 0,'2'-7'139'0,"-2"7"3"0,0 0-6 0,7-7-9 15,-7 7-6-15,13-3-10 0,-4 3-1 0,4-1-13 16,0 2-4-16,6-4-6 0,4 1-13 16,4 0-4-16,-8 2-6 0,1-3-1 0,1 2-12 0,-3-2-3 15,-2 2-4-15,-5 1-4 0,1-1 4 0,-4 1-1 16,-1-1 5-16,-7 1 7 0,11 0 10 0,-11 0 4 15,0 0 7-15,12 0-9 0,-12 0 1 0,0 0-6 16,0 0-6-16,0 0-2 0,0 0-1 0,-21 10 0 16,14-8 5-16,-3 5-1 0,0 1 6 0,-3 2-7 15,3-1-2-15,-1 6-3 0,0 1 3 0,-3-2-2 16,4-1-1-16,-1-1-6 0,-1 2-5 0,8-4-6 16,-1-1-3-16,5 1-1 0,0-1-2 0,0-2-5 15,0-7 1-15,4 14-2 0,-1-8 4 0,3 0-7 16,4-2-2-16,3 0-2 0,-2-3 11 0,3 0-16 15,-3-2-3-15,3 0 4 0,-2-4-1 0,-1 2-8 16,1-1-6-16,-1-2 5 0,3-3-5 0,-3 1 3 16,0 0-5-16,-3-2 13 0,0 2-9 0,1-7-2 15,-5 6 1-15,1-1-3 0,0-1 6 0,-1 2-3 16,-2 3 1-16,1-1 1 0,-1 1 1 0,-2 6-3 16,4-9 0-16,-4 9-5 0,3-6 4 0,-3 6-5 15,0 0 1-15,0 0 1 0,0 0 3 0,0 0 1 16,0 0 0-16,0 0-2 0,3 20 7 0,-3-20-4 15,1 11 2-15,3-6 0 0,-1 0 3 0,2 0 0 0,3 0 3 16,3-1-2-16,-1 0 5 0,9-2-5 16,-2-2 1-16,2 2-2 0,2-4 1 0,-3 0 2 15,2-2-2-15,0 3 0 0,-2-3 1 0,-2-2 0 16,-2 0-3-16,-3 2 3 0,2-3 5 0,-2 0-1 0,-4 0 4 16,0 0-3-16,1-3 5 0,-2 2 11 0,-4-2-7 15,0 1 3-15,0 0-5 0,-2 1-1 16,0 8-3-16,-4-14 0 0,2 7 3 0,-3 1-5 15,5 6-1-15,-9-7-1 0,4 4 0 0,5 3-6 0,-13 0 1 16,13 0-3-16,-16 6 5 0,8 0-4 0,-4 1-3 16,3 1 11-16,0 0-10 0,2 1-3 15,0 1 6-15,1-1-1 0,1 2-2 0,1-1-2 16,4-2 8-16,0 2-5 0,0-10-2 0,2 14 4 0,0-7-1 16,2 1-1-16,1 0 4 0,-1-1 0 0,4 1-4 15,0-2-6-15,-1 2 4 0,-1 0 1 0,0 3 4 16,2 2-7-16,-3-1 2 0,2 5 1 15,-3 0-3-15,-4 0-1 0,2 2 3 0,-2 5 1 0,-2 2 2 16,-2 0-7-16,-3-2 5 0,1-7 3 0,-6 7 0 16,3 2-1-16,0-8 1 0,-5 3-2 0,5-4 0 15,0-2 2-15,1 0-1 0,-1-1 1 0,0-4 1 16,0-2 8-16,-5-2-8 0,3 1-5 0,-1-3-9 16,-1-4-8-16,0 1 1 0,3-1-1 0,1-1-2 15,-1-6-1-15,2 3 1 0,2-2-1 0,4-7 2 16,2 3-1-16,0-7 2 0,6 0 0 0,0 0 2 15,5-5 2-15,4-1 0 0,1 2 3 0,6-2 2 16,-4 1-1-16,5 1 2 0,2 1 2 0,1 1 3 16,-3 0-5-16,1 0 3 0,4 2-3 0,-4-2 1 15,3 1 2-15,-5 1 2 0,-2 0-3 0,1-1 0 16,-2-1 11-16,-6 6 1 0,0 0 5 0,-2-1 2 16,2 1 13-16,-4 1 1 0,-1 0-2 0,-2 1 0 15,1 1 7-15,-3 1 7 0,0-1 1 0,-1 5 6 16,-1-1-2-16,0 0 4 0,4 1-1 0,-6 5-12 15,0 0 9-15,0 0-14 0,0 0-10 0,0 0 0 0,-21 2-2 16,10 4 2-16,-3 4 0 0,1 2-7 16,-1 0-2-16,3 2 2 0,0-3 0 0,-1 5-8 15,6-5-13-15,3 1-26 0,-3 0-32 0,4 2-29 16,2-4-41-16,0 2-51 0,4 0-49 0,2-4-44 0,-1 4-214 16,6-1-536-16,7 2 238 0</inkml:trace>
  <inkml:trace contextRef="#ctx0" brushRef="#br0" timeOffset="-161725.29">27964 9892 146 0,'0'0'213'0,"7"-9"4"0,-2 0 2 0,1 0-4 15,-1 0 6-15,-1-2-11 0,4 3-11 16,1-6-17-16,-1 0-13 0,3-1-16 0,-1-1-14 0,0-1-6 16,6-3-13-16,-1-1-8 0,-1 0-4 0,2-4-21 15,-3 2-7-15,3 1-10 0,0-3-5 0,0-1-4 16,-5 2-9-16,1-2-2 0,-2 1-5 0,-1 7-6 15,-3 2-10-15,1 0 1 0,-2 2-4 0,-1 4 9 16,-2 1-14-16,-1-1-1 0,-1 5-7 0,0 5 1 16,0 0-4-16,-9-9 0 0,9 9-4 0,-16 5 0 15,5 1 2-15,-1 2-2 0,4 1-3 0,-6 4 3 16,3-1-2-16,0 2 3 0,4 0-6 0,0-2-5 16,4-1-8-16,1 2 1 0,0-3-8 0,6 4 5 15,-1 0 0-15,2 0-1 0,4 1 4 0,-1-1-1 16,-1-1 1-16,3-3 2 0,-4 1-1 0,3-2 0 15,0 5 3-15,0-6-2 0,-4 2 0 0,-1-2 0 16,0 1 5-16,0-2-2 0,-1-1 2 0,-1 0-1 16,-2-6 6-16,0 10-3 0,0-10 1 0,-3 11-13 15,1-5-11-15,2-6-18 0,-8 9-19 0,5-4-22 16,3-5-15-16,-8 5-34 0,8-5-24 0,-8 4-26 16,8-4-22-16,0 0-187 0,-7 1-423 0,7-1 187 15</inkml:trace>
  <inkml:trace contextRef="#ctx0" brushRef="#br0" timeOffset="-161458.1">28313 9664 72 0,'0'0'180'0,"8"-4"-10"0,-8 4-2 0,0 0-3 15,0 0 0-15,0 0-4 0,2 14 2 16,-2-14-8-16,0 10-13 0,2-3-5 0,-1-1-16 0,1 4-6 16,2-4-2-16,3 1-9 0,-3 1-3 15,7-3-8-15,1-1-7 0,-1 0-6 0,7-3-12 0,1 0-4 16,-2-2-8-16,-1-2-4 0,1 0-2 15,-4 0 1-15,-3-1 0 0,0 1-1 0,0-4-2 0,-2 0 5 16,-3 0-1-16,-2-3-10 0,1 2 5 0,-4 0-10 16,0-2-7-16,-4 1-5 0,1-1 6 0,-2-1-10 15,0 1-3-15,0 2 0 0,-4 0-14 16,4 2-6-16,-3-1-19 0,-1 3-13 0,0 0-13 0,-2 2-15 16,0 2-19-16,-1 2-18 0,1-1-27 0,-1 3-47 15,3-2-40-15,1 3-205 0,1-2-451 0,1 0 200 16</inkml:trace>
  <inkml:trace contextRef="#ctx0" brushRef="#br0" timeOffset="-160879.45">28617 9571 174 0,'3'-4'256'0,"-3"4"1"0,4-8-1 16,-4 8-9-16,5-4-19 0,-5 4-19 0,0 0-21 15,4-5-21-15,-4 5-15 0,0 0-11 0,0 0-3 16,0 0-6-16,1 19-4 0,-2-10-8 0,1 0-14 15,0 1-10-15,1-2-6 0,0 3-8 0,2-3-7 16,1 1-5-16,1 0-5 0,1-1-4 0,4 0-5 16,-1-2-11-16,2 1-3 0,0-6 0 0,0 3 11 15,0-3-21-15,1-1 4 0,-3 0-6 0,2-1-9 16,0-1 0-16,-2 0 11 0,-1 1-12 0,2-6-8 16,-5 2-2-16,-2 0 5 0,2-2-6 0,0 0-7 15,-1-2 2-15,1-1-3 0,-1 0 0 0,-3 0-5 16,1 1 7-16,0-1-3 0,-2 2-2 0,0 8 1 15,2-13 2-15,-2 13-5 0,0-7-1 0,0 7-2 16,0 0 1-16,-2-10 0 0,2 10 3 0,0 0-8 16,0 0 9-16,0 0 4 0,0 0 3 0,-7 27 3 15,5-18 0-15,-3-1-1 0,5 1 3 0,0 3-4 16,0-5 0-16,0 3 4 0,0-1 3 0,6-1-1 0,-2 1-3 16,2-2 3-16,1 2-1 0,-1-3-2 15,4-1 3-15,-3-2 4 0,3-2-6 0,-4 2 3 16,3-3-3-16,-9 0-1 0,18-3 3 0,-10 1-4 15,-1-2 9-15,1-1-13 0,-4 1 1 0,0-2 0 0,3-2 2 16,-5 1 1-16,0-4-3 0,1 1-2 0,-1 3 0 16,-2-2-5-16,3-2 9 0,0-1-9 15,-1 3 3-15,2-4-5 0,0 3 0 0,-2 0 0 0,2 2-8 16,1 0 4-16,-5 8-5 0,3-7 2 0,-3 7-1 16,4-7 0-16,-4 7 4 0,0 0-4 0,0 0 4 15,13 10-3-15,-10-4 19 0,0 2-18 0,1 3 3 16,-2-2 1-16,-1 1 2 0,-1 1 0 0,2 1 1 15,-1 0 1-15,-1-1 2 0,0 0-9 0,1-1 24 16,1 1-19-16,-1-1-10 0,0-3-20 0,-1-7-23 16,1 12-28-16,2-7-40 0,0 0-52 0,-3-5-60 15,10 4-37-15,-4-3-227 0,4-1-543 0,4-1 240 16</inkml:trace>
  <inkml:trace contextRef="#ctx0" brushRef="#br0" timeOffset="-160532.25">29268 9558 137 0,'0'-11'219'0,"-1"3"-8"0,-1-3 6 0,2 11 1 16,-5-11 3-16,3 4-8 0,-1 3-17 0,3 4-18 16,-9-2-14-16,9 2-12 0,-15 5-4 0,6 3-9 15,0 1-8-15,-4 4-4 0,3 0-9 0,2-2-13 16,1 4-14-16,0-1 0 0,3 1-8 0,3-4-7 16,2 2-9-16,2 2-2 0,2-6-15 0,5 3 1 15,3-2-3-15,0 0-3 0,5-4-8 0,2 0 4 16,-1-2-6-16,3-2-3 0,0-3-3 0,-2 0-3 15,8-3-6-15,-1-2 2 0,-7 1-4 0,-1-1-1 16,0-2 2-16,-2 1-2 0,-1-3-7 0,-2-1 0 16,-5 2 4-16,1-4 0 0,-2 0-4 0,1-2-5 15,-3 0 1-15,-2 3-2 0,-2 1-2 0,1 0-2 16,-2 1 9-16,-1 1-11 0,0 9-1 0,-5-13 3 0,1 7-4 16,-3 5-3-16,7 1-2 0,-21 1 8 15,8 4-3-15,1 1-1 0,-4 2 4 0,1 3-9 0,2 1 9 16,2 0-3-16,0 0 2 0,2 1-6 15,4-1-23-15,0-1-31 0,4-1-27 0,1 1-41 0,4-1-49 16,3 1-41-16,10-2-63 0,2 0-202 0,16-1-523 16,1-1 232-16</inkml:trace>
  <inkml:trace contextRef="#ctx0" brushRef="#br0" timeOffset="-160279.65">30150 9458 140 0,'2'-19'277'0,"1"8"8"16,-2 0 10-16,-1 4 4 0,1 0-6 0,-1 7-22 16,3-10-25-16,-3 10-23 0,1-6-21 0,-1 6-18 15,0 0-14-15,0 0-9 0,0 0 2 0,-2 31-9 16,2-13-11-16,-2 1-24 0,4 7-1 0,-2-1-4 16,0-2 4-16,0 3-31 0,-2-7-2 0,5 0-12 15,-3 2-9-15,1-3-4 0,-1 0-7 0,1-1-13 16,-1-5-29-16,3 3-39 0,-3-4-27 0,2-1-33 15,-2 1-28-15,3 0-27 0,-3-2-30 0,1-2-27 16,-1-7-37-16,2 11-36 0,-1-6-33 0,-1-5-166 16,0 0-511-16,0 0 226 0</inkml:trace>
  <inkml:trace contextRef="#ctx0" brushRef="#br0" timeOffset="-159944.53">30221 9426 129 0,'10'-27'194'15,"2"2"4"-15,-2 9 7 0,2 0-7 0,0 3 5 0,2 2-7 16,1-1-10-16,0 5-9 0,-4 5-17 16,1-1-16-16,1 5-14 0,-1 2-9 0,4 2-7 15,-6 3-9-15,-2-1-7 0,-1 8-4 0,0-1-15 16,-4 0-7-16,0 0-9 0,-7 2 0 0,0 0-7 16,-4 0-3-16,-3-2-5 0,0 0-5 0,-10 3-5 0,1 0 23 15,3-9-9-15,-8 3-5 0,-1-2-7 16,7-3-1-16,0-1-6 0,0-2-1 0,6-1-3 15,0 1 5-15,2-2 0 0,4-1 14 0,-1-1-1 0,8 0 5 16,-11 2 3-16,11-2-17 0,-8 2-3 0,8-2-9 16,0 0 1-16,-5 4-7 0,5-4 0 0,0 0 0 15,0 0 5-15,12 11-13 0,-7-7-4 16,4 2 4-16,-3 2 0 0,3-1-1 0,1 1-2 0,2 0 0 16,-2 1-14-16,0-1-28 0,6-1-29 0,-5 1-33 15,6-2-41-15,-2 2-44 0,2-2-49 0,-4-3-41 16,4 1-34-16,-2-1-153 0,-2-2-495 0,5 0 219 15</inkml:trace>
  <inkml:trace contextRef="#ctx0" brushRef="#br0" timeOffset="-159620.45">30522 9653 181 0,'2'-6'181'0,"1"-1"4"0,1-1 11 16,-4 0 0-16,1 0 2 0,-1 8 8 0,0-13 5 16,0 13-14-16,-3-10-6 0,3 10-10 0,-5-10-18 15,3 7-12-15,2 3-10 0,-13-2-8 0,13 2-14 16,-18 2-4-16,9 1-11 0,-1 1-11 0,2 1-11 15,3 0-4-15,0 1-9 0,-3 1 0 0,4 0-18 16,2 2-3-16,1-2-4 0,2 2-10 0,0-1 1 16,3 1-15-16,2 0-10 0,1 0-6 0,2 0-3 15,-3 0-6-15,3 0-6 0,0-3 0 0,1 7-6 16,1-7 2-16,-5 4-1 0,3-3 2 0,-3 0-1 16,0 0 4-16,-3 0 0 0,2-2 1 0,-2 1-2 15,-1 1 2-15,-2-7 4 0,-1 12 11 0,1-12 3 16,-3 12 0-16,-2-7 4 0,-4 1 5 0,0-1 1 15,-4-1-3-15,1 2 9 0,-5-2-11 0,3-1-2 16,-3-1 2-16,0-1-2 0,4 0-1 0,-1 2-3 16,4-2 2-16,-1-1-22 0,0-1-14 0,11 1-29 15,-16 0-33-15,16 0-41 0,-11-4-58 0,9 1-62 16,2 3-243-16,-3-11-532 0,3 11 236 0</inkml:trace>
  <inkml:trace contextRef="#ctx0" brushRef="#br0" timeOffset="-159452.81">30747 9604 2037 0,'12'-5'48'16,"0"0"-21"-16,0 1-18 0,-1 1-6 0,-4-1 2 15,2 1 28-15,1 1 12 0,0-1 9 0,-4 1-5 16,0 0-6-16,3-1-3 0,0 2-5 0,-1-1-9 0,-8 2-18 16,14-2-20-16,-6 2-31 0,-8 0-40 15,11-2-41-15,-11 2-32 0,9 3-26 0,-9-3-129 0,0 0-336 16,-3 10 149-16</inkml:trace>
  <inkml:trace contextRef="#ctx0" brushRef="#br0" timeOffset="-159314.78">30852 9650 152 0,'-3'3'160'0,"3"-3"1"0,-7 6 8 0,7-6 1 0,-3 6 6 15,3-6 3-15,-6 4 0 0,6-4-8 0,0 0-10 16,-2 7-6-16,2-7-4 0,0 0-12 0,0 0-10 16,19 2-8-16,-11-2-17 0,4-1-18 0,6-2-37 15,0 3-35-15,0-5-42 0,2 1-45 0,0-1-53 16,7-2-47-16,-7 3-33 0,2-2-131 15,-3 4-365-15,3-4 162 0</inkml:trace>
  <inkml:trace contextRef="#ctx0" brushRef="#br0" timeOffset="-159018.92">31268 9582 85 0,'5'-2'199'0,"1"0"5"0,-1-2-10 0,-5 4-1 16,8-6 4-16,-8 6-2 0,0 0 1 0,5-4-18 0,-5 4-12 16,0 0-5-16,0 0-4 0,0 0 5 0,-15 16-3 15,10-8 3-15,-5 1-2 0,2 1 0 0,1-2-19 16,1 0-5-16,0 4-3 0,2-2-2 0,1-1-22 15,2 1 5-15,1-3-7 0,3 1-13 16,1 3-6-16,3-5-5 0,1 3 4 0,1-4 4 0,2-1-29 16,3 0 0-16,5 0-6 0,-1-2-7 0,3-3 3 15,-4 1-16-15,2-3 5 0,0 0-9 0,-6 0-1 16,3-1 1-16,-6-1-5 0,2-3-2 0,-1 2-7 16,-2-3 0-16,-4-2 8 0,4-2-20 0,-2 1 10 15,-3 1-4-15,-2-3-2 0,-1 0-13 0,-1-3-4 16,-3 0-12-16,-5 2-13 0,2-2-15 0,-5 3-24 15,-3 0-10-15,-8 1-13 0,-3 0-9 0,-4 5-9 16,-1 2-18-16,0 4-18 0,-1 2-18 0,3 1-33 16,0 4-35-16,10 1-34 0,0 2-256 0,2 2-567 15,1-1 252-15</inkml:trace>
  <inkml:trace contextRef="#ctx0" brushRef="#br0" timeOffset="-158802.53">31764 9809 144 0,'0'0'314'0,"9"0"-13"0,-9 0-9 15,0 0-32-15,0 0-28 0,0 0-26 0,0 0-35 0,0 0-59 16,3-8-61-16,-3 8-70 0,0 0-79 15,0 0-87-15,0 0-113 0,-15-11-321 0,11 6 143 16</inkml:trace>
  <inkml:trace contextRef="#ctx0" brushRef="#br0" timeOffset="-158248.52">29925 9939 56 0,'-14'-2'215'16,"5"2"-13"-16,1 2-8 0,8-2-20 0,-14 0-20 0,14 0-8 15,-8 3-9-15,8-3-5 0,0 0 6 0,0 0-2 16,0 0-7-16,21 16-9 0,-7-14-8 16,15 6-3-16,6-2-3 0,17-2-13 0,7 3-10 0,5-2-6 15,28 2-5-15,0-1-8 0,2-4-7 0,0 0-5 16,2 0-5-16,-4 2-6 0,-2 0 2 0,-23-3-10 16,25-1-2-16,-28-1 6 0,-2-1-14 15,-4 1-3-15,-5-1 0 0,0 0-4 0,-19 2 1 0,1-3-1 16,-2 1-4-16,-1 0 2 0,-12 2-2 0,1-2-3 15,-2-2 2-15,-6 6 4 0,1-4-9 0,-4 1-4 16,-3 0 7-16,-7 1-2 0,12-5-6 0,-7 5-21 16,-5 0-17-16,0 0-26 0,6-8-25 0,-6 8-25 15,0 0-41-15,0 0-40 0,-21-15-43 0,4 7-146 16,1 2-414-16,-11 0 183 0</inkml:trace>
  <inkml:trace contextRef="#ctx0" brushRef="#br0" timeOffset="-157352.62">24035 9199 2 0,'0'0'131'0,"-3"-8"1"0,3 8-3 0,0 0-8 0,-4-8 0 16,4 8-6-16,0 0-8 0,-1-8-9 0,1 8-11 16,0 0-6-16,0 0-13 0,0 0-3 0,0 0-6 15,0 0-7-15,0 0-7 0,0 0-6 0,13-4-2 16,-3 5-1-16,9 1-4 0,8-1 4 0,5 2-9 16,6-3-3-16,12-1-4 0,5-1-2 0,-1 5 4 15,4-3-6-15,6-3-4 0,-1 2 6 0,29-1 0 16,-3 4-1-16,3-3-6 0,2 2 2 0,4-1 2 0,-3 0-6 15,3-2-3-15,7 1-5 0,5 2-8 16,1 1-13-16,8-4-11 0,2 5-13 0,-3-1-16 16,1-1-7-16,-2 3-18 0,0-4 0 0,0-3-14 0,2 2 3 15,-5 0 7-15,3 2 8 0,-2-4 4 0,-5 2 7 16,4 0 8-16,-11 2 4 0,-5-4 1 0,-6 1-4 16,-30-2-55-16,-4 6-125 0,-2-2 56 0</inkml:trace>
  <inkml:trace contextRef="#ctx0" brushRef="#br0" timeOffset="-154702.48">27853 9171 14 0,'54'1'73'0,"1"-1"-9"16,-3-1-4-16,-1-1 2 0,2 2-3 0,0 3 3 16,7-4 0-16,3-1-2 0,0 2-12 0,-2 0 2 15,-1 0 0-15,-1 0-5 0,-2 0-11 0,2 0 3 16,1 2-4-16,0-1-1 0,-2 0 3 0,3 1-6 16,-1 1-5-16,1-3 7 0,0 4-3 0,-1-3-1 15,0 1-1-15,-3-2 2 0,-1 1-12 0,-2 2 5 16,-2-2-2-16,-12-2 0 0,1 1-9 0,13 1 6 15,-1-5 2-15,2 3 7 0,-2 1-7 0,-3-2-6 16,1 1-4-16,-12 0 5 0,12-2 1 0,-12 2 2 0,12-1-7 16,-2 2 7-16,-9 3-2 0,14-7 1 15,-14 3-1-15,12-1 7 0,-1-1-12 0,-12 2 0 16,-1-1-2-16,-4 2-3 0,2-2 2 0,2 3 4 0,1-2-6 16,0-1 5-16,13 5-6 0,0-3-1 0,-15-1 0 15,4 1 1-15,11-2 0 0,-13 2 3 0,0 0-12 16,0-1 7-16,-1 4-5 0,-1-5-1 15,-1 1 8-15,-1-1 2 0,0 0-5 0,0 2 3 0,-4-1-2 16,4 1-6-16,-2 0-14 0,2 0 25 0,-2-1-7 16,-4 1 9-16,0 0-7 0,-3-3 0 0,-3 2-5 15,-2 1 3-15,8-2 3 0,-8 1 6 0,0 0-8 16,1 1 4-16,0-3-6 0,0 1 7 0,-1 0-4 16,0 0-1-16,-2 0 0 0,1 0 1 0,0 2 2 15,0-2-9-15,-1 0 11 0,0 2 9 0,0-1-7 0,-1-1 9 16,1 2-10-16,2 0 12 0,-6 0-20 15,3 0 2-15,-5-2 3 0,6 1-1 0,-2 1-3 16,1 1 10-16,1 1-4 0,-6-2 7 0,-1 0-7 16,1 2 14-16,-3-1-2 0,3-1 0 0,-3 0 14 15,-2 0-8-15,0 3 7 0,1-2 4 0,-3 2 0 16,-6-3 2-16,10 3 0 0,-3-1 1 0,-7-2 1 16,11 4-4-16,-6-2-1 0,0 0-7 0,-5-2 1 15,9 4 2-15,-4-1 5 0,2 5 2 0,-2-4-1 0,-1 1-3 16,1 3 3-16,1 1 3 0,1 0 8 0,-4 1-2 15,4 1-2-15,-3 0-4 0,1 0 4 16,-1 2 1-16,3 3 4 0,-2-2-9 0,1 1 0 16,-3-2-5-16,3 0-12 0,-3 2 2 0,4 2 1 0,-1-1 1 15,-2 0 0-15,1 1-3 0,2 2 7 0,0 0-2 16,-2 0 1-16,2 4-2 0,-2-6-1 0,-3 1-5 16,4-1-2-16,-3 0-1 0,0-2-2 15,1 1-4-15,-2 0 3 0,-3-3-3 0,2 3 0 0,-1-3-2 16,1-1 1-16,1 3-5 0,-2-4 1 0,-3 2 1 15,3-2 4-15,-2 1-4 0,-1-2 4 0,2 3-4 16,-3-4-2-16,2 1 3 0,0-2-1 0,0 2 1 16,-4-2 0-16,4 1 1 0,-1-2-5 0,-2 0-1 15,1 1 4-15,2-3-2 0,-2 3-3 0,0 1 0 16,0-3 3-16,1 6-2 0,0-3 2 0,0-2 1 16,-3 2 0-16,0 0-6 0,2 0 0 0,-1 1 2 15,0 0 2-15,-2 0-1 0,3-1-1 0,-2 1 1 16,0 1 3-16,-1-1-3 0,2-2-5 0,0 3 2 15,1-1 2-15,-2-3-2 0,-1 1 3 0,2 3-2 16,1-4 3-16,0 2-2 0,-1 0 1 0,0 0 1 16,3-4-4-16,-2 2-3 0,1 0 7 0,1 0-3 15,-1-1-1-15,3-6-2 0,-5 11 5 0,3-5-1 16,2-6-1-16,-4 9 2 0,4-9-1 0,-5 7 0 16,1-3 2-16,4-4-2 0,-9 10-2 0,5-7-2 15,4-3 5-15,-8 5-1 0,2-1 0 0,6-4 4 16,-10 5-6-16,3-2-2 0,2 2 2 0,-1-1 0 15,-2-1 0-15,2 1 3 0,-3 1 1 0,1-2-3 16,1 0-2-16,-2 1 2 0,0 0-5 0,-1-1 15 16,-1-1-7-16,2-1-6 0,-5 2 0 0,1-2 4 15,-6-1-4-15,3 1 3 0,-5 1-1 0,1-2-1 0,0 0-2 16,-2 0-1-16,0 0 10 0,-7 0-7 16,8 0-1-16,-7 2-1 0,5-4 0 0,-4 0-1 15,-1 1 2-15,-1-2-3 0,0 2 2 0,0 0-2 16,3-1 0-16,-2-1-2 0,-1 1-4 0,-3-3-2 0,4 3-5 15,-2-3 1-15,-3 2 2 0,1-3-1 0,-2 0-1 16,-4 5 3-16,0-4-2 0,3 4 1 16,-4-5 5-16,3 3 1 0,0 1 0 0,1-1 1 15,2 3 1-15,1-2-2 0,-1-1 5 0,-1 3-2 16,4 0 5-16,0-3-3 0,1 2 0 0,1-3 2 0,0 4-3 16,0-2 12-16,6 1-1 0,0-1-3 15,0 2 15-15,3 0-7 0,-9 0-1 0,8 0 1 16,-1-3-1-16,3 2 0 0,3 1 0 0,2 1 2 15,-1 1-4-15,1-2 6 0,2 0-4 0,-2 0 0 16,0 0 0-16,2 0 2 0,-5 1 2 0,5 0-3 16,-3-2-1-16,1 1-3 0,-2 1-1 0,-1-1 4 15,1 0 5-15,-2-1-12 0,3 1 2 0,-4-3-2 16,1 5 2-16,-1-2-3 0,0-2 2 0,0 1-1 16,0-1-2-16,-1 0 4 0,6 1-1 0,-7-1 1 15,2 1-2-15,-2 1-4 0,1-3 3 0,6 2 1 16,-7 1-1-16,-2 0-2 0,4 0-1 0,2 0 2 0,2 0 0 15,0 1-1-15,1 1 3 0,-2-1-5 16,2 0 4-16,0-2-3 0,13 1 7 0,-26 1-5 16,13-1 2-16,1 0-4 0,-2-1 3 0,1 0-4 15,0-1 4-15,-1 1-1 0,-4-1-1 0,4 1 2 16,-5 0 1-16,1-2-2 0,-1 3 1 0,2-3-6 0,0 2 5 16,4-1 1-16,-2 2-2 0,-1-3-1 15,1 1 8-15,-2 0-9 0,-2-2 0 0,1 2-1 0,-1 0 6 16,1-1-5-16,0 1 2 0,-1-1 0 15,6 0 2-15,-1-1-2 0,1 1 3 0,1-1-3 16,-5-2 2-16,5 1-4 0,-4 1-1 0,-2-2-1 0,0 0 7 16,0 1-13-16,3 0 1 0,1 0-1 0,2 1 0 15,1 0 1-15,-1-1-4 0,1 0-7 16,-1 1 1-16,2 1-7 0,-1 0 4 0,-2-1-2 16,1-1 2-16,1 2 0 0,-1-1-2 0,12 4 4 15,-14-3-1-15,14 3 4 0,-12-3 2 0,12 3 2 0,-11-1-1 16,11 1-1-16,-9-7 1 0,9 7 0 0,-11-2 3 15,11 2-2-15,-10-4 1 0,10 4 4 0,-12-3-1 16,12 3 0-16,0 0 2 0,-19-2-1 0,10-1 2 16,9 3-3-16,-20-1 6 0,20 1-3 15,-23-3 2-15,12 1 0 0,11 2 1 0,-28-4 0 0,10 3-2 16,-1 2 3-16,-3-4 2 0,-4 3-4 0,4 0 2 16,1 0 1-16,-9-2 1 0,-2 2-1 0,1-2-1 15,-2 2 5-15,0 0-7 0,-3 0-3 16,-1 2 9-16,-2-1-7 0,-13-2-2 0,14 1 6 15,-1 1 1-15,0-2-6 0,-1 2 3 0,0 0-2 0,3-2 1 16,1 0-1-16,-3 3 1 0,6 0 3 0,-4-1 1 16,-14 0-1-16,15 1-2 0,0 4 1 15,0-6 3-15,0 1-1 0,1 0-2 0,-2-1-3 16,-1 3 5-16,3-1 0 0,-2-1 3 0,-2-1-6 16,1 1 1-16,1-1 2 0,1 0-1 0,0 3-3 0,1 0 2 15,-1-2 0-15,-3 3 1 0,3-1 8 0,2 0-10 16,1-2 1-16,-1 1-1 0,0 0-3 0,1 0-6 15,1-1-7-15,-1 1-3 0,0-4-10 0,2 2 3 16,-1 3-8-16,1-3-1 0,-2 0 1 0,1 3 1 16,1-2 2-16,1 0 3 0,-3 2 6 0,1 2-2 15,1-4 9-15,-1 3-5 0,1 0-2 0,-2 2 2 16,-1-3-1-16,0 1 1 0,-3 1-9 0,5-3-2 16,-5 0 2-16,2 0-4 0,-1 1 0 0,-2-1-12 15,-12 2 1-15,-1-2 1 0,14-2 1 0,-1 2-2 16,0-1-2-16,-2 0-1 0,-1-1 9 0,3 0-11 15,-2 2 16-15,-1-2 0 0,3 0 4 0,0 1-2 16,-2-1 15-16,1-1-6 0,3 1 10 0,-2 1 10 16,1-2-13-16,0 2 11 0,-2-1-2 0,6 0 5 15,-1 0-4-15,-2 2 4 0,-1-1-3 16,1 3-1-16,2-3 6 0,-2 3-1 0,4-4-4 0,-3 3 5 16,3 1-10-16,-1-1 5 0,1 1 3 0,-2-1 1 15,3 0-2-15,0 0 0 0,-1 0 5 0,2-1-2 16,2 1-3-16,1-2 1 0,6 3 11 0,-1-4-4 15,2 2 0-15,1 1 0 0,0-3-1 16,-2 2 4-16,3 0-6 0,1-2-2 0,0 0 13 0,2 0-12 16,-3 0 0-16,1 0-1 0,17 0 5 0,-32 0-2 15,14 0 4-15,2-2-1 0,2 1 7 0,14 1-8 16,-32-6 4-16,15 4-2 0,1-1 7 0,-1 0-7 16,-1 1 1-16,-1-1 2 0,1-1-4 15,0 0 8-15,2 0 3 0,0-3 3 0,6 3-4 0,1-1 3 16,9 5-3-16,-22-11-3 0,9 2 6 0,4 2 0 15,1-2 4-15,-3-1-2 0,1-3-8 0,4 4 5 16,-2-2-4-16,0-2 3 0,2 3-4 0,-2-5-3 16,4 3 0-16,-2-2 1 0,1 1-4 15,0-1-1-15,3 2 6 0,-3-3-2 0,3-1-2 0,-2 4 2 16,2-3 10-16,0 3-13 0,-1 1-1 0,1-2 3 16,1 3 3-16,-2-2-8 0,-2 0 13 0,1 0 4 15,-1-4-13-15,1 5 3 0,2 0-1 0,-4 0-3 16,1-3 9-16,-2 3-4 0,2 0-3 0,-2 1 4 15,1 0-2-15,-2 1-7 0,2-1 9 0,-2 2-8 16,3-1 3-16,-1 1 0 0,-1 1-7 0,2-1 4 16,0 2 2-16,5 6 3 0,-12-16-4 0,9 10-4 15,-2-5 7-15,0 3 2 0,2-2-3 0,3 10 3 16,-8-14-6-16,7 5 10 0,-2-1-9 0,1 0-2 16,2 10 9-16,-3-20 0 0,2 10-6 0,1 10 2 15,0-18-1-15,0 18 1 0,0-14-2 0,-1 4-3 16,1 10-1-16,-3-18 6 0,3 9-4 0,0 9 10 15,-1-13-6-15,1 13-9 0,-1-10 13 0,1 10-3 16,-2-13 1-16,2 13-4 0,0 0-3 0,0-16-1 16,0 16 5-16,0 0-1 0,0-12-2 0,0 12-5 15,0 0 8-15,3-10-3 0,-3 10-6 0,0 0 1 16,0 0 1-16,1-12-5 0,-1 12-5 0,0 0-12 16,0 0-5-16,0 0-17 0,0 0-16 0,0 0-22 15,0 0-17-15,0 0-12 0,4-13-21 0,-4 13-125 16,0 0-278-16,0 0 124 0</inkml:trace>
  <inkml:trace contextRef="#ctx0" brushRef="#br0" timeOffset="-138563.68">30547 6864 5 0,'0'0'148'0,"-3"-8"-2"0,3 8-8 0,0 0-1 0,-5-11-13 15,5 11-9-15,0 0-6 0,0 0-20 0,0 0-5 16,-2-8-5-16,2 8-19 0,0 0-2 0,0 0-4 15,0 0 4-15,0 0-6 0,16 23-5 0,-10-13 1 16,2 8 1-16,-1-1-5 0,-2 7-5 0,4 2 1 16,-4 1-6-16,1 2 3 0,-2 1-1 0,-1 4-2 15,-1 0 6-15,1 2 4 0,2 9-4 0,-5-10-4 16,0 0-1-16,1 1-2 0,-1-1-2 0,2 11-7 16,-4-10-3-16,0 8 1 0,-1-8-3 0,1 12 4 15,-1-13-3-15,0-1-1 0,0 0-4 0,0 0-1 16,-2 0 0-16,0-2-2 0,2 2 0 0,2-2-2 15,-3 0-2-15,-2 0 3 0,3-3 1 0,-1 3-4 16,-2-4 3-16,2-1-5 0,2-2 0 0,0-5 1 16,0 6 0-16,1-6 0 0,1-2 1 0,1 0 2 15,-2 0-3-15,1 1-3 0,2-2 0 0,-1 2 0 16,1-3 1-16,-1 3-6 0,0-2-7 0,1 0-3 16,-2 2-10-16,1-1-3 0,-1 2-16 0,-3-1-14 15,2 1-23-15,-2-4-18 0,1 3-24 0,-2-5-11 16,-2 1-16-16,2-2-2 0,-4-2-119 0,-1 1-288 15,0 0 127-15</inkml:trace>
  <inkml:trace contextRef="#ctx0" brushRef="#br0" timeOffset="-137636.68">31194 6941 67 0,'0'0'70'0,"0"0"3"16,0 0-20-16,0 0 12 0,0 0-5 0,0 0 1 16,0 0-12-16,0 0 3 0,0 0-2 0,0 0-3 15,0 0-5-15,0 0 1 0,0 0-8 0,0 0 8 16,-4-7-8-16,4 7-2 0,0 0 1 0,0 0 2 15,0 0 1-15,0 0-11 0,0 0 9 0,0 0-4 16,0 0-4-16,0 0-2 0,0 0-3 0,0 0 1 16,-9-3-3-16,9 3 4 0,0 0-9 0,0 0-1 15,0 0 4-15,0 0-8 0,0 0 4 0,0 0-2 16,0 0 1-16,0 0-3 0,0 0 1 0,0 0-1 16,0 0-6-16,0 0 0 0,0 0-3 0,0 0 5 15,0 0 0-15,0 0 1 0,0 0-5 0,0 0 1 16,0 0-5-16,0 0 8 0,-8-2-12 0,8 2 12 15,0 0-8-15,0 0 18 0,0 0-9 0,-11 0-1 16,11 0-8-16,0 0 5 0,-9 0 0 0,9 0 1 16,0 0-5-16,-12 0 6 0,12 0 4 0,-9-2 0 15,9 2 2-15,0 0 6 0,-12 2-4 0,12-2 7 16,0 0-3-16,-12-4 6 0,12 4 11 16,0 0-14-16,-8-1 6 0,8 1-5 0,0 0 5 0,0 0-3 15,0 0 1-15,0 0-4 0,0 0 3 0,0 0 5 16,0 0-5-16,0 0-6 0,0 0 1 0,0 0-7 15,0 0 1-15,0 0-6 0,0 0-3 0,34-4-5 16,-23 3-7-16,3 2-11 0,-1-1-19 0,2 0-15 16,-2-2-10-16,1 2-19 0,-2 0-24 0,-1 0-16 15,-2 0-106-15,-9 0-249 0,10 0 110 0</inkml:trace>
  <inkml:trace contextRef="#ctx0" brushRef="#br0" timeOffset="-137223.22">31131 6941 83 0,'-1'10'128'16,"-1"-1"-9"-16,2 1 4 0,-1 3 0 0,0 3-7 16,-2 3-2-16,2-2-3 0,-3 4-3 0,1 2-6 15,-1-3-12-15,1 4-6 0,-1 0 0 0,2-4-5 16,-2-3-4-16,-1 1-9 0,0 1-6 0,0-3-6 15,3-3-4-15,0-2-3 0,0 2-5 16,0-4-1-16,-1 1-6 0,1 0-1 0,-1-3-3 0,1 0-3 16,0-1-3-16,0 0 2 0,2-6-11 0,-8 10 6 15,6-3 0-15,-4-4-7 0,6-3 7 0,-7 5-6 16,2-2 2-16,5-3-8 0,-13 4 5 0,7-4-4 16,6 0-2-16,-12 0-4 0,12 0 1 0,-11-3-5 15,11 3-1-15,-13-4-1 0,6 2 0 0,7 2 5 0,-8-3 0 16,8 3-8-16,-6-3 7 0,6 3-3 15,0 0-3-15,0 0 5 0,-7-5-1 0,7 5-1 16,0 0-3-16,0 0 0 0,0 0-1 0,0 0-2 16,0 0 8-16,0 0-3 0,0 0-1 0,21-4 1 15,-10 5-4-15,0-3-10 0,7 3-10 0,0-2-19 16,1 0-12-16,3-2-30 0,6-2-25 0,0 3-11 16,-7 0-16-16,0-1-17 0,1 1-95 0,-3-2-271 15,0 0 121-15</inkml:trace>
  <inkml:trace contextRef="#ctx0" brushRef="#br0" timeOffset="-136984.06">31388 7113 36 0,'0'0'155'0,"0"0"-3"0,-3-8-10 0,3 8-10 16,0 0-18-16,0 0-12 0,0 0-10 0,0 0 5 15,0 0-7-15,0 0-6 0,-16 23 12 0,10-6-3 0,-1 2-9 16,3-1-5-16,0 0-4 0,-1 6-3 15,1-5-2-15,-1-1-6 0,2 1-2 0,0-3-3 16,0 1-10-16,5-1-5 0,-5 1-3 0,2-5-4 16,0 0-1-16,-1-1-6 0,1 0 1 0,0-3-5 15,2 3-21-15,-2 0-15 0,-1-5-24 0,2-6-34 16,0 0-29-16,-1 14-20 0,1-14-30 0,-5 5-149 16,1-3-321-16,4-2 141 0</inkml:trace>
  <inkml:trace contextRef="#ctx0" brushRef="#br0" timeOffset="-136842.49">31282 7321 5 0,'11'-1'70'0,"2"-1"-3"0,4-1-7 16,3-1-22-16,-2 1-27 0,4 1-29 0,0-1-22 15,-4-1-41-15,3-2 19 0</inkml:trace>
  <inkml:trace contextRef="#ctx0" brushRef="#br0" timeOffset="-136517.55">31687 7089 91 0,'0'0'95'16,"0"0"0"-16,-6-3-10 0,6 3-4 0,0 0-5 0,0 0-2 16,0 0-2-16,0 0-7 0,0 0-6 15,0 0-10-15,0 0-1 0,0 0-8 0,0 0 5 16,-7-7-14-16,7 7 6 0,0 0-7 0,0 0-6 15,0 0-3-15,0 0-3 0,0 0-9 0,0 0-2 16,0 0-11-16,0 0-11 0,0 0-13 0,0 0-3 0,0 0-33 16,0 0-16-16,0 0-75 0,0 0-169 0,0 0 75 15</inkml:trace>
  <inkml:trace contextRef="#ctx0" brushRef="#br0" timeOffset="-136012.1">31729 7057 14 0,'0'0'130'0,"0"0"-10"0,0 0-7 0,0 0 2 0,0 0-16 15,0 0-7-15,0 0-5 0,0 0-7 16,0 0-5-16,0 0 0 0,0 0-3 0,0 0 2 0,0 0 2 15,0 0-3-15,0 0-8 0,0 0-9 16,0 0 6-16,0 0 0 0,0 0-6 0,0 0 0 16,0 0 1-16,0 0 6 0,0 0-4 0,0 0-10 15,0 0 3-15,0 0-5 0,0-7-4 0,0 7-1 0,0 0-6 16,0 0-5-16,0 0-3 0,0 0-5 0,0 0 0 16,0 0 4-16,-2-12-4 0,2 12-2 0,0 0-1 15,0 0 3-15,0 0 0 0,0 0-1 0,-2-7-2 16,2 7 2-16,0 0 0 0,0 0 0 0,0 0 3 15,0 0 0-15,0 0-5 0,0 0-2 0,-2-9-3 16,2 9-6-16,0 0-1 0,0 0-2 0,0 0-2 16,0 0-2-16,0 0 3 0,6 29-5 0,-4-16 4 15,-1 1 0-15,1 5 3 0,0-2-5 0,0 7 6 16,-1-3 4-16,2 3 4 0,-4-7-3 0,2 1 0 16,0-4-4-16,-1-1 6 0,1-2-5 0,-1 1-2 15,2 3 1-15,-1-5 2 0,0 0-3 0,-1 0 3 16,2-2-1-16,-2-8-2 0,0 12-3 0,0-4 4 15,1-2-4-15,-1-6-8 0,0 7-14 0,0-7-17 16,0 0-13-16,0 0-22 0,-3 13-23 0,3-13-13 16,0 0-35-16,0 0-14 0,0 0-13 0,-6 1-27 15,6-1-100-15,0 0-318 0,0 0 141 0</inkml:trace>
  <inkml:trace contextRef="#ctx0" brushRef="#br0" timeOffset="-135703.83">31782 6991 117 0,'3'-10'127'0,"0"2"-10"0,1 2 1 0,-2-1-20 16,3 3-9-16,-5 4-4 0,12-5-9 0,-6 4 0 15,-6 1-8-15,17 4-2 0,-12-1-13 0,3 4 10 16,-3 1-2-16,0 3-3 0,0-2 1 0,-4 4-5 16,-1-2-3-16,-5 5-3 0,2-4 5 0,-5 4-7 15,-4 2 4-15,-2-4-3 0,1 0-7 0,-3-1-3 0,2-1-1 16,0-2 4-16,3-1-1 0,4-2 0 15,2-4 1-15,-3 4-4 0,3-5 1 0,5-2-9 0,-8 5-2 16,8-5-1-16,-5 6 0 0,5-6-10 0,0 0 1 16,-2 6 1-16,2-6-4 0,0 0-1 0,0 0 2 15,12 10-7-15,-5-6 2 0,0-1-2 0,4 2 1 16,-1 0 2-16,6 0-3 0,-3 0-6 16,5 0-22-16,-1 3-18 0,-3-6-23 0,3 2-33 0,2-1-28 15,-3-1-20-15,0-2-23 0,-4 4-104 0,0-3-291 16,-2 1 129-16</inkml:trace>
  <inkml:trace contextRef="#ctx0" brushRef="#br0" timeOffset="-135400.35">32077 7174 126 0,'2'-7'180'0,"-2"7"-5"16,0 0-4-16,0 0-13 0,0-8-11 0,0 8-13 15,0 0-17-15,0 0-8 0,0 0-16 0,0 0-4 16,0 0-12-16,0 0-6 0,-20 10-11 0,20-10-5 15,-7 9-6-15,5-3 2 0,-1 0-13 0,3-6-4 16,-3 12 0-16,1-6-6 0,2-6-3 0,2 17-2 16,0-6 0-16,2-1-6 0,0-1 1 0,-2 0-1 15,1-2 0-15,2 1-4 0,3 2-1 0,-2-2 0 16,-2 1-1-16,1 0-2 0,0-1-2 0,-2-2 2 16,1 1-8-16,-3-1 4 0,1 0 1 0,-2-6 0 15,5 10-1-15,-5-3 5 0,0-7 13 0,-2 9-6 16,2-9 2-16,-8 8-2 0,2-3 0 0,1 0-2 15,-4-2-6-15,1-1-21 0,-1 1-9 0,0 1-17 16,-2-2-28-16,2-1-28 0,9-1-39 0,-14 0-38 16,14 0-133-16,-16-4-330 0,10 1 146 0</inkml:trace>
  <inkml:trace contextRef="#ctx0" brushRef="#br0" timeOffset="-135056.28">32235 7141 92 0,'12'0'155'0,"7"1"-11"16,-1 0-15-16,2 1-10 0,-1-2-8 0,3 2-9 16,0 0-11-16,-2-1-7 0,0 0-8 0,0 1-8 15,-3-2-5-15,1 3-5 0,-8-3-3 0,1 0 3 16,-2 0 11-16,-4 1 3 0,-5-1 3 0,12 2-1 15,-12-2 4-15,0 0 32 0,10 0-8 0,-10 0-1 16,0 0-9-16,6 1-7 0,-6-1-6 0,0 0-9 16,0 0-10-16,6 5-7 0,-6-5-3 0,0 0 1 15,-6 15 2-15,3-9 3 0,-4 1-1 0,1 5-3 16,-2-2-3-16,2 0-4 0,-5 2-5 0,4-2-3 16,-1 1-4-16,-2 2 3 0,2-3-9 0,1 0-3 15,-1-1-22-15,2 0-23 0,-1-4-23 0,2 1-28 16,0 1-38-16,0-2-42 0,2 0-45 0,-1 1-42 15,4-6-145-15,-6 6-415 0,6-6 184 0</inkml:trace>
  <inkml:trace contextRef="#ctx0" brushRef="#br0" timeOffset="-134881.48">32471 7100 86 0,'-2'-17'229'16,"1"1"1"-16,-2 4-15 0,1-1-13 0,-1 5-13 15,1-1-13-15,2 9-14 0,-4-12-13 0,1 8-16 16,3 4-14-16,-5-10-17 0,5 10-19 0,0 0-33 0,-5-7-27 16,5 7-32-16,-8 0-22 0,8 0-58 15,0 0-49-15,-10 10-176 0,10-10-340 0,-4 9 151 16</inkml:trace>
  <inkml:trace contextRef="#ctx0" brushRef="#br0" timeOffset="-134545.68">32667 6973 153 0,'0'0'182'0,"0"0"-10"0,0 0-15 16,0 0-12-16,0 0-11 0,60-14-16 0,-60 14-6 15,0 0-10-15,0 0-11 0,0 0-7 0,46 11-15 16,-46-11 0-16,0 0-2 0,0 0-5 0,21 29 4 15,-21-29 8-15,0 0 5 0,2 32 0 0,-2-32 0 16,0 0-3-16,0 0-2 0,0 0-4 0,-24 53 4 16,24-53-4-16,-17 22-7 0,9-15-3 0,0 2-9 15,1 0 8-15,1-2-7 0,-2 0-3 0,5-3-4 16,-3 0-1-16,4 2-6 0,-3-4-3 0,5-2-5 16,-4 9-4-16,4-9-1 0,-4 4-5 15,4-4-1-15,0 0 1 0,0 10-5 0,0-10 0 0,0 0-4 16,0 0-14-16,0 0-24 0,0 0-23 0,0 0-25 15,0 0-40-15,69 9-48 0,-69-9-55 0,41 0-196 16,-41 0-449-16,40-1 198 0</inkml:trace>
  <inkml:trace contextRef="#ctx0" brushRef="#br0" timeOffset="-134248.52">32950 7234 60 0,'0'0'215'0,"0"0"3"15,0 0-8-15,0 0-19 0,0 0-11 0,0 0-14 16,0 0-7-16,0 0-7 0,0 0-12 0,39-34-6 16,-39 34-16-16,0 0-7 0,0 0-2 0,0 0-3 15,19-23 1-15,-19 23-6 0,0 0-8 0,0 0-7 16,9-28-3-16,-9 28-2 0,0 0 3 0,0 0-1 16,0 0-9-16,0 0-7 0,3-35-2 0,-3 35-9 15,0 0-8-15,0 0-4 0,0 0-4 0,0 0-5 16,0 0-11-16,0 0-1 0,0 0-5 0,0 0-5 15,0 0 1-15,0 0 0 0,0 0-2 0,0 0-2 16,0 0-1-16,0 0 0 0,0 0-1 0,0 0 0 16,0 0-3-16,0 0-22 0,14 95-26 15,-14-95-28-15,14 20-35 0,-14-20-46 0,24 16-71 0,-24-16-273 16,35 11-536-16,-35-11 237 0</inkml:trace>
  <inkml:trace contextRef="#ctx0" brushRef="#br0" timeOffset="-134075.18">33120 6963 1866 0,'-18'-38'-5'0,"18"38"70"15,-21-28-7-15,21 28-26 0,-13-19-8 0,13 19-1 16,0 0-6-16,0 0-10 0,-17-25 3 0,17 25-9 16,0 0-4-16,0 0-9 0,0 0-15 0,0 0-23 15,0 0-27-15,0 0-45 0,0 0-35 0,0 0-118 16,0 0-299-16,0 0 133 0</inkml:trace>
  <inkml:trace contextRef="#ctx0" brushRef="#br0" timeOffset="-133480.05">30928 7846 5 0,'0'0'220'0,"4"11"-18"0,-4-11-13 16,-1 14-5-16,-2-5-9 0,0 3-15 0,1-1-9 16,-2 0-13-16,1 0-8 0,2 1-9 0,-2 0-10 15,0 0-8-15,1-2-14 0,1 0-5 0,-3 1-8 16,2-3-6-16,1-2-1 0,1-6-6 0,-4 9 0 16,2-2 0-16,2-7 2 0,0 0 5 0,-2 9 1 15,2-9 8-15,0 0 10 0,0 0 6 0,0 0 6 16,-1 7-2-16,1-7-7 0,0 0-1 0,0 0-3 15,0 0-25-15,0 0-2 0,3-35-4 0,0 21-7 16,1-4-5-16,0 1-5 0,4-9 0 0,0 3-7 16,1 0-2-16,3-5 3 0,-3 1 0 0,1 3-8 15,0-1 13-15,-2 6-8 0,1 1-5 0,-2 2-6 16,2 2 1-16,-2 6-9 0,-1-3-2 0,-2 5 0 16,-1-2 0-16,0 4-8 0,4 0-4 0,-7 4-1 15,11-1 10-15,-11 1-11 0,12 9 3 0,-3-1 2 16,-3 2-3-16,2 5-1 0,-1 1 0 0,1 2 3 15,-3 1 10-15,0-2-17 0,2 2 2 0,-1-1 5 16,0-1-4-16,-1 2 6 0,2-2 5 0,-2-1-5 16,0 0-2-16,0 2 0 0,3-2-2 0,-3-1-27 15,-2-2-30-15,-2-4-23 0,1 1-30 0,1-1-26 16,-2-2-33-16,-1-1-38 0,0-6-47 0,5 9-31 16,-5-9-172-16,-1 9-496 0,1-9 219 0</inkml:trace>
  <inkml:trace contextRef="#ctx0" brushRef="#br0" timeOffset="-133040.25">31002 7886 53 0,'-4'-4'186'0,"4"4"-3"16,0 0-19-16,0 0-16 0,0 0-12 0,0 0-15 16,0 0-13-16,13-6-16 0,-1 4-11 0,-1 2-13 15,3-3-12-15,0 3-14 0,-1 0-12 0,1-2-15 16,0 0-1-16,-1 2-4 0,-1-2-1 0,0 1 1 15,-2-2 0-15,-1 5-1 0,-9-2 5 0,17-2 9 16,-10 1 5-16,-7 1 10 0,11-4 6 0,-11 4 10 16,9-2 5-16,-9 2 5 0,7-2-2 0,-7 2-3 0,0 0-8 15,9-1-8-15,-9 1-1 0,0 0-5 0,9 3-2 16,-5 1 4-16,1 2 1 0,-2 1 5 16,4 2 6-16,-3 3 0 0,4 1-3 0,-4-1 2 15,0-1-2-15,2 6 0 0,-1-7-3 0,-2 2-3 16,2-1-5-16,-1 0 2 0,-1 0-8 0,5-3-3 0,-5-1 1 15,2 0-2-15,-2-1 2 0,3-1 8 0,-2-1 6 16,-4-4 15-16,5 5 12 0,-5-5 1 16,11 0 0-16,-11 0-1 0,0 0-5 0,12-11-7 15,-9 5 5-15,4-1-4 0,-2-2 5 0,0 0-15 0,0-2-5 16,3-4-12-16,-3 1 4 0,1-1-8 0,1-2 14 16,-1 2-23-16,1-2-14 0,-1 3-8 15,-1-1-7-15,0-2-10 0,-2 5-14 0,2 1-10 0,-4 6-10 16,0-5-11-16,1 4-18 0,-2 6-26 15,2-9-33-15,-2 9-32 0,0 0-18 0,0 0-19 0,0 0-12 16,0 0-202-16,0 0-459 0,0 0 204 0</inkml:trace>
  <inkml:trace contextRef="#ctx0" brushRef="#br0" timeOffset="-132722.33">31575 7893 67 0,'0'0'226'0,"6"-1"-11"15,-6 1-10-15,0 0-17 0,0 0-20 0,0 0-15 16,0 0-8-16,0 0-15 0,0 0-18 0,-14 14-6 16,7-8-6-16,2 0-12 0,-2 1-6 0,3-1-9 15,-1 2-9-15,2 2-7 0,1-2-2 0,2 2-3 16,0-3-6-16,0-7-3 0,4 17-4 16,-1-8-7-16,1-3 1 0,4 3-4 0,1-1-4 0,0 0 1 15,1-1-6-15,1 0-1 0,0 2-4 0,-2-2 1 16,2-1-2-16,-3 3-2 0,1-3-1 0,-2-1-2 15,-3-1-1-15,1 1-1 0,-1 0 6 0,-4-5 7 16,1 10 15-16,-1-10-7 0,-3 9-5 0,-3-4-1 16,1-1 1-16,-1 2 0 0,-2-5-3 0,2 4-8 15,-4-1 4-15,-3-2-9 0,7 0-10 0,-3 0-17 16,-3-1-13-16,3 1-22 0,-1-2-27 0,10 0-39 16,-14-2-39-16,14 2-52 0,-12-5-163 0,8 3-406 15,4 2 181-15</inkml:trace>
  <inkml:trace contextRef="#ctx0" brushRef="#br0" timeOffset="-132557.43">31835 7957 73 0,'7'-1'183'0,"-2"-3"-4"0,3 3-8 0,-1-2-19 16,-7 3-15-16,10-3-13 0,-10 3-19 0,12-2-26 15,-12 2-24-15,11 2-35 0,-11-2-25 0,9 3-21 0,-5-1-30 16,-4-2-15-16,7 7-12 0,-6-1-8 15,-1-6-67-15,0 0-171 0,-3 11 75 0</inkml:trace>
  <inkml:trace contextRef="#ctx0" brushRef="#br0" timeOffset="-132446.54">31911 7982 543 0,'-4'10'-22'0,"4"-10"19"0,-3 8 17 16,3-8 16-16,-2 6 16 0,2-6 13 0,-5 5 9 15,5-5 13-15,-3 7-9 0,3-7-2 0,-5 4-6 0,5-4-2 16,0 0-9-16,-4 6-1 0,4-6-3 16,0 0-2-16,0 0-1 0,0 0-8 0,10 11-14 15,-3-9-12-15,3-1-42 0,5-1-19 0,-3 0-17 16,7-1-39-16,-2 1-88 0,-3-2-209 0,4 0 94 15</inkml:trace>
  <inkml:trace contextRef="#ctx0" brushRef="#br0" timeOffset="-131998.29">32299 7911 37 0,'0'0'222'0,"3"-11"-4"0,-3 11-14 0,2-4-12 0,-2 4-23 15,0 0-21-15,0 0-16 0,0 0-13 0,0 0 14 16,0 0 6-16,0 0-4 0,5 25-12 15,-6-14-8-15,-4 5-4 0,2 0 1 0,1 0-15 0,-2-4-6 16,-1 4-10-16,4-1-7 0,-2-3-4 0,3-1-7 16,-2 1-5-16,0-3-9 0,1 1-2 0,1-2 2 15,0-8-7-15,-1 10 11 0,1-10 7 0,0 8 9 16,0-8 19-16,0 0 7 0,-3 6-5 0,3-6-8 16,0 0-14-16,0 0-4 0,0 0-9 0,0 0-2 15,1-27-2-15,-2 16-5 0,5 0-7 0,-1-5-1 16,2-1-6-16,1-1 1 0,2 0-6 15,-1-2-6-15,0-3-5 0,4-3-4 0,1 3 1 0,1-2-5 16,1 3-4-16,-4 5 5 0,0 0-11 0,-1 2 8 16,0 2 5-16,-4 4-3 0,3 1-3 0,-6 3 7 15,2 0-8-15,-4 5-6 0,4-5-1 0,-4 5 4 16,0 0-7-16,13 6-2 0,-7-1 2 0,-1 4 0 16,2 1 2-16,-2 2 2 0,0 6 2 0,0-4 7 15,-1 1-8-15,0 2 2 0,1-1 6 0,-1 3 2 16,-1-3 2-16,1-2-4 0,3 3-2 0,-2-2 1 15,-3-3 5-15,2-1 5 0,0-2-5 0,0 1-6 16,0 0-15-16,0-1-27 0,-1 0-28 0,2-1-20 16,-3-1 0-16,1-2-32 0,-3-5-29 0,3 10-32 15,-3-10-39-15,3 6-27 0,-3-6-24 0,0 0-201 16,1 6-506-16,-1-6 224 0</inkml:trace>
  <inkml:trace contextRef="#ctx0" brushRef="#br0" timeOffset="-131850.68">32355 7978 152 0,'0'0'174'0,"0"0"0"0,-8-5-7 16,8 5-14-16,0 0-16 0,0 0-12 0,0 0-12 15,0 0-9-15,15-6-15 0,-4 6-22 0,3-2-21 16,3 1-32-16,1 0-22 0,2-2-54 0,1 1-21 16,-1 0-36-16,1 1-89 0,-1-4-224 0,2 3 99 15</inkml:trace>
  <inkml:trace contextRef="#ctx0" brushRef="#br0" timeOffset="-131506.02">32652 7919 8 0,'8'-5'129'0,"-2"2"-4"16,-6 3-2-16,6-5 10 0,-6 5-7 0,0 0-9 16,0 0 3-16,0 0-10 0,0 0 4 0,0 0-10 15,0 0 5-15,0 0-3 0,0 0-2 0,0 0-1 16,0 0-6-16,55 25 5 0,-55-25-7 0,0 0-8 16,18 30 2-16,-18-30-3 0,9 21-2 0,-9-21 1 15,0 0-4-15,16 33 1 0,-16-33-8 0,10 23 2 16,-10-23-10-16,0 0-3 0,14 26-4 0,-14-26-2 15,0 0 3-15,0 0 1 0,11 22-5 0,-11-22 5 16,0 0-1-16,0 0 11 0,0 0 5 0,0 0 4 16,0 0 6-16,0 0 1 0,0 0 7 0,0 0-7 15,0 0-6-15,0 0-7 0,31 9-3 0,-31-9 7 16,0 0-18-16,0 0-12 0,0 0 8 0,28-43-4 16,-28 43-11-16,14-25 4 0,-14 25-22 0,13-31 12 15,-13 31-6-15,12-25 3 0,-12 25-4 0,11-29-3 16,-11 29-7-16,0 0-1 0,14-34-2 0,-14 34-7 15,0 0-7-15,8-24-5 0,-8 24-13 0,0 0-25 16,0 0-12-16,0 0-23 0,0 0-32 0,14-23-26 16,-14 23-25-16,0 0-18 0,0 0-26 0,0 0-25 15,0 0-50-15,0 0-245 0,0 0-568 0,0 0 252 16</inkml:trace>
  <inkml:trace contextRef="#ctx0" brushRef="#br0" timeOffset="-131288.52">32285 8253 166 0,'-19'2'260'0,"1"-1"-11"0,6 0-13 16,12-1-22-16,-12 1-19 0,12-1-13 0,0 0-18 16,0 0-10-16,43-5-10 0,-10 1-17 0,24-1-8 15,3 0-15-15,6 1-6 0,26-3-15 0,-28 5-5 16,0-2-10-16,-4 1-12 0,-5 2-17 0,-2-2-27 15,-18 2-25-15,0 1-39 0,-35 0-39 0,50 0-55 16,-50 0-58-16,34-1-170 0,-34 1-405 0,0 0 179 16</inkml:trace>
  <inkml:trace contextRef="#ctx0" brushRef="#br0" timeOffset="-130977.27">32642 8322 76 0,'-8'3'247'0,"8"-3"-17"0,0 0-4 16,-1 3-1-16,1-3 2 0,0 0-4 0,0 0-8 16,15 14-10-16,-7-9-8 0,-2 4-7 0,-6-9-19 15,0 0-15-15,0 0-3 0,22 44-15 0,-21-28-9 16,1 0-6-16,-8 3-4 0,4-3-15 0,-7 1 7 16,-1 0-8-16,-2-3-5 0,-2 0-11 0,-5 5 7 15,1-7-11-15,-3 5-5 0,5-7-1 0,0-4-12 16,5 1 5-16,2-1 1 0,-1 1-2 0,2-5-3 15,8-2-8-15,-11 7-8 0,11-7 1 0,-8 3-10 16,8-3-3-16,0 0-2 0,0 0-5 0,0 0-3 16,0 0-18-16,35 6 20 0,-14-4-20 0,12-2-22 15,-33 0-16-15,90-5-31 0,-38 2-28 0,2 0-38 16,-2 0-46-16,-13-1-44 0,1 2-74 0,-1-3-85 16,-2 3-202-16,-2-4-622 0,-35 6 276 0</inkml:trace>
  <inkml:trace contextRef="#ctx0" brushRef="#br0" timeOffset="-130816.39">33371 8645 2627 0,'0'0'126'0,"0"0"-46"16,0 0-33-16,0 0-27 0,0 0-1 0,0 0-6 16,0 0 1-16,-90-12-8 0,90 12-7 0,0 0-15 15,0 0-23-15,0 0-37 0,-28-19-44 0,28 19-46 16,0 0-45-16,0 0-177 0,0 0-419 0,0 0 186 15</inkml:trace>
  <inkml:trace contextRef="#ctx0" brushRef="#br0" timeOffset="-129952.71">30785 6750 114 0,'-23'24'125'16,"-5"15"-7"-16,10-8 0 0,1 14-10 0,3 5 10 16,4 3-11-16,1 1-14 0,5 6 7 0,0-3-5 15,3 25 0-15,2-28-16 0,2 5-3 0,7 22-6 16,-6-23-5-16,6 27 12 0,-1-27-2 0,1 1-4 15,1-2-9-15,-4-1-1 0,1 3 0 0,2-5-7 16,0 0-3-16,2-2-2 0,-3-4-1 0,-2-12-4 16,4-4-2-16,0 0-5 0,-1-1-6 0,2-5 0 15,-4 2-9-15,-2-8 3 0,3-1-4 0,0 0 2 16,-4-5-3-16,1 1-12 0,2 2-12 0,-2-7-12 16,-2-2-7-16,1 1-18 0,0-4-15 0,-5-5-19 15,14 10-22-15,-6-10-34 0,2 3-30 0,-10-3-138 16,21-3-323-16,-12-3 143 0</inkml:trace>
  <inkml:trace contextRef="#ctx0" brushRef="#br0" timeOffset="-128800.41">31172 6768 71 0,'3'-9'88'15,"3"1"2"-15,5 1-15 0,5-2-5 0,12-1-6 16,4 0-3-16,18-3-7 0,2 2 3 0,8 1-6 15,5 1 5-15,31-4-22 0,-4 1 14 0,-2 2-3 0,-24 5-11 16,27-3-1-16,2-2-5 0,-30 2 14 16,31 4-19-16,-29-3 4 0,26-2 4 0,1 4-6 15,-3 1 1-15,0 0 15 0,-27 1 0 0,3 2-6 16,22-1 4-16,-22-1-13 0,-3 0 7 0,0 1-7 16,-1 0 5-16,-1 0-12 0,2 2-19 0,-2-2-10 15,-2 3 9-15,-3-3-2 0,-4 2 3 0,-14 0-2 16,-3 0 7-16,-36 0-3 0,65 5 3 0,-37-3 4 15,-28-2-1-15,39 5 1 0,-39-5-2 0,0 0-2 16,36 6 1-16,-36-6 1 0,0 0-3 0,26 12 5 16,-26-12 4-16,0 0 4 0,23 15 3 0,-23-15 1 0,0 0 1 15,19 27-3-15,-19-27 3 0,0 0-8 16,17 36 1-16,-17-36 1 0,10 29 4 0,-10-29-2 16,9 32 3-16,-9-32-1 0,9 42-3 0,-5-13 0 15,1-1 8-15,-5-28 3 0,5 57 0 0,-1-25-2 16,-1 0-3-16,-1 13 8 0,-1-9 2 0,-3 11 2 15,1-1-5-15,1 2-3 0,-3-2 0 0,2 0-1 16,-3-10-2-16,3-2-1 0,-3 15-9 0,-1-3 6 16,1-12-3-16,3-1 0 0,-3 15 3 0,0-4-7 15,-1 2-1-15,1-11 0 0,4 1 2 0,-2 10-2 16,-1 0-1-16,-1-2 4 0,2-9-6 0,0 10 5 16,1-10-3-16,-2 0 4 0,-1 12-1 0,3-11-2 15,-1-1 1-15,0 0 1 0,1-2 0 0,1-33-4 0,1 60 4 16,-2-31 2-16,2 4-3 0,-1-33 1 15,-1 56-4-15,1-29 6 0,0-27-5 0,-2 55 0 16,0-29-3-16,2-26 1 0,2 36 0 0,-2-36-4 16,0 36-1-16,0-36 4 0,0 0-4 0,0 48 4 15,0-48-4-15,0 0 3 0,-4 37-4 0,4-37 2 16,0 0-3-16,-4 35 1 0,4-35 1 0,-4 28 1 16,4-28-4-16,0 0 0 0,-11 33 2 0,11-33 4 15,-12 28-6-15,12-28 2 0,-17 25 0 0,17-25 4 16,-17 26-9-16,17-26 6 0,-23 24-1 0,23-24 3 15,-23 21-4-15,23-21 0 0,-27 22 0 0,27-22 0 16,-26 18 2-16,26-18-1 0,-28 20-1 0,28-20 2 16,-31 15-2-16,31-15 2 0,-29 10-1 0,29-10 0 15,-33 10 1-15,33-10-2 0,-39 6 0 0,39-6 1 16,-42 5 0-16,42-5 3 0,-47 5-6 0,47-5 4 16,-50 0-5-16,50 0 0 0,-50-1-1 0,50 1-7 15,-50-5 1-15,50 5 2 0,-49-4-5 0,22 0 0 16,27 4-6-16,-59-6 5 0,31 2-6 0,28 4 4 15,-58-10-7-15,28 5 8 0,30 5 5 0,-62-7-4 16,32 1 2-16,-5 1 0 0,1 3 4 0,-3-2-2 16,1 0 0-16,3 3 0 0,-1-1 5 0,2 2-5 15,3-3 5-15,2 1 1 0,5 2 1 0,2-2-1 16,-12 2-1-16,10-2-2 0,-6 2 3 0,10 0 1 16,-3-3-5-16,-6 1 6 0,5 2-7 0,-6-3 3 15,9 3-1-15,-13-1 6 0,0-3-5 0,0 4 2 16,-1 0 1-16,-6-1 3 0,-12-1-4 0,-2 0 5 15,-2 0-4-15,0 2 2 0,-3 0 0 0,1 2 3 16,-1-2-3-16,2 0 1 0,2 1 4 0,3 0 5 16,13-1 1-16,1-1 3 0,1-2-4 0,1 1 0 15,14 0 1-15,-7 2 4 0,-3 0-8 0,4-2 0 16,8 0 2-16,0 0-3 0,2 0-2 0,3 0 1 16,1 1-3-16,13 1 3 0,-25-4-2 0,14 2-7 15,11 2-7-15,-21-3-19 0,21 3-15 0,-21 0-19 16,21 0-23-16,0 0-24 0,-20-1-15 0,20 1-34 15,0 0-23-15,-23-1-124 0,23 1-330 16,-23-5 146-16</inkml:trace>
  <inkml:trace contextRef="#ctx0" brushRef="#br0" timeOffset="-128236.58">30741 8181 83 0,'0'0'144'0,"6"-4"-13"0,-6 4 2 15,0 0-13-15,0 0-11 0,0 0-2 0,16 6-5 0,-16-6-9 16,5 8 1-16,-1-2 8 0,1 4-8 0,-1 0-7 15,1 2-7-15,0 5 2 0,0 0-1 0,-2-2-5 16,2 6-6-16,-2 3 5 0,-1-3-1 16,1 6-3-16,-1-3-7 0,-2-4-3 0,3 6-1 15,-2-8-8-15,0 2-1 0,-1-2-5 0,0 0-5 0,1 0-2 16,1-1-6-16,-1 1 1 0,2-2-3 0,-3 3-1 16,1-4 0-16,0-2 0 0,-1-2-4 15,2 2-2-15,-1-1-2 0,-1 1-1 0,2-3 1 16,0 1-2-16,-1-1 0 0,2 0-2 0,-2-3-4 15,5 1 2-15,-3 2 0 0,2-2-4 0,2-1 2 0,2 0-3 16,2-1 0-16,5 1 0 0,2-2-2 16,0-3-2-16,4 0-8 0,-1-2-8 0,7 1-2 0,4-1-12 15,-2 0-9-15,-1-3-19 0,2-3-21 16,-2 2-31-16,5-1-40 0,-1-5-57 0,-1 2-177 0,2-4-408 16,-2-2 181-16</inkml:trace>
</inkml:ink>
</file>

<file path=ppt/ink/ink35.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1-01-25T10:46:21.007"/>
    </inkml:context>
    <inkml:brush xml:id="br0">
      <inkml:brushProperty name="width" value="0.05292" units="cm"/>
      <inkml:brushProperty name="height" value="0.05292" units="cm"/>
      <inkml:brushProperty name="color" value="#FF0000"/>
    </inkml:brush>
  </inkml:definitions>
  <inkml:trace contextRef="#ctx0" brushRef="#br0">20322 6887 5 0,'0'0'134'0,"0"0"-8"0,0 0-11 0,0 0-17 15,0 0-5-15,0 0-14 0,0 0-4 0,0 0-2 16,8 18 4-16,-4-9-14 0,-1-1-3 0,4 8-4 16,-1 1 2-16,2 1-1 0,-2 0-3 0,1 2-8 15,1 4 11-15,-1 4-16 0,1-2-4 0,-2 3-2 16,2 2 9-16,-3-1-2 0,-1-3-9 0,-2 3 5 16,2-1-4-16,-1-1-2 0,0-2-5 0,1 3 0 15,0-4-3-15,0-1-3 0,0 1 2 0,-2-6-2 16,2 0 1-16,-1-1-10 0,-1-1 2 0,2 2 0 15,-1-8 1-15,0 2-2 0,0-2-1 0,-1 4 0 16,1-5 0-16,0 1-3 0,-1-3-4 0,1 2 4 16,-2-2-12-16,0 1-21 0,2-4-13 0,-2 5-33 15,2-5-13-15,-3-5-27 0,1 10-31 0,-1-10-107 16,0 9-269-16,0-9 120 0</inkml:trace>
  <inkml:trace contextRef="#ctx0" brushRef="#br0" timeOffset="382.59">21048 7132 101 0,'1'-9'166'0,"-1"9"-11"0,4-9-23 0,-4 9-7 16,0 0-6-16,1-5-11 0,-1 5-9 0,0 0-16 15,0 0-3-15,0 0 3 0,0 0-4 0,16 16-7 16,-12-6-7-16,-1 2-4 0,4 6 1 0,-2 0-5 16,-1-1-4-16,0 2 3 0,-1 0-2 0,0 0-9 15,1 5-1-15,-2-5-3 0,3 1-4 0,-1-4-2 16,0 0-2-16,1-1 0 0,0 0-8 0,0 0-4 15,-3-2 1-15,0-1-3 0,1 1 1 0,1-2-4 16,-4 0 0-16,2-1-2 0,1 0-7 0,-2-1-13 16,0-2-17-16,1-1-18 0,-2-6-10 0,1 11-22 15,-1-11-19-15,0 10-16 0,0-10-18 0,-4 8-13 16,4-8-125-16,0 0-285 0,-10 0 127 0</inkml:trace>
  <inkml:trace contextRef="#ctx0" brushRef="#br0" timeOffset="719.3">21118 7099 55 0,'10'-10'116'0,"2"4"-5"0,6-2-3 0,0 3 14 16,-2 3-23-16,6-1 11 0,-4 5-6 16,-1-1-6-16,0 1-11 0,-1 5-9 0,-5-2-8 0,1 1-1 15,-3 5-11-15,0 0-5 0,-3 0-5 0,-2 2-7 16,-2-1-7-16,-3 6 5 0,-3-1-5 0,-2-3 2 15,-3 4-9-15,-3-4 6 0,-1 2-8 16,0-3 1-16,-3 1 8 0,2-4-12 0,-1-1 0 0,0 1-2 16,6-5 0-16,-1 1-4 0,-1-2 6 0,5 0 0 15,1-2 0-15,-2 1 3 0,7-3 3 0,-10 4-8 16,10-4-2-16,-5 4-7 0,5-4 5 0,0 0-10 16,-6 5 4-16,6-5 0 0,0 0-5 0,0 0 0 15,6 13-5-15,-2-8 6 0,1-1-2 0,3 5 0 16,2-2-2-16,0 0-19 0,2-1-9 0,0 0-23 15,0 3-7-15,-1-4-20 0,6 2-9 0,-1-2-14 16,1 1-16-16,1-2-8 0,0 0-7 0,1-2-83 16,0-2-230-16,-1 0 101 0</inkml:trace>
  <inkml:trace contextRef="#ctx0" brushRef="#br0" timeOffset="1017.39">21606 7337 111 0,'3'-8'139'0,"-2"2"3"16,-1 6-2-16,1-10-7 0,-1 10-6 0,-2-10-4 15,2 10-8-15,-6-7-8 0,6 7-11 0,-7-3-9 0,7 3-13 16,0 0-5-16,0 0-6 0,-17 10-6 16,14-4-7-16,-5 2-1 0,4-3-9 0,0 2-6 15,1 2-2-15,0 1-3 0,2-1-3 0,1 1 1 16,1 0-4-16,0 2-4 0,2-1 1 0,-1-2-5 16,6-1 5-16,-2 3-3 0,-1-2-8 0,1 0 4 15,1-1 0-15,-1 1 0 0,-1-4-3 0,1 1-5 0,-1 1 3 16,1 0 3-16,-2-4-3 0,0 2 0 15,-4-5-4-15,5 9 1 0,-1-5 0 0,-4-4 2 16,1 7-4-16,-1-7 5 0,0 0 4 0,-7 15-1 0,3-11-3 16,-3-1 1-16,1 1 0 0,-3 2-2 15,-2-1-2-15,0-3-7 0,-1 0-9 0,1 2-16 0,1-1-17 16,-1 0-27-16,4-3-22 0,7 0-36 16,-10 0-171-16,10 0-325 0,-11-4 144 0</inkml:trace>
  <inkml:trace contextRef="#ctx0" brushRef="#br0" timeOffset="1383.24">21880 7336 109 0,'9'-1'130'15,"-9"1"1"-15,19-2-7 0,-5 2-6 0,3-1-6 16,2 0-2-16,3 1-6 0,-1 0-11 0,1 0-9 15,6 0-8-15,-1 0-6 0,-4-2-6 0,-4 2-5 16,0-1-7-16,-2 0-3 0,-3 2-1 16,-2-1 2-16,-1 0 6 0,-5-1 5 0,-6 1 8 0,12 1 3 15,-6 0 4-15,-6-1 2 0,10 0-1 0,-10 0 2 16,0 0-6-16,0 0-3 0,0 0-10 0,12-1-2 16,-12 1-8-16,0 0-7 0,0 0-3 0,0 0-9 15,0 0-3-15,0 0-3 0,7 3-1 0,-7-3-1 16,0 0 4-16,-2 11 6 0,2-11-3 0,-4 13-2 15,0-3-4-15,-1-1 2 0,-1 3-1 0,-2-2 0 16,1 1-7-16,0-1 3 0,2 2-4 0,-3-2-17 16,-3 3-17-16,3-2-14 0,1-4-22 0,0 4-23 15,0-2-28-15,0 0-31 0,3-1-26 0,0 0-32 16,3-3-22-16,-1 2-113 0,2-7-355 0,0 0 157 16</inkml:trace>
  <inkml:trace contextRef="#ctx0" brushRef="#br0" timeOffset="1570">22280 7323 183 0,'-5'-19'187'0,"-4"-5"-2"0,0 9 8 15,-1-3-10-15,-2-4-2 0,2 9-1 0,-1 0-4 0,-1 1-11 16,4 5-11-16,-1-2-18 0,2 3-12 16,2 0-12-16,-1 3-12 0,3-2-12 0,3 5-11 15,-10-6-21-15,10 6-22 0,-4-4-34 0,4 4-28 16,0 0-15-16,0 0-27 0,0 0-29 0,0 0-44 0,0 0-41 15,1 18-141-15,8-12-352 0,-2-1 157 0</inkml:trace>
  <inkml:trace contextRef="#ctx0" brushRef="#br0" timeOffset="1994.31">22631 7108 96 0,'0'0'199'16,"0"0"-14"-16,0 0-15 0,0 0-19 0,3-8-15 16,-3 8-7-16,0 0-10 0,0 0-10 0,0 0-12 15,0 0-10-15,9-1-11 0,-9 1-4 16,0 0-9-16,19 4-1 0,-13-4-10 0,2 2-1 16,1-1-11-16,-9-1-3 0,10 3-5 0,-3-2-1 0,-7-1-6 15,9 2 0-15,-9-2-4 0,8 3-1 16,-2-1-2-16,-6-2 0 0,6 5-5 0,-6-5 3 15,5 5-1-15,-1 0 3 0,-4-5 3 0,1 10 8 0,3-1 6 16,-6-1 11-16,-1 3-4 0,2 2-3 0,-7 3-2 16,0 0 2-16,-4 7 4 0,0-7 2 0,-1 4-6 15,-2 1-2-15,2-5 1 0,2 0-9 0,-2 0 0 16,4-2-2-16,-1 2-2 0,2-7-1 0,0 2-7 16,2-1 7-16,-2 0-7 0,3-1-5 0,1-4 0 15,1 1 4-15,-1 0-4 0,1 1 3 0,3-7-2 16,-2 9-4-16,2-9 0 0,1 10 1 0,3-5-1 15,1-2 2-15,1 1 0 0,3-2-4 0,3 1-12 16,1-2-17-16,6 1-25 0,2-1-32 0,-3 0-24 16,5-2-25-16,-1 0-24 0,7-1-27 0,-2 1-9 15,1-2-11-15,-7 3-120 0,-2 0-344 0,-8 0 152 16</inkml:trace>
  <inkml:trace contextRef="#ctx0" brushRef="#br0" timeOffset="2284.21">22942 7489 118 0,'0'0'168'16,"0"0"-14"-16,0 0-2 0,0 0-2 0,0 0-6 15,12-2-3-15,-12 2-6 0,6-4-3 0,-6 4-6 16,4-6-1-16,-4 6-8 0,5-7-3 0,-5 7-10 16,4-6-8-16,-4 6-13 0,7-7-3 0,-4 2-9 15,-3 5-5-15,6-10-2 0,1 3-5 0,-2-1-8 16,-1-2-5-16,-1 0-3 0,1 0-1 0,-2 3-3 16,1-5 1-16,0 2-2 0,-1 0-1 0,0 3 5 15,-1-1 2-15,-1 8-5 0,0-11 1 0,1 6 0 0,-1 5-2 16,0 0-5-16,1-12-6 0,-1 12-8 15,0 0 0-15,0 0-7 0,0 0-3 0,0 0 1 16,0 0-2-16,0 0 4 0,0 0 0 0,0 0-1 16,-2 31 6-16,-1-23 0 0,0 3 1 0,1-2-2 15,2 2-3-15,0-3 1 0,2 4-3 0,-1-2 1 16,3-1-3-16,-2 4-14 0,2-5-20 0,1 1-37 16,2-3-38-16,-2-2-37 0,2 0-46 0,2-2-40 15,-1 0-201-15,2-1-459 0,2-4 203 0</inkml:trace>
  <inkml:trace contextRef="#ctx0" brushRef="#br0" timeOffset="2449.94">23154 7129 142 0,'-5'-4'197'0,"-1"1"-17"0,6 3-14 0,-11-4-32 16,11 4-30-16,-9-3-23 0,9 3-28 0,0 0-33 0,0 0-46 15,-11 2-43-15,11-2-95 0,-6 6-178 0,2-2 80 16</inkml:trace>
  <inkml:trace contextRef="#ctx0" brushRef="#br0" timeOffset="3472.84">15870 7609 30 0,'0'0'104'0,"0"0"-7"0,-11-2 4 0,11 2-23 0,0 0-13 16,0 0 6-16,-6-4-10 0,6 4-3 16,0 0-8-16,0 0-8 0,0 0-7 0,0 0 0 0,-5-4-17 15,5 4-10-15,0 0 17 0,0 0-8 0,0 0 2 16,0 0-15-16,0 0-13 0,0 0 20 0,0 0 2 15,0 0-6-15,0 0 4 0,0 0-4 16,0 0-8-16,0 0 1 0,0 0 0 0,0 0 4 0,0 0 6 16,0 0-1-16,0 0 12 0,0 0-6 0,0 0-3 15,0 0 4-15,0 0 5 0,0 0-2 0,0 0 6 16,24 12 4-16,-15-10 5 0,2 0-7 0,5 1-9 16,2 4 12-16,3-3 8 0,13 2-2 0,3-3 3 15,14 1 0-15,5 1-6 0,-1-1-2 0,5-1-6 16,5-1-3-16,26 1 4 0,-1-3-3 0,-27 0-2 15,31-2-6-15,0 2-5 0,1 0 6 0,-29-1-4 16,33 1 2-16,-1-1-1 0,-5 0-2 0,1-4-2 16,-2-2-2-16,-27 3-1 0,28 1 0 0,2 0 1 15,-3-4 0-15,-1-2-1 0,2 0-5 0,-4-3 5 16,-23 5-9-16,27-2 0 0,-31 0 1 0,0 2 1 16,0 1-2-16,-2-1 8 0,2 1-4 0,-2 0 1 15,-3 3-3-15,0-1 2 0,-4-2 1 0,-2 1 2 16,0 3 2-16,-12-1 2 0,2-2 0 0,-3 4 1 15,0-2 7-15,0 1-1 0,-4-2-4 0,-3 1 7 16,-10 3-7-16,1-1 6 0,-4 2-5 0,0-3 4 16,-5 2 5-16,-2 0-3 0,-1 0-3 0,-2 0 2 15,-8 0 7-15,14 0-6 0,-14 0-1 0,10-2 8 16,-10 2 1-16,8 0-1 0,-8 0 8 0,0 0-1 0,9 2 2 16,-9-2 4-16,0 0-3 0,0 0-1 15,0 0 1-15,0 0-1 0,0 0-6 0,10-2 3 16,-10 2-9-16,0 0-1 0,0 0 2 0,0 0-4 15,0 0 1-15,0 0-6 0,0 0-12 0,0 0-21 0,0 0-26 16,0 0-31-16,0 0-48 0,-24 7-34 0,24-7-195 16,-10 4-381-16,10-4 168 0</inkml:trace>
  <inkml:trace contextRef="#ctx0" brushRef="#br0" timeOffset="4794.14">24877 7576 78 0,'-13'7'155'0,"13"-7"-11"15,-4 12 8-15,3-1 4 0,-1 1-3 0,0 1-11 16,0-2-6-16,-1 2-16 0,2-1-1 0,-2 2-10 16,1-5-11-16,0 4-6 0,-3-4-12 0,3 1-7 0,0-3 1 15,1 2 0-15,1-9-5 0,-2 11 1 0,2-11 6 16,-2 5 6-16,2-5 3 0,0 0 10 0,-2 6-7 15,2-6-6-15,0 0-10 0,0 0-4 16,0 0-10-16,0 0-6 0,-4-27-3 0,5 16-6 0,2-5-4 16,-3-3-6-16,5 0-1 0,1-5-3 0,4 0-4 15,-4 7-2-15,4-8-3 0,1 0-4 0,-2 0-4 16,1-2-2-16,2 4 0 0,-3-1 2 0,-3 5-6 16,3 1 1-16,0 1-5 0,-2 3 21 0,-2 2 0 15,-1 5-4-15,0 0 0 0,-2 1-9 0,3 0-2 16,-5 6-5-16,5-6 0 0,-5 6-4 0,0 0 3 15,0 0 0-15,18 10-2 0,-9-1 0 0,-4 3 0 16,-1-2 1-16,4 7-1 0,-1 0-2 0,-2 1-2 16,0-3 6-16,-1 3 2 0,0 1-3 0,1-3 1 15,-1 0-2-15,-1 3 0 0,-2-2 4 0,3 7-4 16,-1-10 6-16,0-1-14 0,-3 3-22 0,0-6-17 16,0 0-20-16,0-3-27 0,0 1-29 0,0 2-30 15,-4-4-32-15,4-6-41 0,-6 11-176 0,2-8-436 16,-4 0 193-16</inkml:trace>
  <inkml:trace contextRef="#ctx0" brushRef="#br0" timeOffset="5190.76">24823 7561 59 0,'0'0'138'0,"-1"-7"-16"0,1 7-14 0,0 0-7 15,14-4-13-15,-5 3-7 0,1 1-7 0,5-1 2 16,2 0-3-16,1-1-8 0,1-1-6 0,-1 2-5 15,0-2-6-15,1 1-4 0,-4 1 4 0,-2 1-1 16,-1-4-1-16,-1 2 6 0,-1 1 6 0,0-2-4 16,-2 2 2-16,0-1 0 0,-8 2-5 0,12 0 0 15,-12 0-9-15,11-2-3 0,-11 2-5 0,11 2 11 16,-4 3 3-16,-1 1 10 0,2 3 7 0,-2-1-5 0,2 7 1 16,-1 1-3-16,0 2 3 0,0 7-6 15,-1-3-6-15,-1-4-3 0,-2 0-1 0,0-3-8 16,5 0-2-16,-8-2-3 0,5-5-2 0,-1 3-4 0,0-4-1 15,-3-1-2-15,2-2 4 0,-3-4 11 16,5 9 12-16,-5-9 3 0,0 0-3 0,10-1-6 16,-10 1-7-16,9-11 7 0,-3 6-1 0,1-4-7 15,0-2-5-15,1 0-5 0,1-5-1 0,-4 0 0 16,5 0-5-16,-2-2-1 0,0 0-3 0,-3-2-7 0,4 3-16 16,0-1-11-16,-2 2-11 0,1 0-18 15,-2 3-11-15,2 2-17 0,-3 2-19 0,-3 1-19 16,1 4-37-16,0-1-35 0,-3 5-10 0,8-4-7 15,-8 4-149-15,0 0-379 0,0 0 167 0</inkml:trace>
  <inkml:trace contextRef="#ctx0" brushRef="#br0" timeOffset="5464.07">25457 7592 146 0,'0'0'172'0,"0"0"-12"0,0 0-5 0,-18 4-14 16,18-4-11-16,-9 3-4 0,9-3-16 0,-10 4-9 15,5-1-15-15,2 2-6 0,-2-1-6 16,1 3-7-16,2-1-9 0,-2 2-3 0,4-2-7 0,0-6-6 16,0 15 0-16,2-5-5 0,2-2-1 0,-1 1-5 15,1 0-5-15,1 1-4 0,0-3-2 0,1 1 0 16,-1-1 5-16,-1-1-9 0,0 1-5 0,-4-7 0 16,3 11 3-16,-2-9-5 0,2 5 3 15,-3-7-1-15,-4 10-2 0,4-10-1 0,-9 12 2 0,2-8 1 16,-5 4-4-16,1-1 0 0,1-3-6 0,-4-1-18 15,1 2-16-15,1-2-23 0,1 1-24 0,2-4-23 16,-1 3-43-16,4-2-140 0,6-1-309 0,0 0 137 16</inkml:trace>
  <inkml:trace contextRef="#ctx0" brushRef="#br0" timeOffset="5625.91">25695 7577 1672 0,'20'-5'-28'15,"-6"-2"16"-15,2 3 4 0,-1 0-3 0,-3 0 3 16,-2 1 9-16,-3 1-1 0,3 1-4 0,0-1 4 16,-10 2-9-16,15 3-9 0,-7-2-18 0,-1 3-17 15,0-3-22-15,-1 4-18 0,2-1-23 0,-2 3-85 16,-2 0-217-16,-2 1 96 0</inkml:trace>
  <inkml:trace contextRef="#ctx0" brushRef="#br0" timeOffset="5747.2">25837 7687 120 0,'0'0'122'0,"0"0"-13"16,-4 5-4-16,4-5-15 0,0 0-11 0,0 0-5 16,0 0-24-16,24 1-13 0,-11-4-41 0,6 1-33 15,0 0-88-15,4-1-134 0,4-6 60 0</inkml:trace>
  <inkml:trace contextRef="#ctx0" brushRef="#br0" timeOffset="6162.33">26364 7420 143 0,'0'0'148'15,"0"0"4"-15,0 0 10 0,9 12-7 0,-9-12-3 16,0 17-5-16,0-5-1 0,0-1-7 0,-2 5-11 16,0-3-11-16,-3 4-7 0,3 0-13 0,0-5-8 0,0 2-9 15,0-1-4-15,0-2-2 0,2-4-2 16,-2 1 2-16,2-8-1 0,0 10 4 0,0-10 12 15,-1 6 13-15,1-6 14 0,0 0 7 0,0 0-8 16,0 0-4-16,0 0-15 0,0 0-4 0,0 0-16 16,0 0-3-16,-9-23-5 0,11 12-10 0,-2-1-8 0,5-5-1 15,-3-1-10-15,1-2-5 0,5-5-8 16,-3 0-7-16,5 2 1 0,2-4 2 0,-1 2-16 16,3-2-2-16,-3 5-3 0,0-1 0 0,-1 5 2 15,-2 4-2-15,-3 5 0 0,1 2-5 0,-3 1-2 0,2 0 1 16,-5 6-9-16,4-4 4 0,-4 4 0 0,0 0 2 15,11 10-2-15,-4-1 2 0,2 4 0 0,-2 5 2 16,-1 1 0-16,-1-1 2 0,1 6 5 0,0-7-4 16,-2 3 2-16,2 0-3 0,-3-3 2 0,1-1 1 15,0 2-2-15,0 0 4 0,-3 0-5 0,4-2 1 16,-1-3-26-16,-2-3-20 0,1 2-32 16,-1-2-29-16,0-1-32 0,-2-1-44 0,0-3-31 15,2 2-39-15,-2-7-181 0,0 0-472 0,0 0 209 0</inkml:trace>
  <inkml:trace contextRef="#ctx0" brushRef="#br0" timeOffset="6584.72">26456 7457 128 0,'0'0'164'0,"0"-5"-14"16,0 5-16-16,0 0-16 0,0 0-12 0,3-10-9 16,-3 10-11-16,12-5-10 0,-4 3-2 0,1 0-14 15,5 0-4-15,-1-1-8 0,5-1-2 0,0 3-4 16,-2 0-3-16,-3 1-5 0,1-2 0 0,-1 1-7 15,-2-3 0-15,1 4 2 0,-3-1 6 0,2 0 4 16,0-2 3-16,-4 2-2 0,1-1-1 16,-1 1 7-16,5 0-8 0,-4 1 5 0,-8 0-3 0,15 1-6 15,-5 2 10-15,1-1-9 0,-4 2 1 0,5 3 0 16,-4 2 10-16,7 2 6 0,-5 1-3 0,-1 2 1 16,1-1-4-16,-2 1-6 0,1 1 2 0,0-1 0 15,-2 1-1-15,0 1-1 0,-3-4-1 0,1-1 1 16,1 1-3-16,-2-3-1 0,4 1-3 0,-6-3-1 15,2-1 2-15,1 0 8 0,-1-3 5 0,-4-3 11 16,5 5 12-16,-5-5-6 0,0 0-7 0,0 0-4 16,14-8-8-16,-8 2-2 0,-2 0-4 0,1 0-1 15,2-4-4-15,-2 0-7 0,1-2 0 0,1-2 0 16,1 0-6-16,0-1-1 0,-2-2-1 0,-1 0-10 16,3 2-10-16,-1-3-7 0,3 4-5 0,-4-2-10 15,1 0-3-15,-3 4-9 0,0 2-13 0,2 3-12 16,-2 0-16-16,-2 2-32 0,-2 5-31 0,5-7-26 15,-5 7-11-15,0 0-13 0,0 0-11 0,0 0-19 16,0 0-128-16,-14 32-373 0,2-16 165 0</inkml:trace>
  <inkml:trace contextRef="#ctx0" brushRef="#br0" timeOffset="6762.14">26299 7770 180 0,'0'0'184'0,"0"0"-4"0,0 0-10 0,19 8-2 16,2-8-10-16,11 0-13 0,2-3-14 0,17-2-9 16,4-1-12-16,3 0-13 0,-1 4-9 0,0-7-21 0,-1 6-31 15,-18-3-25-15,1 3-36 0,-3-1-36 0,-2 2-33 16,-5 0-33-16,-9 0-130 0,-7 2-279 16,-2 0 124-16</inkml:trace>
  <inkml:trace contextRef="#ctx0" brushRef="#br0" timeOffset="7038.71">26611 7882 108 0,'3'4'198'0,"3"0"-3"0,0 2-1 0,2 1-11 0,-1 2-10 16,1-2 3-16,-3 5-21 0,2-1-9 15,-2 1 1-15,-5 1-15 0,0 2-8 0,0-4-14 0,-5 7-6 16,-4-2-5-16,-4 1-4 0,-4 0-8 15,-4 1-7-15,4-6-2 0,-2 3-2 0,1-3-7 0,1-1-6 16,2-2-5-16,2 0-2 0,-1-2-5 0,7-3-10 16,1-1 3-16,-2 0-9 0,4 1-1 0,4-4-6 15,-9 6 0-15,9-6-5 0,0 0 4 16,0 0-9-16,0 0-1 0,0 0-26 0,32 3-21 0,-3-6-25 16,2-1-32-16,3 2-42 0,6-5-43 0,1 3-38 15,8-4-217-15,-10 2-462 0,-3 1 204 0</inkml:trace>
  <inkml:trace contextRef="#ctx0" brushRef="#br0" timeOffset="7187.69">27248 8114 132 0,'0'0'236'0,"8"-1"-7"16,-8 1-6-16,0 0-9 0,0 0-16 0,7-3-14 16,-7 3-20-16,0 0-16 0,0 0-15 15,0 0-15-15,0 0-25 0,0 0-36 0,0 0-40 0,0 0-51 16,0 0-58-16,0 0-47 0,0 0-175 0,0 0-340 15,0 0 151-15</inkml:trace>
  <inkml:trace contextRef="#ctx0" brushRef="#br0" timeOffset="7384.37">25936 8353 2256 0,'-1'5'15'16,"1"-5"-9"-16,0 0-7 0,36 3-2 0,-5-1 4 16,7-5-5-16,24 3-12 0,25-2-11 0,3-6-13 15,-25 2-15-15,37-3-28 0,-2-1-15 0,-5 0-34 16,-5-1-32-16,-1 7-113 0,-23 0-298 0,32-1 132 16</inkml:trace>
  <inkml:trace contextRef="#ctx0" brushRef="#br0" timeOffset="7511.29">27750 8310 25 0,'-7'-4'64'0,"7"4"-38"0,-14-3-46 0,8-1-21 16,2-2 10-16</inkml:trace>
</inkml:ink>
</file>

<file path=ppt/ink/ink36.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1-01-25T10:47:17.602"/>
    </inkml:context>
    <inkml:brush xml:id="br0">
      <inkml:brushProperty name="width" value="0.05292" units="cm"/>
      <inkml:brushProperty name="height" value="0.05292" units="cm"/>
      <inkml:brushProperty name="color" value="#FF0000"/>
    </inkml:brush>
  </inkml:definitions>
  <inkml:trace contextRef="#ctx0" brushRef="#br0">11660 5329 7 0,'0'0'16'0,"0"0"-8"0,11 21-14 16,-11-21-5-16,2 15 2 0</inkml:trace>
  <inkml:trace contextRef="#ctx0" brushRef="#br0" timeOffset="972.73">11546 6757 8 0,'0'0'116'0,"0"0"-10"0,0 0 3 0,0 0-9 0,0 0-7 15,0 0-9-15,0 0-11 0,0 0-8 16,8 2-7-16,-8-2-4 0,0 0-6 0,0 0 2 0,0 0-11 15,0 0 6-15,0 0-18 0,0 0 12 0,0 0 1 16,0 0-4-16,0 0-1 0,0 0-9 16,0 0 3-16,0 0-2 0,0 0-7 0,0 0-6 15,0 0 5-15,0 0-4 0,0 0-2 0,0 0 5 0,0 0-1 16,0 0-2-16,0 0-3 0,0 0 2 0,0 0-4 16,0 0 2-16,0 0-1 0,0 0-3 0,0 0 4 15,0 0-6-15,0 0-3 0,0 0-3 0,0 0 1 16,0 0 3-16,0 0-5 0,0 0 2 0,0 0-1 15,0 0 1-15,0 0-3 0,0 0 5 0,0 0-2 16,0 0-1-16,0 0 2 0,0 0-5 0,0 0 7 16,0 0-6-16,0 0 8 0,0 0-17 0,0 0 13 15,0 0-6-15,0 0 8 0,0 0-1 0,0 0-2 16,0 0-3-16,0 0 1 0,0 0-8 0,0 0 5 16,0 0 1-16,0 0 0 0,0 0 0 0,0 0-5 15,0 0 7-15,0 0-10 0,0 0-1 0,0 0-2 16,0 0 6-16,0 0-6 0,0 0 10 0,0 0-2 15,0 0-3-15,0 0 4 0,0 0 2 0,-11 9-7 16,11-9-3-16,0 0 5 0,0 0 4 0,0 0-6 16,0 0 7-16,0 0-9 0,0 0 6 0,0 0-3 15,0 0 11-15,0 0-11 0,0 0 3 0,0 0-1 16,0 0-4-16,0 0 7 0,0 0 6 0,0 0-7 16,0 0 2-16,0 0-5 0,0 0 13 0,0 0-6 15,0 0-3-15,0 0-1 0,0 0 4 0,0 0 0 16,0 0-3-16,0 0 1 0,0 0-3 0,0 0 0 15,0 0 3-15,0 0 0 0,0 0 2 0,0 0-1 16,0 0-5-16,0 0 2 0,0 0 0 0,0 0 3 0,0 0 2 16,0 0-8-16,0 0 2 0,0 0 3 15,0 0-1-15,0 0-9 0,0 0 20 0,0 0-8 16,0 0-2-16,0 0 1 0,0 0-9 0,0 0 6 0,0 0 1 16,0 0-9-16,0 0 1 0,0 0 10 15,0 0-5-15,0 0 2 0,0 0 1 0,0 0-7 0,0 0 9 16,0 0-4-16,0 0 3 0,0 0-3 15,0 0 1-15,0 0-7 0,0 0 12 0,0 0-11 16,0 0-2-16,0 0 0 0,0 0-2 0,0 0 1 16,0 0 3-16,0 0-16 0,0 0 12 0,0 0 5 15,0 0-1-15,0 0-1 0,0 0-1 0,0 0-3 16,0 0 1-16,0 0 1 0,0 0-3 0,0 0 1 16,0 0-5-16,0 0-4 0,0 0 0 0,0 0-6 0,0 0 1 15,0 0 6-15,0 0-1 0,0 0-3 0,0 0-5 16,0 0-3-16,0 0-2 0,0 0 0 0,0 0-46 15,0 0-90-15,0 0 40 0</inkml:trace>
  <inkml:trace contextRef="#ctx0" brushRef="#br0" timeOffset="2939.09">13113 6622 21 0,'0'0'66'0,"0"0"-4"16,0 0-12-16,0 0-7 0,0 0-15 0,0 0-7 16,0 0-13-16,0 0-17 0,0 0-14 0,0 0-22 15,0 0-48-15,0 0 21 0</inkml:trace>
  <inkml:trace contextRef="#ctx0" brushRef="#br0" timeOffset="4404.63">14369 6715 21 0,'0'0'30'0,"0"0"0"16,0 0-5-16,0 0-8 0,0 0 1 0,0 0 4 15,0 0-9-15,0 0 2 0,0 0-2 0,0 0-4 16,0 0 4-16,2 8-9 0,-2-8 5 0,0 0 0 15,0 0-2-15,0 0-2 0,0 0 2 0,0 0-5 16,0 0 5-16,0 0 2 0,0 0-2 0,0 0-2 16,0 0-1-16,0 0 3 0,-2 9-2 0,2-9 5 15,0 0-7-15,0 0 2 0,0 0-1 0,-5 7-2 16,5-7 1-16,0 0 1 0,0 0 1 0,0 0-5 16,-5 5 0-16,5-5 2 0,0 0 5 0,0 0-5 15,0 0-3-15,0 0-1 0,0 0 1 0,0 0 0 16,-2 6 3-16,2-6-1 0,0 0-1 0,0 0-4 15,0 0 9-15,0 0-4 0,0 0 0 0,-2 6-5 16,2-6 3-16,0 0 2 0,0 0-5 0,0 0-6 16,0 0 5-16,0 0 2 0,0 0 2 0,0 0-11 15,0 0-1-15,0 0-4 0,0 0-5 0,-2 8-23 16,2-8-49-16,0 0 21 0</inkml:trace>
  <inkml:trace contextRef="#ctx0" brushRef="#br0" timeOffset="5382.24">15936 6154 10 0,'-4'3'63'0,"4"-3"-4"15,0 0-6-15,0 0-16 0,-4 4 4 16,4-4-12-16,0 0-11 0,0 0-17 0,0 0-6 0,0 0-19 16,-6 5-23-16,6-5-52 0,0 0 24 15</inkml:trace>
  <inkml:trace contextRef="#ctx0" brushRef="#br0" timeOffset="5926.09">17127 5350 25 0,'0'0'63'16,"0"0"-5"-16,0 0-6 0,0 0-1 0,0 0-9 15,0 0-10-15,0 0 5 0,0 0-11 0,0 0-4 16,0 0-14-16,0 0-11 0,0 0-16 0,0 0-12 16,0 20-30-16,0-12-66 0,0-8 30 0</inkml:trace>
  <inkml:trace contextRef="#ctx0" brushRef="#br0" timeOffset="9969.78">25437 4821 113 0,'0'0'174'0,"0"0"-14"0,-7-10 3 16,7 10 10-16,-2-4-13 0,2 4 0 0,0 0-9 16,-9-6-8-16,9 6-13 0,0 0-11 0,0 0-14 15,-4-3-7-15,4 3-15 0,0 0-4 0,0 0-11 16,0 0-6-16,0 0-2 0,20-6-11 0,-3 5-2 16,6 1-24-16,8-3-6 0,-1 1-16 15,6 0-19-15,-3 0-21 0,2 1-23 0,-4-2-28 0,0 0-23 16,-11 2-17-16,-2 2-22 0,-7-1-20 0,-2 2-89 15,-2-2-282-15,-7 0 125 0</inkml:trace>
  <inkml:trace contextRef="#ctx0" brushRef="#br0" timeOffset="10370.84">25630 4748 12 0,'-7'-1'134'15,"7"1"-10"-15,0 0-20 0,0 0-7 0,0 0-3 16,-13 6 2-16,10 2 21 0,1 1-4 0,-4 6-3 15,1 2-6-15,-3 6 1 0,3 3 2 0,-1 0-11 16,-2-1-7-16,2 1-9 0,1 0-1 0,-1 1-1 16,0-8-10-16,-2 5 2 0,5-6-10 0,-1 0-7 15,0-3-5-15,2-1-6 0,-1-2 1 0,1-2-7 16,2 2-4-16,-2-3-2 0,-1 1 1 0,3-2-6 16,0-1-4-16,0-7 1 0,-3 9 0 15,3-9-5-15,-3 8 0 0,3-8 0 0,0 0 0 0,-3 8 0 16,3-8-7-16,-6 4 2 0,6-4 1 0,-12 1-3 15,5-1-2-15,-4 0 1 0,-1-1-3 0,-1 0 5 16,1-2-2-16,0 1-2 0,0 1-5 0,2-1 4 16,-2-1-2-16,1 1 1 0,4 0 0 0,7 2-4 15,-15-2 1-15,15 2 1 0,-9-2-3 0,9 2-2 16,0 0 3-16,-9-3 1 0,9 3-3 0,0 0 2 16,-7-2-3-16,7 2 3 0,0 0-5 0,0 0 4 15,0 0 3-15,0 0-4 0,38 3 5 0,-21-1-5 16,11-2-6-16,1 2-3 0,2-2-15 0,1 1-20 15,4-1-26-15,-3 3-16 0,1-1-23 0,2-2-23 16,-2-2-21-16,-2 4-26 0,-1-2-109 0,-4-1-311 16,-7 1 138-16</inkml:trace>
  <inkml:trace contextRef="#ctx0" brushRef="#br0" timeOffset="10579.12">25922 5060 86 0,'0'0'170'15,"1"-10"-4"-15,-1 10-15 0,0 0-8 0,0 0-12 16,0 0-21-16,0 0-7 0,0 0-9 0,0 0 2 16,0 0-3-16,0 0-6 0,0 0-11 0,0 0-6 15,0 0-8-15,-5 31-3 0,2-23-2 0,1 5-8 16,1-2-7-16,-1 3-4 0,0-3 4 0,-2 4-8 16,2-4-20-16,-2 5-28 0,1-5-28 0,1 0-22 15,0 1-27-15,0-2-33 0,-1 1-31 0,-2 1-93 16,1-2-268-16,-2-1 119 0</inkml:trace>
  <inkml:trace contextRef="#ctx0" brushRef="#br0" timeOffset="10797.04">25255 5372 146 0,'0'0'186'15,"0"0"-11"-15,0 0-10 0,38-3-7 0,-9 1-5 16,1-4-10-16,9 4-8 0,12-4-14 0,-13 3-12 16,18 1-7-16,0-3-9 0,2 3-8 0,-6-2-14 15,-1 3-24-15,-13-1-28 0,1 2-30 0,-5 0-35 16,0 0-39-16,-3 0-20 0,-10 0-30 0,-2 2-120 16,-5 0-276-16,-3 0 124 0</inkml:trace>
  <inkml:trace contextRef="#ctx0" brushRef="#br0" timeOffset="10989.29">25475 5437 43 0,'0'0'185'0,"0"0"-17"0,0 0 1 16,0 0-14-16,0 0 3 0,50-3-16 0,-21 3-8 15,0-3-13-15,11 0-12 0,-6 0-14 0,1 3-8 16,1 0-15-16,1 0-29 0,-5 0-29 0,-3 3-34 15,-10-3-13-15,2 0-41 0,-6 1-25 0,-1-1-26 16,-7 0-99-16,1 0-243 0,-8 0 107 0</inkml:trace>
  <inkml:trace contextRef="#ctx0" brushRef="#br0" timeOffset="11374.55">25707 5444 92 0,'0'0'126'0,"0"0"-9"16,0 0-5-16,-10 0-16 0,10 0-3 0,0 0 6 15,-6 6 16-15,6-6 0 0,-5 13 4 0,3-3-8 16,0 2 10-16,-5 4-3 0,5-1-8 0,-3 3 1 16,-1 0-1-16,1 1-13 0,-2 5-4 0,-1 4-7 15,0-4-8-15,2-4-7 0,1-3-5 0,-3 2-6 16,3-1-7-16,0-2-4 0,3-4-5 0,-2 2-2 16,1 0-6-16,1-4 6 0,2 0-11 0,-2-1-6 15,-1-1 3-15,3-8-6 0,-2 9-2 16,2-9-2-16,-1 9-5 0,1-9-8 0,-3 6-4 0,3-6-4 15,-4 4-5-15,4-4-12 0,-8 4-5 0,8-4-8 16,-17 0-4-16,3-1 3 0,3-1 0 0,0-1-4 16,-3 1 10-16,4 1 3 0,2-1 4 0,1 1 5 15,7 1-2-15,-13-2 12 0,13 2 2 0,-9-3 9 16,9 3-1-16,-11 0 3 0,11 0 5 0,-7-2-3 16,7 2 1-16,0 0 5 0,0 0 0 0,0 0 1 15,0 0-2-15,0 0 6 0,0 0 0 0,0 0-3 16,27 2 5-16,-7-2-7 0,0 2-14 0,9-4-17 15,-1 0-28-15,3 2-21 0,-2 0-31 0,1-4-35 16,-1 2-34-16,-2 0-21 0,-7 1-130 0,2 1-342 16,-4-4 152-16</inkml:trace>
  <inkml:trace contextRef="#ctx0" brushRef="#br0" timeOffset="11674.45">25973 5717 90 0,'0'-11'188'0,"0"11"-13"0,0 0-9 0,0 0-15 15,0 0-8-15,-6-8-16 0,6 8-2 0,0 0-6 16,0 0-3-16,-23 8-7 0,14-5-9 0,3 2-10 16,-1 1-10-16,-3 1-9 0,2 0-4 0,1 2-8 15,1 1-4-15,4-2-7 0,-6 1 1 0,6-1-10 16,2-1 4-16,0 1-9 0,2 3 1 0,6-2-5 16,-2-1-4-16,3 2-1 0,-2-3-1 0,4 1-4 15,-2-2-3-15,0 1 4 0,0 0-5 0,-2-2-2 16,-1 1-3-16,-1-2-6 0,-1 2-2 0,-2-1 3 15,-2-5 1-15,3 10 0 0,-3-10 6 0,3 7 13 16,-3-7-4-16,-10 9-4 0,3-6 4 0,1 1-2 16,-6 0-1-16,3 1-4 0,-4-2-1 0,2 0 0 15,2-1-8-15,-2 1-15 0,1-3-24 0,1 1-33 16,-2 0-43-16,5-1-54 0,6 0-58 0,-16-4-130 16,16 4-378-16,-9-6 167 0</inkml:trace>
  <inkml:trace contextRef="#ctx0" brushRef="#br0" timeOffset="12373.82">25305 6042 88 0,'-8'2'153'0,"2"-2"-4"16,6 0-10-16,-9 1-7 0,9-1 3 0,-5 6 12 15,5-6-11-15,0 0 6 0,11 12 3 0,-2-11-1 16,8 5-10-16,3-4-10 0,13-1-9 0,3 1-5 0,17 0-9 15,-2-1-12-15,4-5-8 0,-3 4-8 16,-1 1-6-16,4 2-6 0,-3-4-6 0,-17 2-5 16,1-4-4-16,0 3-4 0,-4 2-2 0,-5-1-4 15,2-1-3-15,-13-1 1 0,-1 2-3 0,-3-1-3 0,-5 0 2 16,-1 0 4-16,-6 0-1 0,13-1 5 16,-13 1 5-16,10 1 3 0,-10-1 1 0,8-1-1 15,-8 1-2-15,0 0-3 0,9-2-2 0,-9 2-6 16,0 0-4-16,0 0-4 0,0 0-1 0,0 0-4 0,0 0-13 15,0 0-18-15,0 0-32 0,0 0-40 0,0 0-52 16,-27 7-63-16,27-7-63 0,-9 0-191 0,9 0-488 16,0 0 216-16</inkml:trace>
  <inkml:trace contextRef="#ctx0" brushRef="#br0" timeOffset="41504.17">704 11004 86 0,'0'0'138'0,"0"0"-2"16,0 0-8-16,0 0 1 0,0 0-12 0,0 0-18 16,0 0-4-16,0 0-12 0,0 0-10 0,0 0-7 15,0 0-7-15,0 0-1 0,0 0-8 0,0 0 1 16,40-33-17-16,-19 24 5 0,7 0-2 0,-2 1-6 15,-1-4-9-15,-4 6-12 0,-2-1-24 0,-2 1-14 16,-1 2-21-16,-3 1-24 0,1 1-6 0,-5 0-26 16,-1-1-95-16,-1 2-214 0,-7 1 94 0</inkml:trace>
  <inkml:trace contextRef="#ctx0" brushRef="#br0" timeOffset="41930.71">883 10887 62 0,'0'0'88'16,"-13"1"-8"-16,13-1-6 0,0 0 10 0,-5 6 1 16,5-6 0-16,-2 13 7 0,0-5 1 0,0 4-6 15,0 7-3-15,1 0-6 0,-3 1 9 0,0 8-5 16,4-2-10-16,0-2-2 0,0-5-2 0,-3 2 2 16,3-3-8-16,3 1-3 0,-3-1-11 0,0-1-3 15,2-2-4-15,-2 2-6 0,0-6 2 0,2 4-3 16,-2-3-3-16,0-1-8 0,-2-2 2 0,2-1-6 15,2 0-1-15,-2-8 1 0,-2 13 0 16,2-13-8-16,-2 9 7 0,2-9-5 0,0 7 4 0,0-7-2 16,0 0-3-16,-3 10 1 0,3-10-12 0,0 0 10 15,-7 6 1-15,7-6-3 0,0 0-3 0,0 0 2 16,0 0-2-16,0 0-1 0,0 0-1 0,0 0 2 16,0 0-4-16,0 0 2 0,0 0 5 0,0 0-5 15,0 0-1-15,0 0 2 0,0 0 0 0,-74-7-1 16,74 7-7-16,0 0 1 0,0 0-1 0,0 0 3 15,0 0-1-15,0 0-1 0,0 0-4 0,0 0 4 16,0 0-2-16,0 0 2 0,0 0 4 0,0 0-4 16,5 2 7-16,-5-2-15 0,0 0-10 15,0 0-15-15,46-1-19 0,-27-1-16 0,-1 1-4 16,0-3-33-16,0 1-12 0,0 1-10 0,-1-2 5 16,0 0 0-16,0-2 0 0,1 2-68 0,-2-2-207 0,0-3 91 15</inkml:trace>
  <inkml:trace contextRef="#ctx0" brushRef="#br0" timeOffset="42129.15">1072 11236 467 0,'7'-7'-28'0,"-1"-2"16"0,-1 1 21 15,0 0 11-15,-3 0 20 0,2 1 24 0,-3-1 16 16,-1 8 17-16,4-12 11 0,-2 5 9 16,-2 7 7-16,0-8-2 0,0 8-3 0,0 0-10 15,2-7 14-15,-2 7-12 0,0 0-17 0,0 0-13 16,0 0-10-16,0 0-8 0,0 0-1 0,0 0-2 0,0 0 0 16,0 0-5-16,0 0 0 0,9 25-1 0,-9-14-3 15,0 0-6-15,0 2-4 0,0-2-3 16,0 4-2-16,0-2-5 0,0 0-1 0,0-1-6 15,0-1-23-15,0 1-16 0,2 1-22 0,-4-1-25 16,4 1-31-16,-2-2-39 0,2 1-40 0,-2-2-29 16,0 1-118-16,0-11-345 0,0 19 153 0</inkml:trace>
  <inkml:trace contextRef="#ctx0" brushRef="#br0" timeOffset="42297.54">1342 11146 80 0,'0'0'102'0,"10"-3"-23"0,-10 3-18 16,12-3-33-16,-12 3-26 0,16-4-23 0,-10 3-35 16,-6 1-60-16,0 0 27 0</inkml:trace>
  <inkml:trace contextRef="#ctx0" brushRef="#br0" timeOffset="42460.46">1418 11181 76 0,'0'0'163'0,"0"0"-5"0,-5 6-1 15,5-6-6-15,-6 2-6 0,6-2-13 0,0 0-9 16,0 0-15-16,-4 5-11 0,4-5-8 0,0 0-7 0,0 0-10 16,0 0-9-16,0 0-3 0,0 0-32 0,17 13-35 15,-6-13-33-15,3 0-47 0,1 0-27 0,8-2-30 16,-2-2-75-16,7-3-237 0,-1-2 105 0</inkml:trace>
  <inkml:trace contextRef="#ctx0" brushRef="#br0" timeOffset="42691.47">1800 10758 30 0,'-5'-2'229'0,"5"2"-13"0,-11 0-14 0,11 0-13 16,-6-3-14-16,6 3-22 0,0 0-14 0,0 0-16 15,0 0-13-15,20-16-11 0,-2 7-28 0,7-1-20 16,3 0-23-16,2-1-27 0,-1 3-25 0,-3 1-26 16,-1 0-27-16,-6 0-23 0,-2 4-17 0,-3 0-17 15,-3 1-85-15,1 1-238 0,-12 1 105 0</inkml:trace>
  <inkml:trace contextRef="#ctx0" brushRef="#br0" timeOffset="43068.71">2014 10650 10 0,'-13'0'124'0,"13"0"-10"0,0 0-19 0,0 0-10 16,0 0-4-16,0 0 14 0,-5 10 1 0,5-10 11 16,0 15-7-16,0-4 0 0,0 6-5 0,0 0 2 15,1 0-4-15,0 2-3 0,-1 0 3 0,3 0-11 16,-2-2-5-16,1 1-1 0,0 0-10 0,-2 0 5 15,3-1-7-15,-2-5-6 0,0 1-9 0,0-2-1 16,1 0-4-16,-1 1-4 0,-1-3-4 0,4 1-4 16,-4-2-1-16,1 2-4 0,0-2 0 0,-1-8-5 15,0 13-1-15,0-8 0 0,0-5-2 0,-1 11-1 16,1-11-2-16,-5 8 1 0,5-8-4 0,-5 7-3 16,1-2-6-16,4-5-4 0,-9 4-2 0,3-1 1 15,6-3 4-15,-12 3-6 0,12-3 4 0,-15 0 0 16,15 0-4-16,-14-1 3 0,14 1-2 0,-13-1 2 15,13 1-1-15,-8-1 4 0,8 1-7 0,-7-3 0 16,7 3 0-16,0 0-1 0,0 0 5 0,-11 0 0 16,11 0-2-16,0 0-4 0,0 0 0 0,0 0 4 15,0 0 4-15,0 0-2 0,0 0-2 0,0 0-9 16,31-7-7-16,-19 4-14 0,7-1-23 16,1-1-23-16,-1 2-36 0,8-5-26 0,1 0-21 0,-1 1-142 15,1-3-329-15,0-2 145 0</inkml:trace>
  <inkml:trace contextRef="#ctx0" brushRef="#br0" timeOffset="43388.82">2469 10758 170 0,'0'0'179'0,"0"0"-7"0,0 0-15 16,0 0-8-16,-7-13-17 0,7 13-12 0,0 0-6 15,0 0-8-15,0 0-10 0,-28 19-3 0,20-10-11 0,-1 0-5 16,3 1-9-16,-2-1-7 0,-1 4-4 0,4-1-7 15,-1-5-10-15,4 3-1 0,-1 1-4 16,2 0-5-16,1-11 3 0,1 20-4 0,3-12-2 16,0 0-3-16,4 1 1 0,-1-1-5 0,-1 0 2 15,2 1-5-15,1-1 0 0,-2-2-1 0,0-1-4 0,-1 1 2 16,3 1-3-16,-4-1-5 0,0-1 4 0,1 0-6 16,-2-2 2-16,-4-3-1 0,7 6-3 0,-6-1 5 15,-1-5 5-15,2 8 1 0,-2-8 9 16,0 10 0-16,0-10-1 0,-9 12 1 0,2-4-2 15,-2 1-3-15,-6 2-2 0,1-3-1 0,-3 4 1 16,2-4-3-16,0 1-23 0,-1-4-20 0,4 2-22 0,0 0-32 16,3-1-49-16,-2-1-46 0,3-1-162 15,-2 2-369-15,5-2 165 0</inkml:trace>
  <inkml:trace contextRef="#ctx0" brushRef="#br0" timeOffset="43688.41">2021 11248 163 0,'0'0'189'0,"-11"1"-20"0,11-1-9 0,0 0-2 16,0 0-18-16,0 0-7 0,42-1-8 0,-9-2-4 0,1-3-9 15,17-3-6-15,6-4-7 0,3 1-4 0,-4 1-10 16,2-4-6-16,-2 3-9 0,-5 0 2 15,0 0-9-15,-15 5-5 0,-3 0-6 0,-3 0-2 16,-2 1-7-16,-8 3-2 0,-2 0-3 0,-5 0-9 16,-1 0-1-16,-2 2 0 0,-3-1-8 0,1 1 2 0,-8 1-5 15,10 0-3-15,-10 0-3 0,9-3-8 16,-9 3-14-16,0 0-18 0,0 0-16 0,0 0-28 16,0 0-24-16,0 0-50 0,0 0-51 0,0 0-135 15,-23 24-359-15,5-17 159 0</inkml:trace>
  <inkml:trace contextRef="#ctx0" brushRef="#br0" timeOffset="44697.53">1991 11663 78 0,'-4'-5'178'0,"4"5"-18"0,0 0-19 16,0 0-7-16,-5-4-19 0,5 4-10 0,0 0-16 16,0 0 1-16,0 0-6 0,0 0-7 0,6 27 4 15,-6-11-5-15,1 1 2 0,1 1-1 0,-2 0-6 16,0 1-9-16,2 1-5 0,-2-2-6 0,1-1-4 15,1 2-2-15,-1-3-5 0,2 0-4 0,-3-2-4 16,1-2-1-16,-1-2-5 0,1 2-1 0,-1 0-2 16,2-2-2-16,0 0-1 0,-1-1-5 0,1 0 2 15,-1-2 2-15,-1-7-4 0,1 14-9 0,-1-7-10 16,0-7-15-16,1 13-26 0,-1-13-14 0,0 9-20 16,0-9-15-16,0 7-16 0,0-7-11 0,0 0-15 15,0 0-20-15,0 0-78 0,0 0-252 0,0 0 111 16</inkml:trace>
  <inkml:trace contextRef="#ctx0" brushRef="#br0" timeOffset="45028.9">1980 11678 88 0,'4'-10'116'0,"1"1"-10"16,-1 4-10-16,3-3-3 0,-1 5-10 0,0-1 0 15,3 2-11-15,2 4 3 0,-1-2-1 0,0 1-5 16,0 4-6-16,-2 3 3 0,0 1-4 0,0 5 11 15,-1 0-11-15,-2-4 0 0,-1 6-3 0,-2-4-17 16,-2 3 8-16,-1 1-6 0,-1-2-3 0,-1 0-2 16,-1-4-7-16,0 3 1 0,0-5 1 0,1-2 0 15,0 0-12-15,-2-1 6 0,5-5-4 0,-5 8 1 16,1-3 2-16,4-5-1 0,-5 5-1 0,5-5 2 16,-5 3 5-16,5-3 4 0,0 0-4 0,-7 6-2 15,7-6-4-15,0 0-7 0,0 0-2 0,-5 3-4 16,5-3 1-16,0 0-4 0,0 0-4 0,0 0 0 15,8 12 2-15,-8-12-1 0,8 7 2 0,-3-2 0 16,1-2-2-16,4 3-8 0,-1-1-16 0,2 0-22 16,0 0-22-16,1 0-20 0,0-3-25 0,6 0-29 15,-5-1-13-15,0 1-17 0,0-2-83 0,1-2-268 16,0 1 119-16</inkml:trace>
  <inkml:trace contextRef="#ctx0" brushRef="#br0" timeOffset="45324.91">2361 11769 71 0,'0'0'168'0,"-2"-9"-9"0,2 9-8 0,-8-6-14 16,8 6-16-16,-8-3-2 0,8 3-10 0,0 0-7 15,-13 6-8-15,10-1-10 0,-6 2-8 0,4 3-6 16,0-1-8-16,-2 3-5 0,2-1-8 0,0 1 0 16,4 0-9-16,-2-1-1 0,3 1-4 15,0-1-11-15,3 2 1 0,-1-3-2 0,3-1 3 0,-1 1-5 16,3-1-1-16,-2-2-1 0,0 2-1 0,4-2-4 15,-3-1 3-15,-1 0-3 0,-1-3 1 0,0 1-8 16,0 0 0-16,-4-4 1 0,5 6 0 0,-5-6 0 16,5 6 3-16,-5-6 4 0,0 0 4 0,0 0 1 15,-5 10-3-15,5-10 1 0,-10 10-3 0,1-4-3 16,1 1 2-16,-6-2-2 0,4 3-9 0,-2-2-18 16,2 0-14-16,1 1-24 0,1-1-25 0,1-5-36 15,0 3-26-15,7-4-27 0,-9 6-104 0,5-4-295 16,4-2 131-16</inkml:trace>
  <inkml:trace contextRef="#ctx0" brushRef="#br0" timeOffset="45709.51">2452 11769 115 0,'0'0'161'0,"6"-5"-3"16,-1 1-3-16,1 1-13 0,0 0-12 0,2 0-12 15,2-1-8-15,-1 2-17 0,2-2-6 0,-3 3-12 16,1 0-19-16,-1-1-25 0,-8 2-24 0,14 0-27 16,-14 0-22-16,10-1-19 0,-10 1-13 0,11 0-2 15,-11 0-3-15,0 0 15 0,0 0 5 0,0 0 4 16,0 0 3-16,0 0 17 0,0 0 10 0,0 0 20 16,0 0 9-16,0 0 13 0,-27-17 9 0,21 12 24 15,2 2 8-15,4 3-3 0,-7-8 25 0,3 2 6 16,4 6 9-16,-7-5-2 0,7 5 4 0,0 0-7 15,-5-5-10-15,5 5-11 0,0 0-10 0,0 0-7 16,0 0-4-16,0 0 1 0,0 0-2 0,0 0 6 16,3 24 8-16,-1-12-1 0,4 5 6 0,-1 0 0 15,-3-1-5-15,1 2-4 0,1 1-5 0,-2-2-2 16,3-1-8-16,-1 3-2 0,-3-2-4 0,5 0-1 16,-4-2 0-16,2 1-5 0,-3-4-12 0,2 0-32 15,-1 0-25-15,1 0-44 0,1-4-48 0,-3 0-53 16,3-2-193-16,-3 0-407 0,-1-6 181 0</inkml:trace>
  <inkml:trace contextRef="#ctx0" brushRef="#br0" timeOffset="46048.02">2683 11529 2 0,'0'0'158'0,"13"-10"-10"0,-7 6-6 16,1 2-10-16,1-1-15 0,-1 0-2 16,2 3-23-16,0-2-2 0,-9 2 0 0,19 0-11 15,-11 3-8-15,0 1-1 0,-2-1 11 0,3 5 11 16,-3-4 0-16,-2 5 3 0,0 0-8 0,-1 0-7 0,-1 2-4 16,-1 5 5-16,-2-5 1 0,-1 6-3 0,-1-1-11 15,-2 1-1-15,0-1-4 0,1 1-8 0,-4-1-4 16,2 0-7-16,3-5-3 0,-1 1 1 0,2-2-8 15,-1 0-1-15,2-5 0 0,-2 2-7 16,3-7 0-16,-1 9-4 0,1-9-1 0,0 8 0 16,0-8-1-16,5 8-3 0,-5-8 3 0,11 2-8 0,-4 0-2 15,5-2-16-15,-1-1-26 0,7-2-25 0,-4 1-38 16,4-2-44-16,1-1-37 0,0-2-35 0,1 3-150 16,-4 1-389-16,2-1 172 0</inkml:trace>
  <inkml:trace contextRef="#ctx0" brushRef="#br0" timeOffset="46364.84">3044 11779 201 0,'0'0'206'0,"0"0"5"0,0 0-9 0,7-10-6 16,-7 10-12-16,4-7-11 0,-4 7-12 0,4-8-12 16,0 4-18-16,1-1-4 0,-3-1-9 0,2 0-6 15,1 1-6-15,-2-2-1 0,2 0-10 0,-1 4-1 0,-1-4-2 16,0 0 0-16,0 1-7 0,-1-4-7 0,1 2-6 15,-3 8-5-15,1-14 6 0,-1 14 0 16,-1-14-5-16,1 14-8 0,0-12-4 0,0 12-1 16,0 0-3-16,-4-13-4 0,4 13-6 0,0 0-11 0,0 0-2 15,0-11-5-15,0 11-6 0,0 0-2 0,0 0-8 16,0 0 0-16,0 0-2 0,0 0 2 0,0 0-4 16,0 0 2-16,0 0-7 0,-1 35-1 15,2-25 9-15,0 0 0 0,-1 2-1 0,3-1 1 16,0-1-3-16,-2 2 1 0,4-3-28 0,-1 0-21 15,-2-3-32-15,2 1-31 0,4 0-59 0,0-1-62 16,-8-6-65-16,9 7-180 0,-9-7-513 0,0 0 226 0</inkml:trace>
  <inkml:trace contextRef="#ctx0" brushRef="#br0" timeOffset="46549.81">3105 11382 146 0,'-3'-4'267'0,"3"4"-7"0,-5-7-13 0,5 7-19 16,-1-7-25-16,1 7-22 0,-4-6-21 0,4 6-19 15,0 0-28-15,0 0-15 0,0 0-26 0,0 0-34 16,0 0-41-16,0 0-54 0,0 0-50 0,36 14-67 16,-27-11-129-16,3 0-327 0,-12-3 146 0</inkml:trace>
  <inkml:trace contextRef="#ctx0" brushRef="#br0" timeOffset="47221.02">3044 10943 163 0,'0'0'214'0,"-2"-8"-6"0,2 8-2 0,-1-8-6 15,1 8-6-15,0 0-14 0,-3-8-19 0,3 8-13 16,0 0-20-16,0 0-13 0,0 0-14 0,0 0-10 16,0 0-8-16,0 0-10 0,0 0-7 0,0 0-9 15,20 8-2-15,-11-3-5 0,-2 2-5 0,1 2-4 0,2-2-2 16,2 0 4-16,-1 4-7 0,6-2-4 16,-6 3 0-16,0-5-6 0,4 2 2 0,-2 0-6 15,2 0 2-15,-1 2-9 0,-2-3-22 0,-1 1-32 16,-2-2-37-16,0 1-49 0,0-2-47 0,-1-1-40 15,-2 3-163-15,-6-8-405 0,8 7 180 0</inkml:trace>
  <inkml:trace contextRef="#ctx0" brushRef="#br0" timeOffset="47413.06">3254 10897 207 0,'0'0'223'16,"-2"-7"-16"-16,2 7-13 0,0 0-16 0,0 0-8 15,-1-9-13-15,1 9-10 0,0 0-4 0,0 0-13 16,-18 16-10-16,10-6-9 0,-2 7-12 0,-3 5-9 16,0-1-7-16,-1 3-9 0,3 0-18 0,1-7-32 15,-1 5-26-15,2-4-32 0,-1 4-40 0,3-3-39 0,1-4-44 16,0 0-183-16,1 2-366 0,-3-2 162 16</inkml:trace>
  <inkml:trace contextRef="#ctx0" brushRef="#br0" timeOffset="53655.34">3315 10526 19 0,'0'0'97'0,"0"0"-5"0,0 0-9 16,0 0 2-16,0 0-3 0,0 0-16 0,0 0-6 15,11 7-1-15,-11-7 3 0,5 8-1 0,-3-2 0 16,1 0 6-16,1 0-4 0,0 4 1 0,-2-1 6 16,2 3-4-16,-1-2 5 0,1 5 1 0,-2 1-4 15,1 1-6-15,0 0-9 0,0-4 4 0,-3 3-7 16,3-5-2-16,1 2-3 0,-2-2-3 0,-1 2 0 16,2 3-3-16,-2-5-3 0,1 0-5 0,-1 0-3 15,0-1-1-15,0 0-4 0,1-4 0 0,0 3-3 16,-2-2-1-16,0-7 0 0,3 12-5 0,-3-6-1 15,0-6 5-15,3 9-5 0,-3-9-9 0,1 9-12 16,-1-9-14-16,0 7-8 0,0-7-10 0,0 0-7 16,0 0-14-16,-1 11-12 0,1-11-12 0,0 0-3 15,0 0-26-15,0 0-14 0,0 0-105 0,-11-1-253 16,11 1 111-16</inkml:trace>
  <inkml:trace contextRef="#ctx0" brushRef="#br0" timeOffset="54030.16">3308 10526 80 0,'-1'-10'125'0,"1"10"-7"0,1-9-11 0,-1 9-18 16,7-11 4-16,-2 7-13 0,1-1-8 0,1 1-6 16,3 1-1-16,-3 1-9 0,-7 2-5 0,15 0 0 15,-7 0-8-15,-8 0-8 0,14 4 0 0,-7-1-13 16,-2 0 12-16,1 1 1 0,-2 1 11 0,0 2-3 15,-1 2 0-15,-2 0-5 0,0 1-3 0,-1-3-2 16,0-7 0-16,-2 18-7 0,-1-8-1 0,0-3-7 16,2-2 1-16,-3 4-2 0,1-2 0 0,-1-1-3 15,4-6 3-15,-5 9-6 0,2-5 3 0,3-4-6 0,-4 8 4 16,4-8-4-16,0 0 6 0,0 0-7 0,-2 7 3 16,2-7 0-16,0 0-3 0,0 0-4 15,0 0 2-15,0 0-3 0,0 0-4 0,3 10 4 16,-3-10 0-16,6 6-11 0,-6-6 9 0,6 8-3 15,-1-5 6-15,-1 3-4 0,4 1 0 0,-2 1-2 0,2-2 7 16,-1 2-2-16,1 0 2 0,1-2-2 16,1 2-11-16,0-1-30 0,-1-1-25 0,2 3-19 15,0-2-23-15,-1-2-34 0,-1 2-86 0,1-3-243 16,-2 0 108-16</inkml:trace>
  <inkml:trace contextRef="#ctx0" brushRef="#br0" timeOffset="54380.78">3670 10619 113 0,'1'-5'184'0,"-1"5"-1"0,0 0 0 0,2-9-15 16,-2 9-1-16,0 0-15 0,0 0-19 16,0 0-16-16,0 0-10 0,0-9-11 0,0 9-9 15,0 0-6-15,0 0-8 0,0 0-5 0,-15 18-7 0,9-8-7 16,-2-3-2-16,3 3-5 0,0-1-5 0,0 0-6 15,0-3-2-15,2 1-6 0,-2 2-2 0,3 0-2 16,1-2-3-16,1-7 3 0,2 17-3 16,1-9-4-16,3-1-1 0,0 1-3 0,2 0 3 15,0 0-4-15,2-3-3 0,-1 1 0 0,1 1 2 0,1-3 8 16,1 2-12-16,-3-2-3 0,1 2 0 0,-2-3 0 16,-2 0-1-16,1 3-1 0,-2-2 0 15,-1-1 0-15,-4-3 0 0,5 8 3 0,-5-2 1 16,0-6-3-16,-5 9-1 0,1-2-1 0,-5 2-1 0,1-3-3 15,-2 1-14-15,-1 2-5 0,0-3-12 0,2 2-22 16,-3-3-27-16,1 1-26 0,1-1-40 0,0-1-37 16,-2-1-130-16,0-1-341 0,1 0 150 0</inkml:trace>
  <inkml:trace contextRef="#ctx0" brushRef="#br0" timeOffset="54522.35">3758 10830 45 0,'5'-4'201'16,"-5"4"-14"-16,5-4-12 0,-5 4-17 16,0 0-26-16,0 0-34 0,4-6-41 0,-4 6-66 0,0 0-81 15,0 0-69-15,0 0-173 0,0 0 76 0</inkml:trace>
  <inkml:trace contextRef="#ctx0" brushRef="#br0" timeOffset="66875.88">908 12830 35 0,'0'0'140'0,"-11"2"-1"0,11-2 3 0,-9 0-4 16,9 0-9-16,0 0-11 0,0 0 6 0,-9 0-18 16,9 0-8-16,0 0 2 0,0 0-17 0,0 0-8 15,0 0-7-15,0 0-9 0,0 0-6 0,0 0-2 16,0 0-7-16,0 0-1 0,28-15-4 0,-9 7-10 15,0 2-13-15,-2 1-18 0,6-2-22 0,-5 1-24 16,2 2-31-16,-2 0-39 0,-8 0-28 0,-3 2-90 16,0-2-254-16,-7 4 112 0</inkml:trace>
  <inkml:trace contextRef="#ctx0" brushRef="#br0" timeOffset="67453.09">949 12803 39 0,'0'0'115'16,"0"0"4"-16,4 12 5 0,-2-5 2 0,1 3-4 0,0-1-2 15,0 5-10-15,-1-3-14 0,3 5-6 0,-3 0-8 16,0 0-6-16,-1 1-9 0,3 2 0 0,-4-1-9 16,5-1 0-16,-5-1-9 0,1 1-3 0,0-4-1 15,-1-1-4-15,0 5-6 0,2-1 0 0,-4-6-2 16,4 2-6-16,-4-3 3 0,1 2-7 15,0-1-3-15,-2-1-1 0,1-1-4 0,2 0 4 0,0-8-3 16,-4 10-1-16,4-4-3 0,0-6 4 0,-5 7-3 16,5-7-3-16,-5 6 5 0,5-6-4 0,-4 5 2 15,4-5-1-15,0 0-4 0,-11 3-3 0,11-3 4 16,0 0-3-16,-11-1 4 0,11 1 0 16,0 0 1-16,0 0 2 0,0 0 7 0,-12-4-2 15,12 4-2-15,0 0-4 0,0 0 1 0,0 0-4 16,0 0-5-16,0 0-1 0,0 0 0 0,0 0-3 0,0 0-3 15,21-10-2-15,-8 6-14 0,1-3-5 16,5 1-20-16,-2 2-13 0,-2-3-14 0,3 3-15 16,1 1-18-16,-4-1-10 0,-2-2 0 0,5 2-12 15,-5-1 4-15,1 1 5 0,0-4 2 0,-1 2 9 16,-2-2-58-16,1 2 141 0,-3-2-53 0,0-2 17 16,-3 1 10-16,3 0 20 0,-6-1 10 0,3 0 6 15,-4-1 9-15,1 1 9 0,-3-1 9 0,4 1 14 0,-4 1 9 16,0-2 6-16,0 4 11 0,0 7 10 15,0-14 12-15,0 14 8 0,0-7 7 0,0 7-7 16,2-8-8-16,-2 8-6 0,0 0-11 0,0 0-8 16,0 0 1-16,0 0 1 0,0 0 10 0,0 0-1 15,12 25-1-15,-8-9-7 0,-2 1 0 0,1 1-7 16,-1 7-5-16,0 1 4 0,4-3-8 0,-3-4-12 16,-1-1-26-16,1 0-21 0,1 1-10 0,-2 0-33 0,1-3-38 15,1 1-36-15,-2-6-21 0,-1 0-86 16,-2 3-264-16,1-7 117 0</inkml:trace>
  <inkml:trace contextRef="#ctx0" brushRef="#br0" timeOffset="67631.1">930 13368 14 0,'0'0'136'0,"23"-6"-15"0,0 1-11 15,6-5-7-15,6-3-10 0,2 2-12 0,13-7-17 16,-4 0-26-16,-10 3-33 0,12-2-28 0,-15 7-35 16,-6-2-56-16,0 1-124 0,-9 3 55 15</inkml:trace>
  <inkml:trace contextRef="#ctx0" brushRef="#br0" timeOffset="67818.56">1165 13430 95 0,'31'-10'110'0,"-16"4"-14"0,12-3-3 16,-5 2-23-16,-3 1-19 0,-3 1-26 0,-4 2-22 16,1 0-14-16,-7 1-14 0,-6 2-12 0,13-4-8 15,-13 4-27-15,9-4-76 0,-9 4 35 0</inkml:trace>
  <inkml:trace contextRef="#ctx0" brushRef="#br0" timeOffset="68396.77">1322 13371 13 0,'0'0'6'0,"-10"2"5"0,3 1 2 0,7-3 6 0,-8 3 4 16,8-3 8-16,-9 5 3 0,9-5 4 0,-4 7 14 15,4-7-3-15,-5 10 10 0,5-10 7 0,0 17 3 16,-3-8 6-16,3 1-2 0,3 3 5 0,-3-1-7 16,0 1 0-16,2 4-7 0,0 0-8 0,-1 1-2 15,0-1-7-15,0 1 4 0,1-1-10 0,-2-3-1 16,2 2-8-16,-2 0-1 0,-2-2-8 0,2-4 7 15,2 1-7-15,-2 1-5 0,0-12 0 16,-2 19 3-16,-1-9-7 0,2 0-4 0,-4-1-13 16,0-2-2-16,5-7-9 0,-7 12 2 0,3-7 5 0,4-5-1 15,-11 6 2-15,11-6-5 0,0 0 1 0,-14 1 6 16,14-1-4-16,0 0 18 0,0 0 14 16,0 0-6-16,0 0 1 0,0 0-7 0,0 0 8 15,-13-10-4-15,13 10 4 0,0 0-7 0,0 0-1 16,0 0-3-16,23-11 10 0,-23 11-13 0,15-4 3 15,-4 1-1-15,3 0 0 0,1 1-8 0,3 1-16 16,0-5-5-16,0 3-15 0,2-4-12 0,1 4-8 16,-3-3-8-16,2 0 4 0,-3 0 0 0,0-1-6 15,-2 0 6-15,1 0-2 0,-7 2 15 0,1-2-10 16,0 0 0-16,-3-1 1 0,-2 3 1 0,-5 5 4 16,10-13 6-16,-5 7 6 0,-5 6 12 0,5-12 11 15,-5 12 7-15,2-11 16 0,-2 11 17 0,0 0 13 16,5-10 16-16,-5 10 2 0,0 0 0 0,0 0-2 15,0 0 1-15,0 0-9 0,0 0 5 0,0 0-1 16,0 0-3-16,0 0 4 0,-30 11-14 0,24-3-1 16,1 2 4-16,0-2-11 0,2 2-1 0,1-1-11 15,2-9 4-15,0 0 1 0,1 24 0 0,1-16-3 16,-2-8 2-16,12 16-5 0,-4-11-2 0,-3-2 1 16,6 1 1-16,-2 0 4 0,0-1-2 0,0 0-7 15,-9-3 3-15,14 4-4 0,-14-4-1 0,11 4-2 16,-11-4 2-16,6 4 1 0,-6-4 13 0,0 0 11 15,4 9-1-15,-4-9-7 0,0 0 2 16,-21 19-6-16,7-7-8 0,3-6-16 0,0 1-4 0,-5 3-11 16,5-2-26-16,-1 0-15 0,6-2-17 15,-5 0-43-15,0-1-117 0,-3 0-255 0,7-5 113 16</inkml:trace>
  <inkml:trace contextRef="#ctx0" brushRef="#br0" timeOffset="68568.02">1881 13271 39 0,'0'0'44'16,"0"0"-19"-16,0 0-11 0,4 18-9 0,-4-18-17 15,0 15-8-15,0-15-21 0,-3 15 10 0</inkml:trace>
  <inkml:trace contextRef="#ctx0" brushRef="#br0" timeOffset="68659.02">1881 13329 66 0,'-3'14'6'0,"3"-14"9"0,-1 14 13 15,-2-8 12-15,3-6 6 0,-2 16-8 0,2-16-3 16,-2 12 3-16,2-12-6 0,-2 13 5 0,2-13-2 16,0 10-1-16,0-10 0 0,0 0 0 0,4 11-19 15,-4-11 1-15,11 2-16 0,-11-2-26 0,28-7-62 16,-10 1-94-16,8-7 42 0</inkml:trace>
  <inkml:trace contextRef="#ctx0" brushRef="#br0" timeOffset="69132.81">2619 12647 219 0,'-3'-8'254'0,"-1"2"-10"0,4 6-13 0,-4-11-12 16,4 11-21-16,-4-8-18 0,4 8-23 0,0 0-17 16,-6-5-17-16,6 5-13 0,0 0-15 0,0 0-9 15,0 0-8-15,5 34-5 0,-3-18-6 0,0 2-8 16,1 1 1-16,0 8-7 0,1-2-5 0,1 0-3 16,-1 0-4-16,1-6-3 0,1 0-8 0,-2 0 1 15,1 6 0-15,-1-8-7 0,0-2-4 0,1 1 7 16,-2-4-5-16,2 6-3 0,-2-7-3 0,3-1-11 15,-4 2-13-15,2-2-14 0,-3 0-17 0,2-2-22 16,-3 2-29-16,0-10-32 0,0 14-37 0,-1-8-34 16,1-6-41-16,-7 10-119 0,2-7-382 0,5-3 169 15</inkml:trace>
  <inkml:trace contextRef="#ctx0" brushRef="#br0" timeOffset="69471.28">2649 12515 81 0,'10'-14'141'16,"1"7"-11"-16,0-1-11 0,-1 4-5 0,3 1 2 15,-2 3-1-15,2 0-15 0,-3 3-13 0,2 1 0 16,-2 4-4-16,-1-1-2 0,1 7-6 0,-3 1-3 16,-1 1 4-16,-2 1-4 0,-3 3 1 0,-2-2-9 15,-3 2-2-15,-4-1-7 0,2 0-3 0,-4-2-6 16,-1 0-2-16,-1-2-6 0,1-4 3 0,1 0-10 15,4-5 2-15,-2 1 4 0,3-1 3 0,1-1 2 16,4-5 1-16,-5 5 5 0,0-2 2 0,5-3-3 16,0 0-1-16,-6 5 1 0,6-5-1 0,0 0-10 15,0 0-5-15,-4 5-5 0,4-5-10 0,0 0 2 16,0 0-2-16,0 0-4 0,8 10 4 0,-3-5-6 16,2 2 0-16,2-1-2 0,1-1 0 0,4 5-12 15,2 0-22-15,0-2-16 0,1 0-21 0,3 0-31 16,1-3-21-16,6-2-42 0,0 1-40 0,-6-3-144 15,1-2-369-15,7-4 164 0</inkml:trace>
  <inkml:trace contextRef="#ctx0" brushRef="#br0" timeOffset="69762.64">3264 12582 82 0,'0'0'180'0,"0"0"-15"0,0 0-6 0,0 0-13 15,0 0-11-15,-17 12-11 0,12-5-8 0,0 3-15 16,0 0-9-16,-2 2-11 0,1 5-5 0,2-5-13 16,1-1 2-16,1 2-3 0,2-1-9 0,2-2-10 15,1 3-5-15,2-2-3 0,0 0 3 16,2 0-4-16,-1-2-2 0,0 3-11 0,3-5 0 0,-2 1-2 16,0 0-2-16,-1-3-2 0,-1 1-2 0,0-2-1 15,0 1-2-15,-1 0-1 0,-1 2 0 0,0-3 4 16,-3-4 2-16,5 10-1 0,-3-7 4 0,-2-3 0 15,0 9 1-15,0-9-3 0,-3 10-1 16,-2-3-6-16,5-7-19 0,-13 13-19 0,3-5-29 0,-4 3-30 16,1-4-41-16,3 0-34 0,-1 1-125 0,-5-2-312 15,6 1 138-15</inkml:trace>
  <inkml:trace contextRef="#ctx0" brushRef="#br0" timeOffset="70003.03">2718 13154 127 0,'0'0'179'0,"0"0"-1"0,0 0 2 15,28-1-18-15,1-7-9 0,7 0-5 16,20-7-7-16,1-2-9 0,3-4-9 0,2 3-10 0,25-7-9 16,-33 5-6-16,2 2-5 0,-2 1-11 15,-17 4-3-15,11-1-12 0,-16 5-4 0,-2 0-9 16,-4 3-7-16,-6 1-4 0,-1 2-5 0,-6-1-4 0,-1 3-13 15,-1 0-20-15,-4-1-23 0,2 2-27 16,-9 0-32-16,0 0-25 0,16 3-50 0,-14 1-41 16,-2-4-112-16,0 0-333 0,0 0 147 0</inkml:trace>
  <inkml:trace contextRef="#ctx0" brushRef="#br0" timeOffset="70358.82">2442 13500 49 0,'-1'-7'269'0,"1"7"-13"0,-2-12-14 16,2 12-19-16,-1-9-23 0,1 9-22 0,-1-6-24 16,1 6-16-16,0 0-14 0,0 0-14 0,0 0-12 15,6 21 0-15,-2-9-3 0,0 6-4 0,1 1-7 16,-4 7-10-16,7-2-9 0,-4-5-6 16,2 6-6-16,-1-7-6 0,0 2 1 0,0-4-6 0,2 1-6 15,-3 0-3-15,2-1 0 0,2 0 0 0,-3-2-8 16,0-2-20-16,0 4-22 0,1 0-29 0,-2-6-40 15,0 0-44-15,0-2-53 0,-2 0-44 0,-2-2-153 16,0-6-409-16,-4 9 181 0</inkml:trace>
  <inkml:trace contextRef="#ctx0" brushRef="#br0" timeOffset="70660.98">2607 13422 74 0,'0'0'140'0,"7"-4"-7"0,-7 4 1 0,0 0-1 0,12 7-7 16,-7-4-21-16,-1 3-1 0,-1 4-6 0,-1 1 3 15,-2 2-7-15,-2 1-10 0,0 4-12 0,-4 0-8 16,-1 0-2-16,0 5-10 0,-1-7 1 0,3-5-6 16,-2 1-7-16,2-5 3 0,3 0-9 0,-2 0-3 15,1-2-3-15,3-5 0 0,-5 7-2 16,5-7 0-16,-2 8 7 0,2-8 2 0,0 0 3 0,-4 5 2 15,4-5-4-15,0 0-3 0,0 0-10 0,0 0 0 16,0 0-3-16,10 5-2 0,-10-5 1 0,14 1-3 16,-4-1-3-16,2-1-3 0,1 2-27 15,2 2-17-15,2-3-36 0,2 1-29 0,1-1-33 16,1 1-31-16,2-2-133 0,-2-2-321 0,-1 0 143 0</inkml:trace>
  <inkml:trace contextRef="#ctx0" brushRef="#br0" timeOffset="70942.89">3023 13527 105 0,'0'0'154'0,"-5"-13"-11"16,5 13-5-16,-5-6-10 0,5 6-6 0,-9-1-9 15,9 1-6-15,0 0-5 0,-15 4-14 0,15-4-5 0,-12 6-7 16,8 3-11-16,-3-2-2 0,3 1-7 0,1 3-10 16,1-3-2-16,1 3-6 0,-1-1 5 0,2-2-12 15,0 3-3-15,3-2-5 0,1 1 0 0,0 0-1 16,1-2 1-16,3 2-4 0,-1-3-2 15,-1-1-3-15,3 2-2 0,0-3 0 0,-4 1 2 16,3-1-6-16,-3-2-2 0,-1 4 2 0,1-3-2 0,-5-4 4 16,6 7-4-16,-3-4 8 0,-3-3 2 0,5 6 8 15,-5-6-1-15,0 0 1 0,-1 9-3 16,1-9-5-16,-5 9-13 0,1-4-9 0,-4-1-17 16,2 0-23-16,1 1-22 0,-2-1-19 0,1-1-34 15,6-3-51-15,-14 2-97 0,14-2-292 0,-10 0 129 16</inkml:trace>
  <inkml:trace contextRef="#ctx0" brushRef="#br0" timeOffset="71296.89">3156 13512 123 0,'8'-4'170'0,"0"-2"-12"15,1 3-9-15,1-1-11 0,0 1-13 0,1-2-12 16,3 0-11-16,-1 2-8 0,1-1-13 0,-2 1-14 15,-4 0-28-15,3 0-18 0,-3 3-15 0,-1-2-14 16,-7 2-6-16,9-1 1 0,-9 1 5 0,0 0-4 16,9-2 11-16,-9 2-5 0,0 0 5 0,0 0 9 15,0 0 12-15,0 0 11 0,0 0 8 0,0 0-1 16,0 0 2-16,0 0-4 0,-14-17 5 0,14 17 3 0,-8-4 9 16,8 4 7-16,-3-4 8 0,3 4 7 15,0 0-1-15,-8-3-3 0,8 3-4 0,0 0-13 16,0 0-7-16,0 0-6 0,0 0-2 0,0 0-5 15,0 0 0-15,0 0-2 0,-5 16 1 0,5-16 1 16,4 20 0-16,-2-10-1 0,-1 2-5 0,-1-1-2 16,3 1 0-16,0 2-5 0,-2-2 5 0,0 5-10 15,0-5-20-15,1 0-24 0,-2-2-28 0,0 0-27 16,1 0-28-16,0-4-42 0,-1-6-45 0,2 12-138 16,-2-12-363-16,0 5 160 0</inkml:trace>
  <inkml:trace contextRef="#ctx0" brushRef="#br0" timeOffset="71604.8">3381 13324 2 0,'4'-6'152'0,"2"2"-4"16,5-2-8-16,-4 3-11 0,1 2-9 0,0 0-12 15,-8 1-3-15,16-2-3 0,-8 5-8 0,-2-2-1 16,1 5-11-16,1-2-1 0,-2 3 2 0,0 1 7 15,-2 1 5-15,-1 0-5 0,-1 2 2 0,-2-1-6 16,-2 2-7-16,0 1 3 0,0-2 3 0,-3 5-3 16,1-4-10-16,-3 4-1 0,1-6-6 0,2 3-4 15,-1-4-6-15,0 1-3 0,4-3-7 0,-3-1-6 16,2 1-4-16,2-7-4 0,-1 8-3 0,1-8 1 16,0 0 0-16,4 12-3 0,0-8-1 0,-4-4-3 15,11 4 1-15,2-3-2 0,0-2-14 0,6-2-28 16,-1 0-28-16,2 0-37 0,-1-1-41 0,1-3-56 15,-2 2-43-15,-5 2-152 0,0 1-409 16,-2-2 181-16</inkml:trace>
  <inkml:trace contextRef="#ctx0" brushRef="#br0" timeOffset="71913">3693 13558 124 0,'0'0'208'16,"0"0"-3"-16,13-11-8 0,-13 11-8 0,9-7-6 15,-4 2-12-15,0 1-10 0,1 0-13 0,1-4-8 16,0 1-12-16,0 0-4 0,-1 1 0 0,1-3-7 16,-2 2-2-16,0 0 5 0,-2-1 0 0,1-1-1 15,-1 0-11-15,-2-1-9 0,-1 0-11 0,0 0-2 16,-1 1-10-16,0-1 0 0,-1 1-6 0,2 9 0 16,-4-11-11-16,4 11-1 0,-2-10-9 0,2 10-7 15,-4-8-4-15,4 8-4 0,0 0-7 16,-1-6-23-16,1 6 7 0,0 0 0 0,0 0-1 0,0 0-3 15,0 0-2-15,0 0 2 0,0 27-5 16,1-16 7-16,2-1-4 0,-1 0 1 0,1-2-4 16,-1 2-1-16,2-2-11 0,0 0-17 0,1-1-19 15,2 0-23-15,-1-2-28 0,0-1-34 0,2-1-51 16,1-3-73-16,-1 0-235 0,-8 0-530 0,12-4 235 16</inkml:trace>
  <inkml:trace contextRef="#ctx0" brushRef="#br0" timeOffset="72083.02">3832 13222 2398 0,'-5'-17'114'0,"0"6"45"0,-1-2-54 0,2 4-18 15,-1 0-5-15,0 3-3 0,2-2 3 0,-1 3-4 16,4 5-10-16,-4-8-6 0,4 8-9 0,-2-9-9 16,2 9-8-16,0 0-40 0,-4-6-22 0,4 6-21 0,0 0-30 15,0 0-51-15,0 0-91 0,0 0-272 16,0 0-533-16,17 16 236 0</inkml:trace>
  <inkml:trace contextRef="#ctx0" brushRef="#br0" timeOffset="199084.78">3027 13982 27 0,'-9'0'40'15,"-2"0"-14"-15,-2 3 28 0,1-2-11 0,0 3-2 16,0-2-3-16,-1 2 5 0,-1-1-7 0,3 2-4 16,-2-2-1-16,3 1-6 0,-1 0-3 0,0 1-1 15,1-1-2-15,2-2 6 0,2 0-2 0,-1 1 1 16,7-3-3-16,-11 3-2 0,11-3-3 0,-8 3 1 15,8-3-4-15,-6 3 0 0,6-3-7 0,0 0 4 16,0 0 0-16,-8 3-3 0,8-3-1 0,0 0 1 16,0 0 1-16,0 0-6 0,0 0-1 0,0 0 2 15,0 0-2-15,0 0 0 0,0 0 3 0,14 8 1 16,-14-8-2-16,13 0 0 0,-3-1 5 0,3 0 10 16,4-4 4-16,3 2-6 0,8-4 1 0,3-1 10 15,1-1-5-15,4-4 1 0,12-5-10 0,2 1-2 16,4-3 9-16,2-4-2 0,1 4-2 15,2-6 4-15,0 0-8 0,1 0 3 0,-4-1 2 0,2 0 3 16,-3 5-3-16,-2-2 0 0,-3 0-6 0,-2 3 4 16,-15 7-5-16,0 0 0 0,-4 1 9 0,-1 2-10 15,-7 3-1-15,-6 0 3 0,-1 2-1 0,-5 3-4 16,3-1 1-16,-5 1 10 0,-7 3 6 16,12-4 7-16,-12 4 3 0,10-3 14 0,-10 3-4 15,0 0 15-15,10-5-3 0,-10 5 0 0,0 0-1 16,0 0 0-16,0 0-3 0,9-1-1 0,-9 1-3 0,0 0-1 15,0 0-3-15,0 0-3 0,0 0-3 0,0 0-10 16,0 0 5-16,0 0-4 0,0 0-3 0,0 0-4 16,0 0-3-16,0 0 2 0,0 0-6 15,0 0 2-15,0 0-1 0,0 0 0 0,0 0-3 0,0 0-3 16,0 0-6-16,-30 4 3 0,30-4 0 16,0 0 2-16,-11 0-2 0,11 0-1 0,0 0-3 0,-8 2 5 15,8-2-5-15,0 0 4 0,0 0-3 0,-8 2 1 16,8-2-3-16,0 0 3 0,0 0-4 0,0 0 0 15,-7 2 9-15,7-2-10 0,0 0 4 16,0 0-1-16,0 0-2 0,0 0-2 0,-10 3-2 16,10-3 2-16,0 0-1 0,0 0-2 0,-6 2-6 15,6-2-1-15,0 0-2 0,-7 4-6 0,7-4 0 16,-5 4-7-16,5-4-2 0,0 0-7 0,0 0-7 0,0 0-7 16,-9 10-8-16,9-10-14 0,0 0 24 15,-5 8-53-15,5-8-12 0,0 0-8 0,-3 8-11 0,3-8-4 16,-2 9-75-16,2-9-228 0,-5 11 101 15</inkml:trace>
  <inkml:trace contextRef="#ctx0" brushRef="#br0" timeOffset="207541.51">14614 11401 35 0,'0'0'37'0,"0"0"-8"0,0 0 0 16,2-6-12-16,-2 6 2 0,0 0-8 0,0 0 0 15,0 0-8-15,0 0-6 0,0 0-3 0,0 0 1 16,0 0-7-16,0 0-16 0,0 0-30 0,0 0 13 16</inkml:trace>
  <inkml:trace contextRef="#ctx0" brushRef="#br0" timeOffset="210346.12">21980 11925 36 0,'0'0'54'0,"0"0"-5"0,0 0-5 0,0 0-2 0,0 0-11 15,0 0-3-15,0 0-10 0,0 0-5 16,11 2-10-16,-11-2-12 0,0 0-5 0,7 6-12 15,-7-6-20-15,5 6-48 0,-5-6 22 0</inkml:trace>
  <inkml:trace contextRef="#ctx0" brushRef="#br0" timeOffset="212229.21">21353 12194 19 0,'0'0'18'0,"0"0"-2"0,0 0-2 0,0 0-3 15,-2 20 3-15,2-20 2 0,0 0-7 0,-5 8-2 16,5-8 1-16,0 0-1 0,-4 6-2 0,4-6 2 16,0 0-2-16,0 0-1 0,-5 8 2 15,5-8-6-15,0 0 5 0,-5 3-2 0,5-3 3 0,-4 5-4 16,4-5-1-16,0 0 1 0,0 0 0 0,0 0-1 16,0 0 3-16,-5 5-6 0,5-5 3 0,0 0 5 15,0 0-1-15,0 0-5 0,-4 5 2 0,4-5 0 16,0 0-1-16,0 0 0 0,0 0 0 0,0 0-2 15,0 0 0-15,0 0 2 0,0 0-1 0,0 0 3 16,0 0-1-16,0 0-2 0,0 0-3 0,0 0 4 16,0 0 4-16,0 0-3 0,0 0-6 0,0 0 3 15,0 0 0-15,0 0 0 0,0 0 1 0,-7 2-2 16,7-2-2-16,0 0 5 0,0 0-2 0,0 0-2 0,0 0 6 16,0 0-3-16,0 0-3 0,0 0 3 15,0 0 3-15,0 0-4 0,0 0-1 0,0 0 4 0,0 0-3 16,0 0 3-16,0 0-3 0,0 0-2 0,0 8 2 15,0-8-3-15,0 0 5 0,0 0-4 16,0 0 0-16,0 0 2 0,0 0-1 0,0 0 0 16,0 0 1-16,0 0 1 0,0 0-2 0,0 0-1 0,0 0 0 15,-1 8 0-15,1-8 2 0,0 0 5 0,0 0-6 16,0 0 1-16,0 0 1 0,0 0-1 0,0 0-2 16,0 0 6-16,0 0-3 0,0 0-2 15,0 0-2-15,0 0 5 0,0 0-3 0,0 0 8 0,-10 3-9 16,10-3 4-16,0 0 3 0,0 0-4 0,0 0-3 15,0 0 1-15,0 0 4 0,0 0-6 16,0 0 6-16,0 0-1 0,0 0-3 0,0 0 4 0,0 0-4 16,0 0 0-16,0 0-1 0,0 0 1 0,0 0-3 15,0 0 6-15,0 0-2 0,0 0 1 0,0 0-1 16,0 0 0-16,0 0 1 0,0 0 3 0,0 0-3 16,0 0 1-16,0 0-3 0,0 0 1 0,0 0 0 15,0 0 1-15,0 0 0 0,0 0 0 0,0 0 3 16,0 0 3-16,0 0-10 0,0 0 0 0,0 0 1 15,0 0-5-15,-10 0-1 0,10 0-14 0,0 0-24 0,0 0 11 16</inkml:trace>
  <inkml:trace contextRef="#ctx0" brushRef="#br0" timeOffset="212809.77">20608 12471 16 0,'0'0'37'0,"0"0"-8"0,0 0 5 0,0 0-7 15,0 0-2-15,0 0 1 0,0 0-9 0,6-4 4 16,-6 4-9-16,0 0 3 0,0 0-9 0,0 0-8 16,0 0-11-16,0 0-1 0,0 0-26 0,0 0-42 15,-8 22 18-15</inkml:trace>
  <inkml:trace contextRef="#ctx0" brushRef="#br0" timeOffset="-208943.25">13158 11350 50 0,'0'0'54'0,"0"0"-12"15,0 0-18-15,0 0-2 0,0 0 1 0,0 0-12 16,0 0-5-16,0 0-8 0,0 0-6 0,0 0-12 16,0 0-14-16,0 0-36 0,0 0 15 15</inkml:trace>
  <inkml:trace contextRef="#ctx0" brushRef="#br0" timeOffset="-189214.72">23097 11951 39 0,'-2'-11'174'0,"2"1"-13"16,2-1 5-16,-2 0 0 0,0-1-11 0,1 0-11 15,0 1-9-15,-1 0-2 0,3 0-5 0,-2 3-9 16,-1 0-7-16,3 0-9 0,-3 8-1 0,2-10-8 16,-2 10-7-16,1-9-13 0,-1 9-8 0,0 0-8 15,2-7-8-15,-2 7-6 0,0 0-3 0,0 0-6 16,6 21-4-16,-6-10 1 0,0 7-2 0,0 2-6 16,-1 3 2-16,-3 3-2 0,3 1-3 0,-3-1-2 15,1-1 1-15,2-1-4 0,0-3-1 0,-1-2-1 16,1 0-2-16,0 0-2 0,2 0 4 0,-2 1-4 15,0-1-3-15,2-2 5 0,0 2-2 0,-1-2-1 16,1-1-8-16,-1 1-2 0,2-5-13 0,-1 0-17 16,-1-2-23-16,0 1-20 0,1-1-21 0,-1 0-21 15,0-3-19-15,0-7-18 0,2 11-14 0,-2-11-151 16,0 0-343-16,0 0 152 0</inkml:trace>
  <inkml:trace contextRef="#ctx0" brushRef="#br0" timeOffset="-188860.55">23200 11785 136 0,'22'-17'167'0,"-2"1"-7"0,-2 7-3 0,0 1-13 16,0 3-10-16,-5 1-19 0,0 4-8 0,-1 1-11 0,-1 2-12 15,-4 0-5-15,2 5-11 0,-3 0-5 0,0 1-9 16,-4 2-11-16,1 1 4 0,-5 1-5 0,1 0-5 15,-4 3-4-15,-1 0 0 0,-3-2-2 16,1 0-5-16,-2 0-2 0,-2-3-4 0,3-2 2 16,-1-1-5-16,-1-2 3 0,3 0-3 0,-1-1 2 0,3-1-6 15,-3-2 3-15,2 1-3 0,7-3 4 0,-13 2-3 16,13-2 7-16,-11 0-2 0,11 0-4 16,-8 2-2-16,8-2-7 0,0 0-2 0,-7 1-4 0,7-1 3 15,0 0 2-15,-3 11 0 0,4-4-3 0,-1-7 1 16,4 20 2-16,4-4-1 0,-2-2-6 0,2 0 7 15,1 1 2-15,6 6-3 0,-3-6-2 0,-1 0-16 16,3 0-24-16,-2-1-24 0,2 0-27 0,1-2-22 16,1 1-18-16,-2 0-29 0,0-3-107 0,-3-2-287 15,1-1 127-15</inkml:trace>
  <inkml:trace contextRef="#ctx0" brushRef="#br0" timeOffset="-188565.37">23591 12101 73 0,'0'-7'201'0,"0"7"-12"16,-2-13-14-16,2 13-11 0,-4-10-15 0,4 10-14 16,-5-7-14-16,5 7-13 0,-12-2-11 0,12 2-5 15,-14 7-9-15,4-1-6 0,1 1-15 0,0 4 0 16,0 3-6-16,0-6-6 0,4 4-2 0,-1 2-8 16,2-1-5-16,1 1-2 0,2-1-4 0,2 0 2 15,2 2-5-15,3-1-2 0,1 2-2 0,-2-5-3 16,4 2 1-16,-2-1-6 0,2 0 1 0,1-2-1 15,1 2-2-15,-5-5-4 0,1 3 2 0,0-3-4 16,-2 3 0-16,-1-4-1 0,-1 0 2 0,-2 1 0 0,1-1-1 16,-2-6 1-16,-2 13-3 0,-3-5 2 0,0-3-3 15,-4 1 2-15,1-1-19 0,-1 1-8 16,-1-3-7-16,0 1-21 0,-1-1-15 0,4-2-25 16,7-1-24-16,-16 1-32 0,16-1-159 0,-12-5-329 0,9 1 145 15</inkml:trace>
  <inkml:trace contextRef="#ctx0" brushRef="#br0" timeOffset="-188248.93">23778 12105 120 0,'20'-5'157'0,"10"0"-12"15,-2 3-10-15,2-1-4 0,2 0-12 0,3 1-6 16,-1 2-11-16,0-2-8 0,-2 2-14 0,-2 2-11 15,1-1-2-15,-11-1-5 0,1 0-9 0,-2 1-5 16,-6-2-4-16,-1 1-1 0,-4 0-4 16,0 0 1-16,-8 0 6 0,14 0 11 0,-14 0 8 0,8 0 0 15,-8 0 6-15,0 0 0 0,10 0-10 0,-10 0-1 16,0 0-1-16,0 0-11 0,0 0-8 0,0 0-4 16,0 0-1-16,0 0-4 0,-13 15 2 0,5-8-5 15,-2 2-2-15,1 0-2 0,-4 1-1 16,0 3-4-16,2 0-4 0,0 2 4 0,0-2-3 0,1 1-10 15,-1 0-21-15,2-2-23 0,1 3-29 0,2-4-30 16,-1-1-29-16,2 2-40 0,1-3-185 0,-1-1-381 16,1 1 168-16</inkml:trace>
  <inkml:trace contextRef="#ctx0" brushRef="#br0" timeOffset="-188071.75">24171 12007 215 0,'-6'-20'218'0,"-2"1"-11"0,3 2-8 0,-2 3-19 16,0-1-14-16,2 6-14 0,-1-1-13 0,2 4-16 15,0 1-13-15,4 5-29 0,-3-8-18 0,3 8-21 16,0 0-39-16,0 0-43 0,-11 13-47 0,10-3-59 16,-6 0-126-16,5 1-292 0,1 0 129 0</inkml:trace>
  <inkml:trace contextRef="#ctx0" brushRef="#br0" timeOffset="-187585.92">24602 12000 138 0,'0'0'238'0,"3"-8"-12"0,-3 8-15 0,0 0-22 0,3-6-9 16,-3 6-3-16,0 0-5 0,0 0-11 0,0 0-13 15,-20 25-11-15,18-15-9 0,-5 4-12 16,-2 1-8-16,-4 1-13 0,3 1-8 0,0-2-5 15,-3 2-11-15,-2 3-4 0,3-5-5 0,-1 0-5 0,2-3-8 16,-4 2-5-16,3-4-4 0,2-2-5 0,2 1-3 16,1-4 1-16,-1 2-2 0,3-5-3 15,5-2 6-15,-9 0-12 0,9 0 0 0,0 0-2 16,-8-7-11-16,8 7-7 0,-3-14 3 0,1 8-6 0,4-4-5 16,0 0-9-16,2 0 8 0,0 2-5 15,1 0-5-15,2 0 3 0,0 5-2 0,4-1 4 0,-2 3 2 16,3 1 0-16,-3 0-1 0,5 5 1 0,-4 0 8 15,2 2-5-15,4 2-2 0,1 3 0 0,1-1 1 16,-1 0 1-16,1 0 1 0,0-2 2 0,0 1 1 16,1 0-3-16,2-6 2 0,-3 3 0 0,2-3 4 15,-3-1 0-15,-1-3 2 0,-2 2-4 0,-1-4 0 16,0-2 5-16,-1 1-2 0,-1-5 0 16,-5 1 0-16,3-2 6 0,-1-1 3 0,0-5 6 0,-6 5-8 15,3-6 1-15,-5 0 2 0,0-1 0 0,-5 0 4 16,1 0-8-16,0-1 2 0,-6 0-2 0,1 4 3 15,3-1-2-15,-2 5 1 0,3 3-2 16,-5-1-3-16,0 3-1 0,-3 2-2 0,1 2-1 0,-4 2-8 16,0 3-14-16,-4 2-7 0,2 0-16 0,-9 4-25 15,8 2-22-15,4 0-46 0,1 0-43 0,6-1-41 16,-1 0-178-16,5 2-432 0,4-5 191 0</inkml:trace>
  <inkml:trace contextRef="#ctx0" brushRef="#br0" timeOffset="-186762.78">26798 12208 64 0,'-7'-10'180'16,"1"3"0"-16,-2 0-7 0,4-2-16 0,0 5-10 16,-1-2-1-16,3 1-12 0,2 5-26 0,-6-7-7 15,6 7-8-15,0 0-11 0,0 0-6 0,0 0-8 16,-14 12-5-16,7-4 0 0,1 9 2 0,-3 0-1 0,-1-2 2 16,-1 3-7-16,0 5-4 0,-3-1-10 15,6-7-2-15,-1 1-3 0,-1-2-2 0,2 2-11 0,3-5 6 16,-1-2-4-16,0 2 1 0,0-2-2 0,1-2 4 15,1-2-11-15,2 1 0 0,2-6-1 0,-4 8-3 16,4-8 7-16,-3 5 10 0,3-5 5 16,-4 5 5-16,4-5 4 0,0 0-1 0,0 0-1 0,0 0-8 15,0 0-2-15,0 0-2 0,9-26-8 0,-5 15 2 16,1-6-5-16,8-8 2 0,-2 1-7 0,2-1-1 16,-1 0-2-16,3 0 2 0,2-4-7 15,-2 1-1-15,5-1 2 0,-2-3-4 0,2 4-2 0,-1-1 1 16,0 1 0-16,0 1 0 0,1 4-6 0,-4 4 6 15,-2 5-4-15,-4 1 1 0,-3 5-5 0,0 1-2 16,0 2-4-16,-1 1 6 0,-6 4 1 0,13 1-2 16,-13-1-2-16,10 11 2 0,-3 0-2 0,-1 4 4 15,1 2-4-15,-5 2 6 0,2 5-7 0,-4-4 5 16,0 6 0-16,2-1 2 0,-2-4-3 0,1-3 1 16,-2 6 2-16,1-5 1 0,0 1-3 0,-2-1 4 15,2-2 1-15,0 0-3 0,-4 0-20 0,4-1-22 16,0-4-24-16,0-1-30 0,0 2-33 0,-2-4-35 15,0 1-38-15,2-3-39 0,-2 2-128 0,2-9-399 16,-3 8 176-16</inkml:trace>
  <inkml:trace contextRef="#ctx0" brushRef="#br0" timeOffset="-186591.78">26726 12230 149 0,'-8'-3'195'0,"8"3"-7"0,0 0-16 0,0 0-18 16,0 0-16-16,0 0-16 0,15-9-19 0,3 5 2 16,2 3-29-16,9-1-32 0,2 2-38 0,3 0-30 15,-2 0-39-15,6-2-27 0,-2 0-23 0,-2 2-81 16,-1-3-210-16,3 0 93 0</inkml:trace>
  <inkml:trace contextRef="#ctx0" brushRef="#br0" timeOffset="-186153.86">27254 12153 157 0,'0'0'189'0,"2"-7"-13"0,-2 7-22 16,5-5-9-16,-5 5-13 0,8-6-10 0,-3 2-12 15,-5 4-13-15,14-5-8 0,-1 2-10 0,-2 1-12 0,2-2-13 16,1 1-15-16,-2 0-19 0,-2 0-15 0,2 3-7 16,-5 0-12-16,-7 0-7 0,11-3-2 15,-11 3-4-15,9-2-4 0,-9 2 0 0,0 0 3 0,0 0-7 16,0 0-3-16,0 0 13 0,0 0 5 0,0 0-6 15,-21-12 9-15,21 12 12 0,-10 0 16 0,10 0 1 16,-14 0-8-16,14 0 3 0,-9 4 15 0,2-1 15 16,0 2 1-16,2 2 6 0,-3 2 13 15,4 2-2-15,-3 0-3 0,3 1-5 0,-2 4 6 0,0 2 5 16,2 0-1-16,2-2-9 0,-3 0-3 0,1 3-5 16,2-7 1-16,-4 3-5 0,6-3-2 0,-2 2-8 15,2-2 3-15,0 0-4 0,-4-2-3 0,4-1-1 16,0-2-2-16,0-7-3 0,-3 14-1 0,1-8-2 15,2-6-2-15,-2 9-2 0,2-9 1 0,0 7 1 16,0-7-5-16,0 0-4 0,-2 6-4 0,2-6 2 16,0 0 2-16,0 0-2 0,0 0-2 0,0 0 1 15,-9 3 2-15,9-3-3 0,0 0 0 0,0 0 0 16,0 0-3-16,0 0 5 0,0 0-4 0,0 0-1 16,0 0 3-16,30-4-5 0,-22 5 5 0,-1-1-13 15,4 2-9-15,3-2-19 0,-1 0-30 0,1 0-20 16,5 1-23-16,2-1-19 0,0-3-25 0,-4 2-113 15,1-1-294-15,1-2 130 0</inkml:trace>
  <inkml:trace contextRef="#ctx0" brushRef="#br0" timeOffset="-185880.43">27638 12272 101 0,'2'-8'166'16,"3"3"10"-16,-5 5-2 0,3-8-12 0,-3 8-9 15,3-6-16-15,-3 6-16 0,0 0-11 0,3-8-10 16,-3 8-13-16,0 0-10 0,0 0-7 0,0 0-9 0,-17 16-2 15,11-11-7-15,1 3-6 0,-3 1-4 16,3 1-6-16,-2-1-4 0,3 2-1 0,1 0 0 16,-1 0-8-16,0-3-4 0,4 3 1 0,0-2 0 15,0 2-8-15,0-1 1 0,2 0 4 0,1-2-3 0,0 2 4 16,-2-1-9-16,3-1 3 0,-2 0 0 0,1-1 2 16,-1 0-3-16,0-1-1 0,-2-6-1 15,1 13 1-15,-1-7 0 0,0-6-2 0,-8 11 1 16,2-6 1-16,2 1-10 0,-3-1-18 0,-2 1-22 15,1-3-5-15,-2 2-22 0,3-3-21 0,-3 1-26 16,2-2-27-16,8-1-158 0,-13 2-323 0,13-2 143 0</inkml:trace>
  <inkml:trace contextRef="#ctx0" brushRef="#br0" timeOffset="-185713.05">27820 12303 113 0,'0'0'132'0,"22"-4"-12"0,-13 4-29 0,-9 0-26 0,19 1-32 15,-19-1-36-15,18 4-12 0,-11-1-27 0,-1 1-41 16,0-1-89-16,-6-3 39 0</inkml:trace>
  <inkml:trace contextRef="#ctx0" brushRef="#br0" timeOffset="-185593.16">27873 12386 15 0,'-6'3'118'15,"0"-1"-4"-15,-2 2-1 0,8-4-17 0,-9 5-4 16,5-2 8-16,4-3-28 0,0 0-6 0,-8 5 4 16,8-5-12-16,0 0-2 0,0 0-5 0,0 0-30 15,26 5-32-15,1-6-51 0,4-1-100 0,6-3-175 16,14-2 78-16</inkml:trace>
  <inkml:trace contextRef="#ctx0" brushRef="#br0" timeOffset="-185136.75">28599 12035 219 0,'-2'-9'218'0,"-3"2"-14"0,5 7-24 0,-5-6-21 16,5 6-8-16,0 0-6 0,0 0 0 0,-18 15-7 16,8 0-7-16,1 1-5 0,-4 7-12 0,-1 2-9 15,1-3-10-15,1 0-7 0,3 2-8 0,0-1-4 16,3-4-6-16,1-3-8 0,0-4-4 0,1 2-7 15,0 0 6-15,0-5-14 0,2 1-4 0,-1-2-2 16,1-1-4-16,2-7 9 0,-2 11 14 0,2-11 17 16,-3 6-2-16,3-6-6 0,0 0 0 0,0 0-9 15,0 0-4-15,0 0-6 0,0 0-6 0,-9-27 2 16,9 16-8-16,2 0-3 0,0-8-3 0,8-5-3 16,1 1-2-16,0-2-6 0,4-1-3 0,0-3-4 15,7-2-3-15,-4 2-2 0,4-3-5 0,-1 3 0 16,3-1-2-16,-1 6 7 0,1 0-7 0,-3 3 3 15,-7 6-3-15,0 5 12 0,-6 1-19 0,0 2 1 16,-1 2 2-16,-2 2-2 0,2 3-2 0,-7 0 2 16,13 9 9-16,-6 1 1 0,0 5-8 0,-1 0-2 15,-2 4 0-15,5 6 12 0,-7 0-10 0,1-2 2 16,-2 4 3-16,-1-8-2 0,4 6 1 0,-3-6 2 16,1 1-6-16,-1-1 6 0,1 0-2 0,2 7 0 0,-2-10 2 15,0 1-3-15,0 1 12 0,-1-1-22 0,-1-2-33 16,2-2-18-16,-2-3-35 0,0 3-37 15,0-3-41-15,0-10-47 0,5 12-39 0,-5-12-159 16,-1 12-457-16,1-12 202 0</inkml:trace>
  <inkml:trace contextRef="#ctx0" brushRef="#br0" timeOffset="-184971.02">28597 12204 173 0,'0'0'212'15,"-7"-6"-6"-15,7 6-18 0,0 0-21 0,-2-7-15 16,2 7-21-16,0 0-15 0,14-6-11 0,4 3-32 0,-4 2-26 16,5-2-45-16,12 0-45 0,1 0-32 15,3-1-34-15,4 1-21 0,-2 0-73 16,3-3-219-16,0 1 97 0</inkml:trace>
  <inkml:trace contextRef="#ctx0" brushRef="#br0" timeOffset="-184492.14">29083 12101 144 0,'0'0'222'0,"0"0"3"0,0 0-5 16,0 0-12-16,0-8-16 0,0 8-13 0,0 0-19 0,6-5-18 16,0 3-13-16,3-1-10 0,3 1-18 0,2 0-9 15,4 0-11-15,1 1-15 0,-1-2-16 0,-2 3-23 16,-2-1-12-16,-2 0-25 0,-1-1-8 0,1 1-18 16,-6-1-11-16,-6 2-4 0,12-2 0 0,-6 0-2 15,-6 2 1-15,0 0-3 0,8-7 7 0,-8 7 4 16,0 0 8-16,0 0 1 0,0 0 6 0,0 0-4 15,0 0 4-15,-12-12 11 0,12 12-1 0,0 0 6 16,-9-2 4-16,9 2 1 0,0 0 5 0,0 0-3 16,0 0 30-16,-11 11 11 0,6-4 12 0,-2 0 2 15,4 4-1-15,-1 1 3 0,-1 4 7 0,-1 2 2 16,0-1 2-16,-1 6 3 0,1-4-3 0,1 3 2 16,0-4-3-16,0-3-3 0,2 2-4 15,-3 1-1-15,2-4-8 0,0 3-5 0,2-6 1 0,-1 2-4 16,-1-3-8-16,3 2 1 0,-3-3-4 0,3-1-3 15,-2 2 17-15,0-4-2 0,0 0-2 0,3-6-6 16,-5 10-2-16,1-4-1 0,4-6-5 16,-5 8-4-16,1-6-5 0,4-2-9 0,-9 5-12 0,9-5-5 15,-9 0 1-15,9 0-8 0,0 0 5 0,-14-5 0 16,14 5 3-16,-9-6-2 0,9 6 4 0,-3-5-1 16,3 5 0-16,-6-5 1 0,6 5 1 0,0 0-4 15,0 0 0-15,0 0 5 0,0 0 0 0,0 0 2 16,0 0-1-16,0 0 6 0,0 0 1 0,27 6-2 15,-15-3 0-15,2-2 3 0,4 1-2 0,2-1-15 16,8 0-33-16,-6 0-41 0,6-1-47 16,-9-1-53-16,3 1-202 0,7-5-422 0,-8 3 186 0</inkml:trace>
  <inkml:trace contextRef="#ctx0" brushRef="#br0" timeOffset="-184331.81">29385 12104 180 0,'0'0'225'0,"0"-8"-36"16,0 8-18-16,7-3-19 0,2 1-16 0,3 0-14 15,8 3-28-15,-1-1-45 0,10 1-47 0,3 1-61 16,0 3-64-16,-1-2-67 0,-9 0-205 0,-3-2 90 16</inkml:trace>
  <inkml:trace contextRef="#ctx0" brushRef="#br0" timeOffset="-183771.81">27099 12726 93 0,'-29'0'175'0,"-1"1"2"0,8 1-9 16,2-2-8-16,0 1-8 0,7 1-8 0,-1-2-8 15,5 1-17-15,2-1-12 0,7 0-12 0,-12 1-7 16,12-1 0-16,0 0 1 0,0 0 3 0,0 0-4 16,46 15-4-16,7-8-5 0,10-1-7 0,47-3-3 15,12 1 13-15,10-2-8 0,6-4-2 0,17 5-8 16,-2-2-1-16,7 1-3 0,5 2-10 0,-3-4-3 15,-2 2-5-15,-10-1 5 0,-7 3-12 0,-9-1-1 16,-9-2-6-16,-20-1-2 0,-16 1 0 0,-30-1 1 16,-5-1 0-16,-17-2 8 0,-4 3-1 0,-5-1 5 15,-6 0-5-15,-2 0-2 0,-2-1 6 0,-5 2 10 16,1 0-2-16,-1-3 4 0,-2 3-14 0,1-2 3 16,-5 1-1-16,0 0-5 0,-7 1-7 0,11-2 0 15,-11 2-7-15,8-2-22 0,-8 2-23 0,0 0-25 16,0 0-34-16,0 0-39 0,0 0-44 0,0 0-49 0,-35-2-80 15,13 1-151-15,-10-1-483 0,-8 1 214 16</inkml:trace>
  <inkml:trace contextRef="#ctx0" brushRef="#br0" timeOffset="-181370.83">22920 12501 140 0,'0'0'155'0,"0"0"-13"0,0 0-12 0,0 0-9 15,27-9-7-15,4 7-13 0,7-1-4 0,18 0-6 16,8 1-13-16,28-1-11 0,-27 3-4 0,30-2-6 15,-3 2-6-15,1-4 0 0,1 2-6 0,3 0-5 16,-3 1 4-16,-1 1-4 0,-1-1-9 0,-26 1 1 16,28-2-5-16,-26-1-4 0,24 0 0 0,-27 2 1 15,2-2 1-15,26-1 5 0,-27 1-7 0,-4-2 2 16,1 1-4-16,-6-3-1 0,0 1-5 0,-3 1 11 16,-18-2 3-16,5 3-4 0,-7-2 2 0,-1 0 13 15,-6 1-4-15,-10 0 2 0,-4 2 2 0,0 0 0 16,-4 0-2-16,0 1-8 0,-5 0-3 0,-4 2-10 15,7-4-20-15,-7 4-17 0,0 0-21 0,0 0-20 16,-25-6-27-16,8 9-29 0,-4-3-34 0,-9 3-162 16,-8 1-340-16,0 0 151 0</inkml:trace>
  <inkml:trace contextRef="#ctx0" brushRef="#br0" timeOffset="-180781.82">23038 12805 55 0,'2'-7'186'0,"0"0"6"16,0 0 2-16,-2 7-11 0,5-9-5 0,-5 9-17 15,4-7-19-15,-4 7-18 0,1-6-15 0,-1 6-12 16,0 0-10-16,0 0-6 0,0 0-5 0,0 0 2 16,0 0-7-16,3 20-6 0,-4-10-1 0,-2 1-8 15,1 0-10-15,2 0 1 0,-2 0-5 0,1 0-7 16,1 1-1-16,0-2-2 0,1 1-6 0,-1 1-1 16,2-1-4-16,-2 0 1 0,2-1-16 0,-1 1-21 15,1-3-26-15,0 1-25 0,-1 1-19 0,-1-1-23 16,3-1-29-16,0-4-37 0,-2 6-145 0,-1-10-344 15,2 11 152-15</inkml:trace>
  <inkml:trace contextRef="#ctx0" brushRef="#br0" timeOffset="-180613.1">23046 12614 30 0,'0'0'50'0,"0"0"-20"16,0 0-32-16,13 17-16 0,-6-8-20 0,3 0 9 15</inkml:trace>
  <inkml:trace contextRef="#ctx0" brushRef="#br0" timeOffset="-179969.87">23354 12839 65 0,'0'0'179'0,"0"0"-3"0,-30-5-11 16,22 3-7-16,8 2-5 0,-12-2-13 0,3 2-10 15,9 0-11-15,-18 0-7 0,11 3-12 0,-3-2-7 16,1 4-4-16,0 0-3 0,0 1-11 0,0-1-8 16,0 2-4-16,2 2-8 0,-2-1-2 0,4-2-7 0,0 3-7 15,-1 0 0-15,3-1-6 0,0 3-2 0,-1-3-1 16,3 2-3-16,1-1 0 0,1-3-4 15,3 5-3-15,-3-6-1 0,3 3 0 0,1-4 1 16,-1 1-4-16,3-3-3 0,-1 2 4 0,2-3-2 0,-8-1-2 16,14 0 0-16,-14 0-2 0,17-7 5 15,-10 5-3-15,-1-5-3 0,2-3-2 0,0 1 0 0,-2-1 0 16,-1-5-5-16,3-1 3 0,-3 5 0 16,1-7-1-16,-3 1 18 0,-1 1-5 0,0-4-2 15,0 1 0-15,1 1-1 0,-2-7-2 0,-1 0-1 0,1 6-2 16,1 1 2-16,-2 1 1 0,1 4 4 0,-1 1 4 15,1 3 7-15,-1 2 0 0,0 7-2 16,2-10-6-16,-2 10-3 0,2-9-4 0,-2 9-4 16,0 0-1-16,0 0 1 0,0 0-1 0,0 0 1 0,0 0-6 15,-9 33 3-15,5-15-1 0,-1 2-2 0,1-2 3 16,-1 0 2-16,0 1-4 0,3 0-2 0,-2 0 0 16,4-1 0-16,-2 1 1 0,4-3 0 0,0 0-3 15,1-4 3-15,1 1-1 0,1-2-1 16,0 0 5-16,1 0-3 0,2-3 2 0,1 0-2 0,2-1 2 15,0-3 0-15,1 1-3 0,0-2-3 0,0-1-7 16,-1 0-1-16,-1-2-2 0,2-2-1 0,-2 1 2 16,0-2 2-16,-1-2-1 0,0 0-5 15,-1 0 2-15,-2-3 4 0,1 1 1 0,-1-1-5 0,-2-2 3 16,-2 2 2-16,1-1-2 0,-2 4 3 0,0-5 3 16,-1 10-6-16,-1-12 2 0,1 12 0 0,-3-10 3 15,3 10-3-15,-5-7-1 0,5 7 1 0,-8-4 2 16,8 4-3-16,-12 3 2 0,12-3-1 0,-12 7 2 15,6-3-2-15,1 1 5 0,1 1-4 0,-2 1-1 16,2 3 2-16,1-1 2 0,-1 1-8 0,2-2-21 16,2 2-24-16,2 0-26 0,2 0-25 0,0-2-39 15,1 2-34-15,4-3-25 0,0 1-128 0,1-1-359 16,1-2 160-16</inkml:trace>
  <inkml:trace contextRef="#ctx0" brushRef="#br0" timeOffset="-179583.91">23746 12875 201 0,'-5'-11'220'0,"5"11"-11"0,-7-7-13 15,7 7-17-15,-9-4-15 0,9 4-15 0,-10-2-12 16,10 2-10-16,-13 5-9 0,4 0-7 0,3 0-13 16,-2 2-8-16,2 1-9 0,0 0-7 0,1 0-10 15,1 2-2-15,1-3-7 0,2 3-6 0,1-1-5 16,1-1 5-16,0 1-9 0,2-1-6 0,2 0-4 15,1-3-1-15,-2 0-1 0,1-2-3 0,-5-3-1 16,9 6-2-16,-5-5-1 0,-4-1-1 0,0 0-3 16,13 0-2-16,-13 0-2 0,8-7 2 0,-5 1-5 15,1 2 2-15,-4 4-3 0,5-11-1 0,-3 3 0 16,-2 8 1-16,0-14 4 0,0 8-1 0,0 6-4 16,0-13 8-16,0 13 3 0,-2-8 0 0,2 8 0 15,0 0-3-15,2-11 3 0,-2 11-11 0,0 0-2 16,0 0-3-16,0 0 2 0,0 0-5 0,0 0 3 15,0 0 0-15,0 0 0 0,-12 19 2 0,12-19-2 16,0 13 0-16,0-6-3 0,-1 1 3 0,1-8-6 16,1 12-11-16,3-3-9 0,-1-4-26 0,0 0-23 15,-3-5-32-15,8 12-20 0,-3-7-35 0,-5-5-38 0,10 5-21 16,-3-3-131-16,-7-2-376 0,15 3 166 16</inkml:trace>
  <inkml:trace contextRef="#ctx0" brushRef="#br0" timeOffset="-179395.76">23940 12690 191 0,'0'-8'253'0,"1"2"-22"0,-1 6-24 0,0 0-25 16,2-10-20-16,-2 10-9 0,0 0-12 0,0 0-6 16,0 0-8-16,-4 39-12 0,1-20-11 0,1 0-10 0,-1 0-9 15,2 8-8-15,1-1-12 0,0 2-25 0,1-3-25 16,0-1-39-16,-2 1-43 0,4 1-37 15,-3-1-48-15,0 0-187 0,-2-7-367 0,1 1 164 16</inkml:trace>
  <inkml:trace contextRef="#ctx0" brushRef="#br0" timeOffset="-173395.76">24320 12813 90 0,'0'-12'143'16,"0"12"12"-16,0-12 0 0,0 5-11 0,0 7-15 0,0-10-11 16,0 10-11-16,-3-10-3 0,3 10-8 15,-5-9-3-15,5 9-8 0,-4-7-8 0,4 7-6 16,0 0-8-16,-4-3-8 0,4 3-2 0,0 0-6 16,-15 3-5-16,15-3-7 0,-15 8 0 0,7 0 2 0,-2-1-3 15,-2 6 2-15,-1 0-4 0,2 0-3 0,1 1-2 16,2 1-6-16,0 1 0 0,3-5-1 0,0 4-2 15,4 0 0-15,1-1-1 0,1 0-2 16,2-3-5-16,2 1 4 0,1-2-5 0,-1 1 2 0,3-2 0 16,1 1-5-16,0-2-7 0,1-1-5 0,2-2-9 15,0 2 0-15,-1-4-6 0,0 1 0 0,2-1-15 16,-3-2 3-16,3 0 2 0,0-2-5 0,-1-1-4 16,-3-4 8-16,2 0 4 0,0 1 3 0,-3-4 1 15,-1 1 8-15,0-2-2 0,3-4 3 0,-2 0 3 16,-1-2-6-16,-1 0 8 0,0-1-4 0,0 0 5 15,-1 0 6-15,-1 0-8 0,1 1 11 0,1 1 3 16,-1-2 20-16,-2 7-2 0,0 1 0 0,1-1-1 16,-1 4 6-16,-1 0-3 0,-2 6-2 0,4-10-8 15,-4 10 4-15,0 0-3 0,0 0-9 0,0 0 6 16,0 0 2-16,0 0 11 0,0 0 0 0,-4 29-6 16,-1-13-2-16,3-2 6 0,0 3-5 0,-1 1-3 15,0-3 1-15,3 4-2 0,0-3-1 0,0-3-9 16,3 2 12-16,0-4-7 0,1 1 2 0,1-3 1 15,0 0-2-15,2 0-1 0,4 0 2 0,-6-7-3 16,4 4-2-16,1-2-2 0,0-3-1 0,1-1-3 16,-5 1 1-16,5-6 0 0,-4 4-3 0,2-3 3 15,-4 0 4-15,4-4-1 0,-3-1-4 0,-1 0-2 16,3 0 8-16,0-2 0 0,-4-1-6 0,1 0 3 16,-1 0-1-16,1-4-3 0,-1 6 4 0,-1 0-3 15,2 1 1-15,-2 0 9 0,-2 1 4 0,-1 8-1 16,4-9 1-16,-4 9-8 0,3-8 1 0,-3 8 1 15,2-3-8-15,-2 3 2 0,0 0 1 0,0 0-4 16,0 0 2-16,0 0 3 0,3 20-2 0,-3-20 0 16,-1 16 2-16,-1-6-1 0,2 2 1 0,3-4 1 15,-3 3 1-15,1 0-1 0,2-2-1 0,-1 1 0 16,2-1 3-16,3-1 1 0,-3 0-5 0,3-2 1 16,1 1 0-16,2-3 2 0,-1 2-2 0,1-1 3 15,-1-3 3-15,2 0-3 0,-3 0-4 0,0-2-2 16,-8 0-4-16,15-1 0 0,-9 1 4 0,-6 0-6 0,17-6-1 15,-11-1-2-15,2 1-1 0,-1 0 6 16,-4-2-5-16,4-1 3 0,-5-1 0 0,-2-2 1 16,2 3 2-16,-4-2-3 0,2 0 4 0,-5-1-3 15,1 1-2-15,1 0 2 0,-1 1 2 0,0 0 0 0,-1 2 3 16,0 0-1-16,2 2 2 0,-2 0 1 0,5 6 0 16,-5-7-4-16,5 7 6 0,-5-6-4 15,5 6-3-15,-4-6 0 0,4 6-7 0,0 0 1 0,0 0 2 16,0 0-3-16,0 0 4 0,14-2 4 15,-14 2 1-15,17 1-7 0,-7 0 5 0,3-1 3 0,-2 3-12 16,2-2 7-16,1 0 7 0,-3 0-7 16,-2 1-1-16,2 2 4 0,-4-2-4 0,-2-1 2 15,2 5 5-15,-7-6-8 0,9 6 4 0,-7-1 10 16,2 0 1-16,-1 0-2 0,-3-5 0 0,4 13 4 0,-2-4 0 16,0-1-5-16,-2 0 6 0,2-1-2 0,-2 2-2 15,2 1 3-15,0-3-3 0,0 2-3 0,-1-3 1 16,2 1 3-16,1 0 2 0,0 0-4 0,-2-1 2 15,3-1 1-15,-1 1-3 0,4-1 1 0,-3 0-4 16,1-1 1-16,1-2-1 0,2-1 1 0,-3 2 0 16,1-2 4-16,-7-1-6 0,11 0 7 0,-11 0-6 15,10-4 2-15,-6 1-2 0,-4 3-3 0,7-11-5 16,-5 6 2-16,2-2-3 0,-4-3 0 0,2-1 3 16,-2 1-3-16,1-1 2 0,-1 2-2 0,0-2 3 15,0 5 2-15,1-5-5 0,0 4 1 0,-1 7 3 16,1-14-7-16,3 8-3 0,0-1-1 0,0 2 1 15,0 0-1-15,1 0-2 0,0 1 3 0,1 1 4 16,-6 3-5-16,12-4 2 0,-12 4 3 0,11 0-1 16,-11 0 4-16,12 4-9 0,-12-4 10 0,9 6-1 15,-5-2 1-15,0 1-1 0,-1 0 2 0,1 1-6 16,0 1 3-16,-1-2 4 0,0 3-2 0,0-4 1 16,2 4-4-16,-1-5 9 0,-3 3-5 0,4-1 3 15,0 0-3-15,2-3-4 0,0 1 16 0,0-2-4 16,-7-1-3-16,11 3 4 0,-11-3-2 0,13-2-2 15,-13 2 4-15,10-5-2 0,-5 1 1 0,3 1 0 16,-3-1 1-16,-5 4-4 0,8-13 5 0,-4 7-3 16,-3 0 2-16,3-1 4 0,-4 0 5 0,0-3-7 15,0 10 1-15,2-16 1 0,-2 16 5 0,-2-11 1 16,2 11 0-16,-4-10-4 0,4 10-3 0,-4-6-2 16,4 6 1-16,0 0-1 0,0 0-1 0,-19 11-3 15,10-5-2-15,1 6 7 0,1-3-7 0,-5 5-10 0,3 0-24 16,0 2-31-16,0 0-36 0,4 0-28 15,3 0-30-15,-1 0-162 0,3-6-347 0,0 0 154 16</inkml:trace>
  <inkml:trace contextRef="#ctx0" brushRef="#br0" timeOffset="-173177.96">25426 12866 53 0,'5'-15'191'0,"3"1"-13"0,3 0-6 0,1 2-9 15,-5 2-8-15,-1 0-7 0,0 3-16 0,4 2-9 0,-4 1-14 16,-1 0-13-16,1 1-6 0,-6 3-14 16,13 0-3-16,-5 4-5 0,-2 0-8 0,1 2-6 15,-4 1-7-15,4 2-1 0,-5 1-5 0,2-1-2 16,-4 1-1-16,1 0-10 0,1 4-12 0,-1-2-28 0,-1 0-26 16,-3-4-22-16,3-8-33 0,-3 21-36 15,1-14-52-15,-2 1-100 0,4-8-304 0,-2 11 135 16</inkml:trace>
  <inkml:trace contextRef="#ctx0" brushRef="#br0" timeOffset="-172972.61">25765 12659 235 0,'4'-9'257'0,"-1"-1"-7"15,-1 3-18-15,2 2-23 0,-2 0-29 0,-2 5-19 0,0 0-16 16,7-4-15-16,-7 4-12 0,0 0-12 0,2 21-9 15,-2-8-13-15,-2 3-2 0,2 2-9 16,-4 0-20-16,1 0-19 0,3 2-30 0,0-1-26 0,0-2-39 16,-2 2-31-16,2 1-29 0,0-2-20 15,-2-3-17-15,0 2-21 0,2-5-101 0,0-1-302 0,0-4 133 16</inkml:trace>
  <inkml:trace contextRef="#ctx0" brushRef="#br0" timeOffset="-171738.47">7352 14050 33 0,'0'0'43'0,"0"11"-18"0,0-11-14 0,1 15-13 16,-1-6-17-16,1 4-20 0,-1-2 10 15</inkml:trace>
  <inkml:trace contextRef="#ctx0" brushRef="#br0" timeOffset="-169005.49">5010 14964 50 0,'0'0'68'0,"0"0"-5"0,0 0 2 16,0 0-14-16,0 0-5 0,0 0-3 15,0 0-6-15,0 0-20 0,0 0-15 0,0 0-6 0,0 0-23 16,0 0-42-16,-20-2-74 0,20 2 32 16</inkml:trace>
  <inkml:trace contextRef="#ctx0" brushRef="#br0" timeOffset="-168406.17">7450 14816 95 0,'0'0'113'0,"0"0"-12"0,0 0-8 16,-5 4-8-16,5-4-8 0,0 0-11 15,0 0-1-15,0 0-5 0,0 0-7 0,0 0 1 16,0 0-1-16,0 0-7 0,0 0-11 0,0 0-3 0,0 0 2 16,0 0-4-16,0 0-2 0,0 0-2 0,0 0-11 15,0 0-9-15,0 0-28 0,0 0-23 16,0 0-14-16,0 0-20 0,0 0-82 0,0 0-173 15,0 0 76-15</inkml:trace>
  <inkml:trace contextRef="#ctx0" brushRef="#br0" timeOffset="-165933.65">23126 13572 209 0,'-9'-1'213'0,"9"1"-15"0,0 0-17 15,-3-11-21-15,3 11-12 0,4-13-15 16,0 3-15-16,3 1-7 0,0-2-8 0,5-2-11 16,-2-4-7-16,2 5-4 0,0-4-14 0,0 2-6 0,6-5-4 15,-2 0-5-15,-2 2-2 0,-2 2-3 0,3-7-9 16,-5 5-4-16,2 0-3 0,-1 1 0 0,1 0-5 16,-3-2-2-16,-2 4-4 0,0 2 0 0,-3 2-3 15,0-1-1-15,-2 0-1 0,-1 5-3 0,2 1-1 16,-3 5-1-16,3-10-6 0,-3 10-2 0,0 0 3 15,0 0-3-15,0 0 1 0,0 0-1 0,-20 4-2 16,10 2 3-16,0 2-5 0,1 1 6 0,-4 2-9 16,4-3-7-16,0 3 0 0,0-3 2 0,4 3-1 15,1-2 2-15,2 2-2 0,0-2-5 0,5 1-1 16,1 0 3-16,1-1-1 0,4 0 2 0,-1 1 1 16,2-2 3-16,3 3-1 0,-2-4-5 0,2 5 1 15,1-4 1-15,-1 1 6 0,-2-2-1 0,-1 1-1 16,1-1 1-16,-2-1-2 0,-2 1 3 0,0-3 1 15,-3 3-2-15,-1-2 2 0,0 1 3 0,-3-6 1 16,2 11 0-16,-2-11-5 0,-7 14 7 0,2-7-2 16,-2 0 3-16,2-1-3 0,-1 2-1 0,-6-4-3 15,3 1-5-15,0 1-10 0,-1-3-5 0,4 1-8 16,-1-1-16-16,7-3-7 0,-11 3-19 0,11-3-20 16,-6 3-11-16,6-3-21 0,0 0-19 0,0 0-91 15,0 0-259-15,0 0 115 0</inkml:trace>
  <inkml:trace contextRef="#ctx0" brushRef="#br0" timeOffset="-165653.58">23467 13436 39 0,'0'0'116'0,"0"0"-18"16,0 0 9-16,4-3-8 0,-4 3-5 0,0 0-2 16,0 0-9-16,13 6-1 0,-13-6-3 0,6 5-4 15,1-2-6-15,-2-1-4 0,-5-2-3 0,14 2-3 16,-7 0-1-16,1-2-3 0,0 1-2 0,-8-1-6 15,16-1 4-15,-9 1-1 0,-7 0 10 0,11-3 4 16,-11 3 2-16,8-3-3 0,-8 3-5 0,5-6 1 16,-5 6-8-16,1-7-5 0,-1 7-5 0,-1-11-2 15,1 11-6-15,0 0-7 0,-6-12 4 0,2 6-5 16,-2 0 8-16,-1 2-16 0,2-1-2 0,0 0 0 16,5 5-14-16,-9-8-17 0,5 6-13 0,4 2-19 15,-9-6-3-15,9 6-31 0,-6-3-12 0,6 3-17 16,0 0-13-16,0 0-4 0,0 0-12 0,0 0-102 15,0 0-263-15,0 0 117 0</inkml:trace>
  <inkml:trace contextRef="#ctx0" brushRef="#br0" timeOffset="-165045.79">23677 13332 123 0,'0'0'155'0,"0"0"2"15,6-7-25-15,-6 7-7 0,0 0-17 16,0 0-10-16,0 0-15 0,0 0-3 0,0 0 0 15,0 0 9-15,0 0-2 0,0 0-1 0,7 19-10 16,-7-19-2-16,-2 16-4 0,4-10-11 0,-1 1-4 0,0 2-3 16,2 1-8-16,-2-3-3 0,4 2-1 15,-1 0-11-15,-2-4 4 0,4 1-6 0,-3 0-4 16,3-1 3-16,0-3-3 0,0 4-3 0,-1-3 0 16,2 0-4-16,-7-3 1 0,11 3-2 0,-3-3 0 15,-8 0-1-15,11-1 0 0,-11 1-4 0,12-5 1 16,-7 2 3-16,0-1-5 0,0-2 0 0,-1-1-2 15,1-1 0-15,-1 0-3 0,0-1 0 0,1 0-2 16,-1-1 7-16,0 1-2 0,-2-2-7 0,1 0 3 16,-1 3 1-16,0 1-4 0,-1-2 5 0,-1 9-2 15,3-12-1-15,-2 7-1 0,-1 5-2 0,1-7 0 16,-1 7-6-16,0 0 4 0,0 0-2 0,0 0 2 0,0 0 2 16,0 0 6-16,0 0 1 0,0 0-3 15,-2 33 2-15,-1-22 1 0,3 0 1 0,-1 2-1 16,1-3 0-16,1 3 2 0,0-3 0 0,2 0 1 0,-1 0 2 15,3-1-3-15,-2-3 1 0,2 0-2 16,-1 0 0-16,1-2 1 0,2-1 1 0,0-1 0 16,-7-2 1-16,12 2-3 0,-12-2 5 0,10 0-7 15,-10 0 3-15,11-4-1 0,-6 1-2 0,-5 3-1 0,9-8-1 16,-6 4 1-16,2-2 2 0,-2-1 0 0,0 1-2 16,1-2 1-16,-1-1-2 0,-1-1 1 15,2 0-1-15,-1 1-2 0,1 2 1 0,0-1-3 16,-1 1 0-16,-3 7-1 0,4-9 0 0,-1 5-3 15,-3 4 2-15,3-4-1 0,-3 4-3 0,0 0 2 0,0 0 3 16,0 0-1-16,0 0-2 0,0 0 2 0,16 10-1 16,-15-5 8-16,-1-5-2 0,3 10-2 0,-2-3 1 15,0 0-1-15,2 0 5 0,-3-7-5 0,1 12 0 16,0-5 1-16,2 0-2 0,-3 3-16 0,1-5-21 16,2 2-22-16,-1 1-25 0,1-2-39 0,1 0-15 15,0 0-19-15,-1-1-29 0,4 0-95 0,-1-2-305 16,-1 0 136-16</inkml:trace>
  <inkml:trace contextRef="#ctx0" brushRef="#br0" timeOffset="-164660.08">24252 13314 134 0,'-3'-9'164'0,"3"9"-9"0,0 0-9 16,0 0-8-16,0 0-9 0,-15 14-6 0,10-3 1 0,0-1-7 15,-2 1-10-15,1 4-8 0,0 1-4 0,2-4-12 16,1 3-4-16,-1-3-6 0,2 4-9 0,-1-3-6 16,6-2-3-16,-1-1-7 0,0-1-4 0,1 1-3 15,0-5-3-15,3 4-4 0,0-4-3 0,0-2-2 16,5-1 1-16,0 1-5 0,1-2 1 0,1-2-4 16,0-2-3-16,0 1-1 0,0-2-1 0,1-3-6 15,-3 1 1-15,4-4-1 0,-3 2 3 0,0-3-3 16,1 1 0-16,-5 1-4 0,2-5 3 0,-2-1-3 15,-2 4 3-15,-2 0-6 0,0-3 0 0,-1 1 0 16,1 2-1-16,-2 1 0 0,-1 1 3 0,-1 1 3 16,0 8-1-16,-2-10 2 0,2 10-8 0,-3-7 3 15,3 7 2-15,0 0-2 0,0 0 1 0,-23 12 4 16,16-5-6-16,-1 3 0 0,-1 2 3 0,0-1-4 16,4 2 2-16,1-1 1 0,2 1-3 0,0-2-12 15,2 1-24-15,0 0-30 0,4-2-39 0,1 4-39 16,2-4-43-16,3-1-159 0,-1-1-371 0,9-1 164 15</inkml:trace>
  <inkml:trace contextRef="#ctx0" brushRef="#br0" timeOffset="-164494.55">24862 13499 92 0,'6'-5'276'0,"-2"2"-8"0,1-2-15 15,0 0-8-15,-5 5-22 0,5-8-22 0,-2 3-20 16,-3 5-16-16,5-7-19 0,-5 7-16 0,4-6-28 15,-4 6-33-15,3-5-37 0,-3 5-47 0,0 0-58 16,0 0-51-16,0 0-33 0,0 0-30 0,0 0-118 16,0 0-330-16,-29 13 146 0</inkml:trace>
  <inkml:trace contextRef="#ctx0" brushRef="#br0" timeOffset="-163997.16">22743 13827 126 0,'-11'1'129'15,"11"-1"-10"-15,0 0-1 0,0 0 3 0,0 0 12 16,0 0-6-16,0 0 2 0,0 0-1 0,32 5-3 16,-11-5-7-16,8 1-5 0,3 1-9 0,4-1-8 15,16 3-8-15,2-4-5 0,6 0-8 0,6 2-3 16,29-2-7-16,2-4-3 0,-2 2-3 0,-1-2-5 15,7-1-4-15,8 4 4 0,-4-3-9 0,1 2-2 16,1 0-4-16,-3 0-7 0,-6-1-1 0,-5 0-3 16,2 1-1-16,-31-5-4 0,2 3-1 0,29-1-2 15,-31-1 0-15,1 1-3 0,-1-1-4 0,1 3-1 0,-5-4 4 16,0-1-7-16,-20 6 2 0,-2-4 0 16,-1 3 0-16,-6-3 3 0,-3-1 1 0,-9 5 6 15,-1 0 3-15,-1-2-3 0,-4 1 3 0,-2 1-8 0,-2-1-1 16,-2 3-1-16,-7 0 1 0,11-3-13 0,-5 1-17 15,-6 2-24-15,0 0-27 0,0 0-27 0,0 0-32 16,0 0-21-16,0 0-40 0,-33-5-196 16,12 5-414-16,-7 0 184 0</inkml:trace>
  <inkml:trace contextRef="#ctx0" brushRef="#br0" timeOffset="-162403.22">22750 13869 25 0,'0'0'102'0,"-19"-4"-5"0,10-1-1 16,-2 0-11-16,0 0 3 0,0 2-1 0,-2-4-6 0,-1-3-11 15,0 1-2-15,0-1-10 0,-3-2-2 0,2 0 5 16,-2-2-3-16,3 2-4 0,-2-2 0 16,3 1-5-16,-5-7-1 0,5 4-1 0,-2-5-8 0,6 3-8 15,0-5 11-15,1-1-7 0,-2 0-2 0,5-2-5 16,0-2 6-16,1-1-9 0,1-3-1 0,2-2-6 16,4-13 0-16,-2 15 1 0,4-16-4 0,2 2-8 15,3-3 5-15,-1-2-2 0,4 3-1 0,-1 2 2 16,4-2 1-16,1 3 2 0,0-3-5 0,1 4 4 15,1-4 1-15,0 3-2 0,0-3 2 0,2 0-3 16,-1 2 0-16,1 3 2 0,-3-1 7 0,-4 11-13 16,6-10 1-16,-4 13-3 0,-3-3 5 0,-1 0 1 15,1 2 0-15,2-1-8 0,-4 3 4 0,-2 3 2 16,4-2 0-16,-2 3-1 0,0 1 1 0,2 1 6 16,-5 7-3-16,7-6 4 0,-6 4-4 0,3 2 3 15,-2-1-5-15,8-4-1 0,-6 5 7 0,5-3-6 16,3-2-1-16,0 2-2 0,0-2-1 0,2 1 2 15,-2 4-3-15,6-2 0 0,-1 0 0 0,2 2 4 16,1-2 3-16,0 3 1 0,0-2-2 0,2 4 1 16,-1-1-1-16,-1-1-1 0,-1 3-3 0,0 2 0 15,-1-3 2-15,-6 6-1 0,-1 0 1 0,0-3-3 0,1 2 1 16,3-3 2-16,-3 5-3 0,-1-2 2 16,1 1 0-16,0-1-3 0,7 1 2 0,-9-3 2 15,9 3 1-15,-1-2-1 0,1 2 0 0,-7 1 1 16,6-2 0-16,-5 2-2 0,0 2 3 0,7-3-2 15,2 1 5-15,0 2-3 0,0-1-2 0,3-1-3 0,0 2 5 16,1 2-2-16,-1-1-1 0,1-3 0 16,0 6-3-16,0-3 5 0,2 2-3 0,-2-3-3 15,-1 2 4-15,-1-1-4 0,0 3 1 0,-4-2 1 16,3 1-1-16,-1-3-2 0,-5 3 2 0,7 0 0 0,-4-1-1 16,7 2 0-16,-7-1 3 0,5 1-4 15,-1 3 1-15,-1-3 1 0,-4 2 0 0,3-3 0 0,1 3-4 16,-2-2 1-16,1 3 1 0,0-2-1 15,-1-1 1-15,-1 2 0 0,2 0 1 0,-2-1 0 16,2 3 1-16,-2-1 0 0,1 0-2 0,0 0 2 0,0 1 0 16,-1-2-3-16,1 0 0 0,-3 2 3 15,1 0 3-15,-6 0-7 0,1-1 1 0,6 4 4 16,0 0-2-16,4 0 1 0,-6-1 2 0,5 2-5 16,-3-4-2-16,1 3-1 0,2-1 4 0,-4-1-3 15,2 4 3-15,-3-1-3 0,0-1 0 0,-6-1 4 0,1 0-2 16,1 1 0-16,-4 3-2 0,0-5 3 0,1 3-3 15,0 1 1-15,-1 1 1 0,-3 0-2 0,2 1-1 16,-4 3 1-16,3-1 0 0,-3 0 2 0,1 1-2 16,-1 0-1-16,1 2 0 0,-1-1 1 0,6 6 1 15,-2-1-1-15,-1 1 2 0,0-2-2 0,2 0-2 16,-5-4 5-16,1 1-1 0,3 4 0 0,-3-4-4 16,-1 0 0-16,-2 2 3 0,3 4 0 0,-3-1-3 15,-1-2 4-15,-1-2-3 0,-3 0-1 0,1 2 2 16,0 0 1-16,0 5 1 0,1 0-3 0,-3 2 2 15,-3-1 3-15,2-1-5 0,-4-4 4 0,0 4-1 16,0 1 0-16,0-1-3 0,0 2 2 16,0-1-2-16,-2 0 1 0,0 0 0 0,2-1 0 15,0-4 3-15,-4 0-1 0,3 6-1 0,-1-1-1 0,0-5 2 16,2-1 4-16,-2 1-5 0,-2-1 3 0,-1 0-3 16,-4 5 3-16,2-6 4 0,3 7-2 0,-3-6-2 15,1 0 3-15,0-1-3 0,-4 5-1 0,1 2 2 16,3-1-2-16,0-6 2 0,-1 6 2 0,-1 1-4 15,1-6 2-15,-5 5 1 0,6-6-3 0,-7 5 0 16,3 0 3-16,-3 1-1 0,-1-1-3 0,1 0 0 16,4-4 0-16,-5 3 1 0,1 1-1 0,-1-3-1 15,4-1 2-15,0-2-1 0,-5 4 0 0,3-4 1 16,-3 5-2-16,3-6 0 0,1 1-2 0,-5 3 2 16,1-1 0-16,-1-4 1 0,-1 6 1 0,1-7-2 15,2-1 0-15,-2 0-1 0,-2 1 2 0,3-1-1 16,-2 0-1-16,-5 3 4 0,4-3-3 0,-3 1-1 15,4-2 0-15,-1-1 0 0,1 1 2 0,0-1-3 16,2 0-1-16,-1 1 2 0,1-3 4 0,-1-1-5 16,5 0 2-16,-6 0 1 0,2 3-2 0,-1-3 0 15,1-1-3-15,-3 2 4 0,2-1 1 0,-5 1-3 16,-4 1-3-16,6-4 5 0,-8 5-2 0,-3-1-1 16,1 1 0-16,-2-3-1 0,4 3 4 0,-2-2-5 15,1 0 2-15,6-3 2 0,4 2 0 0,-4-2-2 16,5 2 3-16,0-3-2 0,-1 0 1 0,1 1 1 15,1 0 3-15,0-1-6 0,-1 0 1 0,-1 0 1 16,-3-1 0-16,-6 0 0 0,7-2 2 0,-7 2-2 16,-2-1 0-16,1-1 4 0,-2-2-5 0,-2 1 0 15,0 0 2-15,3-1 0 0,-2 2-4 0,2-1 3 16,-2-1 0-16,0 3-1 0,1-3 1 0,3 0 0 16,-1 0 0-16,5 0 1 0,9-3 1 0,-3 6-13 0,4-3-8 15,1 0-12-15,1 0-20 0,5 0-25 16,6 0-37-16,-9-3-51 0,9 3-45 0,-9-4-145 15,9 4-383-15,0 0 170 0</inkml:trace>
  <inkml:trace contextRef="#ctx0" brushRef="#br0" timeOffset="-161670.8">25659 12804 70 0,'-9'-3'84'0,"9"3"-7"0,0 0-2 16,0 0 8-16,-10-3 4 0,10 3-6 0,0 0 2 0,0 0-3 15,-8-2 0-15,8 2-5 0,0 0-3 16,0 0 13-16,0 0-11 0,0 0 3 0,-9-1-5 0,9 1-4 16,0 0-9-16,0 0-2 0,0 0-4 15,0 0-8-15,0 0-2 0,30-8-5 0,-18 7 2 0,7-1-5 16,-1-1-7-16,-5 1 5 0,0 2 0 15,6-2-2-15,-6 1-1 0,1 1-3 0,-1-1 1 0,-1-1-5 16,-1 1 7-16,-1 0 0 0,2-1-3 0,-1 1-3 16,-4 1-2-16,-7 0-1 0,16-2-2 0,-10 1-2 15,3-1 2-15,1 2-6 0,1-1-5 0,-2 1 2 16,0-2-3-16,-9 2 1 0,15-1-9 0,-6 1-14 16,1-1-11-16,-10 1-23 0,10 0-24 15,-10 0-30-15,9-2-28 0,-9 2-15 0,0 0-128 0,0 0-295 16,0 0 131-16</inkml:trace>
  <inkml:trace contextRef="#ctx0" brushRef="#br0" timeOffset="-161141.83">25814 12614 61 0,'0'0'141'0,"0"0"-9"0,-2-9-2 0,2 9-3 0,0 0 4 15,0 0-6-15,0 0-10 0,-2-10-7 0,2 10-11 16,0 0-10-16,0 0-4 0,0 0-12 0,0 0-7 15,0 0-8-15,0 0-2 0,0 0-10 0,0 0 2 16,0 0-3-16,0 0-1 0,0 0 1 0,0 0 3 16,0 0-1-16,0 0 0 0,0 29-1 0,0-20 2 15,0 3 6-15,-1-2-4 0,1 3-2 0,-2-2-5 16,2 5 5-16,-2-4 1 0,0 2-4 0,-2 1-4 16,2 0 5-16,-1 1-7 0,0-4 1 0,1 1-5 15,0-2-1-15,2 1 5 0,-4 0-3 0,3 0-3 16,-1 0 0-16,-2-1-5 0,2-1 2 0,0 7-4 15,-1-9-2-15,1 3 0 0,2-1 2 0,-2 0-5 16,-3 1-1-16,5-3-1 0,-3 3-2 0,2-3 1 0,1 1-2 16,-1-1-3-16,0-1 3 0,1-7-1 15,0 10-3-15,0-10-4 0,1 8 1 0,-1-8 2 16,0 7-3-16,0-7 6 0,0 0-1 0,5 7-1 16,0-4 0-16,-5-3-2 0,13 2-2 0,-8 0 0 15,-5-2 1-15,16 1-13 0,-10-1-20 0,5-1-18 0,-1-2-25 16,1 2-22-16,-2-2-30 0,2 0-22 15,-2-2-26-15,0 0-32 0,2 1-170 0,-4 0-403 16,2-2 179-16</inkml:trace>
  <inkml:trace contextRef="#ctx0" brushRef="#br0" timeOffset="-160962.35">25747 12765 136 0,'0'0'150'0,"0"0"-20"0,13-10-12 16,1 8-9-16,-3-1-12 0,1 1-20 0,7 0-23 15,-2-1-29-15,0 1-27 0,-5 0-34 0,1 0-29 16,1-1-68-16,-8 2-142 0,3 0 63 0</inkml:trace>
  <inkml:trace contextRef="#ctx0" brushRef="#br0" timeOffset="-160556.95">23663 13576 56 0,'0'0'113'0,"0"0"-7"0,0 0-13 0,0 0-22 16,4-21-24-16,-4 21-24 0,0 0-31 15,0 0-76-15,0 0-90 0,0 0 39 0</inkml:trace>
  <inkml:trace contextRef="#ctx0" brushRef="#br0" timeOffset="-146306.18">29983 12762 168 0,'2'-11'203'16,"-1"3"-9"-16,0 1 4 0,0 0-1 0,-1 7-11 16,2-11-12-16,-2 11-18 0,1-7-17 0,-1 7-19 15,0 0-14-15,1-7-10 0,-1 7-9 0,0 0-8 0,0 0-3 16,0 0-2-16,3 29-4 0,-6-14 1 15,2 3-11-15,-3 1-1 0,0 0-3 0,-1 5-4 16,-1 1-6-16,1-6 1 0,-2 4-9 0,2 3-3 16,-1-2-6-16,1 2 3 0,1-7-7 0,0 5 1 15,0-5-4-15,2 2-4 0,-2-2-6 0,1-2-7 16,1 0-27-16,-2-1-25 0,2-2-16 0,0 0-23 16,0-2-29-16,-1 0-35 0,2-4-29 0,0 0-26 15,-2 0-144-15,0-2-376 0,3-6 166 0</inkml:trace>
  <inkml:trace contextRef="#ctx0" brushRef="#br0" timeOffset="-145771.66">30018 12733 2 0,'9'-3'135'0,"3"2"-7"0,-2-2-6 16,-3 4-14-16,2 3-7 0,-2-1-13 15,0 3-7-15,0 0-11 0,-2 2 5 0,-3 0-2 16,0 1-12-16,-2 2-3 0,-3-3 2 0,1 3-1 16,-1-1-2-16,-4-1-7 0,1-1-2 0,-1 0 0 0,0 0-3 15,1-1-4-15,1-1 1 0,-2-1-1 16,2-1-2-16,0 2-7 0,0-2 11 0,1 0-19 16,4-4-3-16,-4 9-2 0,4-9 3 0,-2 9-2 15,2-9-2-15,5 10-17 0,1-7-14 0,2 2-14 16,5 0-8-16,-1-2-26 0,6 0-8 0,2 0-13 0,0-2-14 15,0-1-9-15,0 0 4 0,1 2 6 16,0-4 1-16,-2 2 11 0,-1-1 4 0,-3-2 9 16,-1-1 8-16,-4 0 18 0,1-1 12 0,-1 2 20 15,-1 0 15-15,-4-1 6 0,-1 0 12 0,-4 4 3 0,7-5 13 16,-7 5 5-16,3-5 3 0,-3 5-6 0,0 0 0 16,0 0 0-16,0 0 4 0,0 0-4 0,0 0-5 15,0 0-1-15,-27 7-3 0,23-4-1 0,0 4 1 16,4-7-8-16,-5 10 6 0,4-3-6 15,1 0-4-15,0-7 10 0,1 16 3 0,4-8-3 0,-2 3 3 16,1-2-6-16,0-1 4 0,1 0 7 0,-1 1-6 16,1 0 5-16,0 1 1 0,-3-3 0 0,2 1 0 15,-1-1-9-15,-2 0 6 0,0 3-3 16,1-3 2-16,-2-7-1 0,-3 14 11 0,-2-7-5 16,1 1-4-16,-3-1-2 0,-1 1-4 0,-1-2 1 0,-3 1-3 15,2-1-11-15,1-1-14 0,-2 1-22 0,2-2-16 16,2-1-25-16,2 0-23 0,-1-1-37 0,6-2-33 15,-10 3-108-15,10-3-285 0,0 0 126 0</inkml:trace>
  <inkml:trace contextRef="#ctx0" brushRef="#br0" timeOffset="-145479.84">30507 12914 36 0,'26'-6'171'15,"2"2"-9"-15,0 0-15 0,0 1-13 0,0 1-13 16,1 4-10-16,-8-1-11 0,0-2-13 0,0 2-8 16,0-1-5-16,-4 1-4 0,-3-1-10 0,-3 0-5 15,-1 1-5-15,2 0 8 0,-6 1 8 0,-6-2 13 16,11 0 8-16,-11 0 2 0,7 1 6 0,-7-1-5 16,0 0-4-16,0 0-3 0,0 0-2 0,0 0-3 15,0 0 2-15,-26 12-5 0,15-9-5 0,-3 6-7 16,2-4-6-16,-4 5-4 0,-1 1-5 0,3-1-7 15,0 3-1-15,0-2-4 0,1 2-6 0,1 0-15 16,-1-1-19-16,5 2-21 0,-2-5-31 0,2 5-37 16,2-2-49-16,1-3-38 0,1-1-48 0,0 3-144 15,3-5-402-15,1-6 177 0</inkml:trace>
  <inkml:trace contextRef="#ctx0" brushRef="#br0" timeOffset="-145301.86">30812 12820 142 0,'0'-19'256'0,"-2"2"-30"16,1 1-10-16,1 1-17 0,-1 5-11 0,1 0-15 15,-1 3-14-15,1 7-21 0,0-11-14 0,0 11-34 16,0 0-24-16,0-8-19 0,0 8-22 0,0 0-27 16,0 0-37-16,0 0-36 0,0 0-40 0,21 19-30 15,-12-12-135-15,1 3-301 0,1-4 134 0</inkml:trace>
  <inkml:trace contextRef="#ctx0" brushRef="#br0" timeOffset="-145040.15">31148 12748 108 0,'10'-2'134'0,"0"2"-10"0,0-2 2 16,-10 2-9-16,17 2-9 0,-8 2 0 0,1 1-6 15,-4 0-5-15,0 2-6 0,-1 2 7 0,-5 0-2 16,1 2-3-16,-3 1-6 0,-2 0-4 0,-2-2-4 15,-5 4-2-15,1-2-1 0,1-2-2 0,-4 2-4 16,3-4 3-16,-2 0-5 0,4 1-6 0,0-1-4 16,1-5-6-16,2 2-4 0,0 0-3 0,0 1-5 15,5-6-3-15,-6 5-9 0,6-5 1 0,-3 5 1 16,3-5-2-16,0 0-3 0,8 10-5 0,-1-6-5 16,4-1-16-16,4-1-19 0,-1-1-21 0,6 1-28 15,1-1-35-15,2 0-29 0,-1 1-25 0,-6-2-30 16,1 2-128-16,-6-1-341 0,2 2 150 0</inkml:trace>
  <inkml:trace contextRef="#ctx0" brushRef="#br0" timeOffset="-144773.83">31391 13001 20 0,'5'-3'177'0,"6"-2"1"0,-2-1 1 16,0 0-4-16,-3 1-5 0,3-2-17 0,-1 0-9 15,2-1-11-15,2 0-10 0,1-2-10 0,-2 4-10 16,2-6-2-16,-4 5-2 0,2-3 1 0,-3 3-5 15,0-2-7-15,-1 0-4 0,1-1-2 0,-2 2-3 16,-2-1 0-16,1 0-3 0,-2 5 6 0,0-2-4 16,-3 6-8-16,7-7-7 0,-7 7-8 0,4-5-9 15,-4 5-7-15,0 0-3 0,0 0-4 0,0 0-6 16,-19 15 1-16,11-5-4 0,-2 1-2 0,0-2 2 16,1 6-2-16,1 1-5 0,0-3 1 0,5-2-4 15,0 1-3-15,3-1-13 0,0 2-19 0,3 2-29 16,0 3-41-16,1-7-41 0,4-2-59 0,2-1-57 15,-1-1-170-15,4-3-451 0,0-1 199 0</inkml:trace>
  <inkml:trace contextRef="#ctx0" brushRef="#br0" timeOffset="-144589.5">31716 12749 1679 0,'-2'-25'42'0,"2"6"72"16,-4 1-32-16,-2 0-30 0,2 6 3 0,1 1 24 15,1 1 11-15,-1 2 0 0,1 1-19 0,2 7-6 16,-4-10-7-16,4 10-12 0,-2-6-16 0,2 6-8 16,0 0-10-16,0 0-16 0,0 0-34 0,21 6-32 15,-10 0-43-15,6 3-50 0,0 0-29 0,-3 2-143 16,0 0-362-16,-3 0 160 0</inkml:trace>
  <inkml:trace contextRef="#ctx0" brushRef="#br0" timeOffset="-143263.93">30330 13836 10 0,'-2'-11'208'0,"2"11"-16"0,0-9-15 15,0 9-19-15,0 0-16 0,0 0-16 0,0 0-6 16,0 0 0-16,0 0-8 0,0 0-1 16,-7 37-12-16,-1-21-6 0,-1 8-18 0,3-5-5 0,-7 5-8 15,2 2-3-15,-1-4-3 0,-1 1-7 0,7-4-5 16,-3-1-4-16,0-1-3 0,1-1-6 0,5-4-1 15,-4-2 1-15,3 2-3 0,-1-5-5 16,1 1 1-16,3-4 3 0,1-4 20 0,-4 9 10 0,4-9 6 16,0 0-8-16,0 0-10 0,0 0-5 0,0 0-2 15,-6-18-6-15,7 6-3 0,-1-4-6 0,3 0 3 16,-1-2-8-16,2-1-3 0,2 1 2 0,2-6 0 16,-3 5 4-16,2-7-9 0,3 3-5 0,1-6 4 15,3 7-4-15,3-5-2 0,-4 2 0 0,3 2 2 16,-4 8-5-16,-2-1 5 0,-2 7-3 15,-1 1-1-15,1 2-5 0,0 0-3 0,-3 3 1 0,-5 3-1 16,10 0 3-16,-10 0-1 0,12 13 1 0,-6-3 1 16,-1 5 3-16,0 0 5 0,-2 2 1 0,-1 2-1 15,0 0 1-15,2 0-2 0,-2-1 0 0,4-3-2 16,-3 2 1-16,-2-1 9 0,2 0-12 16,-1 0 5-16,5 0-5 0,-6-3 3 0,2 1-4 0,-1-2 5 15,0 0-3-15,0-4-4 0,3 5-19 0,-1-3-20 16,-2-1-21-16,1 0-24 0,-2-1-33 15,2-3-25-15,-3 2-42 0,0-7-19 0,2 10-160 0,-2-10-393 16,-1 8 174-16</inkml:trace>
  <inkml:trace contextRef="#ctx0" brushRef="#br0" timeOffset="-142149.95">30339 14001 6 0,'0'0'147'0,"2"-9"-8"15,4 6-12-15,2-2-4 0,1 0-21 0,3 3-2 16,0-2-17-16,1 0-9 0,8 1-7 0,-2 0-14 0,3 2-21 16,6-2-31-16,0 2-22 0,-6 0-14 15,6-2-17-15,-8 3-2 0,1-1-8 0,-6 1-3 16,4-3-8-16,-8 3 17 0,1-1-1 0,-4 0 10 16,0-1 5-16,-8 2 9 0,10-3 15 0,-7-1 9 15,-3 4 15-15,6-5-3 0,-6 5 2 0,4-8 2 0,-4 8 26 16,2-7 6-16,-2 7 12 0,1-7 11 0,-1 7 8 15,0 0 3-15,0 0 7 0,3-10-4 16,-3 10-5-16,0 0 7 0,0 0-6 0,4-7 2 0,-4 7-5 16,0 0-2-16,0 0-10 0,5-5 2 15,-5 5-1-15,0 0-3 0,0 0-9 0,0 0-4 16,0 0-8-16,2-5 1 0,-2 5-3 0,0 0-4 0,0 0-5 16,0 0 6-16,0 0-8 0,0 0-5 0,0 0 7 15,0 0-3-15,0 0-2 0,0 0 2 16,0 0-1-16,0 0 4 0,0 0 1 0,0 0 4 15,0 0 2-15,0 0-1 0,0 0 8 0,0 0-4 16,0 0 4-16,0 0 1 0,0 0 2 0,0 0 1 0,0 0 2 16,0 0 8-16,0 0-8 0,0 0-5 15,0 0-4-15,0 0-2 0,0 0-2 0,0 0-4 0,0 0-1 16,0 0-3-16,0 0 1 0,0 0-5 16,0 0-2-16,0 0-5 0,0-10 3 0,0 10-7 15,7-3 0-15,-7 3 0 0,14-3 3 0,-3 2-3 0,1-1-3 16,-1 1 2-16,2-1 0 0,0 1-7 0,0 1-4 15,-2 0-6-15,0 1-6 0,-1-2-6 16,0 1-5-16,-10 0-3 0,11-3-5 0,-11 3-5 16,11 0 1-16,-11 0-1 0,7-1 6 0,-7 1 3 15,0 0 0-15,0 0 9 0,11-3-2 0,-11 3 1 16,0 0 3-16,0 0 2 0,0 0 2 0,0 0 1 0,0 0 0 16,0 0 3-16,0 0 2 0,0 0-5 0,0 0 4 15,0 0 2-15,0 0 3 0,0 0-6 0,0 0 11 16,0 0 5-16,-32 5 12 0,28 3-2 15,0-3 2-15,-1 5 10 0,0 1-5 0,-3 4 3 16,3 1-3-16,1-1 2 0,-1 2 3 0,1-1 0 0,-1 2 0 16,4 0-2-16,-2-2-3 0,1 0 0 0,0 2-3 15,0-1 0-15,1-6-3 0,1 0-2 16,1 0 0-16,-2-2-1 0,1 1 1 0,0-3-5 16,-2 1 1-16,2-8 6 0,-2 10-3 0,2-10-3 15,-4 10 1-15,0-7-2 0,4-3 1 0,-9 4-5 0,9-4 3 16,-10 0 1-16,10 0-1 0,-10-1-1 0,10 1-3 15,-11-6 6-15,4 1-7 0,7 5 1 16,-5-6 2-16,2 2-3 0,3 4-1 0,-5-7 2 16,5 7 0-16,0 0-4 0,-3-8-1 0,3 8 0 15,0 0-3-15,8-7 0 0,-8 7 1 0,13-4-1 0,-6 3-5 16,2-2-13-16,5 3-8 0,-1-2-10 0,3 1-11 16,3 0-10-16,-1-2-6 0,-2 3-19 15,-2 0-14-15,4 0-18 0,1-3-13 0,-1 0 2 16,-4 2-4-16,-1-1 5 0,1 0 4 0,-2 0 9 15,-1-3 14-15,-1 2 9 0,-1-1 15 0,-2 0 16 16,2-2 14-16,-3-1 5 0,2 0 16 0,-3 0 10 0,-1 1 21 16,1-2 15-16,-4 3 19 0,-1 5 10 0,4-14-7 15,-4 10 6-15,0 4 2 0,2-9-1 16,-2 9 2-16,0 0 0 0,0 0-13 0,0 0-7 16,-5-10 10-16,5 10-11 0,0 0 1 0,0 0-2 15,0 0-14-15,-18 19 6 0,16-13 9 0,-2 1-10 0,3-1-1 16,-1 1-8-16,2-7 7 0,2 15-11 0,-1-2 4 15,0-5 6-15,3 2-7 0,-1-2 1 16,2 1 3-16,1-1-5 0,1 0 7 0,-4-1-6 16,1-1 14-16,-1 1-7 0,1-2-4 0,-4-5 4 15,5 10-2-15,-4-5 1 0,-1-5 11 0,1 9 4 0,-1-9 3 16,-6 11 2-16,2-5-5 0,-1 0-7 16,-3 0-2-16,-2 0 6 0,1 1-8 0,-2-3-18 15,3 0-7-15,-2 0-26 0,3 0-15 0,1-2-27 0,6-2-14 16,-11 4-9-16,11-4-24 0,-7 4-20 15,7-4-81-15,0 0-243 0,0 0 108 0</inkml:trace>
  <inkml:trace contextRef="#ctx0" brushRef="#br0" timeOffset="-141989.25">31369 14022 64 0,'7'0'93'16,"-7"0"-25"-16,16 2-19 0,-9-1-25 0,1 1-25 16,-3 2-19-16,2-1-27 0,-1 0-50 0,-5 3 23 15</inkml:trace>
  <inkml:trace contextRef="#ctx0" brushRef="#br0" timeOffset="-141883">31420 14094 43 0,'0'0'42'0,"-5"6"2"0,5-6 2 15,-3 5-5-15,3-5 4 0,0 0-2 0,0 0-17 16,-5 7-2-16,5-7 4 0,0 0 0 0,0 0-7 15,9 9-3-15,-9-9-17 0,18 2-13 0,-10-2-21 16,3-1-35-16,3 0-73 0,4-2 33 0</inkml:trace>
  <inkml:trace contextRef="#ctx0" brushRef="#br0" timeOffset="-141471.83">31753 13949 23 0,'3'-6'188'0,"-3"6"-22"15,0 0-14-15,0 0-17 0,0 0-12 0,0 0 7 16,0 0 7-16,7 17-3 0,-7-17 16 0,-2 19-8 16,0-9-15-16,-1 2-5 0,-1 4-7 0,-1 0-2 15,2-5-9-15,1 1-13 0,-4-2-6 0,3 3-8 16,1-3-9-16,0-4-5 0,0-1-7 0,2-5 3 16,-3 11 3-16,3-11 11 0,-1 9 8 0,1-9 7 15,0 0-7-15,0 0-6 0,0 0-6 0,0 0-6 16,0 0-13-16,0 0-3 0,2-27-5 0,0 17-14 15,2 0 8-15,1-5-4 0,1 4-15 0,2-5 9 16,-1-2-4-16,7-4-9 0,-1 0-2 0,2 1-4 16,2-4-4-16,-2 3-1 0,1 0-4 0,-6 9 4 15,3-3-5-15,-3 5 1 0,-1 2 0 0,-1 0-3 16,-2 2-1-16,-1 4-4 0,0-1 2 0,-5 4 1 16,12-2 1-16,-12 2 1 0,10 9 0 0,-4-2-1 15,1 3 1-15,-2 2 5 0,0 3 1 0,-4 0 5 16,3 1 1-16,-1 0 3 0,-2 2-1 0,-1-1 0 15,1 1 0-15,0-1 2 0,1-1-5 0,-1 1 4 16,2-4-7-16,-5 2-11 0,2-3-23 0,2-1-28 16,-1 1-29-16,-1-3-43 0,1 1-44 0,1-2-46 15,-2-2-48-15,0-6-151 0,-2 13-454 0,1-7 200 16</inkml:trace>
  <inkml:trace contextRef="#ctx0" brushRef="#br0" timeOffset="-141324.83">31920 13972 59 0,'14'-3'101'0,"5"1"-25"0,-1 1-32 16,1-2-29-16,0 3-33 0,2-1-29 0,7-1-50 16,-7 1 23-16</inkml:trace>
  <inkml:trace contextRef="#ctx0" brushRef="#br0" timeOffset="-140913.92">32234 13950 1 0,'0'0'168'0,"6"-2"-10"16,-6 2-7-16,4-4-13 0,-4 4-11 0,9-1-11 15,-4-3-7-15,4-1-10 0,0 3-5 0,-2 1-22 16,3-3 2-16,1 2-9 0,0 1-4 0,1-2-5 16,-1 0-5-16,-1 0-6 0,-1 1-3 0,-4 0 0 15,1 0 2-15,-6 2-1 0,9-7 0 0,-5 5 6 16,-4 2 0-16,8-7 2 0,-8 7 8 0,2-5-1 15,-2 5-7-15,0 0-7 0,7-7-3 0,-7 7-8 16,0 0-4-16,0 0 0 0,0 0-1 0,0 0-5 16,0 0-1-16,0 21 8 0,-3-10 4 0,0 1-3 15,1 0-3-15,-3 3 1 0,0 0-1 0,1 2 3 16,1-2-3-16,-1 1 2 0,2 2-6 0,1-3-1 16,-2-2-1-16,2 2-2 0,-1-4 1 0,0 1-3 15,2 0-1-15,0-2-1 0,0-1-2 0,0 1-1 16,0-2 1-16,0-8-5 0,-1 10 1 0,1-10 2 15,-3 9-2-15,-1-4-1 0,4-5-5 0,-11 5-11 16,4-3-1-16,7-2-5 0,-9 2-3 0,9-2-6 16,-12-2-4-16,12 2-1 0,-9-4-2 0,9 4 1 15,-9-6-9-15,4 3 3 0,1-3 0 0,4 6 6 16,0 0-8-16,-3-10-1 0,3 10 1 0,0 0-8 16,0 0 1-16,8-13-2 0,0 11-13 0,-2-2-16 15,4 1-17-15,2 0-27 0,-1-2-31 0,3 1-23 16,-1-1-108-16,0 2-303 0,6-3 134 0</inkml:trace>
  <inkml:trace contextRef="#ctx0" brushRef="#br0" timeOffset="-140746.56">32452 13891 135 0,'0'0'134'0,"12"-5"-12"0,1 5-14 15,1-1-19-15,5 1-25 0,-1 1-20 16,4-1-38-16,-1 3-30 0,0 1-39 0,-21-4-40 0,32 9-111 16,-21-2 49-16</inkml:trace>
  <inkml:trace contextRef="#ctx0" brushRef="#br0" timeOffset="-140531.93">31871 14360 177 0,'0'4'179'0,"0"-4"-10"0,29 6-11 0,6-3-17 16,17 0-14-16,7-2-11 0,6-1-16 0,30-4-11 16,-2 1-11-16,-3 2-13 0,-29-4-15 0,4 3-5 15,-6 3-30-15,-7-3-38 0,-16 2-18 0,-3-1-21 16,-33 1-29-16,40 3-22 0,-40-3-84 0,0 0-213 15,27 12 95-15</inkml:trace>
  <inkml:trace contextRef="#ctx0" brushRef="#br0" timeOffset="-140243.41">32287 14545 125 0,'0'0'198'0,"0"0"-9"0,0 0-17 15,0 0-6-15,0 0-16 0,0 0-2 0,0 0-3 0,0 0-8 16,16 20-13-16,-16-20-14 0,4 15-4 0,-5-5-11 16,-1 2-9-16,-2-2-12 0,-6 4 3 0,1-1-8 15,-2 2-2-15,-1-2-7 0,-7 5-1 16,1-7-6-16,3 0 3 0,4-4-4 0,3 0-5 16,-1-1 1-16,0 0-8 0,1-2-6 0,3 2-1 15,0-2-5-15,1-1 4 0,4-3-2 0,0 0 1 16,7 13 0-16,0-8-5 0,14 0-2 0,8-1-1 15,4 0-6-15,6-2-3 0,17 0-22 0,-3-2-12 16,2 1-30-16,-5 2-28 0,-9-1-41 0,-4-4-70 16,0 4-230-16,-37-2-454 0,59 3 202 0</inkml:trace>
  <inkml:trace contextRef="#ctx0" brushRef="#br0" timeOffset="-140024.95">31936 15066 163 0,'37'0'184'0,"23"-3"-16"0,-3 0-18 15,9-1-16-15,30-1-24 0,-31-1-34 0,25-2-39 16,-30 5-37-16,2-4-36 0,-3 1-56 0,-7 2-57 15,-15 2-162-15,-5-1 71 0</inkml:trace>
  <inkml:trace contextRef="#ctx0" brushRef="#br0" timeOffset="-139332.65">32344 14557 76 0,'0'0'141'0,"-5"-7"-6"0,5 7-16 0,-7-7-5 16,7 7-12-16,-9-4-5 0,3 1-9 0,0-1-9 0,-3 2-17 16,1-1 0-16,8 3-5 0,-15-4-5 0,8 4-23 15,7 0-21-15,-11-1-28 0,11 1-31 0,-14 2-38 16,14-2-89-16,-11 3-191 0,6-2 85 16</inkml:trace>
  <inkml:trace contextRef="#ctx0" brushRef="#br0" timeOffset="-136972.06">30753 15086 59 0,'0'0'109'0,"0"0"-9"0,0 0-5 16,0 0-7-16,0 0-2 0,-10-1-7 0,10 1-6 16,0 0 1-16,0 0-4 0,0 0-1 0,0 0 6 15,0 0-18-15,0 0-3 0,0 0-8 0,0 0-2 16,0 0-6-16,0 0-7 0,0 0 4 0,0 0-7 0,0 0 5 15,-9 3-13-15,9-3 3 0,-8 3-3 16,8-3 2-16,-14 6-3 0,5-2 3 0,0-2-9 16,-2 3-1-16,2-4 1 0,-2 3-3 0,0 0-2 15,-2-2 1-15,3 2-1 0,-3 0-2 0,0-2-2 16,-1 0 6-16,0-1 0 0,1 1 4 0,1 1-7 16,0 0 8-16,-2-2-6 0,2 3 7 0,1-2 1 15,1-2 2-15,2 0 2 0,8 0 3 0,-13 3 2 16,13-3 2-16,-9 0-3 0,9 0 0 0,-7 2-6 15,7-2 6-15,0 0 0 0,-9 0-1 0,9 0-1 16,0 0-6-16,0 0-1 0,0 0 0 0,0 0-3 16,0 0 4-16,0 0 0 0,0 0 0 0,-12 0-1 15,12 0-1-15,0 0-1 0,0 0 3 0,0 0 4 16,0 0 0-16,0 0 0 0,0 0 3 0,0 0 1 16,0 0 6-16,37 1-1 0,-17 0 2 0,8-1-3 15,2 0-2-15,4-1 0 0,4 2 3 0,16-2 0 16,0 0-4-16,3-1-1 0,0 2 0 0,5 0-3 15,-2 0-4-15,7 0-1 0,-12 2 0 0,9-1-3 16,27 2 0-16,-32-1-2 0,1-1 1 0,0 0-1 16,0 1-4-16,1-1 1 0,-1-1-3 0,2 2 2 15,-5-4-32-15,-1 2 3 0,-1-2 4 0,4 1 7 16,-2 0-5-16,1 0 6 0,2 1 0 0,-1 1 2 16,1-1-2-16,0-1 3 0,-1-1-2 0,0-1 6 15,1 0-3-15,-9 0 2 0,4-3-1 0,-17 5 4 16,17-2-5-16,-14 0 7 0,9 1-5 0,-13 1 3 15,1-1-2-15,-38 2-3 0,72-3 2 0,-35-1 1 16,-2 1 4-16,0 2-5 0,-35 1 4 0,65-5 1 16,-33 3-2-16,-32 2 32 0,57-6-5 0,-30 4-5 15,-27 2 2-15,56-6-6 0,-56 6-1 0,50-6-1 16,-50 6-4-16,48-6 3 0,-27 1-2 0,-21 5-3 16,39-8-2-16,-39 8 1 0,40-12-4 15,-40 12 0-15,34-13 2 0,-34 13-5 0,30-11 4 0,-30 11-1 16,28-13-1-16,-28 13-1 0,28-18-2 0,-28 18 1 15,20-14 0-15,-20 14 3 0,22-22-5 0,-22 22 2 16,22-26-2-16,-22 26 4 0,18-30-10 0,-18 30 10 16,16-31-2-16,-7 6 0 0,-9 25 0 15,14-50-9-15,-6 26 11 0,-2-5-3 0,1 1-2 16,-1-2 3-16,1 0 1 0,-7 30-2 0,10-57-1 16,-8 27 1-16,1-4 1 0,-3 34-2 0,4-63 0 15,-3 31-6-15,0-1 1 0,-1 33 3 0,2-61 0 16,-2 28-3-16,0 2-3 0,0 31 2 0,-4-63-4 15,0 30-3-15,-1 0 0 0,0 1 2 0,-4 1-1 16,0 0-1-16,-3 1-8 0,1-4 5 0,-3 1 0 16,-4 2 1-16,1-1 0 0,-4 2 3 0,-9-10-1 15,7 12-2-15,0 1 4 0,-1 0 0 0,-3 1 0 16,1 2 2-16,-2 1 4 0,5 1-4 0,-2 3 3 16,-2-1 3-16,0 2 1 0,4 1-1 0,-5 0-8 15,4 1 13-15,-1 4-5 0,0-3 0 0,25 15-1 16,-53-27 1-16,28 18 5 0,-2-2-6 0,-2 1 2 15,-1-2 0-15,0 4 3 0,-2-3-2 0,-3 1-2 16,-2 1 3-16,1 2 3 0,-2 0-5 0,-12-2 1 16,10 3 0-16,-9 1 3 0,12 3 2 0,-2-1-6 15,3 0 4-15,-2 0 2 0,1 2-1 0,4-3 0 16,-4 2-2-16,3 1 3 0,1-1-4 0,1-1 3 16,-1 2-3-16,-1-1 0 0,-1 2 1 0,2 2 3 15,-2-4-8-15,1 4 6 0,-2-1 1 0,2 2-4 16,-7-1 1-16,4 2-1 0,0 0 3 0,-2-1-2 15,0 0 2-15,0 1-1 0,1 0 1 16,-13 1-1-16,15-1-1 0,0 1 3 0,0-2 0 16,1 1 1-16,-2-1-4 0,2 1 2 0,1 0-1 0,2 2-2 15,-2-1 2-15,1-1 1 0,3-1-2 0,0 2 4 16,-1 0 1-16,3 0-2 0,-1-1 1 0,1 3 0 16,6-4-3-16,-7 4-3 0,-3-1 2 0,4 1 0 15,-2-2 2-15,1-1-2 0,1 0 5 16,0 5-6-16,0-4 5 0,1 0-1 0,0 1-3 15,5-3 3-15,2 2-2 0,-7 1-1 0,-3 0-2 16,10-1 6-16,-1 0-2 0,-5 2 1 0,4-2-5 16,3-1 6-16,-2 2-5 0,1-2 0 0,-1 1 3 15,-5 2 1-15,-1-1-4 0,5 0 5 0,-5 0-3 16,8-2 1-16,-3 1-1 0,-3-1-2 0,3 0 1 16,1 2 2-16,0-2-1 0,-6-1-2 0,5 1 4 15,-3 0-2-15,3 2 1 0,-5-3-2 0,7 2-1 16,-6-2 1-16,4 1-4 0,1-1 3 0,-1 1 1 15,-4-1 1-15,-3 1-1 0,2 1-3 0,7-1 1 16,-2-1 3-16,3 0-2 0,-8 4-1 0,0 0 3 16,6-1-3-16,-6 1 5 0,7-1 1 0,0-1 1 15,1 3 0-15,0-4 0 0,-2 1 0 0,4 2-1 16,-3-1-1-16,5 0 1 0,-3 1 0 0,1 1-1 16,2 0 0-16,-2 1 1 0,3-2-1 15,4 0 1-15,-5 2 0 0,4-3-1 0,11-6 1 0,-20 16 2 16,7-6 5-16,-1 0-1 0,4-1 3 15,-4 3-8-15,4-4 0 0,-1 0 2 0,0 5-3 16,-1-1 4-16,3-3-2 0,-2 5-3 0,0-4 1 16,0 4 2-16,2-5 0 0,3 2-4 0,-3 5 1 15,1-3 0-15,0 1 5 0,0 0 0 0,1 1-10 16,3-3 8-16,2 3 1 0,2-15-3 0,-5 30 2 16,1-15-1-16,2-2 0 0,2-13-2 0,0 31 0 15,-2-15 1-15,5 1-2 0,-1 0 1 0,2-1 1 16,-3 4 1-16,3-4 0 0,-1 1-2 0,1 2 1 15,1 1 1-15,0-1-2 0,0-1 2 0,3 1-2 16,2 5-1-16,3 1 1 0,-1-4-2 0,1 3 6 16,0 0 2-16,1-2-11 0,-5-4 7 0,10 3 1 15,-4 1 1-15,2 0-3 0,1-1-7 0,0 1 11 16,1-1 0-16,1-3-5 0,-2 2 2 0,3-1-1 16,-3 0 0-16,2 0 0 0,-3-6-1 0,6 5 0 15,-1-1-1-15,0-1-1 0,3 2 1 16,-2 0 0-16,2-4 0 0,0 0-2 0,-1 2-4 15,1-5 9-15,0 2-3 0,-1-3 0 0,-4-1 0 16,7 2 1-16,0-1-2 0,-2 1-1 0,3 0 2 0,-3 0-3 16,5-3-1-16,-1 2 4 0,2-3-2 15,1 0 0-15,2 1 3 0,1-2-2 0,0-2 2 16,2 0-3-16,-1 0-1 0,3 0 2 0,0-1 1 16,-1-1-2-16,-1 0-2 0,-1 2 2 0,0-2 1 15,1 0-1-15,-2-2 1 0,0 2-10 0,-1 1 9 16,-1-3 1-16,0 1-6 0,0 2 2 0,-2-2 0 15,-2 1-6-15,2-2-7 0,-2 0-8 0,0 1-3 16,0 0-12-16,-3 0-9 0,2 0-12 0,2 1-18 16,-8-1-12-16,8-1-29 0,-1 0-22 0,0 1-28 15,-2 1-30-15,1-2-125 0,0-2-349 0,2 1 156 16</inkml:trace>
  <inkml:trace contextRef="#ctx0" brushRef="#br0" timeOffset="-136604.08">31392 15537 183 0,'-10'0'235'0,"10"0"-11"15,0 0-19-15,0 0-12 0,0 0-21 0,0 0-27 16,0 0-17-16,0 0-31 0,29-10-18 0,-12 7-45 16,3 0-41-16,9 0-67 0,2-2-85 15,0 0-84-15,1 0-262 0,1 0 115 0</inkml:trace>
</inkml:ink>
</file>

<file path=ppt/ink/ink37.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1-01-27T03:41:00.269"/>
    </inkml:context>
    <inkml:brush xml:id="br0">
      <inkml:brushProperty name="width" value="0.05292" units="cm"/>
      <inkml:brushProperty name="height" value="0.05292" units="cm"/>
      <inkml:brushProperty name="color" value="#FF0000"/>
    </inkml:brush>
  </inkml:definitions>
  <inkml:trace contextRef="#ctx0" brushRef="#br0">24910 2206 2 0,'-9'-2'34'0,"9"2"-5"0,0 0 7 16,0 0-8-16,-8-5 3 0,8 5-6 0,0 0 1 15,-8-1-9-15,8 1 7 0,0 0-2 0,0 0-4 16,0 0 8-16,-12-1-2 0,12 1 2 0,0 0-6 15,0 0 2-15,-10 0 1 0,10 0 4 0,0 0-3 16,-8-3 15-16,8 3-21 0,0 0 2 0,0 0 8 16,0 0 2-16,-13 0-4 0,13 0 16 0,0 0-17 15,0 0 0-15,0 0-4 0,-9 0 0 16,9 0 5-16,0 0-4 0,-10 0-6 0,10 0 2 16,0 0-9-16,0 0 5 0,0 0 0 0,-10 0-3 15,10 0-4-15,0 0 15 0,0 0-11 0,0 0-9 16,0 0 7-16,0 0-7 0,-9-5 1 0,9 5 5 0,0 0-5 15,0 0 1-15,0 0-4 0,0 0 4 16,0 0 7-16,0 0-7 0,0 0-4 0,0 0 0 16,0 0 5-16,0 0 10 0,0 0-12 0,0 0-1 15,0 0 15-15,29 5-5 0,-16-3 1 0,1-2-2 16,0-2-5-16,7 2 17 0,-2-2-12 0,4 2 3 16,-2-1-2-16,7 2-4 0,-7-1-3 0,1 2 8 15,-1-2-10-15,9 0 9 0,0 0-4 0,0 2 1 16,-2-1-2-16,2-1 6 0,0 0-3 0,-1 0 5 15,1 1-4-15,-2-1 1 0,2-1 2 0,-1 2-2 16,0-1-6-16,-1 1 3 0,1 1 12 0,0-1-10 16,0-1-2-16,-2 2-3 0,1-1 3 0,4 1 2 15,-1-2 0-15,-2 2 6 0,3-2-13 0,-2 0 6 16,0-2 4-16,2 4-4 0,-2-1 1 0,-1-1-2 16,2 3-1-16,-11-3-1 0,8 1-1 0,-5-1-1 15,-2 2-2-15,2-2 3 0,-2 1 6 0,-2 1-5 16,0 0-2-16,-1 0 2 0,-5-2-2 0,5 1-1 15,-3-1 6-15,2 3 0 0,0-2-1 0,-3 1 9 16,4-2-6-16,0 2 3 0,1-1-6 0,0-1 5 16,1 0-1-16,0 1 4 0,0 0-1 0,-1-1 0 15,2 2-1-15,0-2-5 0,0-2 2 0,-2 4-6 16,0-4 7-16,3 2 1 0,0 3-6 0,-1-3 3 16,1 0-1-16,0 1-2 0,-1 0-2 15,8-2 5-15,-9 4-2 0,-2-3-4 0,4 0 5 16,-3 0 0-16,1 1 3 0,0-1-4 0,1 3-3 15,0-2-5-15,2 1 1 0,-2-2 11 0,0 3-1 0,6-3-4 16,-6-1-1-16,0 3 0 0,2-3 3 0,-2 1-1 16,0 3-2-16,0-2-1 0,-2 0 1 15,1-3-3-15,-2 2 4 0,0 1-3 0,1-2-1 0,0 1 3 16,-1 1 0-16,0 0-4 0,0-1 3 16,0-2-7-16,2 3 6 0,-1-2-5 0,2 3 5 15,-2-3 0-15,1 2 3 0,-3-1-4 0,2 0-2 16,-2 2 1-16,2-2-3 0,-2 1 5 0,-3-1-1 0,5-1-2 15,-6 2 2-15,-1-1 0 0,7 2-1 0,-4 0 0 16,1-2 0-16,-3 0 1 0,4-2 0 0,3 2-6 16,-7 0 3-16,6-3-2 0,-2 4 6 15,3-1-4-15,-2 2 4 0,2-4-10 0,-1 4 10 16,0-2-8-16,0 0 6 0,-1-2-3 0,-1 1 3 16,0 1-3-16,-4 1-1 0,0 1 6 0,1-2-7 15,-1 0 7-15,-1 2-3 0,1 0 0 0,1-3 6 16,-3 0-4-16,0 2-3 0,0-1 3 0,0 0-2 15,0 0-1-15,-1 1 1 0,0 1 1 0,0-2 2 16,1-2-1-16,-2 2 0 0,-9 0 1 0,13 0 1 16,-3 2 3-16,-1-4-14 0,1 2 14 0,-10 0-4 15,14 0-1-15,-14 0 3 0,12 0-2 0,-12 0 2 16,11 2-2-16,-3-2 1 0,-8 0-6 0,11 0 2 16,-11 0 4-16,12 0-4 0,-12 0-3 0,9-3 9 15,-9 3-2-15,7 1-4 0,-7-1-2 0,0 0 3 16,0 0-2-16,11-2 0 0,-11 2 3 0,0 0 4 15,0 0-5-15,10-2 5 0,-10 2-6 0,0 0 6 16,10 0-4-16,-10 0 6 0,0 0-5 0,11 0 4 16,-11 0-6-16,0 0 7 0,0 0-4 0,9 0 8 15,-9 0-8-15,0 0 3 0,0 0-2 0,7 2 0 16,-7-2-2-16,0 0 1 0,0 0 5 0,0 0-4 16,0 0 3-16,0 0-3 0,0 0 6 0,0 0-5 15,0 0 3-15,0 0-4 0,0 0 7 0,0 0-6 16,0 0-2-16,0 0 1 0,0 0-2 0,0 0 4 15,0 0-6-15,0 0 3 0,0 0-3 0,0 0 2 16,0 0-1-16,0 0-2 0,0 0 2 0,0 0-2 16,0 0 3-16,0 0 0 0,0 0-3 0,0 0-1 15,0 0 3-15,0 0 5 0,0 0-4 0,0 0-2 16,0 0 3-16,0 0 0 0,0 0-1 0,0 0-3 16,0 0 4-16,0 0 1 0,0 0-3 0,0 0-2 15,0 0-1-15,0 0 1 0,0 0 7 0,0 0-7 16,0 0 3-16,0 0-6 0,0 0 1 0,0 0 5 15,0 0-5-15,0 0 0 0,0 0 2 0,0 0-2 16,0 0 1-16,0 0 1 0,0 0-3 0,0 0 5 16,0 0-3-16,0 0 1 0,0 0-4 0,0 0 5 15,0 0-3-15,0 0 3 0,0 0-5 0,0 0 3 16,0 0-2-16,0 0 1 0,0 0 3 0,0 0 0 16,0 0-3-16,0 0 3 0,0 0-3 0,0 0 1 15,0 0 1-15,0 0 1 0,0 0-5 16,0 0 6-16,0 0-4 0,0 0 5 0,0 0-6 0,0 0 4 15,0 0-4-15,0 0 2 0,0 0-2 0,0 0 5 16,0 0-5-16,0 0 2 0,0 0-4 0,0 0 4 16,0 0 0-16,0 0 0 0,0 0-1 15,0 0 0-15,0 0-3 0,0 0-11 0,0 0-13 0,0 0-24 16,0 0-22-16,0 0-33 0,1-12-39 16,-1 12-39-16,0 0-159 0,0 0-371 0,-3-10 164 0</inkml:trace>
</inkml:ink>
</file>

<file path=ppt/ink/ink38.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1-01-27T03:41:32.945"/>
    </inkml:context>
    <inkml:brush xml:id="br0">
      <inkml:brushProperty name="width" value="0.05292" units="cm"/>
      <inkml:brushProperty name="height" value="0.05292" units="cm"/>
      <inkml:brushProperty name="color" value="#FF0000"/>
    </inkml:brush>
  </inkml:definitions>
  <inkml:trace contextRef="#ctx0" brushRef="#br0">30072 14595 53 0,'10'-1'86'0,"-10"1"-7"0,8-3-4 16,-8 3 5-16,0 0-9 0,0 0 8 0,9 0 4 15,-9 0-1-15,0 0 4 0,0 0-16 0,0 0 3 0,0 0-2 16,0 0 5-16,0 0-12 0,10-1 0 0,-10 1-6 15,0 0-5-15,0 0-2 0,0 0 0 16,0 0-7-16,0 0-4 0,0 0 1 0,0 0-9 16,0 0-1-16,0 0-8 0,0 0 2 0,0 0-2 15,0 0 0-15,0 0-6 0,0 0 2 0,0 0 0 16,0 0-7-16,0 0 5 0,0 0-7 0,0 0-1 16,0 0-3-16,0 0 6 0,0 0-6 0,0 0 2 0,0 0 7 15,0 0-14-15,0 0 8 0,-32-1-4 16,32 1 0-16,-9-2 1 0,9 2 0 0,-9-3-2 0,9 3 7 15,-9 0-6-15,9 0 3 0,-10-2-2 0,10 2-3 16,-9-2 3-16,9 2-1 0,-9-5 2 0,9 5 6 16,-9 0-8-16,9 0 3 0,0 0-1 0,-12-2-5 15,12 2 12-15,0 0-5 0,0 0 11 16,0 0-5-16,-7-1-1 0,7 1 8 0,0 0-3 0,0 0-3 16,0 0-4-16,0 0 4 0,0 0-2 0,0 0 1 15,0 0-9-15,39-1 3 0,-12-1-3 0,6 2 3 16,2-2-8-16,2 0 0 0,17 3 5 0,-16-1-4 15,-1-3 0-15,-1 2 1 0,-2 0-2 16,0 1 4-16,-1-2-2 0,1 3-7 0,-2-3 5 0,-1 2-1 16,0 1 4-16,-2-3-2 0,-7 3-4 0,-2-2 3 15,-1 0-3-15,-1-2 3 0,-5 4 0 0,-3-2-5 16,-1 2-2-16,-2 1 1 0,-7-2 6 0,11-2-1 16,-11 2-2-16,0 0 2 0,10-1 0 0,-10 1-3 15,0 0 0-15,0 0-9 0,0 0-13 0,0 0-7 16,0 0-26-16,-31 9-23 0,19-6-7 0,0-2-33 15,1 2-30-15,-7-1-118 0,-1 3-291 16,-2-1 129-16</inkml:trace>
  <inkml:trace contextRef="#ctx0" brushRef="#br0" timeOffset="514.09">30182 14360 50 0,'0'0'81'0,"-20"0"-7"0,20 0-1 0,-20 9-4 15,2-5-6-15,0 5-2 0,-6-1-9 0,2-1 2 0,-5 1 1 16,1 2-9-16,1-2 4 0,-2 3-12 16,7-5-1-16,3 1-1 0,5-4 4 0,-4 4-2 15,1 2 5-15,3-6 2 0,0 5-14 0,3-4-9 0,1 1 2 16,-1 2 1-16,4-3-3 0,0 1-1 15,5-5 1-15,-9 6-1 0,9-6 6 0,-7 7-26 16,7-7 11-16,-5 6-5 0,5-6 2 0,-7 6 6 16,7-6-3-16,0 0-4 0,0 0 8 0,0 7-15 15,0-7 16-15,0 0 1 0,6 9 8 0,-1-5-4 16,1 1 7-16,2-3 3 0,0 3-4 0,3-1-4 0,1 0-4 16,-2 1 1-16,4 0-3 0,-2-1-8 0,0 1 1 15,0-1 4-15,3 2-2 0,2 2 1 0,-3-1 0 16,-1-1-7-16,1 2 3 0,-4 0-8 15,0-2-10-15,-1 2-23 0,1-1-16 0,-1 2-13 16,0 1-32-16,-2-2-21 0,-1 2-105 0,-3-1-234 0,2 0 104 16</inkml:trace>
  <inkml:trace contextRef="#ctx0" brushRef="#br0" timeOffset="1356.46">30510 14556 47 0,'0'0'94'16,"0"0"-2"-16,0 0-7 0,0 0-6 0,0 0-2 16,0 0-8-16,0 0-4 0,0 0-3 15,0 0-8-15,0 0-4 0,0 0-10 0,0 0 4 0,0 0 7 16,0 0-3-16,0 0 1 0,0 0-5 0,-8 24 3 15,8-15 6-15,-1 4-2 0,0-3-7 0,-2 5-9 16,5-2-3-16,-4 4 8 0,1 2-4 0,0 0 9 16,1 0-12-16,0 6-7 0,-3-6 5 15,2 6-12-15,-2-1 4 0,1 0 5 0,-1 2-4 16,1 0 0-16,2-2 4 0,-2 0-2 0,1 2 20 0,0-1 0 16,-1 1-1-16,0-2-6 0,6 1-5 0,-6-6-3 15,5 6-3-15,-3-1-4 0,-1 1 4 0,-1-5-10 16,0 8 4-16,1-2-5 0,-2 0 4 15,-1 0-3-15,3 0-3 0,-4 3 0 0,0-2-1 16,0 0 1-16,2-3 1 0,4 4-4 0,-7 1 5 0,0-2-4 16,0-3-2-16,0 4 1 0,3-1-28 0,-2 0 5 15,-3-1-1-15,5 0 4 0,-3-2-2 0,7 3 3 16,-4-3-1-16,1 1 1 0,-2 0 4 0,0-6-2 16,5 2 11-16,-2 3-5 0,-3-5 1 0,4 6 3 15,-2-4 4-15,0-5-4 0,4 2 2 16,-2 0-4-16,-2 0 2 0,1-3 0 0,0-1 1 15,0-3-2-15,-2 7 0 0,0-3 0 0,1-1-1 16,1-4 1-16,-2 2 3 0,-1-3-1 0,2 1-2 16,-5 0 2-16,4-1-2 0,0-4-2 0,-1 2 0 15,1-2 5-15,3-5-3 0,-3 11 2 0,3-11 0 0,0 0-6 16,-7 9 4-16,7-9 0 0,0 0-3 16,0 0-5-16,-5 7-8 0,5-7-8 0,0 0-17 15,0 0-8-15,0 0-21 0,0 0-42 0,0 0-44 16,0 0-16-16,0 0-114 0,0 0-305 0,0 0 136 15</inkml:trace>
  <inkml:trace contextRef="#ctx0" brushRef="#br0" timeOffset="2036.66">29995 16077 25 0,'3'-8'174'16,"-3"8"-2"-16,0 0-8 0,0 0-13 0,0 0-10 16,0 0-11-16,0 0-15 0,0 0-13 0,0 0-13 15,0 0-9-15,0 0-8 0,0 0-1 0,0 0 0 16,0 0-9-16,0 0 2 0,-7 40-6 0,4-27-12 16,6 3 1-16,-3-3-4 0,1 3-2 0,1 0-5 15,0-1-7-15,0-2-1 0,3 3-3 0,-1-4 8 16,2 0-13-16,0-1-2 0,-1 0 4 0,3-1-5 15,2-3 0-15,0 2-2 0,1-4 0 0,0 0-1 16,-1 1 3-16,1-2-6 0,-5-2 6 16,5-1 0-16,-3-1 4 0,-8 0 0 0,14-1-1 15,-7-1 2-15,-1-1 1 0,-6 3 5 0,12-7 0 16,-10 1 3-16,4 1 0 0,-4-1-4 0,-2 6-3 16,6-17-2-16,-3 9-2 0,-3 8 2 0,5-13-3 0,-5 13-4 15,1-11 2-15,-1 11 3 0,1-12 2 0,-1 12-2 16,0 0 3-16,3-10-6 0,-3 10-6 0,0 0 7 15,0 0-11-15,0 0 2 0,0 0-6 0,0 0-1 16,0 0 0-16,0 0 1 0,0 0 4 16,1 30 4-16,-2-14-1 0,-2 1 5 0,1 7 34 15,-1-4-11-15,-1 6 11 0,-1 3-7 0,3-4-3 16,-3 1-5-16,2-7-3 0,1 7-1 0,-1-7-9 16,-1 2 4-16,3-3-3 0,0-1-2 0,1-1-2 15,-2-2-3-15,1-3 2 0,-3 3-3 0,4-2-2 16,0-2-1-16,0 0-2 0,-2 1-4 0,2-4-16 15,1 3-17-15,-1-3-10 0,0-7-11 0,0 10-16 16,0-10-17-16,0 0-12 0,0 0-19 0,-3 16-23 16,3-16-32-16,0 0-25 0,0 0-28 0,-1 10-140 15,1-10-391-15,0 0 174 0</inkml:trace>
  <inkml:trace contextRef="#ctx0" brushRef="#br0" timeOffset="2388.12">30325 16571 58 0,'0'0'162'0,"5"-5"-15"0,-5 5 10 16,0 0-4-16,0 0-8 0,0 0-2 0,0 0-10 15,0 0-15-15,0 0-1 0,0 0 0 0,0 0 1 16,0 0-16-16,0 0 1 0,-9 24-14 0,9-24-7 16,-3 9-2-16,3-9-1 0,3 12-6 0,-3-4-1 0,2-1-6 15,2-2-4-15,-4-5-7 0,8 12-4 16,-3-8 0-16,0 1-2 0,7-1-2 0,-2 1 7 15,0-1-2-15,4-3-11 0,-1 2 6 0,1-3-8 16,3 0 2-16,-5 0 1 0,2-3-8 0,-3 2-10 16,1 0 8-16,-3-4 4 0,4 2 1 0,-13 3-6 15,12-9 6-15,-5 2-4 0,-3 1 0 0,0-2-5 16,-3-2-7-16,-1 10 4 0,-3-19-5 0,-1 9-1 16,-3 0 2-16,-1 1-7 0,-2 1 2 0,0 1-3 15,0-1-1-15,-4 3 0 0,-3-1-6 0,3 6 4 16,-4 0-5-16,0 0-3 0,2 4 0 0,-3 1-18 15,2 1-24-15,0 3-28 0,0 3-42 16,2-2-53-16,5-3-72 0,-4 4-238 0,6-3-513 16,-1-2 228-16</inkml:trace>
  <inkml:trace contextRef="#ctx0" brushRef="#br0" timeOffset="32369.66">30702 11168 29 0,'0'0'26'0,"-3"-14"0"0,3 14-2 0,0 0-3 15,0 0 2-15,0 0-3 0,0 0 8 0,0 0-4 16,1-7 0-16,-1 7 1 0,0 0-4 0,0 0 0 16,0 0-4-16,0 0 0 0,0 0-8 0,0 0 4 15,4-6-4-15,-4 6-1 0,0 0-2 0,0 0 4 16,0 0-2-16,0 0-1 0,0 0-3 0,0 0 2 15,0 0-3-15,0 0 7 0,0 0-6 0,0 0-1 16,0 0 4-16,8 17-2 0,-8-17 0 0,5 2-4 16,-5-2 5-16,8 2-1 0,-8-2 8 0,0 0-6 15,10 2 7-15,-10-2-1 0,8 0-2 16,-8 0 0-16,0 0 1 0,12-2-6 0,-12 2 6 16,8-3-5-16,-8 3 3 0,6-2-5 0,-6 2-2 15,6-5 5-15,-6 5 2 0,0 0-1 0,5-7 0 0,-5 7 0 16,0 0 0-16,1-6 0 0,-1 6 1 0,0 0-5 15,0 0-1-15,0 0 1 0,0 0 2 0,-13-6-4 16,13 6 2-16,0 0-3 0,-19 3 4 0,13 0 4 16,6-3-3-16,-17 4 1 0,8 0 1 0,1 1 5 15,2-2-3-15,1 1 7 0,0-1-11 0,5-3 4 16,-9 7-6-16,5-4 7 0,4-3-2 0,-3 7-4 16,3-7 1-16,0 0-4 0,-1 8 5 15,1-8 1-15,0 0 1 0,8 7 1 0,-8-7 5 0,9 2-1 16,-9-2 1-16,11 0 8 0,-11 0-3 0,12-2-7 15,-12 2 0-15,10-3 1 0,-5 0-5 0,0 0-5 16,-5 3 6-16,9-7 0 0,-6 2-7 0,-3 5 3 16,2-6-3-16,-2 6-1 0,0 0 3 0,4-10 1 15,-4 10-6-15,1-6 0 0,-1 6 2 0,0 0-4 16,0 0 4-16,0-10-1 0,0 10-4 0,0 0 13 16,0 0-17-16,0 0 8 0,0 0-4 0,0 0 1 15,0 0 3-15,0 0-10 0,0 0 6 0,0 0-6 16,0 0 12-16,0 0-5 0,0 0-1 0,-11 17 2 15,11-17-3-15,0 0 5 0,0 0 1 0,0 0 18 16,11 9-22-16,-11-9 25 0,9 1-29 0,-9-1 6 16,0 0-1-16,12 0 2 0,-12 0-1 0,0 0-5 15,10-6 5-15,-10 6-4 0,0 0-2 0,4-7 3 16,-4 7 5-16,0 0-2 0,0 0 2 0,0 0-4 16,0 0 1-16,-10-12-8 0,10 12 6 0,-7-3-7 15,7 3 4-15,-10-3-4 0,10 3-2 0,0 0-3 16,-16 4-9-16,9 0-11 0,1 0-8 0,-1 0-12 15,2 1-27-15,-1 4-58 0,-2-1-150 0,3 0 67 16</inkml:trace>
  <inkml:trace contextRef="#ctx0" brushRef="#br0" timeOffset="33239.56">30648 15163 18 0,'0'0'125'0,"0"0"-19"0,0 0-5 0,0 0-14 15,0 0-9-15,0 0-18 0,0 0-13 16,0 0-33-16,-3 7-23 0,3-7-25 0,0 0-66 15,0 0-106-15,0 0 47 0</inkml:trace>
  <inkml:trace contextRef="#ctx0" brushRef="#br0" timeOffset="34697.81">29132 15395 5 0,'0'0'49'0,"0"0"-1"0,0 0-7 0,0 0-20 16,0 0-2-16,0 0-14 0,0 0-8 0,0 0-6 16,0 0-21-16,-11-12-32 0,11 12 15 0</inkml:trace>
  <inkml:trace contextRef="#ctx0" brushRef="#br0" timeOffset="35182.6">29452 12119 33 0,'0'0'32'0,"0"0"-4"0,0 0-4 15,-4 8-4-15,4-8-4 0,0 0-11 0,0 12-13 0,0-12-6 16,0 0-9-16,4 12-25 0,-3-7 12 0</inkml:trace>
  <inkml:trace contextRef="#ctx0" brushRef="#br0" timeOffset="39550.43">15402 2766 41 0,'-5'-4'79'0,"5"4"3"0,0 0-9 16,-6-6-4-16,6 6-8 0,0 0-6 0,0 0-6 16,-5-5-1-16,5 5-3 0,0 0-17 0,0 0 3 15,0 0-3-15,0 0 4 0,0 0-5 0,0 0-3 16,0 0-11-16,0 0-10 0,0 0 1 0,0 0 7 16,0 0 2-16,0 0-7 0,0 0 1 0,0 0 0 15,13 18-16-15,-9-13 18 0,2-1-15 0,2-1-3 16,1 1-1-16,1 2 9 0,4-1-6 15,2 1 3-15,3-2-1 0,-1 1 3 0,2-1-1 16,7 1 2-16,2-1-2 0,-1 0-5 0,2 1 7 0,0 0-3 16,1-3 0-16,0 0-2 0,1 2 10 0,0-1-1 15,5 1-3-15,-4 2 5 0,2-3-4 0,2-1 1 16,1 2-1-16,-1-1 0 0,1 1 2 0,1-1-4 16,-1 0 6-16,2 1 9 0,-2 2-18 0,0-2 6 15,3-1-12-15,10 1 8 0,-14-1 7 0,-1 2-5 16,3-3-1-16,-4 2 3 0,-3-1 0 15,0 3 1-15,2-2-8 0,-1 0 13 0,-3-3-12 16,2 4 6-16,-1-1 16 0,-3 0-16 0,2-1-7 16,0-1 2-16,-2 2 1 0,2 2-1 0,-2-3 4 15,1 1 15-15,-1-2-16 0,0 1 3 0,0 1-1 16,1-1-1-16,-1-1-3 0,-6-1 8 0,6 3-7 16,-2-1 0-16,1-2 3 0,1 3-4 0,-6-2 8 15,4 1 1-15,2-2-7 0,-1 2-4 0,-6-1 2 16,10-2 6-16,-3 3-4 0,0-3 3 0,3 3-5 15,-10-2 6-15,8 0-3 0,2 1-7 0,-2-2 6 16,2 2 4-16,-2 0-5 0,0-3 2 0,3 2 1 16,-2 1-2-16,-1-2 0 0,2 2-4 0,-2-3 5 15,3 4 2-15,-5-3-5 0,2 0 2 0,-2 0 2 16,1-2 0-16,-7 1 4 0,0 2-7 0,1-1 0 16,-4 0 3-16,0 0-2 0,-4 0 6 0,0 0-2 15,-1 0-4-15,0 2 2 0,-13-2-5 0,20-2 7 16,-12 4-7-16,-8-2 7 0,11 1-2 0,-11-1 2 15,0 0-3-15,16 2-5 0,-16-2 4 0,0 0-3 16,12 0 4-16,-12 0-5 0,0 0 4 0,0 0-2 16,11 2-10-16,-11-2-9 0,0 0-10 15,7 4-3-15,-7-4-18 0,9 3-12 0,-5 0-45 0,-4-3-117 16,4 4 52-16</inkml:trace>
  <inkml:trace contextRef="#ctx0" brushRef="#br0" timeOffset="41586.28">22323 2910 3 0,'0'0'3'15,"0"0"2"-15,-12-1-2 0,12 1-1 0,0 0 12 16,0 0-8-16,-9 1 1 0,9-1-3 0,0 0 2 16,0 0 3-16,0 0-5 0,0 0 3 0,0 0 0 15,0 0 2-15,0 0-3 0,-7 2 3 0,7-2-4 16,0 0 4-16,0 0-1 0,0 0 1 0,0 0 0 16,0 0 11-16,0 0-1 0,32 2-2 0,-20 0-3 15,3-2-3-15,2-2 6 0,6 2 1 0,-3 0-4 16,1 0-1-16,7-3 4 0,0 4-3 0,0-2 1 15,1 1-8-15,1 0 1 0,-2-1-3 0,1 1 2 16,1 1 3-16,-1 0 0 0,-2-1-1 0,6 2 3 16,-5-2 0-16,1 0-2 0,3 2 1 15,-2-1-3-15,1-1 3 0,2 2-3 0,1-1 5 16,2 2-3-16,1-2 5 0,4 0-6 0,9 2 2 16,2-1-6-16,-12-2 3 0,11 1 0 0,-13 2 3 15,15-3-11-15,-15 2 12 0,18 1-3 0,-17-1 0 0,-1-1-3 16,2 2 3-16,12-3 4 0,-12 2-4 0,-1-1 3 15,1 0 0-15,14 3-7 0,-16-4 2 16,3 0-4-16,10 0 7 0,-11 2-2 0,11-1 0 16,0-1 2-16,-12 1-6 0,-1 2-9 0,2-1 17 15,10-2-7-15,-13 0 1 0,2 0 2 0,0 2 4 16,12-2-10-16,-14 1 9 0,-1 0-5 0,1 0 8 16,2 1-8-16,12-2-1 0,-13 0 1 0,2 2 2 15,-1-1-12-15,0-1 13 0,0 2 3 0,1-1 0 16,-3-1-7-16,1 2 3 0,-3-1 3 0,1-2-5 15,-1 2 2-15,-3 2 2 0,1-3-1 0,-1 3-8 16,-1 0-1-16,2-5 1 0,-1 4-2 0,4-2 5 16,-4 1-3-16,1 0 3 0,-2 1 3 0,1-2-11 15,1 1 7-15,-1-1 13 0,-1 0-10 0,-3 3-1 16,1-2-7-16,2 1 9 0,-2-2-4 0,-2 3-2 16,4-2 4-16,-1-1-7 0,1 0 11 0,1 3-5 15,-1-2-2-15,0-2-1 0,-1 1-4 0,1 0 4 16,1 0-1-16,-3 1-1 0,0 0 3 0,0-1 2 15,-1 1 0-15,-7-1 1 0,6 0 7 0,-4 2-9 16,4-2-3-16,-4 0 8 0,-1 1-7 0,-4-2 6 16,0 4-9-16,9-3 4 0,-7-3 9 0,3 3-9 15,-3 0-6-15,2 0 9 0,7 0-7 0,-8-2 9 16,8 2-6-16,-6-1-3 0,-3 1 3 0,9 1 0 16,-2-2-8-16,-5 2 10 0,-4-1-4 0,3 2 1 15,1-4 0-15,-2 2 0 0,2 2 1 16,-1-4-1-16,-1 4 0 0,0-4-4 0,3 2 1 15,-4 2 10-15,2-4-6 0,0 1 8 0,0 0-9 0,-2 1 2 16,3-3 1-16,-2 3 2 0,1-1 0 0,-3 1-1 16,-1 1 3-16,4-1-3 0,-3-1 5 15,2 1-7-15,0 0 2 0,0-1-1 0,2 1 0 0,-3-1-3 16,1 2 4-16,0-2-3 0,-1-1-3 16,2 2 4-16,-3-2 4 0,1 2 2 0,-2 0 0 15,2 0 5-15,-2 2-11 0,1-2 2 0,-2-4 3 16,2 4 1-16,-5 0-3 0,6-2-2 0,-3 2 5 15,1-1-1-15,-3 2 0 0,4-1-5 0,0-1 9 16,-1 1-3-16,0-2 5 0,-2 1-6 0,3 0 4 16,-3 2-5-16,-1-2 3 0,0 2 1 0,4-2-7 15,-5 1 6-15,6-2 2 0,-4 2 2 0,3 2-6 16,-5-4 1-16,5 1 1 0,0 0 1 0,-2 3-4 16,2-3 1-16,2 1 3 0,-4 0-2 0,-3 1 2 15,7-2 0-15,-4-1-3 0,4 1 0 0,-3 1 3 16,-4-2 1-16,8 1 4 0,-4 0-4 0,1 2 0 15,3-4-5-15,-4 3 4 0,5-2-2 0,-1 1-7 16,-3 0 10-16,-2 0-6 0,4 2-6 0,-2-2 7 16,-1 0-2-16,3-1 1 0,-1 1 3 0,1-3-6 15,0 4 2-15,-1 0-4 0,-2-2 9 0,3 2-6 16,-2 0 1-16,4 0 1 0,-3-1-3 0,0 1 4 16,2 1 1-16,-2-2-4 0,0 1 1 0,1-2 3 15,-1 2-3-15,2 0-5 0,-2-1 2 0,0 2 4 16,-2-2 1-16,2 1 3 0,-1-1-9 0,1 2 8 15,-6-1-3-15,2 0 4 0,2 0-1 0,-3 0-2 16,4 0-1-16,-2-3 0 0,1 3 0 0,3-1-1 16,-2-1 3-16,2 0-8 0,-1 1 9 0,-1-1-11 15,2 0 8-15,-2 0 13 0,-5 0-11 0,-1 2 1 16,0-1-3-16,1 0 4 0,0 0 1 0,0-1 9 16,1 1-9-16,-3-2 3 0,-1 3 5 0,3 0-14 15,-3-1 3-15,-1 1 3 0,-9 0-6 0,14-1 4 16,-14 1 1-16,14 0 5 0,-14 0 3 0,9 0-8 15,-9 0 2-15,0 0 2 0,8-1-6 0,-8 1-1 16,0 0 2-16,0 0 0 0,0 0-5 0,0 0 6 16,0 0-12-16,9 1 8 0,-9-1 2 0,0 0-8 15,0 0 4-15,9 0-1 0,-9 0 2 16,10 0-7-16,-10 0-2 0,10 1-22 0,-10-1-4 16,15-1-30-16,-15 1-29 0,15 0-38 0,-9-1-29 15,-6 1-81-15,10-3-257 0,-10 3 114 0</inkml:trace>
  <inkml:trace contextRef="#ctx0" brushRef="#br0" timeOffset="43642.31">5639 3572 2 0,'-13'-2'54'0,"13"2"-1"16,-11-1-5-16,11 1 8 0,-9-2-2 0,9 2-5 15,0 0-1-15,-9-1-6 0,9 1-8 0,0 0-9 16,0 0-3-16,0 0 8 0,0 0-2 0,0 0-1 15,0 0 9-15,0 0-1 0,0 0-2 16,37 0-3-16,-23-1-7 0,3 2 1 0,2-2-4 0,0 1 5 16,8-3-7-16,1 1 4 0,2-2-2 0,0 1 3 15,2 2 1-15,3-3-9 0,1 1-3 0,3-1 4 16,-1 0-4-16,15 1 1 0,-12 3 0 0,10-4 2 16,-12 3-6-16,16 0 3 0,-6 1 5 15,-9 0-10-15,-1 0 0 0,1 0 1 0,13 0-10 16,-1 1 8-16,-14 1 5 0,0-3-1 0,12 4-2 15,-10-2 0-15,10-1 6 0,-12 2 4 0,13 1-14 16,-10-1-2-16,9 0 4 0,-12-2-4 0,16 0 8 0,-3-1-10 16,-14 2 2-16,1-2-4 0,13 1-1 0,-13 0 4 15,14 1 6-15,-14-1-2 0,15-1-1 16,-16 0-3-16,2 1 2 0,2-2 0 0,12 2-1 16,-1 0-1-16,-15-2-2 0,4 3 5 0,9-2-1 15,-9 1 0-15,-4-1-3 0,1 1 2 0,-1 0-3 16,0 3 5-16,2-1-11 0,-5-1 9 0,3-1-2 15,-1 3 3-15,0-3 13 0,0 1-18 0,-1-2 7 16,0 2-5-16,2-1-4 0,-1 0 2 0,-2 1 2 16,3 0 3-16,0 0-6 0,2 0 9 0,-4 1-10 15,4-1 4-15,-1 1 2 0,0-2 3 0,0 1 0 16,0-1-10-16,14 1 11 0,-16 1-2 0,2-1-6 16,2-2 0-16,10 1-6 0,-16 1 10 0,5 1 1 15,-4-4 3-15,1 2-1 0,0 2-9 0,2-2 3 16,2 0 0-16,-2 1 7 0,1-1-3 0,-1 2 2 15,3 0 5-15,-1 0-5 0,11-4-2 0,-13 2 6 16,13-1-5-16,-11 1 2 0,11-1 8 0,-13 1-4 16,2-5-11-16,0 5 1 0,0 2 8 0,10-5-1 15,-10 1 20-15,-1 2-27 0,-2-1 6 0,1 1 0 16,2 0 0-16,0 0-1 0,11 1 1 0,-10-1-6 16,-1 2 8-16,11 1 0 0,-13-2 1 0,2-1-4 15,15 1 6-15,-3-2-8 0,-12 3 5 0,11-3-6 16,-12 2 8-16,14-3-4 0,-2 1-3 0,-13-1-1 15,12 2 4-15,-13-1-2 0,4 2 0 0,13-1 2 16,-4 2 2-16,-12-2 0 0,16 0 0 0,-3 0 4 16,0 0 0-16,3 1-2 0,-1-2 2 0,1 1 0 15,-3-2-1-15,0 4 0 0,1-4-4 0,-12 4 6 16,11-2-2-16,-11 0 1 0,10 0 7 0,-13 0-8 16,1 0-1-16,13 0 2 0,-12 1 3 0,0-1-1 15,14 1-1-15,-1 0-2 0,-14-1 2 0,15-1-2 16,-2 1 1-16,1-1 1 0,-13 0-5 0,13 1 4 15,-12 0-4-15,12-2-1 0,-14 2 6 0,2 2-2 16,11-4-5-16,-14 2 2 0,1-3 3 0,3 3-7 16,-3 0 5-16,0 2-6 0,0-2 5 15,-1 1-3-15,3 1 0 0,-6-1-3 0,1 1 7 16,-1-1-3-16,3 2 0 0,-3-2 2 0,-1 1-1 16,1-1-2-16,1 1 1 0,-3 2 1 0,3-1-4 0,-5-2 0 15,5 1 0-15,-3 1-1 0,1-2 0 0,-3 1 1 16,1 0 10-16,1 1-10 0,-3-1 3 0,2 0 2 15,-2-2-3-15,1 2 3 0,1-2 1 0,-1 3-4 16,1-3-1-16,0 2 5 0,-2-1-8 16,-6-1 2-16,4 2 3 0,5-2 0 0,-3 1 0 15,0-1-1-15,1 3 2 0,-3-3 0 0,4 3 1 16,0-3-4-16,-4 0 1 0,2 2-2 0,0-1 1 0,0 0 0 16,3-1 1-16,-3 0-3 0,0 2 4 15,-2-1-5-15,3 0 5 0,-3 1-3 0,-7-2-3 0,8 1 3 16,-7 1 0-16,8-2 4 0,-6 3-5 15,4-2-1-15,3 2 1 0,-1-2-2 0,-10 2 1 16,12-2 0-16,-3-1 0 0,1 2-1 0,2 0 3 16,-1-1-2-16,-1 2 4 0,2 0 0 0,0-3-1 15,-1 0-2-15,1 0-1 0,0 2 2 0,1-1-2 16,0 0 5-16,-1 2-2 0,-2-3-1 0,0 3 0 16,1-3 0-16,2 3 2 0,-1-4-2 0,-2 2-1 15,0-1 1-15,1 4 2 0,-1-2-4 0,2 0 4 16,-2-1 1-16,-1 1-5 0,3-1-12 0,-4 0-16 15,-5 2-10-15,6-3-24 0,-7 2-18 0,9-2-16 16,-4 1-33-16,-5-1-26 0,1 2-117 0,-2-2-292 16,8-2 129-16</inkml:trace>
  <inkml:trace contextRef="#ctx0" brushRef="#br0" timeOffset="44634.08">16643 3716 90 0,'0'0'100'0,"0"0"-16"16,0 0-7-16,-7-3-7 0,7 3-8 0,0 0-5 15,0 0-10-15,0 0 1 0,0 0-8 0,0 0 0 16,0 0 4-16,0 0-1 0,0 0-4 0,30 1 10 16,-11 0-5-16,0 1 5 0,10-1-5 0,1 1-4 15,3-1 2-15,0 1 6 0,4-1-6 0,-1-1-8 16,1 3 5-16,2-3-5 0,0 1-6 0,11-1 0 15,-12 2 4-15,16-2-8 0,0 0 12 0,-3 2-10 16,0 0-5-16,1 2 1 0,2-5 3 0,-14 3-6 16,14-1-1-16,3 0 4 0,-3 0-5 0,0 0 0 15,0-2 0-15,0-1 3 0,-3 2-6 0,0-2-2 16,3 2 1-16,-3 1-6 0,1-2 1 0,0-2 2 16,0 2-3-16,-11 2 1 0,9-2 3 0,-10 1-6 15,12-1 10-15,-12 3-10 0,0-3-2 0,0 2 0 16,11-2 7-16,-14 1-7 0,0 0-1 0,2 3-1 15,1-2 8-15,0-2-3 0,-3 2-1 0,0 0 10 16,0-3-8-16,0 2-5 0,-1-2 3 0,-3 2-5 16,2-3 5-16,-1 3-2 0,0-2 1 0,3 2-2 15,-6 0-1-15,-1 0 0 0,-1 0 3 0,-1 0 0 16,-1-2 2-16,-5 2 1 0,5-1-2 0,-6 2 9 16,0-2-13-16,0 1-1 0,0 0-1 0,7 0 4 15,-1 0 5-15,-7 0-4 0,2 0 3 0,0-2 2 16,3 1-3-16,-3 0-2 0,0 1 6 0,-1 1-1 15,1-2 1-15,6 1-5 0,-5 0 3 0,-1 0-1 16,-3 0-2-16,2 1 0 0,0-2 0 0,-1 2 2 16,-1 0 7-16,1 1-8 0,-2-1-1 0,2 1-1 15,-3-2 0-15,-3 0-1 0,3 0 4 0,-3 0-7 16,5 0 8-16,-5 2-5 0,-1-2 3 0,1 0 2 16,-1 1 0-16,-1-2 1 0,0 1-2 0,0 1 0 15,-1 0 0-15,-3-2 0 0,-8 1 2 0,15 1-3 16,-5-1 6-16,-2-1-10 0,-8 1 7 0,15 0-5 15,-6 0 2-15,-9 0 0 0,13 0 1 0,-13 0-3 16,10-1 5-16,-10 1-3 0,0 0 3 16,9 2 1-16,-9-2-5 0,0 0 0 0,0 0 1 15,9-1-1-15,-9 1 3 0,0 0-1 0,0 0-1 0,0 0 5 16,0 0-2-16,0 0 1 0,0 0-4 0,0 0 3 16,0 0-5-16,0 0 4 0,0 0-4 0,0 0-1 15,9-1 0-15,-9 1-3 0,0 0 2 0,0 0-1 16,0 0-6-16,0 0-8 0,0 0-19 15,0 0 2-15,0 0-31 0,0 0-37 0,0 0-29 16,0 0-33-16,0 0-145 0,0 0-331 0,0 0 146 0</inkml:trace>
  <inkml:trace contextRef="#ctx0" brushRef="#br0" timeOffset="54995.25">7334 5983 12 0,'0'0'26'0,"0"0"-4"0,0 0-4 16,0 0-2-16,0 0-1 0,0 0-3 0,0 0 5 16,0 0-7-16,0 0-4 0,0 0-3 15,0 0-3-15,0 0 2 0,0 0-7 0,0 0 0 16,0 0-4-16,0 0 4 0,0 0 5 0,0 0-5 15,0 0-2-15,-1 6-14 0,1-6-22 0,0 0 9 0</inkml:trace>
  <inkml:trace contextRef="#ctx0" brushRef="#br0" timeOffset="55338.32">7333 5989 2 0,'0'0'12'0,"0"0"-4"0,0 0-2 16,0 0 3-16,0 0 0 0,0 0-4 0,0 0-2 15,0 0 0-15,0 0 7 0,0 0-8 16,0 0 2-16,0 0-1 0,0 0 5 0,0 0-2 15,0 0-1-15,0 0 1 0,0 0-7 0,0 0 7 16,0 0-3-16,0 0-4 0,0 0 8 0,0 0-3 0,0 0-3 16,0 0 6-16,0 0-5 0,0 0-1 0,0 0 1 15,0 0-5-15,0 0 3 0,0 0 3 0,0 0-3 16,0 0 5-16,0 0-7 0,0 0-1 16,0 0-1-16,0 0 2 0,0 0-3 0,0 0-6 15,0 0 4-15,0 0-11 0,0 0-18 0,0 0 8 0</inkml:trace>
  <inkml:trace contextRef="#ctx0" brushRef="#br0" timeOffset="56824.11">12318 5463 19 0,'0'0'31'0,"0"0"-6"0,0 0 2 16,0 0-8-16,0 0 3 0,0 0 1 0,0 0-4 0,0 0 4 15,0 0-6-15,0 0 10 0,0 0-8 0,0 0 4 16,0 0 1-16,0 0 12 0,0 0-8 0,0 0 4 16,0 0-7-16,0 0 0 0,0 0 3 0,0 0-2 15,0 0-4-15,0 0 0 0,0 0-7 16,0 0 6-16,0 0-1 0,0 0-8 0,0 0 4 0,0 0-1 15,0 0 0-15,0 0 3 0,0 0-1 0,0 0-5 16,0 0-1-16,0 0-2 0,0 0 1 0,0 0-3 16,0 0 4-16,0 0-5 0,0 0 2 0,0 0-1 15,0 0-2-15,0 0-2 0,0 0-7 16,0 0-4-16,0 0-16 0,0 0-8 0,0 0-7 0,0 0-19 16,0 0-49-16,0 0-113 0,0 0 50 0</inkml:trace>
  <inkml:trace contextRef="#ctx0" brushRef="#br0" timeOffset="57220.07">15333 5505 8 0,'0'0'49'0,"0"0"-12"0,0 0-12 15,8-14-14-15,-8 14-33 0,0 0-23 16,0 0 9-16</inkml:trace>
  <inkml:trace contextRef="#ctx0" brushRef="#br0" timeOffset="58781.58">10781 5353 18 0,'0'0'15'0,"-9"2"3"0,9-2-2 16,-10 1-2-16,10-1 3 0,-11 3 1 0,11-3-4 16,-11 2 2-16,3-2-2 0,8 0 3 0,-13 5-6 15,7-4-2-15,-2 2 2 0,8-3 0 0,-16 4 4 16,8-2-2-16,3 0-2 0,5-2 1 0,-11 3-1 16,11-3-1-16,-10 2-2 0,10-2-4 0,0 0 2 15,-7 3 3-15,7-3-5 0,-4 3 3 16,4-3 3-16,0 0 2 0,0 0 8 0,0 0-2 0,0 0-2 15,9 14-1-15,-4-11 8 0,-5-3 2 0,12 3-3 16,-4-2 0-16,3 3 0 0,-1-3-4 0,3 2 4 16,-2-2-4-16,4 1 3 0,2 1 3 15,1-2-7-15,1 2 6 0,2 0-3 0,0-2 0 16,7 3 3-16,-7-3-1 0,10-1-2 0,2 4-4 0,1-3 5 16,0 1 0-16,1 0 0 0,0-1-1 0,-2 1 0 15,3 0-9-15,0 0 5 0,2 0-4 0,-1-1 2 16,3 0-6-16,-2 2 8 0,2-2-6 0,-2 1-3 15,2-1 4-15,-2 1 0 0,4 1-3 0,7 2 1 16,-11-1-7-16,-1-2 8 0,-2 3-1 0,-1-3 2 16,-1 0-8-16,3 2 4 0,-4 0-5 0,1 1 4 15,-3-1 1-15,3-1 0 0,-4 2-4 0,2-1-1 16,1-1 1-16,1 1 3 0,0 0-9 0,-6-2 6 16,7 0-3-16,-1-1 4 0,1 3-3 15,-1-1 2-15,3-2 1 0,0 2-2 0,2-1-3 0,-4 1 5 16,3 0-1-16,-2-2 8 0,5 1-11 0,-2 1 2 15,1-3 4-15,-1 2-2 0,0 0 10 0,2 2-7 16,1-2-3-16,-3-1 4 0,0 0 1 0,12 2 0 16,-10-2-1-16,10 0-3 0,-10 2 2 0,12-1-1 15,-3-1 3-15,3 0 2 0,-14 2-3 0,18-2 4 16,0 0-1-16,-7 0 1 0,6 1 0 0,1 0-4 16,-6 0 3-16,-10-1 0 0,12 1-11 0,-12-2 12 15,-4 1-4-15,18 2-2 0,-16-3 1 0,14 0-3 16,-15 3 2-16,-1-2 5 0,0 0-3 0,3 1-3 15,-1-1 1-15,0-1 2 0,0 0 1 0,-4 0-7 16,5 0 2-16,-4-1 4 0,3 2-8 0,-4-1 5 16,1-1 1-16,2-1 0 0,-3 2-3 0,2-1 5 15,-3 1 12-15,-1 0-15 0,1-1 0 0,1 0 5 16,-3-1-2-16,0 0-8 0,-1 0-2 0,-3 2-1 16,2-3-2-16,-9 3 4 0,2-2-3 0,0 1 2 15,-2 0 1-15,1-2-1 0,-2 3 0 0,-1-1 8 16,-7 0-7-16,5 1 2 0,0 0-5 0,-4-1 1 15,0 1 4-15,0 0-3 0,-4 0 1 0,4 0 1 16,-4 0-18-16,-8 0-22 0,13 0-18 0,-7 2-25 16,-6-2-12-16,9 2-11 0,-9-2-76 0,4 4-198 15,-4-4 88-15</inkml:trace>
  <inkml:trace contextRef="#ctx0" brushRef="#br0" timeOffset="59411.99">14652 5573 80 0,'0'0'88'0,"-6"-3"-15"0,6 3-16 15,0 0 1-15,0 0-6 0,0 0-6 16,0 0-3-16,0 0 0 0,23-9-6 0,-3 7 6 0,3 0-10 16,7 2 6-16,5-1 4 0,4-1-7 0,14 0-1 15,3 1-3-15,3 1 1 0,2-4-2 0,4 2 1 16,0-2 5-16,-2 1-7 0,4 2-5 0,-2-2 5 16,1 1-12-16,28-5 3 0,-37 5-3 0,3 0-2 15,1 0-2-15,1 1-1 0,-3-1 1 0,1-1 1 16,0 0-2-16,-3 2-4 0,2 2 6 0,0-2-3 15,-4 0-1-15,0-2 2 0,-2 0-1 0,1 3-5 16,-16-1 2-16,2 1-3 0,-2-2 0 0,2 2 9 16,-3 0-8-16,-2 0 6 0,-2-2-8 15,1-2 0-15,-2 3 0 0,-2 0 2 0,-9-1 3 0,2 2 3 16,-3-2-1-16,0 2 4 0,0 0-3 0,0-2 3 16,-4 2 8-16,-3 1-4 0,0-4-10 0,-3 2 13 15,0 1-4-15,-10 0-8 0,15 0 7 0,-9-2-13 16,-6 2 14-16,10 0-4 0,-10 0-4 0,0 0 2 15,11-1-2-15,-11 1 5 0,0 0-11 0,8-1 9 16,-8 1-11-16,0 0-13 0,0 0-28 0,0 0-15 16,0 0-27-16,0 0-18 0,0 0-23 0,5 4-91 15,-5-4-230-15,0 0 101 0</inkml:trace>
  <inkml:trace contextRef="#ctx0" brushRef="#br0" timeOffset="70032.37">21059 7246 12 0,'0'0'110'0,"0"-9"-3"0,0 9 0 16,0 0-2-16,0 0-9 0,0 0-3 16,2-9-11-16,-2 9 2 0,0 0-10 0,0 0-3 15,0 0-6-15,0 0-4 0,0 0-4 0,0 0-12 0,0 0 2 16,-8-7-13-16,8 7-7 0,-9-2 6 15,9 2-12-15,-13-1 0 0,6 1-5 0,7 0 6 16,-18-1-5-16,10 1 0 0,-3 0-2 0,11 0-4 16,-18-2 1-16,11 2 0 0,-4-1 3 0,11 1 1 0,-17-1-4 15,8 2 2-15,9-1 5 0,-13-1 2 0,7 0-5 16,6 1 1-16,-11 0 0 0,11 0 2 0,0 0-3 16,0 0-4-16,-11 0 1 0,11 0-2 15,0 0 6-15,0 0-13 0,0 0 10 0,0 0-3 0,35-6-3 16,-17 5 1-16,3-2-5 0,0 0 4 0,1 0-13 15,7 0 8-15,-1-1-11 0,-7 1-11 0,-1 1-13 16,0 0-20-16,-4 0-11 0,2 0-19 0,-5 1-15 16,0-2-8-16,-1 2-20 0,-2-2-72 0,-1 0-214 15,0 0 94-15</inkml:trace>
  <inkml:trace contextRef="#ctx0" brushRef="#br0" timeOffset="70471.11">21118 7125 64 0,'0'0'79'0,"0"0"-6"0,-10 3 5 15,8 1-1-15,2-4 10 0,-7 14 6 0,6-6-11 16,-2 5 2-16,-1 3-5 0,0 1 11 0,1 2-11 16,-2 0-2-16,-2 7-3 0,5-8-5 0,-2 3-1 15,0-2-7-15,1 2-5 0,0-3 4 16,0 1 0-16,-1-2-6 0,0 1-8 0,2 0 2 0,1-2-12 15,-2-2 1-15,2-4-6 0,1 3 1 0,-3-4-7 16,4 2-2-16,-3-1-1 0,1-4-2 0,1-6 2 16,0 13-5-16,0-13-5 0,0 7 0 0,0-7 3 15,0 0 11-15,-3 8-12 0,3-8-3 0,0 0 2 0,0 0 1 16,-3 7-4-16,3-7 2 0,0 0-5 16,0 0-3-16,-13-3-11 0,13 3 5 0,-12-4-3 15,12 4-2-15,-17-3-4 0,10 0 2 0,-2 3 4 16,-2-2-1-16,3 1 2 0,-1-2-4 0,0 3 4 15,9 0-2-15,-14-2 0 0,14 2 1 0,-9-1-14 16,9 1 23-16,0 0-6 0,-12 0-2 0,12 0-1 16,0 0 0-16,0 0 1 0,0 0-5 0,-7 3 3 15,7-3 1-15,0 0 4 0,0 0 0 0,0 0-1 16,0 0 2-16,20 10-3 0,-12-9 8 0,3 3-6 0,2-2 2 16,0 0-15-16,1 0-23 0,4 0-19 0,-1-2-29 15,1 2-18-15,0-2-35 0,0 0-109 16,-2-2-267-16,1 2 119 0</inkml:trace>
  <inkml:trace contextRef="#ctx0" brushRef="#br0" timeOffset="70818.1">21249 7481 118 0,'0'0'159'16,"0"0"-18"-16,12-2 5 0,-12 2-12 0,10 6-7 15,-4-4-17-15,-6-2-7 0,7 8-4 16,-3-3-10-16,0 1 6 0,-1 1-13 0,-1 2-8 0,1 0 0 16,-3 1-15-16,1-1-3 0,-1 1-3 0,-3 0 1 15,0 2-3-15,-1-1-5 0,-1 1-1 16,0-1-6-16,-2-2 0 0,1 1-3 0,-3 1-5 0,-4 0 1 16,4-4-1-16,-1 1-8 0,2-2-1 0,-1 0 1 15,0 0-1-15,3-1-5 0,0-1-3 0,6-4 0 16,-8 6 1-16,4-5-4 0,4-1-3 15,-8 3 0-15,8-3-2 0,-6 3 4 0,6-3-1 0,0 0-3 16,0 0-2-16,0 0 3 0,0 0-2 0,19 4 1 16,-6-4 3-16,6-3-2 0,-1 2-6 0,2-1-1 15,2-1-22-15,1 2-23 0,4-2-21 0,1 3-23 16,3-4-43-16,0 0-40 0,-10 1-136 0,9-1-332 16,-4-1 147-16</inkml:trace>
  <inkml:trace contextRef="#ctx0" brushRef="#br0" timeOffset="71436.31">20709 7942 43 0,'-10'-3'159'16,"4"2"-4"-16,6 1-6 0,-14-2-5 15,6 1 0-15,8 1-3 0,-13-3-7 0,13 3-4 0,-11-1-5 16,11 1-5-16,-8-2-10 0,8 2-12 15,0 0-16-15,-9-1 11 0,9 1-9 0,0 0-12 0,0 0-6 16,0 0-4-16,0 0-3 0,42 1-5 16,-12 1-6-16,4-1-3 0,4-2-7 0,2 2 0 15,12-1-4-15,-13 1-1 0,14-1-6 0,-14 0 2 16,12 0-4-16,-14 0-4 0,1-2-2 0,-3 2 1 16,1 0-3-16,-4-2-3 0,0 0 0 0,-2 2-2 15,-8 0 7-15,1-2-5 0,-3 1-2 0,2-1 2 0,-2 1-2 16,-3-1 1-16,-3 2-2 0,-4 0 1 15,1-1-4-15,-2 1 0 0,-9 0 1 0,11 0-1 16,-11 0-2-16,9-1 2 0,-9 1-2 0,0 0 0 0,9 1-5 16,-9-1-16-16,0 0-17 0,0 0-24 0,10-1-17 15,-10 1-21-15,0 0-20 0,0 0-18 0,0 0-16 16,0 0-26-16,0 0-158 0,-4 11-359 0,4-11 160 16</inkml:trace>
  <inkml:trace contextRef="#ctx0" brushRef="#br0" timeOffset="73524.97">21063 7982 68 0,'0'0'168'0,"0"0"-17"0,0 0-10 0,0 0-17 16,0 0-11-16,0 0-15 0,0 0-10 0,0 0-10 0,0 0-8 15,0 0 3-15,0 0-13 0,11 18-10 0,-9-8-8 16,2 2 2-16,0 4-4 0,-2 4-2 16,2-1 6-16,-1 0-10 0,2 5 0 0,-3-5-4 15,1 1-1-15,0-2 6 0,-1 1-4 0,3-2-1 0,-4-1-1 16,3-1-3-16,1 0 0 0,-1-3 0 0,-3-2-2 16,3-1-2-16,0-2-5 0,-1-1 14 0,2-2-5 15,-1 2 4-15,-4-6 4 0,5 9 9 0,-5-9 12 16,5 3 5-16,-5-3 14 0,6 3-10 0,-6-3-3 15,0 0-7-15,15-8-3 0,-9 1-4 0,0-3-8 16,-1-1 2-16,5-3-4 0,-1 0-8 0,-2 0-6 16,1-1-2-16,0-2 1 0,0-2 0 0,2-3-8 15,2-1 1-15,-6 4-5 0,2 1 3 0,0 0 18 16,2 0-6-16,0-5-5 0,-4 9-1 0,0 3-2 16,1 0-3-16,-1 0 0 0,-2 2-1 0,0 0-1 15,-1 3-5-15,-1 1 1 0,-2 5-4 0,5-8-2 16,-5 8-6-16,3-6-14 0,-3 6-11 0,0 0-2 15,0 0-9-15,0 0-14 0,0 0-17 0,0 0-12 16,0 0-34-16,8 18-20 0,-8-11-26 0,1 6-20 16,-2-1-160-16,-2-1-371 0,2 5 164 0</inkml:trace>
  <inkml:trace contextRef="#ctx0" brushRef="#br0" timeOffset="73831.85">21444 8218 9 0,'0'0'161'0,"15"0"-6"16,-8 0-11-16,-7 0-11 0,13 4-8 0,-5-2-1 15,-2 0-15-15,0 1-9 0,-1 3-8 0,2-3-7 16,-4 3-7-16,1 0-6 0,-1 1-7 0,-2 3-3 16,-1 0-5-16,-1-1-5 0,-2 2-4 0,-2 3 0 15,-2-3-2-15,0-2 0 0,-2 1-10 0,-1 2-2 0,2-1-1 16,-1-2 4-16,2-3-3 0,-2 1-3 15,4-3-3-15,-1 2-1 0,1-3-1 0,5-3-3 16,-7 5 0-16,7-5 4 0,-8 5-3 0,8-5-1 16,0 0-3-16,-4 6-2 0,4-6-1 0,0 0-3 15,0 0 0-15,0 0 1 0,23 4-2 0,-10-4-4 16,7-1 1-16,2 0-12 0,7 0-28 0,2 0-22 16,2-1-35-16,-1-1-27 0,3-1-42 0,-4-1-162 15,1 1-344-15,1-1 152 0</inkml:trace>
  <inkml:trace contextRef="#ctx0" brushRef="#br0" timeOffset="74081.56">22135 7986 58 0,'-3'-4'221'0,"3"4"-11"0,0 0-13 0,-5-5-16 16,5 5-18-16,0 0-17 0,0 0-17 0,0 0-10 15,15-10-15-15,-7 8-11 0,4 1-22 0,0-2-29 0,1 2-38 16,2 1-35-16,-2-2-31 0,1 2-35 16,-1 2-21-16,-2 1-23 0,-1-1-75 0,-3 0-232 15,-1-1 104-15</inkml:trace>
  <inkml:trace contextRef="#ctx0" brushRef="#br0" timeOffset="74241.57">22176 8057 121 0,'0'0'207'0,"0"0"-1"0,0 0-7 0,-7 1-11 16,7-1-8-16,0 0-12 0,0 0-18 0,0 0-8 0,0 0-18 16,0 0-8-16,0 0-14 0,0 0-14 0,0 0-9 15,0 0-23-15,33-4-26 0,-19 4-31 16,5-3-37-16,3 3-37 0,-2-1-45 0,2-2-40 15,6 2-134-15,-7-1-318 0,-1 0 141 0</inkml:trace>
  <inkml:trace contextRef="#ctx0" brushRef="#br0" timeOffset="77725.27">22826 7427 144 0,'0'0'162'15,"0"0"-15"-15,0-12-16 0,0 12-12 0,0 0-11 16,0 0-13-16,0 0-15 0,0 0-9 0,0 0 2 16,0 0-7-16,0 0-4 0,-2 39 1 0,2-21-10 15,0 7 0-15,-3 2-2 0,1 2-9 0,2 0 2 16,2 0-1-16,-2-2-6 0,-2-1-6 0,2-2-2 15,0-3 1-15,2-3-5 0,-1 1 0 0,-1-1 1 16,0-2-1-16,2-4 1 0,0-1-3 0,-1 0-3 16,2-1-1-16,-3-1 0 0,1-1 5 0,0-3-5 15,-1-5 7-15,1 10 6 0,-1-10 9 0,2 8 15 16,-2-8 5-16,0 0 10 0,3 7 2 0,-3-7 2 16,0 0-4-16,0 0-7 0,0 0-1 0,0 0-14 15,0 0-3-15,8-19-4 0,-4 9-9 0,1 0-2 16,2-1-4-16,4-4-3 0,2 2-3 0,2-1 3 15,-1-1-8-15,9 1-1 0,-6 2-4 0,-1 2-1 0,5 1-2 16,-7 2 0-16,-3 4-1 0,2 0-6 16,-1 0-1-16,-1 3 0 0,-3 0-2 0,3 0 2 15,-3 4-1-15,2 2 3 0,-1 0-3 0,-1 0 1 16,-1 0-2-16,-2 3-1 0,1 1-3 0,-1-2-7 0,-1 3-2 16,1 0-16-16,-3 1-14 0,2-1-34 0,-3 2-19 15,1 3-37-15,-4-2-23 0,1 1-28 0,-4 1-184 16,1-3-400-16,-1-4 176 0</inkml:trace>
  <inkml:trace contextRef="#ctx0" brushRef="#br0" timeOffset="78201.89">23499 7628 143 0,'1'-12'201'0,"-1"12"-2"0,3-7-15 15,-3 7-2-15,0-10-10 0,0 10-15 0,3-7-15 16,-3 7-17-16,0 0-12 0,0 0-11 0,0 0-15 16,0 0-8-16,0 0-11 0,0 0-1 0,-21 26-5 15,8-6-1-15,3 6-6 0,-3-2-4 0,4 3-4 16,-1 0-1-16,2 0-3 0,1 0 12 0,2-4-6 15,0 1-1-15,1 4-7 0,0-12-2 0,0 3 2 16,3 0-7-16,-2-2-2 0,1-2-3 0,1 1-6 16,1-3-1-16,0-3 0 0,-2 3 0 0,2-2-2 15,-1 0-2-15,1-3-12 0,0-1-19 0,0-7-15 16,0 12-22-16,0-12-20 0,-1 9-16 0,1-9-28 16,-3 7-46-16,3-7-32 0,0 0-171 0,0 0-393 15,0 0 175-15</inkml:trace>
  <inkml:trace contextRef="#ctx0" brushRef="#br0" timeOffset="78365.89">23343 7854 119 0,'0'0'152'0,"7"-7"-7"0,-2 5 2 0,1-2-6 16,-6 4-6-16,17-5 2 0,-7 1-27 0,1 4-8 15,4-4-12-15,-2 1-8 0,6 3-15 0,-2-1-28 16,0 0-41-16,2 1-34 0,2 0-38 0,-5-1-44 15,-2 0-88-15,6-2-224 0,-1-2 100 0</inkml:trace>
  <inkml:trace contextRef="#ctx0" brushRef="#br0" timeOffset="78604.17">24049 7460 165 0,'0'0'204'0,"0"0"-18"0,0 0-14 0,4-10-20 15,1 8-13-15,2-1-16 0,5 0-11 0,5-1-13 16,9-2-10-16,2 1-10 0,3 0-5 16,1 2-10-16,0-1-17 0,0 0-22 0,-3 3-25 15,3-2-24-15,-11 3-36 0,-3-1-21 0,1-1-29 16,-8 2-25-16,-1-1-85 0,-1 0-239 0,-9 1 106 0</inkml:trace>
  <inkml:trace contextRef="#ctx0" brushRef="#br0" timeOffset="78998.42">24363 7365 165 0,'0'0'169'0,"0"0"-11"0,0 0-6 16,0 0-17-16,0 0-12 0,0 0-13 0,0 0 2 15,-12 11 5-15,11-4-5 0,1 5-4 0,-4 4 6 0,-2 2-3 16,2 7-8-16,0-6-8 0,-1 1-10 0,1 0-7 16,1 5-2-16,0-6-3 0,-1 2-8 15,0 4-2-15,3-6-8 0,0-3 1 0,0 1-10 16,-1-3-2-16,2-1-6 0,-1-2-1 0,0 1-3 0,1-4-5 16,-2 1-3-16,1-2-2 0,1-7-4 0,-1 12-9 15,1-12-5-15,-3 10-7 0,3-10-11 0,-7 3-11 16,-1-1-8-16,8-2-3 0,-14-2-9 0,14 2-4 15,-18-4-1-15,8-1 0 0,0 1 0 16,-2 0 3-16,2-2 4 0,0 2 9 0,1-1 5 0,3 1 11 16,0 2 3-16,6 2 5 0,-7-6-1 0,7 6 0 15,-7-4 5-15,7 4 0 0,0 0 6 0,0 0 2 16,0 0 2-16,0 0 2 0,0 0 0 0,0 0 4 16,27-5-2-16,-10 5 0 0,3-1 0 0,2 2-2 15,6-1-1-15,-5-1-3 0,4 1-14 0,1 3-15 16,-9-3-29-16,1 0-25 0,3 0-28 0,-5 0-33 15,2-2-29-15,-1 4-117 0,-7-2-309 0,4 0 137 16</inkml:trace>
  <inkml:trace contextRef="#ctx0" brushRef="#br0" timeOffset="79208.14">24652 7631 12 0,'0'0'242'0,"4"-7"-4"0,-4 7-7 0,0 0-8 16,0 0-13-16,0 0-16 0,1-8-20 0,-1 8-18 15,0 0-19-15,0 0-13 0,0 0-18 0,0 0-11 16,0 0-10-16,0 0-6 0,0 0-3 0,0 29-7 16,0-17-4-16,-1 1-8 0,-1 3-5 0,0 1-3 15,2-2-5-15,-3-1-3 0,2-1-4 0,1 2-17 16,-2-1-18-16,0-4-21 0,1 3-33 0,0-2-40 16,1 0-30-16,0 1-37 0,0-3-30 0,0 1-176 15,-2-2-394-15,2-8 175 0</inkml:trace>
  <inkml:trace contextRef="#ctx0" brushRef="#br0" timeOffset="79407.03">24293 7897 121 0,'0'0'199'0,"0"0"-12"0,0 0-3 0,0 0-12 16,37-1-11-16,-16 2-14 0,9-3-13 0,-1 0-15 15,6 2-14-15,-2-3-7 0,7 3-9 0,-2-3-9 16,3 2-21-16,-3 2-36 0,-3 2-35 0,-1-3-39 16,-4 2-47-16,-1 2-38 0,-10-1-128 0,0 0-285 15,-5 1 126-15</inkml:trace>
  <inkml:trace contextRef="#ctx0" brushRef="#br0" timeOffset="79793.42">24361 8052 64 0,'0'0'201'16,"-8"5"-19"-16,8-5-10 0,0 0-12 0,-3 8-4 16,3-8 1-16,0 14-6 0,0-6-12 0,3 4-10 15,1 2-7-15,0-1-10 0,1 3-6 0,-1 0-7 16,0-3-5-16,2 1-9 0,-1 2-7 0,0 0-9 15,-1-5-3-15,0-3-2 0,0 4-8 0,-1-2-2 16,2-3-2-16,0 1-7 0,-3-3-4 0,0 3 5 16,-2-8-4-16,5 6 13 0,-1-1 7 0,-4-5 8 15,0 7 9-15,0-7 4 0,0 0-7 0,0 0-3 0,14-3-8 16,-14 3-9-16,17-11-2 0,-9 3-9 0,5-3-2 16,-2-2 0-16,0 2 1 0,2-4-10 0,-3 2-6 15,3-1-2-15,-1-3-3 0,0 2-2 16,4-6-6-16,-6 7-2 0,1 0-2 0,-2 1 1 0,-1 3-7 15,-3 2-1-15,0 2-11 0,-1 0-10 0,1 1-25 16,-5 5-21-16,3-9-29 0,-3 9-31 0,0 0-16 16,0 0-15-16,0 0-16 0,0 0-21 0,0 0-22 15,0 0-26-15,-17 23-150 0,13-13-422 16,-1 0 188-16</inkml:trace>
  <inkml:trace contextRef="#ctx0" brushRef="#br0" timeOffset="80093.73">24630 8268 151 0,'8'0'205'0,"-8"0"-3"0,10 0-4 0,-10 0-8 15,12 3-14-15,-9-1-12 0,4 0-15 0,-2 1-10 16,-5-3-10-16,10 10-7 0,-6-3-2 0,-2 2-4 16,0 1-1-16,-2 3-11 0,0-4-6 0,-5 6-8 15,0 2-3-15,1-2-11 0,-2 1-4 0,-1-1-8 16,-3-1-1-16,-2-1-10 0,3-4-3 0,2 0-6 15,-2 1-3-15,4-5-7 0,2 2-4 0,0-2-1 16,3-5-3-16,-7 7 0 0,4-4-4 0,3-3 1 16,-3 7-4-16,3-7-2 0,0 0 2 0,0 0-2 15,0 0 5-15,0 0-5 0,13 4-4 0,0-4-3 16,1-3 1-16,2 2-3 0,4-1-3 0,9-2-21 16,0 0-20-16,1 1-29 0,1-1-38 0,-2 1-41 15,3-3-68-15,-1 3-50 0,-9 0-160 0,6-3-456 16,-8 1 202-16</inkml:trace>
  <inkml:trace contextRef="#ctx0" brushRef="#br0" timeOffset="80914.31">25311 7908 123 0,'0'0'169'16,"0"0"-14"-16,0 0-6 0,0 0-9 0,0 0-6 15,0 0-8-15,0 0-6 0,0 0-9 0,0 0-10 16,0 0-5-16,0 0-14 0,0 0-8 0,0 0-7 16,0 0-5-16,0 0-6 0,0 0-2 0,0 0 5 15,0 0 4-15,0 0 2 0,0 0-3 0,-18-3 0 16,18 3-3-16,0 0-2 0,0 0-2 0,0 0-3 16,0 0 1-16,0 0-9 0,0 0-5 0,0 0-3 15,0 0-3-15,0 0-4 0,0 0-2 0,0 0-3 16,0 0-1-16,22-3 2 0,-9 1-5 0,1 1-4 15,7 1-1-15,5-2-4 0,0 0 0 0,1 0-15 16,1 2-13-16,-7 0-20 0,-2 0-23 0,0-1-31 16,-3 1-30-16,4 0-18 0,-9 0-24 0,5 0-30 15,-6 0-130-15,-2-2-349 0,1-1 154 0</inkml:trace>
  <inkml:trace contextRef="#ctx0" brushRef="#br0" timeOffset="81147.42">25414 7725 152 0,'0'0'216'0,"-7"-3"-15"0,7 3-15 0,0 0-12 16,0 0-16-16,0 0-15 0,0 0-16 16,0 0-9-16,0 0-7 0,0 0-5 0,0 0-12 15,3 27-6-15,1-16-8 0,0 4-5 0,-2 0-7 16,-1 3-9-16,-1-1-7 0,5 1-2 0,-5 2-4 0,0-1-6 15,-2-1-5-15,2 1-23 0,2 1-21 0,-2-1-32 16,3 1-39-16,-1-3-40 0,0 2-46 16,0-4-164-16,0-2-356 0,2-3 157 0</inkml:trace>
  <inkml:trace contextRef="#ctx0" brushRef="#br0" timeOffset="81724.17">25994 7570 50 0,'0'0'212'16,"2"-10"-1"-16,-2 10-11 0,4-7-7 0,-4 7-12 15,0 0-15-15,0 0-16 0,0-9-20 0,0 9-12 16,0 0-17-16,0 0-9 0,0 0-7 0,0 0-5 16,5 24-9-16,0-7-3 0,-5 1 0 0,4 8-3 15,-4-1-7-15,3 2-1 0,-3-2-4 0,2-2-2 16,-2-3-1-16,0-1 7 0,0-3-6 0,2 2-4 15,-2-2-2-15,0-6-5 0,0 3 0 0,0-3-6 16,2-1-4-16,-2-2 2 0,0 0-4 0,0-7-4 16,0 9-1-16,0-9-1 0,2 9-1 0,-2-9 6 15,0 0 9-15,0 7 8 0,0-7 9 0,0 0 1 16,0 0-9-16,0 0-3 0,0 0-6 0,0 0 4 16,0 0-6-16,0 0 0 0,0 0-12 0,11-22-2 15,-1 14-3-15,-2-5-8 0,3 2-1 0,8 1-3 16,-4-2 1-16,1 2-3 0,2 0 1 0,-2 4-2 0,2-1 0 15,-3 4-2-15,-3 0 0 0,1 1-2 0,-4 3-2 16,3 0 0-16,-1 3 1 0,-2 0 2 16,2 3-5-16,-2 0 3 0,0 1-4 0,0 2 4 15,-4 1 0-15,1 0 2 0,-4-1-2 0,3 1 4 16,-3 0-3-16,0 3 6 0,-2-3-9 0,2 1-12 0,-4 0-21 16,2-1-27-16,-2 2-38 0,0-3-39 0,0 0-37 15,-1 1-43-15,1-3-42 0,0 1-149 16,2-9-447-16,-4 7 198 0</inkml:trace>
  <inkml:trace contextRef="#ctx0" brushRef="#br0" timeOffset="82040.28">26521 7863 22 0,'5'-5'190'0,"-5"5"-8"0,0 0-2 0,0 0 7 0,0 0-5 16,0 0-3-16,7 16-3 0,-7-7-11 0,-3 0-16 15,6 1-11-15,-3 1-2 0,1 0-9 16,3 1-12-16,0-1-11 0,0-1-6 0,3 0-1 16,2-3-5-16,0 5-7 0,7-5-12 0,0 2-5 0,3-2-3 15,2-3-1-15,2-2-7 0,-4 1-5 0,4-2 2 16,4-2-9-16,-7-3-2 0,-2-1 5 0,0 0-7 16,-7 0 1-16,5-4-2 0,-7 1-1 15,-2-3-4-15,0 3-4 0,-2-5-5 0,-1 1-1 16,-2-5-3-16,-2 2-2 0,0 1-4 0,-6-2-1 0,1 0-4 15,0 6-5-15,-4-2-3 0,2 2-6 0,-3 4-13 16,0 2-19-16,-7-1-17 0,-2 4-20 16,-1 2-32-16,-2 2-33 0,-5 3-42 0,2 0-48 0,4 1-227 15,2 1-491-15,1 1 218 0</inkml:trace>
  <inkml:trace contextRef="#ctx0" brushRef="#br0" timeOffset="82199.42">26935 7922 16 0,'5'-3'178'0,"-5"3"-13"0,0 0-28 0,6-2-34 16,-6 2-43-16,0 0-44 0,0 0-44 0,0 0-34 16,0 0-36-16,0 0-106 0,0 0 47 0</inkml:trace>
  <inkml:trace contextRef="#ctx0" brushRef="#br0" timeOffset="85037.77">20854 8567 60 0,'-4'-9'184'0,"4"9"-6"15,0-10-6-15,0 10-4 0,0-12-3 16,0 12-4-16,-1-9-8 0,1 9-9 0,0 0-10 0,0 0-15 15,0 0-9-15,0-10-18 0,0 10-9 0,0 0-15 16,0 0-1-16,0 0-6 0,0 0-7 0,0 0-6 16,19 15-2-16,-10-6-7 0,-2 0-6 15,4 5-2-15,3 0 0 0,-3 1-4 0,2 1 0 0,0 0-6 16,1 1 0-16,-3-1 0 0,3-1-3 0,-2-1-3 16,-1 2-1-16,-2-3-3 0,-1-1 2 0,-2-1-4 15,2 0 3-15,-2-3-2 0,1 1-1 0,-2-2 3 16,-1 0-11-16,1-1 8 0,-3-2-1 0,-2-4-4 15,6 10 6-15,-6-10-3 0,2 5 0 0,-2-5 9 16,4 4 13-16,-4-4 15 0,0 0 4 0,5 4-3 16,-5-4 0-16,0 0-6 0,0 0-5 0,8-13-3 15,-4 5-3-15,1-3-4 0,0 0-3 0,5-5-3 16,-1 0 0-16,-1-1-2 0,-1 0 7 0,5-1-15 16,1-4 3-16,-3 6-3 0,-1 2 3 0,0 1-5 15,0 0 0-15,-2 4-3 0,-2 1 1 0,2 0 2 16,-3 1-5-16,0 1-2 0,-2 2-5 0,-2 4-10 15,6-9-14-15,-6 9-15 0,5-5-7 0,-5 5-1 16,0 0-7-16,8 0-8 0,-8 0-21 0,0 0-17 16,12 10-32-16,-7-6-18 0,-2 2-27 0,-1 4-23 15,-4 0-132-15,1 1-364 0,-1-1 162 0</inkml:trace>
  <inkml:trace contextRef="#ctx0" brushRef="#br0" timeOffset="85349.43">21149 8822 98 0,'0'0'183'0,"0"0"1"16,-19-12-12-16,19 12-10 0,0 0-13 0,0 0-15 0,0 0-14 16,0 0-8-16,0 0-20 0,0 0-4 0,0 0-3 15,-7 8-6-15,7-8-3 0,0 11-3 16,-1-1 6-16,-2 1 3 0,2 0-8 0,0 2-4 15,-2 3-6-15,-2 0-8 0,0 0-2 0,1 1-3 0,-1 2 5 16,0-3-7-16,0 0-4 0,-1 1-7 0,2-2 1 16,-1-2-9-16,1-3 0 0,1 0-2 0,-1 3-4 15,3-4-3-15,-1 1 2 0,-1-4-6 0,2 1-1 16,1-7-1-16,-4 10-1 0,3-5-9 0,1-5-12 16,-2 9-25-16,2-9-16 0,-1 7-28 0,1-7-33 15,-2 6-28-15,2-6-27 0,0 0-24 0,0 0-150 16,0 0-366-16,0 0 162 0</inkml:trace>
  <inkml:trace contextRef="#ctx0" brushRef="#br0" timeOffset="85709.39">21274 9003 50 0,'5'-4'191'16,"-5"4"-10"-16,0 0-4 0,0 0-9 0,0 0-11 15,0 0-10-15,0 0-9 0,0 0-11 0,-1 17-2 16,1-17-13-16,-9 13-5 0,4-7-8 0,2 2-8 16,0 3-10-16,0-4-7 0,2 1-10 0,-1-1-2 15,2-7-8-15,0 12-4 0,0-12-3 0,3 11-3 16,0-7-5-16,-3-4-3 0,10 7-2 16,-5-2 0-16,3-2-1 0,2-1-2 0,0-2 3 0,1 0-3 15,1-2 1-15,1 1-1 0,-2-2 0 0,1-1-1 16,-2 0-1-16,0-1 3 0,-2-1 3 0,-1 1-6 15,0-1 2-15,-3 0-4 0,-2-1-1 0,0 0-1 16,-1-3-10-16,-1 10 4 0,-5-13-5 0,1 4 1 16,-3-1-4-16,-1 2-2 0,0 0-2 0,-1 2-4 15,0-1 1-15,-2 4 0 0,0-1-10 0,0 1-5 16,-3 3-10-16,1 0-9 0,0 3-17 0,0 1-18 16,1 2-25-16,1-1-32 0,2 3-44 0,2 0-46 15,-3 1-173-15,6-2-417 0,4-7 186 0</inkml:trace>
  <inkml:trace contextRef="#ctx0" brushRef="#br0" timeOffset="85921.81">22036 8958 44 0,'0'0'246'0,"5"-3"-16"0,-5 3-13 0,6-3-21 15,-6 3-20-15,8-2-22 0,-8 2-13 16,10-1-18-16,-10 1-8 0,19 2-12 0,-7-2-28 16,2 1-41-16,-1 2-32 0,-2 0-37 0,-1 0-36 15,2 0-32-15,-2 2-32 0,-3-1-117 0,-4 1-273 0,1-2 120 16</inkml:trace>
  <inkml:trace contextRef="#ctx0" brushRef="#br0" timeOffset="86087.22">22070 9087 207 0,'-9'3'237'0,"9"-3"-7"16,0 0-7-16,-6 3-12 0,6-3-14 0,0 0-16 16,0 0-17-16,0 0-17 0,0 0-13 0,0 0-14 15,0 0-9-15,0 0-16 0,0 0-21 0,24 0-18 16,-13 0-39-16,1 0-25 0,0 0-31 0,-1 0-46 16,7-2-48-16,-4 1-44 0,-1 1-150 0,0-2-355 15,-1 0 157-15</inkml:trace>
  <inkml:trace contextRef="#ctx0" brushRef="#br0" timeOffset="87706.97">23150 8726 99 0,'-1'-9'198'16,"0"1"-12"-16,-1-2-13 0,1 4-7 0,1 6-20 15,-2-8-18-15,2 8-18 0,0 0-10 0,0 0-7 0,0 0-13 16,0 0-9-16,0 0-4 0,7 30-4 0,-4-10-6 16,1 5-6-16,-3 5 1 0,3-1-4 0,1 1-5 15,-1 0 1-15,1-5-7 0,-1 0-2 16,1 0-2-16,-1-8-3 0,-1 0-2 0,1-2 4 0,-1-3-3 15,-2-1-1-15,0-1-2 0,2-3 1 0,-2 0-4 16,2 0 2-16,-3-7 5 0,2 8 6 0,-2-8 10 16,0 0 5-16,3 9 7 0,-3-9 2 0,0 0-3 15,0 0-6-15,0 0-9 0,0 0 2 0,0 0-8 16,0 0-7-16,2-25 0 0,1 14-6 0,1-1-1 16,1-3-4-16,1 4-6 0,3-4-5 0,0 1 2 15,0 1-4-15,4 1 1 0,0 2-3 0,-4 1 0 16,2 4-1-16,-1-2-2 0,-1 3-3 0,1 1 0 15,0 1 2-15,0 4 2 0,-1-1-4 0,0 1-2 16,0 3 2-16,-2 2 0 0,2-1-3 0,-2 4 4 16,0-2-1-16,0 3 3 0,0-1-1 0,-2 2-1 15,1 0 3-15,0 0-2 0,-2-1-10 0,0 5-12 16,-1-5-19-16,1 5-20 0,-3-3-34 0,1-1-42 16,-2 0-31-16,-2 2-34 0,1 1-169 0,0-4-402 15,-2 0 177-15</inkml:trace>
  <inkml:trace contextRef="#ctx0" brushRef="#br0" timeOffset="88033.98">23770 8925 56 0,'1'-6'236'15,"-1"-2"-17"-15,0 8-8 0,0-12-18 0,0 12-15 16,-2-12-14-16,2 12-11 0,-5-9-17 0,5 9-13 15,-8-4-12-15,8 4-11 0,0 0-16 0,-17 9-5 16,10-1-5-16,-2 2-7 0,1 5-7 0,0 1-1 16,2 2-9-16,-2 1-1 0,-1 4 1 0,3 2-8 15,0 1-1-15,-1-1-3 0,4-5-4 0,0 4 4 16,2 1-4-16,-1 2-2 0,1-8 2 0,2 1-4 0,-1-1-4 16,2-2-1-16,-2 2-2 0,0-4 2 15,0 0-4-15,0 1 2 0,-2-4-7 0,4-2 1 16,-2 0-1-16,0 1-4 0,1 0 3 0,-2-2-2 15,-1-2-5-15,0 1-9 0,-1 1-18 0,-2-1-20 16,1-2-14-16,0-1-25 0,-2 2-19 0,0-2-24 16,-1-3-26-16,7-2-24 0,-11 4-22 0,11-4-157 0,-14-5-378 15,9 1 167-15</inkml:trace>
  <inkml:trace contextRef="#ctx0" brushRef="#br0" timeOffset="88192.24">23589 9226 70 0,'2'-7'160'0,"-2"7"-16"16,4-6-16-16,-4 6-5 0,8-7-11 16,-2 5-16-16,0 1-10 0,5-3-3 0,-1 2-12 0,4 1-13 15,3-1-17-15,3 1-37 0,0 0-35 0,0 0-43 16,3 1-105-16,-3 0-193 0,-1-4 86 16</inkml:trace>
  <inkml:trace contextRef="#ctx0" brushRef="#br0" timeOffset="88935">24166 8699 106 0,'-2'-9'171'0,"0"-3"2"0,1 1-7 0,-1 2-6 0,0-2-5 16,1 3-11-16,1 8-5 0,-1-14-3 0,1 9-8 15,0 5-11-15,-3-10-12 0,3 10-13 16,0 0-9-16,-1-7-13 0,1 7-8 0,0 0-11 15,0 0-1-15,0 0-8 0,0 0-3 0,0 0-4 0,0 0-6 16,0 0-2-16,0 0 0 0,0 0-4 0,0 0 0 16,0 0-3-16,6 22-6 0,-6-22 2 0,4 8-1 15,-4-8-4-15,1 8 1 0,-1-8 2 16,0 0-1-16,3 5-4 0,-3-5 3 0,0 0-1 0,0 0 0 16,0 0 5-16,3 8-1 0,-3-8-1 15,0 0-3-15,0 0 1 0,0 0-1 0,11 0 0 0,-11 0 0 16,17-4-1-16,-6 1 0 0,7 1-2 0,-1-1-5 15,2-2 4-15,-1-1 1 0,1 0-4 16,0 3 0-16,-2-4-3 0,-1 3-4 0,-3 2-15 0,1 1-13 16,-5-1-22-16,-1 0-18 0,-1 1-22 0,0-2-17 15,-7 3-24-15,9 0-11 0,-9 0-9 16,0 0 0-16,0 0-8 0,0 0-95 0,0 0-278 16,0 0 123-16</inkml:trace>
  <inkml:trace contextRef="#ctx0" brushRef="#br0" timeOffset="89322.11">24334 8604 101 0,'0'0'141'16,"0"0"-3"-16,0 0-6 0,0 0-4 0,0 0-9 16,0 0-12-16,0 0-12 0,0 0-12 0,-7 2-4 15,7-2 4-15,-1 12 4 0,0-2-4 0,1 3-1 16,0 4 6-16,-2 3-6 0,-1 5-5 0,-1-2-7 16,0-2-2-16,1-3-5 0,0 3-6 0,1-2-2 15,1 1-5-15,0-2-3 0,1 2-6 0,0-4 2 16,1 1-5-16,-4-5-2 0,3 2-6 0,0-5-2 15,0 2-3-15,2-2 1 0,-2 0-7 0,1-2 1 16,-1-7-2-16,0 11 1 0,0-11-2 0,0 8 2 16,0-8-4-16,0 0 3 0,-3 8-6 0,3-8 2 15,0 0 0-15,-6 3-1 0,6-3-3 0,0 0 0 16,-15-4-1-16,15 4 0 0,-10-5-3 0,2 3-1 16,8 2 1-16,-12-8 4 0,6 7-8 0,6 1 2 15,-10-6-2-15,5 4 2 0,5 2-1 0,0 0 1 16,-11-4 0-16,11 4 2 0,-5-4-5 0,5 4-6 15,0 0 4-15,0 0-2 0,-6-3-1 0,6 3 1 16,0 0 1-16,0 0 0 0,0 0 1 0,0 0-2 16,0 0 1-16,32 3-6 0,-21-3-15 0,7 0-13 15,0 0-15-15,-1 0-8 0,1 2-26 0,-2-2-23 0,2 0-17 16,-5 0-13-16,6 0-14 0,-6-2-11 16,3 2-121-16,-3 0-307 0,0-3 136 0</inkml:trace>
  <inkml:trace contextRef="#ctx0" brushRef="#br0" timeOffset="89522.06">24548 8906 28 0,'0'0'165'16,"0"0"6"-16,0 0 1 0,3-9-2 0,-3 9-5 15,0 0-9-15,0 0-18 0,0 0-8 0,0 0-12 0,0 0-14 16,0 0-16-16,0 0-9 0,0 0-4 0,0 0-1 16,0 0-4-16,0 0-7 0,0 0-6 0,-5 32-5 15,5-22-2-15,0 1-6 0,-3 0-2 0,1-1-8 16,-2 2 1-16,4 1-3 0,-1 0-10 0,-1-3-22 15,-3 3-20-15,5 0-17 0,-1-1-25 0,-2-1-32 16,2 0-21-16,-3 1-25 0,2-2-29 16,-3-1-115-16,-1 0-305 0,4-2 135 0</inkml:trace>
  <inkml:trace contextRef="#ctx0" brushRef="#br0" timeOffset="89712.43">24243 9185 123 0,'0'0'178'16,"0"0"-13"-16,0 0-9 0,0 0-6 0,28-3-12 15,-14 2-13-15,5-2-16 0,2 2-4 0,7-3-13 16,1 4-10-16,-1 0-8 0,-2-2-15 0,4 3-30 16,-4 2-33-16,-3-1-35 0,-1-1-48 0,-3 0-37 15,-5 2-99-15,-5-1-239 0,1 0 106 0</inkml:trace>
  <inkml:trace contextRef="#ctx0" brushRef="#br0" timeOffset="90104.12">24350 9297 22 0,'0'0'193'0,"0"0"-21"0,3 12-5 15,-3-12-11-15,2 12-8 0,0-2-11 0,0-1-10 16,2 1 1-16,-1 1 1 0,-1 0-11 0,2 0-8 16,-1 1-16-16,0 0 3 0,2 0-14 0,0 0-6 15,-2-1-7-15,1 0-6 0,0-3 0 0,0 2-11 16,-2-4-4-16,3 2-1 0,0-2-1 0,-5 0-2 16,3 0 1-16,-3-6-8 0,5 10 0 0,-5-10-5 15,3 7-1-15,-3-7 0 0,4 7-3 0,-4-7 3 16,0 0 4-16,2 5 4 0,-2-5 9 0,0 0 4 15,0 0 0-15,8 1 12 0,-8-1-5 0,0 0-6 16,11-11 8-16,-4 3-5 0,-1-3-7 0,5-1-4 16,-2-2-4-16,1-2-8 0,1 2-1 0,-5-4-2 15,3 2 3-15,5-7-10 0,-3 7-3 0,0-7-2 0,3 1-13 16,-6 7-4-16,1 0-4 0,1-2-21 16,-5 6-11-16,3 1-14 0,-4 1-26 0,-1 1-29 15,4 3-36-15,-7 5-47 0,5-4-19 0,-5 4-2 16,0 0-15-16,0 0-163 0,0 0-416 0,0 0 185 0</inkml:trace>
  <inkml:trace contextRef="#ctx0" brushRef="#br0" timeOffset="90396.01">24638 9442 92 0,'0'0'196'0,"0"0"-5"16,19-7-3-16,-19 7-14 0,0 0-10 0,9 0-19 15,-9 0-14-15,5 4-12 0,-5-4-2 0,7 8-10 0,-6-2-2 16,0 1-8-16,0 4-6 0,-4 0-7 0,-1 4-5 16,0 1-3-16,-4-2-8 0,-2 1-1 15,0 1-11-15,-2-3-3 0,1-2-1 0,0 3-10 16,1-6 0-16,0 1-8 0,1-1 1 0,1 0-2 0,3-2-3 16,-1-2-4-16,2-1-3 0,4-3-4 0,-8 7 3 15,8-7-7-15,-2 4 3 0,2-4-2 0,0 0-2 16,0 0-1-16,0 0 2 0,18 6-7 0,-5-7-13 15,5-3-20-15,1 1-16 0,2-1-25 0,7-2-26 16,2 0-39-16,0-3-38 0,0 2-56 0,-3-1-126 16,-2 0-379-16,2-1 167 0</inkml:trace>
  <inkml:trace contextRef="#ctx0" brushRef="#br0" timeOffset="90658.39">25297 9194 61 0,'-4'-2'224'0,"4"2"-8"0,0 0-15 0,-11-5-12 15,11 5-19-15,0 0-14 0,-4-4-15 0,4 4-14 16,0 0-8-16,0 0-12 0,26-1-13 0,-15 1-8 0,8 2-9 15,1-3-8-15,8 1-19 0,-7-1-17 16,0-2-17-16,-2 3-22 0,2 0-21 0,-8 2-33 16,4-6-38-16,-5 5-29 0,0-4-21 0,-3 3-131 15,-2-1-302-15,-7 1 135 0</inkml:trace>
  <inkml:trace contextRef="#ctx0" brushRef="#br0" timeOffset="90864.19">25462 9054 128 0,'0'0'197'0,"-4"-4"-1"0,4 4-15 0,0 0-17 16,0 0-19-16,0 0-17 0,0 0 2 0,0 0-2 15,-15 14 0-15,11-6-11 0,0 3-5 0,-1-1-13 16,-1 3-4-16,0 3-8 0,2 1-5 0,0-3-14 16,0 4-4-16,-1-4-10 0,3 4 0 0,-3-3-4 15,2 2-6-15,1-1-24 0,0-4-24 0,0 2-35 16,0-4-49-16,4 0-45 0,-2 2-60 0,-2-5-143 15,2-7-364-15,4 12 161 0</inkml:trace>
  <inkml:trace contextRef="#ctx0" brushRef="#br0" timeOffset="91322.36">25814 8874 31 0,'2'-11'282'0,"0"2"-14"16,-1 2-16-16,0 1-20 0,-1 6-28 0,1-9-21 16,-1 9-21-16,0 0-22 0,0 0-9 0,0 0-11 15,0 0-11-15,9 22-9 0,-9-5-14 0,2 2-4 0,0 6-8 16,-1 2-5-16,1-1-6 0,0-2-5 16,-2-5-3-16,2 1-3 0,-4-2-6 0,6-2-3 15,-4-3-4-15,2 4-6 0,-2-5 1 0,0-1-6 16,0 0-1-16,1-1 1 0,-1-2-5 0,0-8 0 15,0 11-1-15,0-11 1 0,0 10 8 0,0-4 3 0,0-6 10 16,0 0 1-16,0 0 10 0,-1 10-5 16,1-10 11-16,0 0 2 0,0 0-12 0,0 0 2 15,0 0-7-15,0 0-2 0,0 0-5 0,0 0-1 0,0 0-4 16,2-34-6-16,-1 25-11 0,6-1-5 0,-1-1-8 16,4-2 0-16,0 3-1 0,2 0 1 0,-1-3 5 15,0 8-6-15,-1-3 0 0,0 2-4 16,-1 3 2-16,-1 0-8 0,0 1 2 0,-8 2-2 0,15 3 0 15,-7-1 2-15,-1 3-3 0,1 1 4 0,-1 2 1 16,0 0-2-16,-2 3 0 0,1-2 1 0,-2 2-2 16,-3 2 7-16,1 3 1 0,-2-4-5 0,2 1-5 15,-2-2-17-15,0 1-25 0,0 1-25 0,0-3-28 16,0 2-34-16,0-3-46 0,4 1-40 0,-4-4-50 16,2 1-186-16,2-3-498 0,4-1 220 0</inkml:trace>
  <inkml:trace contextRef="#ctx0" brushRef="#br0" timeOffset="91628.27">26318 9135 180 0,'0'0'202'0,"4"-6"-15"0,-4 6-10 16,0 0-5-16,0 0 0 0,0 0-7 0,0 0-13 16,0 0-12-16,0 0-8 0,-16 19-14 0,14-12-9 15,2 1-8-15,0-8-8 0,0 14-8 0,-2-6-9 16,4 1-8-16,-2-2-4 0,2 0-2 0,2-1 3 15,-1-1-3-15,8 1-1 0,-4-3 1 0,2 1-5 16,5 0-1-16,-4-1 5 0,3-3 0 0,1 0-5 16,-1 0 0-16,0-4 5 0,-1 0-1 0,0-1 6 15,-3-1-15-15,2-3-2 0,-4 1-1 0,0-3-9 16,-3 1 5-16,-1-3-9 0,1 0-4 0,-4 2 0 16,-2-5-3-16,-3 5-4 0,1 0-8 0,0 1-5 15,-2 3-2-15,-3-1-11 0,3 3-12 0,-6 2-9 16,1 1-15-16,-2 4-17 0,-1 0-28 0,-1 4-26 15,-1 2-47-15,1-1-51 0,3 2-50 0,1-2-196 16,6 0-489-16,5-7 218 0</inkml:trace>
  <inkml:trace contextRef="#ctx0" brushRef="#br0" timeOffset="100950.2">790 8661 14 0,'0'0'228'0,"0"0"-11"0,0 0-21 16,0 0-21-16,0 0-23 0,0 0-14 0,0 0-17 16,0 0-8-16,0 0-8 0,0 0-11 0,0 0-6 0,0 0-8 15,0 0-6-15,0 0-8 0,0 0-7 16,-17 90-1-16,10-64-10 0,7-26-3 0,-15 51-3 16,10-32-4-16,5-19-5 0,-15 42-3 0,15-42-4 15,-14 31-1-15,14-31-4 0,-11 25-3 0,11-25 0 16,0 0 1-16,-16 29-4 0,16-29 0 0,0 0-1 15,0 0-1-15,0 0-1 0,-11 22-2 0,11-22 1 16,0 0 1-16,0 0-2 0,0 0 1 0,0 0-2 16,0 0 1-16,0 0-5 0,0 0 1 0,0 0 0 15,0 0-2-15,0 0-6 0,0 0-3 0,0 0-5 16,0 0 2-16,0 0 1 0,0 0-1 0,0 0 1 16,0 0-3-16,61-32 4 0,-49 29-1 0,3 3 2 15,2 0 0-15,1 0 2 0,1 3 0 0,-2 2 0 16,2-1 0-16,0 1 2 0,-1 0-3 0,-5-1-2 15,8 1 4-15,-1 0-3 0,-2 1 5 0,1-3-1 16,1-2 1-16,-2 1 0 0,2-4 3 0,1 1 2 16,0 0-2-16,-4-1-1 0,4-4 2 0,-5 1-4 15,1-2 4-15,-3-1-3 0,0-1 2 0,0-1-3 16,-1 2 1-16,-2 0 2 0,-4-1 3 0,0 1 0 16,0-2 1-16,-2 1 3 0,-1-1-8 0,-2 0 3 15,0 2-2-15,-1-2-1 0,-1 3 1 0,0 7-3 16,-1-13 1-16,1 13 2 0,-4-12-4 0,2 7 1 15,2 5-2-15,-7-5-4 0,7 5 5 0,-10 0-3 16,10 0 0-16,-14 7 2 0,4 2 0 0,-3 2 0 16,1 1-3-16,1 1 1 0,0 0-1 0,1 0 5 15,4 3-8-15,2-4 3 0,-1-2-13 0,3 3-15 16,2-4-22-16,2 2-20 0,0 0-29 0,2-1-37 16,4-3-28-16,1 0-135 0,1-2-330 0,0-4 146 15</inkml:trace>
  <inkml:trace contextRef="#ctx0" brushRef="#br0" timeOffset="101182.38">1485 8678 166 0,'0'0'223'0,"0"-14"-4"0,0 14-18 0,3-8-19 15,-3 8-22-15,0 0-16 0,0 0-20 0,0 0-7 0,0 0-6 16,0 0 10-16,-11 41-5 0,6-14-13 0,1 3-10 15,-4 2-8-15,3 1-10 0,-3-1-7 0,2 2-5 16,1-3-5-16,-3-1-6 0,3-2-5 16,2-1-2-16,1-2-7 0,0 1-20 0,2-9-26 15,-3 1-24-15,3 0-27 0,-1-3-36 0,-2-2-38 16,6-1-43-16,-3-12-179 0,-5 13-384 0,5-13 171 16</inkml:trace>
  <inkml:trace contextRef="#ctx0" brushRef="#br0" timeOffset="101338.1">1400 8796 47 0,'22'1'60'0,"-8"2"-30"0,-5 3-30 15,6 3-24-15,-6 5-24 0,0 2 12 0</inkml:trace>
  <inkml:trace contextRef="#ctx0" brushRef="#br0" timeOffset="101660.93">1552 9071 20 0,'10'-10'181'0,"1"-4"-10"16,3 2-3-16,-1-5-11 0,-2 3-8 0,3-2-7 15,3-5-6-15,1 0-6 0,-4 0-8 16,1-1-8-16,-3 8-9 0,-1-2-8 0,-1 1-3 0,-4 5 3 15,1-1-1-15,-1 3-2 0,-1 1-5 0,-1 2-5 16,-4 5-6-16,5-8-13 0,-5 8-8 0,0 0-8 16,0 0-6-16,0 0-11 0,0 0-2 0,0 0-5 15,-23 24-5-15,13-10-10 0,0 0-6 0,1 0 0 16,3-3-2-16,-1 6-6 0,2-6-3 16,1 1-1-16,2-1 2 0,-1 1-4 0,6 3 4 0,-3-1-2 15,0-2 1-15,4-2 3 0,-2 1 0 0,2 0-1 16,-1 0 10-16,-3-1-9 0,0-10 1 15,3 15-3-15,0-5 1 0,-3-10-9 0,3 13 4 16,-3-13-4-16,1 12-11 0,-1-12-13 0,-4 14-21 16,4-14-29-16,-10 12-41 0,1-5-47 0,0-2-163 15,-4-1-367-15,13-4 164 0</inkml:trace>
  <inkml:trace contextRef="#ctx0" brushRef="#br0" timeOffset="101832.25">1234 8906 1678 0,'0'0'119'0,"2"-10"-104"0,0 4-22 0,-2 6 4 15,12-11-7-15,-2 6 10 0,2 0 4 0,4-1-5 16,3-2-3-16,2 4 9 0,8 0-5 0,-6 0-12 16,10 0-32-16,-1 1-45 0,0 0-56 0,-1 2-106 15,2-3-273-15,-3 0 121 0</inkml:trace>
  <inkml:trace contextRef="#ctx0" brushRef="#br0" timeOffset="102665.15">2424 8881 197 0,'-8'-6'198'0,"3"3"-11"0,-3 0-11 16,-2 1-10-16,-2 2-13 0,0 0-11 0,0 1-13 15,-5 5-10-15,-1 1-6 0,-4 6-4 0,5 2-9 16,-4 2-10-16,1 1-7 0,3 1-10 0,5-4-4 16,2 1-8-16,2 0-8 0,3 0-8 0,1-1 0 15,2-4-7-15,2 1-2 0,2-2-4 0,2 0 0 16,0-1-1-16,1 1-7 0,4-3 0 0,1-2-1 15,0 0-1-15,3-5-2 0,0 2-1 0,-2-2-1 16,2-3-1-16,-1-1-4 0,-1-1 1 0,2 1 1 16,2-5-3-16,-4 2 0 0,1-4-2 0,0 3 1 15,-3-2 0-15,-1 3-2 0,-5-5-2 0,6 3 1 16,-4-2 0-16,-1 0-1 0,-1 0 5 0,-1 3-2 16,2-1 1-16,-1 3 7 0,-2 0 0 0,-1 6 1 15,6-10-2-15,-6 10-6 0,0 0-4 0,2-7-5 16,-2 7 3-16,0 0-3 0,0 0 2 0,0 0-5 15,0 0 2-15,0 0 3 0,-6 29-3 0,5-18 2 16,1 0-3-16,1 0 3 0,2 1-2 0,0 0 0 16,-1-1 2-16,1-2-1 0,2 2-9 0,1-1-12 15,1-3-13-15,3-2-4 0,-1 1-13 0,2-4-11 16,8-2-15-16,1 2-3 0,-1-6-15 0,0 0-3 16,1-3-6-16,-3-2 7 0,2 1 8 0,-2-4 8 15,-1 2 10-15,-1-3 8 0,-3 0 2 0,0-3 17 16,-4-1 6-16,2 1 17 0,-4-2 15 0,0-1 9 15,0-5 7-15,-3 0 5 0,-1 4 12 0,4-3 20 16,-5 3 7-16,1 1 7 0,-2 2-4 0,0-2 2 16,-2 7 9-16,2-4 9 0,-1 6 8 0,-3 0-2 15,4 4-9-15,0 6-7 0,-1-11-7 0,1 11-12 16,0 0-8-16,0 0-6 0,0 0-1 0,0 0 6 16,0 0 3-16,-3 45-1 0,1-15 0 0,-3 2 0 15,-2 3 1-15,1-1-11 0,0 10-2 0,1-10-2 16,1-4-6-16,-2 2 5 0,1-2-8 0,3 1 0 15,0-1-1-15,0 2-2 0,-3-6-2 0,2-3-18 16,1-2-20-16,-1-3-16 0,2-1-17 0,-2 0-31 16,0-4-40-16,-3-3-42 0,4-1-41 0,-1-3-40 15,-4-1-135-15,7-5-417 0,-8 3 185 0</inkml:trace>
  <inkml:trace contextRef="#ctx0" brushRef="#br0" timeOffset="102876.24">2784 8879 183 0,'16'-8'179'0,"-1"0"-15"0,-1 3-12 0,-2 2-3 15,1 3-11-15,-1 0-10 0,1 3-11 0,0-1-9 16,-4 5-5-16,1 1-4 0,-3 3-6 0,-1 0 1 16,-4 2-5-16,-1 4-8 0,-2 0-1 0,-4 0-13 15,-3 0-11-15,-3-1-9 0,-3 0-13 0,-4 5-15 16,4-7-20-16,-3-2-22 0,1-1-30 0,-1-1-37 15,5-4-48-15,0-2-175 0,0-2-339 0,2-2 151 16</inkml:trace>
  <inkml:trace contextRef="#ctx0" brushRef="#br0" timeOffset="103104.23">3138 8658 228 0,'3'-3'250'15,"2"-1"-19"-15,-5 4-20 0,0 0-25 0,0 0-10 16,0 0-2-16,6 10-11 0,-7 0-9 0,0 9-8 16,-4 8-7-16,-2 3-12 0,0 1-10 0,-2 1-15 15,-2-3-11-15,4 1-7 0,-3 1-9 0,2-2-5 16,0 0-6-16,2-2-12 0,-1-1-3 0,1 1-15 16,2-8-20-16,-1 5-25 0,1-9-16 0,2 2-15 15,-1-7-42-15,0-1-40 0,3 1-40 16,-1-4-35-16,1-6-182 0,-5 10-413 0,5-10 182 0</inkml:trace>
  <inkml:trace contextRef="#ctx0" brushRef="#br0" timeOffset="103301.45">3147 8853 99 0,'9'0'171'0,"-9"0"-10"0,18 2-10 16,-11 1-8-16,3 2 2 0,-1 1 5 0,-2 2-9 15,1 0 0-15,-3 1-9 0,-2 1-3 0,-3 4-11 16,-3-4-9-16,-3 4-11 0,-2 2-8 16,-1 0-8-16,-2 0-15 0,-1-2-24 0,0-2-23 0,0 3-23 15,-1-5-47-15,-2 0-48 0,3-4-46 16,1 0-173-16,-6-5-341 0,7 0 152 0</inkml:trace>
  <inkml:trace contextRef="#ctx0" brushRef="#br0" timeOffset="103513.89">3306 8705 21 0,'4'-4'236'0,"-1"0"-26"0,-3 4-19 16,0 0-13-16,0 0-1 0,11 9-2 0,-8 2 1 16,-1 4-9-16,-1 4-9 0,-2 4-14 0,-1 4-11 15,0 0-16-15,-3-1-9 0,1 1-12 16,-2-2-10-16,1-6-29 0,-2 5-14 0,4-5-22 15,-2-1-29-15,3-1-37 0,-1-2-45 0,1-2-41 0,3-3-36 16,-1 0-31-16,0-2-112 0,0-8-334 0,0 0 148 16</inkml:trace>
  <inkml:trace contextRef="#ctx0" brushRef="#br0" timeOffset="103970.11">3427 8949 167 0,'0'0'187'0,"0"0"-7"0,0 0-2 15,0 0-10-15,10 11-17 0,-10-11-15 16,4 11-14-16,-1-7-10 0,1 1-13 0,-1 0-5 16,3 0-10-16,0-1-9 0,3-1-4 0,-3 0-6 15,5-2-5-15,1-2-2 0,-2 0-2 0,3-1-5 0,0 1-3 16,-1-3 0-16,-1 0-1 0,-1-1 7 0,-2 0-6 16,0 0 1-16,0-3-2 0,-1 1 1 15,-2 1 4-15,-1 1 4 0,1 0-1 0,-5 5 0 16,8-6-3-16,-6 1-7 0,-2 5-3 0,5-4-11 15,-5 4-4-15,0 0-6 0,0 0-4 0,0 0 1 16,7 17 2-16,-7-1-2 0,1 2 5 0,-1 11-2 0,-3 4 3 16,1 1 1-16,-2 1 0 0,-2 11-2 0,-3 0-1 15,4-11 2-15,-1 0-3 0,0-1-3 16,1-1-1-16,0-2 1 0,0 0-1 0,4-2-2 16,-6 0-1-16,1-3 9 0,-1-1-6 0,-4-2-2 15,3-8 5-15,-1-1-3 0,-2 0-2 0,-2-2 2 0,0-2-2 16,0-2 0-16,2-3 0 0,-3-2 0 0,1-2 6 15,-1-1-13-15,1-4 5 0,2-1-5 0,-2-1 0 16,0-5-9-16,-1-2-6 0,4-4-4 16,-3-6-6-16,7-3 1 0,-1-1-4 0,1 0 1 15,5 0-3-15,3-2-8 0,1 1 0 0,2-1-2 0,5 3-2 16,2 0-2-16,2 4-4 0,1 0-8 0,4 2-16 16,0 2-16-16,-1 6-32 0,4-1-29 15,6 2-41-15,0 0-45 0,0 3-172 0,0-3-432 16,3 4 191-16</inkml:trace>
  <inkml:trace contextRef="#ctx0" brushRef="#br0" timeOffset="104374.85">4515 8749 210 0,'3'-10'243'0,"3"4"-11"16,-3 1-22-16,0 0-26 0,-3 5-20 0,4-6-19 16,-4 6-12-16,0 0-12 0,0 0-1 15,3 18-7-15,-6-1-4 0,-4 8-5 0,2 3-2 0,-4 0-9 16,-2 2-6-16,2 3-7 0,-1-1-8 0,-3 0-8 16,4-4-7-16,0 0-3 0,0-1-3 0,1 1-3 15,1-6-6-15,-1 3-14 0,1-1-18 0,1-6-24 16,0-3-30-16,1-3-44 0,0 0-48 0,0-3-45 15,2 0-47-15,-2-1-137 0,5-8-394 0,-5 7 175 16</inkml:trace>
  <inkml:trace contextRef="#ctx0" brushRef="#br0" timeOffset="104653.95">4673 8787 193 0,'3'-5'222'0,"1"0"-13"0,-4 5-23 0,3-4-17 15,-3 4-14-15,0 0-11 0,0 0-16 0,0 0-8 16,-16 13-11-16,2-4-12 0,-3 2-8 0,-7 5-4 16,0-2-14-16,-1-2-7 0,1 1-8 0,5-2-5 15,2-2-3-15,3-3-5 0,1-1-2 16,2 2-7-16,2-3 0 0,1-1-7 0,2-3 0 0,6 0-3 16,-8 5-3-16,3-1-3 0,5-4-6 0,-5 4-1 15,5-4-2-15,0 0-2 0,-3 9 0 0,3-9-2 16,5 14 1-16,2-6-3 0,-1 0 4 0,2 2-1 15,5 2 0-15,2 1 1 0,2-1-2 0,-1 0-18 16,2 0-33-16,4 5-27 0,0-4-43 0,-3-3-40 16,0 0-49-16,-5-2-120 0,3-2-352 0,-6 0 157 15</inkml:trace>
  <inkml:trace contextRef="#ctx0" brushRef="#br0" timeOffset="104993.67">4857 8868 47 0,'1'-10'257'0,"2"1"-12"16,0 2-11-16,-3 7-25 0,0-10-13 0,0 10-26 15,2-7-12-15,-2 7-27 0,0 0-7 16,0 0-3-16,0 0-10 0,12 24-3 0,-10-8-13 0,4 1-1 16,-2 1-14-16,0 1-5 0,-2 1-7 0,3-1-5 15,-3-2-5-15,0 0-5 0,-2 1-1 0,2-6-8 16,-1 1-2-16,4-3-3 0,-2-1-2 15,-1-2-8-15,-2-7 2 0,4 11-4 0,-4-11 1 16,5 9 1-16,-5-9 8 0,7 5 5 0,-7-5 8 0,0 0 0 16,0 0 1-16,22-12-6 0,-15 3-5 0,2-1-1 15,3-3-5-15,-1-3-3 0,-2 1 1 0,3-2-12 16,-1-6 4-16,4-1-2 0,-4 0-4 0,3 0-12 16,-7 6-10-16,2-8-6 0,-2 12-13 0,-1-2-11 15,0 5-23-15,-2 0-21 0,-1 1-29 0,0 5-39 16,-3 5-51-16,5-11-44 0,-4 8-20 15,-1 3-146-15,0 0-440 0,0 0 195 0</inkml:trace>
  <inkml:trace contextRef="#ctx0" brushRef="#br0" timeOffset="105256.48">5241 8820 134 0,'0'0'215'0,"0"0"-13"0,0 0-16 16,0 0-7-16,9 5-6 0,-9-5-4 0,0 12 2 15,-4-2-9-15,0 6-11 0,-3-1-16 0,1 3-11 16,0 0-6-16,-6 7-10 0,2-3-6 0,0-5-15 16,0 2-3-16,3-3-10 0,-1-1-4 0,3-3-6 15,-1-1-5-15,1-2-6 0,2 2-6 0,2-4 0 16,0 1-5-16,1-8-7 0,-5 9-5 16,5-9-2-16,-3 8 0 0,3-8-3 0,0 0-4 0,3 9 3 15,-3-9-4-15,9 2-9 0,-2 1-10 0,6-2-12 16,4-1-12-16,4-1-22 0,9-1-30 0,-1 1-35 15,1-1-42-15,0 0-52 0,1 2-51 0,-11-1-129 16,7-3-416-16,-5 4 184 0</inkml:trace>
  <inkml:trace contextRef="#ctx0" brushRef="#br0" timeOffset="105676.09">5954 8961 258 0,'0'0'264'0,"-4"-12"-14"16,0 5-21-16,0 4-19 0,4 3-15 0,-13-6-17 15,2 6-13-15,-2 4-9 0,-6 1-16 0,-1 4-15 16,-5 4-5-16,1 1-16 0,0 5-9 0,1-1-11 16,5 0-6-16,4-1-10 0,2-4-6 0,6 2-8 15,-2-2-5-15,2 3-5 0,3-5 0 0,3-1-7 16,0-10-4-16,2 15-2 0,-2-15-2 15,6 12 0-15,4-6-6 0,0-2-3 0,2-4 3 16,2 0-12-16,-14 0 2 0,29-5-4 0,-11 0-3 16,-6 0 1-16,4-2 0 0,-3 1-3 0,3-3-2 0,-3-1 0 15,2 1 0-15,-3-4 0 0,1 3 2 0,-4 0-2 16,0 1 2-16,-3-1 0 0,1 2 2 0,-3-2-3 16,0 4 3-16,-1-1-2 0,2 3-1 0,-5 4-2 15,5-7 2-15,-5 7-5 0,3-5-4 0,-3 5 2 16,0 0-6-16,0 0 6 0,0 0 6 0,1 18 1 15,-3-7-1-15,-1 2 2 0,2 2-3 0,0-3 4 16,-2 5-4-16,-1 0 5 0,4-1-1 0,-1 2-2 16,1-7-14-16,3 0-29 0,-1 2-34 0,1-3-46 15,0 1-50-15,-3-11-40 0,7 12-54 0,-3-8-140 16,-4-4-437-16,0 0 194 0</inkml:trace>
  <inkml:trace contextRef="#ctx0" brushRef="#br0" timeOffset="105896.01">6273 8906 2 0,'3'-10'277'0,"-2"3"-9"0,2 1-13 15,-3 6-21-15,1-11-27 0,-1 11-17 0,0 0-14 16,0 0 5-16,0 0-3 0,0 0-2 0,-5 38-20 16,2-19-4-16,-2 7-14 0,-4-1-14 0,1 1-14 15,3 1-9-15,1-1-8 0,2 1-3 0,-1 0-9 16,0-8-7-16,0 5-4 0,1-5-18 0,0-1-19 15,1 0-30-15,0-2-29 0,-1-4-30 0,1 0-43 16,-3-2-60-16,4-10-62 0,-2 17-61 0,-3-12-148 16,-3-1-465-16,8-4 205 0</inkml:trace>
  <inkml:trace contextRef="#ctx0" brushRef="#br0" timeOffset="106047.4">6172 9074 172 0,'0'0'234'0,"5"-9"-19"16,-1 5-27-16,-4 4-15 0,9-6-19 0,-1 2-18 16,5 2-15-16,-2 0-25 0,2 2-32 0,6-2-43 15,9-1-52-15,0 2-54 0,0 1-158 0,-1 1-264 16,6 0 117-16</inkml:trace>
  <inkml:trace contextRef="#ctx0" brushRef="#br0" timeOffset="106357.46">6830 8994 2089 0,'9'-25'39'0,"0"0"-9"0,1 3 5 0,-4 4-11 16,-3 1 17-16,0 7 15 0,1 0 24 0,-3 1-1 15,2 2-14-15,1 2-5 0,-4 5-11 0,3-9-10 16,-3 9-8-16,0 0-2 0,0 0-2 0,0 0 8 16,8 28 9-16,-9-4 2 0,-3 5 6 0,0 2-1 0,-6 1-3 15,2 3 0-15,-3-4-9 0,3 3 0 0,-1-3-5 16,-2 0 0-16,2-3-6 0,2-2-2 16,2-1-1-16,1-8-5 0,2-1-26 0,-3 0-20 15,2-7-26-15,-1 1-33 0,2-3-38 0,1 1-30 0,1-8-44 16,-6 9-42-16,6-9-172 0,0 0-444 0,0 0 197 15</inkml:trace>
  <inkml:trace contextRef="#ctx0" brushRef="#br0" timeOffset="106863.84">6860 9061 33 0,'9'-6'95'0,"1"-3"-4"0,5 1-6 0,-1-2 5 15,2 0-1-15,-2 2-4 0,1-2 5 16,-5 3 7-16,1 0-5 0,0-1 8 0,-2 1 2 15,-1-3 3-15,1 3 10 0,-4-1 8 0,0 1-8 0,-1-3-3 16,0 3-9-16,-2 1-2 0,2 0 1 0,-4 6-6 16,5-7-6-16,-5 7-10 0,2-9-9 15,-2 9-8-15,0 0-7 0,0 0-8 0,0 0 0 0,0 0-8 16,0 0-3-16,0 0-1 0,-3 31-3 16,-4-17-3-16,1 5-2 0,-3 5-4 0,1-1-5 0,-2 0-1 15,4-4 0-15,-5 5-2 0,4 0-1 0,1-5 0 16,0 0-1-16,3-1-3 0,0-2 0 15,0-4 1-15,2 0-3 0,0-2-3 0,-1 0-3 0,2-3-13 16,0-7 0-16,-1 11-2 0,1-11 0 0,0 10 0 16,0-10-5-16,0 0 1 0,3 7 0 0,-3-7-1 15,5 3 4-15,-5-3 2 0,10 2-1 0,-3-2 3 16,1 3 1-16,3-3 4 0,-1 0 2 0,1 1 3 16,1 2 1-16,1-1 2 0,0-1-2 0,-2-1 3 15,3 3-3-15,4 0 1 0,1-3 1 0,0 1 1 16,-1-2 3-16,1-2-3 0,-1 0-2 0,1 0 4 15,-1-1-1-15,-2-3 4 0,-2 2 7 0,-3 0 7 16,-2 0 12-16,3-2-7 0,-5-1-1 0,0-1-3 16,-2 0 0-16,-1 0-2 0,-3 2 7 15,3-2-7-15,-4 9-3 0,-3-11-1 0,1 1 1 0,-3 5-4 16,5 5-6-16,-12-2-2 0,1 2 2 0,-2 2-1 16,-4 5-6-16,2 3 3 0,-3 8-1 0,4-2-1 15,2-1-9-15,0-1-20 0,4 3-30 0,3-1-40 16,2 1-41-16,7 1-53 0,1-1-53 0,4-2-159 15,5 2-433-15,8-2 192 0</inkml:trace>
  <inkml:trace contextRef="#ctx0" brushRef="#br0" timeOffset="107191.48">7747 9407 197 0,'5'-12'223'0,"-1"1"-13"16,1-4-10-16,0 3-10 0,4-3-12 0,4 1-11 16,-3-1-11-16,3-1-15 0,1 2 4 0,1 2-10 15,-1-3-10-15,-1 1-6 0,0-3-7 0,-3 2-5 16,0 1-1-16,-2 4-5 0,-2 1-8 0,1 0 0 16,-4 4 6-16,1-2-15 0,0 2-5 0,-4 5-3 15,5-6-7-15,-5 6-11 0,0 0-4 0,0 0-8 16,0 0-2-16,-15-6-9 0,15 6-1 0,-21 9 0 15,7 1-4-15,-1 1-3 0,0 1 1 0,1-2-2 16,5 0-3-16,0 4 3 0,4-3-4 0,-1 2 5 16,4-2-11-16,2 0-3 0,2 1 0 0,2-3-19 15,0 2-21-15,6 1-32 0,2-3-28 0,-1-2-41 16,6 0-41-16,1 0-51 0,1-4-66 0,-2-1-178 16,1-1-502-16,-2-2 223 0</inkml:trace>
  <inkml:trace contextRef="#ctx0" brushRef="#br0" timeOffset="107345.54">7922 8922 144 0,'-3'-3'213'16,"3"3"-20"-16,0 0-22 0,0 0-37 0,0 0-58 15,-9 16-53-15,11-9-59 0,0 6-117 0,2-3-166 16,0 3 73-16</inkml:trace>
  <inkml:trace contextRef="#ctx0" brushRef="#br0" timeOffset="107581.02">8195 9026 96 0,'3'-7'274'0,"-3"7"-3"0,6-6-15 15,-1 2-17-15,-5 4-20 0,0 0-26 0,5-8-19 16,-5 8-13-16,0 0-3 0,0 0 8 0,3 30-3 15,-2-11-6-15,-2 12-1 0,-2 3-12 0,-7 12-9 16,4-10-17-16,-2-1-3 0,-2 10-8 0,4-12-11 16,-3-1-10-16,1 0-9 0,2-3-11 0,-3 0-4 15,2-1-5-15,2-2-5 0,1-6-33 0,0-4-34 16,-1 1-28-16,0-1-29 0,3-4-37 0,-2-1-51 16,1-1-47-16,1-1-45 0,0-3-41 0,2-6-152 15,-3 7-481-15,3-7 213 0</inkml:trace>
  <inkml:trace contextRef="#ctx0" brushRef="#br0" timeOffset="107779.74">8285 9354 14 0,'8'-18'194'15,"-3"8"14"-15,2 0 8 0,-3 1 6 0,0 2-4 16,-3 1-15-16,3 2-19 0,-4 4-22 0,5-5-10 16,-5 5-8-16,0 0 5 0,2 18 3 0,-4-6-5 15,-2 5-9-15,0 2-22 0,-2 6-7 0,0 0-12 16,-2 0-5-16,2-2-11 0,-1 1-6 0,2-5-10 15,1-1-25-15,3 0-23 0,-4-1-22 0,2-4-26 16,1-2-24-16,-1-2-25 0,1 0-37 0,0-2-35 16,2-7-29-16,0 10-36 0,0-10-177 0,0 0-425 15,0 0 189-15</inkml:trace>
  <inkml:trace contextRef="#ctx0" brushRef="#br0" timeOffset="107992.05">8410 9197 154 0,'5'-10'213'0,"-2"5"-16"0,1 0-13 0,-1-1-23 16,-3 6-1-16,8-6 2 0,-8 6 1 0,0 0-7 15,14 10-8-15,-9-2-8 0,2 1-10 0,-4 0-4 16,1 5-7-16,-2-3-5 0,-1 2-6 0,-1 0-15 16,-4 3-3-16,1-4-12 0,-2 5-9 0,-2 0-2 15,-2-2-7-15,0 1-15 0,-3-3-31 0,-1 0-31 0,1-2-42 16,-2 0-41-16,5-1-68 0,0-1-66 15,-4-3-162-15,5 0-428 0,2-2 189 0</inkml:trace>
  <inkml:trace contextRef="#ctx0" brushRef="#br0" timeOffset="108424.19">8773 9482 214 0,'5'-10'254'15,"0"-2"-27"-15,3-2-17 0,3 0-17 0,0-3-19 0,8-3-14 16,-1-1-4-16,0 1-14 0,1-1-14 0,-1 1-9 16,1-3-11-16,-2 4-6 0,2-5 3 15,-4 2-8-15,2 0-6 0,-5 0-12 0,4 1-4 16,-9 7-7-16,1-3-3 0,-3 8 6 0,0 1-6 0,-1 2-9 15,-1 0-5-15,-3 6-5 0,1-9-9 16,-1 9-4-16,0 0-8 0,0 0 3 0,0 0-8 16,0 0 0-16,-26 16-3 0,12-3 2 0,-1 8-3 15,3-4-4-15,1-1-4 0,2 1-1 0,4-2-3 16,2 2 2-16,5-1 0 0,3 3-4 0,1-6 4 0,5 2-5 16,1-1 3-16,1-1-3 0,2 0-2 0,-1-3 1 15,3 3 4-15,-3-5 0 0,-1-1-2 0,-3 1-2 16,-1-2-1-16,1 0 2 0,-2 0 1 15,-4-1 3-15,0 0-1 0,-1-2 7 0,-3-3 0 0,0 10 2 16,0-10-5-16,0 0-12 0,-7 13-16 0,1-8-13 16,-3 0-27-16,-2-2-26 0,3 1-35 0,-2-1-45 15,4-1-38-15,6-2-47 0,-14 0-157 0,14 0-442 16,-11-3 196-16</inkml:trace>
  <inkml:trace contextRef="#ctx0" brushRef="#br0" timeOffset="108602">9259 9246 231 0,'2'-4'257'0,"-2"4"-17"16,4-7-24-16,-4 7-22 0,0 0-22 0,0 0-10 15,0 0-3-15,0 0-3 0,8 14-9 0,-4-5-9 16,-4 1-14-16,0 0-9 0,-3 8-14 0,0-1-5 16,3 1-10-16,-1-2-11 0,-1 1-21 0,0 0-25 15,-2 1-39-15,4-2-49 0,-1-2-54 0,2-2-59 16,1-2-228-16,-5 2-433 0,3-6 192 0</inkml:trace>
  <inkml:trace contextRef="#ctx0" brushRef="#br0" timeOffset="108763.83">9389 9006 103 0,'0'0'232'0,"0"0"-30"0,0 0-27 15,0 0-40-15,0 0-62 0,0 0-74 16,0 0-66-16,-1 43-75 0,3-27-155 0,5 9 69 16</inkml:trace>
  <inkml:trace contextRef="#ctx0" brushRef="#br0" timeOffset="109340.56">9749 9307 267 0,'0'0'271'0,"0"0"-13"15,0 0-13-15,-11-17-17 0,11 17-11 0,-10-4-13 0,2 3-20 16,8 1-11-16,-20 5-6 0,7-2-16 16,-4 5-10-16,-2 4-10 0,-3 1-1 0,3 6-16 15,-3-4-8-15,10-1-15 0,-2-1-6 0,5 1-11 16,-2-1-7-16,6-1-7 0,1-2-2 0,1 1-9 0,1-2-2 16,2 2-7-16,3-1 0 0,1-4-8 15,-2 0 2-15,3-3-1 0,4 2-5 0,2-3 0 16,3-2 0-16,-3-2-9 0,3-1 2 0,-2-1-4 15,0-1-3-15,2-3 1 0,1-4 0 0,-3 1-3 16,0-4 2-16,1-1-11 0,-3-2 8 0,3-5-7 0,-5 5-4 16,3-11-3-16,-2 1-3 0,0 2 0 15,-2-1-2-15,1-1 2 0,-3 1 1 0,0-3-2 16,0 6 2-16,-1-3 2 0,-1 8-5 0,-1-1 6 16,-2 4 13-16,0 7 4 0,2-3-3 0,-2 5 2 0,1 1-6 15,-1 6-9-15,0 0-1 0,0-11 3 0,0 11-4 16,0 0 1-16,0 0 1 0,-8 33-4 0,-1-5 4 15,3-1-1-15,-3 2-1 0,1 1 0 16,-1 1 9-16,2-2-7 0,1-4-4 0,4 0 6 0,1-1 2 16,1-5 1-16,0-2-6 0,2 0 2 0,-1-5 6 15,6 2 8-15,-2-2-6 0,5-5 9 0,-1 3 8 16,1-3 4-16,3-2-7 0,4 0-3 0,2-3 3 16,-1-2 1-16,4-2-4 0,1-2-3 0,5-2 0 15,-3-3 1-15,-2-3-9 0,-5 3-5 0,1-1-3 16,2-7 3-16,-5 5-3 0,-3-4-3 0,-1 2 3 15,-1-1-4-15,-3 5 4 0,-3 2-4 0,0 0-5 16,-2-2 5-16,-3 10-4 0,-2-8-2 0,2 8-2 16,-11-2 6-16,11 2 0 0,-28 11-1 0,11 1 8 15,-5 3-1-15,1 3-4 0,7-4 4 0,0 1 0 16,3 1 0-16,4 1-1 0,1-1-20 0,4-1-40 16,3 2-28-16,3-1-45 0,4-2-49 0,8 0-68 15,10-4-79-15,6-2-176 0,5-5-547 0,0-3 242 16</inkml:trace>
  <inkml:trace contextRef="#ctx0" brushRef="#br0" timeOffset="110411.78">10362 9585 144 0,'0'0'179'0,"0"0"-18"16,0 0-14-16,0 0-18 0,0 0-9 0,0 0-27 16,-16 24-39-16,10-15-37 0,-3 1-46 0,0 3-141 15,0-3-183-15,-4 1 82 0</inkml:trace>
  <inkml:trace contextRef="#ctx0" brushRef="#br0" timeOffset="116554.17">2231 9797 168 0,'-3'-14'166'0,"3"14"-13"15,0 0-7-15,0 0-7 0,-1-8-9 0,1 8-3 16,0 0-22-16,0 0-5 0,-1-10 0 16,1 10-10-16,0 0 0 0,0 0-4 0,0 0-3 0,-1-9-4 15,1 9-4-15,0 0-1 0,0 0-7 0,0 0-7 16,0 0-5-16,0 0-10 0,0 0-1 0,0 0-7 15,0 0-5-15,0 0-6 0,0 0 1 0,0 0-7 16,0 0-2-16,0 0 0 0,0 0-1 16,0 0-5-16,0 0 2 0,0 0-2 0,-3 30 0 0,3-15-4 15,0 2 6-15,-3 2 4 0,1 5-4 0,-1-5-2 16,0 6 2-16,0-4 1 0,-5 4 1 0,4-5-3 16,2-1 3-16,-1 0-3 0,-2-2 0 0,1 3 0 15,2-5-2-15,-2-1-1 0,-2 2-2 0,4-4 0 16,1-2 0-16,-3 0-2 0,2-2 3 0,0 0-4 15,1-1-1-15,0 1 1 0,1-8 3 0,-2 10-2 16,2-10 0-16,-1 11-17 0,-1-6-15 0,2-5-13 16,-3 7-15-16,3-7-20 0,-3 7-21 0,3-7-20 15,-3 5-26-15,3-5-19 0,0 0-26 0,-9 2-115 16,9-2-324-16,0 0 144 0</inkml:trace>
  <inkml:trace contextRef="#ctx0" brushRef="#br0" timeOffset="116940.17">2241 9739 117 0,'7'-4'160'0,"-1"2"-23"0,-6 2-7 0,15-1-3 15,-5 4-6-15,1-2-15 0,0 2-5 16,-2 3-5-16,0 0-13 0,1 3-3 0,-1-1-6 15,-1 2-11-15,-3 1-6 0,1 0-6 0,-1 4-3 16,-2-3-4-16,-3 0 0 0,-3-2-9 0,3 0 6 0,-3 0-2 16,-2-1 0-16,2 0-5 0,-1-2-3 15,0-2 0-15,-1 0-2 0,0 2 4 0,-1-1-7 16,-1-2 2-16,-2 1 0 0,3-2-7 0,0 1 3 16,-2-2-2-16,8-2-2 0,-12 2 1 0,12-2 4 15,-10 2-2-15,10-2-2 0,-9 0 0 0,9 0-2 0,0 0-5 16,-7 2-1-16,7-2-4 0,0 0-1 0,0 0-4 15,0 0 4-15,-2 9-6 0,2-9 1 0,0 0 2 16,9 14-1-16,-4-7 1 0,-1-2-2 16,3 4 0-16,0 0 3 0,0 1-3 0,0-1 7 0,0 4-21 15,-2-4-19-15,3 2-27 0,2-2-44 0,-3 1-25 16,2-2-24-16,0 2-24 0,-2-1-110 0,-2 0-307 16,1-2 136-16</inkml:trace>
  <inkml:trace contextRef="#ctx0" brushRef="#br0" timeOffset="117260.65">2536 10039 132 0,'-3'-11'203'0,"3"11"-7"0,0 0-20 0,-8-2-13 16,8 2-8-16,0 0-11 0,-14 6-10 0,6-1-16 15,3 0-10-15,-1-1-13 0,-3 3-8 0,2 1-8 0,0-1-6 16,4 2-11-16,-1-2-4 0,2 1-6 0,-2 1-5 15,2 0-4-15,2 0-9 0,0-9-2 16,2 13-5-16,0-5 1 0,2-2 0 0,-1 2-4 16,-1-1-2-16,5 0-1 0,-1-2-2 0,-3 0-3 15,2 0-3-15,-3 2-1 0,-2-7-2 0,7 9 2 16,-5-5-3-16,-2-4 0 0,4 8-1 0,-4-8 3 0,-1 8-4 16,1-8 1-16,-3 9 1 0,-2-4-1 0,0-1 5 15,-3 1-1-15,-2 2-9 0,0-4 1 16,0 0-1-16,0 1 1 0,-1-2-9 0,1 2-14 15,-1 0-18-15,0-2-23 0,2 1-24 0,1-2-49 16,8-1-30-16,-15 0-176 0,15 0-367 0,0 0 164 0</inkml:trace>
  <inkml:trace contextRef="#ctx0" brushRef="#br0" timeOffset="117563.47">2797 9907 104 0,'0'0'228'0,"-11"0"-20"15,11 0-21-15,-8-3-16 0,8 3-19 0,0 0-15 16,0 0-14-16,-8-3-12 0,8 3-12 0,0 0-11 15,0 0-1-15,0 0-11 0,0 0-4 0,0 0-8 16,35-1-5-16,-16 1-7 0,-2 0-6 0,3 0-6 16,-3-1-25-16,-3-1-12 0,5 2-18 0,-8 0-24 15,1 0-34-15,0 2-16 0,-1-1-18 16,-1-1-19-16,-1 0-4 0,-9 0-23 0,11 0-79 0,-11 0-251 16,10 0 111-16</inkml:trace>
  <inkml:trace contextRef="#ctx0" brushRef="#br0" timeOffset="117944.3">2957 9888 144 0,'0'0'152'16,"0"0"3"-16,-8-1-15 0,8 1-5 0,0 0-11 15,0 0-15-15,0 0-4 0,-9 5-2 0,9-5 2 16,-2 12 7-16,0-2-2 0,-1 4-2 0,0 3-4 16,-1-3-5-16,0 4-6 0,0 0-5 0,2 0-7 15,-3 1-13-15,1-3-4 0,0-4-21 0,2 6 1 16,-2-2-4-16,0 0 2 0,0-4-6 0,1 2-2 15,1-4-1-15,-1 0-2 0,0-1-5 0,0 1 0 16,1-3-4-16,-1-1-1 0,2 0-1 16,1-6-2-16,-4 10 5 0,4-10-9 0,-5 9 1 0,5-9-2 15,-4 6-2-15,1-2 3 0,3-4-3 0,-9 5 1 16,6-1 1-16,3-4-4 0,-8 1 0 0,8-1-5 16,0 0 2-16,-17-1 1 0,17 1-2 0,-7 0-1 15,7 0 0-15,0 0-1 0,-12-1 3 0,12 1-6 16,0 0 3-16,-8-2-5 0,8 2 2 0,0 0-1 15,0 0-1-15,0 0-3 0,0 0 3 0,0 0-3 16,0 0 3-16,0 0 1 0,0 0 0 0,0 0 0 16,0 0 1-16,23 4-1 0,-14-1-13 0,3-2-14 15,-1 2-17-15,2-3-18 0,0-1-23 0,5 2-30 16,-2 0-41-16,-2-2-17 0,-1 0-17 0,0 1-130 16,0-2-348-16,-2 1 154 0</inkml:trace>
  <inkml:trace contextRef="#ctx0" brushRef="#br0" timeOffset="118133.98">3117 10169 88 0,'1'-8'219'0,"-1"8"1"0,2-3 1 15,-2 3-9-15,0 0-12 0,0 0-15 0,0 0-18 0,0 0-21 16,0 0-13-16,0 0-12 0,0 0-4 0,0 0-1 16,0 0-3-16,0 0-2 0,0 0-10 0,0 0-9 15,-5 32-7-15,4-22-9 0,-2 1-4 0,1 0 0 16,-2-1-15-16,4 1-26 0,-3 1-33 0,2 0-29 15,-1 0-34-15,0-1-52 0,1-1-58 0,-1 0-66 16,-2-1-147-16,1-1-419 0,3-8 185 0</inkml:trace>
  <inkml:trace contextRef="#ctx0" brushRef="#br0" timeOffset="118470.43">3430 10131 210 0,'0'0'245'0,"-2"-11"-13"0,2 11-16 15,0 0-17-15,0 0-15 0,0 0-15 0,0 0-15 16,0 0-14-16,0 0-15 0,0 0-6 0,8-3-13 16,-8 3-8-16,10-2-9 0,-2 1-6 0,1 0-8 15,4-1-7-15,0 2-6 0,6-2-4 0,-3 2-7 16,0 0-9-16,0-1-2 0,-2 1-12 0,5 0-18 16,-6 0-20-16,1 1-26 0,0-1-34 0,-1 0-33 15,1 1-48-15,-2-1-41 0,-3 0-182 0,-9 0-405 16,10 0 180-16</inkml:trace>
  <inkml:trace contextRef="#ctx0" brushRef="#br0" timeOffset="118684.4">3603 10017 167 0,'0'0'264'0,"0"0"-19"0,0 0-23 16,0 0-25-16,0 0-17 0,0 0-5 0,0 0-4 15,0 0-1-15,-6 22-5 0,5-11-7 0,-2 4-18 16,1 1-12-16,-2 0-10 0,3 0-11 0,-3 0-9 16,0 1-9-16,1 1-11 0,2 0-5 0,1-1-31 15,-2-1-33-15,2 1-32 0,-2-2-36 0,-2 0-73 16,4-2-57-16,-2-1-244 0,0-3-467 0,0 0 207 16</inkml:trace>
  <inkml:trace contextRef="#ctx0" brushRef="#br0" timeOffset="122036.19">4246 9897 176 0,'0'0'204'0,"3"-7"-13"0,-3 7-15 0,0 0-20 0,2-10-18 16,-2 10-14-16,0 0-16 0,0 0-14 15,0 0-2-15,0 0-6 0,0 0-4 0,-5 29 3 0,1-10-7 16,-1 5-8-16,-3 1-5 0,2-6-3 16,-3 7-5-16,3-2-3 0,-2 1-7 0,3-6 12 0,1-1-2 15,1 2-8-15,-1-1-4 0,0-2 0 16,1 1-2-16,-3-3 0 0,2-1-4 0,2-2 2 16,-1-2-5-16,2 0-1 0,-1 0-4 0,1-4-4 0,0 2-2 15,1-8-2-15,-1 9 0 0,1-9 4 0,0 9 1 16,0-9 11-16,-2 6 8 0,2-6 10 0,0 0 11 15,0 0-1-15,0 0-3 0,0 0 13 0,0 0-23 16,0 0-6-16,0 0-6 0,0 0-5 0,0 0 2 16,0-29-8-16,4 20-5 0,1-2-3 0,0 0-4 15,3-1-5-15,-2 2-3 0,5-3 6 0,-2 0-11 16,3 3 1-16,-3 1-5 0,-1 3-1 0,3 2-2 16,-3 1-1-16,-1 1-6 0,-7 2 2 0,16-2 0 15,-6 4 0-15,-1 0 3 0,1 3-7 0,1 0 10 16,-2 3-5-16,1 1 0 0,-2-1 7 0,-2 3-5 15,0-1 4-15,5 5-2 0,-6-4-14 0,0 5-14 16,-1-6-11-16,0 7-12 0,-2-5-29 0,1 1-34 16,-3-1-40-16,0 1-38 0,0-4-37 0,-2 1-213 15,0 0-479-15,-1-3 212 0</inkml:trace>
  <inkml:trace contextRef="#ctx0" brushRef="#br0" timeOffset="122260.19">4531 10222 26 0,'3'-5'260'16,"-3"5"-11"-16,5-8-14 0,-5 8-17 0,5-5-21 15,-5 5-17-15,0 0-17 0,0 0-20 0,3-5-12 16,-3 5-19-16,0 0-10 0,0 0-6 0,3 16-9 16,-3-5-8-16,-1-2-4 0,0 2-6 0,0 2-9 15,-2 3-3-15,-1 0-7 0,1 0-6 0,-1 0-3 16,1 0-1-16,2-4-18 0,-3 2-29 0,1 0-28 15,1-4-41-15,-2 1-36 0,3-3-46 0,-1-1-47 16,-3 3-153-16,3-6-386 0,2-4 171 16</inkml:trace>
  <inkml:trace contextRef="#ctx0" brushRef="#br0" timeOffset="122437.01">4552 10029 141 0,'1'-6'236'0,"-1"6"-26"16,1-10-26-16,-1 10-20 0,0 0-23 0,2-6-27 15,-2 6-29-15,0 0-37 0,0 0-40 0,0 0-39 16,0 0-45-16,9 22-128 0,-9-22-221 0,1 14 97 16</inkml:trace>
  <inkml:trace contextRef="#ctx0" brushRef="#br0" timeOffset="122801.58">4889 10010 67 0,'0'0'206'0,"0"0"-9"0,-10-3-8 0,10 3-7 16,0 0-10-16,0 0-12 0,-8-3-15 0,8 3-13 15,0 0-9-15,0 0-13 0,0 0-11 0,0 0-5 16,0 0-11-16,0 0-7 0,0 0-11 0,0 0 3 15,0 0-11-15,0 0-4 0,27-3-6 0,-9 1-2 16,0 2-5-16,2-3-6 0,-2 2-6 0,3-1-17 16,0 0-25-16,-1 2-22 0,-5-1-28 0,-2 1-28 15,2 0-33-15,-3 0-25 0,-1 0-19 0,-3 1-137 16,-2 1-331-16,-6-2 147 0</inkml:trace>
  <inkml:trace contextRef="#ctx0" brushRef="#br0" timeOffset="124281.53">5030 9994 40 0,'0'0'152'16,"0"0"-10"-16,0 0-1 0,0 0-4 0,0 0-9 16,0 0-4-16,0 0-6 0,0 0 0 0,0 0-4 15,0 0-10-15,0 0-3 0,0 0-10 0,0 0-3 16,0 0-8-16,0 0-6 0,0 0-5 0,0 0-4 15,0 0-11-15,0 0-5 0,0 0-6 0,0 0-6 16,0 0-1-16,0 0-4 0,0 0-2 0,0 0-2 16,0 0-4-16,0 0-3 0,0 0-6 0,0 0 3 15,0 0-3-15,0 0-3 0,0 0-1 0,0 0 0 16,0 0-5-16,0 0 3 0,0 0-2 0,0 0 0 16,0 0-5-16,0 0 3 0,0 0 1 0,0 0-2 15,0 0 0-15,0 0-3 0,-5 9 2 0,5-9 2 16,0 0-6-16,0 0 5 0,0 0-2 0,0 9 1 15,0-9-1-15,0 0 1 0,0 0-1 0,0 0 1 16,0 0-3-16,0 0 2 0,-2 7 7 0,2-7-6 0,0 0 0 16,0 0 2-16,0 0-2 0,0 0 3 15,0 0 3-15,0 0 0 0,0 0 1 0,0 0 3 16,0 0-1-16,0 0 1 0,0 0-2 0,0 0-1 16,0 0 1-16,0 0 1 0,0 0-4 0,0 0 0 0,0 0-2 15,0 0-1-15,0 0 3 0,0 0-3 16,0 0 2-16,0 0-1 0,0 0-3 0,0 0 2 15,0 0-2-15,0 0 8 0,0 0-7 0,0 0 2 16,0 0-2-16,0 0-2 0,0 0 1 0,0 0-3 0,0 0 1 16,0 0 0-16,0 0 0 0,0 0 0 15,0 0 3-15,0 0-2 0,0 0 2 0,0 0-1 16,0 0-1-16,0 0 2 0,0 0 2 0,0 0-3 16,0 0 0-16,0 0-1 0,0 0 3 0,0 0-1 0,0 0-2 15,0 0-2-15,0 0 15 0,0 0-13 0,0 0-1 16,0 0 0-16,0 0 1 0,0 0-1 15,0 0 2-15,0 0-4 0,0 0 4 0,0 0-4 16,0 0 2-16,0 0-2 0,0 0 0 0,0 0 2 16,0 0-2-16,0 0 2 0,0 0-1 0,0 0 1 0,0 0-1 15,0 0 4-15,0 0-4 0,0 0 0 0,0 0 1 16,0 0 2-16,0 0 0 0,0 0-3 0,0 0 2 16,0 0 1-16,0 0-1 0,0 0-1 0,0 0 6 15,0 0-1-15,0 0-3 0,0 0 1 0,0 0 4 16,0 0 2-16,0 0-4 0,0 0 0 0,0 0-3 15,0 0 2-15,0 0-1 0,0 0 2 0,0 0-3 16,0 0 2-16,0 0-3 0,0 0 2 0,0 0-2 16,0 0-2-16,0 0 6 0,0 0-6 0,0 0-1 15,0 0 4-15,0 0 4 0,0 0-8 0,0 0 4 16,0 0 0-16,0 0-1 0,0 0 4 0,0 0 0 16,0 0 2-16,0 0 2 0,0 0 5 0,0 0-6 15,0 0 0-15,0 0-2 0,0 0 0 16,0 0 4-16,0 0-4 0,0 0-1 0,0 0 1 0,0 0 1 15,0 0-1-15,0 0 2 0,0 0-5 0,0 0 5 16,0 0-4-16,0 0 4 0,0 0-4 0,0 0 0 16,0 0-1-16,0 0 1 0,0 0-2 0,0 0 2 15,0 0-3-15,0 0 2 0,0 0-3 0,0 0 1 16,0 0 2-16,0 0-5 0,0 0 4 0,0 0-2 16,0 0 0-16,0 0-3 0,0 0 2 0,0 0-1 15,0 0 4-15,0 0-2 0,0 0-3 0,0 0 4 16,0 0-5-16,0 0 4 0,0 0 0 0,0 0 0 15,0 0-4-15,0 0 2 0,0 0 0 0,-2 7 1 16,2-7 0-16,0 0 2 0,0 0 1 0,0 0-2 16,0 0-2-16,0 0 2 0,0 0 0 0,0 0 1 15,0 0-3-15,0 0 1 0,-5 6 2 0,5-6-2 16,0 0 0-16,0 0-2 0,0 0 2 0,0 0 2 16,0 0-4-16,0 0 2 0,0 0 2 0,0 0 3 15,0 0-3-15,0 0 0 0,-8 3 1 0,8-3-1 16,0 0-2-16,0 0 1 0,0 0-2 0,0 0 2 15,0 0-2-15,0 0 4 0,0 0-3 0,0 0 2 0,0 0-4 16,0 0-1-16,0 0 1 0,0 0-1 16,0 0 3-16,0 0-1 0,0 0-4 0,-8 2 2 15,8-2 1-15,0 0-1 0,-3 11 2 0,3-11-2 16,-4 12 1-16,1-5 5 0,-1 4-3 0,0 0-4 0,1 1 0 16,0 4 2-16,-2 0 0 0,2 2 0 15,1 0 2-15,-3 0-2 0,1 2 4 0,-1-3-2 16,1 2 0-16,-2-1 1 0,2 0-1 0,0-2 0 15,0-1 1-15,0-2 1 0,2-1-3 0,-1-1 3 16,0-1-2-16,2 1 3 0,0-1-2 0,0-3 1 0,-1 0 3 16,0 1-1-16,2-8-2 0,-1 9 2 15,1-9-4-15,-2 7 5 0,2-7-4 0,-2 7 0 0,2-7 0 16,0 0 4-16,0 0 0 0,0 0-1 16,-1 8-1-16,1-8 5 0,0 0-5 0,0 0-2 0,0 0 0 15,-11 0 0-15,11 0-2 0,0 0-2 0,0 0 0 16,-15-7-3-16,15 7 2 0,-9-5-5 0,5 2 2 15,4 3 1-15,-9-6 1 0,9 6-1 16,-9-6 2-16,9 6-1 0,-5-4 0 0,0 1 1 0,5 3 1 16,-6-4-2-16,6 4 2 0,0 0 3 0,-6-5-6 15,6 5 2-15,0 0 0 0,0 0-3 0,0 0 1 16,-10-3 3-16,10 3-4 0,0 0 2 16,0 0 0-16,0 0-1 0,0 0 3 0,0 0-1 0,0 0 2 15,0 0 2-15,0 0-1 0,0 0-1 0,0 0 0 16,27 5 4-16,-20-3 0 0,3-2-10 0,0 3-11 15,3-1-13-15,-2-1-16 0,2 1-19 0,0-1-17 16,-2 0-23-16,2 1-19 0,0-2-24 0,0 0-16 16,1 1-11-16,-3 0-15 0,3 1-103 15,-4-2-319-15,2 0 140 0</inkml:trace>
  <inkml:trace contextRef="#ctx0" brushRef="#br0" timeOffset="124497.23">5161 10404 177 0,'0'0'218'0,"0"0"-14"0,0 0-9 0,5 5-3 0,-5-5-6 16,0 10-4-16,0-10-10 0,-3 13-16 0,0-3-11 16,-2-1-10-16,1 3-16 0,2 0-11 0,-2-1-6 15,0 0-14-15,-1 6-7 0,1-5-8 0,-2 3-30 16,2-3-29-16,1 0-36 0,1-1-52 0,0 0-64 15,0-2-62-15,2-9-160 0,-5 14-389 0,5-14 172 16</inkml:trace>
  <inkml:trace contextRef="#ctx0" brushRef="#br0" timeOffset="125262.12">5596 10375 121 0,'0'0'164'0,"0"0"-5"16,0 0-1-16,9 2-9 0,-9-2-4 15,0 0-6-15,0 0-6 0,0 0-8 0,0 0 6 0,0 0-4 16,0 0-3-16,0 0-8 0,0 0-1 0,0 0-3 16,0 0-3-16,0 0-6 0,0 0-2 0,0 0-8 15,0 0-11-15,0 0-6 0,0 0-5 0,0 0-4 16,0 0-6-16,0 0-5 0,0 0-2 0,0 0-5 16,0 0-5-16,0 0-5 0,0 0-1 0,0 0-4 15,0 0-2-15,0 0-3 0,-21-12-4 0,21 12 1 16,0 0 0-16,0 0-1 0,0 0-1 0,0 0-7 15,0 0-2-15,0 0-3 0,0 0 1 0,-7 0-1 16,7 0-6-16,0 0 2 0,0 0 5 0,0 0-9 16,0 0 4-16,0 0-5 0,0 0 1 0,33 4 3 15,-23-4-2-15,3 0-2 0,-3 2 4 0,4-1-5 16,-1 0 1-16,0-1 0 0,-2 2 2 0,2-2-4 16,0 2 2-16,-2-2-4 0,3 1 3 0,-3 0-3 15,-2 1 3-15,2-1-10 0,-3 0 1 0,2-2-11 16,0 1-9-16,-10 0-4 0,18 0-14 0,-9 0-19 15,0 0-23-15,-9 0-31 0,13 1-44 0,-5-1-26 16,-8 0-39-16,12 0-183 0,-12 0-443 0,8-1 196 16</inkml:trace>
  <inkml:trace contextRef="#ctx0" brushRef="#br0" timeOffset="125574.12">5739 10253 63 0,'0'0'226'15,"0"0"-15"-15,0 0-16 0,0 0-20 0,0 0-18 16,0 0-6-16,0 0-8 0,0 0-6 0,0 0-10 15,3 21-5-15,-3-12-2 0,0 2-8 0,-2 2-7 16,2-1-4-16,-1 5-7 0,-1 0-8 0,-2-1-4 16,1 1-6-16,2 0-9 0,-2-1-4 0,2-5-9 15,-2 5-2-15,1 0-4 0,0-3-13 0,2-1-31 16,-2 0-31-16,-2-1-41 0,4-2-56 0,0 2-33 16,0-2-69-16,-1 1-142 0,-2-4-397 0,2 1 175 15</inkml:trace>
  <inkml:trace contextRef="#ctx0" brushRef="#br0" timeOffset="126174.02">6241 10178 28 0,'3'-5'219'0,"1"0"-5"0,-4 5-3 15,5-9-15-15,-5 9-11 0,4-7-16 16,-4 7-20-16,0 0-15 0,5-2-14 0,-5 2-12 16,0 0-1-16,6 13 2 0,-5-3-7 0,1 7-7 0,-2 0 2 15,0 8-6-15,-2 0-7 0,1-6-3 0,-4 6-7 16,3 0-4-16,-1-6-8 0,0 0-3 0,-1 0-5 16,1-2-6-16,0 0 0 0,0-2-5 15,1 0-3-15,-1-3-2 0,1-2-3 0,-1-1 0 16,1 1-4-16,-1-2-3 0,2-1 2 0,-2 0 1 0,3-7-3 15,-2 8 0-15,2-8 4 0,-1 8 8 0,1-8-5 16,0 0 6-16,0 0 6 0,0 0-1 0,-3 6 0 16,3-6 0-16,0 0-11 0,0 0 2 15,0 0-4-15,0 0 0 0,0 0-4 0,0 0-7 0,8-25-1 16,-3 14-8-16,4 1-1 0,1-3-6 0,3-1 2 16,1 1-8-16,0 0-1 0,-1 6 5 0,-3 0-3 15,3-3-5-15,1 4-2 0,-5 2 3 0,1-1-3 16,1 2-5-16,1 2 2 0,-2 1 0 0,-10 0 2 15,14 4 1-15,-5 1 2 0,0 1-2 16,-3 2 2-16,1 1 0 0,-3 1 0 0,1 0-4 0,-1 3-19 16,-1-1-21-16,-3 3-32 0,-2 0-45 0,1-2-52 15,-2-4-52-15,-2 5-54 0,-4 3-186 0,4-8-506 16,0 1 224-16</inkml:trace>
  <inkml:trace contextRef="#ctx0" brushRef="#br0" timeOffset="126564.57">6540 10635 166 0,'9'-8'232'0,"1"1"-1"0,-2 0-8 15,4 1-13-15,-6-5-11 0,7 1-10 16,-4 2-7-16,0-1-15 0,2-3-11 0,-4 1-12 0,4-2-10 16,-1-1-8-16,-2 5-5 0,-2-4-8 0,1 3-10 15,-3-2-6-15,1 1-5 0,0 2-4 0,-4-1-6 16,-1 10-10-16,1-15-3 0,-1 15-10 0,-2-11-6 15,2 11-8-15,-9-12-3 0,4 8-5 16,5 4-3-16,-13-7-7 0,5 5-6 0,2-1 2 0,6 3-5 16,-8-2-3-16,8 2 8 0,0 0-16 0,-11-2 2 15,11 2-3-15,0 0 5 0,0 0-5 0,0 0 0 16,0 0 2-16,0 0 1 0,0 0-6 0,0 0-1 16,22 16-5-16,-16-15 4 0,5 2-5 0,0 0 2 15,-1 1 0-15,1 0 4 0,0 0-6 0,-1 1 1 16,-1 1-7-16,-2 1 4 0,1 0 4 0,0 2-4 15,-1 0 4-15,0 1 1 0,-3-2 1 0,1 3-2 16,0 0 0-16,-2-2 4 0,-1 3-5 0,-1-1 4 16,1-1-3-16,0 0 5 0,-2-10-11 0,0 19-13 15,1-9-26-15,-1-10-24 0,0 14-34 0,0-14-46 16,0 0-52-16,-1 18-36 0,1-18-223 0,0 0-500 16,-4 11 221-16</inkml:trace>
  <inkml:trace contextRef="#ctx0" brushRef="#br0" timeOffset="126962.45">7023 10326 116 0,'0'0'255'0,"4"-7"-25"15,-4 7-26-15,0 0-10 0,0 0 1 0,0 0-10 16,13 13-13-16,-12-4-14 0,2 0-12 0,-1 3-6 15,1 1-11-15,0 2-9 0,-1-1-8 0,-1 0-10 16,1-3-7-16,-1 2-9 0,2-3-5 0,-2 0-10 16,0 1-7-16,2-1-7 0,0 1-6 0,-1-5-6 15,-1 1-2-15,1 0-5 0,0-2-2 0,-2-5-2 16,2 7-3-16,-2-7-4 0,5 9-3 0,-5-9-1 16,3 6 1-16,-3-6 0 0,0 0 0 0,4 5-5 15,-4-5 10-15,0 0-9 0,0 0-1 0,0 0 11 16,18-13-3-16,-13 9 0 0,3-6-4 0,-1 1-3 15,5-5 3-15,-1-2-3 0,1 0-4 0,3-6-3 16,-1 1 1-16,-1 1 3 0,0-2-4 0,-3 5 0 16,0 1 1-16,-1 2-3 0,2 1-4 0,-5 3 2 15,-2 0-3-15,1 1 1 0,-1 4-4 0,-1-1-7 16,0 2-27-16,-3 4-27 0,6-7-32 0,-6 7-20 16,0 0-30-16,0 0-42 0,0 0-45 0,0 0-29 15,4 22-184-15,-4-22-477 0,-6 23 212 0</inkml:trace>
  <inkml:trace contextRef="#ctx0" brushRef="#br0" timeOffset="127258.51">7330 10507 178 0,'0'0'226'0,"7"-2"-11"0,-7 2-2 0,6 2-3 15,-6-2-14-15,6 7-10 0,-6-7-17 0,5 8-9 16,-5-8-13-16,6 10-12 0,-4-3-8 0,-2-7-9 15,3 16-17-15,-5-6-6 0,1 2-5 0,-1-2-6 16,-4 2-11-16,2-3-7 0,-4 5-6 0,1-4-3 16,1 0-7-16,1-1-6 0,0 2-5 0,-2-4-2 15,3-1-2-15,4-6-5 0,-5 9-4 0,5-9 1 16,-5 10-6-16,5-10 2 0,0 0-8 0,-6 7 0 16,6-7-6-16,0 0 0 0,0 0-2 0,0 0 2 15,0 0-8-15,0 0-2 0,15 7-10 0,-15-7-3 16,24-1-14-16,-7-2-17 0,2 0-23 0,2-1-23 15,-1 1-33-15,1-1-41 0,8 0-36 0,0-3-26 16,-1 1-161-16,-2-2-421 0,6 1 186 0</inkml:trace>
  <inkml:trace contextRef="#ctx0" brushRef="#br0" timeOffset="127455.26">7900 10503 25 0,'0'0'268'0,"0"0"-12"0,-2-9-26 0,2 9-18 16,0 0-23-16,7-2-19 0,-7 2-15 0,10-1-17 15,-10 1-15-15,16 0-19 0,-7 0-23 0,-9 0-27 16,15 1-33-16,-15-1-44 0,13 2-40 0,-13-2-47 16,13 0-35-16,-9 3-137 0,-4-3-304 0,0 0 136 15</inkml:trace>
  <inkml:trace contextRef="#ctx0" brushRef="#br0" timeOffset="127607.16">7904 10600 101 0,'-4'7'231'15,"4"-7"-6"-15,-2 3-5 0,2-3-1 0,0 0-8 16,0 0-3-16,10 7-14 0,-10-7-20 0,11 1-15 16,-3-1-15-16,5-1-14 0,-2-1-26 0,2-1-28 15,4 1-40-15,0-1-39 0,-4 1-56 0,5-2-73 16,-2-1-70-16,-5 2-138 0,1-2-367 0,-12 5 162 15</inkml:trace>
  <inkml:trace contextRef="#ctx0" brushRef="#br0" timeOffset="130572.2">8689 10514 96 0,'0'0'163'0,"0"0"-13"0,0 0-18 0,0 0-5 16,0 0-8-16,0 0-9 0,0 0-9 0,0 0-6 15,0 0 0-15,0 0-9 0,0 0-1 0,0 0-6 16,0 0-5-16,-22 9 1 0,18-6-6 0,4-3-1 16,-9 10-2-16,3-4-5 0,-1 2-3 0,0-1-5 15,2 0-7-15,-1 1-2 0,0-1-2 0,0 2-5 16,-1-1-2-16,4 1-5 0,-3 0-1 0,4-3-1 15,-1 3-1-15,2-1-4 0,0 1-1 0,1 0-2 16,0-9-2-16,1 16 1 0,2-6-5 0,2-5 7 16,1 3-3-16,3-1 4 0,1-1-6 0,1-2 8 15,6 0-1-15,-4 0 1 0,6-2 1 0,0 0-2 16,-3-3 2-16,3-1 1 0,-2-1 0 0,2-4 2 16,-1 2 0-16,0 1 3 0,-2-3-3 0,-1-1 0 15,-3 1-2-15,2-3 0 0,0 0-1 0,-1-1 0 16,-3-2-3-16,-3 2 17 0,-2 0-11 15,3-3 0-15,-4 1 6 0,-1 1 8 0,-3-4-8 0,0 4-5 16,-3-1-3-16,-1-2-3 0,-1 4 23 0,-2 1-11 16,-1 1-4-16,-1 1 2 0,-2 3-7 0,-2-1-7 15,0 4-13-15,-7 0-14 0,-3 4-24 0,-5 4-27 16,-2 3-40-16,0 3-62 0,3 1-68 0,-4 6-243 16,4-4-510-16,1-2 226 0</inkml:trace>
  <inkml:trace contextRef="#ctx0" brushRef="#br0" timeOffset="131373.49">8025 10497 45 0,'0'0'110'0,"0"0"-7"0,0 0 4 16,0 0-3-16,0 0-14 0,0 0-8 0,0 0 0 15,0 0-9-15,0 0 0 0,0 0-2 0,-15-9-2 16,15 9 0-16,0 0-6 0,0 0-2 0,-10 2 0 15,10-2 4-15,0 0-12 0,0 0-1 16,0 0 1-16,0 0-8 0,-14 1 4 0,14-1 2 0,0 0-4 16,0 0 1-16,0 0-3 0,-10 0-1 0,10 0 1 15,0 0 0-15,0 0-2 0,-11 1-2 0,11-1-1 16,0 0-4-16,0 0-4 0,-9 2-2 0,9-2-2 16,0 0-1-16,-11 2 1 0,11-2-8 0,-7 1 4 15,7-1-1-15,-7 2-2 0,7-2-2 0,-10 1-2 16,10-1 0-16,-9 3-5 0,9-3 4 0,-11 1-5 15,11-1 0-15,-10 0 1 0,10 0 0 0,-9 1-2 16,9-1-1-16,-9 0-3 0,9 0 2 0,0 0 2 16,-11 0-1-16,11 0 3 0,0 0-2 0,0 0-3 15,-8 2 1-15,8-2 0 0,0 0-4 0,0 0 4 16,0 0-2-16,0 0 0 0,0 0-4 0,0 0 1 16,0 0 0-16,0 0-4 0,0 0 4 0,0 0-7 15,0 0-2-15,0 0-2 0,30 3-17 0,-20-3-16 16,4 1-23-16,-3-1-7 0,8 2-39 0,-2-2-24 15,1 0-43-15,-5 0-143 0,1 0-345 0,-1-3 152 16</inkml:trace>
  <inkml:trace contextRef="#ctx0" brushRef="#br0" timeOffset="131722.4">7903 10672 73 0,'0'0'107'0,"0"0"-14"0,15-14-5 0,-15 14-8 16,10-4-12-16,-10 4-14 0,13 0-24 0,-13 0-10 15,12 0-19-15,-5-1-22 0,-7 1-79 16,17 0-106-16,-7 0 47 0</inkml:trace>
  <inkml:trace contextRef="#ctx0" brushRef="#br0" timeOffset="134930.6">3421 10709 132 0,'0'0'146'0,"0"0"6"0,0 0-7 0,-9-4-10 16,9 4-4-16,0 0-5 0,-10-4-7 0,10 4-7 15,-7-1-8-15,7 1-6 0,0 0-9 16,0 0-3-16,-8-3-12 0,8 3-6 0,0 0-9 0,0 0-6 15,0 0 1-15,0 0-2 0,0 0-13 0,0 0 2 16,32 3-5-16,-14-6-2 0,0 3-4 0,4 0-6 16,7 2-5-16,-2-7-15 0,2 3-29 0,-9 2-23 15,3 2-35-15,-3-2-29 0,-2 0-28 0,-4 0-35 16,-4 0-89-16,-2 0-285 0,-8 0 127 0</inkml:trace>
  <inkml:trace contextRef="#ctx0" brushRef="#br0" timeOffset="135356.23">3533 10689 14 0,'0'0'127'0,"-6"3"-3"0,6-3-12 0,-3 8 7 16,3-8 7-16,3 17 3 0,-6-7-9 0,3 2-13 15,-1 4-4-15,1 1 4 0,-1-2-1 0,-1 1-6 16,1-1-7-16,0 0-8 0,0 2-10 0,-1-2-6 15,1-2-2-15,1-1-7 0,0 1-4 0,-1-2-7 16,-2 1-4-16,3-2-1 0,-1 0-5 0,0-2-4 0,1-8-1 16,0 13-4-16,0-7-1 0,0-6-3 15,0 9-4-15,0-9 0 0,-3 8-4 0,3-8 1 16,-3 7 1-16,3-7-1 0,-3 6 0 0,3-6-2 16,-8 5-1-16,8-5-3 0,-9 3 1 0,9-3-3 15,-10 3 0-15,2-2-2 0,8-1 6 0,-11 2-7 16,11-2-4-16,-13 0 3 0,13 0-1 0,-13-2 2 0,13 2 2 15,0 0 3-15,-13 0 4 0,13 0-3 16,-6-1 3-16,6 1-3 0,0 0-2 0,0 0 7 16,0 0-12-16,-11-1 2 0,11 1-4 0,0 0 2 15,0 0-5-15,0 0-1 0,0 0 4 0,0 0-4 0,0 0 4 16,0 0-3-16,0 0 1 0,0 0 2 16,0 0-1-16,30 4-5 0,-18-3-13 0,0-2-21 15,0 2-30-15,3-1-32 0,1-3-36 0,4 3-31 16,0-1-36-16,-3 1-129 0,-3 0-356 0,4-1 158 15</inkml:trace>
  <inkml:trace contextRef="#ctx0" brushRef="#br0" timeOffset="135589.41">3799 10975 71 0,'5'-4'225'0,"-5"4"-11"16,0 0-11-16,0 0-13 0,0 0-17 0,0 0-18 15,0 0-16-15,0 0-12 0,0 0-14 0,0 0-6 16,0 0-3-16,0 0-3 0,1 19-7 0,-2-9-6 16,-1-1 1-16,-1 2-10 0,-1-1-7 0,0 2-4 15,2 0-8-15,1-1-8 0,-2 2-4 0,-1-1 3 0,1-1-16 16,1 2-21-16,-2-1-24 0,2-1-29 16,-1 1-23-16,-1-3-37 0,0 2-29 0,3-2-38 15,-3 0-45-15,0-1-116 0,1 0-353 0,0-4 157 16</inkml:trace>
  <inkml:trace contextRef="#ctx0" brushRef="#br0" timeOffset="135821.37">3430 11268 142 0,'0'0'165'0,"15"10"1"0,-5-9-18 16,3 1-12-16,0 1-12 0,0-2-7 0,6 1-13 16,2 1-7-16,0-3-13 0,1 1-8 0,1 0-8 15,3-2-6-15,-5 1-17 0,2 0-23 0,-1 1-24 0,-4-1-30 16,2-1-28-16,-2 1-31 0,0 1-30 16,-7 1-88-16,-3 0-225 0,-8-2 99 0</inkml:trace>
  <inkml:trace contextRef="#ctx0" brushRef="#br0" timeOffset="136230.22">3500 11407 190 0,'0'0'195'0,"0"0"-12"15,0 0-6-15,0 0-11 0,0 0-10 0,10 15-7 16,-7-10-10-16,2 3-13 0,-1 0-11 0,1 2-7 16,1 1-10-16,-1 0-5 0,-1 0-7 0,1-1-4 15,0 1-4-15,-1-1-2 0,2-1-4 0,1 2-2 16,-3-2-6-16,0-1-1 0,1 2-7 0,-1-5-3 16,1 5-5-16,-3-4-2 0,2 0-8 0,0 0-3 15,0-2 2-15,0 2-5 0,0 0-3 0,-4-6 1 16,8 6-6-16,-4-4 4 0,-4-2 5 0,7 4 10 15,-7-4 0-15,7 1 9 0,-7-1 0 0,12-3 7 16,-12 3-3-16,10-5 1 0,-2-4-4 0,-3 1-11 16,4-1-2-16,0-4-3 0,0-2 0 0,2 0-1 15,-2 1-7-15,0-3 0 0,0 0-5 0,4-6-2 16,-6 4-6-16,5 3-7 0,-3 0-5 0,-4 5-14 16,1-1-10-16,0 5-11 0,-3 1-29 0,2 1-29 0,-2-1-43 15,-3 6-44-15,0 0-28 0,2-5-26 16,-2 5-41-16,0 0-145 0,0 0-449 0,-19 20 198 15</inkml:trace>
  <inkml:trace contextRef="#ctx0" brushRef="#br0" timeOffset="136546.44">3784 11597 24 0,'0'0'231'0,"0"0"-10"15,10 3-12-15,-10-3-13 0,10 1-13 0,-6 3-17 0,0 2-14 16,-2 1-12-16,0-2-10 0,0 5-12 16,-2 1-6-16,-1-1-10 0,0-2-7 0,-2 3-5 15,-1-1-5-15,0 1-6 0,-2 0-1 0,2-2-9 16,-1 0-3-16,-1 1 3 0,-1 0-24 0,0-2 6 16,-1 0-2-16,2 1-11 0,0-4 1 0,3 0 1 15,-1 2-8-15,-1-4-5 0,5-3-4 0,-5 8-1 16,5-8-4-16,-6 5 2 0,6-5-4 0,0 0-2 15,0 0-6-15,-3 6 4 0,3-6-3 0,0 0 0 16,0 0 1-16,11 5-3 0,-11-5-8 0,18-2-4 16,-5 0-22-16,-1-1-17 0,7 1-22 0,0-4-30 15,2 3-57-15,5-5-47 0,1 1-219 0,-7 3-454 0,6-4 202 16</inkml:trace>
  <inkml:trace contextRef="#ctx0" brushRef="#br0" timeOffset="136933.74">4662 11343 287 0,'0'0'290'0,"0"0"-17"15,-4-4-23-15,4 4-20 0,0 0-17 0,0 0-19 16,0 0-17-16,0 0-12 0,0 0-16 0,0 0-17 15,0 0-6-15,0 0-15 0,0 0-14 0,0 0-3 16,14-3-8-16,-14 3-7 0,13-1-13 0,-4 2-4 16,-9-1-17-16,19-3-20 0,-11 2-20 0,0-1-32 15,0 2-31-15,-8 0-36 0,10-2-45 16,-10 2-41-16,12 0-38 0,-12 0-189 0,0 0-441 0,9 2 196 16</inkml:trace>
  <inkml:trace contextRef="#ctx0" brushRef="#br0" timeOffset="137119.81">4654 11426 112 0,'0'0'235'0,"0"0"-8"0,0 0-14 0,0 0-13 16,0 0-16-16,-5 4-19 0,5-4-12 0,0 0-13 16,0 0-8-16,0 0-7 0,0 0-10 0,15 3-11 15,-15-3-5-15,19 2-21 0,-8-1-28 0,-1-1-38 16,0-1-38-16,0 1-43 0,4-2-57 0,-3 2-44 15,1 0-156-15,-12 0-353 0,18 0 157 0</inkml:trace>
  <inkml:trace contextRef="#ctx0" brushRef="#br0" timeOffset="141224.14">5652 11372 140 0,'0'0'178'16,"0"0"-12"-16,3-7-1 0,-3 7-6 0,0 0-10 15,0 0-8-15,0 0-1 0,0 0-10 0,0 0-3 16,0 0-8-16,0 0-6 0,0 0-11 0,0 0-8 16,0 0-5-16,0 0-6 0,0 0-6 0,0 0-7 15,0 0-10-15,0 0-6 0,0 0-2 0,0 0 0 16,0 0-13-16,0 0-1 0,0 0-3 0,0 0-3 15,0 0-4-15,12 3-2 0,-12-3-1 16,16 3-4-16,-9-2-3 0,2 0 0 0,3 1 0 0,1 1-3 16,-2-3-1-16,3 2 2 0,-1 0-2 0,0-1-2 15,-2-1-5-15,1 2 5 0,3 0-8 0,-3-1 7 16,0 1-2-16,0 0-1 0,0 0-5 0,-4-2-12 16,3 0-22-16,-1 0-22 0,0 1-21 0,2 1-25 0,-1-4-30 15,3 2-40-15,0-1-35 0,-1-2-149 16,5-2-382-16,-2-1 169 0</inkml:trace>
  <inkml:trace contextRef="#ctx0" brushRef="#br0" timeOffset="141743.94">6189 11083 191 0,'0'0'228'0,"-1"-8"-6"16,1 8-10-16,-2-8-10 0,2 8-15 0,0 0-17 15,0 0-18-15,0-9-15 0,0 9-13 0,0 0-21 0,0 0-10 16,0 0-8-16,0 0-9 0,0 0-10 0,0 0-5 16,4 32-5-16,-3-15-5 0,-1 0 1 15,-1 0-8-15,-1 7 0 0,-1-3-7 0,-2 3 0 16,-1 1-4-16,2 0 1 0,-1-1-4 0,-2-5 2 15,1 0-4-15,-1 1 0 0,0-4-2 0,2 2-1 0,0-6-5 16,-1 3 3-16,2-4-1 0,1 1-5 16,-2-1-3-16,2-1 0 0,1-3 0 0,0-1-3 15,2-6 1-15,-4 12-1 0,4-12-2 0,-1 9 3 16,1-9-1-16,-4 5 2 0,4-5 8 0,0 0 8 16,0 0 4-16,0 0 2 0,0 0-2 0,0 0 7 0,0 0 1 15,0 0-7-15,0 0-5 0,0 0-3 0,18-27-4 16,-10 18-2-16,1 0 0 0,2-2-2 15,3-2-2-15,-2 3-3 0,2-2 1 0,-1 2-2 16,2 0-5-16,-3 6 1 0,-1-4 0 0,3 3-5 0,-4 1 1 16,-1 1-2-16,3 1-3 0,-5 0-2 0,-7 2 0 15,18 4-5-15,-10 0-1 0,1-1 4 0,0 3 1 16,0 2 0-16,-3-2-2 0,3 2 5 0,-2 3 3 16,-1-3-6-16,-1 3 1 0,-1 0 0 0,0-1 0 15,0 3 6-15,-3-1-20 0,1-1-24 0,-2 1-22 16,2-2-25-16,-4 3-35 0,0 3-55 0,2-5-47 15,-3 0-237-15,-2 1-500 0,1-5 221 0</inkml:trace>
  <inkml:trace contextRef="#ctx0" brushRef="#br0" timeOffset="142215.76">6496 11619 75 0,'10'-6'234'0,"-5"1"-11"0,-5 5-5 0,11-7-11 0,-4 2-12 16,-7 5-10-16,11-10-10 0,-2 1-10 0,-1 0-5 15,0 0-7-15,-2 0-6 0,0 4 0 0,1-5-3 16,0 1-13-16,-1-2-10 0,-1 3-12 0,-3-4-4 16,3 2-10-16,-3-2 0 0,0 3-19 15,-1-1-4-15,-1 10-4 0,0-14-12 0,0 14-2 0,-2-13-7 16,2 13-2-16,-3-13-7 0,3 13-1 0,-6-11-2 15,6 11-9-15,-6-9-4 0,6 9 2 0,-8-6 0 16,8 6 2-16,0 0-16 0,-10-3 2 0,10 3-9 16,0 0 0-16,0 0 0 0,0 0-6 15,0 0 1-15,0 0-7 0,0 0 1 0,0 0 3 0,-13 12-3 16,13-12 6-16,0 0-4 0,0 0-1 0,0 0 2 16,0 0 1-16,22 13 0 0,-22-13-3 0,12 4 3 15,-3-2-3-15,-9-2 2 0,14 2 0 0,-5 1-2 16,4-2 1-16,-13-1-1 0,14 4 3 0,-14-4-4 15,13 4 3-15,-7-1-4 0,-6-3 5 0,11 8-5 16,-11-8 6-16,11 9-1 0,-7-4-3 0,1 4 2 16,-1 0 4-16,-2 1-4 0,1 1 4 0,0 2-3 15,-3-2 3-15,-2 1-1 0,4 1 4 0,-2-1-18 16,-3 0-14-16,2 2-20 0,-2-4-26 0,2 2-28 16,1 0-48-16,-1 0-41 0,1-12-38 0,0 20-33 15,-2-9-148-15,2-11-445 0,0 0 196 0</inkml:trace>
  <inkml:trace contextRef="#ctx0" brushRef="#br0" timeOffset="142763.49">5645 11801 6 0,'-13'-1'205'0,"13"1"-11"15,-13 0-9-15,13 0-10 0,-9 0-9 0,9 0-8 16,0 0-14-16,-13 0-15 0,13 0-10 0,0 0-12 16,0 0-16-16,0 0-6 0,-9 1-10 15,9-1-3-15,0 0-7 0,0 0-1 0,0 0 5 16,16 14 18-16,-5-7-12 0,8-3-3 0,3 0 0 0,12-1-5 16,6 3-3-16,14-2-3 0,3-1-3 15,2-1-3-15,1 0 1 0,4 1-10 0,29-3 1 0,-31 0-7 16,1 1-1-16,0-2-3 0,2 2-1 0,-3-4-2 15,2 3-3-15,-2-2 0 0,-2 1-3 16,0 1-2-16,-2-2-4 0,-4 2 2 0,-1 0 3 0,-3 0-7 16,-14 0 4-16,-3 2-4 0,-1-2 0 0,-3 2 0 15,-7-2-5-15,-1 1 3 0,-2 1 1 0,0-1-5 16,-6-1 1-16,-3 1-4 0,1-1 2 0,-3 1 0 16,-1 2-3-16,-7-3 6 0,12-1-1 0,-12 1-4 15,8 1-2-15,-8-1-2 0,0 0-3 0,9 1 8 16,-9-1-15-16,0 0-16 0,0 0-9 0,0 0-19 15,0 0-23-15,0 0-28 0,0 0-35 0,0 0-56 16,0 0-54-16,0 0-203 0,0 0-484 16,-35 5 214-16</inkml:trace>
  <inkml:trace contextRef="#ctx0" brushRef="#br0" timeOffset="146941.31">5802 11904 14 0,'0'0'177'0,"0"0"-14"0,0 0-12 16,0 0-13-16,0-8-15 0,0 8-11 0,0 0-10 15,0 0-10-15,0 0-10 0,0 0-12 0,0 0-2 16,0 0 0-16,0 0 2 0,1 34 0 0,-2-19-5 16,-2 4-2-16,-2 5 0 0,-3 2-4 0,2-1-10 15,1 1 3-15,-4-1-2 0,4-1-6 0,0-5-2 16,-1 1-2-16,-2 4-5 0,3 0-4 0,1-7-4 0,1 0-2 16,1-2-1-16,2-4-3 0,-3 0-1 15,2-2 0-15,-1 1-2 0,1-3-8 0,0-1 3 16,1-6 1-16,1 10 4 0,-1-10-7 0,-1 7 6 15,1-7 8-15,0 0 9 0,0 0 7 0,0 11 6 0,0-11 6 16,0 0 2-16,0 0-3 0,0 0-4 0,0 0-6 16,0 0-1-16,0 0-7 0,0 0-5 0,0 0-1 15,-3-28-4-15,7 18 0 0,-1-1-5 16,2 0-1-16,0 0-4 0,3-5 0 0,-1 7-4 0,3-5-4 16,-3 3 1-16,2 4 0 0,1-1 6 0,-2 1-11 15,1 3 1-15,2 1-1 0,-3 0-6 0,1 2 0 16,2 0-1-16,-11 1 2 0,14 4 1 15,-7-3-2-15,3 3 0 0,-4 1 0 0,2 2 1 0,0 3 0 16,-1-1 3-16,-2 0-3 0,1 1 2 0,-1-1 0 16,1 2 5-16,0-2-19 0,-2 1-17 0,-1 0-9 15,-2 0-8-15,2 2-27 0,-1-5-24 0,-2 1-22 16,3 0-32-16,-5 1-22 0,2-9-26 0,0 13-135 16,0-13-365-16,-1 7 163 0</inkml:trace>
  <inkml:trace contextRef="#ctx0" brushRef="#br0" timeOffset="147156.34">6067 12249 5 0,'0'0'207'16,"0"0"-14"-16,0 0-8 0,3-9-15 0,-3 9-9 16,0 0-17-16,0 0-14 0,0 0-17 0,0 0-10 15,0 0-6-15,0 0-11 0,0 0-4 0,0 0-6 16,-4 31-3-16,2-22-11 0,-1 3-1 0,0 0 7 15,0 0-4-15,1 0-11 0,-1 3-5 0,0-3 1 16,2 1-28-16,0-2-24 0,-1 0-27 0,1 2-33 16,1-4-54-16,-1 1-39 0,2-5-158 0,-1-5-340 15,-1 13 150-15</inkml:trace>
  <inkml:trace contextRef="#ctx0" brushRef="#br0" timeOffset="147341.65">6080 12076 163 0,'-1'-7'165'0,"1"7"-17"0,0 0-19 16,0 0-26-16,0 0-34 0,0 0-38 0,0 0-20 15,0 0-44-15,0 0-98 0,11 19-143 0,-11-19 64 16</inkml:trace>
  <inkml:trace contextRef="#ctx0" brushRef="#br0" timeOffset="147594.28">6315 12271 104 0,'4'1'208'0,"-4"-1"-8"0,0 0-13 0,0 0-14 16,0 0-20-16,0 0-11 0,0 0-14 0,0 0-10 16,7 6-7-16,-7-6 4 0,8 0-7 0,-1 3-12 15,1-3-4-15,2 2-11 0,1 0-4 0,6-1-10 16,2 0-5-16,0-1-7 0,1 0-7 0,-1 2-21 16,-1-2-27-16,1 1-31 0,-1-1-38 0,-2 2-36 15,-2-3-43-15,-2 1-47 0,-4 3-106 0,-8-3-326 16,0 0 145-16</inkml:trace>
  <inkml:trace contextRef="#ctx0" brushRef="#br0" timeOffset="147822.34">6529 12167 118 0,'0'0'256'0,"0"0"-22"0,0 0-20 16,0 0-20-16,-4-5-14 0,4 5-8 0,0 0 2 15,0 0-17-15,0 0-16 0,-3 27-7 0,2-16-10 16,0 0-7-16,-3 1-15 0,0 1-9 0,2 2-9 16,0 0-7-16,2 2-5 0,-5 1-7 0,4-3-9 15,-2 2-7-15,2-5-24 0,-4 5-22 0,2-1-35 16,0-1-43-16,1-1-43 0,1-3-46 0,1 1-69 16,-5-2-138-16,5-1-399 0,0-9 176 0</inkml:trace>
  <inkml:trace contextRef="#ctx0" brushRef="#br0" timeOffset="148098.31">6866 12098 301 0,'1'-7'283'0,"-1"7"-20"0,2-8-24 0,-2 8-25 16,2-7-23-16,-2 7-20 0,0 0-21 0,0 0-13 15,0 0-16-15,0 0-7 0,0 0-6 0,-4 25-10 16,2-13-8-16,-2 7-9 0,0-2-6 0,0 2-4 16,1 0-8-16,-1 7-1 0,0-9-8 0,0 3-2 15,0-2-6-15,0 0-6 0,2-1-2 0,-2-2-4 16,0 0-3-16,2-2-6 0,0-1-1 0,1-1-22 16,0 2-16-16,1-2-22 0,0-1-33 0,-1-1-34 15,-1 0-43-15,2-9-45 0,0 11-52 0,-1-4-153 16,1-7-429-16,0 0 189 0</inkml:trace>
  <inkml:trace contextRef="#ctx0" brushRef="#br0" timeOffset="148458.41">6952 12050 54 0,'9'-5'209'0,"-1"0"-12"0,0 0-16 0,0 3-16 15,2 2-14-15,-2 3-2 0,1 2-7 0,-4 1-10 16,-1 2-3-16,0 5-5 0,-4 0-15 0,0 2-7 16,-3 1-11-16,-3 1-5 0,-3 0-7 0,-4 6-9 15,-4-2-5-15,3-8-4 0,3 1-7 0,-4-3-10 16,3 0-8-16,-2 0-6 0,4-4-4 0,1 0-7 16,-3-2-2-16,3-2 3 0,2-2-1 0,0 1-4 15,7-2 3-15,-11 1-5 0,11-1 1 0,0 0 1 16,-12-1-1-16,12 1 2 0,0 0 4 0,0 0 0 15,-7-7-3-15,7 7-2 0,0 0 2 0,0 0-3 16,0 0-7-16,0 0 1 0,0 0-4 0,0 0-2 16,0 0 4-16,0 0-1 0,0 0-2 0,23 17 2 15,-15-8-2-15,-1-3 1 0,1 3 1 0,-1-1 0 16,2 2 0-16,3 2 1 0,-3-4-19 0,1 2-30 16,3 2-50-16,-3-4-71 0,4 1-58 0,-5 0-162 15,0-3-416-15,0 3 184 0</inkml:trace>
  <inkml:trace contextRef="#ctx0" brushRef="#br0" timeOffset="148809.78">7241 12365 171 0,'0'0'319'0,"4"-11"-17"0,-4 11-19 16,1-5-16-16,-1 5-19 0,0 0-17 0,-1-12-22 15,1 12-18-15,0 0-29 0,-9-2-13 0,9 2-17 16,0 0-12-16,-25 8-18 0,16-5-8 0,-1 1-8 16,0 3-4-16,2-2-15 0,0 2-4 0,0 0-10 15,3-2-5-15,1 1-7 0,2 1-7 0,2-7-7 16,-2 13 1-16,3-6-9 0,-1-7-5 0,4 13 0 16,2-4 3-16,1-2-5 0,0 1-5 0,-2 1-1 15,3-2-1-15,-1 1-8 0,1-1 4 0,1 1-1 16,-3 0-3-16,-1-2 0 0,1 1-3 0,-2 0 0 15,-3-2-2-15,2 0-3 0,-3-5 2 0,1 11-5 16,-1-11 9-16,-3 11-3 0,0-5 2 0,-1 0 0 16,-5-2-2-16,2 1-1 0,0 0-24 0,-3-1-10 15,1-1-14-15,0 1-28 0,-2-2-32 0,-1 0-41 16,3-2-58-16,0 0-249 0,-3 0-504 0,2-1 223 16</inkml:trace>
  <inkml:trace contextRef="#ctx0" brushRef="#br0" timeOffset="157254.24">16804 8637 53 0,'-8'0'101'0,"8"0"1"16,-10-2 8-16,10 2-12 0,-11 0-2 0,11 0-19 16,-11-2 10-16,11 2-1 0,0 0-7 15,-11-2 0-15,11 2-8 0,0 0 3 0,-8-2-7 16,8 2-3-16,0 0-4 0,0 0-5 0,0 0-3 0,0 0-4 16,0 0-6-16,0 0 2 0,-9-1 2 15,9 1-5-15,0 0-1 0,0 0-1 0,0 0 8 16,0 0 4-16,0 0-2 0,0 0-3 0,45 4-5 15,-17-3 0-15,8 1-5 0,2 0 0 0,21 0-5 0,1 1-1 16,2-2-3-16,29 6-4 0,-26-3-5 16,27 0 2-16,0 1-1 0,-26-1-4 0,27 0 1 15,-28-2 4-15,1 0-5 0,26 2 3 0,-28 0-1 0,-1 0-5 16,2-1-3-16,-1 0 5 0,-4 1-6 0,1-2 4 16,-6 2-3-16,-2-1-3 0,-1-3 1 15,-15 3 2-15,-2 1-4 0,3-3 0 0,-5 0 4 0,1 0 1 16,-5 0-3-16,-1-1-1 0,-9 1 4 0,0-1 2 15,-6 1 1-15,1-1 5 0,0 0-3 0,-1 0 4 16,-1 2-2-16,-5-2 3 0,0 1-1 0,-7-1 4 16,15 0-8-16,-15 0 1 0,9 0-2 0,-9 0 3 15,8 1-1-15,-8-1-4 0,0 0 2 0,8 1 0 16,-8-1-5-16,0 0 5 0,0 0-6 0,0 0 1 16,0 0-1-16,0 0-2 0,10 0-1 0,-10 0 0 15,0 0-4-15,0 0 1 0,0 0-15 16,0 0-8-16,0 0-16 0,0 0-18 0,0 0-21 15,0 0-33-15,0 0-16 0,-29 7-35 0,14-6-39 0,-5 2-137 16,-8-3-363-16,-4 0 162 0</inkml:trace>
</inkml:ink>
</file>

<file path=ppt/ink/ink39.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1-01-27T03:44:22.732"/>
    </inkml:context>
    <inkml:brush xml:id="br0">
      <inkml:brushProperty name="width" value="0.05292" units="cm"/>
      <inkml:brushProperty name="height" value="0.05292" units="cm"/>
      <inkml:brushProperty name="color" value="#FF0000"/>
    </inkml:brush>
  </inkml:definitions>
  <inkml:trace contextRef="#ctx0" brushRef="#br0">11219 7070 64 0,'0'0'62'0,"0"0"-5"0,0 0-1 0,0 0 4 0,0 0-9 16,3 7 4-16,-3-7-1 0,0 0-2 0,0 0 1 15,0 0 4-15,0 0-5 0,0 0-2 0,0 0 6 16,0 0-11-16,0 0-8 0,0 0-6 0,0 0 6 16,0 0-7-16,0 0-4 0,0 0-1 0,0 0-3 15,0 0 2-15,0 0-12 0,0 0 7 0,0 0 0 16,0 0-2-16,0 0-6 0,0 0 3 0,0 0-3 15,0 0 2-15,0 0-2 0,0 0-7 0,0 0-1 16,0 0-1-16,0 0-14 0,0 0-12 0,0 0-16 16,0 0-9-16,0 0-10 0,0 0-27 15,0 0-68-15,0 0-166 0,-11 10 73 0</inkml:trace>
  <inkml:trace contextRef="#ctx0" brushRef="#br0" timeOffset="1232.83">5716 10653 26 0,'0'0'75'0,"0"0"-14"0,0 0-9 15,0 0-10-15,0 0-17 0,0 0-2 0,0 0-12 16,0 0-15-16,0 0-22 0,0 0-22 0,-1 26-51 16,1-20 22-16</inkml:trace>
  <inkml:trace contextRef="#ctx0" brushRef="#br0" timeOffset="1600.39">5817 11150 7 0,'0'0'71'0,"0"0"-3"0,0 0-12 16,0 0-3-16,0 0-10 0,0 0-12 0,0 0-4 15,0 0-16-15,0 0-9 0,-4 5-8 0,4-5-5 16,0 0-12-16,0 0-33 0,0 0-58 0,0 10 25 16</inkml:trace>
  <inkml:trace contextRef="#ctx0" brushRef="#br0" timeOffset="3772.92">10337 10053 39 0,'0'0'53'0,"0"0"-14"0,0 0-9 0,0 0-13 16,0 0-13-16,0 0-35 0,0 0-33 0,0 0 15 16</inkml:trace>
  <inkml:trace contextRef="#ctx0" brushRef="#br0" timeOffset="38379.37">14721 16777 21 0,'0'0'80'0,"0"0"-8"0,0 0-1 0,0 0 5 15,0 0-8-15,0 0 7 0,0 0 1 0,0 0-2 16,0 0-3-16,0 0 2 0,0 0-1 0,0 0 5 15,0 0-11-15,0 0 4 0,0 0-9 0,0 0 3 16,0 0-11-16,0 0 3 0,0 0 5 0,0 0-17 16,0 0 3-16,0 0-2 0,0 0 0 0,0 0-3 15,-9-14-6-15,9 14-4 0,0 0-6 0,-11-2 4 16,11 2-8-16,-7-3-5 0,7 3 1 0,-9-3 0 16,9 3-4-16,0 0 0 0,-16-1-5 15,16 1 1-15,-10-3 2 0,10 3-3 0,-13 0-3 16,13 0 8-16,0 0-9 0,-15-2 2 0,15 2-2 15,-9-1 3-15,9 1-5 0,0 0-2 0,0 0 0 16,0 0-6-16,0 0 9 0,0 0-2 0,0 0 3 16,0 0-3-16,0 0-1 0,0 0 3 0,0 0-4 15,38 1 4-15,-17-3-7 0,10 0 1 0,1 0 5 16,6 0-3-16,0 1 0 0,1-3-3 0,14 1 8 16,-16 0-3-16,2-1 1 0,-5 2 2 0,0-1-7 15,0 1 4-15,-5 0 4 0,-2 1-2 0,-4 1-1 16,-4-3-6-16,3 3 7 0,-4-1-3 0,1 0 0 15,1 1 2-15,-8 0-3 0,-4-3 0 0,-8 3-9 16,14 0-13-16,-14 0 0 0,0 0-15 0,15 1-14 16,-15-1-6-16,0 0-23 0,0 0-17 0,9 3-24 15,-9-3-118-15,0 0-256 0,0 0 113 0</inkml:trace>
  <inkml:trace contextRef="#ctx0" brushRef="#br0" timeOffset="38772.21">15048 16411 2 0,'0'0'103'0,"0"0"-6"0,0 0 0 0,0 0-19 16,0 0 1-16,0 0-16 0,0 0-11 0,0 0 13 16,-10 13 1-16,10-13-3 0,0 0-15 0,18 19 13 15,-8-13-5-15,5 5 8 0,3-2-17 0,0-1-1 16,-3 1 0-16,6 1 3 0,5-1-18 0,-5-1 9 16,-3 0-5-16,7 3-3 0,-5-4-1 0,-4 2-6 15,2-1 1-15,-1 2-1 0,-7-5-2 0,4 7-6 16,-5-5-2-16,2 1-3 0,-3 3 1 0,0-2 3 15,2 3-5-15,-6 1-4 0,1 3 3 0,-5 1-2 16,0 2 1-16,-3 1 2 0,-1 3 0 16,-6 2-5-16,0 2 3 0,-3 1-1 0,-1 2 1 15,1-5-13-15,-6 4-21 0,1-2-40 0,3 2-24 16,-3 0-33-16,0 0-98 0,-4-1-238 0,1 1 105 16</inkml:trace>
  <inkml:trace contextRef="#ctx0" brushRef="#br0" timeOffset="39477.24">14451 16752 30 0,'0'0'62'0,"0"0"-8"16,-4-9-6-16,4 9-12 0,0 0 1 0,0 0-3 15,0 0 1-15,0 0-6 0,0 0-4 0,0 0 10 16,0 0 1-16,8 29 4 0,-7-11-1 0,4 0 7 15,-3 11-13-15,0 1 14 0,-1 0-1 0,0 16-3 16,1-12-13-16,-6 14 8 0,6-1-7 0,-3 2 1 16,1 0 28-16,0 1 0 0,-1-5-11 0,-1 5 5 15,-3-5-9-15,3 3 3 0,1-12-23 0,0 14 15 16,-4-2-9-16,3 3 5 0,-2-6-10 0,0 5-4 16,1-3-37-16,1-12 6 0,-2 10 1 0,4-11-2 15,-5 1 10-15,2 0-14 0,3-1-9 0,-4-2-3 16,4-32 0-16,0 58-18 0,-3-31 2 0,3-27-17 15,-6 43 2-15,6-43-5 0,2 35 17 0,-2-35-14 16,0 0-22-16,3 35-53 0,-3-35-145 0,0 0 64 16</inkml:trace>
  <inkml:trace contextRef="#ctx0" brushRef="#br0" timeOffset="41712.61">13506 17545 30 0,'0'0'145'0,"-12"0"-13"15,12 0-9-15,0 0-10 0,0 0-9 0,0 0-9 16,0 0-11-16,0 0-4 0,0 0-5 0,0 0-9 15,0 0 1-15,34-1 0 0,-22 1-6 0,1 0-5 16,-2 0-3-16,3-2-14 0,-1 2 2 0,-1 2-3 16,-1-4-3-16,-1 2-6 0,-2 0-6 0,-8 0-5 15,11 2 5-15,-11-2-3 0,13 1-4 0,-13-1-2 16,10 2-6-16,-10-2 3 0,9 2-2 0,-9-2-2 16,4 5-3-16,-4-5 14 0,4 8-2 0,-4-8 11 15,0 14 8-15,0-14 2 0,-2 21 0 0,-2-10 1 16,-1 5 2-16,-3-1-2 0,-2 3 0 0,3-1-6 15,-10 3-3-15,3-5-30 0,1 8-2 16,-1-1 1-16,3-6 3 0,2-1-7 0,-1-1 5 16,-2-1 1-16,1-4 3 0,3 0 1 0,2-1-4 0,1-4 3 15,5-4 0-15,-8 10 1 0,8-10 4 0,-6 7-4 16,6-7 1-16,0 0 2 0,0 0-1 0,0 0 0 16,0 0-9-16,0 0 11 0,0 0-1 0,19 4-5 15,-8-5 1-15,3-3 3 0,-1 2-6 16,5-2-18-16,-1 1-16 0,2 2-34 0,1-2-24 15,0 2-36-15,1-2-12 0,-1 0-137 0,0-1-298 16,9 0 132-16</inkml:trace>
  <inkml:trace contextRef="#ctx0" brushRef="#br0" timeOffset="41940.74">13940 17651 144 0,'0'0'160'0,"0"0"-10"0,0 0-14 0,0 0-18 16,0 0-11-16,0 0-16 0,0 0-11 0,0 0 9 15,0 0-4-15,0 0-1 0,0 0-8 0,19 23-8 16,-16-10-9-16,1 3 1 0,-1-6-10 0,3 8 0 16,-3 0 0-16,-3-1-10 0,4-2-7 0,-4 2-18 15,0-6-32-15,0 1-31 0,0 0-30 0,-2-1-38 16,0-1-132-16,2-10-269 0,-4 13 120 0</inkml:trace>
  <inkml:trace contextRef="#ctx0" brushRef="#br0" timeOffset="42116.38">13976 17439 1462 0,'0'-24'114'0,"-1"4"44"0,-3 2-54 16,-3 4-27-16,3 4-5 0,-1 0-12 0,5 10-15 15,-6-15-10-15,6 15-5 0,-9-9-7 0,9 9-4 16,0 0-7-16,-5-13-41 0,5 13-34 0,0 0-52 16,0 0-78-16,0 0-110 0,0 0-326 0,0 0 144 15</inkml:trace>
  <inkml:trace contextRef="#ctx0" brushRef="#br0" timeOffset="116563.29">29494 16230 3 0,'2'5'16'16,"-2"-5"-6"-16,0 0 2 0,0 0-2 0,0 0-3 15,3 6 0-15,-3-6 1 0,0 0 1 0,0 0-3 16,4 7-2-16,-4-7-2 0,0 0 4 0,0 0-2 16,0 8 2-16,0-8 2 0,0 0 0 0,1 7 1 15,-1-7-1-15,1 7-1 0,-1-7 1 0,2 7-4 0,-2-7 4 16,0 0 1-16,2 9 0 0,-2-9-4 16,2 8 0-16,-2-8 3 0,0 9-8 0,0-9 7 15,2 6-4-15,-2-6 0 0,0 0-10 0,2 10 11 16,-2-10 0-16,0 0 6 0,3 8 2 0,-3-8-6 15,3 4 2-15,-3-4-2 0,0 0-1 0,0 0 1 16,1 9 10-16,-1-9-12 0,0 0-1 0,5 3 1 16,-5-3-1-16,0 0-2 0,0 0 4 0,0 0-2 15,4 4-1-15,-4-4-2 0,0 0 2 0,0 0-4 16,0 0 6-16,0 0-4 0,0 0 4 0,1 7-4 16,-1-7 7-16,0 0-7 0,0 0 0 0,0 0 6 15,0 0-6-15,0 0 0 0,0 0-2 16,0 0 5-16,5 4-12 0,-5-4 12 0,0 0 1 0,0 0-1 15,0 0-4-15,0 0 9 0,0 0-3 0,0 0 0 16,0 0-1-16,0 0 2 0,0 0 1 0,0 0-3 16,0 0 3-16,0 0-5 0,0 0 6 0,0 0 5 15,0 0-4-15,0 0-4 0,0 0-8 0,8 1 7 16,-8-1-5-16,0 0 6 0,12-1-2 0,-12 1-5 16,12-2 4-16,-4 0-3 0,2 2 8 0,2-1-7 15,2-1-6-15,2 4-13 0,5-2-13 0,-6 0-31 16,4 1-68-16,2 1 30 0</inkml:trace>
  <inkml:trace contextRef="#ctx0" brushRef="#br0" timeOffset="121911.89">26846 14236 22 0,'0'0'51'0,"0"0"-18"0,0 0 10 0,0 0-4 16,0 0-3-16,0 0-10 0,0 0 5 16,0 0-10-16,0 0 0 0,0 0 1 0,0 0-5 15,0 0-3-15,0 0-6 0,0 0-2 0,0 0-2 0,0 0-1 16,0 0-2-16,0 0-4 0,0 0-15 0,0 0-12 16,4 30-29-16,-2-27-61 0,-2-3 27 0</inkml:trace>
  <inkml:trace contextRef="#ctx0" brushRef="#br0" timeOffset="122605.46">26881 18184 23 0,'0'0'44'0,"0"0"-2"0,0 0 1 0,0 0-5 16,0 0 0-16,0 0-6 0,0 0-8 0,0 0-7 15,0 0-9-15,0 0-3 0,0 0-7 16,0 0-6-16,0 0-16 0,0 0-23 0,0 0-51 0,0 0 23 16</inkml:trace>
  <inkml:trace contextRef="#ctx0" brushRef="#br0" timeOffset="145949.6">9997 11432 16 0,'0'0'69'0,"0"0"6"15,-9-4-13-15,9 4 5 0,0 0-2 16,0 0-1-16,0 0-8 0,0 0 4 0,0 0-4 16,0 0-7-16,0 0 0 0,0 0-4 0,0 0 2 0,0 0-10 15,0 0 0-15,0 0 2 0,0 0-3 0,0 0-3 16,0 0-2-16,0 0 3 0,0 0-6 0,-10 0 5 15,10 0-6-15,0 0 2 0,0 0-10 16,0 0 6-16,0 0 0 0,0 0 7 0,-8-2 1 0,8 2-7 16,0 0 8-16,0 0 0 0,0 0-7 0,0 0 5 15,0 0 1-15,0 0-4 0,0 0-1 0,-8-3 8 16,8 3-11-16,0 0 0 0,0 0 4 0,0 0-2 16,0 0-3-16,0 0 1 0,0 0-9 0,-5-5 12 15,5 5-5-15,0 0-6 0,0 0 5 0,0 0-2 16,0 0 3-16,0 0-5 0,0 0 0 0,0 0-1 15,0 0 2-15,0 0-4 0,-8-2-4 0,8 2 3 16,0 0-2-16,0 0 2 0,0 0-3 0,0 0-4 16,0 0 3-16,0 0 0 0,0 0-5 0,30 2 2 15,-17-2 0-15,9 1 2 0,5-1-2 0,3 2 6 16,1-2-4-16,4 0 2 0,1 1 1 0,3-4 4 16,12 1-1-16,5-1 2 0,2 3 11 0,-2-4-2 15,2 1-3-15,-3 0-4 0,1 0 4 0,-1-1 4 16,-4 1-1-16,-1-1 4 0,1 0-5 0,-13 0 1 0,1 0 5 15,0 1-3-15,-2 3-2 0,-5-3-1 16,-2-1 2-16,-10 4-9 0,-2-1 4 0,-4 1-2 0,-4 0 0 16,-3 0-3-16,-7 0-2 0,14-2 2 0,-14 2-2 15,7 2-2-15,-7-2 0 0,8 0-1 0,-8 0-2 16,0 0-3-16,0 0 1 0,0 0-4 0,0 0 2 16,0 0 3-16,0 0-6 0,0 0-3 0,0 0-9 15,0 0-15-15,-12 14-16 0,12-14-30 0,-7 7-38 16,3-3-31-16,4-4-39 0,-6 7-192 0,2-3-400 15,-3 0 178-15</inkml:trace>
</inkml:ink>
</file>

<file path=ppt/ink/ink40.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1-01-27T03:47:02.554"/>
    </inkml:context>
    <inkml:brush xml:id="br0">
      <inkml:brushProperty name="width" value="0.05292" units="cm"/>
      <inkml:brushProperty name="height" value="0.05292" units="cm"/>
      <inkml:brushProperty name="color" value="#FF0000"/>
    </inkml:brush>
  </inkml:definitions>
  <inkml:trace contextRef="#ctx0" brushRef="#br0">18009 4331 8 0,'0'0'12'15,"-3"-8"0"-15,3 8 0 0,0 0-10 0,0 0 5 0,0 0-2 16,0 0-6-16,0 0-9 0,0 0-11 0,0 0 6 15</inkml:trace>
  <inkml:trace contextRef="#ctx0" brushRef="#br0" timeOffset="561.87">17815 4272 5 0,'-11'-3'28'0,"2"0"-2"0,-2 3 1 0,1-3-12 15,-1 1 3-15,4 1 2 0,7 1 2 0,-16-4-1 0,10 3 0 16,6 1-2-16,0 0 5 0,-11-2-11 16,11 2 6-16,0 0-7 0,0 0 2 0,-8-3-6 15,8 3 2-15,0 0 0 0,0 0 1 0,0 0-6 16,0 0 5-16,36-1 0 0,-16 1 3 0,8 0 6 15,4 0 2-15,3-2 7 0,1 2-13 0,16 0-1 16,0 0 7-16,1 0-11 0,0 3 7 0,4-3-4 16,-4 1-1-16,1-1-1 0,4 4 0 0,-2-2 6 15,1-2-1-15,1 3-6 0,-1-2-1 0,6 1 3 16,1-2-4-16,1 2 5 0,0-2-4 0,0 1 5 16,2-1 1-16,-3 2-6 0,1-1 3 0,-5 1-2 15,1 1 4-15,3 0-5 0,-5 0 6 0,1-1-8 16,-1 3 1-16,0-1-2 0,-3 1-2 0,0 0-6 15,-1-2 12-15,1 2-6 0,2-3 2 0,-2 3-3 16,-1-3 5-16,-3 4-2 0,2-2 0 0,1 0 1 16,-4-2-4-16,3 2 3 0,-15-1-4 0,15-1 4 15,-3 2-7-15,-11-4 11 0,10 2-1 0,3-1-7 16,-13 1 3-16,14-2-5 0,-3 1-5 0,-1-1 23 16,-15 0-5-16,4 0-19 0,-2-1 0 0,0 1 5 15,-3-1 2-15,-3 1 2 0,-2-1-2 0,-7 1 0 16,0-1-2-16,-4 1 2 0,1 1-1 0,-6-2-10 15,2 1 5-15,-2 0 6 0,1 2-5 0,-3-2 10 16,2 1-7-16,-1 0 5 0,-2-1-12 0,1 2-3 16,-2-2-6-16,2 1-17 0,-4 0-7 0,-7-1-15 15,18 2-12-15,-12-2-42 0,-6 0-118 0,11 0 53 16</inkml:trace>
  <inkml:trace contextRef="#ctx0" brushRef="#br0" timeOffset="1312.16">22734 4237 20 0,'0'0'48'0,"0"0"-8"0,0 0-2 0,0 0 3 0,0 0-9 16,0 0 2-16,0 0-2 0,0 0-5 0,0 0-7 15,0 0 3-15,0 0-3 0,0 0 0 0,0 0 0 16,0 0-3-16,34 4 4 0,-13-2 3 0,0 1-9 15,9-3 4-15,3 1 4 0,1 1-4 0,2 0 1 16,4 0 0-16,12 1 0 0,-1 0-3 0,3 1-1 16,1-2-4-16,2-1 4 0,0 1-1 0,1 3-5 15,1-3 0-15,3 0-1 0,-1-1-2 0,0 1 1 16,1-2 0-16,-4 2 2 0,0 1 4 0,2 0-6 16,-1-2 15-16,1 2-28 0,0 1 10 15,-4-2-4-15,3 1-4 0,-2 0 13 0,-4 0-3 16,1 0 12-16,-2 1-15 0,-14-2 1 0,15 2-1 0,-15-1-1 15,13-1-1-15,-14 1 6 0,0 0-6 0,2-2-5 16,-1 2 2-16,0 0 4 0,-2-1 1 0,0 0 7 16,0-1 1-16,-3 1-18 0,0-1 11 15,-2 2-6-15,-3-3 4 0,-2 0-7 0,-9 0 5 0,-2 1 3 16,2 0-1-16,-4-1 3 0,-2 1 3 16,-1-2 7-16,-1 1-8 0,-9 0 11 0,13-1 2 0,-13 1 0 15,0 0-7-15,9 1 3 0,-9-1 4 0,0 0-9 16,10 0 9-16,-10 0-10 0,0 0-1 0,0 0-6 15,0 0-1-15,0 0 3 0,10 0-2 16,-10 0 2-16,0 0 12 0,0 0-8 0,0 0-2 16,10 1-8-16,-10-1-7 0,8 3-14 0,-8-3-25 0,7 2-12 15,-7-2-16-15,9 4-84 0,-5-1-172 0,-4-3 77 16</inkml:trace>
  <inkml:trace contextRef="#ctx0" brushRef="#br0" timeOffset="2039.27">25843 4228 3 0,'0'0'60'0,"0"0"-3"0,-8-3 0 15,8 3-11-15,0 0 4 0,-9-1-5 0,9 1 1 16,-6-4 4-16,6 4-5 0,0 0 8 0,0 0-4 15,0 0-2-15,-8-1 1 0,8 1-9 0,0 0 2 16,0 0 0-16,0 0-7 0,0 0-4 16,0 0 1-16,25-2-8 0,-5 2 0 0,9 0 6 0,5-2-8 15,4 1-2-15,18 0-4 0,3 2 2 0,0-1-6 16,5-1 0-16,-1 2 0 0,2 0-3 0,27 1-3 16,-31-2 5-16,29-2 1 0,-23 4 1 0,21 0 0 15,-23 2 0-15,27 0-2 0,-27-1 0 16,-4 1-4-16,2 0 5 0,2-1 1 0,-1-1-1 15,-3 1-2-15,0-2-4 0,-2 2 3 0,-3-3-5 0,0 1 9 16,-2 1-7-16,1-2 0 0,-17 2-2 0,3-1 5 16,-3-1-5-16,2 1 5 0,-4 1-1 0,1-1-2 15,-5-1-8-15,-3 1 7 0,-8 1 1 0,-2 0-2 16,1-2 1-16,-4 1 3 0,-5-1 0 16,3 0 4-16,-5 0 0 0,2 0 2 0,-4 0 2 15,-7 0 5-15,11 0 2 0,-11 0 1 0,8 0-4 0,-8 0-4 16,0 0 3-16,10 0 0 0,-10 0-6 0,0 0 1 15,0 0-4-15,0 0-14 0,0 0-13 16,7-5-26-16,-7 5-24 0,0 0-36 0,0 0-12 16,0 0-77-16,0 0-208 0,0 0 93 0</inkml:trace>
  <inkml:trace contextRef="#ctx0" brushRef="#br0" timeOffset="3625.1">4993 5111 2 0,'0'0'47'16,"0"0"-4"-16,0 0 0 0,-3-6-4 0,3 6-4 15,0 0-4-15,0 0-2 0,0 0-5 0,-2-9 3 16,2 9-7-16,0 0 6 0,0 0-4 0,-6-5-1 16,6 5 0-16,0 0-2 0,0 0 0 0,-6-5 10 15,6 5-1-15,0 0-8 0,0 0-5 16,0 0-3-16,-6-4 6 0,6 4-8 0,0 0 4 15,-7-4 8-15,7 4-8 0,0 0-2 0,0 0-2 0,-7-3 7 16,7 3-11-16,0 0 11 0,0 0-1 0,0 0-12 16,0 0-2-16,0 0 1 0,0 0-1 0,0 0-3 15,0 0 6-15,0 0 0 0,0 0-5 16,0 0 9-16,0 0-11 0,38 3 7 0,-18-3 0 0,3 0-3 16,9 0 2-16,3-4 3 0,3 2 3 0,16-1-4 15,-2-2 1-15,6 1 14 0,1-1-15 0,-1 0 4 16,5-2-8-16,-2 4 16 0,2-1 4 0,-2-1-4 15,2 1-7-15,1 0-8 0,-4-1-1 0,6 1-2 16,-3 2 6-16,-2-1-10 0,3-1 0 16,1 3 12-16,-1-1-3 0,-1-1 4 0,1 0 0 15,1 2 1-15,-4-3-4 0,6-2 6 0,-2 3-4 0,0-3-3 16,-1 1 2-16,-4 0-1 0,-1-1-1 0,-4-1 5 16,0 3-2-16,-18-2 0 0,-1 2-6 15,0-2 9-15,-5 1-5 0,0-2-3 0,-4 4 2 16,-8 0 8-16,-1 1-4 0,-1-2-1 0,-5 1 1 15,2 1-2-15,-2 0-1 0,-1 1-1 0,-2-1 2 16,-1 2-3-16,-2-2 4 0,-6 2 2 0,13-2-3 0,-13 2-1 16,9-2 0-16,-9 2 8 0,8-1-6 15,-8 1 2-15,0 0-2 0,10 0-3 0,-10 0 3 0,0 0-3 16,0 0 2-16,9-3 3 0,-9 3 7 16,0 0-2-16,0 0 0 0,9-1-2 0,-9 1 1 15,0 0 1-15,0 0 4 0,8-3-8 0,-8 3-1 0,0 0 5 16,0 0 3-16,0 0-4 0,0 0-2 0,10 0-1 15,-10 0 0-15,0 0-1 0,0 0-2 16,0 0 0-16,0 0 3 0,0 0-1 0,0 0 5 16,0 0-6-16,0 0-8 0,0 0 2 0,0 0 4 15,0 0 0-15,0 0 1 0,0 0-10 0,0 0-1 16,0 0 9-16,0 0-12 0,0 0 11 0,0 0 1 0,0 0-3 16,0 0-6-16,0 0 6 0,0 0-3 0,0 0-10 15,0 0-22-15,0 0-9 0,0 0-15 0,0 0-20 16,0 0-18-16,-2 14-113 0,2-14-225 15,-13 15 99-15</inkml:trace>
  <inkml:trace contextRef="#ctx0" brushRef="#br0" timeOffset="20256.93">26394 5067 62 0,'0'0'98'0,"0"0"-1"0,0 0-17 0,0 0-7 0,0 0-7 16,0 0-16-16,0 0 16 0,0 0-20 0,0 0 0 16,0 0-10-16,0 0-2 0,0 0-3 0,0 0-10 15,10-10 3-15,-10 10-11 0,0 0 8 0,0 0 0 16,0 0-6-16,0 0-7 0,0 0 2 0,0 0-2 16,0 0-5-16,0 0-5 0,0 0-6 0,0 0 4 15,0 0-22-15,0 0-5 0,0 0-10 0,0 0 3 16,0 0-10-16,0 0-2 0,0 0-12 0,8-4-42 15,-8 4-112-15,0 0 50 0</inkml:trace>
  <inkml:trace contextRef="#ctx0" brushRef="#br0" timeOffset="22997.81">14501 5614 22 0,'0'0'19'0,"0"0"7"0,0 0 0 15,0 0 2-15,0 0-7 0,0 0 6 0,0 0 0 16,0 0-4-16,0 0-10 0,0 0 2 0,0 0-3 15,0 0 0-15,0 0 2 0,0 0-4 0,0 0-4 16,0 0 3-16,0 0 1 0,0 0-5 0,0 0-1 16,0 0 4-16,0 0-1 0,0 0 2 0,0 0-4 15,0 0-6-15,0 0 15 0,0 0-12 0,0 0 3 16,0 0-5-16,0 0 1 0,0 0 9 0,0 0 2 16,0 0-4-16,0 0-3 0,0 0-3 0,0 0-1 15,0 0 0-15,0 0 0 0,0 0 1 0,0 0 4 16,0 0-3-16,0 0 3 0,0 0-3 0,0 0 1 15,0 0 5-15,0 0-10 0,0 0 11 0,0 0-6 16,0 0 3-16,0 0-5 0,0 0 6 0,0 0-3 16,0 0 5-16,0 0-8 0,0 0 5 0,0 0-1 15,0 0-4-15,0 0-4 0,0 0 4 0,0 0 6 16,0 0-8-16,0 0 4 0,0 0-3 0,0 0 1 16,0 0 1-16,0 0-6 0,0 0 11 0,0 0-10 15,0 0 2-15,0 0-3 0,0 0 2 0,0 0 1 16,0 0 7-16,0 0-6 0,0 0-6 0,0 0 9 15,0 0-2-15,0 0 0 0,0 0-15 0,0 0 9 16,0 0 6-16,0 0 4 0,0 0-1 0,0 0 2 0,0 0 0 16,0 0-6-16,0 0 0 0,0 0-1 15,0 0 15-15,0 0-14 0,0 0-6 0,0 0 8 16,0 0-1-16,0 0 2 0,0 0-4 0,0 0 0 16,0 0 1-16,0 0-3 0,0 0 3 0,0 0 2 15,0 0-3-15,0 0-3 0,0 0 0 0,0 0 2 16,0 0 3-16,0 0 0 0,0 0-5 0,0 0 6 15,0 0-7-15,0 0 7 0,0 0 1 0,0 0-10 16,0 0 8-16,0 0-5 0,0 0 3 0,0 0 4 16,0 0-1-16,0 0 6 0,0 0-14 0,0 0 5 15,0 0-6-15,0 0 6 0,0 0-3 0,0 0 10 16,0 0-7-16,0 0-4 0,0 0 7 0,0 0-1 16,0 0-2-16,0 0 1 0,0 0-8 0,0 0 1 15,0 0-11-15,0 0-6 0,0 0-3 0,0 0-10 16,0 0-5-16,0 0-31 0,2 9-76 0,-2-9 35 15</inkml:trace>
  <inkml:trace contextRef="#ctx0" brushRef="#br0" timeOffset="24589.5">22598 5793 5 0,'0'0'25'0,"0"0"-3"0,-9 6 2 16,9-6-4-16,-5 3-2 0,5-3-6 0,-8 4 3 15,8-4-4-15,-10 5 0 0,4-2-4 0,6-3 3 16,-13 4-3-16,5-1-3 0,1 0 8 0,-5 1-2 16,1-1 6-16,-2-1-6 0,1-1 2 0,1 2 5 15,-3-2-8-15,2 1 5 0,0-1-4 0,0 0-1 16,0 0 12-16,-3 2 2 0,4-3-1 0,-2 1-3 16,1 1 3-16,1-2-1 0,2 1 2 0,9-1 3 15,-15 1 4-15,15-1-5 0,-13 1-2 0,7-1 5 16,6 0-4-16,-11 0 0 0,11 0 0 0,-9 0-3 15,9 0-1-15,0 0 2 0,0 0-3 0,0 0-1 16,0 0-4-16,0 0-4 0,0 0 0 0,0 0 4 16,31 5-2-16,-12-5 6 0,3 2-8 0,9-1 8 15,2 0 3-15,0 1 11 0,2-2-8 0,2 1 1 16,-3-2 0-16,1 2 0 0,-1-1-4 0,-3 2 6 16,-3-2-4-16,-1-2-5 0,0 1 0 0,-10 1 6 15,-4 0-8-15,1 1 2 0,-5-2 3 0,3 1-2 16,-3 0 1-16,-9 0 10 0,11 0-18 0,-11 0 9 15,10 1 4-15,-10-1 4 0,0 0-2 0,11-1-1 16,-11 1 2-16,0 0 7 0,0 0-8 0,0 0 0 16,0 0-2-16,9 0 3 0,-9 0-9 0,0 0-7 15,0 0 2-15,0 0-6 0,0 0-6 0,0 0-21 16,0 0-13-16,0 0-27 0,0 0-22 0,0 0-14 16,0 0-25-16,0 0-87 0,0 0-223 0,0 0 100 0</inkml:trace>
  <inkml:trace contextRef="#ctx0" brushRef="#br0" timeOffset="25119.5">24346 5973 57 0,'-8'-3'81'0,"8"3"3"16,-7-3 3-16,7 3-6 0,0 0-13 0,-8-6-3 15,8 6 0-15,-10-4-11 0,10 4 5 0,-6-3-5 16,6 3-2-16,0 0 4 0,0 0-7 0,-9-4-6 15,9 4 4-15,0 0-10 0,0 0-4 0,-7-3 4 16,7 3-2-16,0 0 8 0,0 0-8 0,0 0 4 16,0 0-1-16,0 0 4 0,-6-4-6 0,6 4-3 15,0 0-2-15,0 0 3 0,0 0-9 0,0 0-2 16,35 0 2-16,-2-1-2 0,5 0-5 0,26 1-3 16,31-4 5-16,1 4-4 0,-2-3 1 0,6 3-2 15,-11 0-4-15,-21-2-2 0,-3 1-1 0,-2-2 1 16,-3 0 1-16,-5 2 0 0,-5-2 16 0,-13 1-9 15,-4 0 1-15,-2 0 6 0,-4 0-1 0,-6 1-2 16,-8 0 1-16,1 1-2 0,-3 1 0 0,-4-1 4 16,2-1-3-16,-9 1 0 0,11-1 0 0,-11 1 1 15,9-1-2-15,-9 1-2 0,0 0-2 0,10-2 0 16,-10 2 0-16,0 0-6 0,0 0 0 0,0 0-3 16,0 0-5-16,10 0-15 0,-10 0-24 0,0 0-15 15,0 0-10-15,0 0-24 0,0 0-22 0,-2 11-31 16,2-11-136-16,0 0-297 0,-9 11 132 0</inkml:trace>
  <inkml:trace contextRef="#ctx0" brushRef="#br0" timeOffset="50190.78">15206 7688 25 0,'0'0'42'0,"0"0"0"16,-2-7-10-16,2 7-5 0,0 0-7 0,-2-11-11 15,2 11-10-15,0 0-10 0,0 0-21 0,5-10-32 16,-5 10 14-16</inkml:trace>
  <inkml:trace contextRef="#ctx0" brushRef="#br0" timeOffset="51127.68">15825 7700 53 0,'-8'-3'53'16,"8"3"4"-16,-9-4-1 0,9 4 0 0,-6-3-5 15,6 3-4-15,-8-3-3 0,8 3-6 0,-11-1 10 0,11 1-12 16,-11-2 2-16,11 2-6 0,-13-2-16 0,13 2 13 16,-11 0-5-16,11 0 3 0,-10-1 4 0,10 1 4 15,-8-3-6-15,8 3 1 0,0 0 1 16,0 0-7-16,-11 0 8 0,11 0-6 0,0 0-4 0,0 0 2 15,0 0-8-15,0 0-2 0,-9-1-1 0,9 1-1 16,0 0-1-16,0 0-2 0,0 0-1 0,0 0 0 16,0 0 4-16,0 0-2 0,0 0 0 15,24 10-1-15,-16-9 5 0,2 1-9 0,3-2 5 0,1 2 0 16,4-1-5-16,1 1-1 0,0-1 1 0,9 0 7 16,-6 2-7-16,5-2-2 0,3-1 5 0,2 0 0 15,-1-1-2-15,-4 1 1 0,1 0-8 0,1-1 6 16,1 1 5-16,-1-2 7 0,2 2-7 0,1 0-3 15,-4 0 4-15,3-2 5 0,1-1-10 0,-1 3-1 16,0 0 6-16,1 1 0 0,0-1-3 0,0-1 4 16,1-1-7-16,-2 0-1 0,-1 4 7 0,-1-4-3 15,1 2-1-15,1-2 1 0,-2 2-3 0,2 0 3 16,-3 0 2-16,2 0-2 0,-2 1 3 0,1-1-11 16,0 1-3-16,1-1 8 0,-1 5-2 0,-1-6 12 15,-6 2-12-15,0-2 1 0,0 2 5 0,6 1-5 16,-7-1 3-16,0 2 1 0,1-1-2 0,0 0 6 15,-2-2-11-15,1 0 1 0,8 2 2 0,-8-1 0 16,7-1 1-16,-7 0-2 0,7 1 5 0,0 1 0 16,-1-4 1-16,1 1-3 0,-6 2 5 0,7-2-7 15,-10 0 5-15,3 1-4 0,6-2 7 0,-7 0-11 16,0 1 2-16,1 0-2 0,5-2 1 0,0 2 10 16,-9-1-4-16,3-1-2 0,0 1-1 0,-3 0-2 0,-1 3 7 15,-2-2 1-15,1 1-2 0,-3 0-9 0,0-2 5 16,-2 1 2-16,0 1-1 0,-1 0-2 15,-10 0 4-15,14 0 2 0,-6 0-1 0,0-1 4 16,-8 1 4-16,12-4-1 0,-12 4 0 0,10 0-2 0,-10 0 3 16,0 0 5-16,12 0-3 0,-12 0-5 0,0 0 0 15,0 0 2-15,9 0-2 0,-9 0 2 0,0 0-5 16,0 0 1-16,7 0-4 0,-7 0 2 0,0 0-3 16,0 0 2-16,0 0-3 0,0 0-4 0,0 0 4 15,0 0-16-15,0 0-11 0,0 0-29 0,12 3-24 16,-12-3-39-16,0 0-42 0,4 3-108 0,-4-3-285 15,0 0 127-15</inkml:trace>
  <inkml:trace contextRef="#ctx0" brushRef="#br0" timeOffset="52028.04">18877 7568 19 0,'-8'-1'70'0,"8"1"5"16,0 0-6-16,-11-4 2 0,11 4-6 0,0 0-1 15,-13 0-6-15,13 0-7 0,-8-2 1 0,8 2-8 16,-9-1 2-16,9 1-1 0,0 0-3 0,0 0-6 15,-11-1-7-15,11 1-17 0,0 0 17 0,-11 0-5 16,11 0-4-16,0 0 0 0,-11 1 9 0,11-1-13 16,0 0 8-16,-8 1-12 0,8-1 3 0,0 0 5 0,0 0-6 15,0 0 6-15,-11 0-11 0,11 0 6 16,0 0 1-16,0 0-1 0,0 0-4 0,0 0 2 16,0 0-9-16,0 0 6 0,0 0-15 0,0 0 17 15,0 0 6-15,0 0 2 0,24 9 0 0,-10-7 9 0,4 0-15 16,5 2 5-16,8 0-4 0,2-3 3 0,1 4 1 15,2-3-3-15,0 0-3 0,1 2 5 16,0 0-8-16,3-3 3 0,-2 1-2 0,-1 0-3 16,0 0 9-16,0 1-4 0,1-3 4 0,2 4-3 0,-2-6-5 15,0 6 9-15,1 0-7 0,-4-6 0 16,0 4-2-16,0 0 3 0,1 0 1 0,-2-2-1 16,2 1 0-16,-3-1 0 0,2 0-5 0,-2 0 3 0,-2 0-7 15,-1-1 9-15,0 1-1 0,-5 1 3 0,-4-1-8 16,0 0 3-16,-4 0-4 0,2 3 6 0,-6-2-8 15,0-2 2-15,0-2 5 0,-2 6 3 0,-3-6 0 16,2 3 4-16,-10 0 0 0,15 0 1 0,-8 0 2 16,-7 0 2-16,10-1 3 0,-10 1 1 0,11 0-4 15,-11 0 3-15,0 0-2 0,0 0 2 0,11 0-2 16,-11 0 2-16,0 0-4 0,0 0 0 0,9-2-1 16,-9 2-3-16,0 0-3 0,0 0 0 0,0 0-4 15,0 0-1-15,0 0-1 0,0 0-1 0,0 0-1 16,0 0-1-16,0 0-15 0,0 0-19 0,0 0-19 15,0 0-23-15,0 0-24 0,0 0-21 0,3 6-13 0,-3-6-35 16,0 0-93-16,0 0-279 0,-11 10 123 16</inkml:trace>
  <inkml:trace contextRef="#ctx0" brushRef="#br0" timeOffset="52862.05">20965 7549 18 0,'-7'-2'102'0,"7"2"-23"16,0 0 14-16,0 0-12 0,-10-2 3 0,10 2-6 16,0 0-9-16,0 0 5 0,0 0-15 0,-7-3 0 15,7 3-3-15,0 0-3 0,0 0-6 0,0 0-20 16,0 0 13-16,0 0-12 0,0 0 3 0,0 0-5 16,0 0-5-16,0 0 0 0,0 0 0 0,0 0-3 15,33 5 2-15,-20-3 1 0,6-2 2 0,9 1 1 16,5 0-2-16,2-1 0 0,0-2 0 0,4 2-2 15,-2 0 0-15,13-1-3 0,-11 1 0 0,1 0-4 16,-2 0-2-16,3-1 0 0,9 1 5 0,-12 0-11 16,1-2 16-16,0 4-15 0,1-4 1 0,14 2 6 15,-2 0 0-15,-2-1-2 0,-11-1 2 0,1 5-8 16,14 0 3-16,-16-3 2 0,14 0-2 0,-13-1 3 16,-1 2-2-16,13 0-3 0,-14 1-3 0,0-2 0 15,2 2 3-15,-1-1-1 0,-1 0-2 0,-4 1 3 16,3-2-1-16,-1 3 1 0,-2-3 5 0,-2 1-7 15,-1 2 3-15,2-2-1 0,-2 2 2 0,0-1-7 16,0-2 5-16,-4 0 1 0,3 2 4 0,0-1-4 16,0-1-2-16,2 1 6 0,-3 1 1 0,3-1-3 0,-2-1 2 15,-1 0-1-15,0 1-1 0,-7-1 2 0,1 0 0 16,-1-1 2-16,0 0 3 0,-2 2 0 0,3-2 0 16,-10 1-2-16,4 1-4 0,-3-1 5 0,4-1 4 15,1 1-5-15,-4 0 0 0,0-2-3 0,4 2 4 16,-1-2-2-16,-4 3-2 0,0-2 8 0,-1-1-2 15,2 2 5-15,-2 0-3 0,1-2 5 16,-1 2-3-16,-1 0-1 0,3-1 1 0,-4-1-6 0,1 0 3 16,-3 0-6-16,0 2 0 0,-8 0 5 0,13-2-8 15,-13 2 4-15,11-2-4 0,-11 2-1 0,6 0-2 16,-6 0-2-16,0 0-2 0,0 0-12 0,0 0-17 16,10-2-24-16,-10 2-19 0,0 0-34 0,0 0-17 15,0 0-28-15,7 5-13 0,-7-5-105 0,0 0-287 16,0 0 127-16</inkml:trace>
  <inkml:trace contextRef="#ctx0" brushRef="#br0" timeOffset="53861.92">24754 7624 112 0,'0'0'120'0,"0"0"-20"0,0 0 12 0,-9-2 1 16,9 2-6-16,0 0-20 0,0 0 7 0,0 0-4 16,0 0-3-16,-5-6-14 0,5 6-6 0,0 0-7 15,0 0-2-15,0 0-10 0,0 0-3 0,0 0-5 16,0 0-4-16,0 0 1 0,37 2-17 0,-18-4 10 15,11 2 1-15,2 6-9 0,5-6 2 0,-3 3-4 16,17-3-1-16,-10 4 1 0,-4-2-9 0,3-1-3 16,-2 0 4-16,18-2 6 0,-20 2-5 0,4-1-2 15,16 0 3-15,-6 3-1 0,2-4 0 0,-12 1 1 16,10 0-3-16,-12 0 2 0,13 0-3 0,-12 0 2 16,1 0-2-16,0 0-4 0,10-3-5 0,0 3 3 15,-10-1 5-15,-2 1-5 0,14-2 0 0,-17 1 11 16,16 2-10-16,-14-1-2 0,-1 0-6 0,-2 2 10 15,-1-2-7-15,-1-2 5 0,3 4-5 0,-7-2 3 16,1 0 2-16,-2-2-2 0,2 4-5 0,-8-2 6 0,0 0 2 16,9 2-3-16,-3 0 0 0,-7-2 7 0,3 0 2 15,3 0-5-15,-3 1 0 0,-3-1 2 16,3 0 4-16,-3 0-1 0,2 2-1 0,-1-2-2 16,7 0 2-16,-7-2 1 0,2 2-2 0,-1 0 3 0,-2 0-4 15,9 2 1-15,-8-2-1 0,1 0 4 0,0 0-6 16,-1 0 3-16,-1 0 1 0,-2 0-1 0,4 2-1 15,-3 0-3-15,-2-2 0 0,4 0-3 0,-4-2 3 16,4 2 1-16,1 2-1 0,-4 0-1 0,0-2 2 16,3 0 0-16,0 0-2 0,2 2 0 0,-2 2 3 15,0-4-2-15,6 5-5 0,-6-5 3 0,0 2-2 16,0 0 8-16,2-1-4 0,4 3 1 0,5-3 2 16,-5-1-4-16,2 0 1 0,0 0-2 0,2 0 8 15,-3-1-4-15,1 2 0 0,2 1 0 0,-11-4 2 16,2 1 1-16,5 1-1 0,-9 1-2 0,2 1 1 15,-3-1 1-15,2-2-5 0,0 1 2 0,2 0 3 16,-5-2 1-16,3 2-3 0,-6-1 0 0,8 1-2 16,-2-1 0-16,2 1 2 0,0 0 0 0,-2-3 1 15,1 3-2-15,-1-1 6 0,1-1 0 0,2 2-3 16,5 0-2-16,-6-3 2 0,0 2 2 0,-2-2-1 16,0 0-2-16,2 0 2 0,-4 1 1 0,-4 0 2 15,1 0 2-15,-2 0 1 0,-3 1 3 0,1-1-3 16,2 1 2-16,-7 0-5 0,-5 1-2 0,14 0 0 0,-14 0 1 15,9 0-2-15,-9 0-3 0,0 0 0 16,9-2-1-16,-9 2 0 0,0 0 1 0,10-4-9 16,-10 4 3-16,0 0 2 0,0 0-1 0,6 0 0 15,-6 0-4-15,0 0-2 0,0 0 3 0,0 0 2 0,0 0 1 16,7 6-1-16,-7-6-6 0,0 0-16 0,0 0-22 16,0 0-14-16,0 0-22 0,0 0-23 15,0 0-22-15,0 0-28 0,0 0-33 0,-17 11-158 16,6-9-370-16,-9-4 164 0</inkml:trace>
  <inkml:trace contextRef="#ctx0" brushRef="#br0" timeOffset="55723.08">5243 8490 29 0,'0'0'44'0,"0"0"4"0,7 2-3 16,-7-2 5-16,0 0-7 0,0 0 10 0,0 0-2 0,0 0-5 16,0 0 2-16,0 0-1 0,0 0-1 0,0 0-11 15,0 0 2-15,0 0-6 0,0 0-3 16,0 0-4-16,0 0 2 0,0 0-4 0,0 0 3 16,0 0 5-16,0 0-11 0,0 0 9 0,0 0-2 0,0 0 8 15,0 0-16-15,0 0 14 0,0 0-4 0,0 0-4 16,0 0 5-16,0 0-7 0,0 0-3 15,0 0-3-15,0 0 1 0,0 0-7 0,0 0-3 16,0 0 3-16,0 0 1 0,0 0-3 0,0 0-1 0,0 0 1 16,-29-2-11-16,29 2 6 0,0 0 1 0,-10-3 4 15,10 3-8-15,-6-3 2 0,6 3 4 0,-7-3-2 16,7 3-2-16,-6-6 2 0,6 6-1 16,-8-4 2-16,8 4-2 0,-6-3-9 0,6 3 6 0,-5-7-8 15,5 7 16-15,-4-4-10 0,4 4 6 0,-6-5-8 16,6 5 8-16,-5-6 2 0,5 6 2 0,-5-6 8 15,5 6-2-15,0 0-4 0,-4-7 4 0,4 7 7 16,0 0 1-16,0 0-3 0,0 0-5 0,0 0 0 16,-6-5 3-16,6 5-1 0,0 0-1 0,0 0-4 15,0 0 6-15,0 0-8 0,0 0-9 0,0 0 4 16,0 0 5-16,0 0-11 0,0 0 8 0,0 0-5 16,0 0 3-16,20-3-4 0,-14 2 6 0,2 0-4 15,3 1 1-15,2 1 0 0,-3-2 6 0,4 1-2 16,0-1-3-16,4-2 0 0,0 1-1 0,3 1-1 15,-1 1 6-15,1-2-8 0,7-2 10 0,1 0-7 16,2 1 4-16,-1 0-12 0,-2 0 10 0,3 1 3 16,-2-1-12-16,1 1 11 0,-1-1 2 0,-1 2-1 15,4-2-8-15,0 1 8 0,2 1-2 0,1 0 6 16,1 0-4-16,2-3-1 0,-2 1-3 0,1 3 4 16,0-4-6-16,0 4 2 0,3-3-1 0,-4 0-4 15,1 3 8-15,0-3-2 0,0 1-3 0,-1 1 8 16,-2-1-9-16,-1 2 0 0,1-2 2 0,-2 4-3 15,0 0 7-15,0-4-8 0,1 0-1 0,-1 2 4 16,1 0 0-16,3-1 4 0,0-2-7 0,3-2 5 16,-2 4-5-16,0-2-9 0,3-2 13 0,-3 0-1 0,0 2 2 15,1 0 1-15,1 0-2 0,0-2-6 16,0 1 6-16,-4 0 1 0,1 1 3 0,0 0-4 16,1 0 5-16,-2-1 6 0,0 3-4 0,2-3-6 15,-2 2 1-15,0-2 3 0,-1 0 0 0,2 1-3 0,-2 0 0 16,-1 2 6-16,1-2-4 0,1 0 0 0,0 2 8 15,-2 0-7-15,2-1 0 0,2 2-3 0,-4 0 0 16,0-2-3-16,2 2 4 0,-1-1-5 0,-2 0-1 16,3 2 8-16,-2-3-2 0,-2 1 5 15,3 2-7-15,-2-2 0 0,0 0-1 0,-1 1 4 0,-1 0-4 16,1-1 8-16,1-2-2 0,0 1-2 0,-1 2 3 16,-1-1-3-16,2 0-3 0,0-3 5 0,1 3 2 15,-1-2-3-15,0 1 3 0,1 1-5 0,-3-1 4 16,2 1 1-16,-3 1 0 0,3-1 5 0,0 1-6 15,-1-2 4-15,2 1-3 0,0-2 2 0,-1 2 1 16,0-1 13-16,-1 2-8 0,0 0 1 0,1-3-1 16,-3 2-3-16,2 1-1 0,-3 0 0 0,-2 1-1 15,3-1 6-15,-1 1-8 0,-1-1 3 0,1 2-3 16,-1-2 4-16,-4 0-3 0,3-2 3 0,-3 2 1 16,7-1-4-16,-10 0 1 0,8 2-4 0,0-2 0 15,-6 1 0-15,6 0 0 0,-6 0 0 0,-2 0-1 16,2 0 1-16,-1 2-1 0,7 0-3 0,-5-2 3 15,-3 3 5-15,2-2-9 0,1 2 1 0,4-1 3 16,-7-2-7-16,1 1 7 0,7 0-1 0,-6 1-2 16,-2-2 3-16,1 3-4 0,0-2 0 0,0 1 0 15,-2-1-1-15,0 1 3 0,3 0-5 0,-6 0 3 16,3 0-1-16,-1 1 1 0,-5-2 1 0,1 0 2 16,0 0-2-16,-1 0 1 0,-3 0-1 0,-1 0-1 15,1 1-1-15,-3 0 7 0,-1-2-6 0,-6 0-1 16,13 1-2-16,-13-1 4 0,6 1-3 0,-6-1 3 15,8 2-2-15,-8-2 2 0,0 0 0 0,9 1-2 16,-9-1 4-16,0 0-4 0,0 0-3 0,0 0 2 16,0 0 1-16,0 0 0 0,8 0-2 0,-8 0 2 15,0 0-7-15,0 0-12 0,0 0-8 0,0 0-13 16,0 0-16-16,0 0-10 0,0 0-19 0,0 0-30 16,0 0-16-16,0 0-13 0,0 0-23 0,0 9-156 15,0-9-345-15,0 0 152 0</inkml:trace>
  <inkml:trace contextRef="#ctx0" brushRef="#br0" timeOffset="57239.67">11839 8353 58 0,'0'0'77'0,"0"0"1"0,-9 0-3 0,9 0-9 16,-10 0 14-16,10 0-10 0,-13 0 7 0,13 0-16 15,-12 0 4-15,12 0 3 0,-11 0-8 16,11 0-3-16,-10 2 1 0,10-2-6 0,0 0-15 0,-9 1 2 16,9-1-3-16,0 0-5 0,0 0-2 0,0 0-8 15,-12-1-5-15,12 1 8 0,0 0-9 0,0 0-12 16,0 0 13-16,0 0-6 0,0 0 6 0,0 0-4 15,0 0-2-15,0 0 7 0,25 14-8 0,-17-12 7 16,5 0-10-16,-2-1 8 0,3 2-6 0,3 0 4 16,1-1-3-16,5-1 4 0,-3 2-4 0,3-1-1 15,6 0 11-15,2 1-1 0,-1 0 3 0,1-2-5 16,4 1-5-16,-1 0 3 0,5 0 2 0,1-2 5 16,10 0 6-16,-10 0-4 0,12 0-7 0,-14 0-7 15,13-3 12-15,-10 4-5 0,10-3 1 0,1 3-1 16,-14-2 2-16,14-1-4 0,-14-2-1 0,14 3 5 15,-14 2-3-15,0-2 0 0,16-1-3 0,-13 2 2 16,-3-2-1-16,15 2-3 0,-1-5 4 0,-2 5-5 16,-12 0 3-16,2-1-2 0,10 1-2 0,-12 0 1 0,2 0-2 15,10 3 3-15,-10-5-1 0,10 2-3 0,-12-1 1 16,1 0-3-16,1 0-2 0,-2 1 5 16,2 0-1-16,-1 0-2 0,1-1 1 0,-4 1 4 15,4 0-2-15,-1-1-1 0,-1 1 0 0,-1-1 3 0,-1-1 2 16,0 2-5-16,-1-1-5 0,-1-2 1 0,-1 3 2 15,-1 0-1-15,-3 0-1 0,2-3 5 16,2 3-4-16,-3 0 0 0,1-1 2 0,1-2 0 16,-1 4 1-16,-3-2-2 0,3 0 0 0,-4-2 1 0,2 2-6 15,2 1 3-15,-4-1-2 0,1-2 1 0,0-1-1 16,4 2 3-16,-3-2 0 0,2 4 0 0,0 0-1 16,-1-3 0-16,1 3-1 0,1-1-7 0,-1-4 11 15,3 4-1-15,-3-3-8 0,2 2 9 0,-3 1-2 16,1 0-3-16,0-1 4 0,-1 2-4 0,6-2 2 15,-2 1-3-15,0 1 2 0,-2 0 3 0,-1 0 1 16,1 0-4-16,-3 0 0 0,0-3 3 0,2 3-9 16,-2-2 5-16,3 1 1 0,-3 2 0 0,0-1 3 15,0 0 3-15,1 2-9 0,-5-4 4 0,5 4 0 16,-1-1 1-16,-1-1 0 0,2-1 2 0,-2 2 0 16,0-1 6-16,-1-1 0 0,1-1 0 0,1 2 4 15,-1-1-7-15,2-1-2 0,0 2 4 0,1-1 0 16,1-1-4-16,-1 2-2 0,1 0 3 0,-2 0 3 15,0 0-1-15,-3-2 2 0,1-1-2 0,-1 3-1 16,-6-2-2-16,2 2-1 0,5-1 4 0,-6 1-1 16,6 0-2-16,0 0 2 0,0 0 6 0,1 0 0 15,-3 0-3-15,2 0 1 0,1 0-4 0,-9 0 3 16,8-2-5-16,-6 2 5 0,6 0-2 0,-8 0-3 0,1-1 3 16,1 2 4-16,1-1-9 0,-4-1 5 15,3 1-2-15,-2 0 1 0,1 1 1 0,-1-1 1 16,-2 0 1-16,-2-1-1 0,3 1 0 0,-2-1 0 15,-3-1 1-15,-1 1 0 0,6 1-2 0,-3 1-3 0,1-2-1 16,0 0 1-16,-2-1-1 0,1 1 1 0,-1 0-3 16,2 1 2-16,2-4-2 0,-1 3-2 15,-5 1 3-15,2-2 2 0,-1 1-4 0,4 1 1 16,-5-1-3-16,4 1-2 0,-1 0 4 0,2-1-1 0,-2 1 3 16,3 1-3-16,-3-1-1 0,2-1 1 0,0 2 0 15,1-2 0-15,0 1-1 0,-1 1-3 0,0-1 3 16,0 0 3-16,0 1-6 0,1-1 7 0,-1 3-2 15,1-3-2-15,-1 1 1 0,1-1 4 0,1 0-4 16,0 1-2-16,1 1-2 0,1-2 6 0,5 0-5 16,-7-2 4-16,1 4 0 0,0-4-1 0,7 4 2 15,-2-4 0-15,3 1 2 0,-8 0 0 0,2 1-2 16,5-2 6-16,1 2-5 0,-8-1 3 0,7 1-3 16,0-2 3-16,-8-1 1 0,7 6-2 0,-6-3 1 15,2 0-3-15,-2-3 2 0,8 6-1 0,-10-2-1 16,1-1 1-16,1-1-1 0,-3 1 0 0,-1-3 0 15,3 3 1-15,-2 0-2 0,-7 0-3 0,3 0 8 16,-2 0 1-16,-2 0-1 0,-3 0-1 0,-7 0 1 16,13 0 0-16,-13 0-1 0,9 0 0 0,-9 0 1 15,10 0-2-15,-10 0 0 0,0 0-1 0,0 0-1 16,9 0-8-16,-9 0-13 0,0 0-14 0,0 0-12 16,0 0-21-16,0 0-20 0,0 0-22 0,0 0-22 15,0 0-18-15,0 0-26 0,0 0-30 0,0 0-112 16,0 0-341-16,0 0 151 0</inkml:trace>
  <inkml:trace contextRef="#ctx0" brushRef="#br0" timeOffset="58183.4">19579 8347 84 0,'0'0'102'0,"-11"-1"-3"0,11 1-13 15,0 0-12-15,0 0 0 0,0 0 0 0,0 0-4 16,0 0-17-16,0 0 0 0,0 0-3 0,0 0-4 16,0 0-8-16,0 0-4 0,-8 3-8 0,8-3 4 0,0 0-1 15,0 0-6-15,0 0 7 0,0 0-5 16,23 7 14-16,-14-5-5 0,4 1 1 0,0-1 4 16,6 2 1-16,0-2 3 0,3-2-9 0,0 4-2 15,6-2-1-15,-1 1 0 0,-4-1-4 0,5-2 2 0,0-1 3 16,3 3-13-16,0-2 14 0,0 0-6 0,-1 0-1 15,3 1 2-15,-1-1 0 0,-2-1-4 16,4 1 3-16,-1 1-6 0,3-1-4 0,1 0 0 16,-3 0 3-16,2-1 0 0,2 0-9 0,-1 0 1 0,-1 0 2 15,1 2 2-15,0-1-8 0,0-1-2 0,-2 2 6 16,1 0-9-16,1-4-1 0,-3 5 7 0,-1-4-1 16,-2 2-5-16,1 1 1 0,-3-1 4 0,1 0-3 15,-2 1 0-15,1-1 1 0,-1 1-2 0,1-2 1 16,-6 1 0-16,-2-1 1 0,7 2 2 0,2-3-3 15,-10 2 8-15,8 0 0 0,-6-3-2 0,8 3-1 16,-2-3 5-16,0 5 0 0,-7-4-4 0,0 4-2 16,1-4-1-16,-2 2 0 0,-1 0 0 0,3-2 4 15,0 2-1-15,-2 0-3 0,2-1 0 0,0 1-5 16,-2-1 6-16,2 1 1 0,-1 1-3 0,0-4 7 16,1 2-10-16,-1 2 3 0,2-1 1 0,-3-1-2 15,1 1-5-15,0 0 6 0,-2 0 0 0,1-3-4 16,2 3 8-16,-3 0-4 0,2 0 0 0,-3 0 3 15,1-1 2-15,-4 4-2 0,3-5 5 0,0 2 2 16,-7 0 0-16,1-1 0 0,2 2 2 0,-1-1 2 16,1-1-2-16,-1 1-4 0,1 0 6 0,-2 0-3 15,0 0 1-15,-1 1-1 0,1-2 1 0,1 1 3 16,-2 0-7-16,-3 0 3 0,-8 0-2 0,20 0 0 16,-11-1-1-16,-1 2 3 0,-8-1-1 0,14-1-2 0,-14 1 2 15,12-1 0-15,-12 1-6 0,10 0 0 16,-10 0-1-16,7 0-1 0,-7 0 1 0,0 0 0 15,0 0-6-15,12 0-2 0,-12 0-1 0,0 0-7 0,9 0-11 16,-9 0-11-16,0 0-16 0,0 0-14 0,0 0-21 16,5 6-19-16,-5-6-19 0,0 0-24 15,5 5-30-15,-5-5-172 0,0 0-369 0,4 5 164 16</inkml:trace>
  <inkml:trace contextRef="#ctx0" brushRef="#br0" timeOffset="59102.71">23141 8397 96 0,'-10'-1'108'0,"10"1"3"0,0 0-6 15,0 0-7-15,0 0-5 0,0 0-4 0,-9-1-4 16,9 1-8-16,0 0 1 0,0 0-9 0,0 0-3 16,0 0-9-16,0 0-1 0,0 0-9 0,0 0-4 15,0 0-7-15,0 0 2 0,0 0-8 0,0 0-4 16,0 0 3-16,0 0-4 0,0 0-8 0,0 0 7 15,0 0-2-15,0 0 1 0,31 1 1 0,-20 0-3 16,3-1 4-16,4 3 1 0,4-3-2 0,-2 1-2 16,1-2 4-16,2 2-5 0,4 1 2 0,1-2-3 15,0 1-1-15,0 2-1 0,-2 0 1 0,2 1 0 16,3-2-3-16,-1-2 1 0,1 3-1 0,1-1-2 16,1-2-6-16,5 2 6 0,-3 0 0 0,1 2-3 15,-1-1-5-15,3-3 4 0,0 0-1 0,-1 0 4 16,1 3-6-16,2-2 1 0,1 1-4 0,10-4 5 15,-12 4-5-15,-2-2 1 0,1 0 2 0,-1 0-2 0,1 0 1 16,0 0-3-16,-2 2 2 0,1-1 1 16,-1-2 0-16,-1-1-3 0,-2 2-1 0,6-2 1 15,-4 1 2-15,1 2-2 0,-2 1-2 0,1-5 2 16,-1 6-4-16,-3-5 1 0,1 4 3 0,-3-2 2 0,3-2 0 16,-1 4 0-16,-1 1 1 0,1-3 0 15,-2 1-8-15,0-1 7 0,1-1-1 0,-2 1-1 16,0 0-6-16,-5-1 5 0,4 1 1 0,-6 0-1 15,7 0 2-15,-6-2 5 0,1 4-4 0,4-6-1 0,-8 1 2 16,9 5 1-16,1-5-4 0,-9 2 3 0,0 2 2 16,0-1-4-16,3 0 2 0,4-1 1 15,-7-2 2-15,0 3-3 0,1 0 2 0,-3-4 0 16,4 4-6-16,-5 1 9 0,2-1 1 0,0 3-5 0,0-3 6 16,-1 0-4-16,-1 0 0 0,2 0 3 0,-8 0-3 15,8 0 1-15,-6 3-2 0,3-3 4 0,2 1-2 16,-5-1 1-16,-2 0 2 0,5 0-1 0,-3 0 5 15,1-3 0-15,2 3-2 0,-3 2 0 0,0-5 4 16,-2 3-3-16,1-3-1 0,-1 1-1 0,-4 3 2 16,4-2-4-16,-4 0-1 0,-7 1 2 0,11 0-2 15,-11 0-7-15,0 0 4 0,11 0 0 0,-11 0-1 16,0 0-2-16,10-1-8 0,-10 1-14 0,0 0-21 16,0 0-20-16,0 0-35 0,0 0-26 0,0 0-46 15,0 0-191-15,0 0-385 0,0 0 171 0</inkml:trace>
  <inkml:trace contextRef="#ctx0" brushRef="#br0" timeOffset="59859.33">26587 8361 85 0,'0'0'77'0,"-9"0"-3"0,9 0-1 16,-13 0 3-16,5 2-8 0,8-2-5 0,-15-2-9 15,6 1-1-15,9 1 2 0,-18 1 1 0,12-1-2 0,6 0 4 16,-14 0 0-16,14 0-14 0,-9 0 1 0,9 0 2 16,0 0-1-16,-9 0 1 0,9 0 3 15,0 0-6-15,0 0-9 0,-12-2 8 0,12 2-5 16,0 0 3-16,0 0-9 0,0 0-5 0,0 0 2 0,0 0 13 15,0 0 1-15,25 5-9 0,-6-4 2 16,2 1-5-16,9 0-2 0,4 2 1 0,4 0 3 16,2-2-6-16,10 1 0 0,-10 0 2 0,12 2-4 15,-12-3 3-15,12-1-4 0,-3 1 0 0,-11 0-2 0,16 1-2 16,-16-2-5-16,16-1 2 0,-2-1 2 0,-12 1-7 16,-2 1 6-16,16 1-3 0,-4-2 2 0,-14 0-6 15,2 0 0-15,0 0 1 0,3 1 0 0,-3-1-2 16,14 2 0-16,-14-1 1 0,0-1-12 0,-2 0 6 15,1-3 3-15,-4 6-2 0,0-4-2 0,-3-1 2 16,3 1 2-16,-4 2-1 0,1-2 1 16,-6 1 5-16,5 0 1 0,-8 0 3 0,2 0 0 0,-6 1-1 15,5-1 1-15,-1 3-4 0,-3-4 3 0,0 4 2 16,-5-2-2-16,3 2 4 0,-3-3-4 0,1 1 8 16,-3-1-6-16,0 0 4 0,1 2-2 0,0-3 1 15,1 3 0-15,-3-2-1 0,0-1-3 0,3 2 0 16,-4-1-1-16,0 0 1 0,2 0-3 0,-11 0-1 15,13 0-3-15,-13 0-1 0,12 0 2 0,-6 1-2 16,-6-1-1-16,9 1 3 0,-9-1-8 0,7 2 3 16,-7-2-1-16,0 0-1 0,9 0 0 0,-9 0 0 15,0 0 2-15,0 0-1 0,9 1-2 0,-9-1 3 16,0 0-1-16,0 0-3 0,0 0-13 0,0 0-15 0,0 0-21 16,0 0-32-16,0 0-29 0,0 0-34 15,0 0-33-15,-24-6-36 0,6 4-116 0,0 1-355 16,-5-2 157-16</inkml:trace>
  <inkml:trace contextRef="#ctx0" brushRef="#br0" timeOffset="61493.3">5464 9200 34 0,'-10'-1'33'0,"10"1"4"0,-10-2 2 0,10 2-3 0,-12-1-4 15,12 1-7-15,-11-3-4 0,4 2-1 16,7 1-2-16,-15-2-2 0,15 2 7 0,-14 0-9 15,6-3 4-15,8 3-3 0,-15-1 2 0,7 0-2 16,8 1 2-16,-14-3 3 0,7 3 5 0,7 0-8 0,-15-1 5 16,7-2-6-16,8 3 10 0,-12-4-10 0,6 4-6 15,6 0 6-15,-14-1-1 0,7 0-2 16,7 1-6-16,-11 0 14 0,11 0-4 0,0 0-5 16,-14 1 4-16,14-1 0 0,0 0-2 0,-12 0 8 0,12 0 7 15,0 0-1-15,-9-4 1 0,9 4-5 0,0 0 4 16,0 0-2-16,0 0-7 0,-10-1 11 15,10 1-6-15,0 0-11 0,0 0-5 0,0 0-12 0,0 0 11 16,0 0 5-16,0 0-10 0,0 0 12 0,0 0-1 16,0 0-2-16,23 9 0 0,-13-5 4 0,2-4 4 15,1 2 10-15,3 0-5 0,2-1-4 0,1 0 2 16,2 2-16-16,-1-2-2 0,2 0 15 0,6 0-3 16,0 2-1-16,3-3 1 0,-1 1 7 0,2-1-9 15,2 2 3-15,-1-4-6 0,1 5 9 0,2-4-6 16,5 2-5-16,-4-2-1 0,1 1 7 0,2 0-7 15,1-2 1-15,9-3-1 0,-9 5-3 0,9-1 4 16,-13 1 3-16,3 1-9 0,12-1 3 0,-13 1-5 16,11-2 5-16,-10-1-1 0,11-2 0 0,-12 1 0 15,1 2 3-15,-2-4-8 0,13 7 8 0,-12-3-4 16,13-2 5-16,-15 2-3 0,0-1 1 0,0 1 1 16,2 1 0-16,-4-2-2 0,0 1-4 0,0 0 0 15,-2-1 3-15,-1 2 0 0,-2-1 0 0,0 2-2 16,-2-1 5-16,3 3-7 0,-3-3 5 0,1-1 1 15,-1 2 2-15,2 0-2 0,-2 1 0 0,1-2 2 16,-1 1 3-16,2 0-8 0,0-1 4 0,1-1-6 16,-2 2 4-16,0-2 1 0,1 1-2 0,0 0 3 15,-1-1 2-15,-1 3-2 0,-6-4 4 0,1 2-10 16,-3 0 6-16,2-2-2 0,-4 1-1 0,4 0 7 0,-2 1-2 16,-3-2 0-16,-2 2-1 0,-1 0 1 0,-1 0 3 15,-2 0-1-15,0-1-4 0,0 1 2 16,-3 1 4-16,-8-1 1 0,14-1 5 0,-8 0 2 15,-6 1-2-15,10 0-2 0,-10 0-1 0,0 0-1 0,11 0 2 16,-11 0-4-16,0 0 0 0,0 0-2 0,8-2-2 16,-8 2-1-16,0 0 1 0,0 0-4 15,0 0 1-15,0 0-1 0,0 0-3 0,9 2-2 0,-9-2-2 16,0 0 6-16,0 0-2 0,0 0-1 0,0 0-11 16,0 0-6-16,11 0-14 0,-11 0-20 0,4 2-14 15,-4-2-17-15,6 6-20 0,-6-6-16 0,4 10-33 16,-4-10-99-16,-2 11-266 0,2-11 117 0</inkml:trace>
  <inkml:trace contextRef="#ctx0" brushRef="#br0" timeOffset="66508.84">20626 9189 83 0,'0'0'97'0,"0"0"-11"16,0-8-5-16,0 8 5 0,0 0-8 16,0 0-7-16,-4-10-1 0,4 10-4 0,0 0-13 15,-2-6-3-15,2 6-5 0,0 0 1 0,-9-7-15 0,9 7-6 16,-9-2 5-16,9 2-9 0,-12-2 1 0,5 1-3 15,7 1-5-15,-16-3 6 0,7 1-6 0,-2 1 7 16,-2 1-7-16,2-1-9 0,-6 0 6 0,-2 3 3 16,3-2-8-16,-1 1 8 0,3-1-10 0,-6 1 6 15,4-1-6-15,0 0 8 0,5 0-6 0,-3 1-2 16,1-2 7-16,2 2-8 0,0 0 5 0,11-1-7 16,-12 2 3-16,4-2 0 0,8 0-1 0,0 0 3 15,-12 0-3-15,12 0-5 0,-6 1 2 0,6-1 4 16,0 0-4-16,0 0 5 0,0 0-10 0,0 0 5 15,-9 1 0-15,9-1 9 0,0 0-5 0,0 0-1 16,0 0 7-16,27 5-1 0,-9-2 6 0,4-2-3 16,9 0 2-16,1-1-7 0,3 3 5 0,3-3 3 15,15 3 2-15,-1-3-5 0,-2 1-5 0,-13 0 1 16,14-1-2-16,1 2 4 0,0 0-2 0,1-1 3 0,4 3-3 16,-1-4 3-16,5 2-1 0,-1-2 4 15,3 2-7-15,-1 2 7 0,4-3-5 0,-5 0-4 16,3 3 8-16,2-1-2 0,0-1-4 0,23 3 2 15,-30-3 1-15,2-1 2 0,3 0 5 0,3 0 1 0,23 5 2 16,-26-5 0-16,3 0-5 0,23 2-3 0,-27-3 5 16,5 0 1-16,-3 0-6 0,-1 3 5 15,1 0-4-15,-2-2 0 0,26-1 0 0,-29 2-4 16,1 0 6-16,2-2 1 0,1 2 1 0,1-1-3 0,26 2 1 16,-32-1-3-16,1 1 2 0,-2-2 4 15,2 0-4-15,-3-2 4 0,-2 0-6 0,-2-1-2 16,-2 2 3-16,-12 0-3 0,-1-3-1 0,15-1 2 15,-15-2-3-15,-3 3 0 0,-2-1 2 0,0 2-6 0,-4-1 3 16,-8 0 3-16,-1 2 8 0,-3-3 2 0,-4 1-2 16,-4 1 8-16,0 1-4 0,-3-2 3 15,1 0-1-15,-7 3-4 0,8-1 4 0,-8 1-6 0,8-5-3 16,-8 5-3-16,0 0-1 0,6-2-6 0,-6 2-2 16,0 0-2-16,0 0-10 0,0 0-6 0,0 0-6 15,0 0-7-15,0 0-20 0,9 7-16 0,-9-7-16 16,0 0-8-16,-1 10-23 0,1-10-30 0,2 8-23 15,-2-8-100-15,2 8-285 0,-2-8 127 0</inkml:trace>
  <inkml:trace contextRef="#ctx0" brushRef="#br0" timeOffset="67067.11">25185 9193 95 0,'-9'-2'112'0,"9"2"-7"0,-9-2-15 0,9 2 3 16,-9-4 3-16,9 4-4 0,-4-3-3 0,4 3 1 15,0 0-5-15,-9-4-4 0,9 4-12 0,0 0-5 16,0 0-9-16,0 0-2 0,0 0-7 0,42 3 0 15,-7-1-8-15,20 1 0 0,6 2 3 0,32 1-6 16,-3-2-4-16,6 3-1 0,-6-1-7 0,2-1 1 0,-29-1-1 16,2-1-3-16,2 2-3 0,-2-1-1 0,0-3-1 15,-2-4 4-15,-7 5-3 0,0-1-1 16,-6 2 1-16,-12-3-1 0,-2 2 0 0,-5-2-7 16,1 1 5-16,-12-1-3 0,2 0 5 0,-4-1 3 0,-5 2 2 15,-1 1-2-15,-5-2 1 0,-1 0-1 0,-6 0 6 16,14-2-2-16,-14 2-2 0,0 0 0 0,11 0-1 15,-11 0-7-15,0 0 2 0,0 0-3 0,0 0-1 16,0 0-1-16,0 0 1 0,0 0-1 0,0 0-17 16,0 0-18-16,0 0-16 0,0 0-6 0,0 0-8 15,0 0-40-15,-6 12-34 0,6-12-37 0,0 0-92 16,-2 14-282-16,4-9 125 0</inkml:trace>
  <inkml:trace contextRef="#ctx0" brushRef="#br0" timeOffset="67330.92">27716 9236 96 0,'7'-3'157'0,"-7"3"-11"0,9-4-11 0,-1 3-14 0,3-1-16 16,-1-1-15-16,4 2-4 0,4-2-7 16,0-1-8-16,5 2-8 0,-6 3-5 0,5-4-10 15,6 3-5-15,-6 0-34 0,8 0-14 0,-1-1-24 16,-8 2-25-16,2 1-19 0,-2-2-34 0,-3 0-67 0,0 1-187 16,-5-1 83-16</inkml:trace>
  <inkml:trace contextRef="#ctx0" brushRef="#br0" timeOffset="68399.7">5542 9955 67 0,'0'0'117'0,"-5"-4"-14"16,5 4-3-16,0 0-9 0,-8-4-3 15,8 4-8-15,0 0-8 0,0 0-2 0,-7-2-11 0,7 2-3 16,0 0-5-16,0 0-3 0,0 0-11 16,0 0-9-16,0 0 6 0,0 0-2 0,0 0-13 0,0 0 6 15,0 0-4-15,0 0-6 0,0 0-4 0,0 0 9 16,0 0 8-16,39 5-3 0,-19-4-5 0,10-1 0 15,5 1 6-15,16 2-3 0,5 1 0 0,4-3-2 16,5 1-1-16,26-2-1 0,0 5-4 0,-26-1 1 16,30-4-4-16,-30 0-6 0,27 0 0 0,-27 3 9 15,31 1-13-15,-4 0 8 0,-27 0 13 0,27-5-15 16,-26 6-2-16,29-7-4 0,-35 4 5 0,4-2-1 16,-3 0-19-16,-4-2 17 0,0 2-2 0,-3-3 0 15,-16-1-12-15,2 0 17 0,-2 1-7 0,-2 0-2 16,-3-1-6-16,-4 2-3 0,-7-1-11 0,-3 1-11 15,-1 1-22-15,-6 1-19 0,-1-1-21 0,-3 1-18 16,-8 0-84-16,9 1-214 0,-9-1 94 0</inkml:trace>
  <inkml:trace contextRef="#ctx0" brushRef="#br0" timeOffset="70432.78">15928 7561 5 0,'-7'2'50'0,"7"-2"-18"0,0 0-14 0,0 0-27 15,0 0-7-15,-4 7-18 0,4-7 8 0</inkml:trace>
  <inkml:trace contextRef="#ctx0" brushRef="#br0" timeOffset="70706.14">17534 7542 39 0,'0'0'108'0,"0"0"-3"0,0 0-14 16,0 0-4-16,0 0-13 0,0 0-4 0,0 0-8 15,0 0-5-15,0 0-18 0,0 0-22 0,0 0-26 16,0 0-16-16,0 0-26 0,0 0-60 16,7 2-120-16,-7-2 53 0</inkml:trace>
  <inkml:trace contextRef="#ctx0" brushRef="#br0" timeOffset="71000.84">18892 7570 8 0,'0'0'161'16,"0"0"-7"-16,0 0 7 0,8 3-8 0,-8-3 0 16,0 0-15-16,0 0-8 0,0 0-9 0,0 0-8 15,0 0-13-15,0 0-8 0,0 0-7 0,6 3-8 16,-6-3-4-16,0 0-6 0,0 0-11 0,0 0-6 16,0 0-5-16,0 0-6 0,0 0-3 0,0 0-25 15,0 0-23-15,0 0-16 0,0 0-30 0,0 0-34 16,0 0-22-16,0 0-22 0,0 0-129 0,0 0-285 0,0 0 127 15</inkml:trace>
</inkml:ink>
</file>

<file path=ppt/ink/ink41.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1-01-27T03:48:39.663"/>
    </inkml:context>
    <inkml:brush xml:id="br0">
      <inkml:brushProperty name="width" value="0.05292" units="cm"/>
      <inkml:brushProperty name="height" value="0.05292" units="cm"/>
      <inkml:brushProperty name="color" value="#FF0000"/>
    </inkml:brush>
  </inkml:definitions>
  <inkml:trace contextRef="#ctx0" brushRef="#br0">22751 5156 42 0,'0'0'128'15,"0"0"-2"-15,-8-1 0 0,8 1-5 0,0 0-5 16,0 0-7-16,0 0-2 0,0 0 6 0,0 0-12 16,0 0 0-16,-7-4-6 0,7 4-6 0,0 0-4 15,0 0-7-15,0 0-1 0,0 0-11 0,0 0 0 16,0 0-8-16,0 0-6 0,0 0-8 0,0 0-2 15,0 0-5-15,0 0-7 0,0 0-2 0,0 0-3 16,0 0-2-16,0 0-3 0,0 0-5 0,0 0 2 16,32 6-4-16,-19-3 2 0,5-4-3 0,10 3 2 15,-1-3-3-15,5 2 1 0,0-2-5 0,-2 0 1 16,4-1-1-16,-2 2 3 0,0 0-21 0,-2 0 8 16,1-1 1-16,-3 0 1 0,-1-1 0 0,-6 4 0 15,-4-1 4-15,2 0 5 0,-2-1-4 0,-4 0 6 16,0 2 4-16,-2-1 0 0,-2-1-3 0,-9 0 2 15,11-1 4-15,-11 1 0 0,12 1 3 0,-12-1 6 16,5 3 6-16,-5-3 0 0,0 0 5 0,0 0 4 16,10-2 3-16,-10 2-1 0,0 0 0 0,0 0-2 15,0 0-4-15,0 0-4 0,0 0-2 0,0 0-4 16,0 0-3-16,0 0-5 0,0 0-3 0,0 0-15 16,0 0-26-16,0 0-24 0,0 0-28 0,0 0-50 15,0 0-36-15,0 0-49 0,0 0-160 0,0 0-403 16,0 0 178-16</inkml:trace>
  <inkml:trace contextRef="#ctx0" brushRef="#br0" timeOffset="789.91">26151 4373 22 0,'0'0'138'15,"0"0"-6"-15,0 0 3 0,0 0-8 0,0 0-6 16,0 0-6-16,0 0-7 0,0 0-11 0,0-9-8 16,0 9-11-16,0 0-9 0,0 0-8 0,0 0-6 0,0 0-6 15,0 0-5-15,0 0-3 0,0 0-1 16,0 0-4-16,0 0 0 0,4 25-3 0,-3-19-8 16,-1-6 2-16,4 14 0 0,-4-9 5 0,0 5-3 15,0-10 4-15,3 16 3 0,-1-9 1 0,-2 1-1 16,0 0 0-16,0-8-6 0,0 12 5 0,4-4-6 0,-4-2-3 15,0-6 0-15,0 11 0 0,0-11 0 0,2 8 0 16,1-3 4-16,-3-5-7 0,0 0 3 16,0 0-1-16,0 10 5 0,0-10 1 0,0 0-1 15,0 0 5-15,0 7 0 0,0-7 3 0,0 0 2 16,0 0 2-16,0 0 6 0,0 0-2 0,0 0-2 0,0 0-3 16,0 0-6-16,15-12-2 0,-7 3-4 0,7-4-6 15,10-6-2-15,4-5-10 0,15-2-7 16,4-6-18-16,8 0-8 0,22-15-21 0,1 4-19 15,7 2-21-15,-4 5-28 0,2-1-33 0,4 3-35 16,-28 11-193-16,-1 3-403 0,25-12 178 0</inkml:trace>
  <inkml:trace contextRef="#ctx0" brushRef="#br0" timeOffset="4161.64">25747 4950 53 0,'0'0'62'0,"0"0"3"0,0 0-12 15,0 0-12-15,0 0-4 0,0 0-2 0,0 0-2 16,0 0 5-16,0 0-10 0,0 0-8 0,0 0-1 15,0 0 2-15,0 0-4 0,0 0 4 0,0 0 3 16,0 0-11-16,0 0 0 0,0 0-2 0,0 0 1 16,0 0-3-16,0 0 8 0,0 0-6 0,0 0 0 15,0 0 5-15,0 0-3 0,0 0 3 0,0 0-7 16,0 0-2-16,0 0 5 0,0 0 0 0,0 0-4 16,0 0 3-16,0 0-5 0,0 0-2 0,0 0 4 15,0 0 2-15,0 0-4 0,0 0-3 0,0 0-4 16,0 0 1-16,0 0 3 0,0 0 1 0,0 0-5 15,0 0 5-15,0 0 5 0,0 0-12 0,0 0 10 16,0 0-1-16,0 0-6 0,0 0-3 0,0 0 6 16,0 0-6-16,0 0 12 0,0 0-16 0,0 0 9 15,0 0-6-15,0 0 3 0,0 0 5 0,0 0-6 16,0 0 2-16,0 0-3 0,0 0 4 0,0 0-1 16,0 0 2-16,0 0-3 0,0 0 1 0,0 0 5 15,0 0-8-15,0 0 6 0,0 0-2 0,0 0 10 16,0 0-11-16,0 0 3 0,0 0-7 0,0 0 6 15,0 0-1-15,0 0-9 0,0 0 16 0,0 0-10 16,0 0-1-16,0 0 3 0,0 0-3 0,0 0 0 16,0 0 2-16,0 0-3 0,0 0 4 0,0 0 0 15,0 0 0-15,0 0-1 0,0 0-1 0,0 0 7 16,0 0-5-16,0 0 5 0,0 0 3 0,0 0-5 16,0 0-5-16,0 0-4 0,0 0 6 0,0 7 0 15,0-7 2-15,0 0 3 0,0 0-2 0,0 0-6 16,0 0-2-16,0 0 3 0,0 0 3 0,0 0 1 15,0 0-4-15,0 0 2 0,4 7 11 0,-4-7-19 16,0 0 3-16,0 0 10 0,0 0-5 0,0 0-3 16,0 0 0-16,0 0 2 0,0 0 2 0,0 0-1 15,0 0 0-15,0 0-4 0,0 0 0 0,0 0 7 16,0 0-3-16,0 7 1 0,0-7 1 0,0 0 12 16,0 0-20-16,0 0 2 0,0 0 2 0,0 0 7 15,0 0-10-15,0 0-6 0,0 0 4 0,0 0 1 16,0 0-4-16,0 0-8 0,0 0-4 0,0 0-7 15,0 0-14-15,0 0-6 0,0 0-9 0,-2 12-40 16,2-12-107-16,0 0 48 0</inkml:trace>
  <inkml:trace contextRef="#ctx0" brushRef="#br0" timeOffset="15682.28">16827 8556 19 0,'0'0'23'0,"0"0"1"16,-3-8-4-16,3 8-8 0,0 0 4 15,0 0-7-15,0 0-3 0,0 0-2 0,0 0 1 16,0 0-5-16,0 0-2 0,0 0 0 0,0 0-2 0,0 0-3 15,0 0-1-15,0 0-2 0,0 0 5 16,0 0 0-16,0 0-12 0,0 0-16 0,0 0 58 16,0 0-28-16,0 0-9 0,0 0-12 0,0 0 6 15</inkml:trace>
  <inkml:trace contextRef="#ctx0" brushRef="#br0" timeOffset="16172.6">16824 8548 5 0,'0'0'14'0,"0"0"1"0,0 0-3 0,0 0 4 15,0 0-2-15,0 0 0 0,0 0 0 0,0 0 3 16,0 0 2-16,0 0 7 0,0 0-9 0,0 0 8 16,-6-3-1-16,6 3 0 0,0 0 5 15,0 0-5-15,0 0 0 0,0 0 3 0,0 0 3 0,0 0-8 16,0 0 1-16,0 0-1 0,0 0-3 0,0 0 3 16,0 0-4-16,0 0-6 0,0 0 6 0,0 0-1 15,0 0 0-15,0 0 4 0,0 0-5 0,0 0-3 16,0 0-2-16,0 0 4 0,0 0-7 0,0 0 3 15,0 0 1-15,0 0-10 0,0 0 3 0,0 0 5 16,0 0-6-16,0 0-4 0,0 0 1 0,0 0 2 16,0 0-4-16,0 0 11 0,0 0-12 0,0 0 3 15,0 0 2-15,0 0-2 0,0 0 4 0,0 0-5 16,0 0 0-16,0 0 3 0,0 0-5 0,0 0 1 16,0 0 8-16,0 0-2 0,0 0 3 0,0 0 3 15,0 0 0-15,0 0-2 0,0 0-1 0,0 0 0 16,0 0 0-16,0 0-3 0,4 25-2 0,-4-25-2 15,0 0 5-15,0 8-3 0,0-8-2 0,0 0 2 16,1 9 4-16,-1-9-2 0,0 0 4 0,0 0 0 16,1 8-7-16,-1-8 1 0,0 0 0 0,0 0 1 15,3 5-1-15,-3-5 1 0,0 0 2 0,0 0-4 0,0 0-1 16,0 0 7-16,0 0-2 0,5 6-6 16,-5-6 5-16,0 0-7 0,0 0 6 0,6 3-1 15,-6-3 5-15,0 0-5 0,0 0-2 0,0 0-2 16,0 0-11-16,13-3 14 0,-13 3-4 0,16-9 9 15,-1-1-15-15,2 0-3 0,12-6-11 0,-1-3-1 16,13-8-15-16,1-1-21 0,2-1-67 0,1-1-136 0,5 1 61 16</inkml:trace>
  <inkml:trace contextRef="#ctx0" brushRef="#br0" timeOffset="16839.16">17071 7957 33 0,'0'0'56'0,"0"0"-9"0,0 0 3 0,0 0-3 0,0 0-13 16,0 0 4-16,0 0-5 0,4 24 0 0,-4-24-5 15,-2 11-2-15,2-11 0 0,-1 12-4 0,1-5 9 16,0-7-12-16,-1 13 9 0,1-13-5 0,0 11-3 16,0-4 5-16,0-7-8 0,0 10 0 0,0-10 2 15,0 9-4-15,0-9 4 0,0 0 1 0,0 10-8 16,0-10 2-16,0 0 5 0,-1 8 1 0,1-8-1 15,0 0-2-15,0 0 5 0,2 7 7 0,-2-7-9 16,0 0 5-16,0 0-8 0,0 0-7 0,0 0 8 16,0 0-2-16,23-12 5 0,-8 2-8 0,9-4-7 15,5-5-14-15,14-10-21 0,3 0-11 0,4-3-16 16,1-1-23-16,27-8-57 0,-26 10-146 0,0 1 64 16</inkml:trace>
  <inkml:trace contextRef="#ctx0" brushRef="#br0" timeOffset="44897.7">19634 9731 12 0,'0'0'38'0,"0"0"-1"16,0 0-6-16,0 0 0 0,0 0-6 0,0 0 3 15,-23-5-10-15,23 5 0 0,-11 0-8 0,11 0 6 16,-12 3-2-16,12-3 1 0,-11 2-4 0,5-1 2 15,6-1-7-15,-11 1 0 0,11-1 1 0,-7 3-6 16,7-3 9-16,-8 1-4 0,8-1 2 0,0 0 1 16,-9 2 0-16,9-2-4 0,0 0 1 0,0 0-4 15,-6 3 0-15,6-3 9 0,0 0-2 0,0 0 10 16,0 0 2-16,0 0 3 0,0 0 6 0,0 0 2 16,0 0-1-16,0 0-3 0,0 0 0 0,0 0-5 15,0 0 3-15,0 0-13 0,-8 3 6 0,8-3-7 0,0 0 5 16,0 0-8-16,0 0-1 0,0 0-10 15,0 0 13-15,0 0 0 0,0 0 3 0,-6 4-10 16,6-4 0-16,0 0 2 0,0 0 3 0,-4 7 2 0,4-7-8 16,0 0 4-16,-4 8-12 0,4-8 5 0,0 0 3 15,-4 4-2-15,4-4 1 0,0 0-1 0,-2 6 7 16,2-6-8-16,0 0 8 0,0 0-13 0,-4 7 1 16,4-7 10-16,0 0-6 0,0 0 3 0,0 0 3 15,0 0-3-15,0 0 5 0,0 0-11 0,0 0-2 16,0 0 10-16,0 0-5 0,0 0 3 0,0 0 1 15,0 0 11-15,0 0 1 0,7 9 5 0,-7-9-12 16,12 2 6-16,-4 0 5 0,2-2-11 0,1 2 3 16,1-1-3-16,-2-1 2 0,3 2-1 0,0-2-4 15,2 1 6-15,2-1-3 0,2 0 7 16,-1 1 4-16,1 1-13 0,1-2 9 0,-1 0-2 0,2 0 5 16,0 1 1-16,1-1-2 0,6 2-3 0,1-1-2 15,-1-2-3-15,-7 1 1 0,9 1 6 0,-9 0-3 16,8 0-2-16,-1 0 3 0,-7-1-7 0,1 3-1 15,-1-3 4-15,-1 0-5 0,3 0-5 0,-1 1 5 16,0 0-1-16,-2 1 6 0,2 0-5 0,7-2-2 16,-7 0 1-16,0 1 4 0,-1-1-5 0,0 2-1 15,-1-4-1-15,2 5 1 0,-3-1 2 0,1-2-6 0,1 1 1 16,-2 0-10-16,2 0 17 0,0 0-6 0,0-1 0 16,0 3 5-16,0-3 0 0,-3 1-6 15,1-1 2-15,0 3 4 0,-1-2-4 0,2 1 1 0,1-2-2 16,-3 1 6-16,2 1-6 0,0-2 3 0,1 2-3 15,1-2 1-15,-3 1 0 0,2-1 1 0,-1 0-3 16,0 0-2-16,2 1 6 0,-2-2-2 16,1 2 5-16,-1-1 0 0,1 1-4 0,1-2 1 0,-3 1-1 15,0 1-1-15,0-1 14 0,2-1-10 0,-1-1-11 16,-2 3-3-16,1-1 8 0,-1 1 5 0,0-1-6 16,1 1 8-16,-2 1-9 0,-3-2 2 0,-1 0-3 15,-1 0-2-15,4 1 7 0,-3 0 3 0,0-1-2 16,0 0-3-16,2 3-1 0,-2-3 5 0,0 1-6 15,0 0 2-15,0-1-1 0,1 0 0 0,-3 0 5 16,1 2-3-16,-1-2 1 0,1 0-3 0,0 0 0 0,0 0 0 16,1 0-3-16,-6 0-1 0,4 0 8 15,-1 0 0-15,3 0-5 0,-2 0-4 0,2 0 6 16,-1 1 5-16,-1-1 2 0,2 0-8 0,0-1 4 16,4 2-1-16,0-1-1 0,-3 0 5 0,0 2-4 15,0-2 1-15,3 0-2 0,-4 0-2 0,-2 2 0 16,-1-1 2-16,3 0-6 0,-3-1 4 0,2 2 1 15,1-2 0-15,-3 0-2 0,4 1-5 0,0 0 11 0,0-1-2 16,-1 2 1-16,0-2-3 0,5 0 4 16,-4 0-3-16,6 0 1 0,-1 0-3 0,-6 0-3 0,5 0 0 15,-1 0 1-15,0 0 3 0,4 2 4 16,-2-2-3-16,1 0-1 0,0 0 4 0,-1-2-1 0,0 2 1 16,0 0 0-16,2 0 1 0,-2 0-3 0,-3-2-2 15,3 1 12-15,-2 0-13 0,1 1-6 16,-1-2 7-16,1 1-9 0,1 0 6 0,-3 2 3 0,2-4 3 15,0 3 2-15,1-3-10 0,-2 1 10 0,2 1-1 16,-1 0-7-16,-1-2 4 0,0 2-1 0,-2 1-2 16,2-3 3-16,1 2 2 0,0 0-3 0,-4 1-3 15,0-1 3-15,3 1 1 0,-2-2 0 0,1 2 2 16,-1 0-1-16,3 0-3 0,-2-2 4 0,2 1-2 16,-5 1 1-16,5-2-8 0,0 2 3 0,0 0 0 15,-5 0 8-15,1 0-6 0,-2 0 3 0,6-1 1 16,-1 1-3-16,1 0 0 0,0-1 2 0,2 1 0 15,-2-3-1-15,-5 3-2 0,5-3 5 0,-4 3-4 16,4 0 0-16,-6-1 3 0,6 1 3 0,-1-1-11 16,1 1 9-16,-5 1-4 0,1-2 3 0,-2 1-4 0,1-1 0 15,1 1 0-15,-1 1 3 0,1-1-1 16,-1 0 3-16,0 1-2 0,-1-1 3 0,1 0-1 16,1 1 0-16,3-1-2 0,-2 0 0 0,-2 0-3 0,1 0 2 15,-1 2 0-15,1-1-2 0,-1-2-4 0,6 1 13 16,-2 0-10-16,0 0 1 0,-1 1 0 15,3-1 1-15,-5 1 9 0,4-1-12 0,0 0 2 16,-2 2 1-16,-2-2-2 0,-2 1 4 0,1-1 2 0,6 0-2 16,-6 0-2-16,2 0 1 0,-2 1-1 0,1-1 2 15,-1 0-4-15,2 0 1 0,2 0 0 0,-3 0 2 16,-3 0 1-16,2 2-5 0,0-2 5 0,-2 0-5 16,1 0 4-16,-3 0 1 0,1 0-6 0,-1 0 6 15,-9 0-1-15,13 1-2 0,-13-1-2 0,11-1 3 16,-11 1 4-16,10 0-6 0,-10 0 4 15,0 0 6-15,11 0 4 0,-11 0 2 0,0 0 4 0,7 0-2 16,-7 0 7-16,0 0 3 0,0 0-2 0,0 0-1 16,0 0 2-16,9-3-8 0,-9 3 1 0,0 0-2 15,0 0 0-15,0 0-2 0,4-5 1 0,-4 5-6 16,0 0 1-16,0 0-3 0,0 0 0 0,0 0 4 16,0 0-4-16,5-6-1 0,-5 6-1 0,0 0-5 15,0 0-15-15,0 0-9 0,0 0-19 0,0 0-13 16,0 0-19-16,0 0-13 0,0 0-24 0,0 0-13 15,0 0-106-15,0 0-248 0,0 0 110 0</inkml:trace>
  <inkml:trace contextRef="#ctx0" brushRef="#br0" timeOffset="46623.9">24556 9810 6 0,'0'0'19'0,"-15"-3"-4"16,7 2 7-16,8 1 8 0,-15-3-4 0,7 3-1 16,0-2-1-16,8 2-5 0,-15-5-3 0,8 3 11 15,-4 0-2-15,2 0-6 0,2-1-5 0,7 3 9 16,-18-3-7-16,11 2 4 0,7 1 2 0,-13-2 4 16,13 2-8-16,-14-3 3 0,7 2 0 0,7 1-5 15,-13-3-4-15,2 2 1 0,4 0-1 0,-2 0 8 16,-1-1-1-16,10 2 0 0,-15-2 0 0,7 0-3 15,-1 2 4-15,9 0-5 0,-12-3-2 0,12 3 4 16,-10-2 1-16,10 2 4 0,-11-2 0 0,11 2-9 16,0 0 3-16,-7-3-1 0,7 3 4 0,0 0-3 15,0 0 7-15,-7-1-4 0,7 1 1 0,0 0-5 16,0 0 1-16,0 0 0 0,0 0-3 0,0 0-2 16,0 0-4-16,0 0-4 0,0 0 7 0,0 0-2 15,0 0 4-15,26 0 2 0,-14 1 0 0,2 0 0 16,3 1-4-16,0-2-1 0,0 0 7 0,1 2-10 0,-2-2 2 15,3 1 8-15,0 0-8 0,-3-1-2 16,1 0 6-16,2 0-4 0,2 0-2 0,-1 2-2 16,-1-1 1-16,3-1 3 0,1 0-2 0,-4 0-1 15,3 2-6-15,0-2 8 0,-1 0 4 0,6 1-11 0,-4 0 7 16,4 2-1-16,-4-2 3 0,6 1-5 0,-2 0-2 16,2 0 2-16,0 0 1 0,-4 0 0 0,-2 0 0 15,4-1-6-15,-6 0 10 0,7-1-4 0,-7 2 5 16,1-1-4-16,-1 0 0 0,2 0-2 0,5-1-2 15,-8 2 3-15,2-2-2 0,-2 0-1 0,3 0 10 16,-5 0-11-16,4 0 3 0,1-2 1 0,2 2-3 16,-4-1 3-16,2 1-1 0,0 1-3 0,-4-1 5 15,2 2-3-15,0-4 3 0,2 4 0 0,3-2 0 16,-6 0 4-16,3-2-4 0,-2 1 5 0,2 0 3 16,-2 0-2-16,0 1-4 0,0-2 0 0,8 0 1 15,-6 2-2-15,4-1-1 0,-6-1 1 0,1 1 3 16,0 1-7-16,-1-2 8 0,0 2-5 0,-2-2 4 15,0 2-5-15,2-2-3 0,-2 2 6 0,1 0 2 16,-3-1 0-16,2 1-4 0,-2-1-1 0,2 0-2 16,-4 0 1-16,3 1 1 0,-5 0-1 0,5-2 0 15,1 1-1-15,-6 1 1 0,6-1 2 0,-4-1-3 16,7 2 4-16,-4-1-3 0,0-1 6 0,5 0-6 0,-4 0-1 16,4 2-2-16,-2-2 2 0,-4 0 5 15,4-2-10-15,-1 3-2 0,0-2 6 0,0 0 1 16,-1 1-2-16,0 0 3 0,0-1 1 0,-2 0-7 15,3 2-3-15,1 0 4 0,-3-1 0 0,2 2 1 0,1-1-8 16,0-1 12-16,0 0-2 0,-1 1-4 16,0 1 2-16,1-1 3 0,1-1-2 0,-4 2 3 15,2 0-1-15,-7 0-1 0,6-1-1 0,-1 2 0 0,-1-1-6 16,-2 0 8-16,-2 2-4 0,5-1-1 0,-1-1-1 16,0 0 2-16,-4 0-1 0,-3 1 3 0,4-1-2 15,-3 0 4-15,1 0-9 0,1 0 7 0,1 0-1 16,-3 0 0-16,2 0-3 0,1-1-2 0,-1 1 1 15,1 0 8-15,3 1-2 0,0-1-1 0,-4 2-8 16,3-2 10-16,-5 0-11 0,2 2 5 0,1-1 2 16,-1 1 0-16,1-1-6 0,-1 2 11 0,1 1-3 15,4-1 3-15,-4 0-2 0,3 1 1 0,3 1 0 16,-1-1 2-16,-2-1-4 0,2 1 2 0,0-1 0 16,0 1-2-16,4-1-6 0,-2 0 8 0,-1 0-1 15,1-1-4-15,8 1 8 0,-9 0-6 0,-1-1 2 16,3 1-7-16,-3-1 10 0,3-2-4 0,0 3-2 15,-2-2 5-15,2-2-5 0,-3 1-2 0,0-2-1 16,-1 4-3-16,0-2 5 0,-4 0 4 0,-3 1 0 16,1 0-3-16,-4-1 1 0,1 2 7 0,-2-2-7 0,-7 0 0 15,14 0 5-15,-7 1-5 0,-7-1-2 16,10 3 0-16,-4-2 5 0,-6-1-5 0,8 5-6 16,-8-5-22-16,6 5-19 0,-6-5-6 0,3 4-8 15,-3-4-18-15,0 0-24 0,-6 13-96 0,-5-9-217 0,-3 1 96 16</inkml:trace>
  <inkml:trace contextRef="#ctx0" brushRef="#br0" timeOffset="66337.73">24847 5070 22 0,'-7'-1'37'0,"7"1"-2"0,0 0-3 0,0 0 8 16,0 0-4-16,0 0-2 0,0 0-1 0,0 0-6 15,0 0 2-15,0 0-6 0,0 0 1 0,0 0-6 16,0 0 0-16,24 0 1 0,-2 0 0 0,12 1 0 16,4-1-9-16,19 2-4 0,1-1 3 15,1 0-1-15,3-2 5 0,-7 1-2 0,1 1 3 0,-3-2-6 16,-12 0-2-16,-5 1 5 0,1-2-4 0,-3 2-3 15,-2 0 0-15,-3-1-2 0,-7-1 4 0,-1 2-1 16,-4-1 5-16,2 0-7 0,-8 1-3 16,0-1 6-16,-2 1-1 0,-2-1-13 0,-7 1-6 15,11-2-14-15,-11 2-1 0,0 0-4 0,9 0-7 0,-9 0-2 16,0 0-29-16,0 0-74 0,0 0 32 0</inkml:trace>
  <inkml:trace contextRef="#ctx0" brushRef="#br0" timeOffset="67092.7">20616 9671 61 0,'0'0'54'0,"0"0"-11"0,0 0-9 0,0 0-10 15,0 0-1-15,0 0-5 0,0 0-12 16,20 8-18-16,-20-8-11 0,12 7-15 0,-5-3-42 0,3-1 19 16</inkml:trace>
  <inkml:trace contextRef="#ctx0" brushRef="#br0" timeOffset="67436.98">22978 9631 51 0,'0'0'78'0,"0"0"-8"0,6-3-4 15,-6 3-9-15,0 0-3 0,0 0-8 0,0 0-11 16,0 0-14-16,0 0-12 0,0 0-13 0,0 0-23 16,1 12-18-16,-1-12-24 0,0 0-74 0,0 0 32 15</inkml:trace>
  <inkml:trace contextRef="#ctx0" brushRef="#br0" timeOffset="68403.5">25985 9542 38 0,'0'0'83'0,"0"0"-1"16,0 0-5-16,0 0 4 0,0 0-9 0,0 0-3 16,0 0-20-16,0 0 4 0,0 0-10 0,0 0 2 15,0 0-11-15,0 0-8 0,0 0-10 0,0 0-7 0,0 0-12 16,0 0-3-16,0 0-29 0,0 0-6 0,34 5-9 15,-26-1-57-15,3 1-117 0,1-2 52 0</inkml:trace>
  <inkml:trace contextRef="#ctx0" brushRef="#br0" timeOffset="68646.45">27780 9750 106 0,'0'0'114'0,"0"0"-5"0,0 0-3 0,0 0-14 15,0 0-15-15,0 0-17 0,0 0-14 0,0 0-24 16,0 0-25-16,0 0-24 0,0 0-37 0,0 0-43 15,0 0-115-15,-36 3 51 0</inkml:trace>
  <inkml:trace contextRef="#ctx0" brushRef="#br0" timeOffset="87029.99">21258 9051 39 0,'0'0'84'0,"0"0"-6"0,0 0-9 0,0 0 10 16,0 0-16-16,0 0-2 0,0 0-8 0,0 0-3 0,0 0-4 16,0 0-6-16,0 0-2 0,0 0-9 0,0 0 7 15,0 0-12-15,0 0-1 0,0 0-2 16,0 0-4-16,0 0 0 0,0 0-4 0,-17-6-7 0,17 6 3 16,0 0-3-16,-11 2-2 0,11-2 3 0,-10 3-3 15,10-3 0-15,-15 4 7 0,6-4-8 0,0 1 5 16,-2 2 3-16,-2-2-16 0,1-1 8 0,0 2-3 15,0 0 3-15,-2 0 5 0,-2 1-2 0,-2 0-3 16,0-3-3-16,0 0 8 0,1 1-14 0,2-1 7 16,-2 0 2-16,-2-1-3 0,2 1 3 0,0 0 2 15,-1-2-7-15,0 4-1 0,-1-2 2 0,2-2 4 16,-1 0-4-16,0 2 7 0,4 0-3 0,1-2-4 16,-1 2-3-16,1 0 11 0,1-2-3 0,0 2-1 15,2 1-3-15,-3-4 4 0,3 5-7 0,10-2 12 16,-14 0-3-16,6 1 3 0,8-1 2 0,-9 1 0 15,9-1-12-15,0 0-5 0,-12 0 7 0,12 0 3 16,0 0-2-16,0 0 1 0,-9 0-8 0,9 0 5 16,0 0 5-16,0 0-1 0,0 0-13 0,0 0 18 15,0 0-2-15,0 0-1 0,0 0-1 0,26 9 0 16,-13-7 8-16,8 0 4 0,2-2-6 0,5 1-4 16,4-1 3-16,1 0 2 0,0-2-4 0,3 1-1 15,2-1 2-15,-1 2 0 0,13-2 4 0,3 1-6 0,-15 1 1 16,14-4 2-16,-12 0 0 0,15 1-8 0,-3 1 8 15,-2-2 0-15,-10 2-6 0,-1 0-1 16,0-2-2-16,12 1 4 0,-15 3 1 0,2-2-12 0,-1-1 9 16,3 0 4-16,-2 0-5 0,-1 2 0 0,-1-2-5 15,1 3 8-15,-1-2 3 0,-1 2 2 0,0-2-4 16,0 1 1-16,-3 1 2 0,1 0-1 0,0 0 6 16,-1 0 0-16,-1-1-2 0,1 0-3 0,0 1-5 15,0-2 2-15,-1 0 5 0,1 0-6 0,0 0 1 16,3-1 3-16,-5 0-1 0,2 0-1 0,0-2 0 15,1 3 3-15,-3-2-3 0,-1 1 0 0,-2 1 7 16,1 2 0-16,-6-2-1 0,6-1-7 0,-6 1 11 16,7-1-6-16,-9 2 0 0,1-2-6 0,0 0 4 15,-1 1-6-15,1 1 7 0,0-2-9 0,-1 3 11 16,0-2-4-16,-1 0-11 0,-1 2 11 0,2-1 1 16,1-3-3-16,-3 3 5 0,0-2 1 0,0 0-1 15,-1 0 3-15,-5 2 0 0,3-2-1 0,-2 3 2 0,0 0 2 16,-2-1-2-16,1-1 0 0,0 0-5 0,1 1 3 15,-2 0-2-15,1-2 4 0,-1 3-4 16,1 0-5-16,0-1 5 0,-2 1-1 0,2-2 2 16,-5 2 2-16,0-2-1 0,-7 2 2 0,12 0 8 0,-12 0 0 15,11-2 3-15,-11 2 2 0,9 0-6 0,-9 0-3 16,0 0 1-16,7-3-3 0,-7 3-2 0,0 0-1 16,0 0-1-16,0 0-2 0,10 0 1 0,-10 0-4 15,0 0 0-15,0 0-13 0,0 0-12 0,0 0-19 16,0 0-16-16,0 0-23 0,0 0-29 0,0 0-16 15,0 0-17-15,0 0-132 0,0 0-289 0,0 0 129 16</inkml:trace>
  <inkml:trace contextRef="#ctx0" brushRef="#br0" timeOffset="87347.9">23143 8707 89 0,'0'0'92'0,"0"0"2"0,0 0-1 0,-9 6-5 16,9-6-8-16,0 0-7 0,-2 6-1 0,2-6-10 15,0 0-5-15,-1 9 4 0,1-9-5 0,0 0 4 0,0 11 7 16,0-11-5-16,0 7 0 0,0-7-6 15,0 0 9-15,1 8-2 0,-1-8 6 0,0 0 7 16,0 0 3-16,0 0 0 0,0 0-3 0,11 1-5 16,-11-1-9-16,23-8-5 0,2-3-6 0,5-2-9 0,1 1-9 15,14-9-24-15,3 2-18 0,-1-2-31 16,-1 2-35-16,2-3-22 0,-3-3-47 0,-10 8-139 16,12-13-304-16,3-1 135 0</inkml:trace>
  <inkml:trace contextRef="#ctx0" brushRef="#br0" timeOffset="111681.93">20155 6580 115 0,'0'-10'134'0,"0"10"-12"0,0 0-4 15,0 0-2-15,-4-13-9 0,4 13 3 16,-5-7-19-16,1 3-4 0,4 4-1 0,-7-6 10 16,7 6-9-16,-10-5-7 0,10 5-12 0,-9-4-4 0,3 4-6 15,6 0-9-15,-18-2-3 0,8 2-8 0,-4 2-2 16,-3 3-2-16,-2 1-5 0,2 2-4 0,0-1 3 15,-2 3-7-15,2-1-2 0,0 1-5 16,2-1-3-16,4-1 5 0,0 2-7 0,3 1-1 0,3-1 0 16,1 1-1-16,2-1-2 0,2 0-1 0,0 2 1 15,2-2 0-15,5 0 2 0,-1 1 4 0,4-1-6 16,-1-1 2-16,5-1 2 0,3-1-5 0,-3 1-4 16,3-1 2-16,-6-1-2 0,2-5-1 0,-2 0 4 15,1 2-3-15,-2-1 4 0,0-1 2 0,-2-1-3 16,1 0 3-16,-9 0-1 0,11-1 0 0,-11 1 1 15,8-3-2-15,-8 3 6 0,9-2 3 0,-9 2 0 16,0 0 2-16,5-2-2 0,-5 2-5 16,0 0 0-16,0 0-2 0,0 0 5 0,0 0-5 0,-27 0 5 15,17 1-2-15,-8 3-2 0,-1 1 0 0,2 1-4 16,0 1 3-16,-1 0-1 0,2 1 0 0,2 1-5 16,0-4 6-16,1 5-4 0,3-3-2 0,3 3 0 15,0-2 2-15,2 2 1 0,1 0-3 0,2 1 4 16,0-3-1-16,1 3-2 0,2-1 4 0,3-1-2 15,3 1-11-15,-1-1-16 0,3-2-29 0,2 2-24 16,5-3-23-16,2-2-17 0,-3 1-24 0,5-4-25 16,0 1-92-16,-2-2-278 0,-4-2 124 0</inkml:trace>
  <inkml:trace contextRef="#ctx0" brushRef="#br0" timeOffset="112405.77">20189 6831 101 0,'0'0'138'0,"0"0"-29"0,3-4-13 0,-3 4-2 16,0 0-8-16,0 0 6 0,0 0 3 0,0 0-3 16,0 0-9-16,0 20-5 0,0-20-1 0,-2 16-4 15,1-7-3-15,-1 2 3 0,2-3-11 0,-2 1-3 16,2-9-6-16,-2 14 2 0,1-9-6 0,1-5 4 16,-2 12-2-16,2-12 12 0,-1 6 9 0,1-6 14 15,0 0 9-15,0 0-5 0,-3 5-11 0,3-5-4 16,0 0-6-16,0 0-3 0,0 0-2 0,-10-17-3 15,10 17-9-15,-3-10-4 0,3 10-4 0,3-19-8 16,-3 9 1-16,3-3-7 0,-1 3-5 0,2-3-7 16,0 0 3-16,-1 0-10 0,4 4-1 0,1-5-3 15,-3 4-2-15,3 1-3 0,-3 5 1 0,4-3-4 16,-3 4-2-16,0 2-1 0,-6 1 1 0,14-2-2 16,-9 7 0-16,1-1-4 0,0 5 3 0,2 0 1 15,-1 1 1-15,0 7 0 0,-1-4 1 0,-1 3-1 16,2-1 3-16,-5 0 1 0,3-1-2 0,-3-3 0 15,0 1 1-15,1-3 1 0,-2 1 1 0,-1-5 0 16,1 2 0-16,-1-7 1 0,0 9 2 0,0-9 1 16,3 6 4-16,-3-6 12 0,1 8 8 0,-1-8-2 15,0 0-3-15,0 0-4 0,0 0 1 0,0 0-3 0,0 0 0 16,0 0-2-16,7-25-7 0,-1 16-5 16,0-2-1-16,3-1-5 0,2-1-1 0,0 1-2 15,-1 1-1-15,-1 2-2 0,3 1 1 0,-3 0-2 16,0 2 0-16,-3 3-3 0,0-1 1 0,1 1-3 15,-7 3-5-15,7-3 5 0,-7 3-2 0,0 0 6 16,16 6-5-16,-13-1 6 0,3 0-1 0,-2 1 2 0,-1 0 0 16,1 2 0-16,1 2 1 0,0 0-2 15,0-2 4-15,1-1 1 0,-4 0 0 0,5 1 1 16,-4-4 1-16,4 3-2 0,-2-4 1 0,0 3 1 0,0-3-1 16,2-1-2-16,-2 1 4 0,-5-3-1 0,12 1 4 15,-1-4-2-15,-2 0 2 0,2-1 1 16,-2-4-1-16,1-1-2 0,2 1 1 0,-3-1 1 15,0 2 7-15,1-4 0 0,-4-1-1 0,1-2-2 16,-3 3-1-16,1-5 0 0,1 6-1 0,-4 1 0 0,1-2 6 16,0 1 1-16,-2 3 1 0,-1 7 7 0,0-11-1 15,0 11-2-15,2-9-3 0,-2 9-9 0,0 0 2 16,2-6-6-16,-2 6 0 0,0 0 1 16,0 0 1-16,0 0 0 0,-9 30-3 0,6-18 4 0,1 0-4 15,-1-1 2-15,1 5-2 0,2-5-13 0,-2 2-20 16,4 2-26-16,-2-2-36 0,3-2-47 0,0 2-42 15,2-4-50-15,-1 3-137 0,2-6-403 16,0-2 178-16</inkml:trace>
  <inkml:trace contextRef="#ctx0" brushRef="#br0" timeOffset="112578.92">20617 6661 42 0,'0'0'159'0,"-3"-7"-18"0,3 7-20 0,0 0-26 16,0 0-21-16,0 0-41 0,0 0-31 15,0 0-30-15,0 0-26 0,0 0-44 0,11 22-106 0,-3-19 47 16</inkml:trace>
  <inkml:trace contextRef="#ctx0" brushRef="#br0" timeOffset="112801.93">20806 6637 8 0,'4'-12'208'0,"-4"12"-5"0,1-7-6 0,-1 7-11 0,0 0-18 15,2-7-18-15,-2 7-16 0,0 0-13 0,0 0-11 16,0 0-3-16,0 0-2 0,4 21 4 0,-6-8 2 16,1 2-8-16,1 3-6 0,-4 0-10 15,0 6-6-15,1-3-7 0,-2-3-7 0,-1 0-6 16,4 1-9-16,-2 0 0 0,0 8-8 0,1-10-4 0,2 1-13 15,-1 0-27-15,0-3-41 0,-1-5-35 0,1 1-46 16,4 1-35-16,-4-4-45 0,2 0-149 16,0-8-380-16,-2 11 168 0</inkml:trace>
  <inkml:trace contextRef="#ctx0" brushRef="#br0" timeOffset="112964.99">20766 6773 137 0,'0'0'189'0,"1"-6"-19"0,-1 6-14 16,0 0-16-16,0 0-18 0,1-10-14 0,-1 10-11 16,0 0-4-16,0 0-11 0,13 0-24 0,-13 0-24 15,11 0-38-15,-11 0-30 0,19 2-31 0,-10-2-32 16,2 0-101-16,-1 2-214 0,-10-2 95 0</inkml:trace>
  <inkml:trace contextRef="#ctx0" brushRef="#br0" timeOffset="113149.47">20934 6647 144 0,'1'-11'190'0,"-1"11"-7"16,2-8-13-16,-2 8-13 0,1-5-19 0,-1 5-15 16,0 0-15-16,0 0-14 0,0 0-5 15,0 0 12-15,0 0 3 0,0 24-2 0,-1-8-3 0,-2 1 5 16,-1 2-17-16,-3 5-4 0,4-5-11 0,-1 2-6 16,-1 4-5-16,1-7-3 0,0 7-7 0,2-2-6 15,-1 1-2-15,0-5-15 0,1-1-29 0,1-1-38 16,-1-3-39-16,2 1-41 0,0-2-33 0,0-1-46 15,0-1-122-15,-2-2-344 0,2-9 152 0</inkml:trace>
  <inkml:trace contextRef="#ctx0" brushRef="#br0" timeOffset="113304.96">20826 6848 106 0,'0'0'87'0,"0"0"-18"0,0 0-19 0,0 0-20 16,0 0-21-16,0 0-19 0,14 15-22 0,-9-8-20 16,0 5-56-16,0 1 25 0</inkml:trace>
  <inkml:trace contextRef="#ctx0" brushRef="#br0" timeOffset="113745.21">20951 7059 82 0,'14'-4'139'0,"-5"-2"0"0,0-1-7 15,1 2-10-15,0-1-7 0,-1-4-5 0,4 0-6 16,-3-4-11-16,2 2-10 0,-2-1 0 0,-2 2-6 16,-1-3-5-16,0-1-7 0,-1 1-8 0,-4-1 1 15,2 4 6-15,0 0 4 0,-4 0-3 0,0-2 1 16,3 4 1-16,-4-1-3 0,-2 3 7 0,3 7-5 16,-4-9-7-16,1 2-8 0,3 7-8 0,-12-2-6 15,12 2 5-15,-14 4-12 0,2 2-2 0,3 2-4 16,-2 4-4-16,-2 2 0 0,3-1-3 0,1 3 2 15,-1-2-8-15,2 2 4 0,4-5-3 0,0 0-1 16,0 1-4-16,4-1 1 0,0 2 1 0,0-4 0 16,2 1-1-16,0-2-2 0,2 1 1 0,0-4 3 15,1 1-3-15,1-2 0 0,1 2 0 0,2-3 2 16,0 0-5-16,-2-2 4 0,1-1-1 0,-8 0 0 16,18-3 1-16,-9 2-2 0,1-5 2 0,-1 2-2 15,2-4 0-15,0 1-1 0,3-5-2 0,0 1 3 16,-1-2-4-16,1 0 1 0,-3-2-7 0,1 5-2 15,-3 0-1-15,0 1 2 0,-2 2-1 0,3-1-1 16,-2 2 0-16,-3 0 0 0,1 4-2 0,-6 2-3 16,8-2 1-16,-8 2 0 0,12 7 2 0,-8-2 3 15,0 4-1-15,-2 0 3 0,4 1 3 0,-3 2-3 16,-1-3 1-16,1 4 2 0,-2-2-4 0,1 2 5 16,-1 0-17-16,-2-3-28 0,1 2-42 0,2 1-49 15,-2-2-63-15,0 2-144 0,0-4-373 0,0-9 165 16</inkml:trace>
  <inkml:trace contextRef="#ctx0" brushRef="#br0" timeOffset="114023.24">21617 6720 109 0,'-3'-11'262'16,"-1"1"-10"-16,3 0-10 0,-3 1-9 0,2 3-17 15,-2 1-9-15,4 5-28 0,-4-8-19 0,4 8-17 0,0 0-14 16,0 0-17-16,0 0-11 0,-16 13-6 16,9 0-12-16,-3 10-2 0,1 5-7 0,0-2-8 15,0 3-6-15,0 5-1 0,2-1-3 0,-1-1-9 16,1 1 2-16,2-2-8 0,0 1-6 0,1-2 0 16,-1-1-5-16,0-1-2 0,2-3-15 0,1-6-5 0,1 2-14 15,-3-2-15-15,2-4-21 0,0 1-19 0,-1-3-27 16,2-2-41-16,-2-1-39 0,3-2-39 15,-1-2-208-15,1-6-447 0,-4 7 198 0</inkml:trace>
  <inkml:trace contextRef="#ctx0" brushRef="#br0" timeOffset="114443.33">21351 6932 155 0,'0'0'155'0,"14"-1"-8"0,-3 1-20 0,3-2-10 0,3 0-10 0,2 0-12 16,2 1-12-16,0-1-8 0,1 0-6 0,6 1-6 16,-6 0-2-16,0 1-8 0,-2 0-5 15,-1 0-10-15,-5 0-3 0,-1-2 0 0,0 1-1 16,-7 1 7-16,2-1 2 0,-8 1 2 0,13-2-2 0,-13 2-1 16,9 0-6-16,-9 0 3 0,0 0 2 0,9 2 6 15,-9-2 7-15,0 0 1 0,1 8-3 16,-1-8-5-16,1 5-6 0,-1-5-1 0,0 12-5 15,0-6-3-15,0-6 0 0,0 14-2 0,2-9-6 16,-1 3 1-16,1-2-4 0,5 2-2 0,-2-1 1 0,1-1-2 16,1-2-2-16,4-1-2 0,-1 2-1 0,3-3 2 15,1-1-2-15,4-2-1 0,1-1 0 16,0-3-1-16,-2-2 3 0,0 0-3 0,-1 1-2 16,-4-1 0-16,-3-2 10 0,0 0 4 0,0 1 2 0,-3-3-2 15,0-4 2-15,-3 3-3 0,-2 0-1 0,-1 0-5 16,-1-1 0-16,-2 2-5 0,-1 1 0 0,1 1-2 15,-6 3-2-15,0 1-5 0,1-1-4 16,-5 4-13-16,4 0-11 0,-2 2-15 0,-2 2-20 16,2 1-28-16,-1 3-40 0,3-1-36 0,2 2-42 0,-3 2-138 15,3-1-372-15,3-2 166 0</inkml:trace>
  <inkml:trace contextRef="#ctx0" brushRef="#br0" timeOffset="114677.57">22088 6732 166 0,'7'-10'256'0,"-1"3"-8"15,-4 1-3-15,1-1-5 0,0 2-14 0,-3 5-18 16,2-8-27-16,-2 8-20 0,3-6-21 0,-3 6-17 16,0 0-9-16,0 0-14 0,0 0-9 0,6 22-9 15,-6-6-5-15,-1 2-1 0,1 0-6 0,-3 6-9 16,2 1-1-16,0 1-10 0,-2 1-7 15,-1-1-19-15,3-1-19 0,0-6-23 0,-1-2-23 0,2 0-39 16,-1 1-49-16,0-3-47 0,1-5-56 0,-3 2-164 16,1-5-428-16,2-7 190 0</inkml:trace>
  <inkml:trace contextRef="#ctx0" brushRef="#br0" timeOffset="114891.67">22334 6637 120 0,'4'-5'228'0,"-4"5"-27"0,3-7-22 16,-3 7-14-16,0 0-2 0,0 0-2 15,0 0-7-15,0 0-2 0,0 25-10 0,-2-10-8 0,-2 2-15 16,3 3-8-16,-2-2-12 0,0 1-6 0,3 5-14 16,0-5-3-16,-1 6-6 0,2-1-8 0,1-4-14 15,-2 5-25-15,1-9-34 0,0 4-46 0,1-1-48 16,-2-4-49-16,1 0-56 0,-4-2-131 0,3-2-368 15,-2-4 163-15</inkml:trace>
  <inkml:trace contextRef="#ctx0" brushRef="#br0" timeOffset="115164.84">22498 6878 84 0,'0'5'135'15,"0"-5"-18"-15,2 13-6 0,0-9-13 0,-2-4-2 16,5 10-14-16,-2-5-6 0,2-2-8 0,-1 1-2 16,-4-4-6-16,8 5-2 0,-2-1 3 0,-6-4 12 15,10 1 2-15,-10-1 4 0,12-1 3 0,-5-5-2 16,-7 6-5-16,11-6 1 0,-8 1-7 0,3-2 0 16,-3 0-4-16,1-2-6 0,1 0-5 0,-2-1-2 15,-2 5-1-15,0-5-5 0,-1 10-5 0,-1-13-5 16,1 13-6-16,-1-9-11 0,1 9-21 0,-5-10-24 15,5 10-30-15,-10-2-36 0,10 2-29 0,-12 1-43 16,3 4-133-16,2-3-322 0,7-2 142 0</inkml:trace>
  <inkml:trace contextRef="#ctx0" brushRef="#br0" timeOffset="115629.72">22870 6802 140 0,'0'0'196'0,"7"-5"-17"0,-7 5-2 16,0 0-3-16,0 0-5 0,0 0-5 0,0 0-11 16,-2 18-10-16,2-18-17 0,-2 14-7 0,2-5-14 15,-1 1-9-15,1 2-10 0,0-2-7 0,1 2-10 16,1-2-7-16,1 0-3 0,2 0-7 0,-2-4-1 16,2 1-4-16,0 0-5 0,1-1-5 0,1-1 0 15,-1-2 1-15,1 0-9 0,1-2 2 0,0 0-6 16,1-1 1-16,-9 0-1 0,15-4-2 0,-6 0-1 15,-1 0-5-15,2-3 3 0,-1 2-5 0,-2 0 1 16,2-2-5-16,-4-1 1 0,2 1-7 0,-3 2 1 16,1-1-2-16,-5 6 3 0,5-4-10 0,-5 4-2 15,6-6-7-15,-6 6-2 0,0 0 3 0,0 0-2 16,0 0 3-16,0 0-1 0,7 12 6 0,-7-12 1 16,1 15-2-16,2-5 2 0,-2-4-3 0,2 1 1 15,-2 1 4-15,-1-8-2 0,5 9 3 0,-2-4 2 16,2 0 0-16,-1-1 0 0,-4-4 1 0,14 1 5 15,-14-1 5-15,14-4 13 0,-3 1-7 0,0-4 7 16,-1 2 10-16,0-3 3 0,-1-2 2 0,0 1-4 16,2-5 1-16,-2 1-4 0,0-3-5 0,-2 1-4 15,0 2 2-15,-2-4-4 0,1 0-4 0,0 0-5 0,-1 2-5 16,-2 4-6-16,0-2-13 0,-1 1-14 16,0 3-17-16,-2 4-20 0,0 5-39 0,-2-12-46 15,2 12-38-15,0 0-29 0,0 0-20 0,0 0-135 16,-21 12-398-16,12-2 177 0</inkml:trace>
  <inkml:trace contextRef="#ctx0" brushRef="#br0" timeOffset="116123.73">23347 6881 150 0,'5'-4'204'0,"0"-1"-8"0,3 0-6 0,-3-2-9 15,1 0-10-15,1 0-9 0,-2-1-12 16,3 1-11-16,-5-2-12 0,0 0-10 0,1-2-6 15,0 2-7-15,-4 2 0 0,2 0-8 0,-2 7 6 16,4-12-10-16,-3 8-8 0,-1 4-11 0,0-11-5 16,0 11-3-16,0-8-6 0,0 8-6 0,0 0-4 0,0 0-3 15,-3-9-8-15,3 9-2 0,0 0-6 0,-12 0 1 16,12 0-7-16,-16 7 0 0,6-1-3 16,1 0-2-16,-1 3 0 0,-1 1-2 0,0 3 2 15,1-4-5-15,3 2-3 0,0 3 0 0,3 1-3 0,-2 0-2 16,2 0 3-16,3-4 2 0,0 0-4 15,3-2 2-15,5 2-2 0,-2 0 3 0,2-4-1 16,4 3 1-16,0-3-1 0,3 4-1 0,3-5-1 16,0-4 1-16,2 2 4 0,0 0-4 0,1-4 0 15,-2 0-3-15,0-4-2 0,1 2 0 0,-2-2 3 0,-4-1 2 16,1-4 0-16,-3 3 1 0,-2-2-3 0,5-5 0 16,-8 1 2-16,3-3-3 0,-3 3-2 0,-1 1 0 15,2-4-3-15,0 0 3 0,-5 4-3 16,2-1 3-16,-3 1-3 0,2 0 3 0,1 3-1 0,-4 0-3 15,2 2 2-15,-2 6 1 0,5-12-2 0,-3 7-4 16,-2 5-5-16,2-4 1 0,-2 4-3 16,0 0-1-16,0 0 4 0,0 0-1 0,0 0-5 0,17 7 5 15,-13 1 1-15,-3 1 4 0,2 2-2 16,-1-1 2-16,3 5 0 0,-6 2 5 0,1-1-14 0,-1-2-16 16,-1 2-39-16,1 0-39 0,-3-4-56 0,4 1-54 15,-1-3-51-15,-1 1-144 0,-2-3-444 0,-3 0 197 16</inkml:trace>
  <inkml:trace contextRef="#ctx0" brushRef="#br0" timeOffset="117407.9">19958 7150 36 0,'-12'-3'111'16,"12"3"7"-16,-10-1-10 0,10 1 2 0,-13 0-4 15,13 0-10-15,-11 0-2 0,11 0 8 0,-16 0-4 16,10 1-6-16,6-1-3 0,-13 0-4 0,13 0-3 16,-10-1-5-16,10 1-2 0,-9 0-5 0,9 0-3 15,0 0-1-15,-10-1-3 0,10 1-1 0,0 0-7 16,0 0 0-16,-12 0-6 0,12 0 0 0,0 0-6 0,0 0-3 16,-9 2 13-16,9-2-5 0,0 0-6 0,0 0-4 15,0 0-2-15,0 0-4 0,-7 2-5 16,7-2-2-16,0 0-3 0,0 0-4 0,0 0 1 15,0 0-4-15,0 0 1 0,0 0 1 0,0 0-3 16,27 10 2-16,-8-9-3 0,2 0-1 0,9 2 0 0,3 0 3 16,3-5 7-16,16 2 0 0,1-1-1 0,-2 0 2 15,4-1 1-15,0 0 2 0,0-1-4 16,0 1-4-16,0 1-1 0,1-1 3 0,-6 2-4 16,3-4-1-16,0 3-3 0,0 1-1 0,0-1-2 0,1 1 4 15,-1-2-7-15,-2 2 4 0,3 0-2 0,1 0-2 16,-1 2 2-16,-3-2-2 0,1-2 1 15,-13 2 0-15,13-1 0 0,-14 1-1 0,3 3-3 16,-4-2 3-16,0-1-2 0,-2 0-1 0,-2 0 1 16,0 1 4-16,1-1-3 0,-1 0-1 0,2 0 4 0,4-1 1 15,-5 1-2-15,2-1 1 0,1 1 0 0,-2-2 2 16,4 2-1-16,-2-1 3 0,2 0-1 0,-5 0 1 16,1 1-2-16,0-2 1 0,0 2 2 0,-2-2 0 15,0 1-4-15,-2 1 1 0,1-3-2 16,-1 3 0-16,2-1-2 0,-1 1 2 0,1 0-4 0,2-3 3 15,2 2-2-15,1-1 1 0,-4 2-2 0,4 0 1 16,-4-2-2-16,1 2 3 0,-1 0-1 16,-2-2-1-16,4 3-4 0,-2-1 3 0,-3 0-3 0,-2 0 4 15,1-1 0-15,-2 1-1 0,0 0-2 0,3 0 2 16,-4 1 0-16,-6-1-1 0,6 0-1 0,-8 0 4 16,3 0-3-16,1-1 3 0,-1 2 0 0,-4-1-1 15,2 0 0-15,-2 0 4 0,2-1-1 0,1-1 3 16,-3 1-2-16,1 1-2 0,-1 0-1 0,1-1 1 15,-1 1-5-15,1-2 1 0,1 1 3 0,2 0-2 16,-1 1 0-16,7-1 0 0,-9 1-2 0,3 0 6 16,-2 0-4-16,3 0 2 0,-3 1 0 0,0-2 2 15,0 1-1-15,-1 0 0 0,-5 1-4 0,4-1-1 16,0 1 3-16,-4 0-1 0,-2-2-3 0,2 2 6 16,-1-1-5-16,1 0 3 0,-3 0 1 0,2 0-1 15,0 2 2-15,-2-2-4 0,0 0 1 0,-1 0 4 16,0 0-2-16,-10 0 3 0,14 0-1 0,-5 1-3 15,-9-1 0-15,11-1-1 0,-11 1-1 0,12 0 0 16,-12 0-1-16,11 0 0 0,-11 0 5 0,11 0-4 16,-11 0 0-16,11 1 1 0,-6 0-3 0,-5-1 3 15,8 2-3-15,-8-2 4 0,9 1-2 0,-9-1 1 16,11 0 0-16,-11 0-1 0,7 1 0 0,-7-1 2 16,7 2 1-16,-7-2 4 0,0 0-8 0,9 0 0 15,-9 0 1-15,0 0-5 0,0 0-17 0,0 0-12 16,0 0-22-16,0 0-21 0,0 0-30 0,0 0-41 15,0 0-52-15,0 0-43 0,0 0-201 0,0 0-477 16,0 0 211-16</inkml:trace>
  <inkml:trace contextRef="#ctx0" brushRef="#br0" timeOffset="163433.71">21258 6561 19 0,'0'0'34'0,"0"0"4"0,0 0-4 0,0 0-3 15,-3-7-2-15,3 7-1 0,0 0-2 0,0 0-6 0,-6-4-2 16,6 4-3-16,0 0-1 0,-6-5-4 0,6 5 9 16,0 0 0-16,-6-4 11 0,6 4-1 0,0 0-3 15,0 0-3-15,-7-3-3 0,7 3-3 16,-7-4-1-16,7 4-2 0,0 0 0 0,-9-3-2 0,9 3-9 15,-9-2 9-15,9 2-4 0,-7-2 5 0,7 2-2 16,0 0-5-16,-12-2 14 0,12 2-8 0,0 0 2 16,-10-2-4-16,10 2 0 0,-12-2-3 15,12 2 2-15,-9 0-4 0,9 0 4 0,0 0 0 0,-9 0-2 16,9 0 6-16,0 0 0 0,0 0-4 0,0 0 2 16,-9-3 0-16,9 3-6 0,0 0 8 0,0 0-12 15,0 0 16-15,0 0-11 0,-9-3-2 0,9 3 1 16,0 0 4-16,0 0-13 0,0 0 6 0,0 0 2 15,0 0 5-15,0 0-9 0,0 0-1 0,0 0 6 16,0 0-2-16,0 0-3 0,0 0-6 0,0 0 7 16,0 0 3-16,0 0-4 0,22 9 0 0,-10-8-4 15,7 2 10-15,1-2 3 0,12-1-1 0,5 0-3 16,3 0 2-16,14-2-6 0,-1-1 10 0,2 0 1 16,0 0 8-16,-3 2-8 0,2-4 2 0,-13 4-4 15,9-1 13-15,4-1-15 0,-3 2 0 0,-14 0-7 16,14-1 3-16,-1 2 6 0,-9-2-6 0,-3 1 0 15,-1 1 1-15,2-2 6 0,-4 1-7 0,3 1 2 16,-4 0-2-16,-4 0-6 0,-1 1 5 0,-9-1 0 16,0 2 0-16,-2-2-9 0,-4 1 6 0,-2-1 5 15,-1 0 0-15,0 0-3 0,-1 2-5 0,-3-2 5 16,-7 0 0-16,12 0 3 0,-12 0 7 0,7 0-5 16,-7 0 15-16,0 0 5 0,0 0-3 0,11 0 6 15,-11 0 3-15,0 0-17 0,0 0 11 0,0 0 2 16,0 0-5-16,5-5 0 0,-5 5-6 0,0 0 3 15,0 0-5-15,0 0-10 0,0 0 6 0,0 0-7 16,0 0-4-16,1-8-22 0,-1 8-15 0,0 0-23 16,0 0-32-16,0 0-114 0,0 0-220 0,0 0 98 15</inkml:trace>
  <inkml:trace contextRef="#ctx0" brushRef="#br0" timeOffset="168283.65">15703 6750 14 0,'-6'-3'38'0,"6"3"0"16,0 0 8-16,-9-3 0 0,9 3-6 0,0 0 2 15,-10-3-12-15,10 3-4 0,-11-2 3 0,11 2-1 16,-13-1-3-16,6-2 3 0,-3 3-6 0,-1-2 2 0,11 2-4 15,-19 0 5-15,8 0 3 0,-1-1-4 16,1 1-1-16,-2 0-6 0,1-1 3 0,0 1 8 16,2 0-7-16,-2-2-5 0,1 4 9 0,2-2 3 15,9 0-12-15,-14-2 10 0,14 2-1 0,-12 0-10 16,12 0 7-16,-7-1-7 0,7 1-1 0,0 0-5 16,0 0 5-16,0 0-6 0,0 0 7 0,0 0-5 15,0 0 7-15,39 5 5 0,-7-3 7 0,5 0-4 0,17-2 9 16,1 4-9-16,4-3-4 0,1 2 8 15,1-3 6-15,-1-3-8 0,1 3 2 0,-1 0-12 16,-6 0 10-16,0 0-4 0,-4 0 3 0,-12-1-7 0,-2-1-4 16,-3 1-4-16,-2 1-2 0,-2 0 7 0,-2 0-13 15,-7 1 10-15,-6-1-5 0,-1 2 5 0,-4-2-10 16,-1 0 4-16,-8 0-3 0,11 1 5 0,-11-1-1 16,9 0 0-16,-9 0-1 0,0 0 0 0,0 0 0 15,9-1 1-15,-9 1 6 0,0 0-17 0,0 0 7 16,0 0-2-16,0 0-19 0,0 0-6 0,0 0-30 15,0 0-28-15,0 0-19 0,0 0-108 0,0 0-224 16,0 0 99-16</inkml:trace>
  <inkml:trace contextRef="#ctx0" brushRef="#br0" timeOffset="-205089.11">13095 9349 19 0,'0'0'96'0,"0"0"-9"16,0 0-10-16,-9 0-8 0,9 0 5 15,0 0-4-15,0 0-4 0,0 0-5 0,0 0 0 0,0 0 4 16,0 0-16-16,0 0 0 0,0 0 6 0,0 0-14 16,0 0-3-16,0 0-9 0,0 0-8 0,0 0 7 15,0 0-2-15,0 0-21 0,0 0-4 0,0 0-11 16,0 0-9-16,0 0-14 0,0 0-12 0,0 0-3 15,0 0-14-15,0 0-24 0,0 10-45 0,0-10-142 16,0 0 64-16</inkml:trace>
  <inkml:trace contextRef="#ctx0" brushRef="#br0" timeOffset="-204694.63">13109 10265 74 0,'0'0'130'0,"0"0"-2"0,0 0-13 15,0 7 3-15,0-7-4 0,0 0-5 0,0 0-7 16,0 0-4-16,0 0-5 0,0 0-7 0,0 0-10 16,0 0-5-16,0 0-7 0,0 0-2 0,0 0-7 0,0 0-7 15,0 0-6-15,0 0 1 0,0 0-6 16,0 0-5-16,0 0-5 0,0 0-7 0,0 0-14 15,0 0-8-15,0 0-23 0,0 0-7 0,0 0-24 16,0 0-23-16,0 0-16 0,0 0-22 0,0 0-107 0,0 0-243 16,0 0 107-16</inkml:trace>
  <inkml:trace contextRef="#ctx0" brushRef="#br0" timeOffset="-204417.91">13279 9388 11 0,'0'0'80'0,"0"0"-11"16,0 0-4-16,0 0-10 0,0 0-10 0,0 0-2 0,0 0-12 16,0 0-6-16,0 0-13 0,0 0-13 15,0 0-15-15,4 27-18 0,-4-16-31 0,0-1-69 0,0 0 31 16</inkml:trace>
  <inkml:trace contextRef="#ctx0" brushRef="#br0" timeOffset="-204101.41">13264 10368 53 0,'0'9'104'0,"0"-9"-2"16,0 0-4-16,0 0-5 0,0 0 3 0,0 0-7 15,0 0-11-15,0 0 3 0,0 0 3 0,0 0-13 16,0 0 5-16,0 0-12 0,0 0-2 0,0 0-8 16,0 0-4-16,0 0-8 0,0 0-13 0,0 0-15 15,0 0-8-15,0 0-12 0,0 0-17 0,0 0-7 16,0 0-24-16,0 0-14 0,0 0-18 0,0 0-95 15,0 0-194-15,-10-26 86 0</inkml:trace>
</inkml:ink>
</file>

<file path=ppt/ink/ink42.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1-01-27T04:04:20.793"/>
    </inkml:context>
    <inkml:brush xml:id="br0">
      <inkml:brushProperty name="width" value="0.05292" units="cm"/>
      <inkml:brushProperty name="height" value="0.05292" units="cm"/>
      <inkml:brushProperty name="color" value="#FF0000"/>
    </inkml:brush>
  </inkml:definitions>
  <inkml:trace contextRef="#ctx0" brushRef="#br0">20162 3030 5 0,'58'0'10'0,"-2"0"-1"16,-2 0-3-16,-3 3-3 0,0-4 2 0,-12 3-3 16,14 0 0-16,-12-2 1 0,9 3 3 0,-11 0-9 15,1-3 11-15,11 4-1 0,-15-1 3 0,3-3-2 16,0 4-9-16,-1-1 6 0,-3 1-1 0,3-3-1 15,-4 1 2-15,6 1-5 0,0-1 9 0,-5 0-8 16,3 0 1-16,0-1-2 0,0-1 4 0,2 1 2 16,10-1-3-16,-11 1-3 0,-2 3 1 0,16-5 2 15,-16 3 0-15,2-3-3 0,12 0-1 0,-13 2 6 16,-1-2-1-16,2 1-6 0,0-1 4 0,12 2 0 16,-15-1-2-16,3 0 5 0,11 2 1 0,-12-3-4 15,-1 2 4-15,1-2-5 0,-3 2 3 0,1-2 0 16,1 0 0-16,-2 1-1 0,-1 0 2 0,-1 0-2 15,-1-3-3-15,-1 1 1 0,0 1 0 0,-5-2 1 16,-5 2 0-16,-1-1-5 0,1 1 4 0,-4 1 1 16,-4 0 1-16,-1-2-1 0,1 2 3 0,0-1-8 15,-4 1 5-15,-3 1-3 0,-6-1 6 0,11-1-1 16,-11 1 0-16,11 0-4 0,-11 0 7 0,0 0-6 16,9-1 1-16,-9 1 1 0,0 0-5 0,10 2 1 15,-10-2 0-15,7 3-10 0,-1 0-7 0,-6-3-14 16,11 5-34-16,-5-1 15 0</inkml:trace>
  <inkml:trace contextRef="#ctx0" brushRef="#br0" timeOffset="637.97">24229 2992 11 0,'91'4'23'0,"-1"0"-8"15,1 2 2-15,-3-1-1 0,3 1 0 0,-27 0 1 16,28 1-13-16,-27-5 7 0,-1 3-4 0,1-1 1 16,-6-1-3-16,0 2 0 0,-4 1-2 0,-16-2-5 15,1-3 9-15,-2 1-2 0,-4-1-1 0,-1 1-2 16,-5-1 4-16,1 1-3 0,-7-2-1 15,-5 0-2-15,0 0 0 0,-4 0 1 0,-1 1 6 16,-2-1 1-16,-1 0 7 0,-9 0 13 0,10 0-8 16,-10 0 3-16,11-1-5 0,-11 1 0 0,6-2-1 0,-6 2 3 15,0 0-9-15,8-5-2 0,-8 5 0 0,0 0-6 16,2-9 2-16,-2 9 3 0,0 0 0 0,0 0-4 16,0 0 7-16,-2-9-7 0,2 9 0 15,0 0-7-15,0 0 8 0,0 0-8 0,0 0-16 16,0 0-2-16,0 0-6 0,0 0-1 0,0 0-29 15,0 0-62-15,0 0 28 0</inkml:trace>
  <inkml:trace contextRef="#ctx0" brushRef="#br0" timeOffset="1739.72">27223 2985 4 0,'13'0'7'15,"7"0"-7"-15,3 2 6 0,8-1 1 0,3 3-3 16,4-1 2-16,12 2-1 0,1-2-3 0,1 1 2 16,-12-1 4-16,12 1-4 0,-14 3 0 15,3-5 1-15,-3-1-2 0,12 2 7 0,-13 0-13 16,2-1 6-16,-2 0 1 0,-1 2-4 0,-2-3 4 15,4 2 3-15,-8-1-9 0,0-2 5 0,-3 3 0 0,-6-3-3 16,2 2-2-16,-8-2 3 0,2 3 3 0,-7-3-4 16,4 0-1-16,-5 0 3 0,0 0-3 0,-9 0 11 15,13-1 0-15,-13 1 1 0,9 0 5 16,-9 0 0-16,0 0-3 0,9-2-1 0,-9 2 3 16,0 0-9-16,10 0 3 0,-10 0 0 0,0 0-9 15,0 0-15-15,0 0-21 0,0 0-38 0,0 0 16 16</inkml:trace>
  <inkml:trace contextRef="#ctx0" brushRef="#br0" timeOffset="3706.93">5726 3732 21 0,'31'-4'25'16,"0"1"2"-16,1 2-4 0,1-2 2 0,3 2-3 0,-2-1-5 16,3-1 6-16,0-1-9 0,0 2 2 0,0 0-2 15,0 0-3-15,0-1 0 0,0 3 4 0,1-1 1 16,-3-2-6-16,2 3 2 0,-1-1-2 0,1-1-2 16,-1 0 1-16,1 1-7 0,-2-2 7 0,0-1 2 15,2 4-5-15,-2-1 4 0,1-1-9 16,-2 0 4-16,2 4-4 0,-4-2 2 0,0 2 4 15,0-1-7-15,0-1 8 0,-1 2-6 0,-1-2 4 0,2 2-1 16,-2 2-1-16,2-1-2 0,1-1 2 0,1 1 2 16,1 0 0-16,-2-2-1 0,1 0-7 0,-2 2 4 15,4 2-4-15,-1-4 4 0,-2 2 2 16,1 0-1-16,1-1 0 0,2-2-1 0,0 2 13 16,-2 1-15-16,2-1-3 0,2-2 5 0,1 3 3 15,-2-2-5-15,2 2 12 0,11-2-11 0,-13 1 4 0,2 0-3 16,12-1 5-16,-2 1-6 0,-12-1-5 0,2 2 1 15,11-2 6-15,-12 1-9 0,12 2 6 0,2 0-2 16,-16 0-4-16,17-4 1 0,-4 2 10 16,2 1-2-16,-12-3 2 0,12 4-8 0,2-4 6 15,-4 2 1-15,5-3-5 0,-15 3-2 0,13-2 3 16,-3-1 4-16,-10 2-10 0,12-2 9 0,-16 2-4 0,1 1-7 16,3-2 7-16,12 3 2 0,-16 1 0 15,1-2-1-15,14 0-2 0,0 0-3 0,-14 2 0 16,14-4 5-16,-13 1-4 0,12 5 3 0,-10-3 0 15,-1-1-2-15,16 3-3 0,-3-2-1 0,-12-1-3 16,10 4 2-16,-10-5 3 0,10 4-1 0,-9-1-6 16,-4-4 7-16,0 3-6 0,1-2 2 0,-1 3-4 15,3 0-4-15,-3 1-2 0,3-3-2 0,0 1-7 16,-1 2-18-16,-1-1-51 0,-1 1 23 0</inkml:trace>
  <inkml:trace contextRef="#ctx0" brushRef="#br0" timeOffset="4353.37">11920 3853 5 0,'38'-3'13'0,"14"0"-1"0,0 1 3 0,2-1-4 15,-1 1 1-15,2 0-2 0,-3-2 4 0,0 4-2 16,3-3-2-16,-1 2 1 0,0-1-1 0,-1-1-3 0,2 2 14 15,1-2-7-15,-4 1-8 0,1-2 5 0,1 3-4 16,2-1 0-16,-1 1-7 0,-2 0 8 0,1-2-1 16,0 1-2-16,0 1 3 0,2-2-5 0,-2 0 2 15,-2 3 0-15,4 0 5 0,-3 0-6 16,4-3 2-16,1 4 0 0,-4-2 0 0,0-1-5 16,-3 1 1-16,3 2 3 0,-14-2-2 0,10 1-1 15,2-3 1-15,-16 3 1 0,2 3-3 0,2 0 3 16,12 2-2-16,-18-5 5 0,1-2-8 0,3 2 4 15,-3-2 0-15,-1 2 0 0,1-1 2 0,-3 1 1 16,0 0-6-16,-3 0 2 0,0-2 2 0,2 1-5 16,-10 0-1-16,10-1 5 0,-11 2-2 0,0 2 3 15,-1-4-4-15,-2 2-1 0,3-1 2 0,-8 0 0 16,1 2-2-16,0-2-1 0,-3 1-4 0,1 0-7 16,-11 0-1-16,13 0-7 0,-6 1-28 0,1 0-51 0,-2 2 23 15</inkml:trace>
  <inkml:trace contextRef="#ctx0" brushRef="#br0" timeOffset="5077.84">16833 3882 14 0,'50'2'22'15,"-13"-2"-8"-15,18 1 3 0,-4 3 1 0,-13-4-1 16,16 2 1-16,1 0-4 0,-1 0-1 0,1 1 2 16,0-3-6-16,-2 3-1 0,0-3 1 0,4 1 2 15,1-1-8-15,1 1 9 0,-3-2-3 0,2 4 4 16,2-1-4-16,1-1 2 0,1-1-5 0,1 1 2 15,-1 0 3-15,0 2-5 0,0-1 5 0,-4 0-3 16,-2-4 3-16,-1 6-8 0,0-3 0 0,-3-1 1 16,2 0-2-16,1-1 1 0,-4 3 9 0,2 2 1 15,-2-2-4-15,1-1 2 0,4-1-5 0,-2-1 4 16,0 2-4-16,2 1-9 0,-1-2 7 0,-1 0 0 16,-3-2 0-16,-10 1 3 0,11 1 2 0,-1 0-6 15,-16 0 4-15,-1 0 2 0,1-2-1 0,-2 1-6 16,1 1 4-16,-2-1 0 0,-6-1-4 0,2 2-1 15,-6-1 6-15,-1 1-8 0,0-1 1 0,-1 2 7 16,1-1-5-16,-4 0-1 0,2 0 2 0,0 1-6 16,-3-1-2-16,2 2 3 0,-1 0-2 0,-2 0 0 15,-2-2-13-15,2 3-11 0,-2-1-8 0,0-1-29 16,1 2-71-16,4-1 32 0</inkml:trace>
  <inkml:trace contextRef="#ctx0" brushRef="#br0" timeOffset="5643.66">21725 3833 19 0,'53'-3'24'0,"4"3"-3"0,1-2 3 0,2 3-1 15,5 0 6-15,0-1 2 0,28 0-16 0,-27 3 2 16,24-3 0-16,-27 1 2 0,2-1 1 0,26 0-7 0,-28 0 3 16,-5-1-1-16,4-1-3 0,2 0 2 0,-2 2-6 15,1 1 2-15,-2 2 9 0,3-3-3 0,-4 0 3 16,2 1 0-16,-4 2 0 0,1 2-11 15,-1-2 5-15,-4-2-2 0,-4 0 2 0,-11 0-5 16,0-2 0-16,1 1-2 0,-3-1 6 0,-3 0-4 16,-3 2 2-16,-3-1-3 0,0 0 10 0,-1 0-4 0,-6 1-6 15,-2-2 4-15,-4 5 2 0,-2-6-4 16,-2 2 3-16,-3 2 2 0,-8-2-3 0,14-3 0 16,-8 4-7-16,-6-1 3 0,0 0 2 0,12-3-1 15,-12 3-4-15,7 2 5 0,-7-2-9 0,0 0-13 16,0 0-9-16,0 0-20 0,10 0-1 0,-10 0-13 15,0 0-32-15,0 0-95 0,0 0 42 0</inkml:trace>
  <inkml:trace contextRef="#ctx0" brushRef="#br0" timeOffset="6090.24">25295 3963 62 0,'0'0'65'0,"0"0"-4"0,2-7-9 16,-2 7-2-16,10-3-1 0,-4 0-17 0,5-1 0 15,3 4-4-15,8-5-1 0,5 2-5 0,7 1 1 16,7 2-2-16,10 0 5 0,7-2 3 0,1 5-21 16,-1-1 3-16,5 0 4 0,-4 1-9 0,-1 0-2 15,-3 1 3-15,-3-4-2 0,-13 2 1 0,12 1 0 16,-14 0 1-16,3-1-7 0,-4-2 8 0,-2 2-12 16,2 0 12-16,-5-1 1 0,3-1-6 0,-3 0 0 15,-2 0 5-15,-8 0 5 0,-1 0-4 0,-4 0-4 16,0 0 5-16,-6 0-4 0,2-1 1 0,1 1 10 15,-2 0-13-15,-1-2 19 0,1 4-18 0,-2-2 2 16,-9 0-1-16,16-2-4 0,-8 2 6 0,-8 0 0 16,11 0-2-16,-11 0 2 0,10 0-10 0,-10 0 2 15,0 0-11-15,11-2-10 0,-11 2-13 0,11-1-9 16,-11 1-12-16,9-1-7 0,-9 1-40 0,14 1-109 16,0-1 50-16</inkml:trace>
  <inkml:trace contextRef="#ctx0" brushRef="#br0" timeOffset="6445.25">27652 3928 40 0,'31'-1'45'0,"3"4"-2"16,2-3-3-16,-1-2-3 0,-1 4 1 0,2-2 0 15,0 0-6-15,-4 0 5 0,-3 2-5 0,-2-2 5 16,-6 0-7-16,-2-2-4 0,-1 0 6 0,-4 2 10 16,-4-1 2-16,1 2 6 0,-3-2 5 0,-8 1 9 15,11 0-4-15,-11 0 10 0,11-3-21 0,-11 3 3 16,5-1-6-16,-5 1-8 0,8-4-8 0,-8 4 0 15,0 0 1-15,5-5-5 0,-5 5 7 0,0 0-18 16,6-4 14-16,-6 4-17 0,0 0-14 0,0 0-19 16,0 0-26-16,0 0-1 0,0 0-16 0,0 0-8 15,0 0-11-15,0 0-75 0,0 0-171 0,0 0 75 16</inkml:trace>
  <inkml:trace contextRef="#ctx0" brushRef="#br0" timeOffset="109603.8">30360 5614 18 0,'0'0'97'0,"0"0"-10"0,0 0-10 15,0 0-7-15,0 0-6 0,0 0 4 0,0 0-9 0,0 0 0 16,0 0 1-16,-7 26 7 0,3-15-2 0,0 5-15 15,-1 1 3-15,1 1-14 0,-1 1-1 16,-4 5-4-16,0 1-2 0,2-8-3 0,1 1-1 16,-1 1-10-16,0-2-1 0,2-1 5 0,0-5 6 0,1-1-15 15,0 1 9-15,1-1-2 0,-1-3-6 0,0-1 3 16,4-6 6-16,-4 7 12 0,4-7 7 0,-2 9 17 16,2-9 6-16,0 0-1 0,-4 3-12 15,4-3-2-15,0 0-10 0,0 0 3 0,-4-20-8 16,4 9-7-16,2-1-1 0,1-3-8 0,2-2 1 0,4-7-7 15,3 1 4-15,-2-4-2 0,2 1-7 0,3-2-6 16,0 0-4-16,-1-2 2 0,4 2 3 0,-3 0-3 16,2 1 0-16,-2 0-3 0,-1 5-2 15,-2 7 4-15,-3-3-3 0,0 10 3 0,-3-2-5 16,-1 5 0-16,-1 0-4 0,1 1 1 0,1 1 9 0,-6 3-4 16,0 0 1-16,18 8 1 0,-11 0-4 0,2 2-5 15,-2 4 16-15,-3 1-4 0,3 2 3 0,-3 2-5 16,-1 7 0-16,0-7 2 0,1 6 5 0,-2-1-1 15,-1-5-3-15,-1-1 3 0,3 1 1 0,-3 1-8 16,0-4 3-16,4 1 1 0,-3 1-2 0,-1-3 5 16,1-2-1-16,-1-2 0 0,3 2 2 0,0-4-4 15,-2 1-15-15,1 0-23 0,1-2-10 0,-3-8-25 16,4 14-23-16,-3-11-12 0,2 2-15 0,-3-5 1 16,2 7-8-16,-2-7-68 0,0 0-211 0,0 0 93 15</inkml:trace>
  <inkml:trace contextRef="#ctx0" brushRef="#br0" timeOffset="109788.68">30373 5741 56 0,'0'0'87'0,"0"0"-14"0,32 0-7 16,-20 0-1-16,0 0-10 0,10-2-16 0,-3 5 4 15,10-4-8-15,-1 1-17 0,1 0-29 16,-7-2-19-16,-1 2-53 0,6 2-90 0,-8-2 41 16</inkml:trace>
  <inkml:trace contextRef="#ctx0" brushRef="#br0" timeOffset="110280.05">30715 5813 7 0,'0'0'142'0,"0"0"-12"0,0 0-7 0,0-9-3 16,0 9-4-16,0 0-13 0,0 0-10 16,0 0-8-16,0 0-11 0,0 0-11 0,0 0 0 15,0 0-12-15,0 0-2 0,0 0-6 0,0 0 3 16,0 0-3-16,10 20-1 0,-5-10-4 0,-1-1-2 16,-1 4 4-16,3-3-4 0,0 5-11 0,-1-4 3 15,-2 1-5-15,2-3-2 0,-1 1-9 0,1-2 6 16,0 1-5-16,-1-3 1 0,1-1 1 0,-1 1-4 15,-2 0 7-15,-2-6-10 0,5 7 2 0,-5-7 1 16,4 4 4-16,-4-4 11 0,4 5 12 0,-4-5 5 0,0 0-3 16,0 0-6-16,0 0 1 0,0 0-3 15,13-10-4-15,-11 2 0 0,2 0-7 0,-1-2 3 0,2-1-8 16,-1 0 0-16,3-4 0 0,0 0-11 16,-1-1 7-16,3-2-9 0,0 2-9 0,0-1-4 15,-3 1-8-15,2 0-4 0,-2 1-11 0,1 4-6 0,-4 1-3 16,3 1-19-16,-4 4-21 0,2 0-25 0,-4 5-17 15,7-8-4-15,-7 8-20 0,7-2-83 16,-7 2-250-16,0 0 112 0</inkml:trace>
  <inkml:trace contextRef="#ctx0" brushRef="#br0" timeOffset="110461.48">31062 5777 76 0,'5'-3'88'0,"-5"3"-2"0,13-4-14 16,-7 1-12-16,3 3-4 0,0-1-10 0,-9 1-9 15,18-2-9-15,-10 4-26 0,2-1-16 0,-3 2-14 16,1-1-12-16,-3 1-39 0,1 1-84 0,-6-4 37 16</inkml:trace>
  <inkml:trace contextRef="#ctx0" brushRef="#br0" timeOffset="110598.57">31144 5859 9 0,'0'0'80'0,"0"0"-5"16,0 0-1-16,-5 5-9 0,5-5-6 0,0 0-9 16,0 0-6-16,0 0-3 0,0 0-1 15,0 0-9-15,0 0-3 0,0 0-6 0,10 7-16 16,-2-5-27-16,2-2-39 0,0 2-31 0,4-3-98 16,3-2 43-16</inkml:trace>
  <inkml:trace contextRef="#ctx0" brushRef="#br0" timeOffset="110978.9">31642 5514 61 0,'0'0'138'0,"4"-5"-19"0,-4 5-16 16,0 0-10-16,0 0 3 0,0 0-9 0,0 0 1 15,13 18-4-15,-7-7-6 0,1 5-11 0,0 3 0 16,1 4-10-16,-3 5-4 0,0-2-2 0,2-2-12 16,-2 2 2-16,0-8-8 0,1 1 0 0,-1-3 5 15,-1-1-8-15,0-4 2 0,2 1-9 0,-2-1-6 16,1-2 5-16,-1-1-4 0,0-2 4 0,0 0-8 16,-1-2 14-16,-3-4 14 0,6 6 8 0,-6-6 0 15,6 1-3-15,-6-1-7 0,0 0 5 0,12-9-11 16,-8 0-3-16,2 0-9 0,3-7 3 0,-1 0 4 15,-1-1-1-15,2-2-1 0,-3 1-5 0,2-5-6 16,1-2-1-16,1 1 2 0,-2 1-5 0,1 4-3 16,-1 2 2-16,-1 1-7 0,0 1-6 0,-1-1 1 15,-2 6-10-15,1 1-18 0,-2 1-36 0,0 2-18 16,-3 6-32-16,4-7-9 0,-4 7 4 0,7-1-1 16,-7 1-1-16,0 0-1 0,6 13-93 0,-5-3-233 15,-1 0 103-15</inkml:trace>
  <inkml:trace contextRef="#ctx0" brushRef="#br0" timeOffset="111880.9">32008 5786 56 0,'0'0'107'15,"10"7"-10"-15,-7-3-6 0,0 1-23 0,0 1 14 16,-2 1 0-16,2-1-11 0,-2 1 1 0,-1 2-9 15,-1 1-8-15,1-1 2 0,-1 2-13 0,-2-3 4 16,2-1-9-16,-2 0 4 0,1 0-6 0,-2-1-8 16,0 2 4-16,4-8 5 0,-5 8-3 0,2-5-2 15,3-3-7-15,-4 8 13 0,4-8-13 0,0 0 3 16,-5 5-12-16,5-5 4 0,0 0-1 0,-4 6-3 16,4-6 0-16,0 0-8 0,0 0 4 15,0 0-9-15,0 0 6 0,0 0-3 0,0 0-6 0,0 8 0 16,0-8 7-16,0 0-4 0,0 0-4 0,4 9 0 15,-4-9 2-15,5 3 0 0,-5-3-2 0,9 5 3 16,-9-5 0-16,11 5 1 0,-5-3 1 0,-1 0-2 16,-5-2-2-16,12 3-13 0,-6-1 12 0,-6-2 11 15,11 2-11-15,-11-2 8 0,7 2-10 0,-7-2 6 16,6 1 4-16,-6-1 4 0,0 0 2 0,0 0-7 16,0 0 4-16,0 0 14 0,0 0-6 0,0 0-4 15,10-5-4-15,-10 5 1 0,0 0 6 0,0 0-1 16,-1-9-5-16,1 9 3 0,0 0-3 0,0 0 2 15,0 0-4-15,0 0 1 0,0 0-2 0,0 0-2 16,-9-11 5-16,9 11 1 0,0 0-14 0,0 0 6 16,0 0 1-16,0 0-9 0,0 0 6 0,0 0 0 15,0 0 3-15,0 0-3 0,0 0-5 0,-5-6 10 16,5 6-9-16,0 0 12 0,0 0-15 0,0 0 8 16,0 0-4-16,0 0-2 0,0 0 7 0,0 0-5 15,0 0 0-15,0 0-2 0,0 0 7 0,0 0-2 16,0 0-4-16,0 0 2 0,0 0 4 0,0 0-2 15,0 0-9-15,0 0 9 0,0 0 0 0,0 0-3 16,0 0-1-16,0 0-4 0,0 0 4 0,0 0-3 16,0 0 3-16,0 0 2 0,0 0-13 0,0 0-4 15,5-11 7-15,-5 11 6 0,0 0 0 0,4-8-3 16,-4 8-1-16,3-7-2 0,-3 7 6 0,3-10 0 16,0 5-2-16,-3 5 1 0,4-10 5 0,-2 3-1 15,0 1 1-15,-2 6 2 0,2-11 4 0,1 7 1 16,-3 4 1-16,0 0-1 0,0-10 1 0,0 10-1 15,0 0 1-15,0 0-3 0,0-11 1 0,0 11-1 16,0 0 2-16,0 0-7 0,0 0 1 0,0 0 0 16,0 0 4-16,0 0-3 0,-18 20 2 0,10-14-1 15,2 3-1-15,-1 0 0 0,5 1 3 0,-2 1-4 16,0-2 1-16,0-2-1 0,4 4 2 0,0-2 1 16,-1 1 5-16,1-10-2 0,1 12-3 0,2-7 3 15,-1 0 4-15,4-2 14 0,1 1-9 0,1 0 1 16,6-1 3-16,3-2-2 0,3 0 4 0,-1-1-1 15,-1-5-4-15,1 3 4 0,-1-5-3 0,1 1-4 16,-2-2-3-16,-5 3 3 0,-3-3-2 0,3 1 0 16,-3-1-1-16,-2-1-1 0,-1 0 0 0,-1-2-4 15,-4 1 0-15,1-1-4 0,-2 1 5 0,-4 0-2 16,-1 1-1-16,0-1 0 0,-2 3-6 0,-2-1-3 16,-3 4-1-16,1 0-8 0,-2 1-14 0,-4 1-10 15,-5 4-17-15,-5 1-28 0,8 1-28 0,0 1-43 16,2 2-160-16,-1 2-339 0,5 1 151 0</inkml:trace>
  <inkml:trace contextRef="#ctx0" brushRef="#br0" timeOffset="112105.84">31619 6260 39 0,'0'0'174'16,"0"0"-16"-16,40-6-19 0,-7 3-7 0,3 2-18 15,18-2-10-15,0 1-5 0,0 3-17 0,3-4-10 16,-6 3-4-16,-13 3-26 0,14-1-26 0,-18 1-34 16,-2 0-46-16,-12 0-46 0,-3-1-65 0,-5-2-189 15,-4 2 84-15</inkml:trace>
  <inkml:trace contextRef="#ctx0" brushRef="#br0" timeOffset="112433.76">31700 6324 22 0,'0'11'145'15,"0"-11"-3"-15,1 12-6 0,0-2 3 0,1 1-11 16,-2 3-12-16,5 1 3 0,-1 2-12 15,-2 1 1-15,2 0-10 0,-1 0-12 0,3 4-1 16,-2-4-14-16,0-1-5 0,2-1-4 0,0-2-6 0,-2-2-1 16,1 0 0-16,-2-4-7 0,1 2 0 0,1-4-4 15,-4 0 2-15,3 0-1 0,-2-1 3 0,-2-5 4 16,6 7 9-16,-3-5 3 0,-3-2 1 0,0 0-7 16,12-2-2-16,-12 2-9 0,13-7-3 0,-8 2-4 15,4-4-3-15,0 3-4 0,0-5-3 0,0-2-6 16,2-2-1-16,-3 0-1 0,1-2-5 0,0 0-1 15,3 0-4-15,-3 1-5 0,2 1-6 0,-1 1-18 16,-1-1-8-16,-1 5-27 0,-2 1-28 0,-1-1-32 16,1 4-37-16,-3 1-46 0,2 1-164 0,-5 4-390 15,8-8 173-15</inkml:trace>
  <inkml:trace contextRef="#ctx0" brushRef="#br0" timeOffset="113614.5">31957 6696 115 0,'0'0'194'0,"0"0"1"16,0 0-12-16,0 0-9 0,0 0-16 15,0 0-14-15,0 0-18 0,9-1-9 0,-9 1-7 16,0 0-10-16,13-9-7 0,-7 5-10 0,-6 4-4 0,9-6-2 15,-4 2-8-15,1 1-7 0,1-3-6 0,0 4-8 16,-2-2 1-16,1 1-9 0,-6 3 1 0,9-7-1 16,-6 2 0-16,4 0-7 0,-4 0 1 0,1 0-5 15,0 1-2-15,-4 4-3 0,5-10 3 16,-2 6-2-16,-3 4 3 0,6-7-3 0,-6 7 0 0,5-7-2 16,-5 7-1-16,3-6-1 0,-3 6-4 0,0 0-1 15,4-8 0-15,-4 8-4 0,2-7 2 16,-2 7 2-16,0-7 3 0,0 7 1 0,3-7 3 15,-3 7-2-15,0 0-4 0,1-9-4 0,-1 9 1 0,0 0 0 16,1-8 2-16,-1 8 3 0,0 0-3 0,0 0 0 16,0 0 7-16,0-8-4 0,0 8-2 0,0 0 2 15,0 0-3-15,0 0 1 0,0 0 0 0,0 0-6 16,0 0 5-16,0 0-4 0,0 0-2 0,0 0 4 16,4-6-2-16,-4 6-6 0,0 0 6 15,0 0-4-15,0 0 4 0,0 0-4 0,0 0-2 0,0 0 4 16,0 0 1-16,0 0-6 0,0 0 5 0,0 0-3 15,0 0 7-15,0 0-2 0,0 0 1 0,0 0-4 16,0 0 0-16,0 0-2 0,0 0-4 0,0 0 2 16,0 0 1-16,0 0 6 0,0 0-4 0,0 0-3 15,0 0 1-15,0 0-1 0,0 0-1 0,0 0-1 16,0 0-3-16,0 0-2 0,0 0 5 0,0 0 1 16,0 0-3-16,0 0-1 0,0 0 2 0,0 0 2 15,0 0 1-15,0 0-6 0,0 0-1 16,0 0 3-16,0 0 1 0,-15-1-4 0,15 1 1 15,0 0 4-15,0 0-7 0,-10-1 1 0,10 1 3 0,0 0-1 16,0 0-3-16,-13 4-3 0,13-4 3 0,-7 1-2 16,7-1 2-16,-6 4 0 0,-1-2 8 0,7-2-13 15,-6 5 0-15,6-5 1 0,-7 4 1 0,7-4 0 16,-7 5-1-16,7-5 6 0,-7 3 1 16,7-3-8-16,-5 6 7 0,5-6-6 0,-7 3 8 0,7-3-5 15,-4 5 1-15,4-5 1 0,0 0-3 0,-5 5 1 16,5-5-5-16,0 0-2 0,-4 6-5 15,4-6 3-15,0 0-2 0,0 0 8 0,0 0 0 16,5 12-1-16,-5-12 1 0,7 7 2 0,-2-6-3 0,1 1-3 16,-6-2-6-16,18 3-9 0,-6-2-14 0,0 1-14 15,0-1-13-15,1-1-12 0,0 0-13 0,-1 0-6 16,1-1-18-16,0-1 5 0,-5 2-10 0,4-1 6 16,0 2-9-16,1-2 12 0,-7-1 1 0,-6 2 18 15,9-1 1-15,-9 1 4 0,0 0 11 0,0 0 1 16,8-2 15-16,-8 2-5 0,0 0 11 15,0 0 11-15,0 0 4 0,0 0 12 0,0 0-5 0,-20-13 35 16,20 13 8-16,-11-3 5 0,6 1 5 0,5 2 11 16,0 0-5-16,-8-5-1 0,8 5 5 0,-8-3-1 15,8 3 15-15,0 0 5 0,-6-4 6 16,6 4-5-16,0 0-4 0,0 0-5 0,0 0-6 0,0 0 4 16,0 0-4-16,0 0 11 0,-10 9 0 0,10-9-3 15,-6 12-2-15,2-1 2 0,1 1 10 0,-2-1 7 16,-1 6-2-16,1-2-6 0,1 2-5 0,0 1-1 15,0-1-8-15,0 2 2 0,0 0-4 0,-1-3-5 16,3 2-2-16,-1-6-6 0,3 5 4 16,0 0-4-16,-2-6-4 0,-1 1 0 0,3 2-2 0,0-8-3 15,-1 2 0-15,-1 0-3 0,2-8 4 0,-2 13-5 16,-1-7 1-16,3-6-2 0,-1 9-4 16,1-9 0-16,-6 4-1 0,6-4-6 0,-12 2-3 15,5 0-8-15,-4-2-4 0,11 0 6 0,-23-4-2 0,12 2-3 16,-1-4-2-16,2 3 5 0,1 1-2 15,3-3 7-15,1 1-2 0,5 4 0 0,-9-7 1 0,9 7 3 16,-7-6-3-16,7 6-4 0,0 0 5 0,-1-6-4 16,1 6 4-16,0 0-5 0,0 0 8 0,0 0-2 15,28 6 4-15,-14-3 0 0,4-2 1 0,0 0 0 16,4 0 0-16,7-1-2 0,-10 3-12 0,9-3-15 16,-7 0-24-16,-1 3-35 0,8-6-30 0,-11 2-35 15,3-1-155-15,-8 0-336 0,1 0 149 0</inkml:trace>
  <inkml:trace contextRef="#ctx0" brushRef="#br0" timeOffset="113778">32078 6624 95 0,'6'-2'110'16,"6"-1"-11"-16,8-1-18 0,8 2-23 0,4-3-20 15,2 3-35-15,0-1-30 0,1 2-50 16,-1-1-82-16,0-3 37 0</inkml:trace>
  <inkml:trace contextRef="#ctx0" brushRef="#br0" timeOffset="114650.19">32500 5743 36 0,'4'-5'81'0,"-4"5"-15"0,0 0-3 0,0 0-8 16,0 0 7-16,0 0-4 0,0 0 9 16,0 0 13-16,0 25-9 0,0-18-6 0,0 1-1 0,0-8-7 15,0 18 0-15,-2-9-5 0,4 0-1 0,-2-2-7 16,0-7-6-16,0 12-5 0,0-7 4 0,0-5-6 16,2 12 8-16,-2-12 0 0,3 9 8 0,-3-9 2 15,5 4 10-15,3-4-7 0,9-6-4 16,17-1-11-16,14-9-21 0,11-2-24 0,32-9-10 15,5-7-57-15,0 0-41 0,-2 1-108 0,-1-5-240 16,1-3 106-16</inkml:trace>
  <inkml:trace contextRef="#ctx0" brushRef="#br0" timeOffset="116551.8">30483 6234 79 0,'0'0'109'0,"0"0"-8"0,0 0-11 16,0 0-13-16,-10-11-8 0,10 11 7 0,0 0 0 0,0 0-5 15,-12-5-6-15,12 5-8 0,-10-5-8 16,-2 3-6-16,1 0-3 0,1-1 2 0,-3 2 0 15,0-2 1-15,1 2 0 0,0-3 6 0,6 4-6 16,-2-2 9-16,8 2 4 0,-10-2 0 0,10 2-4 16,0 0 1-16,0 0-7 0,0 0-6 0,0 0-9 15,0 0 2-15,0 0-7 0,55 2-4 0,-21-1-3 16,20-2 10-16,2-1-6 0,2 1-1 0,-1-3 15 16,1 1 5-16,-2 1-5 0,-18-2 4 0,2 3-7 15,-3-1-4-15,-5 0 1 0,-5 1-7 0,-9 0 2 0,-6 1-4 16,0-2-3-16,-4 2 0 0,0-2-2 15,-8 2-2-15,12-2-5 0,-12 2 2 0,8 0-3 16,-8 0-16-16,0 0-35 0,10-3-34 0,-10 3-47 16,0 0-31-16,4 7-155 0,-4-7-333 0,0 0 149 0</inkml:trace>
  <inkml:trace contextRef="#ctx0" brushRef="#br0" timeOffset="119988.05">30750 6213 11 0,'-13'-2'14'0,"13"2"-1"16,-12 2 0-16,3-2-4 0,-3 1 2 0,1-1 0 15,-2-1-1-15,1 1-1 0,0 1-4 0,-1 0 6 16,-1-1-4-16,0 0 2 0,-3 0 1 0,-2-1 3 15,0 1-8-15,-3-2 7 0,2 1-5 0,-2 0 1 16,3 0-2-16,-3-2 4 0,2-1-3 0,-1 1 6 16,-1-3 0-16,1 5-2 0,-1-5 2 0,3-1 2 15,0 2 3-15,1-2-2 0,-1-1 6 0,1-1 0 16,2-1 7-16,-1 1-9 0,0-3 0 0,2 2 6 16,-1-2-3-16,0 0 9 0,1-3-6 0,-2-1-2 15,2 0 4-15,2 0 2 0,-2-5-5 0,0 1 10 16,6 2-9-16,-4-7 1 0,3 0-1 0,1-1 6 15,0-1-6-15,3-1 1 0,-2-2 1 0,3-2-1 16,1 0 3-16,4 2-10 0,0-1 2 0,2 0-3 16,-1 0 2-16,0 1-7 0,3 2 2 0,1-2 6 15,1 0-10-15,-1-1-1 0,3 1 6 0,1 3-6 16,1 0 0-16,2 2-4 0,-1 0 3 0,3 2-2 16,-3 5 7-16,4-3-7 0,0 1 8 0,6-1-6 15,-2 2-8-15,7 0 6 0,6 0 1 0,11-6-6 16,4 5 5-16,7-1-7 0,-1 1 3 0,8 4 0 15,27-4 0-15,-2-1-7 0,3 6 5 0,4 3-10 16,3-1 7-16,-3 6 0 0,-2 0-4 0,4 3 0 16,-5 3 5-16,2-1 3 0,0 5-7 0,2 5 13 15,0 0-19-15,7 3 10 0,0 2 6 0,0 4 3 16,-5 1-8-16,0 1-1 0,-7 5 0 0,0 4-8 16,-1 1 5-16,-5 4 0 0,-4 4 2 0,-23-10-6 0,23 18 4 15,-2-1 0-15,-27-6 3 0,23 15-3 16,-8 4 1-16,-22-14 1 0,14 22 28 0,-25-16-4 15,12 24-1-15,-4-1-3 0,-18-19-5 0,-1 27-2 16,-4 4 4-16,-7 0 0 0,-5 3 2 0,-7 6-3 16,-11 3-3-16,-1 1 1 0,-10 0 1 0,-10 2-3 15,-8 6-1-15,-15 2 8 0,-16 2 4 0,-11 0-6 16,-17-5 4-16,-20-8-5 0,-14-2 7 0,-20-3-22 16,-16 3-4-16,-28-5-37 0,-12-4-32 0,-17-9-43 15,-25-1-103-15,-16-10-238 0,-14-7 105 0</inkml:trace>
  <inkml:trace contextRef="#ctx0" brushRef="#br0" timeOffset="148072.04">30377 8787 76 0,'-4'-6'144'0,"2"1"-14"0,2 5-18 16,-7-8-6-16,7 8-9 0,0 0-16 0,0 0-8 16,0 0-2-16,-19 10-4 0,15-4-7 0,2 3-8 15,-3 3-4-15,-1-2 3 0,1 4 3 0,-3 2-10 16,1 0-4-16,1 0 0 0,-1-2-4 0,0 1-6 16,3-5-2-16,0 2 1 0,1-3-8 0,1-2 3 0,-2-1 3 15,3 0 5-15,1-6-1 0,-4 9 12 16,4-9 10-16,-1 8 6 0,1-8-1 0,0 0-3 15,0 0-10-15,0 0-5 0,0 0-4 0,0 0-4 16,-6-29-2-16,8 13-2 0,-1-2-8 0,0-1 0 16,4-7-1-16,-1 0-5 0,3-3 1 0,0 1-1 15,3 0-6-15,2 2-5 0,1 2 1 0,-2 1 0 16,1 6-1-16,1 2-3 0,-2 1 0 0,1 2-2 16,-2 4 2-16,-1 2-6 0,-3 3 0 0,3 0 3 0,-1 4-4 15,1 3 0-15,-1 2 4 0,0 0 3 0,-1 5-2 16,0-1 2-16,1 5 0 0,-2 3-1 0,5 5-1 15,-7-5 3-15,-1 0-2 0,1 7 2 16,0-1 0-16,-1-3-4 0,-1-2-15 0,1 7-20 16,-5-6-10-16,1 4-15 0,-4 0-26 0,-1-4-35 0,-2 4 6 15,0-7-33-15,-3-2-102 0,-3-1-275 0,-3-2 122 16</inkml:trace>
  <inkml:trace contextRef="#ctx0" brushRef="#br0" timeOffset="148499.79">30156 8869 30 0,'19'-4'94'0,"-2"-1"-5"0,5 0-10 0,6 3-3 16,0-2-13-16,2 2-10 0,1 2 1 0,-4 0-18 16,1-1-8-16,-1 1-12 0,-8 1-6 0,0 0 6 15,-2-1-4-15,3 1-5 0,-8 0 0 0,2-1 7 16,-4-2-5-16,0 2 5 0,-2-1 6 0,-8 1-7 15,11-1 21-15,-11 1-5 0,8-4 18 0,-8 4 10 16,0 0-7-16,8-3-3 0,-8 3 7 0,0 0-1 16,0 0-7-16,0 0-12 0,0 0-1 0,0 0-6 15,7-2 4-15,-7 2-7 0,0 0-5 0,3 10 1 16,-3-10-8-16,0 11 8 0,3 0 10 0,-3 2-3 16,2-2-5-16,1 2 0 0,-1-1 4 0,0-2 0 15,-1 3-9-15,5-2 4 0,-2-2-9 0,0 3 7 16,0-4-1-16,3-1 3 0,0 1 4 0,2-1-8 15,-6-4 3-15,4 2-6 0,1-3 7 0,3 0-3 16,-2-2 3-16,1-4 4 0,3-1 1 0,0 0-1 16,3-3 4-16,-3-2 5 0,-2 2 1 0,2-2-1 15,-4 1-5-15,0-5-2 0,0 4-5 0,-4 0-2 16,-1-4-12-16,-1 3-13 0,-1 1-3 0,1 2-17 16,-2-2-12-16,-1 10-23 0,0-11-22 0,0 11-32 15,0 0-18-15,0 0 1 0,-2-7-1 0,2 7-95 16,0 0-247-16,0 0 110 0</inkml:trace>
  <inkml:trace contextRef="#ctx0" brushRef="#br0" timeOffset="148684.07">30807 8952 48 0,'0'0'112'0,"7"6"-4"0,-7-6 6 0,1 6-8 16,-1-6-9-16,0 9-11 0,0-9-3 0,0 14-10 15,-1-7-6-15,1 3-4 0,-2-1-10 0,0 0-2 16,1 2-5-16,0-1-7 0,0 2-23 0,1 0-19 16,0-1-27-16,-2 1-37 0,4 1-110 0,-2-4-192 15,0-2 85-15</inkml:trace>
  <inkml:trace contextRef="#ctx0" brushRef="#br0" timeOffset="148901.81">31004 8863 1340 0,'4'-15'18'0,"0"-2"-14"0,-2 5 14 0,1 0-3 15,0 1-11-15,0 5-7 0,-1-2 18 0,2 4-13 16,-4 4-2-16,9-5 0 0,-4 3 8 0,-5 2 3 16,13 3 3-16,-3 1 0 0,-2 0 1 0,3 2 2 15,6 1-9-15,-4 3 2 0,2 0 5 0,-1 1-6 16,1 0-6-16,-3 0-19 0,0-1-26 0,1 3-18 15,-4-3-17-15,3 1-21 0,-6-2-110 0,1-1-224 16,-5-2 99-16</inkml:trace>
  <inkml:trace contextRef="#ctx0" brushRef="#br0" timeOffset="149077.97">31261 8809 55 0,'-1'-10'157'0,"1"10"-4"0,-1-8-26 0,1 8-16 15,0 0-12-15,-7-3-7 0,7 3-9 0,0 0-3 16,-24 17-6-16,10-7-9 0,-9 7-7 0,0 1-5 16,2 0-5-16,0 3-12 0,2-2-28 0,-2 1-22 15,9-4-19-15,-5 3-28 0,8-4-32 0,-1 0-90 16,1-3-199-16,3-1 88 0</inkml:trace>
  <inkml:trace contextRef="#ctx0" brushRef="#br0" timeOffset="149466.06">31463 8806 57 0,'0'0'126'0,"0"0"-5"0,0 0-7 16,9 12-7-16,-9-4 9 0,0-1-9 0,0 2-8 15,-1 0-9-15,1 3-14 0,-3-3-4 0,1 2-3 16,1-2-11-16,-1 0-3 0,0 0 0 0,-2-1-7 0,4-8-3 15,-1 10-3-15,1-10 7 0,-1 11 22 0,1-11 10 16,0 0 1-16,0 0-6 0,0 0-3 0,0 0-17 16,0 0 0-16,0 0-8 0,3-33-3 15,2 18-4-15,-1-1-6 0,1-4-4 0,2-3-3 0,2 0-6 16,0-4-2-16,0 0 1 0,1-2-6 0,1 4 0 16,0 4-1-16,-2 2-2 0,1 4-2 15,-3 1-4-15,1 4 2 0,-4 2-4 0,0 0-3 16,-2 5 0-16,-2 3 1 0,9-3-4 0,-9 3 2 15,12 6-2-15,-6 1 2 0,4 5-2 0,-3 5-1 0,-3-1-12 16,2 9 4-16,-1 1 0 0,-4 0-2 0,4 0 2 16,-3 1 4-16,-1-2-2 0,-1 1-13 15,0-2-9-15,1 0-18 0,-2-5-23 0,0-2-16 16,-1 1-22-16,1-3-36 0,0-3-20 0,-3-2-103 16,3-2-290-16,0-4 128 0</inkml:trace>
  <inkml:trace contextRef="#ctx0" brushRef="#br0" timeOffset="149867.31">31534 8847 67 0,'0'0'115'0,"-3"-6"-13"0,3 6-18 0,0 0-6 16,0 0-14-16,13-6-25 0,-4 4-4 0,0 1-18 16,1 1-11-16,4-1-8 0,0-1-14 15,4 2-4-15,-5 0-5 0,5 0-1 0,-2-1 5 16,0-1-4-16,-4 0 7 0,2 0 5 0,-2-3 3 15,0 1 8-15,-1-2 16 0,-2 0 9 0,-1 0 11 0,-1-1 4 16,2 1-7-16,-4-2 13 0,0 5 14 0,-1-1-3 16,-4 4 10-16,7-8-12 0,-7 8 4 15,6-5-18-15,-6 5-1 0,0 0-5 0,0 0 0 16,0 0-2-16,13 6-1 0,-11-1 8 0,4 4-7 16,-1 1-9-16,0-1 17 0,0 8-3 0,-1-7-1 0,1 6-7 15,-1-4 3-15,1 0-10 0,1-1 3 0,-1 0-9 16,-1-1 1-16,0-1 4 0,0-2-6 0,0-1 3 15,0 2-6-15,-1-3 12 0,1 0-6 16,-4-5 18-16,6 7 7 0,-6-7-2 0,0 0 0 0,13-4-3 16,-13 4-4-16,13-13-4 0,-5 5-6 0,1-5-1 15,2 1-2-15,-2-3-3 0,-1 2 3 0,0-3-7 16,0 0-14-16,-1-1-15 0,-2 1-13 0,1 2-9 16,-2 6-12-16,0-1-21 0,1 1-30 0,-2 2-29 15,-3 6-15-15,0 0-78 0,0 0-240 16,0 0 106-16</inkml:trace>
  <inkml:trace contextRef="#ctx0" brushRef="#br0" timeOffset="150076.79">32009 8993 78 0,'1'6'104'0,"-1"-6"-16"0,0 0-4 16,0 0-3-16,2 7-2 0,-2-7-2 0,0 0-11 15,0 9-5-15,0-9 11 0,0 0-23 0,0 8-7 16,0-8 4-16,0 9-5 0,0-9-4 16,5 7-9-16,-5-7 1 0,10 7-6 0,-4-3-5 0,7 0-23 15,2-1-38-15,3 1-30 0,3 0-91 0,2-2-178 16,8-4 80-16</inkml:trace>
  <inkml:trace contextRef="#ctx0" brushRef="#br0" timeOffset="150296.17">32538 8726 96 0,'0'0'123'0,"0"0"-16"0,-2-7-11 0,2 7-14 16,0 0 5-16,0 0-7 0,0 0 12 0,-8 26-11 0,7-12-2 15,-2 3-11-15,3 0-6 0,-1 3-5 0,0-2-2 16,-1 0-7-16,1 1-3 0,4 0-4 15,-3 0-6-15,2-2-7 0,-2 1-25 0,3-3-23 0,-2-4-33 16,0 2-36-16,2-3-20 0,-3 1-74 16,-3-3-198-16,3-8 89 0</inkml:trace>
  <inkml:trace contextRef="#ctx0" brushRef="#br0" timeOffset="150480.29">32546 8837 38 0,'0'0'111'0,"0"0"4"0,0 0 12 16,0 0-7-16,-24 18 2 0,4 0-17 15,0 0-2-15,-4 0-10 0,-1 1-8 0,2 0-8 16,-1 1-14-16,2-1-20 0,-1-2-39 0,2-1-3 16,8-2-48-16,-1-1-36 0,1 0-97 0,4-4-194 15,0-1 85-15</inkml:trace>
  <inkml:trace contextRef="#ctx0" brushRef="#br0" timeOffset="150877.87">32514 8881 61 0,'0'0'124'0,"0"0"1"0,1 22-4 0,-5-11-1 16,-2 3-7-16,0 2-9 0,-1 1-9 0,-1-1-7 15,-2 0-12-15,4 0-3 0,0 1-11 0,0-5-5 16,2-1-12-16,2-3-4 0,-1-1-2 0,0 0 0 16,3-7 6-16,-3 7 11 0,3-7 8 0,0 0-5 15,0 0-8-15,0 0 1 0,0 0-10 0,0 0-6 16,10-29 3-16,-6 13-8 0,4-1-3 0,0-7-5 16,2 0-7-16,-3 0 4 0,1-4 3 0,2-1-5 15,2 2-1-15,-1-4-4 0,3 3-1 0,-1 1-3 16,1 4 1-16,-4 7 1 0,2 0 2 0,-1 3-1 15,0 2-1-15,-5 3-3 0,0 3-2 0,1 2-1 16,-1 2-2-16,-6 1 0 0,0 0-2 0,0 0 0 16,0 0 1-16,0 0-2 0,44 41-3 0,-44-41 4 15,12 35 1-15,-4-12-2 0,-8-23 0 0,9 37-1 16,-9-37 1-16,5 39-2 0,-5-39 4 0,6 36 3 0,-6-36-4 16,2 36-9-16,-2-36-15 0,1 33-27 15,-1-33-19-15,0 35-23 0,0-35-58 0,-6 23-15 16,3-13-98-16,-2-1-282 0,-1-1 124 0</inkml:trace>
  <inkml:trace contextRef="#ctx0" brushRef="#br0" timeOffset="151294.1">32576 8955 18 0,'0'0'123'0,"4"-10"-3"15,-4 10-24-15,8-6 0 0,0 2-12 0,3 0-10 16,-1 0-10-16,-10 4-10 0,0 0-24 0,0 0-17 15,62-14-12-15,-62 14-15 0,30-10-1 0,-30 10 6 16,0 0-3-16,36-16 5 0,-36 16 1 0,22-10 8 16,-22 10 5-16,0 0 10 0,23-16 0 0,-23 16 8 15,0 0 0-15,0 0 11 0,0 0 5 0,19-22 9 16,-19 22-3-16,0 0 3 0,0 0-2 0,0 0-5 16,0 0-8-16,0 0-3 0,0 0-11 0,0 0-1 15,0 0 1-15,0 0 0 0,0 0 4 0,0 0-8 16,0 0-1-16,0 0-1 0,0 0 4 0,28 46-11 15,-28-46 6-15,0 0 0 0,7 35-5 0,-7-35 10 16,0 0-10-16,11 29 9 0,-11-29-14 0,0 0 7 16,0 0 5-16,0 0 16 0,10 25 18 0,-10-25 10 15,0 0 6-15,0 0-2 0,0 0-7 0,0 0-8 16,0 0-3-16,0 0-7 0,0 0 2 0,0 0 21 16,45-55-9-16,-45 55-4 0,14-34-6 0,-5 10-5 15,-9 24-6-15,18-47-13 0,-13 29-6 0,-5 18-10 16,15-29-15-16,-15 29-13 0,0 0-20 0,13-29-25 15,-13 29-31-15,0 0-11 0,0 0-20 0,0 0-5 16,0 0 1-16,0 0-5 0,0 0-91 0,0 0-250 16,0 0 111-16</inkml:trace>
  <inkml:trace contextRef="#ctx0" brushRef="#br0" timeOffset="151586.21">32992 8932 124 0,'0'0'148'0,"0"0"-5"0,0 0 2 0,0 0-1 15,0 0-7-15,0 0-6 0,0 0-14 0,0 0-10 16,0 0-14-16,0 0-5 0,0 0-14 0,71-7-9 16,-71 7-5-16,0 0-6 0,0 0-9 0,0 0 0 15,0 0-2-15,0 0-12 0,11 27 5 0,-11-27-4 16,0 0-5-16,0 0-3 0,0 0 0 0,0 0-4 16,0 0 0-16,-27 55-4 0,27-55-10 15,0 0-1-15,0 0-4 0,-7 34-10 0,7-34-14 0,0 0-1 16,0 0-2-16,13 35-5 0,-13-35 7 0,0 0 8 15,23 24-12-15,-23-24 8 0,17 14-5 0,-17-14 8 16,0 0-4-16,22 22 6 0,-22-22-5 0,0 0 9 16,0 0 0-16,14 22-2 0,-14-22 3 0,0 0-8 15,0 0-16-15,0 0-16 0,0 0-33 0,0 0-19 16,-45 35-32-16,45-35-73 0,-33 10-224 0,33-10 99 16</inkml:trace>
  <inkml:trace contextRef="#ctx0" brushRef="#br0" timeOffset="151914.31">31316 9435 3 0,'0'0'137'0,"2"-9"-5"0,-2 9-15 16,7-7-11-16,-1 6-7 0,-6 1 4 0,17 4-4 15,-2 3 2-15,4 3-11 0,6 4-13 0,-2 1-6 16,-2 4-4-16,-2 2-8 0,0-1-9 0,0 2-3 15,0 1-23-15,1-4-31 0,-7-4-31 0,3 4-32 16,-5-3-32-16,-2-3-93 0,-1-3-210 0,0-3 94 16</inkml:trace>
  <inkml:trace contextRef="#ctx0" brushRef="#br0" timeOffset="152085.91">31503 9403 137 0,'-3'-4'183'0,"3"4"-22"16,0 0-10-16,-21 8-16 0,8 7-15 0,-10 4-8 16,-5 7-12-16,-5 10-9 0,-7 3-11 0,2 1-11 15,-1 1-32-15,4 1-32 0,0-3-38 0,3 3-46 16,1-5-33-16,-1 5-82 0,6 1-208 0,-3-1 93 16</inkml:trace>
  <inkml:trace contextRef="#ctx0" brushRef="#br0" timeOffset="152515.9">30510 10269 81 0,'1'-9'210'0,"0"3"-17"0,-1 6-24 16,0 0-17-16,0 0-14 0,0 0-12 16,0 0-14-16,0 0-12 0,0 0-13 0,0 0-5 0,-8 28-7 15,6-17-13-15,1-1-5 0,-1-3 0 0,0 1-7 16,2-8-5-16,-1 13-6 0,1-7 1 0,0-6-6 16,0 0 9-16,0 9 15 0,0-9 5 15,0 0-7-15,0 0-7 0,0 0-4 0,0 0-5 0,8-26-3 16,0 10-8-16,2-2 5 0,1-6-1 0,-1 1-11 15,3-2-4-15,0-1-2 0,1-1-2 0,-1 5-3 16,3-4 0-16,-3 4 0 0,2 0-4 16,-3 8 0-16,-3 5-1 0,0-1-5 0,-2 2 4 0,0 4-5 15,0 2-1-15,-7 2-1 0,12 4 0 0,-7-1 2 16,2 7-1-16,0 4-1 0,-2 2 1 0,-1 2-4 16,0 8 24-16,-3 0-5 0,0-1-3 0,-1 3 1 15,0-1-14-15,-1 3-16 0,0-1-18 0,1-3-31 16,-1-1-29-16,-2 0-48 0,0-6-42 0,0 0-151 15,-1-3-364-15,-2-4 162 0</inkml:trace>
  <inkml:trace contextRef="#ctx0" brushRef="#br0" timeOffset="152910.13">30487 10384 1321 0,'-4'-6'40'15,"3"0"-30"-15,1 6-5 0,1-11-16 0,-1 11 3 16,5-7-15-16,-5 7 15 0,18-6-4 0,-1 3 2 15,1-3 1-15,2 3 2 0,2-1-8 0,5-1 1 16,-6 4-9-16,9-2-8 0,-5 0 0 0,4 0 3 16,-7 1 3-16,0 0-4 0,-3-2 9 0,3 2 1 15,-3-1 5-15,-1 0-1 0,-4 1 9 0,-2-1 4 16,-2 1-2-16,-1 1 20 0,-1-1 0 0,-8 2 6 16,11-1 1-16,-11 1 5 0,10 0-12 0,-10 0 0 15,0 0 8-15,11 3 16 0,-11-3-1 0,7 8 8 16,-4 0 8-16,3 0-5 0,-1 1 2 0,-1 2 5 15,1 0-4-15,0-1-2 0,-1 0-2 0,1 3-3 16,2-3 5-16,-1 0-4 0,-1-1-5 0,2 0 0 16,0-2 2-16,-1 0-1 0,0-1 0 0,-1-3 3 15,0-3 7-15,-5 0 10 0,14 2-1 0,-14-2-2 16,13-5-3-16,-4-1-5 0,0 0-4 0,0-3-4 16,-2-2-4-16,7-2-5 0,-7 2-4 0,0-5-3 15,-1 0-2-15,1 1-12 0,-3 3-17 0,0-2-9 16,-4 0-28-16,1-1-27 0,-1 5-19 0,-1 1-17 15,1 9-28-15,0-10-27 0,0 10-15 0,-3-7-9 16,3 7-106-16,0 0-312 0,0 0 138 0</inkml:trace>
  <inkml:trace contextRef="#ctx0" brushRef="#br0" timeOffset="153178.15">31201 10509 128 0,'3'7'134'0,"-3"-7"6"0,1 10 4 0,-1-10 9 16,3 7 9-16,-3-7 3 0,0 0-4 0,1 6 4 16,-1-6-22-16,0 0-9 0,0 0-12 0,0 0-9 15,0 0-13-15,0 0-9 0,0 0-11 0,0-32-7 16,5 22-7-16,0 1-7 0,4-6-8 0,2 0-3 16,1 1-7-16,2 0-6 0,2 2-3 0,0-1-5 0,2 4-4 15,1 0-3-15,-1 5-1 0,0 2-3 16,-4 2-3-16,-1 1 2 0,4 3-5 0,-6 2-15 15,0 2 1-15,2 6-10 0,-1 1-14 0,-5 2-17 16,0 6-25-16,-2 2-33 0,-1-5-39 0,-3 5-27 0,-2-6-22 16,-2-1-128-16,-1 0-345 0,3-2 152 0</inkml:trace>
  <inkml:trace contextRef="#ctx0" brushRef="#br0" timeOffset="153490.15">31803 10497 13 0,'13'-1'64'0,"-3"-1"-15"0,2 2-15 16,1-2-10-16,1 1-9 0,2 0-12 16,3 1-10-16,1 0-2 0,1 1-3 0,-2-1 4 0,0-1 0 15,2 3-3-15,0-2 0 0,-2 2 1 16,1 0 1-16,1-2 15 0,-3 1 7 0,-6 1 3 15,-1 0 6-15,0 0 3 0,-1 0 7 0,-2 0 10 0,0 0 0 16,2 0 3-16,0 1 8 0,0-3 7 16,2 3-8-16,4-1 4 0,3 0-17 0,2-2 7 0,6 1-4 15,-5-4-7-15,11 0-1 0,3 0-9 16,-1 1 8-16,5 0-21 0,-2-2-6 0,1 2-12 0,-1 0-31 16,2 1 5-16,-40 1-13 0,70-3-10 0,-38 0-6 15,-32 3-43-15,50 0-110 0,-50 0 48 0</inkml:trace>
  <inkml:trace contextRef="#ctx0" brushRef="#br0" timeOffset="154242.53">30096 9352 95 0,'32'3'126'16,"23"6"-13"-16,38 1-20 0,16 2-14 0,12 2 0 16,16-1-22-16,15 0-27 0,5 0-18 0,7 1-23 15,4-2-19-15,6 2-78 0,-2 1-116 0,-6-3 52 16</inkml:trace>
  <inkml:trace contextRef="#ctx0" brushRef="#br0" timeOffset="172381.41">9656 6114 2 0,'-17'-9'32'0,"17"9"-5"0,0 0-3 0,0 0-6 16,0 0 1-16,0 0-1 0,0 0-4 0,0 0 3 15,0 0-5-15,0 0-4 0,0 0 7 0,0 0-8 16,0 0 3-16,0 0 0 0,0 0-1 0,-5-5-4 16,5 5 5-16,0 0 0 0,0 0-7 0,0 0 5 0,0 0-1 15,0 0-2-15,0 0 8 0,0 0-5 16,0 0-4-16,0 0 3 0,0 0 0 0,0 0-1 16,0 0 0-16,0 0 1 0,0 0-6 0,0 0-1 15,0 0 8-15,0 0-8 0,0 0 3 0,0 0 1 16,0 0-1-16,0 0-2 0,0 0 3 0,0 0 4 0,0 0-2 15,0 0-1-15,0 0-7 0,0 0 5 16,0 0 2-16,0 0 5 0,0 0-4 0,0 0 2 16,0 0-3-16,0 0 4 0,0 0-2 0,0 0-5 15,0 0 0-15,0 0 1 0,0 0-2 0,0 0 4 16,0 0-7-16,0 0 5 0,0 0-1 0,0 0-5 16,0 0 5-16,0 0-1 0,0 0-6 0,0 0-1 15,0 0-11-15,0 0 1 0,0 0-13 0,0 0 3 16,0 0-7-16,0 0-22 0,0 0-59 0,0 0 27 15</inkml:trace>
  <inkml:trace contextRef="#ctx0" brushRef="#br0" timeOffset="-162275.53">32127 11173 73 0,'0'0'74'0,"5"-2"-14"0,-5 2-10 0,0 0-2 15,9-3-4-15,-9 3-9 0,0 0-17 16,9 0-14-16,-9 0-10 0,0 0-17 0,11 3-11 0,-11-3-24 16,5 1-61-16,-5-1 27 0</inkml:trace>
  <inkml:trace contextRef="#ctx0" brushRef="#br0" timeOffset="-160868.93">31948 11113 68 0,'-33'-6'60'0,"-2"-2"2"0,-1 3-6 0,-1-3-4 16,-13-1 0-16,11 0-11 0,-11-1-5 0,0-1-7 0,-1 3 2 15,-3-4 5-15,-3 2-18 0,0-2 2 0,-4 1-1 16,-3-1 2-16,-1 1 2 0,-24-7-4 16,24 4-1-16,-24-6 2 0,29 2-9 0,-4 2 1 15,2-4 1-15,-24-10-4 0,23 9 4 0,3-3 5 16,1-4-4-16,-20-13 0 0,28 14 0 0,-1 0 1 0,-1-3 4 16,1 0 3-16,3-1-13 0,1 1 2 0,0-3-7 15,7-2 3-15,2 1 0 0,1-2 0 0,2-3 3 16,3-1-2-16,3 1-5 0,1-8 2 15,2 0 1-15,4-3 1 0,6-2 2 0,1-3-4 16,2 2 1-16,-2-2 0 0,5 1-10 0,-4-1 5 0,6 0 6 16,3 2-6-16,-5 1 3 0,7 0-4 0,2 0-1 15,0 2-4-15,0 2-1 0,1 1 4 16,6 2 3-16,1-1-5 0,4 1 1 0,6-3 0 0,1 4 6 16,4 0 3-16,5-1-7 0,6 0-1 0,3 1 4 15,9 1-9-15,20-18 3 0,1 3 5 16,5 4-6-16,-18 18-1 0,26-15 6 0,-3 5-4 0,-21 10 2 15,25-9-2-15,-4-1-16 0,-23 12 21 0,31-9-12 16,-28 17 6-16,3-3-7 0,-1 1 8 0,3 2 9 16,0 3-4-16,2-3-9 0,-5 3 0 0,-2 3-4 15,1-1 12-15,-4 2 4 0,1-1 3 0,0 4-16 16,0 0-1-16,-2 2 8 0,2 0-4 0,1 0-1 16,0 4 0-16,4-4 20 0,1 4-24 0,-2 1 0 15,2 0 6-15,1 3-7 0,0-1 5 0,0 3 3 16,0 4 1-16,0-4-13 0,1 5 10 0,-1 2-3 15,0-1 3-15,2 6 5 0,2-3-2 0,3 3-4 16,-3 0 3-16,2 0 4 0,-3 2-5 0,2 2 3 16,-3 0-7-16,2 0 1 0,-1 4-4 0,-1-4 13 15,0 3 5-15,2 0-7 0,-3 5-11 0,2-2 10 16,-1 0-2-16,1 3 7 0,21 10-6 0,-32-12-2 16,-1 2 10-16,-4 3-12 0,0-1 6 0,-3 3-4 15,-11-5 3-15,8 8 8 0,-13-5-7 0,0 1 3 16,-5 3 0-16,0 1 2 0</inkml:trace>
  <inkml:trace contextRef="#ctx0" brushRef="#br0" timeOffset="-160587.65">33863 9836 867 0,'-42'71'11'0,"-5"1"-3"16,-4-5 1-16,-9-2-3 0,-3-1-1 0,-3-3-1 15,-10 0 3-15,5-4-4 0,-2-3 8 0,0-3-10 16,0-3 7-16,-5-3-5 0,0-1 8 0,-3-3-8 16,0 0 0-16,-2-6 8 0,24-6-1 0,-28 4-8 15,2-1 2-15,27-11-1 0,-34 5-2 0,3-5 7 16,-1-5-2-16,-7 0 5 0,0-8 0 0,-1 0-14 16,-2-4 9-16,1-4-8 0,0-3 10 0,-3-2-11 15,4 0 16-15,5-2-9 0,27 0 4 0,-26-3 2 16,29 2 3-16,3 1-19 0,2 1 0 0,5 1-13 15,16 3-2-15,2-1-19 0,2-1-13 0,5 4-21 16,6 2-70-16,9-1-156 0,-4 1 69 0</inkml:trace>
</inkml:ink>
</file>

<file path=ppt/ink/ink43.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1-01-27T04:09:39.175"/>
    </inkml:context>
    <inkml:brush xml:id="br0">
      <inkml:brushProperty name="width" value="0.05292" units="cm"/>
      <inkml:brushProperty name="height" value="0.05292" units="cm"/>
      <inkml:brushProperty name="color" value="#FF0000"/>
    </inkml:brush>
  </inkml:definitions>
  <inkml:trace contextRef="#ctx0" brushRef="#br0">18133 3891 2 0,'7'5'6'0,"3"-1"-4"0,2 1 7 0,0-2 4 16,4 2-4-16,2-1 0 0,4-1 1 0,5 1 5 15,1 0-4-15,0 0 1 0,1 0-6 16,3-1 5-16,0 1-3 0,3-1 1 0,2 1 0 15,0 1 4-15,17-1 1 0,-3 2 5 0,0-2-7 0,3 1-1 16,-1-1-2-16,0 0 0 0,2 1 5 16,1 0-4-16,3-2 1 0,-1 0-3 0,4 0 5 15,-1-2 3-15,3 2-1 0,27-2-2 0,-29 2 5 16,30-2-6-16,-26 0 5 0,28 1 2 0,-3 1-5 16,-27-2 0-16,1-1 3 0,26 1-5 0,-30 1-2 15,3-2 4-15,-3 1-7 0,1 1 7 0,-4-4-5 0,1 5 7 16,-3-2-3-16,-1-1-6 0,-2 0 3 0,-12 2-10 15,-2-2 0-15,0 1 9 0,-2 1 0 16,1 0-5-16,-6-1 0 0,-4 0 1 0,-7 0-3 16,-2 1-1-16,-5-1-1 0,-2 0 4 0,-1 0-2 15,-4-1 4-15,1 1-1 0,-8-1 6 0,10 0 6 16,-10 0-8-16,8 0 6 0,-8 0-2 0,8 1 1 0,-8-1 1 16,0 0-5-16,0 0 2 0,10 0-8 0,-10 0 6 15,0 0-11-15,0 0-15 0,0 0-15 16,0 0-18-16,6 4-58 0,-6-4-113 0,0 0 50 15</inkml:trace>
  <inkml:trace contextRef="#ctx0" brushRef="#br0" timeOffset="1084.33">22555 4057 5 0,'-8'-1'28'15,"8"1"-2"-15,0 0-1 0,0 0-3 0,0 0 1 16,0 0-3-16,0 0-4 0,0 0-4 0,0 0-1 16,0 0-1-16,18 10-5 0,-7-7 3 0,2-2 4 15,9 2-7-15,7-1 1 0,6 1 5 0,4-2-6 16,17-1 3-16,4 2 1 0,1 0-1 0,28 0 3 16,-23-2 0-16,27 0-5 0,-1 3 0 0,0-3 0 15,-27-1 4-15,26-1-4 0,2 4 2 0,-29-2-3 16,27 0 6-16,-26 0 5 0,31-2-3 0,-4 2 2 15,-26-2 2-15,27 4-8 0,-26-4 2 0,26 4-4 16,2 0 4-16,-33-4 2 0,33 5 7 0,-3 0-3 16,0-2 2-16,-1 0-3 0,-1 1 1 0,-23-2-5 15,25 1 0-15,-27 1-7 0,27 0 4 0,-31-1 4 16,2-2-6-16,0 2 3 0,1 0 8 0,-2 1-7 16,0-1 0-16,-5 0 0 0,-3-1-2 0,-16 1-1 15,3 2 1-15,-4-2-2 0,-1 0-5 0,-2 1 11 16,-3-2-10-16,-4 0-2 0,-2 3 3 0,-5-3-2 15,1 2 0-15,6-2 6 0,-7 0-11 0,-3 0 5 16,2 0 1-16,-2 0-4 0,2 1 5 0,3-2-1 16,-4 1 2-16,2-2-5 0,-4 2 4 0,-2 0 4 15,6 0-5-15,-3 0-4 0,-3 0 6 0,4-2 8 16,-2 1-24-16,1 1 17 0,2 0 10 0,-2 0-19 16,2-2 9-16,-1 2-6 0,0 0 3 0,2 0-3 15,-3 2 3-15,4-2 0 0,-1 0 5 0,0 1-3 16,3-1-8-16,6-1 13 0,-2 4-14 0,-4-3 3 15,4 2 7-15,-5-2-4 0,3 0-5 0,-3 1 7 16,7-1-6-16,1 1 2 0,-1 1-7 0,0 0 9 16,3 0-2-16,-1-1-1 0,1 2 4 0,-3-3-13 15,2 2 9-15,-5-1 3 0,3 1-2 0,-1-2-2 16,-4 0-2-16,4 2 13 0,-6 0-5 0,6-1-4 16,-11 0 1-16,6-1-2 0,-3 1 3 0,2 2 0 15,-1-3-4-15,-1 2 0 0,-1-2 4 0,2 2-5 16,-6-2 1-16,4 2 3 0,-6-2-3 15,1 1-6-15,-1-1 12 0,1 0 6 0,-1 0-5 16,-1 0-5-16,-4 0-1 0,-3 2-3 0,-5-2 6 0,13 1-4 16,-13-1-1-16,11 0 5 0,-11 0-1 0,0 0-5 15,0 0 5-15,11-1-3 0,-11 1 6 0,0 0 14 16,0 0-10-16,9 0-2 0,-9 0 10 0,0 0 4 16,0 0-4-16,0 0 5 0,0 0-4 15,6-3-8-15,-6 3 4 0,0 0-8 0,0 0 9 16,4-5-2-16,-4 5 3 0,0 0 4 0,0 0-8 0,0 0-2 15,0 0 2-15,0 0-10 0,4-7-1 0,-4 7 12 16,0 0-2-16,0 0 2 0,0 0-6 16,0 0 12-16,0 0-19 0,0 0 3 0,0 0-2 0,0 0-4 15,0 0 4-15,0 0-17 0,4-6-20 16,-4 6-18-16,0 0-13 0,0 0-13 0,0 0-64 0,0 0-157 16,0 0 71-16</inkml:trace>
  <inkml:trace contextRef="#ctx0" brushRef="#br0" timeOffset="4882.39">13706 4834 9 0,'63'0'15'0,"-1"2"-1"0,1 0 5 16,-4-2-8-16,-1 1 7 0,-4-1 0 0,-2 2-6 15,-12 0 2-15,11 1-1 0,-14-3 2 0,-3 3 0 16,-2-3-4-16,-1 1-5 0,-2 2 6 0,1-3-5 16,-9 0 9-16,0 2 1 0,1-2-5 15,-4 1 2-15,2-1-4 0,-3-1 4 0,-3 1-5 0,-2-2 15 16,-1 2-8-16,-4 0 6 0,-7 0-3 0,13 0-1 16,-13 0 2-16,10 0-7 0,-10 0 4 0,0 0 1 15,11 0-3-15,-11 0-3 0,0 0-2 0,0 0-7 16,8-2-14-16,-8 2-16 0,0 0-52 0,0 0-85 15,0 0 38-15</inkml:trace>
  <inkml:trace contextRef="#ctx0" brushRef="#br0" timeOffset="5645.74">17493 4839 4 0,'57'-2'19'0,"7"-3"-3"0,0 1 2 16,1 1-3-16,28-3 3 0,-29 4-6 16,27-4 0-16,-26 3-1 0,-1-2 2 0,-1 3 1 0,-3-1 1 15,-4-2-7-15,-5 3 0 0,-13 0 2 16,-2-1-1-16,-1 2 0 0,-3-1-1 0,-3 1-2 0,-7 0-2 15,-3-1 1-15,-2 2 0 0,-2-1-2 0,-5 1 2 16,-1 0-3-16,-9 0-2 0,13 0 4 0,-13 0 3 16,10 0 2-16,-10 0 8 0,0 0 4 0,0 0-2 15,7-1-2-15,-7 1-1 0,0 0-1 16,0 0 3-16,0 0 0 0,0 0-3 0,0 0 4 0,0 0-5 16,0 0-1-16,-16-16 7 0,16 16-10 0,0 0-3 15,-6-5-6-15,6 5 6 0,-8-3 2 0,8 3-14 16,0 0-14-16,0 0-6 0,0 0-3 15,0 0-2-15,0 0 1 0,0 0-37 0,0 0-70 16,0 0 32-16</inkml:trace>
  <inkml:trace contextRef="#ctx0" brushRef="#br0" timeOffset="92764.55">719 12880 69 0,'0'0'136'0,"0"0"3"0,-2-54-4 0,2 54-8 16,-7-31 10-16,7 31-5 0,0 0-11 15,-10-39 10-15,10 39-3 0,0 0-4 0,-10-25-4 16,10 25-6-16,0 0-8 0,0 0-16 0,0 0-12 15,0 0-9-15,0 0-8 0,0 0-12 0,0 0-1 16,0 0-4-16,0 0-9 0,0 0 0 0,0 0-7 16,0 0-1-16,0 0-2 0,0 0 1 0,50 78-2 15,-38-54-2-15,-2 1-3 0,1 2 0 0,-2-1 0 16,-1-1-6-16,2 2 0 0,-3-1 4 0,-3-6-5 16,2 0 0-16,-2-3-1 0,0 0-3 0,0-1 0 15,-2-4-2-15,1-5 0 0,-3 3 4 0,7-1-3 16,-5-6 3-16,-2-3 11 0,1 8 17 0,-1-8 21 15,4 8 9-15,-4-8 0 0,0 0-10 0,0 0-5 16,0 0-11-16,6-25-3 0,-3 9-1 0,-1 0-4 16,4-4-2-16,-2-5-6 0,1-1-3 0,0 3 0 15,2-3-6-15,-1 0-2 0,-3 0-4 0,-1 1-5 16,2 0-4-16,2 1-3 0,-2 5-9 0,2-5 1 16,-2 7-2-16,-2 2-11 0,1 3 4 0,-3 5-18 15,4-1-20-15,-4 8-29 0,0 0-30 0,3-12-14 16,-3 12-13-16,0 0-13 0,0 0-22 0,0 0-12 15,16 22-159-15,-14-12-377 0,0 6 166 0</inkml:trace>
  <inkml:trace contextRef="#ctx0" brushRef="#br0" timeOffset="92996.22">1168 12985 66 0,'0'0'136'0,"-4"18"5"0,2-8-6 0,0 1-8 16,2 1-20-16,-2 6-6 0,1-1-8 15,0-1-5-15,-4 1-12 0,4-1-2 0,-1 0-16 16,0-1 4-16,2 0-11 0,0 1-6 0,0 0-1 16,0-3-18-16,0 2-2 0,4-1-14 0,-3-1-24 15,2-2-23-15,0 1-25 0,0-1-25 0,-3-4-26 16,2 3-80-16,-2-1-207 0,0-9 92 0</inkml:trace>
  <inkml:trace contextRef="#ctx0" brushRef="#br0" timeOffset="93171.34">1049 12801 32 0,'0'0'136'0,"7"-7"-35"0,-7 7-13 16,16-2-26-16,-16 2-30 0,23 2-33 0,-8 0-33 16,4 3-36-16,-4 1-75 0,1 1 34 0</inkml:trace>
  <inkml:trace contextRef="#ctx0" brushRef="#br0" timeOffset="93324.82">1467 13008 12 0,'9'6'171'16,"-9"-6"-25"-16,0 0-14 0,9 8-13 0,-9-8-12 16,12 4-13-16,-12-4 1 0,13 6-21 0,-13-6-26 15,13 9-24-15,-3-4-39 0,-10-5-30 0,13 13-25 0,-9-7-79 16,2 4-162-16,-6-10 73 0</inkml:trace>
  <inkml:trace contextRef="#ctx0" brushRef="#br0" timeOffset="93467.46">1512 13211 69 0,'0'0'125'0,"0"0"-4"0,0 0-6 16,0 0-8-16,0 0-2 0,7 10-6 0,-7-10-12 15,9 2-6-15,-9-2-8 0,15 0-4 0,-4 1-9 16,3-1-22-16,-14 0-33 0,32-2-39 0,-12 1-36 16,-2-1-105-16,2-1-191 0,1-1 85 0</inkml:trace>
  <inkml:trace contextRef="#ctx0" brushRef="#br0" timeOffset="94074.32">2136 12743 166 0,'0'0'164'0,"-1"-10"-15"16,1 10-20-16,0 0-15 0,0 0-7 0,1-8-10 16,-1 8-11-16,0 0-17 0,0 0 7 0,17 12-6 15,-11-3-4-15,2 0-6 0,3 3-4 16,2 3-7-16,-4-1 2 0,4 1-6 0,-4 2-8 16,1 0 2-16,4-1-5 0,-1 5-3 0,-3-3-3 15,-1-1-2-15,4 5 0 0,-3-6-4 0,6 6 2 0,-6-6-4 16,-1-2-3-16,-2 2 8 0,-1-7-8 0,2 2 0 15,-1 0-4-15,-1-3 2 0,-2 1-7 16,0-3 4-16,-1-1-1 0,2 2 4 0,-5-7 2 16,6 6 9-16,-6-6 15 0,2 5 14 0,-2-5 17 0,0 0 7 15,0 0-9-15,0 0-4 0,0 0-3 0,9-15-12 16,-5 5-8-16,0-10 9 0,1 2-15 0,3-6-3 16,-3 0-3-16,4-3-2 0,-1 1-5 15,3-1-4-15,-2-1 2 0,0 2 4 0,-1-1-3 16,2 0-4-16,-2 2-7 0,-2 0-3 0,2 8-1 15,-3 0 3-15,0 3-6 0,-4 1 4 0,3 2-6 16,0 3 1-16,-4 2-1 0,0 6-9 0,2-11-17 0,-2 11-12 16,2-7-29-16,-2 7-16 0,0 0-17 15,7-2-22-15,-7 2-21 0,0 0-24 0,9 12-22 16,-5-4-155-16,-3 2-368 0,3 1 163 0</inkml:trace>
  <inkml:trace contextRef="#ctx0" brushRef="#br0" timeOffset="95790.68">2653 12953 5 0,'0'0'135'0,"-3"-10"-8"15,3 10-6-15,-4-12-3 0,4 12-2 16,-1-5-6-16,1 5-9 0,0 0-15 0,0 0-10 16,0 0-16-16,0 0-2 0,0 0-1 0,0 0-10 15,0 0-4-15,0 0-4 0,0 0-12 0,0 0 14 0,9 28-11 16,-6-11-5-16,-1 0 3 0,1 0 0 0,2 3-3 16,-4-1-9-16,1-1-6 0,1 2 9 0,-2-4-7 15,1 0 4-15,-1-4-7 0,-1-1 0 16,1 3-4-16,-1-4 7 0,0 1-4 0,-2-3 6 15,2-1 0-15,0-7 1 0,-2 11-1 0,2-11 6 16,0 9 4-16,0-9 1 0,0 0 9 0,-1 9 7 0,1-9 1 16,0 0 10-16,0 8-1 0,0-8 1 15,0 0 2-15,0 0-5 0,0 0-4 0,0 0-4 16,0 0-5-16,0 0-2 0,0 0-3 0,0 0-4 16,0 0-5-16,5-24-5 0,-1 15-3 0,1 0-5 15,2-2-4-15,3 1-1 0,-1 0 0 0,5 0-3 16,0-1 0-16,0 2-1 0,2-1-1 0,1 4-3 15,0 2 2-15,-2 1-3 0,-2 3 2 0,0 0 2 16,1 2-3-16,-4 1-2 0,-1 1 4 0,2 2 1 16,-3 1-3-16,1 0-4 0,-3 2 6 0,1-1-4 15,-1 3 6-15,-3-2-6 0,-1 0 3 0,0-2-1 16,-1 0 4-16,-2 3 2 0,-2-2-4 0,-1 1 3 16,-4-1 2-16,1 1-1 0,-3-1-1 0,-1 0 2 15,-5-2-1-15,0 1-1 0,2-1 6 0,-2-4-4 16,2 1-2-16,1-2 1 0,-2 0-7 0,3-2-9 15,3 1-4-15,-2-3-15 0,11 3-18 0,-17-3-26 16,11 1-29-16,-2-2-28 0,8 4-25 0,-9-6-138 16,9 6-321-16,-6-7 142 0</inkml:trace>
  <inkml:trace contextRef="#ctx0" brushRef="#br0" timeOffset="96170.4">3132 13149 47 0,'11'-4'139'16,"-11"4"-2"-16,0 0-11 0,0 0-8 0,11-4-4 16,-11 4 9-16,10-5-12 0,-10 5 1 0,10-6-8 15,-10 6-2-15,12-8-6 0,-6 3 1 0,-6 5-1 16,9-8-11-16,-4 2-1 0,-5 6-1 0,8-11-3 15,-7 4-3-15,-1 7-10 0,4-12-7 0,-4 12-7 16,0-16-4-16,0 16-8 0,-3-14-2 0,3 14-5 16,-6-11-4-16,2 4-5 0,4 7-2 0,-12-11-2 15,2 8-7-15,0 1 1 0,0 2-4 0,-4 3-2 16,1 0-4-16,-2 7-1 0,1-1 2 0,-3 5-2 16,3 0-2-16,0 1 1 0,2 0-2 0,3-3-1 15,2 2 2-15,2-2-5 0,2 1 1 16,2-1-3-16,1-1 9 0,2-1-3 0,5 1-1 0,3 5 2 15,3-5 1-15,5-1 3 0,8 2-6 0,6-3-19 16,3-4-27-16,3-2-61 0,15 1-37 0,-15-4-47 16,-2 1-134-16,0-4-352 0,1 1 156 0</inkml:trace>
  <inkml:trace contextRef="#ctx0" brushRef="#br0" timeOffset="97136.39">3840 13109 2 0,'0'0'126'0,"0"0"-2"0,0 0-16 16,0 0-2-16,0 0-4 0,11-1-8 0,-11 1-3 15,0 0-13-15,0 0 8 0,0 0-16 0,0 0 1 16,0 0-6-16,0 0-12 0,0 0-1 0,0 0-4 16,0 0-2-16,0 0-3 0,0 0-1 0,0 0-5 15,0 0 1-15,0 0-7 0,0 0 1 0,0 0-1 16,0 0 0-16,0 0-7 0,0 0 0 0,0 0 3 16,0 0-7-16,0 0-2 0,0 0-5 0,0 0 5 15,0 0-9-15,0 0 4 0,0 0-3 0,0 0-2 16,0 0 4-16,0 0 0 0,0 0 2 0,0 0-10 15,0 0-1-15,0 0 5 0,0 0-6 0,0 0 1 16,0 0 6-16,0 0-4 0,0 0-2 0,0 0 5 16,0 0-7-16,0 0 1 0,0 0 1 0,0 0-2 15,0 0 4-15,0 0-3 0,0 0-2 0,0 0 4 16,0 0-2-16,0 0 0 0,0 0-2 0,0 0 1 16,-21 12 2-16,21-12 0 0,0 0 1 0,-8 2 3 15,8-2 0-15,0 0 6 0,-8 4-2 0,8-4 6 16,0 0 0-16,0 0 2 0,-6 2 3 15,6-2-4-15,0 0 7 0,0 0-5 0,-8 4-2 0,8-4 1 16,0 0-2-16,0 0-1 0,0 0-2 0,0 0-5 16,0 0-5-16,0 0 3 0,0 0-1 0,0 0 5 15,0 0-6-15,0 0 4 0,0 0-3 0,17 8-1 16,-17-8-2-16,18 0 8 0,-8 1-6 0,3 1 8 16,-1-1-2-16,3-1 0 0,-1 0 0 0,4 0 3 15,1 1 0-15,0-3-3 0,0 0 4 0,4 2 2 16,4-2-4-16,-7 2-2 0,1-2 1 0,-2 2 0 15,-1 0-4-15,0-1 5 0,-5-1-9 0,1 2 2 16,-2 0 0-16,-1-1-1 0,-11 1-1 0,19 0 0 16,-19 0 2-16,13 1-3 0,-6 1 0 0,-7-2 0 15,0 0 2-15,14 0-2 0,-14 0 0 16,9 0 5-16,-9 0-11 0,0 0 3 0,0 0 0 0,14 1-4 16,-14-1-9-16,0 0-9 0,0 0-4 0,0 0-10 15,0 0-12-15,0 0-11 0,0 0-17 0,0 0-15 16,9 2-27-16,-9-2-24 0,0 0-31 0,0 0-108 15,0 0-305-15,0 0 134 0</inkml:trace>
  <inkml:trace contextRef="#ctx0" brushRef="#br0" timeOffset="97818.14">4002 12996 123 0,'0'0'132'0,"0"0"-2"0,0 0-4 0,0 0-11 15,0 0-4-15,0 0-8 0,0 0-9 0,0 0-4 16,0 0-2-16,0 0-11 0,0 0-1 0,0 0-5 15,0 0-4-15,0 0-12 0,0 0-4 0,0 0-4 16,0 0-4-16,0 0-7 0,0 0 1 0,0 0-1 16,0 0-8-16,0 0-5 0,0 0-3 0,0 0 6 15,0 0-6-15,0 0 2 0,0 0-5 0,0 0 1 16,0 0-3-16,0 0 2 0,0 0-8 0,0 0 2 16,0 0 4-16,0 0 0 0,0 0-13 0,0 0 15 15,-1-10-8-15,1 10-1 0,0 0-2 0,0 0 1 16,0 0-2-16,0 0 4 0,0 0-1 0,0 0-3 15,0 0 4-15,0 0 0 0,0 0 3 0,0 0-2 16,0 0-2-16,0 0 1 0,0 0 0 0,0 0-3 16,0 0 5-16,0 0-3 0,0 0-5 0,0 0 0 15,0 0 2-15,0 0-2 0,0 0 3 0,0 0-2 16,0 0-5-16,0 0 0 0,0 0 2 0,0 0-1 16,0 0 0-16,0 0 2 0,0 0-1 0,0 0 3 15,0 0-6-15,0 0 2 0,0 0-3 0,0 38 5 16,0-30-1-16,0 4 2 0,0 1 4 0,-1 2 1 15,-1 2-3-15,2-1 4 0,-1 4 2 0,0-1-2 16,-2 5 1-16,2-5 1 0,0 1 3 0,-1-1 1 16,2-2 0-16,-3 2-2 0,0-2 6 0,3 2 1 15,-1-3 1-15,2 1-2 0,0-5-3 0,-2 0 3 16,0-1-2-16,1-1-2 0,0-2 0 0,0-1 4 16,0-7 1-16,0 12-3 0,-1-6 1 0,1-6-3 15,0 0 2-15,-2 11 2 0,2-11 1 0,0 0-3 16,0 8 0-16,0-8-5 0,0 0 1 0,0 0-3 15,0 0-2-15,2 9 3 0,-2-9-3 0,0 0 5 16,0 0-7-16,0 0-5 0,0 7-18 0,0-7-17 16,0 0-18-16,0 0-17 0,0 0-35 0,0 0-25 15,0 0-33-15,-3 9-21 0,3-9-145 0,0 0-353 16,0 0 157-16</inkml:trace>
  <inkml:trace contextRef="#ctx0" brushRef="#br0" timeOffset="99743.03">4585 12917 14 0,'-3'-16'110'16,"3"16"-1"-16,0 0-6 0,0 0-6 0,-4-6 0 16,4 6-4-16,0 0-6 0,-6-5-8 0,6 5-7 0,0 0-8 15,0 0 0-15,-4-7-9 0,4 7-8 16,0 0-3-16,0 0-1 0,0 0-10 0,0 0 0 16,0 0-4-16,-5-4-3 0,5 4 1 0,0 0 7 15,0 0-18-15,0 0-6 0,0 0 3 0,0 0-1 16,0 0 1-16,0 0-7 0,0 0-2 0,0 0 12 15,0 0 1-15,0 0 2 0,0 0-15 0,0 0 6 0,0 0-8 16,0 0-1-16,0 0-3 0,0 0 8 16,0 0-1-16,0 0-5 0,0 0 8 0,0 0-9 15,0 0-2-15,0 0 5 0,0 0-1 0,0 0-5 16,0 0 2-16,0 0 6 0,0 0-1 0,0 0-6 16,0 0 5-16,0 0-4 0,0 0-2 0,0 0 5 15,0 0-3-15,0 0 7 0,0 0-9 0,0 0-8 0,0 0 10 16,0 0-1-16,0 0 3 0,0 0 3 15,0 0-5-15,0 0 2 0,0 0-3 0,0 0 4 16,0 0 2-16,0 0-4 0,0 0 1 0,0 0 2 16,0 0-5-16,0 0 3 0,0 0 3 0,0 0-3 15,0 0 0-15,0 0 0 0,0 0 3 0,0 0 0 16,0 0-8-16,0 0 5 0,0 0 6 0,0 0-6 16,0 0 0-16,0 0-1 0,0 0 0 0,0 0 3 15,0 0 3-15,0 0 0 0,0 0-6 0,0 0 3 16,0 0 0-16,0 0-1 0,0 0 5 0,0 0-1 15,0 0 1-15,0 0-3 0,0 0-4 0,0 0-1 16,0 0 7-16,0 0-1 0,0 0-7 0,0 0 8 16,0 0-1-16,0 0 1 0,0 0-3 0,0 0 3 15,0 0-1-15,0 0 4 0,0 0 5 0,0 0 2 16,0 0-6-16,0 0 10 0,0 0-4 0,0 0 2 16,0 0-1-16,0 0 1 0,0 0 2 0,0 0-5 15,-5-6-5-15,5 6 4 0,0 0-8 0,0 0 7 0,0 0 4 16,0 0 3-16,0 0-1 0,-5-7 1 15,5 7-2-15,0 0 1 0,0 0 6 0,0 0-7 16,-3-7 8-16,3 7-2 0,0 0-1 0,0 0 0 16,0 0-2-16,0 0-1 0,0 0 5 0,-6-3-2 15,6 3 4-15,0 0-8 0,0 0 6 0,0 0-8 16,0 0 7-16,0 0-8 0,0 0 2 0,0 0-4 16,0 0-3-16,0 0 0 0,0 0-7 0,0 0 3 15,0 0-3-15,-2-9-3 0,2 9-1 0,0 0 0 16,0 0 1-16,0 0-1 0,0 0 2 0,0 0 1 15,11 22-3-15,-10-16 1 0,3 2-5 0,0 0 5 16,1 2-2-16,0 1-1 0,1 4 3 0,2 1-3 16,-1-1 0-16,2 2 5 0,1 6-3 0,-3-4 0 15,4 4 2-15,-2-5 1 0,-3-1-4 0,2 0 4 16,-2 0-3-16,2 0 0 0,-2-2 0 0,1 1 2 16,-1 0 3-16,-2-3-6 0,0-1 1 0,3-1 3 15,-4-2-4-15,1 3 2 0,-2-6 0 0,2 3 4 16,-1-4 1-16,-1 2-5 0,0-1-3 0,0 0 6 15,-2-6-7-15,5 10 12 0,-2-7-6 0,-3-3 1 16,2 6 1-16,-2-6-1 0,0 0-6 0,1 7 6 16,-1-7 5-16,0 0 10 0,0 0 14 0,0 0 6 15,0 0 2-15,0 0-4 0,0 0 1 0,0 0-3 16,0 0 0-16,0 0-6 0,2-22 0 0,-2 13-7 16,1-5 4-16,0-1-2 0,2-3-3 0,1-1-5 15,2-6-1-15,-2-2-3 0,1 8-2 0,3-7 3 16,-2-2-3-16,2 3 4 0,-6 6-3 0,5-5 3 15,-1 6 1-15,-2 0-9 0,1 3-1 0,-2 4 2 16,-1-2-1-16,1 2 0 0,-1 3-1 0,1-2-4 16,-1 4 1-16,-2 6-4 0,3-10 2 0,-3 10 0 15,4-9 1-15,-4 9-7 0,2-5 1 0,-2 5-12 16,0 0-8-16,0 0-14 0,0-8-4 0,0 8-12 16,0 0-12-16,0 0-22 0,0 0-7 0,0 0-16 15,0 0-24-15,0 0-27 0,0 0-24 0,7 26-113 16,-7-26-324-16,-2 14 143 0</inkml:trace>
  <inkml:trace contextRef="#ctx0" brushRef="#br0" timeOffset="100127.26">4926 13212 136 0,'0'0'154'0,"19"-1"0"16,-19 1-18-16,14-3-2 0,-3-4-10 0,-1 4-2 16,0-1-12-16,2-3 4 0,0 1-5 0,-3 0 0 15,-2-3-8-15,5 2-8 0,3-5-5 0,-8 2-9 16,3 1-1-16,1-4-3 0,-4 3-9 0,1-1-6 16,0-2-7-16,-3 1 0 0,-1 2-2 0,-2 0-4 15,0 1-5-15,-1-1-5 0,-1 3-4 0,0 7-6 16,-1-12-2-16,-3 6-6 0,4 6-2 0,-9-7-8 15,9 7 3-15,-19-4-2 0,6 6-1 0,-13 7-5 16,3 5 3-16,-2-1-2 0,2 6 1 0,-2-1-1 16,2 4-3-16,0 0 0 0,7-2 0 0,-1 0-2 15,7-5-2-15,3 2 3 0,2-1 0 0,4 1 0 16,4 0 1-16,0 1-4 0,5-2 5 0,2-2-4 16,6 1 2-16,8 1 5 0,4-1-4 0,3-1-8 15,2-6-29-15,5 3-26 0,16-4-50 0,0 1-30 16,1-3-35-16,-2 3-158 0,-16-3-362 0,3 1 161 15</inkml:trace>
  <inkml:trace contextRef="#ctx0" brushRef="#br0" timeOffset="101477.22">15399 14085 28 0,'0'0'93'0,"0"0"-7"15,0 0-1-15,0 0-11 0,0 0-7 0,0 0-6 16,0 0 1-16,0 0-13 0,0 0 3 0,-1-10-12 15,1 10-3-15,0 0-4 0,0 0-4 0,0 0-7 16,0 0 10-16,0 0-7 0,0-12-4 0,0 12 0 16,0 0 4-16,0 0-11 0,-1-7 4 0,1 7-2 15,0 0 2-15,0 0-7 0,-2-12 3 0,2 12 2 16,-2-7-5-16,2 7-6 0,0 0 8 0,0-7-8 16,0 7 4-16,0 0-3 0,0 0 2 0,-2-12-10 15,2 12-2-15,0 0-3 0,-1-7-5 0,1 7 1 16,0 0-9-16,1-10 5 0,-1 10 5 0,2-7-2 15,-2 7-16-15,0 0 21 0,4-10 5 0,-4 10-9 16,2-5-1-16,-2 5 11 0,0 0-5 0,0 0-6 16,3-11 4-16,-3 11 3 0,0 0-4 0,0 0 2 15,0 0 0-15,0 0 6 0,-5-9-1 0,5 9 2 16,0 0-3-16,-8-4 1 0,8 4-3 0,-10-1 0 16,10 1 6-16,-8-1-7 0,8 1 5 0,0 0-1 15,-14-1 13-15,14 1-15 0,-9 0 8 0,9 0-1 16,0 0 5-16,-10 0 1 0,10 0 4 0,0 0-3 15,0 0-1-15,0 0-1 0,-10 0 5 0,10 0 2 16,0 0 6-16,0 0 0 0,0 0 2 0,0 0 5 16,0 0-8-16,0 0 5 0,0 0 5 0,0 0 6 0,0 0 5 15,0 0-8-15,0 0 4 0,0 0-20 16,0 0 0-16,0 0 8 0,0 0-5 0,42-2-1 16,-22 2-4-16,-1 2-1 0,8-1 3 0,4-1-6 15,-3 0 6-15,0 1-12 0,-5 2 6 0,5-2-4 16,-8 0-2-16,-1 0 12 0,1 1-11 0,-2-2 2 15,1 1-1-15,-6-1 0 0,0 2-1 0,-2-1 1 16,-1-1-4-16,-1 1 1 0,-9-1 5 0,12 0-6 0,-12 0 3 16,9 0-1-16,-9 0-7 0,0 0 6 15,10 0-1-15,-10 0-8 0,0 0 1 0,0 0-13 16,5 2-19-16,-5-2-7 0,0 0-20 0,0 0-8 0,0 0-10 16,-27 4-10-16,17-1-22 0,-3 0-64 15,-2 3-190-15,2-2 85 0</inkml:trace>
  <inkml:trace contextRef="#ctx0" brushRef="#br0" timeOffset="101861.68">15473 14059 147 0,'0'-9'139'0,"0"9"-8"0,0 0-11 0,0 0-13 15,0 0-14-15,0 0-11 0,0 0-10 0,0 0-5 16,0 0-6-16,0 0-5 0,0 0 3 16,-2 30-3-16,2-18 2 0,0 5-9 0,-1 2-3 15,-1 0 1-15,1 6-1 0,1-2-1 0,0 4-6 16,3 0-6-16,-3 3-1 0,1-2 13 0,-2 4-2 0,1-2-5 16,0 0 5-16,-3 5-10 0,2 0 3 15,-3 11-5-15,3-9-2 0,-2-3 0 0,0-2-6 16,-2 0-1-16,3 1-3 0,-3-4 1 0,2 3-3 15,1-4-3-15,-1-2 3 0,-1-1 0 0,2-7-6 16,0 2 2-16,1-2-1 0,-2-2-1 0,2-3-2 0,-1 0 1 16,0 0-4-16,1-3 2 0,0 0-4 0,-2-1 2 15,3 1-3-15,-2 0 2 0,0-4 4 16,2-6 0-16,-1 13-1 0,-1-8-10 0,2-5 4 16,0 11-11-16,-2-6-20 0,2-5-22 0,-4 11-29 15,3-8-27-15,1-3-34 0,-8 8-154 0,2-6-319 0,-3 1 140 16</inkml:trace>
  <inkml:trace contextRef="#ctx0" brushRef="#br0" timeOffset="102407.4">15406 15122 81 0,'0'0'121'0,"5"-4"-11"16,-5 4 2-16,0 0 0 0,14 9-1 0,-8-2-1 15,1 2 0-15,3 5-14 0,-3 1-1 0,2 2-8 16,-2 7-8-16,2-4-10 0,-4-3-1 0,2 9-12 16,-1-7 3-16,-4 1-8 0,2-4 2 0,0 2-1 15,0-1-4-15,-2 0-2 0,3-4 5 0,-2-1-15 16,-2-2 3-16,3-2-2 0,0 1 2 0,-2-3-1 15,0-2 5-15,-2-4 6 0,1 9 5 0,-1-9 14 16,4 8 2-16,-4-8-3 0,5 2-4 0,-5-2 0 16,0 0-5-16,0 0-5 0,14-12-6 0,-8 4-2 15,2-1-9-15,-4-1-1 0,1 0-7 0,1-6 0 16,0-2-4-16,0 2 0 0,1-1-4 0,-1 0-1 16,-3 1-3-16,1-3-1 0,1 4 1 0,-1-1-12 15,3 4-17-15,-4 2-1 0,-3 1-10 0,4 0-11 16,-2 5-19-16,-2 4-26 0,0 0-24 0,0 0-42 15,2-18-15-15,-2 18-7 0,0 0 6 0,0 0-7 16,0 0-6-16,0 0-93 0,0 0-290 0,20 24 129 16</inkml:trace>
  <inkml:trace contextRef="#ctx0" brushRef="#br0" timeOffset="102744.27">15743 15392 2 0,'0'0'107'0,"0"0"3"0,0 0 3 15,0 0 11-15,0 0 11 0,0 0-3 0,0 4 0 16,0-4-10-16,0 0-3 0,0 0-3 16,0 0-11-16,0 0-7 0,0 0-2 0,22-16-10 0,-16 8-4 15,-1-1-7-15,2 0-2 0,1 0-8 0,-1-2-8 16,-2 1 0-16,0-1-8 0,0-2-5 0,3 4-4 16,-3-2 0-16,0 1-4 0,-2-1-3 0,-1 2-5 15,2 0 2-15,-4 9-6 0,4-11-2 0,0 5-3 16,-4 6 0-16,0-9-2 0,0 9-7 15,0 0 1-15,-9-6-4 0,9 6-1 0,-13 3-1 0,0 0-1 16,-2 6-2-16,-2 1 3 0,2 0-3 0,-2 2 2 16,5 1-1-16,0-1 2 0,-1 5-1 0,4 0-2 15,2-1 0-15,-2 0 2 0,4-1 0 0,1 2 4 16,4-4-12-16,2 0-1 0,1 0-20 0,6 0-12 16,-2 0-11-16,4 1-20 0,3-4-20 15,-1 2-17-15,4-2-22 0,-4 2-14 0,1-3-28 16,-4-2-111-16,-2 4-303 0,0-3 134 0</inkml:trace>
  <inkml:trace contextRef="#ctx0" brushRef="#br0" timeOffset="103296.09">15530 16072 161 0,'3'-11'213'0,"-1"-2"-6"0,-1 4-7 15,-1 0-13-15,4 3-11 0,-4 6-17 0,2-12-12 16,-2 12-17-16,1-6-15 0,-1 6-14 0,0 0-11 16,0 0-13-16,0 0-4 0,0 0-5 0,0 0-5 15,-1 28-2-15,-5-9-3 0,5 11 1 0,-4-2-7 16,1 5 2-16,1 12-8 0,-3 1-3 0,2-11-28 15,0 15 0-15,-1 0 0 0,4 1 1 0,-2-3 2 16,1-2-2-16,-1 0 0 0,0-1-2 0,3-8 4 16,0-1-6-16,0-3-1 0,-1 3 3 0,0 9-6 15,1-12 6-15,0-1 3 0,2 0-8 0,-3-2-1 16,2-2-3-16,1-9 32 0,-1 1-3 0,0-4-2 16,1 0-1-16,-2-6-4 0,0 0-5 0,-2-1-2 15,1 0 1-15,1-9-4 0,-1 12 0 16,1-12-5-16,-2 8 2 0,2-8 0 0,-1 7-3 0,1-7 1 15,0 0-6-15,-2 9-8 0,2-9-13 0,0 0-27 16,0 0-37-16,0 0-31 0,0 0-45 16,0 0-61-16,0 0-200 0,-21-22-448 0,15 11 198 15</inkml:trace>
  <inkml:trace contextRef="#ctx0" brushRef="#br0" timeOffset="104316.21">14218 14243 56 0,'0'0'80'0,"0"0"-12"16,0 0-2-16,0 0-7 0,0 0 1 0,0 0-15 0,0 0 7 15,0 0 11-15,0 0-4 0,0 0-2 0,18 11-3 16,-14-6-7-16,4 0-8 0,-6-1-8 0,7 4-3 16,-5-2 0-16,4 1 1 0,-5-1-4 15,2 0-1-15,-3-2-3 0,-2-4-2 0,7 11 4 0,-5-7-12 16,2-1 3-16,-4-3-6 0,0 0 1 0,2 7 0 15,-2-7 8-15,0 0 8 0,4 6-10 16,-4-6 4-16,0 0-3 0,0 0-12 0,17-10-12 0,-11 6 3 16,3 0-12-16,1-3-25 0,1-1-14 0,5 0-22 15,-1 1-15-15,-6-2-55 0,5-1-158 16,1 0 70-16</inkml:trace>
  <inkml:trace contextRef="#ctx0" brushRef="#br0" timeOffset="108245.97">1828 13896 73 0,'0'0'92'0,"0"0"2"0,0 0-13 15,0 0-3-15,0 0 2 0,0 0-2 0,0 0-13 16,0 0-7-16,0 0-4 0,0 0-3 0,0 0-11 16,0 0-3-16,-6-6-1 0,6 6 6 0,0 0-21 0,0 0 12 15,-9-2-5-15,9 2 2 0,0 0-3 16,-6-3 6-16,6 3 1 0,0 0-2 0,0 0-3 16,-12-3 3-16,12 3-4 0,0 0 2 0,-8-3-3 15,8 3-3-15,0 0 5 0,0 0 2 0,-7-2-2 16,7 2 0-16,0 0-7 0,0 0 5 0,0 0-2 15,0 0-5-15,0 0-1 0,0 0-7 0,0 0 2 16,0 0 3-16,0 0-10 0,0 0 8 0,0 0-14 16,0 0 18-16,0 0-2 0,0 0-6 0,33 6 6 15,-20-6-6-15,5-1-2 0,2 1 2 0,-1 1-2 16,3 1 5-16,6-1-12 0,-7-1-11 0,-1 0-12 16,0 0-18-16,1 0-11 0,-2 2-13 0,-1-1-13 15,0 0-13-15,-4-1-20 0,-4 0 3 0,1 0-11 16,1 0-68-16,-7 1-199 0,-5-1 89 0</inkml:trace>
  <inkml:trace contextRef="#ctx0" brushRef="#br0" timeOffset="108824.98">1959 13885 48 0,'0'0'107'0,"0"0"-11"16,0 0-12-16,0 0-8 0,0 0-9 0,0 0-2 16,0 0-1-16,0 0-4 0,0 0 6 0,0 0-11 15,0 0 4-15,2 15-3 0,-2-15-12 0,1 15-1 16,1-3 10-16,-2 0 5 0,4 4-5 0,-3 1 27 16,0 0-2-16,-1 3-11 0,-1 5-3 0,1 0-8 15,1-1-4-15,-2-3-1 0,1-2-6 0,-1 6-8 16,-1-7-1-16,0 1-5 0,2-2-6 0,-2 2-1 15,1-4-1-15,0 0-5 0,1-2 0 0,0-2 9 16,0 0-12-16,-1-2-4 0,1-2 1 16,0 2 1-16,0-9-2 0,0 11-6 0,0-11 4 0,0 12-1 15,0-12-4-15,0 7-2 0,0-7 2 0,0 0 5 16,-2 8-2-16,2-8 1 0,0 0 1 0,0 0-1 16,0 10-2-16,0-10 2 0,0 0 4 0,0 0-4 15,0 0-5-15,0 0 4 0,0 0-1 0,-7 2-3 16,7-2 0-16,0 0 0 0,0 0-1 0,-17-7 0 15,17 7 1-15,-14-3-4 0,14 3 2 16,-11-4-4-16,4 4 2 0,7 0-2 0,-14-6 6 16,5 5 0-16,3 0-7 0,-2-2 0 0,-2 1 4 0,2 0-3 15,8 2 0-15,-16-1 0 0,8 0 0 0,8 1-1 16,-10-2 4-16,10 2-3 0,-12-1 2 16,12 1-2-16,0 0 3 0,-10 0-6 0,10 0 4 15,0 0-1-15,0 0 0 0,0 0-2 0,0 0 1 16,0 0 2-16,0 0-4 0,0 0 3 0,0 0 3 15,0 0 3-15,29 1-3 0,-15 1-3 0,6-4 5 16,-1 2-1-16,1 0 2 0,3-1-6 0,-1 0-10 0,1 1-19 16,-3 0-14-16,2-1-25 0,1 1-15 0,5 0-24 15,-10-2-1-15,1 2-7 0,-2-1-10 16,2 1-91-16,-6 0-236 0,1-2 105 0</inkml:trace>
  <inkml:trace contextRef="#ctx0" brushRef="#br0" timeOffset="109112.16">2273 14193 185 0,'0'0'176'16,"0"0"-13"-16,0 0-7 0,-1-10-28 0,1 10-12 15,0 0-16-15,0 0-9 0,0 0-10 0,0 0 0 16,0 0-10-16,0 0-3 0,0 0-1 0,-5 38-10 15,3-28 3-15,2 3-7 0,0-13-3 0,2 23-2 16,-2-8-9-16,-5-2 4 0,5-1-3 16,-2-1-4-16,0 2 0 0,1-1-5 0,-2-1-6 15,2 1 2-15,-3-1-5 0,4 3-3 0,-1-3-2 0,-1 0-3 16,2-11-20-16,-2 17-13 0,0-10-17 0,2-7-10 16,-4 13-22-16,4-13-8 0,0 15-19 0,0-15-25 15,-2 11-27-15,2-11-102 0,-1 8-268 0,1-8 120 16</inkml:trace>
  <inkml:trace contextRef="#ctx0" brushRef="#br0" timeOffset="109520.09">2314 14186 68 0,'0'0'179'0,"14"-7"-15"0,-8 5-12 0,-6 2-12 15,15-2-6-15,-15 2-13 0,19 4-13 0,-10-2-12 16,-2 2-8-16,-7-4-9 0,13 8-5 0,-7 0-13 16,0-1-4-16,-4 2-4 0,-1 0-4 0,-1-9-2 15,-2 21 0-15,-2-10-14 0,-1-2-3 0,-3 6-3 16,3-6-7-16,-5 4 2 0,3-2 0 0,1-5-5 16,0 3-7-16,1-2-7 0,-2-1-3 0,7-6-9 15,-4 13-2-15,4-13 2 0,-2 10 3 0,2-10-10 16,0 0 6-16,4 14-5 0,-4-14-2 0,5 10 4 15,-5-10 0-15,9 8 4 0,-9-8 1 0,12 10-11 16,-6-5 17-16,-6-5-5 0,15 9 0 0,-7-3 1 16,-8-6 4-16,12 9-3 0,-7-3-1 0,-5-6 4 15,11 7 4-15,-11-7 1 0,5 10 1 0,-5-10 4 16,2 12 6-16,-2-12 11 0,0 0 3 0,0 0-2 16,-10 23-1-16,0-16-7 0,2-1 6 0,-2-1-10 15,1 3 5-15,-2-2-3 0,-1 1-4 0,-2-2-8 16,0 3-12-16,-1-1-15 0,2-3-19 0,-1 4-30 15,1-6-29-15,0-1-38 0,3 3-122 0,10-4-283 16,-17 3 125-16</inkml:trace>
  <inkml:trace contextRef="#ctx0" brushRef="#br0" timeOffset="109840.78">2722 14413 39 0,'-9'3'47'16,"9"-3"6"-16,0 0-1 0,-9 5 10 0,9-5 8 15,-5 5-2-15,5-5 2 0,0 0 4 0,0 0 0 16,-10 4-8-16,10-4 7 0,0 0-8 0,0 0 2 16,0 0-1-16,0 0 7 0,0 0-5 0,0 0-1 0,0 0-11 15,0 0 2-15,20 14-9 0,-10-13-13 16,3-1-26-16,-13 0-34 0,27 0-31 0,-13-1-35 16,5 0-109-16,-5 2-217 0,0-2 96 0</inkml:trace>
  <inkml:trace contextRef="#ctx0" brushRef="#br0" timeOffset="110450.59">2781 14312 70 0,'2'-4'194'0,"-2"4"-10"0,0 0-9 16,5-6-13-16,-5 6-8 0,0 0-14 0,0 0-12 16,0 0-15-16,0 0-6 0,0 0-13 15,0 0-5-15,0 0-12 0,0 0-8 0,0 0-7 16,0 0-3-16,0 0-8 0,0 0-6 0,0 0-4 15,0 0-8-15,0 0-1 0,0 0-3 0,0 0 0 16,0 0-5-16,0 0-6 0,0 0 2 0,0 0-4 0,0 0-1 16,0 0-1-16,0 0-4 0,0 0 2 0,0 0-1 15,-28 3-3-15,15 3 0 0,-6 0 0 16,-8 2-3-16,2 1-3 0,-3-3 0 0,-1 1-2 16,9-1 1-16,-6 0-1 0,6-2 1 0,7-1 0 15,0 0 0-15,4 0 5 0,2-2-5 0,-1-1 1 16,8 0 8-16,-10 3 2 0,10-3 5 0,-10 1 3 15,10-1 5-15,0 0-5 0,0 0-3 0,0 0 3 0,0 0-8 16,0 0 1-16,0 0 0 0,41-13 2 16,-15 6-6-16,2 0-3 0,3 0-21 0,5 0-13 15,-2-1-26-15,2 2-36 0,-1 2-45 0,1 1-52 16,-6 3-151-16,0-2-365 0,-2 1 162 0</inkml:trace>
  <inkml:trace contextRef="#ctx0" brushRef="#br0" timeOffset="111304.21">3688 14004 135 0,'0'-12'132'0,"0"12"-14"0,0 0-6 0,-2-10-12 15,2 10 4-15,0 0 0 0,-1-6 0 0,1 6 2 16,0 0-9-16,0 0-14 0,0 0-3 0,0 0-3 16,0 0-13-16,0 0-4 0,0 0-5 0,0 0-13 15,0 0 0-15,0 0-6 0,0 0-8 0,0 0-1 16,0 0-5-16,0 0-5 0,0 0 2 0,14 22-1 15,-10-13 2-15,3 6-1 0,0 0-3 0,1 2 2 16,-2 1-4-16,1 1 0 0,-1-1-3 0,3 4 4 16,-5-3 6-16,1-2-9 0,3 8 0 0,-3-9 4 15,-2 1-7-15,3-1-1 0,-1 0 2 0,-1-6-2 16,-2 2-3-16,1-1 4 0,1-3-5 0,1 2 3 16,-5-2 1-16,2-3-1 0,-2-5-8 0,3 11 4 15,-2-6 2-15,-1-5-5 0,4 7 7 0,-4-7 3 16,1 6 13-16,-1-6 10 0,0 0 8 0,3 6 13 15,-3-6-2-15,0 0-3 0,0 0-5 0,0 0-2 16,0 0-3-16,0 0-2 0,0 0-4 0,2-25-4 16,0 14-4-16,0 0-1 0,2-4-5 0,0-2 3 15,-2 2-5-15,2-2 0 0,1-7-3 0,0 5-1 16,3-4-3-16,-4 3 1 0,2 2 1 0,-1 0-2 16,1 3-1-16,-1-3-3 0,0 1-3 15,-1 1 2-15,1 0 1 0,-2 5-3 0,1-1 0 0,-1 2-1 16,-1 1-2-16,0 4 5 0,-2 5-2 0,4-12-9 15,-3 9-18-15,-1 3-10 0,3-8-17 0,-3 8-18 16,0 0-20-16,1-9-16 0,-1 9 3 0,0 0-29 16,0 0-12-16,0 0-23 0,0 0-145 15,9 19-337-15,-8-14 150 0</inkml:trace>
  <inkml:trace contextRef="#ctx0" brushRef="#br0" timeOffset="111610.5">4175 14245 13 0,'0'0'149'0,"0"0"2"0,0 0-12 0,0 0-11 0,0 0-14 16,0 0-13-16,-16-13-5 0,16 13-8 0,-11-1-6 15,11 1-8-15,-13-1 6 0,13 1-13 16,-13 2-5-16,7 1 1 0,-5 1-8 0,4 0-2 15,-2 0-2-15,-1 2-8 0,4 1 2 0,-2 1-4 16,0 3-1-16,-1-1 1 0,3-1-1 0,-1 2-7 16,2 0-4-16,1 0 4 0,2-2-8 0,-1 1-2 0,2 0-1 15,-1-1-1-15,4-2-2 0,-2-7 1 16,5 14-2-16,-1-7-2 0,1 1 0 0,3 0-8 16,2-3-24-16,5 2-29 0,3-2-48 0,-2-1-22 15,1-3-28-15,3-1-139 0,-6 1-304 0,4-2 134 16</inkml:trace>
  <inkml:trace contextRef="#ctx0" brushRef="#br0" timeOffset="111868.43">4442 14259 156 0,'-13'3'176'0,"-1"1"-4"0,3 2-10 15,-7 2-18-15,5 1-6 0,-1 0-11 0,-3 0-7 16,4 1-6-16,-2 0-7 0,5-1-11 0,-3 2-8 16,5-2-8-16,-1-1-7 0,4 1-8 0,-1-2-6 15,2 3-4-15,3-3-9 0,0 0-3 0,1-7-3 16,-2 12-2-16,5-5-6 0,1-2-1 16,-4-5 0-16,11 8-14 0,-2-3-22 0,1 1-30 0,4-3-27 15,3-1-36-15,3 0-31 0,0-2-29 0,1 0-130 16,0 0-311-16,7-4 139 0</inkml:trace>
  <inkml:trace contextRef="#ctx0" brushRef="#br0" timeOffset="112139.6">4738 14302 163 0,'0'0'186'0,"0"0"-12"15,-5-4-12-15,5 4-17 0,0 0-1 0,0 0-14 16,0 0-2-16,23-3-11 0,-15 2-7 0,2 1-10 16,0-3-2-16,4 2-4 0,-3 0-6 15,-1 0-4-15,3-1-6 0,-3 2-1 0,4-4-9 0,-3 4-4 16,1 0-8-16,-2-2-3 0,-2 2-4 0,-8 0-7 16,13-1-3-16,-13 1-8 0,11 0-2 0,-11 0-6 15,9 0-13-15,-9 0-15 0,0 0-23 0,9 0-26 16,-9 0-20-16,0 0-26 0,0 0-36 0,8 7-38 15,-8-7-155-15,0 0-356 0,0 0 158 16</inkml:trace>
  <inkml:trace contextRef="#ctx0" brushRef="#br0" timeOffset="112644.14">5179 14050 146 0,'-1'-9'178'0,"1"9"-8"16,0 0-7-16,-3-8-10 0,3 8-18 0,0 0-11 15,0 0-17-15,-1-8-10 0,1 8-12 0,0 0-7 16,0 0-12-16,0 0-6 0,0 0-5 0,14 21 0 0,-8-11-11 15,2 5-6-15,-1 0 3 0,0 1-2 16,3 2-3-16,-2-1-3 0,0 0 4 0,2 1 3 16,-2 0-5-16,-1 0-1 0,1-1-4 0,1 1 2 15,-3-2-6-15,2 1 2 0,-1-2-2 0,0-2 0 16,-1 0-3-16,-2-4-9 0,1 1 3 0,1-1 0 0,-2 0-2 16,-1-3-6-16,1-2 6 0,-1 2 0 0,-3-6 5 15,3 9 11-15,-3-9 7 0,2 5 17 16,-2-5 8-16,0 0 7 0,4 5 0 0,-4-5-5 15,0 0-5-15,0 0-6 0,7-16-9 0,-4 7-5 16,-1-1-4-16,2-3-4 0,1-3 0 0,0-2-3 16,2-7-4-16,1 2-1 0,2-1-7 0,-1-3 9 15,1 1-12-15,1-1 1 0,0 2-3 0,-1-1-1 16,-2 8 0-16,0-2-1 0,0 3-7 0,-3 4 7 16,-1 1-4-16,1 3 1 0,0-2-8 0,-2 5 2 15,-1 0-20-15,-2 6-14 0,6-8-26 0,-6 8-20 16,3-5-20-16,-3 5-24 0,0 0-13 0,0 0-37 15,0 0-27-15,0 0-20 0,0 0-136 0,-2 28-384 16,1-17 170-16</inkml:trace>
  <inkml:trace contextRef="#ctx0" brushRef="#br0" timeOffset="113014.26">5588 14432 183 0,'0'0'184'16,"0"0"-2"-16,16-11-1 0,-13 6-8 0,3 0-14 15,0-2-11-15,1-2-6 0,1 3-13 0,1-6-6 16,-2 4-4-16,1-2-9 0,1-5-6 0,-2 5-3 16,-1-1-9-16,2 1-7 0,0-5-4 0,-5 6-1 15,1-1-5-15,0 1-6 0,-3 3 1 0,2-1-15 16,-3 7 0-16,5-12-7 0,-4 8-1 0,-1 4-7 15,0 0 3-15,3-9-15 0,-3 9 3 0,0 0-14 16,0 0 0-16,0 0-4 0,0 0 0 0,0 0-1 16,0 0-6-16,0 0 3 0,-17 21-4 0,13-12 2 15,-1-1-2-15,3 2-2 0,-1-1 0 0,1 0-1 16,0-3 3-16,1 6-2 0,0-2 0 0,1-2-3 16,2-1 2-16,1 3 2 0,-1-2-1 0,5-1-3 15,-1 2-9-15,3-2-15 0,1-3-27 0,2 1-31 16,1-2-29-16,-2 2-43 0,0-1-35 0,1-3-41 15,-4 2-141-15,-8-3-399 0,14 1 176 0</inkml:trace>
  <inkml:trace contextRef="#ctx0" brushRef="#br0" timeOffset="113183.16">5711 14109 1345 0,'-6'-15'58'0,"0"4"-12"0,1 4-9 0,1-3-2 16,1 5 0-16,0-1-33 0,3 6-16 0,0 0-17 16,-5-14-6-16,5 14-20 0,0 0-27 0,0 0-24 0,0 0-97 15,0 0-222-15,0 0 99 0</inkml:trace>
  <inkml:trace contextRef="#ctx0" brushRef="#br0" timeOffset="113794.89">3445 14811 70 0,'0'0'161'0,"-10"0"-16"0,10 0-9 0,0 0-14 16,-10-3-5-16,10 3-24 0,0 0-5 0,0 0 7 16,0 0 0-16,47 3-11 0,-13-3-2 0,6-3-7 15,16 6 2-15,8-9-11 0,26 3-5 0,-27 2-6 16,33-4-5-16,-4 2 4 0,3 1-5 0,2-3-3 15,4 2-3-15,-1-3-2 0,-2 2-5 0,6 6 1 16,-5-2-4-16,4-2 5 0,-10 1 5 0,3 2 0 16,-2 1-4-16,5 2 2 0,-1-4 2 0,-1 4-3 15,-5-2 0-15,0-2-5 0,3 1 2 0,-33-1 0 16,28 0-4-16,-28 0 1 0,5-3-3 0,24 1-2 16,-29-2-4-16,0 3 1 0,-1-2-1 0,-5 2-3 15,-6-1-2-15,-10 1-3 0,-7-1 1 0,0-3-1 16,-4 4 8-16,-10-2-11 0,-2 2-4 0,-6-1-12 15,0 2-9-15,-11 0-21 0,9-2-23 0,-9 2-20 16,0 0-29-16,0 0-37 0,0 0-30 0,-29-10-30 16,0 8-133-16,-4 0-362 0,-3-2 161 0</inkml:trace>
  <inkml:trace contextRef="#ctx0" brushRef="#br0" timeOffset="114697.74">4683 14986 40 0,'0'0'209'0,"-1"-13"-2"0,1 13-13 0,0-10-15 16,0 10-12-16,-1-8-17 0,1 8-15 0,0 0-14 16,0 0-21-16,0-10-9 0,0 10-10 15,0 0-7-15,0 0-6 0,0 0-9 0,0 0-6 16,5 24-2-16,-4-11-4 0,2 2 19 0,-2 1-7 0,0 5-4 16,2-2-8-16,-2 0-3 0,-1-2-3 0,3 2-2 15,-1 0-6-15,-1 1-2 0,-1-4 0 0,2 4-1 16,0-3-5-16,0-2-1 0,-2 1-2 0,2 0-5 15,-1-5 0-15,-1 7-3 0,2-7 1 16,-1 0-2-16,-1-1-10 0,4 0-17 0,-4-1-18 16,0-3-15-16,0-6-19 0,-1 15-19 0,1-15-24 15,1 11-23-15,-1-4-14 0,0-7-14 0,0 0-20 0,-4 6-101 16,4-6-303-16,0 0 135 0</inkml:trace>
  <inkml:trace contextRef="#ctx0" brushRef="#br0" timeOffset="115061.43">4729 14886 42 0,'8'-9'155'0,"5"2"-3"0,-2 3 2 16,1 0-16-16,6 1-11 0,-5 2-10 0,4 4-14 15,-4 0-8-15,0 2-10 0,-2 3-9 0,0 0-6 16,-2 0-6-16,2 6-7 0,-4 1 6 0,-1 0-19 15,-7-3-3-15,1 5-6 0,-2-4-3 0,-1 2-5 16,-5 2 2-16,-4-5-6 0,2 1 4 0,-3-1-6 16,-2 2 1-16,1-4-5 0,-1 0-2 0,0-4-4 15,2-1 5-15,0-3-3 0,-1 2-2 0,2-1 1 16,2-2-4-16,-3-1 3 0,5 0 5 0,8 0 9 16,-12 0 5-16,4 1 3 0,8-1-9 0,0 0-6 15,-9 1-2-15,9-1-5 0,0 0 3 0,0 0-6 16,0 0 4-16,0 0-6 0,12 17 3 0,-4-11-2 15,3 0-2-15,2 7 3 0,2-4-3 0,0 0-1 16,2 5-3-16,1-3 3 0,-2 2-19 0,6 2-14 16,2-2-37-16,-1 0-30 0,0 1-32 0,-5-2-39 15,-4-1-111-15,0 1-302 0,-1-3 134 0</inkml:trace>
  <inkml:trace contextRef="#ctx0" brushRef="#br0" timeOffset="116604.23">5235 15161 39 0,'0'-7'200'0,"2"0"-9"15,-2 7-7-15,2-13 1 0,-2 13-2 16,2-8-8-16,-2 8-21 0,1-7-18 0,-1 7-16 16,0 0-13-16,0 0-13 0,0 0-9 0,0 0-10 15,0 0-3-15,0 0 0 0,4 21-4 0,-4-9-7 16,-1 1-7-16,-1 3-6 0,1 2 5 0,0-2-5 15,-1 2-6-15,1-4-5 0,-2 5 2 0,3-4-5 16,-2 2-3-16,1-6 2 0,-1 2-4 0,2-1 0 16,0-1 3-16,-1-2-4 0,1 0-1 0,0-9 0 15,0 12-4-15,0-12-1 0,-1 10 1 0,1-10-3 16,-3 7-2-16,3-7-2 0,0 9 3 0,0-9 1 16,0 0 5-16,0 0 6 0,-1 7 6 0,1-7 5 15,0 0 6-15,0 0 4 0,0 0 0 0,0 0-4 16,0 0 1-16,0 0-5 0,0 0-5 0,0 0 4 15,0 0-15-15,0 0-1 0,0 0-4 0,0 0 0 16,0 0-6-16,0 0-3 0,0 0-7 0,0 0 12 16,0 0-5-16,0 0-14 0,0 0 14 0,0 0-2 15,0 0-5-15,0 0 2 0,0 0-4 0,0 0 4 16,0 0-4-16,0 0-2 0,0 0-3 0,-10-18 3 16,10 18-3-16,0 0 0 0,0 0 0 0,0 0 2 15,0 0-5-15,0 0 3 0,0 0-1 0,0 0 1 16,0 0 2-16,0 0-1 0,0 0-2 0,0 0 1 15,0 0-1-15,0 0 2 0,0 0 1 0,0 0 0 16,0 0-5-16,0 0 5 0,0 0-2 0,0 0-1 16,0 0 2-16,0 0 2 0,0 0-4 0,0 0 1 15,0 0 1-15,0 0-2 0,0 0 2 0,0 0-1 16,0 0 0-16,0 0-3 0,0 0 5 0,0 0-4 16,0 0 10-16,0 0-7 0,0 0-2 0,0 0 1 15,0 0 3-15,0 0-4 0,0 0 3 0,0 0-4 16,0 0 3-16,0 0 0 0,0 0-9 0,0 0 13 15,0 0-2-15,0 0-2 0,0 0 6 0,0 0-4 16,0 0-6-16,0 0 3 0,0 0 2 16,0 0 1-16,0 0-5 0,0 0 2 0,0 0-11 15,0 0 11-15,0 0 2 0,0 0 1 0,0 0-12 0,0 0 12 16,0 0-2-16,0 0 4 0,0 0-3 0,0 0 3 16,0 0 0-16,0 0-1 0,0 0-6 0,0 0 7 15,0 0-3-15,0 0-1 0,0 0 2 0,0 0-1 16,0 0-1-16,0 0-2 0,0 0 1 0,0 0-2 15,0 0-10-15,0 0 14 0,0 0 9 0,0 0-12 16,0 0-9-16,0 0 6 0,0 0 7 16,0 0 1-16,0 0-2 0,0 0 6 0,0 0-10 0,0 0 4 15,0 0-2-15,0 0-1 0,0 0 4 0,0 0-5 16,0 0-9-16,0 0 14 0,0 0-1 0,0 0 2 16,0 0-2-16,0 0-1 0,0 0-2 0,0 0 1 15,0 0 2-15,0 0-3 0,0 0 4 16,0 0-2-16,0 0 0 0,0 0 0 0,0 0-3 15,0 0-1-15,0 0 1 0,0 0 2 0,0 0 3 16,0 0-1-16,0 0-4 0,0 0 2 0,0 0-3 0,0 0 1 16,0 0 3-16,0 0-3 0,0 0-3 15,0 0 10-15,0 0-8 0,0 0 0 0,0 0-3 16,0 0 4-16,0 0 1 0,0 0 0 0,0 0 2 16,0 0-1-16,0 0-3 0,0 0-3 0,0 0-2 15,0 0 1-15,0 0 0 0,0 0-4 0,0 0-8 16,0 0 10-16,0 0-1 0,0 0 0 0,0 0-2 15,0 0 7-15,0 0-5 0,0 0 0 0,0 0-6 16,0 0 11-16,0 0 1 0,0 0-7 0,0 0 5 16,0 0 0-16,0 0 4 0,0 0-1 0,0 0 2 15,0 0-3-15,0 0 6 0,0 0-5 0,0 0 1 16,0 0-2-16,0 0 4 0,0 0-1 0,0 0-4 16,0 0 4-16,0 0-1 0,0 0-1 0,0 0 3 15,0 0-3-15,0 0 7 0,0 0-4 0,0 0-1 0,0 0 1 16,0 0 0-16,0 0-2 0,0 0 2 15,0 0-1-15,0 0 3 0,0 0-4 0,0 0 5 16,0 0-9-16,0 0 5 0,0 0-1 0,0 0-1 16,0 0 3-16,0 0 4 0,0 0-5 0,0 0-4 15,0 0 7-15,0 0-2 0,0 0 4 0,0 0-5 16,0 0 4-16,0 0-3 0,0 0 1 0,0 0 0 16,0 0-2-16,0 0 3 0,0 0-2 0,0 0 2 15,0 0-1-15,0 0-4 0,0 0 0 0,0 0 6 16,0 0-1-16,0 0-2 0,0 0 1 0,0 0-1 15,0 0 0-15,0 0-2 0,0 0 2 0,0 0 1 16,0 0-3-16,0 0-6 0,0 0 7 0,0 0 2 16,0 0-3-16,0 0 3 0,0 0-3 0,0 0 4 15,0 0-5-15,0 0 1 0,0 0 2 0,0 0-2 16,0 0-1-16,0 0 5 0,0 0-8 0,0 0 5 16,0 0-5-16,0 0 2 0,0 0 2 0,0 0 1 15,0 0 0-15,0 0-1 0,0 0 5 0,0 0-3 16,0 0-2-16,0 0 1 0,0 0-1 0,0 0-2 15,0 0-2-15,0 0-1 0,0 0 0 0,0 0-9 16,0 0 4-16,0 0 2 0,0 0-4 0,0 0 0 16,0 0-2-16,0 0-1 0,0 0-4 0,0 0-4 15,0 0-4-15,0 0-6 0,0 0-6 0,0 0-12 16,0 0-15-16,0 0-14 0,0 0-21 0,0 0-34 16,0 0-30-16,-8-5-36 0,8 5-22 0,0 0-138 15,0 0-391-15,-12-4 173 0</inkml:trace>
  <inkml:trace contextRef="#ctx0" brushRef="#br0" timeOffset="117221.76">5213 15181 21 0,'-7'-11'117'0,"7"11"1"0,-2-5 7 15,2 5-4-15,0 0-7 0,0 0-2 0,-3-9-11 16,3 9-4-16,0 0-8 0,0 0-7 0,1-9-9 16,-1 9-7-16,8-6-2 0,-8 6 0 0,15-7-4 15,-6 4 2-15,2 2-4 0,2-2-4 0,0 2-3 16,1 0-8-16,2 1 0 0,-5 1-4 0,3-1-3 16,-2 2-6-16,-1 1-2 0,-1 0-5 0,-1 1 9 15,-1-1-14-15,-2 4 2 0,0-2-7 0,-1 1 2 16,-3-2 1-16,1 3-5 0,-3-7 0 0,-1 13-3 15,-1-5 4-15,-2 1-5 0,2 0-1 0,-3-1 2 16,-2-1 1-16,1-1-3 0,0 1 2 16,-1-3-5-16,2 2 6 0,-1-3-2 0,-1 1 1 0,1 0-4 15,6-4 4-15,-8 8-1 0,8-8-5 0,-6 3 1 16,6-3-1-16,-4 3 1 0,4-3 3 0,0 0-3 16,-6 4-3-16,6-4-1 0,0 0-1 0,0 0 2 15,0 0-1-15,0 0 3 0,0 0-1 0,16 7 0 16,-16-7-3-16,13 2-3 0,-4 0 6 15,1 0-2-15,-3 0 0 0,-1 1 1 0,2 1-9 16,-2-2 5-16,-1 3-3 0,0-1-6 0,0 2 6 16,-2-3-6-16,2 4 4 0,-3-3 0 0,-2-4 1 0,2 8-3 15,-2-8 2-15,-4 12-16 0,-2-7-9 0,-1 3-8 16,0 0-20-16,-4-3-12 0,1 1-22 0,0-1-13 16,1-1-22-16,-4-1-115 0,0-1-267 15,-1-1 118-15</inkml:trace>
  <inkml:trace contextRef="#ctx0" brushRef="#br0" timeOffset="139896.44">375 11297 14 0,'0'0'121'16,"0"0"3"-16,0 0-10 0,0 0-12 0,0 0-12 15,0 0-1-15,0 0-11 0,0 0-16 0,0 0-9 16,0 0-1-16,0 0-5 0,0 0-6 0,0 0-6 15,0 0 6-15,0 0-9 0,0 0-9 16,0 0-4-16,0 0 2 0,0 0 0 0,0 0 3 16,0 0-6-16,23 90-5 0,-23-90 2 0,13 43-3 15,-5-16 2-15,-8-27-1 0,15 41-12 0,-8-21 10 0,-7-20 3 16,9 38-8-16,-2-12 3 0,-7-26 3 0,8 32-8 16,-8-32 5-16,9 26-3 0,-9-26 2 0,0 0-5 15,10 29 0-15,-10-29 1 0,0 0 3 16,0 0-1-16,0 0 4 0,0 0 10 0,9 28 6 15,-9-28 13-15,0 0-16 0,0 0 1 0,0 0-3 16,0 0 1-16,0 0-1 0,0 0 0 0,0 0-9 16,0 0-1-16,0 0 0 0,10-97-3 0,-10 97 0 15,6-44 2-15,-6 44 0 0,2-38-1 0,-2 38 9 16,4-37-13-16,-4 37 1 0,9-49-2 0,-7 30 0 16,-2 19 11-16,9-37-13 0,-9 37 1 0,9-31-3 15,-9 31 3-15,0 0-3 0,0 0-6 0,5-34-19 16,-5 34-21-16,0 0-19 0,0 0-11 0,0 0-19 15,0 0-10-15,0 0-16 0,0 0-82 0,0 0-221 16,0 0 98-16</inkml:trace>
  <inkml:trace contextRef="#ctx0" brushRef="#br0" timeOffset="140342.28">737 11501 72 0,'0'0'102'0,"0"0"-15"0,-12 55-3 0,12-55-8 15,-6 34 5-15,6-34-15 0,-2 31 1 16,2-31-13-16,0 0 4 0,-3 34-6 0,3-34 11 16,0 0-9-16,0 0 3 0,0 0-13 0,-4 36 0 15,4-36 4-15,0 0 2 0,0 0 1 0,0 0 6 16,0 0-2-16,0 0-1 0,0 0 0 0,0 0 2 15,0 0-11-15,0 0 0 0,0 0-2 0,0 0-10 16,0 0 1-16,0 0-6 0,0 0-5 0,0 0-1 16,0 0-3-16,0 0-3 0,0 0-5 0,40-13 3 15,-24 4-6-15,0 1 0 0,4 1-5 0,-3 0 1 16,2 3 3-16,-1 0-7 0,-2 4-2 0,2 0 3 16,-5 0 3-16,1 3-10 0,-5 0 9 0,5 2-5 15,-6 3 0-15,1-3 1 0,-2 3 1 0,-3-3 3 16,3 2 1-16,-6 1-4 0,-1-2 4 0,0-6-2 15,-3 14 3-15,-4-7 5 0,0-1-4 0,-3 2 4 16,-6-1-5-16,0 1 5 0,16-8 4 0,0 0-3 16,-54 15-2-16,54-15 1 0,-36 6 1 0,36-6 3 15,0 0-7-15,-40 5-7 0,40-5-11 0,0 0-20 16,0 0-29-16,0 0-21 0,0 0-39 0,0 0-35 16,0 0-99-16,-39-13-275 0,39 13 122 0</inkml:trace>
  <inkml:trace contextRef="#ctx0" brushRef="#br0" timeOffset="140680.34">1202 11589 56 0,'0'0'128'0,"9"-7"-13"16,-9 7 1-16,12-7-8 0,-5-1-8 0,-1 1-3 15,-6 7 5-15,18-17-7 0,-9 7 1 0,-2 3-5 16,2-5-4-16,-3 3-2 0,1-2-5 0,-5 3-5 16,-2 8-9-16,7-17-3 0,-7 7-10 0,0 0-3 15,0 10-2-15,-3-16-8 0,3 16-1 0,-6-14-8 16,2 9 3-16,4 5-6 0,-12-7-5 0,12 7-1 16,-13-4-5-16,13 4-4 0,-19 0-4 0,19 0 1 15,-22 8-5-15,11-2-4 0,-4 5 6 0,1 0-5 16,2 4 3-16,-4 4-3 0,6-3 0 0,-1 0 0 15,6-2-1-15,0-3 3 0,1 2-4 0,4-2-1 16,2 2-3-16,4-3-6 0,0-1-12 0,7 3-26 16,3-2-21-16,2-3-34 0,9 0-39 0,0-3-127 15,2-2-290-15,2 0 129 0</inkml:trace>
  <inkml:trace contextRef="#ctx0" brushRef="#br0" timeOffset="140855.46">1803 11482 129 0,'0'0'158'0,"0"0"-29"0,4-9-26 0,-4 9-40 0,0 0-18 16,0 0-39-16,12-2-27 0,-12 2-26 0,12-2-48 15,-12 2-102-15,0 0 46 0</inkml:trace>
  <inkml:trace contextRef="#ctx0" brushRef="#br0" timeOffset="141001.28">1844 11579 86 0,'-8'5'121'0,"8"-5"-8"16,0 0-9-16,0 0-12 0,0 0-14 0,0 0-5 15,0 0-9-15,0 0-7 0,18 6-32 0,-18-6-35 16,23 4-33-16,-10-4-84 0,6-2-137 0,0-1 60 15</inkml:trace>
  <inkml:trace contextRef="#ctx0" brushRef="#br0" timeOffset="141655.59">2259 11243 70 0,'-5'-7'169'0,"5"7"-10"0,-5-5-17 16,5 5-16-16,0 0-16 0,0 0-11 0,0 0-16 16,0 0-4-16,0 0-10 0,0 0-6 0,0 0-8 15,0 0-7-15,0 0-3 0,8 28-11 0,-3-14-5 16,6 3 15-16,-3 0-15 0,-2 2-1 0,6 5-6 16,-6 1-1-16,3-1-1 0,0-1 3 0,0-5-7 15,-3 1 3-15,3-2-3 0,-2 0-4 0,1-2-2 16,-5-4 2-16,2 0-1 0,2 0-2 0,-2-2-3 15,-3-3 0-15,2 0 1 0,0-1 4 0,-4-5 7 16,4 8 24-16,-4-8 14 0,4 4 17 16,-4-4 11-16,0 0 2 0,0 0-5 0,0 0-6 0,0 0-10 15,0 0-3-15,6-17-8 0,-6 5-5 0,3 1-2 16,-2-5-4-16,0-2 6 0,-1 0-14 0,1 0-4 16,2 0-6-16,2 0-2 0,0-8-3 0,-4 7-2 15,3 2-3-15,0-3-9 0,0 5-12 0,-3 1-12 16,2 2-18-16,-2 3-15 0,2-1-27 0,-2 4-34 15,-1 6-39-15,4-10-22 0,-4 10-9 0,6-4-3 16,-6 4-110-16,12 4-319 0,-12-4 141 0</inkml:trace>
  <inkml:trace contextRef="#ctx0" brushRef="#br0" timeOffset="141996.94">2622 11626 25 0,'0'0'181'0,"0"0"-12"16,0 0-11-16,0 0-5 0,0 0-12 0,0 0-9 16,0 0-16-16,13-18-8 0,-10 10-14 0,1 0-6 15,0 0-7-15,1-1-11 0,2-2-1 0,2-3-9 16,-3 5-4-16,4-5-5 0,-3 4-7 0,0 0 0 16,-3-2 5-16,3 4-9 0,-5-1 2 0,1 2-2 15,-1 1-2-15,-2 6 2 0,4-8-6 0,-4 8-3 16,3-6 0-16,-3 6-7 0,0 0-6 15,2-6 0-15,-2 6-4 0,0 0-3 0,0 0-3 0,0 0-2 16,0 0-1-16,0 0 2 0,0 0-3 0,0 0-1 16,0 0-2-16,-9 20 1 0,7-10 0 0,-2-2-3 15,4 2 3-15,-1 1-4 0,-1 0 4 0,4 0-3 16,-1-1 1-16,1 0 3 0,0 0-3 0,2-1-5 16,-1 1-19-16,5-3-21 0,-2 3-16 0,3-1-29 15,3-1-44-15,-1-3-17 0,4-1-150 0,-4 0-324 16,2-4 143-16</inkml:trace>
  <inkml:trace contextRef="#ctx0" brushRef="#br0" timeOffset="142160.75">2723 11240 26 0,'-5'-4'153'0,"5"4"-22"0,-8-6-33 15,8 6-23-15,0 0-24 0,0 0-25 16,0 0-43-16,0 0-20 0,0 0-48 0,0 0-91 0,22 20 41 16</inkml:trace>
  <inkml:trace contextRef="#ctx0" brushRef="#br0" timeOffset="142342.31">3016 11449 21 0,'0'0'171'0,"3"2"-15"0,-3-2-12 16,0 0-17-16,8 1-2 0,-8-1-19 0,13-2-19 15,-3 1-8-15,2-2-12 0,5 3-21 0,3-3-46 16,-2 1-25-16,1 0-34 0,1 2-35 0,-1-2-65 16,-1 0-171-16,-4 2 75 0</inkml:trace>
  <inkml:trace contextRef="#ctx0" brushRef="#br0" timeOffset="142751.37">3294 11193 179 0,'-1'-10'192'0,"1"10"-20"0,-3-7-17 16,3 7-18-16,0 0-18 0,0 0-14 0,0 0-4 15,0 0-15-15,0 0-12 0,0 0-1 0,13 25-14 0,-9-9-1 16,4-2-9-16,-3 1 2 0,2 3-8 0,1-1-6 16,0 0 0-16,-1 2-1 0,0-4-9 15,1 2-4-15,-3-3 2 0,3 1-1 0,-2-5-1 16,-1-1-5-16,0 4-1 0,0-2-5 0,1-2 2 16,-1 0-4-16,-2-1-1 0,1-4 3 0,0 0-2 0,-2 1 2 15,2 0-7-15,-4-5 9 0,5 4 3 0,-5-4 21 16,5 4 9-16,-5-4-2 0,0 0-3 15,0 0 0-15,9-11-5 0,-7 4-3 0,1-2-6 16,1-2-1-16,-1-1-3 0,-1-4 0 0,1 0-6 0,2 0 3 16,-1-1-6-16,0 1 2 0,-2-3-3 0,2 3-1 15,-1-1-3-15,1-1 1 0,-1 1-4 0,4 1-1 16,-2-4-4-16,0 4 4 0,0-1-8 0,-1 4-9 16,1 2-14-16,1 2-15 0,-2 1-31 15,-1 0-28-15,1 4-20 0,-4 4-9 0,7-3-1 16,-7 3-18-16,12 2-22 0,-12-2-102 0,7 7-293 0,-4-1 130 15</inkml:trace>
  <inkml:trace contextRef="#ctx0" brushRef="#br0" timeOffset="143663.13">3638 11521 42 0,'0'0'122'16,"0"0"-8"-16,0 0-6 0,0 0-5 0,0 0-5 15,0 0-4-15,0 0-2 0,0 0-2 0,0 0-5 16,0 0-9-16,0 0 0 0,0 0-2 0,0 0-7 0,0 0-2 16,0 0 0-16,0 0-5 0,0 0 3 15,0 0-6-15,0 0-3 0,0 0 6 0,0 0-8 16,0 0 2-16,0 0-4 0,0 0 2 0,0 0-8 15,0 0-5-15,0 0-4 0,0 0-1 0,0 0-6 16,0 0 2-16,0 0-3 0,0 0-3 0,0 0-4 0,0 0 0 16,0 0 0-16,0 0-8 0,0 0 2 15,0 0-2-15,0 0-4 0,0 0-1 0,0 0-3 16,0 0 6-16,0 0-6 0,0 0 0 0,0 0-4 16,0 0 6-16,0 0-1 0,0 0 4 0,0 0-6 15,0 0 5-15,0 0-5 0,0 0-3 0,0 0 3 0,0 0-2 16,0 0 4-16,0 0-3 0,0 0 3 15,0 0-4-15,0 0-9 0,0 0 13 0,0 0-2 16,0 0-2-16,0 0 1 0,0 0-1 0,0 0 2 16,0 0-2-16,-3-27 2 0,3 27-1 0,0 0-4 15,0 0 3-15,0 0 0 0,0 0 1 0,0 0-1 0,0 0 0 16,0 0 1-16,-2-7-4 0,2 7-1 16,0 0 2-16,0 0 2 0,0 0 0 0,0 0-2 15,0 0 0-15,0 0-3 0,0 0 3 0,0 0-2 16,0 0 4-16,0 0-3 0,-1-9 3 0,1 9-3 15,0 0-3-15,0 0 3 0,0 0-2 0,0 0 1 0,0 0 2 16,0 0 2-16,0 0 4 0,0 0-4 0,0 0-4 16,0 0 4-16,0 0-3 0,0 0 0 15,0 0 4-15,0 0-5 0,0 0 3 0,0 0 1 16,0 0-3-16,0 0 1 0,0 0-2 0,0 0 3 16,0 0-2-16,0 0 0 0,0 0 2 0,0 0 1 0,0 0-1 15,0 0 4-15,0 0-3 0,0 0 0 0,0 0-3 16,0 0 2-16,0 0 0 0,0 0-1 15,0 0-8-15,0 0 11 0,0 0-2 0,0 0-3 0,0 0 7 16,0 0-5-16,0 0-2 0,10-5 2 16,-5 3 3-16,1-2-1 0,3-1-2 0,2-2 2 0,0 1-3 15,-1 0 6-15,2-2-4 0,0-1 0 0,-1 2 3 16,-2 2-3-16,1-2 3 0,-2 1 0 0,-1 2-1 16,0-2 0-16,0 1 0 0,-2 0 0 0,1 2 7 15,-1-3 2-15,-5 6-2 0,5-7 4 16,-5 7-7-16,2-7 4 0,-2 7 0 0,4-7-1 0,-4 7-2 15,0 0-1-15,0 0-5 0,0 0 1 0,-11-9 1 16,11 9-5-16,-13 1 1 0,13-1-4 0,-23 6 5 16,11 0-2-16,-4 2 2 0,0 2-4 15,-2 2-2-15,-3 2 2 0,1 4 3 0,5-3 0 16,2 0-2-16,0 0-2 0,2 1-1 0,1 0 4 0,2-3-10 16,3-2 8-16,1 4 2 0,2-3-6 0,-1-2 0 15,2 0 1-15,2-2 7 0,2-2-2 0,3 4 4 16,4-3-1-16,2 0-7 0,3-1-12 0,4 2-20 15,8-3-15-15,-5-4-25 0,4 2-23 0,3-4-21 16,0 1-28-16,-2 0-21 0,-5 0-95 0,-3-2-287 16,0 0 128-16</inkml:trace>
  <inkml:trace contextRef="#ctx0" brushRef="#br0" timeOffset="144654.14">70 12311 75 0,'0'0'79'0,"0"0"-9"16,0 0-2-16,0 0 3 0,0 0-17 0,-45-16 2 16,45 16 0-16,0 0-3 0,0 0-11 15,0 0 2-15,0 0-9 0,0 0-8 0,0 0 0 16,0 0-5-16,0 0 3 0,0 0-4 0,0 0-8 16,0 0 4-16,0 0-3 0,0 0-4 0,0 0 17 15,0 0 5-15,0 0-10 0,0 0-3 0,0 0 1 16,128 14-3-16,-90-15-1 0,14-2 2 0,2 1 1 0,0-3 9 15,4 1-6-15,-2-1-1 0,3-1-6 16,6 1 7-16,25-5-1 0,-27 6-7 0,29 2-1 16,-29-4 3-16,29 0-2 0,-27 6 6 0,29-9-6 15,-4 5-4-15,2-3 0 0,0-1 3 0,-2 3-1 16,5-5 0-16,3 4 1 0,4-6 2 0,3 4-1 16,-3-6 0-16,0 6-5 0,1-2-1 0,5 0 6 15,-1-3 5-15,2 5-2 0,-2-3-3 0,-5 0-3 16,4 2-2-16,-7 1 7 0,-3-2-7 0,-3 1 0 15,-1 2-1-15,-25 1 4 0,32-1-4 0,-2 0-6 16,-7-3 4-16,-28 5 3 0,3 1 1 0,2-2 0 16,-2 1-6-16,-1 1 2 0,-3-1-1 0,-3 5 1 15,-2-3 1-15,-16 0 0 0,-2 1 7 0,3 1-7 16,-5 2 1-16,-2 0 3 0,-4-2-1 0,-1 1-5 16,-7 1 4-16,-4 0-3 0,-1-1 7 0,-17 0-9 15,24 2-2-15,-24-2 8 0,17 1-7 0,-17-1 3 16,0 0 0-16,20 4-3 0,-20-4-13 15,0 0-6-15,0 0-12 0,10 8-17 0,-10-8-31 16,0 0-25-16,0 0-146 0,0 0-267 0,0 0 119 0</inkml:trace>
  <inkml:trace contextRef="#ctx0" brushRef="#br0" timeOffset="146090.2">12372 13146 78 0,'0'0'95'0,"0"0"-12"0,0 0-4 0,0 0-17 0,0 0-1 16,0 0-11-16,0 0-7 0,11 15-14 15,-11-15 3-15,0 0-11 0,4 8-21 0,-4-8-3 0,0 12-19 16,3-4-12-16,-3 1-62 0,2 4-104 16,3-2 46-16</inkml:trace>
  <inkml:trace contextRef="#ctx0" brushRef="#br0" timeOffset="146454">13924 14375 24 0,'11'0'102'0,"-11"0"-5"0,9 0-6 0,-9 0-10 0,7-2 2 15,-7 2-23-15,0 0 0 0,11 0-3 0,-11 0-6 16,0 0-1-16,0 0-4 0,0 0-4 15,0 0 0-15,0 0-5 0,0 0-9 0,0 0 7 16,0 0-11-16,0 0 5 0,0 0-7 0,0 0-3 0,0 0 0 16,0 0-6-16,0 0 0 0,0 0-5 0,0 0-15 15,0 0-15-15,0 0-11 0,-15 13-17 0,15-13-24 16,-5 7-85-16,0-2-170 0,5-5 75 16</inkml:trace>
  <inkml:trace contextRef="#ctx0" brushRef="#br0" timeOffset="153392.1">600 8267 62 0,'0'0'55'0,"0"0"-1"0,0 0-2 16,0 0-10-16,0 0-9 0,0 0 2 15,0 0-5-15,0 0 5 0,0 0-2 0,0 0 5 16,0 0-5-16,0 0 3 0,0 0 0 0,0 0 1 16,0 0-6-16,0 0 11 0,0 0-19 0,0 0-3 15,0 0 3-15,0 0-7 0,0 0 0 0,-20-32 1 16,20 32-2-16,0 0-2 0,0 0 5 0,0 0-2 0,0 0-5 16,0 0 23-16,0 0-14 0,0 0-12 15,0 0-1-15,0 0 0 0,0 0-2 0,0 0-4 16,-45 0 7-16,45 0-5 0,0 0-2 0,0 0 2 15,0 0 6-15,0 0-3 0,0 0 1 0,0 0-6 16,0 0 6-16,0 0 0 0,0 0 0 0,0 0 2 16,-43 1-6-16,43-1 5 0,0 0-2 0,0 0 4 15,0 0-11-15,0 0 5 0,0 0-1 0,0 0 4 16,0 0-7-16,0 0 2 0,0 0 3 0,0 0-5 16,0 0-3-16,0 0 6 0,0 0 9 0,0 0-7 15,0 0-10-15,0 0-10 0,113-14-11 0,-113 14-15 16,38-4-6-16,-38 4-7 0,40-1-8 0,-40 1-5 15,0 0-9-15,50 2-40 0,-41-2-125 0,5 3 56 16</inkml:trace>
  <inkml:trace contextRef="#ctx0" brushRef="#br0" timeOffset="153894.71">636 8228 43 0,'0'0'96'0,"0"0"-10"16,0 0-6-16,0 0-10 0,0 0-8 15,0 0-1-15,0 0-15 0,0 0 1 0,0 0-11 0,0 0-1 16,0 0 1-16,0 0 2 0,0 0-6 0,0 0 1 16,-24 40-5-16,24-40 24 0,0 0-26 0,0 51 7 15,0-51 0-15,0 42-7 0,0-42-3 0,2 49-2 16,-2-49-4-16,0 44 1 0,0-44 2 0,2 36-4 15,-2-36 9-15,0 35-10 0,0-35-4 0,2 30 8 16,-2-30-12-16,0 0 6 0,3 38-5 16,-3-38 4-16,0 0 2 0,0 0-5 0,2 35 11 0,-2-35-14 15,0 0 0-15,0 0 0 0,0 0 9 0,0 0-9 16,2 33-3-16,-2-33 2 0,0 0 4 0,0 0-5 16,0 0 10-16,0 0 4 0,0 0-1 15,0 0-3-15,0 0-4 0,0 0 0 0,0 0 5 16,0 0 4-16,0 0-11 0,-32 13 1 0,32-13-2 15,0 0 1-15,0 0-1 0,0 0-3 0,0 0-2 16,0 0 6-16,0 0-4 0,-53-9 4 0,53 9-3 16,0 0 0-16,0 0 2 0,0 0 1 0,0 0-2 15,0 0-3-15,0 0 1 0,0 0-2 0,0 0 5 16,0 0-6-16,0 0-4 0,0 0 7 0,0 0 0 16,0 0-3-16,0 0-5 0,0 0 7 0,0 0 0 15,0 0-1-15,0 0-1 0,0 0-2 0,0 0-5 16,0 0-20-16,0 0-20 0,95 12-19 0,-95-12-22 15,42 3-20-15,-42-3-7 0,42 0-72 0,-22 1-202 0,-3-1 89 16</inkml:trace>
  <inkml:trace contextRef="#ctx0" brushRef="#br0" timeOffset="154146.79">903 8542 97 0,'-9'-7'150'15,"7"4"-6"-15,2 3-15 0,-8-4-16 0,8 4-9 16,-10-1-6-16,10 1-11 0,0 0-5 0,0 0-7 16,0 0-6-16,0 0 2 0,0 0-8 0,-49 33-7 15,49-33-1-15,0 0-1 0,-20 26-4 0,20-26-8 16,0 0-5-16,-12 28-5 0,12-28-2 0,0 0-1 16,-3 29 8-16,3-29-16 0,0 0 2 0,0 0-6 15,8 35-3-15,-3-30-6 0,3 2-18 0,0 0-19 16,3-3-16-16,2 0-23 0,1 0-19 0,-1 0-17 15,5-3-19-15,-3-1-2 0,-1 0-75 0,-1-1-215 16,-1-3 95-16</inkml:trace>
  <inkml:trace contextRef="#ctx0" brushRef="#br0" timeOffset="154376.04">1110 8582 54 0,'0'0'75'0,"0"0"-7"0,0 0-9 0,0 0-10 0,0 0-11 16,0 0-2-16,0 0-8 0,18 11-13 0,-18-11 2 16,2 10-6-16,-2-10 0 0,3 7 4 0,-3-7 2 15,2 10-17-15,-2-10 2 0,0 0 4 16,-2 15 5-16,2-15-10 0,-2 12 4 0,2-12-1 16,-2 11-6-16,2-11 7 0,-1 11-5 0,1-11-2 15,0 11 1-15,0-11-3 0,0 0-10 0,2 15-10 16,-2-15-14-16,7 5-36 0,-7-5-80 0,9 5 35 15</inkml:trace>
  <inkml:trace contextRef="#ctx0" brushRef="#br0" timeOffset="154652.23">1377 8417 129 0,'0'0'177'15,"0"0"-13"-15,0 0-9 0,3-13-23 0,-3 13-17 16,0 0-10-16,0 0-10 0,0 0-15 0,0 0-5 16,0 0-6-16,0 0-6 0,0 0-1 0,-5 46-5 15,2-31-4-15,2 4-5 0,-4 0 1 0,3 5-12 16,0-4 1-16,-1 4-1 0,1-4-7 0,0-1-4 16,0 0 2-16,2-2-3 0,-1 1 1 0,1-2-4 15,0 1-10-15,-2-5-19 0,2-12-13 0,2 20-15 16,-1-10-20-16,-1-10-20 0,4 15-18 0,-4-15-14 15,0 9-19-15,0-9 5 0,0 0-5 0,0 10-65 16,0-10-207-16,0 0 92 0</inkml:trace>
  <inkml:trace contextRef="#ctx0" brushRef="#br0" timeOffset="154994.16">1376 8435 25 0,'4'-14'140'0,"2"2"-6"16,-1 0-8-16,-1 3-7 0,-4 9-10 15,9-11-13-15,-9 11-8 0,8-12-8 0,-8 12-12 16,8-4-3-16,-8 4-12 0,0 0-2 0,14-2-9 16,-14 2-2-16,0 0-5 0,0 0 1 0,16 10-12 15,-16-10 5-15,6 10-9 0,-6-10 5 0,4 11-8 16,-4-11 5-16,4 13-5 0,-4-13 0 0,3 20-3 16,-3-20-2-16,-2 17 1 0,2-17-7 0,0 14-12 15,0-14 3-15,2 19-7 0,-2-19-7 0,-2 13-8 16,2-13 7-16,0 0-11 0,7 15 8 0,-7-15-2 15,5 9-1-15,-5-9 2 0,0 0 6 0,11 9 2 16,-2-6-7-16,-9-3 14 0,0 0-8 0,15 11 1 16,-15-11 3-16,9 9 6 0,-9-9-11 0,11 7 10 15,-11-7-4-15,0 0 11 0,1 15-2 0,-1-15-1 16,0 0 3-16,-13 20-3 0,5-12 0 0,1 0-1 16,-3 1 4-16,-4 1 0 0,3 2-11 0,-1-2-18 15,1-2-19-15,4-1-24 0,-2 0-28 0,0 1-57 16,0-2-167-16,9-6 75 0</inkml:trace>
  <inkml:trace contextRef="#ctx0" brushRef="#br0" timeOffset="156600.28">1662 8438 97 0,'0'0'106'16,"-4"-6"2"-16,4 6-11 0,0 0-4 0,0 0-12 15,0 0-5-15,0 0-5 0,-6-3-4 16,6 3-1-16,0 0-5 0,0 0-3 0,0 0-3 0,0 0 1 16,0 0-10-16,0 0-5 0,0 0 7 0,0 0-8 15,0 0-8-15,0 0-1 0,0 0-4 0,0 0 1 16,0 0-4-16,0 0 0 0,0 0-13 0,0 0 9 16,0 0 10-16,0 0-15 0,0 0-3 0,0 0 6 15,0 0-6-15,0 0-1 0,0 0 2 0,0 0 0 16,0 0-4-16,-5-7 0 0,5 7 7 0,0 0-8 15,0 0-3-15,0 0-5 0,0 0 3 0,0 0 3 16,0 0-5-16,0 0 10 0,0 0-14 0,0 0 11 16,0 0-11-16,0 0 0 0,0 0-2 0,0 0-1 15,0 0-11-15,0 0-6 0,0 0-8 0,0 0-11 16,0 0 7-16,0 0 3 0,0 0-1 0,0 0-24 16,0 0 3-16,0 0-2 0,22 9 5 0,-22-9 5 15,10 2 3-15,-4-2 3 0,-6 0 3 0,10 0 5 16,-10 0 0-16,12 3 6 0,-3-3 1 15,-9 0 3-15,12-1 1 0,-4-2 10 0,0 2 0 0,3-5 2 16,1 4 8-16,3-6-1 0,-4 3 1 0,3 4 1 16,-1-5-1-16,1 4 3 0,-2-2-6 0,0 0 2 15,2 1-2-15,-1 1 3 0,-1-1-2 0,-1 0-4 16,-5 1-2-16,2 0-7 0,-1-1-2 0,-7 3-13 16,10-1 5-16,-10 1-7 0,8-3 11 15,-8 3 4-15,0 0 0 0,0 0 2 0,0 0 1 0,0 0 3 16,0 0 0-16,0 0 4 0,0 0 11 0,0 0-1 15,0 0-6-15,0 0 13 0,-27-2 5 0,27 2 6 16,-9-1 3-16,9 1 8 0,-9-4 7 0,9 4 9 16,0 0-6-16,-11 1 5 0,11-1-12 15,0 0 5-15,0 0-10 0,-9 3-8 0,9-3 5 16,0 0-6-16,-3 9 3 0,3-9 3 0,2 11 0 0,-1-2 0 16,0 4 1-16,-1 2 4 0,2 1-4 0,-2 2 0 15,0-2 2-15,2 2-4 0,-2-1-3 0,3 0 0 16,-2-5-2-16,-1 4-7 0,0 0 6 0,4-3-3 15,-3-2-9-15,-1 0 17 0,0-3-13 16,1 1-9-16,-1-1 10 0,0-8 7 0,-1 14-6 0,-3-8 0 16,2 1-4-16,-1 0-7 0,-1 1 2 0,0-3 8 15,-1-1-6-15,0 1-3 0,0-2 4 0,5-3-3 16,-11 5-2-16,4-3-1 0,7-2 9 0,-10 3-9 16,10-3 7-16,-9 1-2 0,9-1-6 15,0 0 9-15,-8 4 1 0,8-4-12 0,0 0 10 0,0 0-11 16,-7 1-5-16,7-1 6 0,0 0-5 0,0 0-1 15,0 0-13-15,0 0-7 0,18 10-5 0,-12-9-16 16,4 1-8-16,1 1-7 0,0-2-6 0,0 0 3 16,1 1-6-16,1-2-6 0,-3 2 12 15,2-1-4-15,-1-2 1 0,-1 1 5 0,0 0 3 0,-1-3 11 16,-1 2 5-16,0-2 5 0,1 0 7 0,-3 0 9 16,-1-1 2-16,0-2 12 0,0 1 3 0,-2 0 15 15,4-3 0-15,-1 1 17 0,-5 1 2 0,4-1 16 16,-2 1 2-16,-2-1 13 0,-1 7 17 15,4-12 2-15,-4 9 3 0,0 3-6 0,5-8-2 16,-5 8-13-16,0 0-8 0,0 0-5 0,4-6-4 0,-4 6 2 16,0 0-1-16,0 0-7 0,5 22-7 0,-5-11-2 15,2-1-2-15,0 3 0 0,-1 1-3 0,0-3 2 16,0 2-4-16,-1 0-5 0,2-3 0 16,-1 0 1-16,-1-1-2 0,0-2 1 0,0-7 1 15,1 11-6-15,1-6 6 0,-2-5-1 0,0 9-1 0,0-9 3 16,0 0 8-16,1 7 18 0,-1-7-2 0,0 0-2 15,0 0-1-15,0 0-3 0,0 0-11 0,0 0-1 16,0 0-2-16,-3-29 0 0,3 19-5 16,2 0 2-16,-2-2 1 0,0-2-4 0,2-2-1 15,1 2 0-15,1-3-6 0,-1 0 1 0,2 1 0 0,1 0 0 16,0 0-7-16,0 2 2 0,5-1-1 0,-5 4-5 16,0 2 1-16,-1 1 2 0,1 3 3 0,1-1-9 15,0 0 0-15,-2 3 1 0,-5 3 1 0,11-4-4 16,-4 1 8-16,-7 3-3 0,11 3 0 0,-11-3 2 15,9 6-1-15,-5-1 1 0,0 1-1 0,-3 0 0 16,0 4 2-16,-1-2-3 0,-2 2 7 0,-2 0 1 16,-2 6-5-16,0 0-4 0,1-6 0 0,-1 1-3 15,0-1 2-15,1-1-13 0,2 1-4 0,2-4-5 16,-2 0-4-16,2 2-6 0,-1 0 9 0,2-8-20 16,2 11 0-16,0-4-3 0,-2-7 11 15,7 10-2-15,-3-6 8 0,3 0 11 0,0 0 5 0,0 2-2 16,-2-3 7-16,6 0-8 0,-7 1 4 0,3 0 3 15,-3 1 14-15,2-2-2 0,-6-3-12 0,8 5 6 16,-8-5 0-16,6 6 6 0,-6-6 3 0,3 8 8 16,-3-8 7-16,3 5 6 0,-3-5-8 15,0 0 1-15,-12 12 1 0,4-6-5 0,1 0 3 0,-3 0-4 16,2 0 0-16,-4-1-18 0,3 1-15 0,-3-1-24 16,7-2-33-16,-5 1-37 0,4 0-102 0,0-2-237 15,6-2 105-15</inkml:trace>
  <inkml:trace contextRef="#ctx0" brushRef="#br0" timeOffset="156948.17">2475 8591 79 0,'8'-2'124'15,"2"-1"-17"-15,0 0-6 0,2 1-11 16,-1-1-8-16,1 2-15 0,2-1-2 0,-1 1-10 15,-1 0 0-15,0-1-8 0,-1 4-13 0,-1-2-8 0,-2 0-16 16,-8 0-13-16,12-2-6 0,-12 2-9 0,8 2 1 16,-8-2-7-16,0 0-8 0,0 0-4 0,0 0 8 15,0 0 3-15,0 0 3 0,0 0 5 16,0 0 5-16,-35-2 6 0,35 2 15 0,-16-4 2 16,16 4 3-16,-14-6 1 0,7 3 6 0,7 3 7 15,-13-5 21-15,8 3 0 0,-3 0 10 0,8 2 11 0,0 0-4 16,-9-4 0-16,9 4-9 0,0 0-3 0,-9 0-11 15,9 0-9-15,0 0 4 0,0 0-5 16,-4 8 1-16,4-8 0 0,-2 12-4 0,2-3 5 16,1 3-5-16,0 1-2 0,-1 1-2 0,4 4-1 15,-1 0-10-15,-1 0-31 0,1 1-43 0,1 0-59 0,-2 7-128 16,1-8-266-16,2-3 118 0</inkml:trace>
  <inkml:trace contextRef="#ctx0" brushRef="#br0" timeOffset="157289.96">3091 8281 106 0,'0'-9'203'0,"0"1"-11"0,0 8-13 16,0-9-16-16,0 9-17 0,1-7-16 0,-1 7-16 15,0 0-16-15,0 0-9 0,0 0-10 0,0 0-5 16,0 0-3-16,0 0-3 0,8 22-4 0,-6-6 5 16,1 4-5-16,-3-1-5 0,3 6-6 0,2 0-4 15,-4 3-3-15,2-3-8 0,-1 1 0 0,2-3-6 16,-3-5-3-16,2 6 4 0,-1 2-2 0,0-6-18 15,-1-1-23-15,-1 0-29 0,1 0-36 0,-2 0-22 16,1-2-25-16,-1 0-27 0,-2-2-31 0,-1-1-97 16,2-2-299-16,-1-3 133 0</inkml:trace>
  <inkml:trace contextRef="#ctx0" brushRef="#br0" timeOffset="157662.1">3187 8565 59 0,'7'-9'194'0,"-5"4"-17"0,-2 5-21 0,10-4-15 16,-2 2-10-16,1-1-15 0,0-1-14 0,1 2-9 15,1-2-13-15,2 1-23 0,-1 1-8 0,0 0-22 16,0 2-19-16,2-4-10 0,-3 2-14 0,1 2-6 16,-12 0-11-16,15-1-18 0,-15 1 4 0,13-1-7 15,-13 1 2-15,9-4-8 0,-5 1-9 0,-4 3-4 16,0 0-2-16,4-4 8 0,-4 4 6 0,0 0 9 15,0 0 15-15,0 0 12 0,-8-22 2 0,8 22 4 16,-9-10 18-16,4 3 35 0,5 7 11 0,-8-13 14 16,8 13 9-16,-6-9 3 0,6 9 13 0,-8-10 7 15,8 10 4-15,-4-4 0 0,4 4-10 0,0 0-5 16,-3-9-8-16,3 9-13 0,0 0-5 0,0 0-12 16,0 0-2-16,0 0-7 0,0 0-3 0,0 0 8 15,0 0-10-15,-3 24-3 0,4-11 0 0,1 2-3 16,0 1 1-16,-1-2-1 0,1 4-4 0,-1 1-9 15,0-2-18-15,2 0-31 0,0 1-14 0,-1-1-26 16,2 0-28-16,0-2-28 0,-2-3-110 0,-2-2-265 16,1 0 117-16</inkml:trace>
  <inkml:trace contextRef="#ctx0" brushRef="#br0" timeOffset="157889.03">3482 8406 233 0,'0'0'219'0,"0"-9"-29"0,0 9-20 16,1-7-22-16,-1 7-16 0,0 0-10 0,0 0-19 15,0 0-5-15,0 0-10 0,3 26-9 0,-2-10-7 16,-1 3-6-16,2 1-8 0,-4 2-3 0,2-2-10 16,0-1-1-16,2 7-8 0,0-9-8 0,-1 3-19 15,3-4-15-15,-3 1-18 0,2-2-15 0,-2-2-29 16,2-2-14-16,-1 1-28 0,0-4-16 0,0 2-13 15,-1-3-95-15,-1 0-253 0,0-7 113 0</inkml:trace>
  <inkml:trace contextRef="#ctx0" brushRef="#br0" timeOffset="158204.04">3519 8360 90 0,'3'-7'161'0,"2"1"-16"0,-3 1-17 0,2-1-12 15,-4 6-12-15,8-7-15 0,-4 5-2 0,-4 2-11 16,9-2-8-16,-9 2-9 0,0 0-6 0,15 3-5 16,-10 0-6-16,-5-3-5 0,8 7-3 0,-4-3-3 15,1-1 2-15,-5-3-9 0,3 8 1 0,0-3-3 16,-3-5-1-16,3 10-5 0,-3-10-5 0,1 10-2 16,-1-10-4-16,0 0-12 0,0 17-8 0,0-17-3 15,2 8-5-15,-2-8-13 0,4 13 6 0,-4-13 4 16,7 9 7-16,-5-3-4 0,5-2 12 0,-2 1-10 15,-3 0 7-15,-2-5-2 0,9 9 2 0,-5-4 2 16,1 0 2-16,-5-5-4 0,9 13 12 0,-5-7-5 16,-3 1 7-16,1 0-2 0,-2 2 1 0,0-9 1 15,-3 16 2-15,-2-6-8 0,1 0-12 0,-2-1-33 16,-2 0-20-16,0 1-108 0,-2-3-193 0,0 0 86 16</inkml:trace>
  <inkml:trace contextRef="#ctx0" brushRef="#br0" timeOffset="158421.1">3839 8303 109 0,'5'3'152'0,"0"2"-8"0,0 4-12 15,0 0-13-15,0 6-7 0,-1-1-13 0,-2 2 0 16,0 9-13-16,-4 0-9 0,-1 1-3 0,-4-2-7 15,1 1-6-15,-2 0-9 0,-2-1-4 0,-3-2-14 16,2-1-24-16,-6 1-26 0,0-3-25 0,-2 1-39 16,-2-1-40-16,-5 0-83 0,-1-6-221 0,-4 0 98 15</inkml:trace>
  <inkml:trace contextRef="#ctx0" brushRef="#br0" timeOffset="158637.78">2821 8441 67 0,'-6'8'177'16,"1"3"-8"-16,1 7-12 0,-4 7-12 0,2 4-10 16,0 3-9-16,1-1-25 0,2 2-5 0,0 0-9 15,5 1-10-15,2-4-9 0,7 0-6 0,2-3-20 16,5 0-11-16,3-1-43 0,8-7-50 0,5-1-32 15,12 2-135-15,-10-9-248 0,2-1 110 0</inkml:trace>
  <inkml:trace contextRef="#ctx0" brushRef="#br0" timeOffset="159434.07">4302 8409 1953 0,'-5'-12'-16'0,"-2"-3"-7"0,0 4 35 16,0-2-9-16,0 2 2 0,5 6 5 0,-3-2-2 0,1 1-10 16,4 6 0-16,-4-7 8 0,4 7-2 0,-1-7-8 15,1 7-2-15,0 0 2 0,0 0 1 0,5-12-1 16,-1 8-3-16,3-2-12 0,2 3 2 0,0-1-21 15,3 0-2-15,-1 0-9 0,0 0-11 0,0 2-7 16,-1 0-8-16,-2 0-4 0,1 1-5 0,-9 1-7 16,13 0-7-16,-13 0 10 0,9 1 6 0,-9-1 5 15,3 4 7-15,-3-4 8 0,0 0 8 0,0 0 8 16,0 0 13-16,0 0 11 0,0 0 12 16,0 0 15-16,0 0 14 0,-16 9 12 0,16-9 4 0,0 0 16 15,-8 2-18-15,8-2-12 0,0 0 4 0,-5 4-7 16,5-4 12-16,-4 10 10 0,3 0 7 0,1 3 10 15,-1 5 2-15,-1 2 3 0,1 5 3 0,0 5-7 16,-1-5 2-16,2 5-4 0,0-2-5 0,-1 0-2 16,2-4-2-16,2 1-8 0,-3-6-2 0,0-2-4 15,0 1-1-15,0-6-7 0,0 1 3 0,-1-1-7 16,-1 1 2-16,0-4-2 0,1-3 1 0,-2-1-1 16,3-5-2-16,-6 10-3 0,1-6 1 15,0 0 0-15,5-4-5 0,-11 2 0 0,3-2-1 0,8 0 0 16,-13-3-4-16,13 3 2 0,-15-5 17 0,10 2-23 15,-2 0 5-15,7 3 0 0,-9-6 7 0,9 6-1 16,-7-2-3-16,7 2-3 0,0 0-3 0,-7-5-1 16,7 5-2-16,0 0 4 0,0 0-3 0,0 0 2 15,0 0 0-15,0 0-4 0,29 9-12 0,-17-7-12 16,5 1-13-16,1 2-20 0,1-1-12 0,-1-3-19 16,4 1 1-16,1-1-17 0,-2 0 2 0,0-1 2 15,0 0 3-15,-2 0 3 0,0-3 8 0,0 1 7 16,-5-2 6-16,3-1 12 0,-6 0 7 0,0 1 8 15,0-1 15-15,-2-2 11 0,-2 1 13 0,-1-2 4 16,-1 0 17-16,-1-1 16 0,-3 2 16 0,0-3-6 16,-1 2 9-16,0-1 9 0,0 9 17 15,-2-14 13-15,0 7 5 0,2 7 5 0,-3-11 0 0,-1 7-9 16,4 4-7-16,-4-9-8 0,4 9-14 0,0 0-3 16,0 0-8-16,0 0-5 0,0 0-2 0,-17 11-8 15,11-3-5-15,0 3 0 0,-1-3-2 0,3 6-5 16,1 2 1-16,-1-2-5 0,2-1 3 0,2 1-4 15,2 1-2-15,-1-3 1 0,3 1-12 0,1 0-16 0,1-5-23 16,2 3-23-16,1-2-17 0,-1-1-23 16,2-5-16-16,3 2-16 0,-3-2-14 0,1-1-13 15,0-2-93-15,0-2-270 0,1-2 119 0</inkml:trace>
  <inkml:trace contextRef="#ctx0" brushRef="#br0" timeOffset="159635.31">4773 8609 84 0,'1'-9'195'0,"-1"9"-5"0,0-8-14 0,0 8-19 16,0 0-19-16,0 0-13 0,0 0-17 0,0 0-8 16,0 0-2-16,0 0-11 0,0 0-1 0,-2 30-11 15,-2-15-8-15,0 6-5 0,1-4-3 0,1 9-8 16,-2-6-3-16,3-2-7 0,-1 8-1 0,1-9-15 16,0 0-16-16,0-2-14 0,2 0-18 0,-2-1-22 15,1-2-10-15,0-2-11 0,0-10-17 0,0 18-11 16,0-11-8-16,0-7-1 0,-2 9-9 0,2-9-11 15,-5 4-79-15,5-4-218 0,0 0 96 0</inkml:trace>
  <inkml:trace contextRef="#ctx0" brushRef="#br0" timeOffset="159964.17">4755 8674 40 0,'6'-11'106'16,"1"0"12"-16,-2 1 7 0,-1 1-4 0,1 1-6 0,-5 8-8 15,9-10-12-15,-9 10-3 0,9-5-8 16,-9 5-6-16,9-2-9 0,-4 2-1 0,-5 0-10 15,0 0 2-15,14 6-8 0,-10-2-6 0,-2 0-1 16,-2-4 5-16,4 13-13 0,-1-7-2 0,-3 0-5 16,0-6-1-16,0 16-4 0,-3-5 2 0,2-3-5 15,-3 3 2-15,1-1-5 0,-1-2-3 0,1 0-1 16,-1 1-2-16,1 1-4 0,2-3-6 0,1-7-4 16,0 12 5-16,0-12-10 0,3 11 4 0,0-6-4 15,1-2 2-15,1 2 2 0,0-2-2 0,-5-3-1 16,8 6 2-16,-1-3-1 0,-7-3-1 0,11 6 4 15,-11-6 2-15,10 6 2 0,-10-6 1 0,4 5 1 16,-4-5 4-16,9 8-9 0,-8-6 2 0,-1-2 10 16,0 0 5-16,-5 13-8 0,0-7 3 0,0 1-2 15,0-2 1-15,-4 2-7 0,-1 0-17 0,1 0-18 16,0 0-22-16,0 0-19 0,0-2-22 0,0 3-35 0,1-3-122 16,-1-1-271-16,2 1 121 0</inkml:trace>
  <inkml:trace contextRef="#ctx0" brushRef="#br0" timeOffset="160217.43">4903 8865 97 0,'0'0'153'0,"0"0"-3"16,13-2-5-16,-13 2-9 0,0 0-14 16,14 4-8-16,-14-4-8 0,9 0-1 0,-3 0-2 15,-6 0 3-15,14 0-4 0,-6-4-5 0,1 2-8 16,1-4-2-16,-1 1-3 0,3-2-1 0,-3 1-6 15,-2-2-4-15,1-1 2 0,-2-1-6 0,-1 0-1 16,-2 0-1-16,0-1-5 0,-3 0 2 0,-2 0-7 16,1 1-6-16,-3-1-9 0,2 3-1 0,-6 1-8 15,3 2-5-15,-2 2-13 0,-2 1-19 0,-3 2-19 16,-1 4-12-16,-6 3-28 0,-9 9-33 0,1 1-50 0,-1 5-56 16,-10 8-154-16,11-8-384 0,1-2 170 0</inkml:trace>
  <inkml:trace contextRef="#ctx0" brushRef="#br0" timeOffset="163080.26">677 9040 30 0,'0'0'68'0,"0"0"10"0,0 0-2 16,0 0 0-16,0 0 1 0,0 0 2 0,0 0-17 16,0 0-1-16,0 0-1 0,0 0-12 0,0 0 2 15,0 0-13-15,0 0-29 0,71-36-8 0,-41 13-41 16,15-7-30-16,4-6-46 0,28-18-126 0,-10 0 56 16</inkml:trace>
  <inkml:trace contextRef="#ctx0" brushRef="#br0" timeOffset="163531.57">1005 8135 36 0,'0'0'123'0,"0"0"-10"0,0 0-14 0,0 0-10 16,0 0-6-16,0 0-6 0,18-24-9 0,-4 10 2 15,5-6-29-15,6-3-17 0,11-9-31 0,7-3-23 16,-1-2-25-16,4 0-68 0,1 3-131 0,4-5 58 16</inkml:trace>
  <inkml:trace contextRef="#ctx0" brushRef="#br0" timeOffset="167924.34">4565 9024 52 0,'0'0'61'15,"1"-8"-8"-15,-1 8-2 0,0 0-5 0,0 0-8 16,0 0-3-16,0 0 0 0,0 0-1 0,0 0-11 0,0 0 2 16,0 0-7-16,0 0 3 0,0 0-5 15,0 0 4-15,0 0-6 0,0 0-5 0,0 0 1 16,0 0 0-16,0 0 3 0,0 0-1 0,-12-7-8 15,12 7 9-15,0 0-1 0,-7-2-7 0,7 2 0 0,0 0 1 16,0 0-1-16,-14 2 2 0,14-2-14 0,-9 0 11 16,9 0 4-16,-14 1 0 0,7 0-4 15,7-1 0-15,-13 2-1 0,13-2 4 0,-12 1-3 16,5 0-4-16,7-1 13 0,-13 1-4 0,7 0-1 16,6-1 5-16,-13 0-1 0,13 0 3 0,-9 0 1 0,9 0 9 15,-9 1-11-15,9-1 0 0,0 0 3 16,-10 1-8-16,10-1 6 0,0 0-3 0,0 0 11 15,0 0-1-15,0 0-3 0,-10 0 6 0,10 0-6 16,0 0 2-16,0 0-9 0,0 0 3 0,0 0 2 0,0 0-5 16,-7 3 5-16,7-3-4 0,0 0 7 0,0 0 0 15,0 0 2-15,0 0-4 0,0 0 1 0,0 0-8 16,0 0 6-16,0 0-6 0,0 0 5 0,0 0 12 16,0 0-7-16,0 0-5 0,0 0 4 0,0 0 1 15,0 0-7-15,0 0 7 0,0 0-6 16,0 0-2-16,0 0-1 0,0 0 8 0,0 0-4 0,0 0-3 15,0 0-7-15,0 0 12 0,0 0-1 0,0 0-3 16,0 0-3-16,0 0-2 0,0 0 2 0,-8-6-5 16,8 6-7-16,0 0 3 0,0 0 2 0,0 0 2 15,0 0-6-15,0 0 6 0,0 0 0 0,0 0-5 16,0 0 0-16,0 0 2 0,0 0-3 0,0 0 2 16,0 0-1-16,-12 1-4 0,12-1 3 0,0 0 3 15,0 0-4-15,0 0 4 0,0 0-2 0,0 0 4 16,0 0-8-16,0 0 1 0,0 0 10 0,0 0-7 15,0 0 2-15,0 0 0 0,0 0 6 0,0 0 0 16,-6-3-2-16,6 3 6 0,0 0-5 0,0 0-1 16,0 0 6-16,0 0-2 0,0 0-4 0,0 0-3 15,0 0 1-15,0 0-3 0,0 0-4 0,0 0 3 16,0 0 2-16,0 0 2 0,0 0-3 0,38 2-3 16,-20-2 7-16,2-1-5 0,9 0-8 0,-3 1 11 15,5-1-3-15,0-1 5 0,2 1-6 0,3 0 5 16,1 1-3-16,-2 0 0 0,0 0-2 0,0 0 2 15,-2 1 0-15,-3 2-3 0,0-3-3 0,-1 1 7 16,1-1 0-16,-10 1 0 0,1-1-3 0,0 0 2 0,1 0-1 16,-5-1 1-16,-3 1 0 0,-2-1 2 15,-1 1-3-15,-2 0 7 0,-9 0 8 0,14 0 8 16,-14 0 9-16,9 1 0 0,-9-1 6 0,8 0 10 16,-8 0 1-16,0 0-3 0,0 0 3 0,0 0-6 0,0 0-4 15,10-3 1-15,-10 3-8 0,0 0 0 0,0 0-7 16,0 0 0-16,0 0-3 0,0 0-5 15,0 0-6-15,0 0 7 0,0 0-5 0,0 0-6 0,0 0-25 16,0 0-17-16,0 0-33 0,0 0-34 16,0 0-40-16,-26-5-34 0,16 10-144 0,-3 1-347 0,-5-1 154 15</inkml:trace>
  <inkml:trace contextRef="#ctx0" brushRef="#br0" timeOffset="171335.42">1083 8695 47 0,'0'0'68'0,"0"0"-6"16,0 0-3-16,0 0-9 0,0 0 0 0,2-10-8 15,-2 10-12-15,0 0-16 0,0 0-9 0,0 0-15 16,0 0-8-16,0 0-21 0,0 0-21 0,0 0-65 16,0 0 28-16</inkml:trace>
  <inkml:trace contextRef="#ctx0" brushRef="#br0" timeOffset="177152.27">674 8927 14 0,'0'0'31'0,"0"0"2"0,0 0 1 16,0 0-3-16,0 0-6 0,0 0-6 16,0 0 8-16,0 0-8 0,0 0-2 0,0 0 0 15,0 0-3-15,0 0 4 0,0 0-1 0,0 0-1 16,0 0-2-16,-83 5 3 0,83-5 1 0,0 0 4 16,0 0-1-16,0 0 5 0,0 0-7 0,0 0 2 15,0 0-4-15,0 0 1 0,0 0-3 0,0 0 0 0,0 0-9 16,0 0 5-16,0 0 8 0,0 0-11 15,0 0-2-15,0 0-2 0,0 0 7 0,0 0-2 16,0 0-7-16,0 0 0 0,0 0 6 0,0 0 4 0,0 0 2 16,0 0 0-16,0 0 2 0,0 0 9 15,0 0-5-15,0 0 3 0,0 0-5 0,0 0-2 16,0 0 1-16,0 0 10 0,0 0-15 0,0 0 9 16,122-12-5-16,-106 7-5 0,-3 3-6 0,-2-2 10 15,2 1 6-15,-4 1-10 0,-2 1 8 0,3-1-9 16,-2 1 7-16,-1-2-4 0,-7 3 0 0,10-3-4 15,-10 3 2-15,8-1-3 0,-8 1 9 0,0 0 3 16,9-2 2-16,-9 2-3 0,0 0 11 0,0 0-8 16,0 0 19-16,9-2 2 0,-9 2 5 0,0 0-4 15,0 0-3-15,0 0-10 0,0 0 3 0,0 0-7 16,0 0-4-16,0 0 1 0,0 0-5 0,0 0 2 16,0 0-1-16,0 0-11 0,0 0 1 0,0 0 0 15,0 0 0-15,0 0 1 0,0 0-4 0,0 0-14 16,-16-11-17-16,16 11-18 0,0 0-17 0,0 0-17 15,0 0 2-15,0 0-9 0,0 0-5 0,0 0-17 0,0 0-79 16,0 0-198-16,11 23 87 0</inkml:trace>
  <inkml:trace contextRef="#ctx0" brushRef="#br0" timeOffset="180644.09">172 9458 36 0,'0'0'116'0,"0"0"-10"15,0 0-12-15,0 0-19 0,0 0 6 0,0 0-18 16,0 0-7-16,0 0 1 0,0 0-7 0,0 0-7 16,0 0-1-16,71-40-8 0,-42 32 1 0,-29 8-14 15,47-11-5-15,-20 2-11 0,-27 9-12 0,41-8-18 16,-41 8-15-16,34-5-12 0,-34 5-13 15,0 0-8-15,0 0-39 0,0 0-120 0,44 6 53 16</inkml:trace>
  <inkml:trace contextRef="#ctx0" brushRef="#br0" timeOffset="181018.57">306 9400 81 0,'0'0'77'0,"0"0"-10"0,0 0-6 0,0 0 1 16,0 0-3-16,0 0-8 0,0 0 3 0,-4 68-9 16,4-68-3-16,6 45 6 0,-6-45-13 0,2 45 2 15,-2-45-3-15,1 35-8 0,-1-35 3 0,2 35-10 16,-2-35-1-16,0 0 1 0,0 37-4 0,0-37 3 16,0 0-3-16,0 0-4 0,0 0 3 0,-2 38-5 15,2-38 9-15,0 0-8 0,0 0 5 0,0 0-8 16,-14 25 3-16,14-25-3 0,0 0 2 0,-24 15 7 15,24-15-18-15,0 0 2 0,-30 10-10 0,30-10 1 16,0 0 5-16,0 0 2 0,0 0-1 0,-38 3 4 16,38-3 14-16,0 0-13 0,0 0 7 0,0 0 11 15,0 0-6-15,0 0 3 0,0 0-11 0,0 0 3 16,0 0-3-16,0 0-2 0,0 0 1 0,0 0 6 16,0 0-2-16,0 0-2 0,0 0 0 0,0 0-3 15,0 0-6-15,0 0 3 0,0 0 5 0,0 0 0 16,0 0-13-16,0 0-28 0,76-42-27 0,-76 42-23 15,40-9-78-15,-40 9-176 0,39-8 77 16</inkml:trace>
  <inkml:trace contextRef="#ctx0" brushRef="#br0" timeOffset="181444.77">562 9610 12 0,'0'0'128'0,"0"0"-15"0,0 0-5 0,0 0-16 16,0 0 2-16,0 0-8 0,0 0-10 0,0 0-9 15,0 0-6-15,0 0-3 0,0 0-7 0,0 0-6 16,0 0-8-16,0 0 0 0,0 0-7 0,0 0 1 16,-59 42 3-16,59-42-9 0,0 0 0 0,0 0 0 15,0 0-13-15,0 0-4 0,0 0-5 0,0 0-19 16,0 0-1-16,68 25-4 0,-68-25-7 0,0 0 6 15,0 0 2-15,38 0-7 0,-38 0 12 0,0 0-7 16,0 0-1-16,0 0 9 0,0 0 22 0,0 0-24 16,0 0 1-16,0 0 6 0,0 0-4 0,0 0 9 15,0 0-1-15,0 0 3 0,0 0-2 0,0 0 10 16,0 0 0-16,0 0 0 0,0 0 13 0,0 0 2 16,0 0 6-16,-64 41-1 0,64-41-4 0,-32 21 12 15,32-21 4-15,-29 19-5 0,29-19 0 0,-23 14-5 16,23-14-3-16,0 0-12 0,-23 19 9 15,23-19-8-15,0 0 0 0,0 0 9 0,0 0-4 0,-15 22-6 16,15-22 3-16,0 0-2 0,0 0 1 16,0 0-7-16,0 0-8 0,0 0-21 0,0 0-21 0,59 19-25 15,-59-19-24-15,0 0-18 0,58-7-81 0,-58 7-205 16,0 0 90-16</inkml:trace>
  <inkml:trace contextRef="#ctx0" brushRef="#br0" timeOffset="181832.28">463 9614 44 0,'0'0'79'0,"0"0"-6"0,0 0-3 16,0 0-1-16,0 0-5 0,0 0 7 0,0 0-9 16,0 0 14-16,0 0 5 0,0 0-2 0,0 0 6 15,0 0-2-15,0 0 3 0,0 0-5 16,0 0-3-16,0 0-12 0,0 0-7 0,0 0-3 15,0 0-5-15,0 0-5 0,0 0-6 0,0 0-5 0,0 0-4 16,-15-43-1-16,15 43-9 0,0 0-8 0,0 0-4 16,0 0-7-16,0 0-14 0,38-35-9 15,-38 35-8-15,0 0-8 0,25-11-23 0,-25 11-19 16,0 0-17-16,0 0-19 0,38 0-84 0,-38 0-215 16,0 0 95-16</inkml:trace>
  <inkml:trace contextRef="#ctx0" brushRef="#br0" timeOffset="182380.55">831 9635 96 0,'0'0'123'0,"0"0"-10"0,0 0 7 0,0 0 2 0,0 0-1 15,0 0 5-15,0 0-4 0,0 0 1 16,0 0-8-16,0 0-10 0,0 0-6 0,0 0-11 16,0 0-13-16,0 0-2 0,0 0-10 0,0 0-5 15,0 0-5-15,0 0-2 0,0 0-3 0,0 0-4 16,0 0-3-16,0 0-3 0,0 0-12 0,0 0 0 16,0 0-1-16,0 0 1 0,0 0-5 0,0 0-5 0,-33-60-2 15,33 60-3-15,5-17 2 0,-3 9 0 16,2-1 0-16,0-1-5 0,-4 10 1 0,6-12-4 15,-2 6-4-15,-4 6-1 0,8-10 4 0,-8 10-3 16,10-6-8-16,-10 6 3 0,7-6-5 0,-7 6-2 16,10-2 0-16,-10 2 6 0,0 0-4 0,16 3-5 15,-16-3 1-15,14 7 1 0,-14-7-4 0,11 5-5 16,-4-2 0-16,-7-3-3 0,11 7 2 0,-5-4 2 16,-6-3-6-16,12 5-1 0,1-5-13 0,-13 0-17 15,14 3-11-15,-1-5-17 0,-13 2-15 0,20 0-13 16,-12 0-8-16,-8 0-9 0,13 0-81 0,-13 0-228 15,0 0 101-15</inkml:trace>
  <inkml:trace contextRef="#ctx0" brushRef="#br0" timeOffset="182724.36">879 9741 93 0,'0'0'118'0,"0"0"-14"0,0 0-1 0,0 0 9 15,0 0 6-15,0 0-11 0,0 0-6 0,-20-10-9 16,20 10-10-16,0 0-19 0,-3-9 6 0,3 9-9 15,0 0-8-15,0-13-2 0,0 13-9 0,0 0-3 16,0 0-3-16,5-15-9 0,-5 15-3 0,0 0 4 16,6-8-8-16,-6 8 1 0,0 0-2 0,9-4-1 15,-9 4-7-15,0 0 0 0,17 0 1 0,-17 0-14 16,15 5-9-16,-15-5-21 0,18 6-3 0,-7-4-18 16,3 2-30-16,1-3-18 0,3 2-115 0,-6-2-233 15,6-2 104-15</inkml:trace>
  <inkml:trace contextRef="#ctx0" brushRef="#br0" timeOffset="183084.08">1200 9563 13 0,'0'0'141'0,"0"0"0"0,0 0-11 0,0 0-10 16,0 0-18-16,0 0-7 0,0 0-13 0,0 0 0 15,0 0-4-15,-13-16-4 0,13 16-11 0,0 0 4 16,-9-6-13-16,9 6 2 0,-7-8-3 0,7 8 0 16,-6-6-2-16,6 6-10 0,-7-8-10 0,7 8 0 15,-6-8 1-15,6 8-1 0,0 0 0 0,-6-8-8 16,6 8 1-16,0 0 0 0,0 0-11 0,0 0 5 15,-3-9-1-15,3 9-3 0,0 0-3 0,0 0 0 16,0 0-4-16,19-10-3 0,-11 7 5 0,2-1-5 16,3 2 2-16,-1-1-2 0,3 0 2 0,1-1-15 15,4 4-19-15,-4-1-13 0,2 1-36 0,-18 0-23 16,30 1-14-16,-20-2-21 0,2 2-90 0,-4 2-242 16,-8-3 108-16</inkml:trace>
  <inkml:trace contextRef="#ctx0" brushRef="#br0" timeOffset="183513.73">1258 9520 89 0,'-2'12'87'0,"2"-12"4"15,-2 10-4-15,2-10-10 0,0 19 6 16,0-7-2-16,2 5 1 0,-2 0-19 0,0-1 5 15,0 1-1-15,1-2-4 0,0 2-5 0,1-1-1 16,-2 0-5-16,0-6-4 0,1 2-10 0,-1-1-7 16,0 0 2-16,0-11 1 0,2 19-6 0,-2-12-3 15,0-7 2-15,2 13-7 0,-2-13-2 0,0 0-3 16,0 14-4-16,0-14 3 0,0 0 0 0,0 9-3 16,0-9 1-16,0 0 0 0,0 0-2 0,0 0 5 15,0 0 12-15,0 0-4 0,0 0-3 0,0 0-2 16,0 0-5-16,0 0 0 0,-11 3-1 0,11-3 1 15,0 0-3-15,0 0 1 0,0 0-1 0,-23-10 3 16,23 10-7-16,-8-4-5 0,8 4 11 0,0 0-9 16,-10-5-5-16,10 5 10 0,0 0-9 0,0 0 5 15,0 0-8-15,0 0 1 0,-11-4-5 0,11 4 8 16,0 0-4-16,0 0 4 0,0 0-2 0,0 0-3 16,0 0 7-16,0 0-4 0,0 0 3 0,0 0-3 15,0 0-4-15,0 0-13 0,46 4-12 16,-29-4-14-16,2 0-23 0,-2 0-24 0,12-2-19 0,-9 1-23 15,-2-1-67-15,1 0-217 0,-1 0 96 0</inkml:trace>
  <inkml:trace contextRef="#ctx0" brushRef="#br0" timeOffset="183710.72">1610 9712 78 0,'-18'-11'154'16,"18"11"-12"-16,0 0 4 0,-21 6-16 0,21-6-2 15,-23 11 1-15,9-1-11 0,-2-1-4 16,3 2-9-16,0 1-15 0,6-1-3 0,-2 2-12 16,3-3-7-16,3 0-6 0,3-10-6 0,-3 22-4 15,3-11-9-15,0-11-19 0,10 21-12 0,1-15-34 16,6 4-33-16,2-3-38 0,12-2-35 0,0 0-125 0,-3-4-274 16,-1 1 122-16</inkml:trace>
  <inkml:trace contextRef="#ctx0" brushRef="#br0" timeOffset="185367.33">1371 9896 33 0,'0'0'97'0,"0"0"-14"0,0 0-6 0,0 0 1 0,0 0-28 16,0 0-12-16,0 0-13 0,0 0-15 0,0 0-9 15,0 0-20-15,0 0-15 0,0 0-40 0,0 0-79 16,2 15 36-16</inkml:trace>
  <inkml:trace contextRef="#ctx0" brushRef="#br0" timeOffset="186483.25">1519 9941 67 0,'0'0'88'0,"0"0"-10"15,0 0-9-15,0 0 0 0,0 0-11 0,0 0-3 16,0 0-10-16,0 0-6 0,4-4-16 0,-4 4-7 16,0 0-10-16,0 0-11 0,0 0-21 0,0 0-20 15,0 0-44-15,0 0-97 0,0 0 43 0</inkml:trace>
  <inkml:trace contextRef="#ctx0" brushRef="#br0" timeOffset="187358.39">369 9885 17 0,'0'0'118'0,"0"0"-34"15,0 0-2-15,0 0-15 0,0 0-2 0,0 0-5 16,0 0-14-16,0 0-16 0,0 0-4 0,0 0-13 16,0 0 17-16,0 0-20 0,0 0-19 0,0 0-14 0,0 0-14 15,0 0-60-15,0 0-105 0,0 0 48 0</inkml:trace>
  <inkml:trace contextRef="#ctx0" brushRef="#br0" timeOffset="190667.43">14501 16934 14 0,'0'7'16'0,"0"-7"4"15,0 0 0-15,0 0-1 0,0 0-1 0,0 0-1 16,0 0-1-16,0 0 5 0,0 0-2 0,0 0 0 15,0 0-6-15,0 0 4 0,0 0-4 0,0 0 1 16,0 0 4-16,0 0-2 0,0 0-7 0,0 0 6 16,0 0 3-16,0 0 7 0,0 0-2 0,0 0-4 15,0 0-1-15,0 0 2 0,0 0-5 0,0 0-5 16,0 0 0-16,0 0 0 0,0 0-2 0,0 0-5 16,0 0-4-16,0 0 5 0,0 0-5 0,0 0-5 15,0 0 2-15,0 0-3 0,0 0 5 0,0 0-1 16,0 0 3-16,0 0-6 0,0 0 0 0,0 0 1 15,0 0-7-15,0 0 1 0,0 0-5 16,0 0 1-16,0 0-5 0,0 10-2 0,0-10-12 16,0 0-21-16,0 0-59 0,0 0 27 0</inkml:trace>
  <inkml:trace contextRef="#ctx0" brushRef="#br0" timeOffset="195569.74">12167 12958 33 0,'0'0'51'0,"0"0"-3"0,0 0-11 15,0 0 0-15,0 0-1 0,0 0-5 0,0 0-9 16,0 0 5-16,14 18-4 0,-14-18-5 0,2 9-1 16,0-4-6-16,1 1-11 0,-1 1-2 0,2 2-6 15,-3 1-5-15,2 0-7 0,-2 1-12 0,3 0-21 16,-2 2-58-16,0-1 27 0</inkml:trace>
  <inkml:trace contextRef="#ctx0" brushRef="#br0" timeOffset="196043.33">13522 14667 29 0,'0'0'103'0,"6"-5"-10"16,-6 5-9-16,0 0-8 0,0 0-9 0,0 0-7 15,0 0-5-15,0 0-5 0,0 0-3 0,0 0-9 16,0 0-3-16,0 0 0 0,0 0-14 15,0 0-6-15,0 0-11 0,0 0-5 0,-9 19-7 0,9-19-17 16,-4 6-4-16,4-6-17 0,-7 7-13 0,0-3-49 16,1-3-116-16,-1 2 52 0</inkml:trace>
  <inkml:trace contextRef="#ctx0" brushRef="#br0" timeOffset="196469.48">12167 13182 56 0,'-4'8'42'0,"4"-8"1"0,-2 8-16 0,1-2-8 16,1-6-6-16,0 12-10 0,3-4-4 0,-1 1-19 16,0-1-11-16,1 3-33 0,1 1 15 0</inkml:trace>
  <inkml:trace contextRef="#ctx0" brushRef="#br0" timeOffset="197022.7">13641 14699 82 0,'0'0'74'0,"0"0"-11"0,0 0-4 0,0 0-7 15,0 0-4-15,0 0-11 0,0 0-7 16,0 0-9-16,0 0-12 0,0 0-3 0,0 0-6 15,0 0-11-15,0 0-3 0,0 0-15 0,0 0-43 16,0 0-77-16,0 0 35 0</inkml:trace>
  <inkml:trace contextRef="#ctx0" brushRef="#br0" timeOffset="197897.74">13572 14773 21 0,'0'0'83'0,"0"0"-3"0,0 0-22 16,0 0-11-16,0 0-9 0,0 0-25 15,0 0-13-15,0 0-9 0,0 0-21 0,-3 8-21 16,3-8-54-16,-9 5 25 0</inkml:trace>
  <inkml:trace contextRef="#ctx0" brushRef="#br0" timeOffset="-200870.53">27558 7318 98 0,'0'0'114'16,"-15"-3"0"-16,7 2-1 0,8 1-7 0,-13-1-7 0,13 1-2 16,-13-2-3-16,13 2 0 0,-12 0-13 0,12 0-3 15,-9-2 2-15,9 2 0 0,-7-1 3 0,7 1 2 16,0 0-4-16,0 0 1 0,0 0-3 15,0 0 10-15,0 0-3 0,-11-2-3 0,11 2-3 16,0 0-1-16,0 0-3 0,0 0-13 0,0 0-4 0,15-13-4 16,-6 7 1-16,0-2-7 0,-2 0-7 0,4-2-6 15,-1 4-3-15,-2-2-2 0,2-2-2 0,-4 0 0 16,3 0-4-16,-1-1-2 0,-3 4-3 0,3-6-3 16,-6 1-4-16,4 2 1 0,-3-3-1 0,0 3-4 15,0-3 2-15,-1 0-3 0,2 4-1 0,-3 0 0 16,3 1-1-16,-4 8 0 0,1-11-5 0,-1 7 2 15,0 4-1-15,0 0-4 0,0-10 0 0,0 10 4 16,0 0-9-16,0 0 0 0,0 0 3 0,0 0-4 16,0 0 2-16,0 0 2 0,-14 26-3 0,9-14 0 15,-3 3 5-15,1 2-2 0,2-2 2 0,1 1 0 16,-1 0-2-16,3-4 2 0,2 4 0 0,0 0 0 16,2-4 1-16,0 1-10 0,7 1-9 15,1-1-10-15,3-3-26 0,0 2-21 0,1-3-27 0,4 0-47 16,2-4-41-16,-2 1-159 0,2-5-380 0,-4 1 168 15</inkml:trace>
  <inkml:trace contextRef="#ctx0" brushRef="#br0" timeOffset="-200689.39">27568 6876 118 0,'-6'-6'88'0,"6"6"-21"0,0 0-15 16,0 0-26-16,0 0-28 0,0 0-26 0,0 0-26 15,24 12-58-15,-14-7 26 0</inkml:trace>
  <inkml:trace contextRef="#ctx0" brushRef="#br0" timeOffset="-199975.32">27861 7189 181 0,'0'0'189'0,"0"-8"1"0,0 8-10 0,0 0-8 16,-2-10-10-16,2 10-12 0,0 0-18 0,0 0-11 16,0 0-13-16,0 0-15 0,-1-8-10 0,1 8-11 15,0 0-9-15,0 0-6 0,0 0-6 0,0 0-5 16,0 0-4-16,0 0-6 0,3 24-5 0,-3-24 1 15,2 18-2-15,0-9-7 0,0 2-1 0,1-1 0 16,-3 0-5-16,2-1 1 0,-2-2-2 0,1 5-3 16,0-7-1-16,-1-5 2 0,-1 11-3 0,1-11-2 15,0 10 0-15,3-5 2 0,-3-5-2 0,0 0 3 16,0 10 14-16,0-10 6 0,0 0 13 0,0 0 6 16,0 7 5-16,0-7 0 0,0 0-1 0,0 0-5 15,0 0-5-15,0 0-2 0,0 0 0 0,0 0-13 16,0 0-3-16,0-28-1 0,0 18-1 0,5 1-8 15,-1-4 1-15,1 2-7 0,1-5-2 0,1 0-2 16,1 0-4-16,6 1-7 0,-3 2 3 0,1 0-8 16,2 2 6-16,-1 1-6 0,-1 4 1 0,-2 1 0 15,1 1 1-15,1 2 1 0,-1 4-1 0,3-2 1 16,-4 4-2-16,2 1-1 0,-2 1 1 0,-2 3-1 16,0 1 5-16,0-2-3 0,-1 4 4 0,0-2-3 15,-1 6-4-15,-2-4 0 0,1 3-12 0,2 0-19 16,-5-5-25-16,2 3-24 0,-1-2-34 0,-3 1-30 15,4-1-39-15,-4 0-24 0,2-1-128 0,-1-3-372 16,-1-7 164-16</inkml:trace>
  <inkml:trace contextRef="#ctx0" brushRef="#br0" timeOffset="-199743.19">28283 7019 16 0,'-2'-8'228'15,"2"-1"-6"-15,0 9-10 0,0-12-17 0,0 12-24 16,0-8-17-16,0 8-20 0,0 0-13 0,0 0-12 16,0 0-10-16,0 0-3 0,3 36-4 0,-3-12-1 15,-4 5-10-15,5 2-7 0,-2 1-4 0,-3 1-5 16,3-1-6-16,-2 1-6 0,1-1-8 0,-1-1 3 0,-1-1-7 16,2-1-3-16,-2 0-1 0,-2 1-18 15,4-4-21-15,0-1-25 0,-1-6-38 0,-1 1-39 16,2-1-36-16,0-3-40 0,1 0-162 0,-3-5-371 15,2 0 164-15</inkml:trace>
  <inkml:trace contextRef="#ctx0" brushRef="#br0" timeOffset="-199524.82">28360 7159 143 0,'8'-9'160'0,"1"1"-6"0,4 4-15 0,-4 1-10 15,0 0-7-15,2 5-7 0,-1-1-10 16,1 4-10-16,-1 2-7 0,-2 2-9 0,-2 2-6 16,0 2-9-16,-2 2-4 0,-4-2-5 0,0 4-8 0,-3 0-3 15,0-2-2-15,-2 4-15 0,-3-6-11 0,-2 4-17 16,-3-3-10-16,0-1-28 0,2-1-26 0,0-5-27 16,1 1-35-16,0-1-110 0,0-4-257 15,0-3 113-15</inkml:trace>
  <inkml:trace contextRef="#ctx0" brushRef="#br0" timeOffset="-198960.55">28510 7193 146 0,'5'-7'198'0,"-5"7"-30"0,5-2-18 16,-5 2-7-16,0 0-10 0,0 0-4 0,7 15-1 15,-6-11-15-15,0 6-11 0,0 0-5 0,2-1-11 16,-1 4-1-16,0-2-12 0,3 0-6 0,-1 0-8 15,0 0-3-15,1-1-6 0,0-3-3 16,1 1-4-16,-1-3-5 0,-1-1-1 0,4 0-3 0,-3-2-3 16,4 0 1-16,-9-2-4 0,15-3-3 0,-6 0-3 15,1-3 0-15,-2 0-2 0,0-1-2 0,3-2-1 16,-5-2 1-16,2 1 0 0,-3-2-1 0,1-2 2 16,0 1 4-16,-3 1-4 0,3-3-3 0,-2 8 1 15,-1-3 8-15,-1 3-4 0,2 2 1 16,-2-2-5-16,-2 7-7 0,0 0-1 0,0-7-3 0,0 7 2 15,0 0-4-15,0 0-4 0,0 0-1 0,0 0 4 16,6 19-4-16,-6-19 1 0,-2 17 2 0,4-7 1 16,-4 1 0-16,2 0 2 0,0-1 1 0,4-1-2 15,-4 1-2-15,4-4 0 0,-2 1 1 0,2-1 0 16,0 0 2-16,1-2 1 0,3 2 1 0,3-3-3 16,-2-2 1-16,1 0 0 0,2-2-1 0,-2-2 9 15,0-1-6-15,2-1-1 0,-5-3-5 0,1 1 1 16,4-8 1-16,-3 1 2 0,-3-1 1 0,-1-2-4 15,4 1 0-15,-4-4 3 0,1-6-3 0,-2 1-1 16,0 5 1-16,-1-5 0 0,-1 6 3 0,2 2 13 16,-3 1 4-16,2 4 4 0,-2 5 3 0,-1 0-5 15,1-1-1-15,-1 8-5 0,2-9-9 0,-2 9 1 16,0 0-5-16,0 0 4 0,0 0-3 0,0 0 2 16,-7 37-3-16,2-20 5 0,2 8 0 0,-1 1 7 15,2-1-10-15,-4 2 3 0,5-2-2 0,-2-2 6 16,2-3-9-16,1 1 1 0,0-1-18 0,1 0-18 15,-1-3-23-15,1 2-24 0,-2 0-38 0,2-1-38 16,2-4-37-16,-1-1-35 0,-4 0-149 0,4-4-406 16,-2-9 180-16</inkml:trace>
  <inkml:trace contextRef="#ctx0" brushRef="#br0" timeOffset="-198811.49">28880 7189 47 0,'4'-9'138'0,"-1"3"-8"16,3 3-12-16,-6 3-13 0,17-4-18 16,-6 2-28-16,9 1-25 0,-1 2-42 0,9 1-38 15,-6 0-65-15,-1-1-120 0,9 3 53 0</inkml:trace>
  <inkml:trace contextRef="#ctx0" brushRef="#br0" timeOffset="-198621.72">29254 7173 182 0,'1'-8'252'0,"-1"8"-3"0,0 0-14 0,3-9-18 16,-3 9-23-16,0 0-26 0,0 0-20 0,0 0-17 15,0 0-11-15,0 0-11 0,0 0-12 0,0 0-10 16,6 25-11-16,-6-13-6 0,3 1-6 0,-3 4-4 16,-2-2-5-16,4 1-20 0,-4 1-20 15,0-6-17-15,2 6-26 0,-2-6-36 0,0 6-38 0,2-7-46 16,-1 1-42-16,-1-1-149 0,0 0-367 0,2-10 164 0</inkml:trace>
  <inkml:trace contextRef="#ctx0" brushRef="#br0" timeOffset="-198460.61">29310 6896 8 0,'0'0'81'0,"13"19"-29"16,-7-2-27-16,2 12-33 0,-2 3-19 0,-2 3-29 16,5 12 14-16</inkml:trace>
  <inkml:trace contextRef="#ctx0" brushRef="#br0" timeOffset="-198052.36">29445 7391 242 0,'0'0'253'0,"0"0"-9"16,0 0-14-16,0 0-18 0,0 0-19 0,0 0-15 15,-3-33-16-15,3 24-20 0,0-1-8 0,2-2-18 16,2 0-4-16,-1-4-18 0,2-1-10 0,1 2-6 16,2-2-13-16,-1-1-6 0,5 3-6 0,-1 0-13 15,2 2-3-15,-1 5 1 0,-1 1-11 0,6 0-4 16,-4 7-1-16,-1 0-5 0,1 2-6 0,-1 6-2 0,2-1-1 16,-2 5 0-16,2 1 1 0,-1 2-6 15,-4 0 3-15,0 2-1 0,-3 1 1 0,2 1 1 16,-4-3-2-16,0 0 1 0,-1-4-4 0,-2-1 3 15,1-2 0-15,-2-1 0 0,0-8 0 0,-1 12 2 16,1-12 6-16,1 9 1 0,-1-9-2 0,3 5-1 0,-3-5-1 16,0 0 2-16,0 0-4 0,0 0 1 15,0 0-1-15,7-24 3 0,-1 14-3 0,0-4-3 16,2-2 1-16,3-2-2 0,2-2-5 0,5-1 1 16,-3 3 3-16,3-4-4 0,-4 9-2 0,1 1 0 15,0 2-4-15,-4 3-1 0,2 3 1 0,-3 1-1 0,1 1-2 16,0 3 1-16,-3 0-1 0,2 3 2 0,-1 2 2 15,-3 4-2-15,0-1 3 0,1 4 2 16,-2 1-2-16,-3 2 1 0,1 1 9 0,-2-3-7 16,-1 3-9-16,0-6-14 0,-1 6-23 0,-2-1-36 0,1-1-52 15,-1-3-48-15,1-1-53 0,-3 0-143 0,0-1-409 16,1-1 181-16</inkml:trace>
  <inkml:trace contextRef="#ctx0" brushRef="#br0" timeOffset="-197805.29">30092 7006 242 0,'4'-10'255'0,"0"2"-16"16,-2 2-24-16,1-1-27 0,-3 7-23 0,4-5-14 16,-4 5-18-16,0 0-7 0,6 27-5 0,-5-2-6 0,-1 6-3 15,0 2-9-15,-2 2-8 0,-2 11-8 0,-1-10-7 16,-3-2-5-16,2 0-7 0,-2 1-3 0,2-2-8 15,-2-2-4-15,2 1-8 0,1-2-4 0,-1-5-6 16,3 1-18-16,-5 0-21 0,4-2-23 16,2-6-20-16,-2-2-35 0,1-4-41 0,2-1-43 0,-2 0-34 15,2-2-173-15,1-9-403 0,-5 10 179 16</inkml:trace>
  <inkml:trace contextRef="#ctx0" brushRef="#br0" timeOffset="-197369.66">30167 7203 97 0,'9'-11'197'0,"-2"5"-16"16,1 0-14-16,-3 0-17 0,1 3-6 15,-6 3-6-15,10 0-10 0,-10 0-13 0,8 7-11 0,-5-3-8 16,-1 3-9-16,2 3-10 0,-4 1-1 0,0 2-9 16,-4 3-4-16,0 0-8 0,-2 2-6 0,-2-5-15 15,0 0-15-15,0-3-12 0,0-1-3 0,1 0-2 16,1-3-1-16,0-1 4 0,1-1 0 0,-1 0-1 15,6-4 2-15,-5 4 2 0,5-4-5 16,0 0 0-16,0 0-12 0,-6 4 1 0,6-4 2 0,0 0-2 16,0 0-1-16,0 0 4 0,0 0 0 0,27-4 3 15,-14 3-3-15,1-1-1 0,4 0 1 0,2-1 4 16,0 0-4-16,2 1 3 0,5-3-4 16,-5 1 4-16,-3 1 2 0,1-2 1 0,-2 0-4 0,-5 1 10 15,-1-1-7-15,-1-2 13 0,-1 1 3 0,-1-1 0 16,0 0 2-16,-4-2 8 0,-1-1-7 0,-3 0-3 15,-1-1 3-15,2 1 0 0,-4 4 11 0,2 6 5 16,-4-18-6-16,2 12-1 0,-2-1-3 16,-2 1 1-16,1 2-4 0,5 4-5 0,-13-2 4 0,1 3-2 15,2 2 3-15,1 3-3 0,-2 3 1 0,-1-2 2 16,2 5-1-16,-3-1-7 0,4 3 0 0,4-3 1 16,1 5 0-16,2 0-5 0,-1-2-16 0,3-3-21 15,3 1-31-15,3 3-28 0,2-5-37 0,3 0-26 16,6 0-29-16,1-4-151 0,-2 2-357 0,2-5 159 15</inkml:trace>
  <inkml:trace contextRef="#ctx0" brushRef="#br0" timeOffset="-196955.61">30651 7315 167 0,'6'-12'172'0,"-1"0"-4"16,-1 0 6-16,-2 1 10 0,2 1 7 0,-2 2-9 16,-2-1-9-16,0 9-13 0,-3-14-17 0,0 9-16 15,3 5-11-15,-6-8-14 0,6 8-10 0,-13 3-2 16,3 2-9-16,-3 0-12 0,1 5 0 0,-4 0-4 15,1-1-3-15,2 2-6 0,-1 1-4 0,2-2-5 16,2 4-8-16,5-3-3 0,1 0-7 0,3-1 0 16,2-2-2-16,2 1-1 0,-2 0 0 0,7-2-1 15,-2-1-6-15,6 0-5 0,6-3-3 0,-2 0-7 16,2-2 1-16,0-1 1 0,0-2-1 0,0-2 0 16,-4-3 2-16,-3 1-5 0,3-5-13 0,-1 0-2 15,-3-4-1-15,1-2 5 0,-1-6 7 0,-1-1 1 16,-2-1-8-16,-1-3 1 0,-1 0 3 0,-1-1 4 15,-1-3-4-15,-1 0-2 0,1 2 5 0,-3-5-3 16,0 3 5-16,2 0 2 0,-4 5 12 0,4 2 8 16,-2 8 16-16,0 4 4 0,-2 3-1 0,2 3-6 15,0 7-9-15,0-11-6 0,0 11-8 0,0 0-5 16,0 0-1-16,0 0 2 0,0 0 0 0,-6 34-3 16,2-7 4-16,0 0-5 0,2 4 3 0,-2 1 0 15,3-2 5-15,-3-1-8 0,0 0 3 0,3 0-3 16,1-1 5-16,0 0-2 0,-3-3-3 0,6-6-3 15,-2 0-27-15,2-2-20 0,-1 1-26 0,2-1-30 16,1-4-41-16,0-1-41 0,3-2-45 0,0 1-192 16,-1-2-456-16,2-3 202 0</inkml:trace>
  <inkml:trace contextRef="#ctx0" brushRef="#br0" timeOffset="-196620.16">31117 7138 210 0,'-8'-7'226'16,"-1"1"-12"-16,0 3-12 0,-6 2-5 0,-3 2-20 15,2 2-15-15,-3 6-14 0,0-1-11 0,-3 7-11 16,6-3-12-16,1 1-11 0,2-2-16 0,2 4-5 16,2-1-7-16,2-2-10 0,2 0-5 0,0-2-4 15,5 2-7-15,1-2-3 0,3-1-3 0,1 0-15 16,2-2 1-16,3-1-10 0,1 0-5 0,1-2-1 15,0-2 4-15,1-2-2 0,-2 0-1 0,1-2 0 16,-1 0-3-16,-1-2 0 0,1-3-2 0,-2 0 1 16,-1 1 0-16,0-1 0 0,1-3 3 0,-2 1 7 15,-2-1-4-15,2 3 3 0,-3 0 0 0,1 2 3 16,-3-1-4-16,-2 6-6 0,5-7-4 0,-5 7-5 16,4-4-6-16,-4 4-2 0,0 0 1 0,0 0-9 15,0 0-20-15,0 0-29 0,-7 31-42 0,3-19-53 16,-1 0-45-16,0-1-193 0,1 5-429 0,0-4 190 15</inkml:trace>
  <inkml:trace contextRef="#ctx0" brushRef="#br0" timeOffset="-196414.88">31186 7310 44 0,'5'-17'225'0,"0"1"-5"15,2-1-6-15,-1 0-2 0,0-1-1 0,1 3-11 16,-1 7-9-16,-2-1-6 0,0 2-17 0,-3 1-13 15,2 0-18-15,-3 6-17 0,5-7-14 0,-5 7-9 16,7 0-10-16,-7 0-12 0,0 0-8 0,16 12-8 16,-12-5-3-16,1 2-9 0,0 1-23 0,-1-1-21 15,0 2-28-15,-1 2-29 0,-1 0-37 0,2 1-50 16,-1-2-47-16,-1-2-50 0,-2 2-123 0,3-2-392 16,-3-10 174-16</inkml:trace>
  <inkml:trace contextRef="#ctx0" brushRef="#br0" timeOffset="-196061.43">31538 7159 22 0,'2'-8'242'0,"-2"8"-15"16,-1-11-15-16,1 11-25 0,0 0-17 0,-8-5-14 16,8 5-11-16,-16 11-3 0,3 0-7 0,-3 1-10 15,-3 5-6-15,-1 0-14 0,6-2-6 0,-3 4-13 16,6-5-7-16,2 0-10 0,1-1-5 0,4 2-3 15,3-2-4-15,0-1-8 0,3-2-2 0,2 0-7 16,2-2 0-16,5 0-4 0,0-2-8 0,3-3-10 16,3 2-3-16,2-3-6 0,-2-2 0 0,-2-3-4 15,-1 1 6-15,2-3-3 0,-3-1-4 0,-1 0 3 16,2-4 0-16,-1 0-4 0,-6 0 2 0,0-2 4 16,-1-1-5-16,2-2-1 0,-2-2 2 0,-1 3-5 15,-2 3 4-15,-1 0 2 0,2 1 7 0,-5 4 6 16,1 6 5-16,1-10-6 0,-1 10-4 0,0 0-3 0,-4-10-4 15,4 10-1-15,0 0 1 0,-20 14 4 16,11-8-2-16,-5 6-7 0,4-1-3 0,-1 2-18 16,4-3-21-16,1 2-22 0,-1 1-46 0,5 0-60 15,-1-2-58-15,3 0-173 0,3-1-431 0,0 0 190 0</inkml:trace>
  <inkml:trace contextRef="#ctx0" brushRef="#br0" timeOffset="-195579.29">32005 7206 65 0,'2'-6'264'0,"-1"-1"-9"0,-1 7-19 15,2-7-29-15,-2 7-26 0,0 0-20 16,0 0-14-16,0 0-14 0,0 0-18 0,0 0-10 16,0 0-9-16,0 0-12 0,-6 31-8 0,5-23-7 0,2 4-5 15,-1-2-5-15,3 0-6 0,0 0 4 16,4 0-11-16,-2-1-4 0,1 1-4 0,2-3-1 15,0 0-3-15,2-2-3 0,-1-2 2 0,1 0-7 0,3-2 2 16,-2-1-5-16,1 0-4 0,-5-1 2 0,5-2-2 16,-6 0-2-16,6-2-3 0,-4-1 2 0,-2-1-2 15,4-1 0-15,-5 1-6 0,-1 2 3 0,1-2-8 16,-1-3 4-16,-1 2 1 0,2-1 0 0,-4 4-4 16,-1 5 0-16,5-10-3 0,-5 10-1 15,3-5-3-15,-3 5-2 0,0 0-5 0,0 0 2 0,0 0 2 16,5-4 2-16,-5 4-1 0,0 0-1 0,0 0 3 15,6 13-3-15,-2-8 5 0,0 0-7 0,2 0 8 16,0 0 0-16,0-1 3 0,0 0 0 0,4 0 3 16,2-1-3-16,-1-2 2 0,1 1-4 0,-1-2 4 15,-3-2 1-15,0 1 17 0,-8 1 46 0,15-6 0 16,-10 3-3-16,2-1-5 0,-4-3-2 0,4-1-2 16,-5-2-8-16,1 3-1 0,-3-5-10 0,1 2 6 15,-1 0-14-15,-1 0 1 0,-2-3-6 0,-2 3-3 16,1-1-12-16,1 0-8 0,0 3-20 0,-1 0-20 15,2 3-30-15,2 5-27 0,-6-9-34 0,4 4-31 16,2 5-35-16,0 0-30 0,-10-1-24 0,10 1-159 16,0 0-442-16,0 0 196 0</inkml:trace>
  <inkml:trace contextRef="#ctx0" brushRef="#br0" timeOffset="-195410.15">32497 7110 185 0,'0'0'228'0,"7"-8"1"0,-2 3 1 16,-5 5 4-16,2-7-6 0,-2 7-6 0,0 0-27 15,5-4-17-15,-5 4-22 0,0 0-21 0,0 0-11 16,0 0-16-16,0 0-7 0,0 0-9 16,4 22-10-16,-4-12-10 0,0 4-5 0,-1 3-6 0,0-5-17 15,-1 5-21-15,0-2-36 0,1-2-29 0,2 2-37 16,-2 1-56-16,2-6-65 0,-1 3-222 0,0-3-455 16,0-10 202-16</inkml:trace>
  <inkml:trace contextRef="#ctx0" brushRef="#br0" timeOffset="-195240.28">32495 6939 1996 0,'-11'-25'109'0,"4"-2"37"0,-2 10-73 16,4-2-16-16,-2 10-4 0,3-2-5 0,-1 2-12 16,0 2-7-16,3 2-11 0,2 5-4 0,-5-6-3 15,5 6-12-15,0 0-29 0,0 0-23 0,0 0-41 16,-5 25-50-16,8-9-40 0,3 0-164 0,2-1-376 15,5-2 167-15</inkml:trace>
  <inkml:trace contextRef="#ctx0" brushRef="#br0" timeOffset="-195056.2">32674 6944 185 0,'2'-6'231'0,"-2"6"-3"0,0 0 0 16,0 0-1-16,0 0-5 0,0 0-4 0,0 0-20 15,0 0-20-15,26-39-22 0,-26 39-21 0,0 0-13 16,0 0-15-16,0 0-11 0,0 0-11 15,0 0-5-15,0 0-5 0,11 87-7 0,-13-57-6 0,0 0-6 16,-3 1-1-16,1-2-7 0,1 1-6 16,0 1-32-16,-2-6-29 0,4-2-33 0,2-2-31 0,-2-3-51 15,2-5-64-15,3 2-240 0,-4-4-474 0,1-1 210 16</inkml:trace>
  <inkml:trace contextRef="#ctx0" brushRef="#br0" timeOffset="-194852.43">32920 7035 149 0,'0'0'270'0,"0"0"-8"15,21-30-19-15,-21 30-30 0,0 0-25 0,0 0-18 16,0 0-15-16,0 0-8 0,0 0-9 0,0 0-10 0,0 0-6 16,0 0-9-16,-36 91-9 0,27-66-11 0,0 3-12 15,0-3-2-15,0 4-10 0,2 0-9 0,7-29-32 16,-15 55-30-16,8-27-32 0,-1-1-40 0,0-1-63 15,8-26-74-15,-19 51-182 0,8-28-425 0,11-23 188 16</inkml:trace>
  <inkml:trace contextRef="#ctx0" brushRef="#br0" timeOffset="-194125.37">30031 8110 261 0,'0'0'260'16,"-7"-5"-15"-16,7 5-18 0,-4-10-18 0,4 4-16 16,0 6-18-16,2-10-3 0,0 2-25 0,2-2-16 0,3-1-4 15,3-2-16-15,-1-1-10 0,2 0-11 0,1-3-1 16,-3 3-14-16,-2-3-2 0,2 2-1 0,0-4-18 16,-1 4-2-16,0-4-11 0,-3 3-1 15,1 0 4-15,0 1-3 0,-4 2-1 0,-1 5-6 16,0 1-7-16,-1 0 2 0,0 7-9 0,3-11-5 0,-3 11-8 15,0 0 0-15,0 0-1 0,0 0-2 16,0 0 0-16,-7 23-2 0,2-5 4 0,-1 2-1 0,-3 3-1 16,1 2 2-16,1 1-2 0,4-7-1 0,-2 0 1 15,5 0-1-15,1-1-4 0,3-1 5 16,-1-2-2-16,2 0 2 0,0-5-2 0,1 0-1 0,1 0-3 16,2-2-2-16,1-3 1 0,-2-2-1 0,4 0 4 15,-1-2 7-15,1-2-11 0,2-1 3 0,-2-2 0 16,1-1 1-16,-3-3-2 0,6 0 7 15,-4-4-5-15,-4 1-1 0,7-3-4 0,-7 0 4 16,-1-1 0-16,1 1 0 0,0 2 1 0,-3 2-4 0,-1 0 2 16,-1 1 0-16,3 5 2 0,-4-1-8 0,-2 5 6 15,3-8-6-15,-3 8-5 0,0 0 5 0,0 0 5 16,0 0-3-16,0 0 4 0,6 15-4 0,-6-15 1 16,-4 14 1-16,2-7-2 0,2-7 1 0,-4 12-1 15,3-6 2-15,-1 2 1 0,2-8 2 0,0 0-2 16,0 11 0-16,0-11-2 0,0 0 0 0,-2 8-4 15,2-8 12-15,0 0-10 0,0 0 3 0,0 0 1 16,0 0 1-16,0 0-1 0,0 0-2 0,21-8 7 16,-21 8-9-16,9-5-1 0,-9 5 0 15,9-3-1-15,-1 3-5 0,-8 0-1 0,9-2-1 0,-9 2-1 16,9 6 6-16,-9-6-2 0,6 9 0 0,-2-6 2 16,1 3-10-16,-2 1-19 0,-3-7-5 0,2 12-23 15,-2-5-28-15,0-7-28 0,2 16-45 0,-2-10-37 16,0 3-162-16,0-9-396 0,0 0 175 0</inkml:trace>
  <inkml:trace contextRef="#ctx0" brushRef="#br0" timeOffset="-193369.65">30640 7871 90 0,'0'0'206'0,"0"0"-15"0,0 0-8 16,2 6-10-16,-2-6-12 0,-8 10-11 0,3-1-9 0,-1 1-15 16,-1 1-7-16,-1 4-12 0,2 0-9 0,2-4-10 15,-2 2-11-15,3 2-7 0,2-2-2 0,1 2-7 16,1-4-5-16,1 2-8 0,3 1 0 0,1-3-5 16,0 0-5-16,5 2-1 0,0-5-3 15,-2-2-4-15,3 2-1 0,0-3-4 0,1-2 0 0,1-1-6 16,-1-2 1-16,0 0 1 0,1-1-3 0,-4-1-2 15,3-1 3-15,-6-4-8 0,1 0 5 0,0-1-4 16,-3-1-1-16,0-2-5 0,-1 1 2 16,0-3 0-16,-2 0-1 0,1 0-4 0,-3-5 2 15,2 3-4-15,1 3-4 0,-2 0 1 0,2-1-3 0,-1 2-3 16,5-1 2-16,-2 2 0 0,0 3-7 0,3 0 5 16,2 1-6-16,-3 0 4 0,4 5 2 0,-2-1 0 15,3 4-1-15,0-1-4 0,1 3 5 0,-2 1-4 16,0 2 6-16,-1 2-5 0,-1 0 5 15,1 3 1-15,1 3 2 0,-2-2-1 0,-4-2 1 0,1 1 2 16,-1-2-2-16,0 1 3 0,-2 0 5 0,1-1-8 16,2 0 1-16,-3-2 2 0,4-1 2 0,-2-1-1 15,0-2 3-15,1 0 0 0,1-1 10 0,2 0 0 16,2 0-6-16,-1-4 0 0,2 1 3 0,2-3-6 16,-2-2 0-16,0 1 2 0,-2-2 2 0,1-1 2 15,-1 0 1-15,-1-2-3 0,2-4-1 0,0 1 0 16,-6-1 1-16,1 2-5 0,-2-1 1 0,0-2 0 15,-3 1 4-15,0 2-1 0,-1 1 3 0,-1 0 3 16,0 4 7-16,1 6-11 0,-4-13-4 0,4 13 1 16,-6-4-2-16,-2 4-3 0,8 0 1 0,-18 7 5 15,8 1 4-15,-3 0-9 0,1 1 8 0,1 4-3 16,-2 0-1-16,4 1-2 0,3 0 0 0,1 4-1 16,0-7-9-16,3 2-12 0,4-2-18 0,4 5-31 15,-2-6-23-15,2 0-35 0,8 1-34 0,3-2-37 16,1-1-24-16,0-2-108 0,1-1-355 0,1-4 157 15</inkml:trace>
  <inkml:trace contextRef="#ctx0" brushRef="#br0" timeOffset="-192618.44">31466 7945 154 0,'0'-17'169'0,"0"6"-1"0,0 0 4 16,-1-2 8-16,-1 7-4 0,2 6-7 0,-1-10-17 15,1 10-20-15,0 0-12 0,-9-4-12 0,9 4-3 16,0 0 1-16,-22 14-17 0,7-2 8 0,2 3-8 15,-1-1-7-15,1 1-4 0,2 0-11 0,-1 1-9 16,3 0-2-16,3 0-7 0,1 0-4 0,4-6-3 16,3 2-4-16,-2-2-2 0,7 0-1 0,0-3-9 15,1 1 2-15,1-4-6 0,4 0-4 0,1-4-4 16,4 2-3-16,-5-2 1 0,2-2-1 0,-2-2-3 16,-1-2 5-16,-1 0-3 0,-2-2-2 0,2-1-2 15,-1-3-1-15,-2 3 2 0,3-4 8 0,-4-1-5 16,-3 1 3-16,2 2-1 0,-1 0-4 0,-2 3 6 15,2-3 6-15,-4 5 0 0,2-2 2 0,-1 3-3 16,-2 5-7-16,1-8-9 0,-1 8 2 0,0 0-1 16,0 0-3-16,0 0 0 0,0 0 8 0,0 0-9 15,-13 21 0-15,7-13 3 0,3 3-1 0,-1 1 0 16,-2-3 1-16,4 0-3 0,2 2 5 0,-1-2-3 16,1 1 0-16,1-2 3 0,3 1 1 0,0-3 1 0,2 2 3 15,3-3-2-15,2-1 0 0,1-2-4 16,3-1 0-16,2 1 4 0,2-4-3 0,-1-1 1 15,1-1 0-15,-1 0-1 0,-6 1 1 0,-1-4 8 16,4-3-9-16,-6 1-2 0,0 0 3 0,1-6-3 16,-1 2 1-16,-1 0-2 0,0-2-1 0,-2 0-2 15,-1 0 3-15,-2 3 3 0,1 2-5 0,-3 2-2 16,2 1 1-16,-2 1-1 0,-1 6 3 0,2-8-11 16,-2 8-3-16,0 0 2 0,0 0 0 0,0 0 2 15,0 0 1-15,8 20 1 0,-8-4-2 0,0 1 3 0,0 2 5 16,0-2-5-16,-1 4 5 0,2 2-2 15,-2-1-4-15,-3-3 7 0,4 1 0 0,0-3 0 16,-1 1-1-16,-2-3 0 0,1-3 3 0,-1 1 6 16,0-4-6-16,2-1-1 0,0-2 2 0,-2 1-5 0,3-7 10 15,0 9-5-15,0-9 6 0,0 0-1 0,-2 6 0 16,2-6 0-16,0 0-6 0,0 0-5 0,0 0-4 16,0 0-2-16,19-13-10 0,-9 7-6 15,4-4-2-15,3 1-8 0,6-7-2 0,0 0-4 16,0 1 0-16,2-1-4 0,0 0 3 0,-1-2 2 0,-1-1 1 15,-1 0 11-15,-4 2 1 0,-6 2 11 0,0 2 7 16,-3 0 4-16,-3 3 12 0,-3 1 13 0,-1-1 1 16,-2 3 5-16,0 7 1 0,-4-14 2 15,-1 10-3-15,-5-1-6 0,-3 5 4 0,-1 0-1 16,-2 3-1-16,-5 2-1 0,3 0-1 0,0 3-4 0,4 2 1 16,3-1-3-16,1-1-3 0,2 2-14 0,0 0-14 15,5 3-22-15,1 0-22 0,5-2-36 0,3 0-52 16,6 2-65-16,1 0-209 0,8 2-456 15,3-2 202-15</inkml:trace>
  <inkml:trace contextRef="#ctx0" brushRef="#br0" timeOffset="-191712.68">26744 7136 109 0,'0'0'228'0,"-5"-7"-20"0,5 7-13 0,0 0-22 16,0-7-19-16,0 7-16 0,0 0-19 0,0 0-11 16,0 0-13-16,0 0-8 0,0 0-9 0,0 0-5 15,0 0-10-15,12 19-3 0,-5-9-5 0,1-1-4 16,3 4-6-16,1 0-16 0,-1 0-22 0,3-2-24 15,-5 2-21-15,4-1-30 0,-3-4-27 0,3 3-37 16,-3-4-28-16,-2 0-102 0,-2-1-282 16,-1-3 125-16</inkml:trace>
  <inkml:trace contextRef="#ctx0" brushRef="#br0" timeOffset="-191550.6">26984 7141 61 0,'0'0'181'0,"0"0"-14"0,0 0-20 0,-4-10-8 15,4 10-16-15,0 0-3 0,0 0-11 0,-21 15-8 16,8-2-5-16,2 1-10 0,-7 5-9 0,0 2-6 16,2 0-9-16,2-4-28 0,4-1-30 0,1-1-29 15,2 2-29-15,0-2-51 0,2-2-128 0,-3-3-251 16,3-1 111-16</inkml:trace>
  <inkml:trace contextRef="#ctx0" brushRef="#br0" timeOffset="-191399.41">27135 7170 99 0,'0'0'188'15,"8"-5"-26"-15,-8 5-20 0,6-1-22 0,-6 1-17 16,0 0-16-16,0 0-31 0,7 14-37 0,-3-6-42 16,-2 2-64-16,0 2-58 0,5 3-156 0,-3-3 70 15</inkml:trace>
  <inkml:trace contextRef="#ctx0" brushRef="#br0" timeOffset="-190994.78">27836 8613 58 0,'-4'-7'232'0,"4"7"-23"0,0 0-23 0,0 0-21 15,0 0-16-15,0 0-10 0,0 0-7 0,0 0-6 0,22 16-16 16,-13-7-3-16,6 2-12 0,1 3-13 0,-2-2-6 16,8 6-8-16,-7-4-3 0,2 1-14 15,-3-2-27-15,0 1-33 0,0-1-33 0,-2 0-31 16,-1-5-36-16,-2 2-27 0,0-3-149 0,-7-3-307 0,5 2 136 15</inkml:trace>
  <inkml:trace contextRef="#ctx0" brushRef="#br0" timeOffset="-190829.46">28079 8622 79 0,'-4'-8'196'0,"0"3"-20"0,4 5-10 0,-4-6-14 15,4 6-11-15,-9 0-7 0,9 0 0 0,-20 10-11 16,8 0-8-16,-10 8-11 0,5 2-9 0,-4 2-9 15,5 4-8-15,-2-2-10 0,2 1-27 0,3-2-37 16,2-1-38-16,0 1-35 0,4-6-45 0,4 0-166 16,-3-5-302-16,4-2 134 0</inkml:trace>
  <inkml:trace contextRef="#ctx0" brushRef="#br0" timeOffset="-190671.41">28253 8706 17 0,'0'0'192'0,"8"-6"-23"16,-8 6-15-16,6-1-16 0,-6 1-19 0,0 0-13 15,13 2-24-15,-8 2-48 0,2 0-47 0,3 3-62 16,-4-1-80-16,7 3-165 0,-4-5 73 0</inkml:trace>
  <inkml:trace contextRef="#ctx0" brushRef="#br0" timeOffset="-190296.38">28615 8537 73 0,'0'-9'220'0,"0"9"-9"16,-2-9-15-16,2 9-25 0,0 0-16 0,0 0-18 16,0 0-5-16,0 0 0 0,0 0-3 0,2 30-1 15,-2-12-12-15,0 1-5 0,0 5-5 0,0 3-9 16,0 0-9-16,0-1-6 0,0 1-9 0,2-3-7 15,-2-5-6-15,3-1-7 0,-3 0-4 0,1-1-3 16,0-1-5-16,1 0-4 0,-1-1 0 0,3-4-4 16,-2 0-15-16,0-1-18 0,-2 1-23 15,0-1-15-15,0-1-34 0,-2 1-38 0,2-3-45 0,0-7-39 16,-2 12-174-16,-2-7-398 0,4-5 176 0</inkml:trace>
  <inkml:trace contextRef="#ctx0" brushRef="#br0" timeOffset="-189469">28775 8495 133 0,'0'0'206'0,"-5"-14"1"16,3 8-10-16,0 0-6 0,2 6-14 0,-7-10-17 0,3 6-18 16,4 4-13-16,-7-1-16 0,7 1-6 0,-13 6-10 15,4 3-4-15,-3 4-4 0,-2 8-7 16,-1 2-4-16,1 1-2 0,1-1-5 0,0 1-1 15,2 1-11-15,1-1-5 0,5 1-5 0,-1 1 0 0,5-6 2 16,-1-2-6-16,3 1-5 0,0 1-6 0,0-4-4 16,1 1 6-16,5-2-10 0,-2-4 0 0,2 1-7 15,1-2 4-15,-1 0-3 0,3-2-1 16,1 1-2-16,-1-5 0 0,1 1-4 0,3-2 7 0,0 0-11 16,-1-1 5-16,0-1-2 0,-1-2 2 0,1-1-5 15,-1 1 4-15,0-3-1 0,-3-1-2 0,1 0 2 16,-5 1-6-16,1-5 3 0,1 1-4 0,-3 0-2 15,1-3 3-15,-2 0-1 0,1-1-2 0,-2 0-7 16,0 0-1-16,1-1 2 0,1 4-5 0,-1-1 3 16,1 1 1-16,0 0-2 0,1 0-2 0,0 5 0 15,-1 0 0-15,0 0 3 0,-4 4-5 0,13-1 3 16,-13 1 2-16,14 5-3 0,-8 0-2 0,1 3 3 16,-2 3-2-16,2 0 2 0,-2 0 1 0,1 5 1 15,-4-1 2-15,2 0 0 0,-3 2 1 0,1 0-1 16,-2-3 2-16,1 2-20 0,-1-4-16 0,1-2-25 15,-1 3-34-15,-1-3-44 0,1 0-53 0,1-2-43 16,-1-8-143-16,0 13-410 0,3-10 181 0</inkml:trace>
  <inkml:trace contextRef="#ctx0" brushRef="#br0" timeOffset="-188650.43">29186 8726 143 0,'-10'-5'221'0,"-2"0"-12"0,1 3-5 16,-2 2-10-16,0 2-14 0,-5 5-9 0,0 2-12 16,3 2-16-16,0 3-12 0,-1 0-10 0,4 1-15 15,0-1-13-15,4 0-9 0,3 1-3 0,1 2-14 16,3-3-3-16,2-2-4 0,2 0-7 0,1-2-8 16,2 2 2-16,4-4-5 0,-2 0-1 0,4-3-6 15,0 1 2-15,0-2-6 0,7-2-5 0,-4-2 0 16,1-2-2-16,-3 1-2 0,-3-3 0 0,3-2-4 15,-3 2-2-15,-1-5-1 0,1 2 16 0,0-2-3 16,-3-2 0-16,3-2-3 0,-6 1-4 0,2-2 1 16,-3-2 0-16,0 4-6 0,-1 0-1 0,-1 1-1 15,2 2 5-15,-3 0 4 0,0 9 0 0,1-10-6 16,0 3 0-16,-1 7-7 0,0 0-4 0,0 0 0 16,0 0 3-16,0 0-4 0,0 0 1 0,0 0-3 15,-8 21 10-15,5-10-9 0,0-1-2 0,2 2-1 0,-1-1 1 16,2 2-2-16,0-3 6 0,2 2-3 15,0-2 5-15,2 0-6 0,3-2 3 0,-2-4 5 16,5 3 6-16,-1-1 9 0,1-2 4 0,3-3-3 16,0 1 1-16,2-1-3 0,-2-4-2 0,1 1 1 15,-1-1 4-15,-1 0 4 0,1-4-2 0,-3 1 3 16,2 0 1-16,-2-3 0 0,-2 1-7 0,3-5 2 16,-3 2-7-16,-2-3 4 0,1 3-9 0,-3-1 1 0,1-1-3 15,-4 4 5-15,4-1-3 0,-3 4 3 16,0-1-3-16,-2 7-4 0,1-10-3 0,-1 10-8 0,1-6 1 15,-1 6-6-15,0 0 1 0,0 0 2 0,0 0 1 16,-7 20 10-16,0-11-10 0,2 3 0 0,1-2 0 16,2 3 1-16,1-2-7 0,-2 0 5 0,3 0-2 15,1-2 12-15,1 1-9 0,0-2-3 16,-1 0 4-16,5-3 6 0,0-1-7 0,0 1 9 0,3-2-3 16,2 0-4-16,1 0 5 0,0-3-4 0,2-1-1 15,-3-1 4-15,2-2 3 0,1 0-4 0,-1-1 0 16,3-1 0-16,-5 1 3 0,-1-1-3 0,1-3-6 15,0 1 6-15,-5 0 5 0,2 1-9 16,-2 0 5-16,-1 3 5 0,-1 0 5 0,-4 4-8 0,8-7-9 16,-4 4 2-16,-4 3-2 0,6-5 2 0,-6 5-5 15,0 0 6-15,0 0-4 0,0 0-1 0,0 0-1 16,0 0 5-16,0 0 5 0,0 0-5 0,0 0-13 16,0 0 7-16,0 0 1 0,0 0 4 0,0 0-2 15,0 0-1-15,5 13 1 0,-5-13 0 0,0 0 3 16,0 0-7-16,5 4-1 0,-5-4 0 0,0 0 2 15,0 0-4-15,12 2 3 0,-6-1-1 0,-6-1 6 16,10-1 1-16,-10 1-6 0,13 1 2 16,-8 0-5-16,-5-1 1 0,13 3-4 0,-7-1 1 0,0 0-9 15,-6-2-15-15,10 8-15 0,-7-3-15 0,1-1-16 16,-4-4-18-16,4 11-30 0,-2-4-41 0,-2-7-47 16,1 13-53-16,-2-4-204 0,1-9-513 0,-7 10 227 15</inkml:trace>
  <inkml:trace contextRef="#ctx0" brushRef="#br0" timeOffset="-187996.72">30152 8719 215 0,'-10'5'273'0,"5"-1"-11"0,-1 1-6 0,-2 1-15 15,1 4-18-15,1-1-19 0,-2 1-17 0,5 3-12 16,-1-3-21-16,1 4-16 0,3 1-14 0,-1 2-11 16,1-5-9-16,0 4-13 0,2-4-7 0,4-2-6 15,1 2-10-15,1-3-4 0,1-1-7 0,-1 2-6 16,3-3-2-16,-1-1-3 0,-2-1-10 0,3-3-1 16,-3 1-3-16,0-3-1 0,-1 0-4 0,-7 0 1 15,14-4-1-15,-7 1 5 0,2-3-15 0,-2-2-5 16,0 0 2-16,-2-2 2 0,1 1-2 0,-1-2-2 15,0 2-2-15,1-1-4 0,-4 2 5 0,2 0-4 16,-1 4-2-16,-1-1 0 0,-2 5-7 0,4-9-5 16,-4 9-1-16,0 0 0 0,0 0 1 0,0 0 6 15,0 0-6-15,15 11 3 0,-11-4-1 0,1 1 0 16,0 2 3-16,1-1-1 0,0 1 3 0,1 1-2 16,-1-5-1-16,3 1 4 0,-2 2 2 0,3-3-1 15,-1-1 6-15,2-2-4 0,-1-1 1 0,1-1 0 16,2-4 0-16,-1 1 3 0,-1-3-1 0,-1 0-3 15,-1 0 11-15,-1-4-12 0,-2 2 3 0,2-3 0 0,-3-1-4 16,-2 0 1-16,1-5-3 0,-2 4 0 16,-1-5 4-16,-1 5 6 0,-1 0-10 0,-1-5 8 15,0 5-10-15,1 0-1 0,-2 2-2 0,1 1 2 16,1-1-2-16,-3 3-13 0,-1 2-10 0,5 5-6 16,-9-6-8-16,9 6-16 0,-9 1-16 0,9-1-15 0,-12 5-26 15,12-5-39-15,-7 10-21 0,5-4-27 16,2-6-24-16,-1 11-182 0,1-11-442 0,5 10 196 15</inkml:trace>
  <inkml:trace contextRef="#ctx0" brushRef="#br0" timeOffset="-187818.33">30615 8739 190 0,'4'-4'202'0,"-2"-2"-2"16,2 1-1-16,0-1-12 0,-4 6-8 0,6-9-2 16,-5 4-9-16,-1 5-9 0,4-7-20 0,-4 7-15 15,0 0-15-15,0 0-14 0,0 0-9 0,0 0-7 0,11 12-7 16,-10-4-4-16,0 6 1 0,1 0-6 0,-1-1-6 15,-2 3-4-15,1 1-3 0,-3 1-5 16,3-2-23-16,-1 1-39 0,1-1-27 0,0-5-35 16,0 3-40-16,2-4-54 0,0 0-56 0,-1-3-127 15,0-1-385-15,-1-6 171 0</inkml:trace>
  <inkml:trace contextRef="#ctx0" brushRef="#br0" timeOffset="-187653.44">30631 8610 1858 0,'-2'-10'78'0,"-2"-7"-28"0,2 7-24 16,0 4-17-16,0-5-7 0,-1 6 4 15,3 5-5-15,-2-9 0 0,2 9-7 0,0 0-9 16,0 0-20-16,0 0-33 0,0 0-29 0,0 0-32 16,0 0-36-16,12 19-88 0,-2-13-274 0,-2-2 122 0</inkml:trace>
  <inkml:trace contextRef="#ctx0" brushRef="#br0" timeOffset="-187474.77">30760 8586 158 0,'3'-11'225'0,"-3"11"0"0,3-8-6 0,-3 8-12 15,2-4-17-15,-2 4-20 0,0 0-21 0,0 0-15 16,0 0-10-16,0 0-8 0,10 20-1 0,-8-7-11 16,-1 5-5-16,1 7-6 0,-2 1-8 15,-3-1-3-15,1 4-9 0,1-2-5 0,0 0-11 16,0-7-16-16,-1-1-34 0,0 5-31 0,3-5-36 0,0-2-51 15,1-5-61-15,-1 1-56 0,0-4-130 0,-1-9-387 16,3 14 170-16</inkml:trace>
  <inkml:trace contextRef="#ctx0" brushRef="#br0" timeOffset="-187270.68">31007 8623 180 0,'3'-8'298'0,"-1"3"-8"15,1 1-22-15,-3 4-21 0,5-7-29 0,-5 7-26 16,4-4-16-16,-4 4-12 0,0 0-9 16,0 0-8-16,2 25-16 0,-2-6-10 0,0-3-13 0,-1 8-13 15,-1-6-5-15,-1 7-9 0,-1 0-7 0,3-7-3 16,-2-1-37-16,2 2-33 0,1-1-39 0,1-1-41 16,-1 0-63-16,2-5-65 0,-2 0-240 15,0-3-482-15,0-9 213 0</inkml:trace>
  <inkml:trace contextRef="#ctx0" brushRef="#br0" timeOffset="-186669.22">31337 8604 46 0,'2'-9'320'0,"0"0"-25"0,1 1-29 0,-3 8-33 0,4-5-19 15,-4 5-21-15,0 0 2 0,0 0-4 0,-6 33-12 16,2-16-22-16,-1 10-14 0,1 0-13 15,-1 2-12-15,1 0-11 0,2-1-9 0,-1 0-10 16,4-2-11-16,1-1-6 0,-5-6-6 0,3 1-5 16,0-2-4-16,0-3-6 0,0-3-9 0,-1-2-1 0,1-4-2 15,0-6-2-15,1 12 3 0,-1-12-2 0,-3 6-9 16,3-6 1-16,0 0-1 0,0 0-7 0,-11 0-8 16,11 0-7-16,0 0 0 0,-8-18-11 15,7 8-1-15,2 0-9 0,2-3 1 0,5-3 0 16,2 5-1-16,3-2 4 0,3 2 0 0,-2 2-6 0,-1 5 4 15,-1-2-3-15,-1 4 0 0,2 1 5 0,-2 1 2 16,2 3-4-16,-4-1-1 0,0 4 2 0,-1-2 3 16,-1 3 4-16,-4 0-1 0,-2-1 1 15,-1-6 0-15,-1 15 3 0,0-5 0 0,-6-2 0 0,0 2 4 16,-1-1 0-16,-5 1-4 0,-3-1 1 0,5-2 0 16,-3 2 1-16,0 0 2 0,2-3-7 0,0-1 1 15,3-1-12-15,0 0-1 0,3-3-2 0,1 2-9 16,5-3-4-16,-10 4 1 0,10-4-5 0,-6 2 0 15,6-2-1-15,0 0-1 0,0 0 13 0,0 0-13 16,0 0-5-16,23 0 4 0,-10-4-4 0,6 0-1 16,3 1 2-16,6-4 1 0,-3 2-4 0,2-3 5 15,1 3 5-15,-2-3-1 0,-5 1 8 0,5-1 3 16,-1-3-8-16,-7 1-3 0,-2 0 2 0,0-3 9 16,-1 2 2-16,-1-2 4 0,-3-1 16 0,0 2 9 15,-6 4 16-15,0-2 12 0,-1 2 8 0,-3 1-1 16,-1 7 2-16,-1-10 4 0,1 10-2 0,-9-7 3 15,1 7 3-15,-2 0 1 0,-3 2 1 0,0 3 1 16,-2 2-6-16,3 0-1 0,0 1-6 0,3-1-1 16,0 3-5-16,1 0 7 0,2-1-14 0,3 2-23 15,2 1-27-15,2-2-36 0,7 2-39 0,2 0-56 16,5-2-62-16,6 0-244 0,4 0-496 0,2-3 219 16</inkml:trace>
  <inkml:trace contextRef="#ctx0" brushRef="#br0" timeOffset="-185957.32">29577 9971 39 0,'0'-9'228'16,"0"0"-20"-16,3-3-15 0,5-3-6 0,0-1-9 0,1 0-8 15,8-7-11-15,-2 2-13 0,6-2-7 0,-2-1-9 16,0 3-10-16,3-1-11 0,-1-1-9 15,-3-1-5-15,0-1-7 0,-2-1 11 0,-1 3-8 0,-5-1-12 16,-2-1 0-16,-2 9 1 0,-5 0-1 0,1 0 1 16,-5 5-8-16,-3 0-9 0,1 2-1 0,-3 1-10 15,0 2 0-15,-3 2-5 0,1 4-6 0,-10 0-6 16,1 4 4-16,-1 2-8 0,-6 5-5 0,9 0-3 16,1 0-2-16,3-1-4 0,3 0-2 0,5 2 0 15,2-2 0-15,5 2-3 0,1 1 5 0,9 0-6 16,5 0-2-16,7 0 1 0,6-3-2 0,5-1-1 15,1-2-4-15,1-3-4 0,1 0 3 0,-2 1-9 16,-3-2 4-16,-2 1 0 0,-8-2-3 0,-5 2 1 16,-6-1-1-16,0 3-2 0,-3-2 5 0,-1 1-4 15,-2 2 5-15,-1 0 0 0,-1-2 1 0,-1 1-1 16,-2 2 2-16,1 1-4 0,0-2 2 0,0 0-1 16,-1 0 1-16,2 2 2 0,-1-1-3 0,4 1 9 15,-1-2-1-15,1-4-5 0,2 1 4 0,3 0-3 16,0-1 1-16,3-2 1 0,4 1-3 0,-1-4 5 15,1 1-3-15,2-4-4 0,-4-1 0 0,-4 1-1 16,-1-2 1-16,1-1-3 0,-2 0-8 0,-1-1 0 16,0 0 7-16,-3-1-6 0,-1-2 5 0,3-2 1 15,-7 2-4-15,1 2 3 0,-1-3-1 0,-2 3 3 16,-3 0 2-16,-1 3-2 0,1 0-1 0,-2 1 0 16,0 3-1-16,6 3 0 0,-18-2 0 0,8 4 0 15,-1 1 1-15,0 3 0 0,1 2-2 0,-1 1 2 16,3 1 5-16,-1 3-2 0,3-1 0 0,4 0-19 15,1 0-28-15,4 0-28 0,2 4-32 0,2-3-31 16,2 0-39-16,5-3-34 0,4-3-42 0,-1 0-129 16,2-4-416-16,9 2 185 0</inkml:trace>
  <inkml:trace contextRef="#ctx0" brushRef="#br0" timeOffset="-185216.35">30655 9709 160 0,'-2'-10'194'16,"0"1"6"-16,-5 1-5 0,2 0 3 0,-4 1-11 15,-1 0-7-15,1 2-10 0,-4 2-9 0,0 2-10 16,-5 2-5-16,2 2-8 0,-3 4-8 0,2 2-6 16,1-1-9-16,-1 3-11 0,2 2-7 0,2 1-12 15,1 0-7-15,5 1-11 0,0-5-2 0,5 5-5 16,-1-3-5-16,4-1-7 0,1 1 0 0,3-1-3 16,3-1-9-16,3-2-4 0,0-1-4 0,6 0 2 0,1-4-4 15,1 0 3-15,0-2-1 0,0-5-4 16,2 1-4-16,-3-2-1 0,0 0-1 0,-3-5 0 15,0 3-2-15,-3-5 1 0,-2-1 4 0,-1-1-9 16,-3-2 0-16,1 0-1 0,0-2 1 0,-4-1-1 0,-1-7 1 16,2-2-4-16,-2 3 5 0,-1-3-4 0,-2 1 1 15,-1-1-1-15,1-1 1 0,1 5-1 16,-1 4 8-16,-3 1 2 0,3 4 10 0,2 2 4 16,-2 3 5-16,-1 0-6 0,2 10-6 0,0-12-8 15,0 12-6-15,-1-7-4 0,1 7 3 0,0 0-5 0,0 0-1 16,0 0 7-16,-4 33-3 0,3-10-5 15,0 2 3-15,1 4-3 0,-1-3-5 0,-1 1 4 16,2-3 6-16,2-5-5 0,0 1 9 0,3 4-4 0,-1-7 0 16,1 0 0-16,2 0 5 0,2-2 1 0,-1-1-3 15,0-5 9-15,0 2-4 0,2-4 2 0,3 1-5 16,-2-4 2-16,1-1-3 0,-1 0 2 0,2 0-4 16,1-2-2-16,-2-2 3 0,3 1-9 0,-4-3 11 15,3 0-6-15,-2-2-2 0,-2-2-8 16,2 0 5-16,-2-2-10 0,3-2 10 0,-4 2-11 0,-2-1 5 15,0-1 3-15,-1 2-9 0,2-1-4 0,-3 2 5 16,0 3 6-16,-1 0-9 0,-4 5 6 0,5-8-5 16,-5 8-8-16,4-5 7 0,-4 5-2 15,0 0 3-15,0 0-3 0,0 0 4 0,0 0 3 0,4 16-2 16,-4-7 2-16,0-1-2 0,2 1 10 0,-1-1-9 16,2 1 1-16,-1-4 4 0,2 3-5 0,2-3 10 15,0 1-5-15,4-2 2 0,-1-1 4 0,0 0-1 16,1-3 0-16,4-2-1 0,-2 0-1 0,-1-2-2 15,1 1 3-15,-2-3 1 0,-1 1 4 0,-1-2-3 16,-1 1 1-16,1-3 0 0,1 0-7 0,-3-3 4 16,-1 5-2-16,2-3 1 0,-2 2 2 0,-1 1-7 15,0 1 6-15,-1 1-2 0,-3 5-1 0,6-9 4 16,-6 9-9-16,3-6-5 0,-3 6-2 0,0 0 3 16,0 0 0-16,0 0 0 0,0 0 5 0,3 17 0 15,-3-8 0-15,0 0-2 0,0 0-24 0,0 0-18 16,0 0-21-16,3 1-23 0,-3-3-29 0,2 3-21 15,1-1-31-15,2-3-33 0,1 2-26 0,2-3-24 16,-2-1-186-16,2-2-479 0,-8-2 213 0</inkml:trace>
  <inkml:trace contextRef="#ctx0" brushRef="#br0" timeOffset="-184820.51">31451 9626 116 0,'2'-12'157'0,"2"1"5"0,0-2 3 16,-4 4 5-16,0-1 10 0,0 3 3 0,0 7-4 15,-4-10-14-15,4 10-16 0,0 0-10 0,-4-5-15 16,4 5-2-16,0 0-2 0,-17 12-11 0,9-4-3 16,-1 3-8-16,0 1-4 0,1 1-10 0,2-1-9 15,-1 3-4-15,3-4-7 0,2 1-4 0,-1 4-7 16,7-4-5-16,-3 0 0 0,3 0-6 0,1-4-6 16,4 1-2-16,7 0 2 0,0-1-7 0,4-3 2 15,8 0-6-15,-2-3-3 0,3-5-18 0,-3 2-4 16,-4-2-2-16,6-1 4 0,-9-2 0 0,2-1 1 15,-4 2-2-15,0-4 1 0,-3 1 0 0,0-5-1 16,-5 5 2-16,4-6-2 0,-5 1-1 0,-1-1 2 16,0-2-1-16,-3 2 1 0,-2 2-2 0,-2-1 2 15,-1 3 1-15,1-1 5 0,-1 3-1 0,-3-1 0 16,1 3 0-16,3 6 3 0,-9-5-3 0,3 3-1 16,6 2-2-16,-19 7 5 0,7-1 2 0,0 5-4 15,-1 1 0-15,1 0 2 0,2 1-1 0,2 1-7 16,3-4 6-16,1 3 2 0,2 2-4 0,3-2-13 15,3-1-12-15,5 1-19 0,0 2-23 0,5-6-25 16,1 0-31-16,4-3-28 0,1 2-25 0,10 0-22 16,0-4-16-16,0-2-11 0,-1-2-144 0,1 0-394 15,-2-2 174-15</inkml:trace>
  <inkml:trace contextRef="#ctx0" brushRef="#br0" timeOffset="-184452.73">32009 9736 932 0,'22'-7'-48'0,"-3"0"28"0,-4-2 32 16,-7 3 30-16,2-4 19 0,-2 0 11 0,-2-1 23 15,2 2 9-15,-3-1 16 0,-2-1 12 0,-3 1 13 16,1 0 4-16,0 0-5 0,-1 10 7 0,-4-12-3 15,2 5-14-15,-5 4-17 0,7 3-11 0,-11-4-4 16,3 4-10-16,8 0-7 0,-20 7-7 0,7 0-5 16,2-2 2-16,0 2-14 0,1 1-5 0,-1 1-8 0,3-1-2 15,1 3-5-15,2-2-7 0,0 1-1 16,3-4-1-16,4 3-3 0,2 0-2 0,0-3-5 16,4 0 4-16,-1-4-5 0,5 1-2 0,2-2-3 15,-1-1 1-15,4-3-3 0,1 0-1 0,-6 0-1 0,6-5-1 16,-7 3-2-16,0 0 2 0,-1-5 6 0,3-1-14 15,-7 1 7-15,4-4-7 0,-2-4 1 0,-3 2 8 16,-3-4-9-16,6-6 5 0,-4 2-7 0,0 5 5 16,-4-8-2-16,5 3-1 0,-3 5 7 0,0-7-1 15,2 7 19-15,-3 3 5 0,1 3 12 0,0 3 19 16,-1 3 3-16,0 0-7 0,-1 7 2 0,2-10-20 16,-2 10-8-16,0 0 4 0,0 0 13 15,0 0 10-15,-13 29-7 0,6-11 5 0,-1 8-3 16,-3 2-5-16,1 0-10 0,-1 0 3 0,2 1-5 0,5-1-6 15,-3 0-13-15,5 0-19 0,3-3-48 0,-2 0-64 16,3 2-49-16,1-2-50 0,2-8-56 16,3 0-76-16,-4-1-265 0,4-1-657 0,0-5 291 0</inkml:trace>
  <inkml:trace contextRef="#ctx0" brushRef="#br0" timeOffset="-184319.97">32477 9819 3018 0,'5'-5'79'0,"-1"-1"-42"0,-4 6-18 0,6-7 0 15,-6 7-2-15,0-10 3 0,0 10-8 0,0-8-3 16,0 8-11-16,0 0-38 0,-8-8-41 0,8 8-56 16,-5-3-88-16,5 3-233 0,-11-3-496 0,11 3 220 15</inkml:trace>
  <inkml:trace contextRef="#ctx0" brushRef="#br0" timeOffset="-182692.43">29744 10104 66 0,'-15'-1'121'0,"-2"-2"-4"0,0 0-5 0,-1 0-3 0,-1 0-7 16,-1-1-2-16,4 3-8 0,-5-1 2 0,3 0 3 15,-3-1-2-15,-1 2-3 0,-6 0-5 0,9-2-3 16,-2 2-4-16,-7 1-5 0,9-2-5 0,6 3-2 16,2-2-4-16,1 1-6 0,10 0-8 0,-12 0-5 15,12 0-1-15,0 0-5 0,0 0-1 0,0 0-5 16,45 15 2-16,8-5-1 0,38 1-4 0,8-5-1 15,12 1-2-15,11-2-4 0,13-2-5 0,1 1-2 16,4 1 1-16,5-5-4 0,2 0 2 0,0 0 12 16,-2 2-3-16,-2-2-2 0,-10 0-3 0,-9 0-1 15,-7 0-6-15,-6-2 0 0,-10-2-3 0,-7 4-14 16,-5 0-2-16,-26-1 5 0,-3 0-1 0,-8-1-1 16,-13 0 5-16,-6 2 0 0,1-1 0 0,-12 0 4 15,-4-2 4-15,-3 3 8 0,-2 0 0 0,0-2 1 16,-3 0-3-16,-4 2 3 0,-6 0-2 0,17-1 0 15,-17 1-3-15,8 0-6 0,-8 0 3 0,0 0-2 16,7-3-21-16,-7 3-15 0,0 0-26 0,0 0-27 16,0 0-40-16,0 0-34 0,0 0-41 0,0 0-127 15,0 0-349-15,-34 0 155 0</inkml:trace>
  <inkml:trace contextRef="#ctx0" brushRef="#br0" timeOffset="-181919.75">29010 9110 47 0,'0'0'45'0,"-12"3"9"16,12-3-1-16,-9 1 0 0,9-1-5 0,-9 1 4 16,9-1 2-16,-14 3-7 0,4-2-10 0,0-1 5 15,-3 3-3-15,0-1-9 0,0 2 2 0,-3-1-2 16,-2-2 0-16,0 2-17 0,-2-1 15 0,3 0-8 15,-1 0 9-15,5-1 3 0,-1 0 3 0,0 1-1 16,3 0 13-16,-1-2 3 0,2 0-4 0,-3 0-4 16,5 0 6-16,8 0-4 0,-13 1 5 0,13-1 3 15,-9 1 3-15,9-1-7 0,0 0 0 0,0 0 2 16,0 0 2-16,31 7-1 0,8-3-1 0,23 1 6 16,35-3-7-16,11-1-5 0,7 0-2 0,10 3-2 15,6-5-7-15,0 2 6 0,10-1 2 0,4 1 0 16,-2 2-3-16,3-5 0 0,-4 2 4 0,2 0-4 15,-3-3-5-15,2 4 1 0,-2-7 0 0,-2 4-2 16,-1 1-2-16,-4 2 0 0,-2-1 1 0,-9 3 2 16,-8-4 17-16,-11 2 0 0,-10-2 2 0,-32-1 0 15,-3 1 3-15,-20 1 5 0,-4-3-2 0,-2 0-1 0,-4 1 2 16,-9 1 6-16,-5 0 9 0,-4 1 5 0,-4-1 3 16,5-2 4-16,-6 3-3 0,-6 0 1 15,9-1 1-15,-9 1 19 0,9-1-35 0,-9 1-3 16,0 0-5-16,0 0-10 0,11 0-5 0,-11 0 2 0,0 0-28 15,0 0 15-15,0 0-8 0,7-3-2 0,-7 3-6 16,0 0-8-16,0 0-21 0,0 0-18 16,0 0-21-16,0 0-17 0,-40 1-31 0,26 1-22 0,-5-1-34 15,-3 1-34-15,-6 2-31 0,-1-1-29 0,-2 0-37 16,-3-1-162-16,0-1-481 0,1 0 214 0</inkml:trace>
  <inkml:trace contextRef="#ctx0" brushRef="#br0" timeOffset="-180946.4">27919 7524 18 0,'0'0'111'0,"0"0"-8"16,0 0-16-16,0 0 25 0,0 0-10 0,24 9 8 15,-4-7 1-15,8-1-4 0,10 1 3 0,16 1-3 16,6-2-3-16,7-1-4 0,28-3-2 0,5 6-1 16,-3-3-9-16,9-1-4 0,3-2-10 0,5 1-1 15,3 1-11-15,4-1-6 0,6 0-2 0,2 2-7 16,3 0-1-16,-1 0-3 0,5 0-6 0,6-2-2 16,1 9-2-16,3-5-1 0,3-1-4 0,-2 1 2 15,0-1-2-15,-1 4 10 0,1 1-1 0,-4 1-2 16,-4-3-8-16,-8 2 5 0,-7 1-5 0,-4-1-2 15,-7 1 0-15,-5-2-2 0,-7 3 5 0,-7 0-8 0,-28-4 3 16,-1 1-3-16,0-1 3 0,0 3-2 16,-3-5-18-16,-1 3 8 0,-5-3-6 0,-2 0 1 15,-2 1-1-15,-16-3 1 0,-2 1 2 0,-34-1 3 16,66-1 4-16,-40 2-1 0,-26-1 3 0,41-1 0 0,-41 1 0 16,36-3 5-16,-36 3-7 0,0 0 3 15,0 0 2-15,42-6 1 0,-42 6 0 0,0 0 5 0,0 0-8 16,0 0 1-16,30-5-5 0,-30 5 0 15,0 0-2-15,0 0-2 0,0 0-18 0,0 0-20 16,0 0-19-16,11-28-30 0,-11 28-37 0,0 0-34 0,0 0-49 16,0 0-50-16,-41-15-125 0,20 10-403 15,-1 4 178-15</inkml:trace>
  <inkml:trace contextRef="#ctx0" brushRef="#br0" timeOffset="-180378.62">30265 8346 126 0,'-22'-5'144'0,"-5"-3"-5"0,0 3 6 15,7-1-3-15,-7 0-2 0,9 0 9 0,1 2-5 16,5 1-4-16,0 0-12 0,3 0-14 0,0 2-9 15,9 1-15-15,-10-4-7 0,10 4-6 0,-9-2-13 16,9 2-11-16,0 0 0 0,0 0 0 0,0 0 2 16,28 9 4-16,5-5-5 0,24 2 3 0,32 2-3 15,8 3-14-15,11-4 2 0,5-4-3 0,7 4-1 16,4-1 6-16,5 1-1 0,-1-2 1 0,1 0-11 16,1-4 0-16,0 1-3 0,-5-2-2 0,-1 2 0 15,-8 0 0-15,-4-2-2 0,-13 2 8 0,-36-1 4 16,1-4 4-16,-7 3-22 0,-3 0 0 0,-18 0 0 15,-3 0-2-15,-1 0 5 0,-5 0 1 0,-7-1 11 16,-3 1 3-16,-5-3 13 0,-1 3 5 0,-1-3 9 16,-1 4 2-16,-3-3 2 0,-6 2-8 0,11-3 0 15,-11 3-7-15,6-3-4 0,-6 3-7 0,0 0-9 16,8-2-1-16,-8 2-6 0,0 0-16 0,0 0-30 16,0 0-22-16,0 0-35 0,0 0-34 0,0 0-36 15,0 0-45-15,-36 0-57 0,15 4-54 0,-5 2-153 16,-5 0-492-16,0-3 218 0</inkml:trace>
  <inkml:trace contextRef="#ctx0" brushRef="#br0" timeOffset="-176704.7">22928 1456 110 0,'0'0'168'16,"-4"-7"-2"-16,4 7-2 0,0 0-12 0,-4-8-12 15,4 8-13-15,0 0-9 0,-2-7-12 0,2 7-14 16,0 0-16-16,0 0-10 0,0 0-3 0,0 0-6 0,0 0-7 15,0 0-6-15,0 0-11 0,0 0-3 16,0 0 1-16,-4 25-3 0,1-6 6 0,3 6-7 16,-4 1 7-16,2-2-5 0,-2 2 1 0,-4 2-5 15,3 4 4-15,1-7-2 0,-2 5 1 0,0-5-2 16,2 1-4-16,-1 1 2 0,2-3-4 0,1 3-3 16,0-4 5-16,0-4-5 0,-1-7 2 0,2 3-4 15,1 2-1-15,0-6-2 0,-4-1-1 0,3 2-1 16,-1-3 2-16,1 2 3 0,1-11-4 15,1 16-8-15,-1-16-18 0,-2 9-20 0,2-9-23 16,0 0-14-16,0 0-28 0,0 0-26 0,-3 15-32 0,3-15-141 16,0 0-323-16,0 0 143 0</inkml:trace>
  <inkml:trace contextRef="#ctx0" brushRef="#br0" timeOffset="-176138.87">22975 1402 45 0,'0'0'146'0,"10"-4"-29"0,2 1-7 0,6 2-2 16,11-2-7-16,7 0 20 0,18-1-8 0,4-2-8 15,5 4-2-15,4-4-10 0,27-2-5 0,-30 5-5 16,29-7-4-16,-26 8-7 0,-1-2-5 0,-5 4-11 15,1-1-5-15,-1 1-3 0,-2-4-10 0,2 0 0 16,-8 3-4-16,2-3-4 0,-17 1 2 0,0 0-4 16,-1 3-3-16,-3 0-6 0,-1-2-1 0,-8 4 6 15,-4-2-7-15,-6 0 1 0,-2 0-4 0,0 0-5 16,-3 1 3-16,0 1-4 0,-10-2 0 0,13 0-6 16,-13 0-3-16,13 0 7 0,-13 0 2 0,9 6-1 15,-9-6-2-15,5 6 5 0,-5-6 4 0,5 13 0 16,-2-5 1-16,-1 4 3 0,-1 6 3 0,1 2 0 15,-1 7 4-15,2 7-3 0,-3-2-1 16,0 0 4-16,0 4-3 0,0-2-7 0,1 14 7 16,-1-17-3-16,1-2-8 0,1 0 6 0,-1 0-8 15,-1-2 3-15,2 1 0 0,-4-4 0 0,4-5-5 16,-2-2 1-16,1 2 4 0,-2-2-6 0,1-4 7 16,-2-2-2-16,2 0-5 0,0 1 0 0,-1-2 2 15,-2-1 1-15,-1-1 0 0,4-8 1 0,-9 12 1 16,0-6 1-16,-4-2-1 0,-2 2 3 0,-12-1-6 15,-4-2 0-15,-1 1 2 0,-6-2-2 0,-18-3 1 16,-2 1-1-16,-4-5-2 0,-1 4 3 0,-29 1-10 16,28-2 4-16,-2-2 3 0,-25 0 0 0,27 1-1 15,-2 0-3-15,-25 3 1 0,33-1 0 0,1 0-2 16,-1 1 2-16,6 0-5 0,14 1-5 0,3-2-22 16,3 0-27-16,3 1-24 0,6-1-48 0,4 0-66 15,2 1-176-15,3-2-400 0,14 2 178 0</inkml:trace>
  <inkml:trace contextRef="#ctx0" brushRef="#br0" timeOffset="-175677.34">23290 1752 1804 0,'14'-14'38'0,"-2"2"33"15,-3 3-23-15,0 3-5 0,-4 1-34 16,1 0 1-16,-3 1-3 0,-3 4-8 0,9-4-4 15,-9 4 3-15,0 0 1 0,12 14 1 0,-10-4-3 16,1 2 3-16,-2 4 1 0,-2 1-1 0,1 0 7 16,-1 2-9-16,-1-1 7 0,1-1 3 0,1-1-1 15,-3-3-4-15,2-1 6 0,0-1 7 0,1-11-11 16,-1 12 1-16,-1-6 5 0,2-6 19 0,-1 10 22 16,1-10 17-16,-2 6 10 0,2-6-6 0,0 0-12 15,0 0 0-15,0 0-12 0,0 0 0 16,-8-21-10-16,7 10-9 0,-1 2 4 0,5-7-9 15,-2 0 3-15,3 0-3 0,1-4-6 0,-1 2-3 0,6-7-2 16,-5 6-1-16,7-5-1 0,-1-3-1 0,0 0-3 16,4-1 4-16,-1 2-10 0,1 4 3 0,-1 2-1 15,0-2-4-15,-3 11 3 0,-4 2-2 0,0-2-2 16,0 6-2-16,-2 0-3 0,-5 5 1 0,13-5-3 16,-13 5 6-16,0 0-5 0,21 14 1 15,-11 0 1-15,0 1 3 0,-4 1 1 0,1 3 3 16,-2-1-4-16,0-1 2 0,4 2-2 0,-4-1 2 15,-2 1 2-15,2-2-8 0,-3 1 8 0,1-2 2 16,0 0 0-16,-1-3 1 0,-1 2-6 16,2-4-24-16,-3-1-26 0,2 4-25 0,-2-14-31 0,-2 18-33 15,2-8-34-15,0-10-50 0,-8 13-124 0,4-8-376 16,4-5 167-16</inkml:trace>
  <inkml:trace contextRef="#ctx0" brushRef="#br0" timeOffset="-175529.18">23427 1736 143 0,'11'-1'147'15,"2"-3"-26"-15,7 1-3 0,0-2-17 0,0-1-23 16,7 5-26-16,3-2-44 0,-3 0-31 0,4 2-33 16,-10-2-60-16,1 2-123 0,-4-3 54 0</inkml:trace>
  <inkml:trace contextRef="#ctx0" brushRef="#br0" timeOffset="-175368.37">23829 1632 17 0,'0'0'180'15,"0"0"-26"-15,0 0-11 0,0 0 10 0,0 0-5 16,0 0-14-16,0 36 1 0,1-21-6 0,-3 3-10 16,3 7-11-16,-1-6-19 0,-1 8-2 0,3-7-8 15,3 5-11-15,-3 1-38 0,-1-6-44 0,4 0-49 16,1-1-103-16,2-2-89 0,0-3-277 0,-2-4 122 15</inkml:trace>
  <inkml:trace contextRef="#ctx0" brushRef="#br0" timeOffset="-174529.12">22036 1741 64 0,'-14'-2'154'0,"2"5"2"16,5-3-2-16,-1 1-11 0,8-1-4 0,-12 3-17 16,12-3-8-16,-7 1-17 0,7-1-7 0,0 0-10 15,0 0 0-15,0 0-13 0,28 1-3 0,-6-2-3 16,11-1-11-16,18-4 4 0,-1 5 2 0,5 0-9 16,1-1-1-16,1 0-2 0,1 0-4 0,-2 0 0 15,-3-1-1-15,-1-2-3 0,-1 3-4 0,-15 2 2 16,-2-2-9-16,0 5 1 0,-5-2 2 0,-1-2-6 15,2 4-2-15,-10-2 1 0,2 1-5 0,-3-2 7 16,3 2-4-16,-6-2 0 0,3 1-2 0,-7-1-1 16,1 0-3-16,-3 0 0 0,-10 0 1 0,14 0-2 15,-14 0-20-15,13 1-3 0,-13-1-18 0,0 0-24 16,0 0-18-16,13-1-24 0,-13 1-37 0,0 0-45 16,0 0-129-16,0 0-330 0,0 0 146 15</inkml:trace>
  <inkml:trace contextRef="#ctx0" brushRef="#br0" timeOffset="-174022.06">21509 1481 45 0,'0'0'151'0,"0"0"-2"0,0 0-2 0,0 0 5 16,0 0 1-16,0 0-3 0,12 4-15 0,-12-4-7 16,0 0-11-16,17-11-11 0,-7 4-11 15,-3 2-7-15,0-2-5 0,-1-1-3 0,0 3-5 16,-2 0-12-16,1-4-5 0,-1 2-3 0,-1 2-7 16,-2-2-3-16,-1 7-1 0,3-14-4 0,-5 6-6 15,2 8-6-15,0-16 1 0,-2 10-2 0,2 6-4 16,-1-10-4-16,1 10 7 0,0 0-4 0,-2-10-2 15,2 10-6-15,0 0-5 0,0 0-4 0,0 0-2 16,0 0-3-16,0 0 6 0,0 0-6 0,0 0 1 16,0 0 1-16,-6 33-2 0,6-23 3 0,0 0-2 15,0 3 3-15,4 0 2 0,-3-2-2 0,3 6 0 16,1-5-19-16,3 2-12 0,-1 0-21 0,1-6-29 16,1 0-28-16,2-3-49 0,0 2-192 0,-11-7-373 15,14 4 165-15</inkml:trace>
  <inkml:trace contextRef="#ctx0" brushRef="#br0" timeOffset="-173862.04">21592 1230 73 0,'6'-5'120'0,"-6"5"-35"16,0 0-33-16,13 4-31 0,-13-4-29 0,17 4-50 15,-5 0-61-15,-2 1 27 0</inkml:trace>
  <inkml:trace contextRef="#ctx0" brushRef="#br0" timeOffset="-173658.55">21788 1248 61 0,'0'0'148'16,"0"0"-20"-16,0 0-8 0,0 0-1 0,0 0 11 15,5 22 0-15,-5-5-4 0,0 1-13 0,0 1-2 16,-1 8-6-16,-3 2-11 0,0 1-10 0,2-3-3 16,-1 2-6-16,2-1-8 0,-2 2-8 0,1-6-8 15,0-4-18-15,0 6-12 0,-1-10-38 0,2 0-27 16,0 0-28-16,-1-3-30 0,1 0-32 0,1-13-115 16,-4 21-268-16,4-21 120 0</inkml:trace>
  <inkml:trace contextRef="#ctx0" brushRef="#br0" timeOffset="-173450.61">21885 1455 10 0,'0'0'205'16,"0"0"-18"-16,1-12-24 0,-1 12-20 0,0 0-12 16,0 0-7-16,0 0 3 0,0 0-4 0,0 0-9 15,0 0-7-15,0 0-4 0,0 0-18 0,-1 51-4 16,-2-37-7-16,5-2-7 0,-2 5-5 0,-4-2-9 15,4-15-25-15,4 28-25 0,-6-14-25 0,4-3-21 16,-2-11-24-16,1 21-34 0,-1-10-21 16,0-11-23-16,1 15-104 0,-1-15-269 0,0 0 119 15</inkml:trace>
  <inkml:trace contextRef="#ctx0" brushRef="#br0" timeOffset="-173228.26">22015 1306 108 0,'0'0'145'15,"22"5"-4"-15,-12 0-15 0,1 2-1 0,1 3-13 16,-3-1-11-16,-1 2-2 0,1 3-5 0,-2 2-12 16,-4-4-7-16,1 0-2 0,-4 5-8 0,0 0-1 15,-9 6-7-15,0-6-2 0,0 0-8 0,-5 4-24 16,-4-1-21-16,4-7-39 0,-1-2-23 0,1 0-37 15,1-5-34-15,3 1-81 0,-3 0-229 0,13-7 102 16</inkml:trace>
  <inkml:trace contextRef="#ctx0" brushRef="#br0" timeOffset="-172394.76">24505 1659 33 0,'0'0'111'0,"0"0"-8"0,0 0 6 0,0 0-11 16,0 0-2-16,0 0-10 0,0 0-7 0,0 0-7 15,0 0-1-15,0 0-3 0,0 0-5 0,0 0-2 16,0 0-6-16,0 0 1 0,0 0-4 0,0 0-11 16,0 0-3-16,0 0 6 0,0 0 2 0,0 0 6 15,8-3 11-15,11 3 8 0,-1-1-1 0,12-1 0 16,6 0-5-16,18 0 26 0,-2 2-8 16,5 0-5-16,-5-2-8 0,2 0-5 0,-15 0-2 0,-1 2-9 15,-1 0-4-15,-1 2-1 0,-2-5-8 16,-6 3 2-16,0 0-9 0,-11 3-1 0,-2-3-4 15,-2 0-2-15,-2 0 2 0,-11 0-3 0,14 2 13 16,-14-2 12-16,10-1 5 0,-10 1 9 0,0 0 0 16,0 0 11-16,14 0 2 0,-14 0-5 0,0 0-5 15,0 0-8-15,0 0-6 0,0 0-7 0,0 0-11 16,0 0-8-16,0 0-27 0,0 0-33 0,0 0-43 16,0 0-44-16,0 0-39 0,0 0-61 0,0 0-253 15,-29 11-512-15,29-11 227 0</inkml:trace>
  <inkml:trace contextRef="#ctx0" brushRef="#br0" timeOffset="-171820.12">25173 1356 122 0,'3'-7'216'0,"-3"7"-8"0,0 0-18 0,5-7-9 16,-5 7-17-16,0 0-20 0,2-5-18 0,-2 5-17 15,0 0-11-15,0 0-17 0,0 0-9 0,0 0 0 16,11 22-8-16,-5-3-4 0,-1 0 3 0,3 12-3 16,-4 3-2-16,1 14 4 0,0 1-2 0,0-3-7 15,-5-11-5-15,0 16 3 0,1-5-2 0,-1 2 0 16,0-12 2-16,-1-2-3 0,1 0-4 0,0-3-3 16,1-2 1-16,-1 0-3 0,0-5-3 0,2-5-5 15,-2 1 2-15,1-1-1 0,-1-2-6 0,1 0-1 16,-1-4-5-16,3 3 6 0,-3-5-4 0,0-2-3 15,0 1 0-15,0-10-10 0,-3 13-25 0,3-13-18 16,0 0-20-16,0 0-20 0,0 19-26 0,0-19-53 16,0 0-46-16,0 0-201 0,0 0-431 0,0 0 191 15</inkml:trace>
  <inkml:trace contextRef="#ctx0" brushRef="#br0" timeOffset="-171230.25">25295 1310 1 0,'0'0'160'0,"-7"-8"-17"0,7 8-14 0,0 0-7 15,23-3-7-15,0 3-10 0,12-1 2 0,16 0-6 16,9 1-7-16,31-1-1 0,0-1-16 0,-29 2-1 15,30-2-9-15,-27 2 3 0,25 2-7 16,-31-2 4-16,3 0-8 0,-5 2-1 0,-3-4-5 0,2 5 0 16,-7-4-8-16,-8-1 2 0,-3 4 0 0,2-4-9 15,-2 2 2-15,-4 0-1 0,1-2-2 16,-2 4-1-16,-6-2-5 0,4 0-3 0,-13 0 2 0,2 3-6 16,-6-3 3-16,-1 0-2 0,-2 1-7 0,-2 0 3 15,-9-1-2-15,21 4-8 0,-13-2 6 16,-8-2-1-16,14 6-7 0,-9-2 2 0,1 4 0 15,3-1-2-15,-1 1 0 0,-2 1 2 0,3 6 2 16,-1 1 1-16,0 3 2 0,1 3 4 0,-3 6-1 16,0-1 5-16,2 6 2 0,-4-2 0 0,-3 5 2 15,3 10-2-15,-4-13 0 0,2 2-2 0,0-2 0 16,-4 1-1-16,2 0-1 0,-2-6-3 0,2 3 3 16,-2-4-6-16,0 0 0 0,2-3-3 15,-1-7 2-15,1 2 1 0,-2 0-5 0,2-2-8 16,-2-1 11-16,2-3-5 0,0-1 1 0,0 1-1 0,-5-3-1 15,5-10 1-15,0 16-1 0,-2-9-2 0,2-7 4 16,-1 12 2-16,1-12 3 0,-6 10 3 0,-1-6 3 16,7-4-4-16,-26 13 1 0,5-7-4 0,-6-2-4 15,-4 3 3-15,-3-4 1 0,-2 1-9 0,-15-1 6 16,-1 3-3-16,-2-1 0 0,-4-1 0 0,-1 0 0 16,-4 3-1-16,-2-6-3 0,0 1 3 0,0 0 1 15,-25 7-5-15,29-9-3 0,5 3-17 16,2 0-25-16,-1-3-29 0,3 0-28 0,13 4-40 15,6-4-64-15,-3 2-243 0,2-2-482 0,3-1 213 16</inkml:trace>
  <inkml:trace contextRef="#ctx0" brushRef="#br0" timeOffset="-170722.4">25540 1729 36 0,'2'-5'237'0,"-2"5"-29"0,0 0-22 0,0 0-19 15,0 0-18-15,0 0-10 0,0 0-13 0,0 0-12 16,0 0-4-16,2 29-9 0,-2-29-6 0,-8 28-3 15,6-12-8-15,-1-3-8 0,-1 2-2 0,-1 1-8 16,3-8-13-16,0 5 4 0,-3-4-11 0,3 0 5 16,2-9-14-16,-3 12 3 0,3-12 3 15,-2 9 8-15,2-9 23 0,0 0 12 0,-4 9 24 16,4-9 6-16,0 0-19 0,0 0-2 0,0 0-11 16,0 0-8-16,0 0-6 0,-9-31-14 0,7 21-2 0,4-3-11 15,-4-5-4-15,4 1-11 0,0-2-3 0,3-5-8 16,1-1 0-16,1 0-6 0,0 6-2 0,2-7-1 15,0 4-11-15,1 4 4 0,-2 5 4 0,-3 3-4 16,1 0-5-16,-2 2 1 0,1 0-4 16,-5 8 3-16,11-9-3 0,-11 9 0 0,11 0 0 15,-11 0-2-15,19 12 0 0,-10-4 4 0,2 6 4 16,0 1-5-16,-2 2-2 0,-2 0-7 0,4 6 14 16,-4-5-1-16,2 4 3 0,-3-5-4 0,2 0 2 15,-2 1-1-15,-1-3 5 0,1 2 0 0,-2-2 0 16,2 1-29-16,-2-4-19 0,-2-2-25 0,1 1-35 15,-2-3-32-15,-1-8-47 0,-1 16-56 0,1-16-204 16,-7 14-480-16,-3-10 213 0</inkml:trace>
  <inkml:trace contextRef="#ctx0" brushRef="#br0" timeOffset="-170570.05">25579 1815 74 0,'13'-4'137'0,"7"1"-10"0,-2 1-27 16,2-2-32-16,-2 3-33 0,0-2-39 16,2 3-15-16,-6-1-26 0,0 0-35 0,-3 1-84 15,0-4 37-15</inkml:trace>
  <inkml:trace contextRef="#ctx0" brushRef="#br0" timeOffset="-170357.97">25931 1753 135 0,'0'0'152'0,"13"6"1"15,-3-3 13-15,-2 2-2 0,1 2-10 0,-1 0-10 16,-4 3-10-16,3-3-10 0,1 3-10 0,-6-1 0 16,0 4-7-16,1-2-3 0,-1-1-5 15,-2 1-7-15,-2 0-6 0,2-3-10 0,-2 2-5 0,1-3-8 16,1-7-7-16,-2 11 1 0,2-11-7 0,-2 8-8 16,2-8 1-16,0 0-7 0,4 9 2 0,-4-9-2 15,13 0-5-15,-1 0-5 0,11-3-19 0,4 0-31 16,3-4-30-16,3-1-47 0,-3 0-66 0,-3-4-221 15,-8 5-421-15,0-2 186 0</inkml:trace>
  <inkml:trace contextRef="#ctx0" brushRef="#br0" timeOffset="-169729.28">24904 1507 137 0,'-16'-6'178'0,"10"2"-15"0,6 4-2 0,-16-3-12 16,16 3-3-16,-13-5-8 0,13 5-11 0,0 0-10 15,-11-2-12-15,11 2-16 0,0 0-4 0,0 0-17 16,0 0 5-16,0 0-2 0,0 0-12 0,0 0 1 16,18 21 2-16,-3-14-1 0,5 1-2 0,-2-4-8 15,3 3-5-15,-3 0-2 0,4 0-8 0,3 4 1 16,-9-3-5-16,0-1-4 0,-3 4 1 0,0 3-4 16,-5 0-2-16,-3 5-2 0,-5 8 4 0,-4-1-4 15,-4 3 0-15,-4 4-1 0,-4-3-5 0,-4-2-7 16,3 0-20-16,-2-3-27 0,-3 0-35 0,6-5-53 15,4-4-63-15,1-1-168 0,0 0-389 0,2-5 172 16</inkml:trace>
  <inkml:trace contextRef="#ctx0" brushRef="#br0" timeOffset="-169097.75">24605 1987 111 0,'0'0'188'15,"0"0"-6"-15,0-9-11 0,0 9-15 0,0 0-10 16,0 0-13-16,-4-9-13 0,4 9-11 0,0 0-20 16,0 0-4-16,0 0-10 0,0 0-11 0,0 0-4 15,0 0-7-15,0 0-5 0,0 0-11 16,0 0 4-16,-2-7-10 0,2 7-4 0,0 0 3 16,0 0-9-16,0 0-1 0,0 0-3 0,0 0 4 15,0 0-4-15,0 0-10 0,0 0-5 0,0 0-13 16,0 0-12-16,0 0-25 0,0 0-15 0,0 0-14 0,0 0-20 15,0 0-25-15,0 0-12 0,0 0-114 16,0 0-269-16,0 0 120 0</inkml:trace>
  <inkml:trace contextRef="#ctx0" brushRef="#br0" timeOffset="-168582.45">24565 2035 141 0,'0'0'167'0,"0"0"-9"16,0 0-12-16,0 0-3 0,0 0-9 0,0 0-8 16,0 0-11-16,0 0-16 0,0 0-8 0,0 0-9 15,0 0-5-15,0 0-13 0,0 0-1 0,-19-2-3 16,19 2-12-16,-10 6-5 0,3 1 3 0,2 0-10 16,0-1-3-16,0 2-2 0,0-1-3 0,1 2 5 0,-1-1-13 15,0 2 6-15,2-4 1 0,2 1-1 16,1-7 3-16,0 15-4 0,0-10 1 0,0-5-4 15,0 12-5-15,1-7 5 0,-1-5-8 0,5 9 2 16,-5-9 5-16,8 6-3 0,-4-3 1 0,-4-3 9 16,7 4-2-16,-7-4 2 0,11 0 7 0,-11 0-3 15,0 0 3-15,14-7-8 0,-9 4 7 0,0-3-5 16,0 1 2-16,-4-1-10 0,6-1 0 0,-5-2-2 16,2 0-4-16,-1-1 0 0,-1 0-1 0,0 1-4 15,-2-2-2-15,-3 1 0 0,0 1-5 0,2-1-3 16,-2 3-5-16,3 7-6 0,-5-12-17 0,5 12-20 15,-5-9-20-15,5 9-23 0,-5-5-27 0,5 5-14 16,-9-2-20-16,9 2-28 0,-10 7-137 0,4-2-342 16,6-5 151-16</inkml:trace>
  <inkml:trace contextRef="#ctx0" brushRef="#br0" timeOffset="-168339.07">24723 1962 112 0,'0'0'229'0,"0"0"18"16,4-7-19-16,-4 7-20 0,0 0-27 0,0 0-20 0,0 0-23 15,0 0-6-15,0 0-11 0,0 0 7 16,0 28 2-16,-6-13-14 0,1 1-14 0,0 1-8 16,1 1-6-16,-1 0-9 0,1 0-3 0,-4 0-10 15,3-1-8-15,0 1-2 0,1 0-5 0,-1 1-3 16,3 0-14-16,0 0-20 0,0-2-21 0,-1-2-28 15,1-3-29-15,2-12-24 0,-2 19-28 0,2-19-42 16,4 16-40-16,-4-16-175 0,0 12-402 0,0-12 178 16</inkml:trace>
  <inkml:trace contextRef="#ctx0" brushRef="#br0" timeOffset="-168135.89">24766 2157 11 0,'5'-8'217'16,"-5"8"2"-16,6-10-12 0,-6 10-19 0,3-7-16 15,-3 7-21-15,0 0-11 0,0 0-7 0,0 0 0 16,0 0-12-16,0 0 2 0,1 30-8 0,-1-30-2 16,-4 29-8-16,4-5-9 0,-5-5-7 15,1-2-7-15,3 1-6 0,-1-2-11 0,0 3-6 16,0-3-5-16,-1 2-18 0,0-3-8 0,2-1-30 16,1-14-35-16,-2 24-24 0,2-13-38 0,0-11-50 15,0 22-51-15,-4-14-165 0,4-8-394 0,-7 12 175 16</inkml:trace>
  <inkml:trace contextRef="#ctx0" brushRef="#br0" timeOffset="-167893.96">24786 2114 112 0,'8'-9'206'15,"-3"1"-15"-15,4 2-16 0,-4 2-15 0,-5 4-2 16,13-4-11-16,-13 4-8 0,16 0-6 0,-16 0-15 15,18 5-7-15,-10-2-4 0,-8-3-12 0,14 9-3 16,-8-3-2-16,1-1-9 0,-7-5 0 16,7 14-16-16,-4-9 2 0,-3-5-6 0,-1 16-1 15,-6-7-7-15,0 1-4 0,-3 2-3 0,-6-4-11 16,7-1-26-16,-9 0-13 0,3 1-22 0,2-2-29 16,-1-3-29-16,2-2-48 0,12-1-49 0,-22-1-180 15,22 1-389-15,-18-6 173 0</inkml:trace>
  <inkml:trace contextRef="#ctx0" brushRef="#br0" timeOffset="-165554.62">26897 1778 61 0,'-9'-3'185'0,"9"3"-5"0,0 0-11 16,-9-1-13-16,9 1-13 0,0 0-10 0,0 0-15 16,0 0-14-16,0 0-17 0,0 0 4 0,0 0-4 15,0 0 1-15,0 0-7 0,47 0-5 0,-18 1-8 16,2-2-2-16,1-2-7 0,2 3 0 0,-1 0-15 15,-2 0 0-15,2 1-1 0,0-2-9 16,-5 1-4-16,-7 1-1 0,2-2-1 0,-2 0 3 0,-2-2-5 16,1 3-7-16,-7 0 5 0,0-1-7 0,-1 2 2 15,-3-2-4-15,-1 1 6 0,1-1 4 0,-9 1-3 16,8 2 7-16,-8-2 4 0,0 0 1 16,0 0 1-16,12-2-2 0,-12 2 0 0,0 0-6 0,0 0-1 15,9 1-3-15,-9-1-3 0,0 0-2 0,0 0-4 16,0 0 0-16,0 0 0 0,-14 19-2 15,7-12-2-15,-6 4-1 0,-1-1 2 0,1 0-2 16,-1 0 0-16,-1 0-1 0,-1-1-1 0,5 4-12 16,4-5-24-16,-2 0-23 0,0 0-24 0,0 0-19 15,1 0-37-15,1 0-55 0,1 2-202 0,6-10-422 16,-12 9 186-16</inkml:trace>
  <inkml:trace contextRef="#ctx0" brushRef="#br0" timeOffset="-165360.02">27417 1816 1654 0,'-1'-16'4'0,"-2"-3"5"0,-3 0 1 0,-3-5 23 0,-3 9-10 15,-1-2 12-15,1-5 7 0,-3 8 18 16,-3-7 10-16,5 7 5 0,-1 2 3 0,0-1-9 0,1 0-4 16,0 1-4-16,6 5-9 0,-2 0-3 0,-1 1-9 15,10 6-22-15,-8-6-30 0,8 6-39 16,0 0-24-16,0 0-4 0,0 0-44 0,0 0-44 15,0 0-157-15,0 0-350 0,0 0 155 0</inkml:trace>
  <inkml:trace contextRef="#ctx0" brushRef="#br0" timeOffset="-165082.31">27596 1525 1630 0,'8'-14'133'0,"1"4"-16"16,-4 0 4-16,-1 0-32 0,0 3 5 0,-3 0-5 15,1 2-6-15,-2 5-5 0,4-7-10 0,-4 7-7 16,3-8-6-16,-3 8-9 0,0 0-5 0,0 0-12 16,0 0 2-16,0 0-6 0,0 0 11 15,1 47 4-15,-3-16-1 0,0 4 0 0,-2-1-6 0,2 1 0 16,4 1-5-16,-4-1 0 0,2 11-1 0,0-15-1 16,0-2-10-16,4-1-6 0,-2-2 9 0,-2-1 1 15,2-6 0-15,0 0-3 0,-1-2 0 0,1 0 1 16,1 1-13-16,-3-6 9 0,2 4-13 15,1-5-22-15,-1 1-25 0,-1-3-28 0,-1-9-29 16,1 16-29-16,-1-16-43 0,0 8-35 0,0-8-210 16,0 0-454-16,0 0 202 0</inkml:trace>
  <inkml:trace contextRef="#ctx0" brushRef="#br0" timeOffset="-164574.15">27752 1417 92 0,'34'-7'165'0,"18"-1"-17"0,4-2-5 0,3-1-19 16,3 5-7-16,31 1-8 0,-29 0-5 0,2 2-7 0,1-2-8 16,23-3-9-16,-34 6-5 0,0 1-2 0,-4-5-4 15,-13 8-12-15,-3-2-6 0,1 0 6 0,-5 0-10 16,-1-4-3-16,-1 8-3 0,-8-4 1 15,-3 0 0-15,3 1 3 0,-3-1 3 0,-6 0-3 16,1 2 0-16,-4-1 0 0,0 0-6 0,-3 1 0 16,2 0-6-16,-4-1 3 0,-5-1 0 0,11 5 1 15,-6-2 2-15,2 2 3 0,-3 0-2 0,-4-5-5 16,9 14 1-16,-7-5-7 0,2 9 9 0,-1 6-4 16,-3 6 4-16,3-1 2 0,-3 3-6 0,2 0 3 15,-2-2-4-15,0 5-7 0,-2-5-4 0,1 5 7 16,4-2 0-16,-1 1-2 0,-4-4 1 0,2-2-4 15,2 1 0-15,-2-4-2 0,0-1-6 0,0-5 5 16,-2 1-1-16,0-3-5 0,1 2-5 0,-1-1 13 16,-2-1 2-16,-3-1 0 0,1 1 3 0,-4-4-2 15,1 2 0-15,-3-3-2 0,-6-1 0 0,4 0-5 16,-5 0 13-16,-6 1-2 0,-3-1-10 0,-4-4 11 16,1 0-10-16,-1-2 1 0,-4 1-3 0,0-2-13 15,-2-3 13-15,2-1-5 0,-3 1-1 0,-11-3 0 16,10-1 2-16,2 3-5 0,-13-3-6 0,12 2-11 15,3-2-18-15,-1 3-12 0,1-5-23 16,3 2-17-16,1 1-32 0,4 0-34 0,4-2-49 16,5 1-63-16,0 2-193 0,2-4-485 0,0 1 215 15</inkml:trace>
  <inkml:trace contextRef="#ctx0" brushRef="#br0" timeOffset="-164133.65">28024 1885 90 0,'4'-6'230'0,"-4"6"-16"0,0 0-20 16,0 0-22-16,0 0-16 0,0 0-13 0,0 0-10 16,7 18-10-16,-7-18-11 0,-4 19-11 0,4-19-12 15,-2 18-8-15,2-10-7 0,0-8-5 0,-1 15-14 16,1-15 2-16,-1 12-5 0,1-12-9 0,0 0 4 15,0 0 10-15,0 12 6 0,0-12 28 0,0 0 13 16,0 0 1-16,0 0-8 0,0 0-14 16,0 0-7-16,0 0-8 0,0 0-10 0,8-39-1 0,-3 24-9 15,0-2-4-15,0 1-6 0,0-3-2 0,3 2-3 16,0-8-3-16,0 5-7 0,5-1 3 0,-4-2-4 16,2 0-5-16,-3 6 1 0,0-1 1 15,1 2-1-15,-2 5-1 0,-1 2 2 0,0-2 1 16,-3 6-5-16,-3 5 2 0,8-10-10 0,-8 10-10 15,6-7 4-15,-6 7 4 0,5-4 1 0,-5 4-6 16,0 0-2-16,10 8 7 0,-5 1 0 0,0 0-5 16,-1 3 0-16,4 3 0 0,-3-1 1 0,-3-2 0 15,2 5 3-15,-1-2-3 0,3 1 1 0,-5 0 6 16,3 0-8-16,-1 0-3 0,1-6-20 0,-1 1-27 16,-1 1-26-16,0 0-28 0,0-3-44 15,4 1-35-15,-6-10-38 0,1 14-244 0,-1-14-503 0,-7 11 222 16</inkml:trace>
  <inkml:trace contextRef="#ctx0" brushRef="#br0" timeOffset="-163980.65">28079 1833 22 0,'10'-12'155'0,"-10"12"-12"0,18-6-17 15,-4 2-23-15,0 1-7 0,4-2-21 16,2 2-20-16,-1-3-17 0,2 4-46 0,0 1-33 15,-2-2-25-15,3-1-51 0,-5 1-126 0,-1-1 56 16</inkml:trace>
  <inkml:trace contextRef="#ctx0" brushRef="#br0" timeOffset="-163683.29">28400 1735 81 0,'6'-7'90'0,"2"-1"14"0,-8 8 7 0,10-9 4 16,-1 4 4-16,0-3-2 0,-4 7 10 0,3-3-9 16,-3 2-3-16,4 0-4 0,-9 2-7 0,13-2-9 15,-13 2-8-15,14 1-3 0,-8 0 5 0,-6-1-11 16,12 4-5-16,-7 1 3 0,-1-1-8 0,2 1-1 15,-3 0 4-15,0 0-8 0,1 2 4 16,-2 0-9-16,-2-7 2 0,-2 15-4 0,2-15-10 0,-4 12-2 16,-1-4-3-16,2 0-3 0,-1-3-5 0,0 1-5 15,0 0-13-15,4-6-4 0,-6 9-7 0,3-6-2 16,3-3-5-16,-4 10-5 0,4-10-9 0,-2 6 3 16,2-6 0-16,-2 8 0 0,2-8 3 15,4 10 5-15,-1-4-3 0,-3-6 4 0,5 10-1 16,-1-3-2-16,-2 0 0 0,1-1 4 0,-2 0-3 15,0 0 2-15,1 3-1 0,-2-9-1 0,-2 12 3 16,2-12 2-16,-5 15-1 0,-1-6-8 0,-3-4-11 16,0 2-23-16,-3 0-14 0,-4 1-43 0,-1-1-27 15,-2-2-45-15,-3 0-154 0,-8 0-354 0,2-1 157 16</inkml:trace>
  <inkml:trace contextRef="#ctx0" brushRef="#br0" timeOffset="-162861.18">27013 2065 70 0,'0'0'223'0,"0"0"-18"16,0 0-14-16,0 0-24 0,0 0-15 16,0 0-17-16,0 0-10 0,0 0-6 0,0 0-8 0,0 0-10 15,0 0-11-15,-15 29-7 0,13-21-6 0,2-8-12 16,-3 15-3-16,3-5-3 0,0-10-11 0,0 12 0 16,0-12-8-16,5 10-1 0,-5-10 0 0,5 12-3 15,3-8-1-15,-8-4 5 0,13 5-4 16,-3-4 4-16,1 1-4 0,-11-2-2 0,25-4-1 15,-10 1 0-15,-3-1 2 0,5-1-4 0,-5 0-2 16,-3 1 0-16,0-3 0 0,0-1 4 0,-2 2-7 16,-3-2-4-16,0-3-1 0,-1 1-5 0,-1 3 2 15,-2-1-2-15,0 8-5 0,-5-16 1 0,-1 6-5 16,-3 4 0-16,2-2-3 0,-2 0 2 0,0 3-2 16,0 1-15-16,-2 1-11 0,2 0-17 0,-5 4-10 15,14-1-19-15,-19 3-16 0,10 1-28 0,-3 1-29 16,5-2-31-16,7-3-34 0,-14 9-132 0,6-3-365 15,8-6 161-15</inkml:trace>
  <inkml:trace contextRef="#ctx0" brushRef="#br0" timeOffset="-162636.45">27247 2006 72 0,'3'-5'243'0,"-3"5"-1"0,4-8-10 16,-4 8-16-16,0 0-22 0,0 0-22 15,9-6-18-15,-9 6-21 0,0 0-12 0,0 0-11 16,0 0 16-16,11 20-6 0,-8-11-7 0,-1 3-3 16,-2 3-11-16,0 2-5 0,0 1-8 0,2-2-16 0,-2 4 4 15,-2-2-10-15,2-1-3 0,0 2-5 16,0-2-6-16,-2 3-16 0,0-2-23 0,1-2-33 16,2 1-23-16,-1-5-29 0,0-12-46 0,0 21-54 15,2-12-52-15,-2-9-174 0,0 0-432 0,-2 19 191 16</inkml:trace>
  <inkml:trace contextRef="#ctx0" brushRef="#br0" timeOffset="-162426.52">27384 2129 160 0,'4'-8'241'0,"-4"8"-5"0,2-10-14 16,-2 10-18-16,0 0-24 0,3-8-21 0,-3 8-18 15,0 0-8-15,0 0-5 0,0 0 8 16,0 0 1-16,5 27-15 0,-5-15-5 0,0 5-12 15,-2-1-9-15,-1 3-9 0,3 7-9 0,-3-7-7 16,1 1-3-16,0-1-7 0,0 4-11 0,2-5-35 16,-4-1-20-16,4 0-25 0,-2-4-33 0,2-13-23 15,0 22-49-15,0-22-49 0,0 17-60 0,0-17-123 16,0 0-397-16,-2 12 175 0</inkml:trace>
  <inkml:trace contextRef="#ctx0" brushRef="#br0" timeOffset="-162221.97">27463 2101 161 0,'7'-7'199'0,"-3"1"-8"15,-4 6-13-15,9-9-20 0,-9 9-12 0,12-4-9 16,-12 4-7-16,0 0-7 0,17 8-9 0,-17-8-10 16,10 11-3-16,-6 0-5 0,-2-2-5 15,1 2-10-15,-3-11-7 0,-7 27-1 0,2-16-8 16,-6 5-15-16,-1-1-19 0,-1 1-26 0,0-2-29 15,-3-5-35-15,0 1-52 0,2-4-58 0,-1 1-156 16,-3-6-350-16,5-1 155 0</inkml:trace>
  <inkml:trace contextRef="#ctx0" brushRef="#br0" timeOffset="-161857.62">28231 1753 2731 0,'3'5'60'0,"-3"-5"-41"0,2 4-6 0,-2-4 1 16,0 0-8-16,0 0 7 0,0 0-3 0,2 7-2 16,-2-7 1-16,0 0-1 0,0 0-5 0,0 0-17 15,0 0-22-15,0 0-31 0,0 0-25 0,0 0-39 16,9 5-47-16,-9-5-218 0,0 0-429 0,10 4 189 15</inkml:trace>
  <inkml:trace contextRef="#ctx0" brushRef="#br0" timeOffset="-161030.3">29096 1792 116 0,'0'0'152'16,"0"0"-7"-16,0 0-5 0,0 0-6 0,0 0-12 15,0 0 2-15,0 0 0 0,0 0-8 0,0 0-6 16,0 0-3-16,0 0-8 0,0 0-8 0,0 0-7 16,0 0-6-16,0 0-5 0,0 0-11 15,0 0 1-15,36-3-6 0,-8-1 1 0,7 3-8 16,3-2 3-16,15 1-7 0,0-2-2 0,-3 1-3 16,-14 2-5-16,5 0-2 0,-5 0-7 0,-2-1 2 0,-4 2-1 15,-9-1-7-15,-1 1 0 0,-1 0-5 0,-9 1 2 16,3-1-9-16,-2 2 5 0,-11-2-3 0,18-2 3 15,-18 2-4-15,9-1-3 0,-9 1 7 0,0 0-2 16,12 3 6-16,-12-3 4 0,0 0 2 16,0 0 4-16,0 0-3 0,0 0-3 0,11 1-2 15,-11-1-5-15,0 0 1 0,0 0-19 0,0 0-21 16,0 0-33-16,0 0-30 0,0 0-45 0,0 0-62 16,0 0-191-16,-42 4-415 0,30-4 184 0</inkml:trace>
  <inkml:trace contextRef="#ctx0" brushRef="#br0" timeOffset="-160700.62">29476 1548 27 0,'0'0'172'0,"-12"-2"-22"0,12 2-11 0,0 0-14 0,0 0-12 15,0 0 0-15,0 0-13 0,0 0 2 0,0 0-6 16,17 25 1-16,0-16-2 0,0-1 0 0,7 6-5 16,-4-6-9-16,7 3-7 0,-4 1-3 0,-3-3-8 15,-2 1-7-15,-1-1-5 0,-2 0-2 16,-1 0-6-16,0 3-6 0,-1-1-6 0,-4 1-3 15,0 2-1-15,-3 3-1 0,-3 0-3 0,-6 2-14 16,-4 8-22-16,-9-1-23 0,0-1-34 0,-6 1-47 16,-12 10-69-16,-7-5-108 0,9-9-318 0,-8 4 141 15</inkml:trace>
  <inkml:trace contextRef="#ctx0" brushRef="#br0" timeOffset="-159285.39">30491 1769 162 0,'0'0'203'0,"-10"0"-9"0,10 0-12 16,-11 1-18-16,11-1-11 0,0 0-14 15,0 0-15-15,0 0-20 0,32 0-21 0,-14-4-42 16,12 2-39-16,4 0-49 0,3-2-64 0,3 1-122 16,-5-3-251-16,1 2 112 0</inkml:trace>
  <inkml:trace contextRef="#ctx0" brushRef="#br0" timeOffset="-159122.48">31058 1746 56 0,'21'-3'150'0,"-9"1"-36"0,3 0-10 15,4 1-9-15,0-1-37 0,10-1-32 0,2 0-41 0,1 1-40 16,-5 0-35-16,1 2-96 0,3-2 44 15</inkml:trace>
  <inkml:trace contextRef="#ctx0" brushRef="#br0" timeOffset="-158779.3">31738 1349 58 0,'-5'-7'205'0,"5"7"-13"0,0 0-22 15,-4-8-16-15,4 8-18 0,0 0-14 16,0 0-15-16,0 0-13 0,0 0-1 0,0 0-8 16,0 0-4-16,10 40-3 0,-5-14-3 0,1 0 0 15,-1 6-3-15,4 12-3 0,-3-10-2 0,-3-2-2 16,3 15-2-16,-3-11-4 0,0-2-7 0,-1 2 0 15,2 10-7-15,-3-10 1 0,1-2-11 0,0-5 3 16,-1 1 0-16,1-2-4 0,-2-1-5 0,2-8-3 16,0 0 3-16,2 1-6 0,-3-1-3 0,1-1 3 15,-2-2-13-15,1-4-17 0,0 1-22 0,-1-4-26 16,0-9-31-16,0 21-23 0,0-21-37 0,2 13-50 16,-2-13-136-16,0 0-360 0,0 0 159 15</inkml:trace>
  <inkml:trace contextRef="#ctx0" brushRef="#br0" timeOffset="-158199.68">31723 1343 112 0,'13'-15'160'0,"4"8"-15"0,14 1-11 15,2 0-13-15,20-1-6 0,4-1 1 0,2 6-17 16,-4-2-11-16,8 1-3 0,2-1-9 0,0 4-10 16,-10-2-9-16,3 0-5 0,-5 3-8 0,-2-2-4 15,-15-2-3-15,-1 4 1 0,-2-1 0 0,-33 0-3 16,57-4 26-16,-57 4 1 0,39 2-5 0,-39-2-1 16,33-4-5-16,-33 4 0 0,0 0-1 0,43 0-8 15,-43 0-2-15,0 0-6 0,0 0-3 16,45 2-10-16,-45-2 3 0,0 0 0 0,40 10 4 15,-40-10-11-15,25 8 1 0,-25-8-1 0,27 17-3 16,-27-17 7-16,29 23 3 0,-29-23 5 0,29 27-3 16,-12-5-3-16,-17-22 1 0,25 31-2 0,-10-9 6 15,-1 2-7-15,-1 0 3 0,-3 2-4 0,-1-1 1 16,-9-25 0-16,10 50 1 0,-7-24 0 0,-3-26-1 16,4 58-3-16,-3-29-1 0,-1-29-3 0,-3 58 5 15,1-28-14-15,-3-1 9 0,5-29 0 0,-12 55 1 16,7-28-1-16,-3-2 0 0,8-25-2 0,-12 45-5 15,12-45 4-15,-12 36 2 0,12-36-1 16,-13 37-3-16,13-37 0 0,-16 31-3 0,16-31 1 16,-16 28 0-16,16-28 1 0,-15 26 1 0,15-26-2 15,-15 19 5-15,15-19 5 0,-23 22 5 0,23-22-5 16,-34 17 0-16,34-17 5 0,-45 18 2 0,17-10 1 16,-1-2-3-16,-4 0-5 0,-1-6 3 0,-1 4-2 15,-3-3 2-15,-13-3-2 0,2-3-3 0,-5 0-4 16,15 1 3-16,-14-2-1 0,1 1-12 0,14-1 4 15,2-1-2-15,1 3-22 0,2 0-24 0,5-3-18 16,-1 1-30-16,8 1-38 0,3-2-40 16,2 1-62-16,-2 0-199 0,6-1-465 0,2 1 206 15</inkml:trace>
  <inkml:trace contextRef="#ctx0" brushRef="#br0" timeOffset="-157767.22">32069 1843 53 0,'0'0'211'0,"-4"-9"-17"15,4 9-20-15,0 0-25 0,0 0-7 0,0 0-6 16,0 0-15-16,0 0-10 0,0 0-13 0,-19 21-4 16,14-15-17-16,1 2 0 0,4-8-5 0,-10 15-10 15,9-8 0-15,1-7-12 0,-4 11 0 16,4-11-5-16,0 0 6 0,-3 11-1 0,3-11 12 15,0 0 18-15,-6 6 9 0,6-6 14 0,0 0 9 16,0 0-11-16,0 0-14 0,0 0 0 0,0 0-13 16,-8-25-8-16,8 25-3 0,-1-23-9 0,1 8-2 15,1 0-1-15,-1-2-7 0,4 0-18 0,2-1 4 16,2-1 1-16,2-5-6 0,3 1-8 0,0 0 0 16,-3 7-1-16,2 2-12 0,-2 0 8 0,-2 4-7 15,3-3 7-15,-2 4-9 0,-9 9-1 0,13-11-2 16,-13 11 0-16,11-6-5 0,-11 6-2 0,0 0-2 15,13 0 2-15,-13 0 2 0,0 0 1 0,13 17 0 16,-9-6-12-16,1 0 6 0,-1 5 13 0,-2 0-1 16,-1-1-6-16,1 1 0 0,-1 1 6 0,0 3-2 15,-1-4 0-15,3 0 7 0,-3 0-3 0,0 1-24 16,1-1-10-16,1-1-21 0,-2 2-25 0,0-6-31 16,0-11-51-16,1 19-40 0,-1-19-32 15,-3 20-184-15,3-20-447 0,-8 10 199 0</inkml:trace>
  <inkml:trace contextRef="#ctx0" brushRef="#br0" timeOffset="-157250.75">32064 1827 123 0,'20'-7'133'0,"-7"4"-15"0,6 2-8 0,1-2-14 0,-2 1-23 16,1 1-8-16,3 1-19 0,-3-2-22 0,1 0-16 15,-2 2-12-15,1-1-3 0,-6 1-6 16,0 0-4-16,-3-2 7 0,-10 2-6 0,0 0 21 16,23 0 8-16,-23 0 14 0,11-2 12 0,-11 2 9 15,0 0 4-15,0 0 15 0,14-7 3 0,-14 7 19 16,0 0 2-16,8 0 4 0,-8 0-5 0,0 0 1 16,0 0-5-16,0 0-3 0,0 0-11 0,0 0-4 15,0 0-11-15,0 0-3 0,10-2-13 0,-10 2-1 16,0 0-7-16,0 0 2 0,0 0-7 0,4 14 8 15,-4-14-6-15,4 11-2 0,-4-11-1 0,4 12-1 16,-3-5-2-16,-1-7-4 0,4 12 0 16,-4-12 3-16,2 12 2 0,-2-12-6 0,2 8 0 15,-2-8 2-15,0 0-1 0,2 11-1 0,-2-11 7 16,0 0 7-16,0 0 10 0,0 0 4 0,0 0 10 16,0 0 13-16,0 10 9 0,0-10 5 0,0 0-7 15,0 0-1-15,0 0-9 0,0 0-2 0,0 0-7 16,0 0-9-16,0 0-5 0,0 0-6 0,-11-33-19 15,8 23 3-15,3 10-3 0,7-22-9 0,-5 9-3 16,3-2-6-16,3 0 0 0,0 8-6 0,4-5 3 16,-3 3-8-16,4-2 4 0,-3 3-3 0,-1 4 4 15,3 0 0-15,-3 1-1 0,1 0-4 0,-10 3-1 16,15 0 3-16,-15 0 0 0,16 6-2 0,-7-1 0 16,-1 2-18-16,-1 3-20 0,-1 0-22 0,-2 1-21 15,0 1-37-15,2 3-31 0,-4 0-59 16,-2-2-217-16,0-13-470 0,-4 22 209 0</inkml:trace>
  <inkml:trace contextRef="#ctx0" brushRef="#br0" timeOffset="-156394.96">33102 1755 47 0,'0'0'117'0,"0"0"9"0,0 0 1 0,0 0-7 16,0 0-5-16,0 0-6 0,0 0 4 0,0 0-5 15,0 0-10-15,0 0-4 0,0 0-3 16,0 0-2-16,0 0-6 0,0 0-5 0,0 0 0 15,0 0-7-15,0 0-7 0,0 0 4 0,0 0-2 16,0 0-1-16,0 0 4 0,0 0-2 0,0 0 4 16,0 0-1-16,0 0 0 0,0 0-2 0,0 0-5 15,0 0-9-15,0 0-2 0,0 0-10 0,0 0-2 16,0 0-15-16,0 0 7 0,43-12-2 0,-43 12-1 16,50-5-7-16,-50 5-4 0,59-3 0 0,-29 2 2 15,-30 1-6-15,53-1-3 0,-53 1 1 0,42 0 2 16,-42 0 0-16,37-3 0 0,-37 3-2 15,0 0 3-15,37-1-3 0,-37 1 0 0,0 0 5 16,0 0 0-16,0 0 5 0,0 0 1 0,0 0 1 16,37-3-3-16,-37 3 4 0,0 0-5 0,0 0 2 15,0 0 6-15,0 0-4 0,0 0 0 0,0 0 1 16,0 0 2-16,0 0-1 0,0 0-2 0,0 0-3 16,0 0 6-16,0 0-5 0,0 0-4 0,0 0-4 15,0 0 0-15,0 0-1 0,0 0-3 0,0 0-6 16,0 0 2-16,0 0 1 0,0 0 4 0,0 0-1 15,0 0-2-15,0 0 1 0,0 0 7 16,0 0-2-16,0 0 0 0,0 0-4 0,0 0-3 16,-65 63 1-16,65-63 3 0,-24 21 0 0,24-21-7 15,-23 19 4-15,23-19-4 0,-18 15 0 0,18-15-17 0,0 0-20 16,-24 22-21-16,24-22-28 0,0 0-24 16,-21 22-38-16,21-22-41 0,0 0-33 0,0 0-242 15,-25 13-497-15,25-13 219 0</inkml:trace>
  <inkml:trace contextRef="#ctx0" brushRef="#br0" timeOffset="-156194.4">33395 1705 268 0,'-13'-44'264'0,"13"44"-3"0,-17-37-8 0,17 37-18 15,-17-33-1-15,17 33-15 0,-15-31-17 16,15 31-18-16,-10-19-21 0,10 19-17 0,0 0-11 15,0 0-24-15,0 0-36 0,-14-25-29 0,14 25-36 16,0 0-41-16,0 0-36 0,0 0-15 0,0 0-47 16,0 0-51-16,0 0-47 0,0 0-122 0,0 0-377 15,0 0 167-15</inkml:trace>
  <inkml:trace contextRef="#ctx0" brushRef="#br0" timeOffset="-155708.47">33371 2114 41 0,'0'0'196'0,"0"0"-11"16,0 0-10-16,0 0-16 0,0 0-17 0,0 0-9 15,0 0-15-15,-84 7-12 0,84-7-10 0,0 0-11 16,0 0-8-16,-13 23-8 0,13-23-3 0,0 0-3 15,0 0-8-15,0 0-6 0,0 0 2 16,9 41-6-16,-9-41-2 0,0 0 2 0,0 0-1 16,0 0-4-16,32 24 0 0,-32-24 4 0,0 0-7 15,0 0 5-15,0 0 1 0,39 6-4 0,-39-6 1 16,0 0-6-16,0 0-1 0,0 0 21 0,0 0-9 16,0 0-3-16,44-34-3 0,-44 34-3 0,0 0-6 15,0 0-3-15,8-32-4 0,-8 32-4 16,0 0 0-16,0 0-7 0,0 0-13 0,0 0-14 0,0 0-8 15,-27-49-16-15,27 49-27 0,0 0-20 0,-33-9-24 16,33 9-22-16,0 0-43 0,0 0-181 16,0 0-386-16,-42 0 172 0</inkml:trace>
  <inkml:trace contextRef="#ctx0" brushRef="#br0" timeOffset="-155464.58">33500 2055 177 0,'0'0'252'0,"0"0"-10"0,0 0-7 16,0 0-21-16,0 0-20 0,0 0-30 0,0 0-17 15,0 0-17-15,0 0-24 0,0 0 8 0,0 0-14 16,0 0 3-16,0 0-6 0,0 0-4 0,0 0-5 16,0 0-7-16,8 78-3 0,-8-78-6 0,-5 47-6 15,5-47-9-15,-4 39-4 0,4-39-11 16,-2 43 5-16,2-43-14 0,-2 36-4 0,2-36-17 15,0 33-41-15,0-33-20 0,0 0-39 0,0 40-51 16,0-40-51-16,0 0-233 0,0 0-456 0,0 0 202 16</inkml:trace>
  <inkml:trace contextRef="#ctx0" brushRef="#br0" timeOffset="-155241.72">33622 2262 245 0,'0'0'253'0,"0"0"-22"16,0 0-17-16,0 0-20 0,0 0-14 0,0 0-5 16,0 0-9-16,0 0-2 0,0 0-11 0,0 0-17 15,0 0-14-15,0 0-10 0,0 0-6 0,0 0-12 16,0 84-6-16,0-84-8 0,0 0-9 0,-11 50-9 16,11-50-15-16,-4 31-21 0,4-31-17 0,0 0-27 15,-6 38-32-15,6-38-27 0,0 0-37 0,-6 27-52 16,6-27-59-16,0 0-155 0,0 0-412 0,0 0 183 15</inkml:trace>
  <inkml:trace contextRef="#ctx0" brushRef="#br0" timeOffset="-155008.39">33627 2209 77 0,'0'0'228'16,"0"0"-14"-16,0 0-12 0,27-34-19 0,-27 34-15 15,0 0-13-15,0 0-20 0,0 0-6 0,0 0-12 16,0 0-9-16,38 4-11 0,-38-4-4 0,0 0-8 16,0 0-7-16,0 0-8 0,0 0 3 0,19 44 6 15,-19-44-4-15,0 0-1 0,0 0 0 0,0 0-5 16,0 0-8-16,0 0-3 0,0 0-18 0,-37 55-27 16,37-55-30-16,-24 11-28 0,24-11-44 0,0 0-55 15,-47 5-94-15,47-5-133 0,0 0-401 16,-59-15 177-16</inkml:trace>
  <inkml:trace contextRef="#ctx0" brushRef="#br0" timeOffset="-154025.58">29604 3151 82 0,'0'0'251'0,"-1"-9"-9"16,1 9-10-16,-5-7-17 0,5 7-24 16,0 0-21-16,-8-3-19 0,8 3-15 0,0 0-10 15,-14 17-11-15,5-6-4 0,-3 7-8 0,-2 4-5 16,-1 3-8-16,-3-1-37 0,1 2-2 0,2-1-10 15,2-1 0-15,-2-2 0 0,3 0-7 0,2-5-3 16,3 3-4-16,0-4-4 0,1-5-1 0,2 0-1 16,-1 1-3-16,0-3 2 0,1 0-2 0,1-4 0 15,1 0 0-15,2-5 4 0,-4 9 18 0,4-9 15 16,-4 6 17-16,4-6 21 0,0 0-10 0,0 0 0 16,0 0-6-16,0 0-7 0,-1-22-9 0,2 6-8 15,2-3-2-15,2-6-8 0,1-2-4 0,4 1-7 16,-1-5 1-16,2 2-9 0,1-4-5 0,1 0 1 15,4-11-8-15,-4 15 0 0,-2 0 0 0,2 3-3 16,0-1-5-16,1 4 0 0,-4 6 0 0,-4 2-3 16,1 3 1-16,2 3-2 0,-2-1 1 0,-3 3 0 15,-4 7-4-15,7-12-1 0,-7 12-4 0,5-6-2 16,-5 6-6-16,0 0 7 0,0 0-6 0,19 8 5 16,-10 5 7-16,-2 2-6 0,1 2 4 0,-2 1-2 15,3 6 0-15,-1-1 1 0,0 3 3 0,-1-2-1 16,2-1-2-16,-1-4 3 0,-3 0-1 15,3 6 5-15,-2-1-6 0,-1-4 0 0,2-1 8 16,-4-1-5-16,1 1 4 0,0-2 1 0,0-2 3 16,-1 1-8-16,-2-1 5 0,2 1 0 0,-2-5 0 0,4-1 2 15,-3 2-13-15,1 0-22 0,-2-2-24 0,2-1-20 16,-2 1-23-16,-1-10-36 0,1 14-45 0,-1-14-44 16,0 8-41-16,0-8-178 0,0 0-478 15,0 0 211-15</inkml:trace>
  <inkml:trace contextRef="#ctx0" brushRef="#br0" timeOffset="-153863.02">29456 3374 101 0,'0'0'168'0,"25"-9"-22"0,-7 7-26 0,5 0-25 16,3 0-50-16,6 2-44 0,-2-3-50 0,5 0-56 15,-3 3-113-15,2-2 50 0</inkml:trace>
  <inkml:trace contextRef="#ctx0" brushRef="#br0" timeOffset="-153258.8">30000 3346 225 0,'0'0'245'0,"0"0"-12"0,0 0-13 16,0 0-13-16,0 0-22 0,0 0-14 0,-1-9-24 15,1 9-19-15,0 0-13 0,0 0-14 0,0 0-12 16,0 0-5-16,0 0-7 0,10 26-9 16,-6-17-5-16,0 1-5 0,-1 3-7 0,1 1-5 15,0 2-2-15,1 0 3 0,-3-2-9 0,3 0 6 16,1 2-13-16,-2-4 2 0,-2 0-2 0,2-2 1 15,-2 1-7-15,1 0 1 0,1 0-4 0,-1-1-1 16,1-1-1-16,-1-2 3 0,-1 0-6 0,0-1-2 16,1 1 1-16,-3-7-4 0,5 8 2 0,-4-4-2 15,-1-4 0-15,4 7 1 0,-4-7-2 0,3 4 3 16,-3-4-4-16,0 0 8 0,0 0 22 0,0 0 5 16,0 0 14-16,0 0 8 0,0 0 2 0,0 0-11 15,0 0 1-15,0 0-2 0,0 0-7 0,0 0-1 16,19-15-3-16,-15 9-11 0,-1-3-2 0,4 2 4 15,-2-4-4-15,3 2-7 0,-2-2-2 0,3-4-11 16,0 0 10-16,1-1-10 0,0-2 6 16,1 2-7-16,3-8-4 0,-4 8 2 0,3-8-1 0,-2 0-4 15,-2 8 8-15,4-7-5 0,-5 7-2 0,-2-1 0 16,-1 2-3-16,0 2 1 0,0 1 1 0,-2 1 11 16,-1 2-16-16,-3 1 3 0,4 0 2 0,-3 8-8 15,1-9 5-15,-1 9-5 0,1-11-1 0,-1 11-1 16,2-6-1-16,-2 6 0 0,0 0 2 0,0 0-9 15,0 0 8-15,0 0 0 0,0 0-7 16,-22 8 5-16,14-2-1 0,3 0 0 0,0-1-3 16,1 2 1-16,-1-2-3 0,2 0 5 0,3-5 0 15,-2 13-3-15,2-13-11 0,2 11-1 0,1-5 2 0,5 2-2 16,-1-4-1-16,4 2-5 0,2-2-6 0,3 1-12 16,2-4-22-16,1 2-37 0,0 0-45 0,3-3-37 15,-4 0-66-15,0 0-237 0,-7 0-531 16,2 0 235-16</inkml:trace>
  <inkml:trace contextRef="#ctx0" brushRef="#br0" timeOffset="-152625.09">30362 3702 180 0,'-5'-5'199'0,"5"5"-15"0,0 0-19 0,0 0-17 15,0 0-15-15,0 0-11 0,0 0-10 0,-20 10-15 16,15-6-10-16,5-4-8 0,-5 10-11 0,4-6-6 16,1-4-4-16,-4 9-2 0,0-4-9 0,4-5 1 15,0 0-15-15,5 14 3 0,-2-10-2 0,-3-4-1 16,5 7 3-16,-5-7-3 0,10 5 3 0,-6-4 3 15,-4-1-2-15,10 3 0 0,-10-3-1 0,11-2 0 16,-11 2 8-16,9-3 0 0,-4-2-2 0,-5 5-7 16,7-11-2-16,-3 4-5 0,-1 1 5 15,-2 0-4-15,-1 6-3 0,-3-15-4 0,5 8-2 0,-6-2-6 16,0 4-2-16,1-1-7 0,-4-1-10 0,2 1-13 16,0 2-19-16,-3 0-15 0,-2 2-19 0,10 2-25 15,-16-2-25-15,16 2-31 0,-15 2-30 0,9 2-139 16,-2-2-348-16,0 1 154 0</inkml:trace>
  <inkml:trace contextRef="#ctx0" brushRef="#br0" timeOffset="-152308.28">30519 3655 149 0,'0'0'240'0,"0"0"-19"0,8-2-23 16,-8 2-19-16,0 0-19 0,0 0-17 0,0 0-15 15,7 8-11-15,-3-3-5 0,1 1-11 0,-2 0-11 16,1 3-5-16,-1-3-12 0,1 3-3 0,0 0-12 16,4 0-3-16,-3-1-4 0,-1 1-5 0,2-1-2 15,-2-2-5-15,1 0 4 0,-2-3 7 0,3 3 12 16,-6-6 21-16,2 5 23 0,-2-5 19 0,7 5 18 16,-7-5 13-16,0 0-18 0,0 0-11 0,0 0-15 15,0 0-9-15,9-16-16 0,-8 7-13 0,2-1 0 16,-2-1-8-16,3-1-13 0,-2 0-24 0,2-3-27 15,0-1-19-15,1 1-27 0,0-1-23 0,2 2-37 16,-2 1-49-16,1 3-16 0,1-1-14 0,-1 3-15 16,4-1-18-16,-4 3-13 0,4 3 3 0,-3 0 2 15,1 2 13-15,-8 1-115 0,11 3-352 0,-6 5 156 16</inkml:trace>
  <inkml:trace contextRef="#ctx0" brushRef="#br0" timeOffset="-151919.28">30786 3695 140 0,'0'0'181'0,"4"6"-7"0,-4-6-6 0,0 0-13 16,0 0-13-16,0 0-7 0,0 0-10 0,6-16-12 16,-6 16-10-16,4-11-2 0,-1 6 2 15,-3 5-11-15,4-13-9 0,-3 6-6 0,0 0-7 0,-1 7 5 16,5-9 0-16,-5 9 2 0,3-6-9 0,-3 6-2 16,1-8-7-16,-1 8-9 0,0 0 1 0,0 0-14 15,0-9-8-15,0 9-5 0,0 0-3 0,0 0-1 16,0 0-2-16,-15 17-6 0,7-10 3 0,2 2-4 15,-2 1 1-15,2 0-4 0,0 0 4 16,1-1-6-16,3 0 0 0,-1 1-1 0,3-10 1 16,-1 13 0-16,1-13-6 0,-1 10 8 0,1-10-5 15,0 0 5-15,5 14-3 0,-5-14 2 0,5 4-2 16,-1-3 4-16,-4-1-4 0,10 2 1 0,-10-2-4 0,13-2 5 16,-13 2 0-16,11-4-1 0,-1-1 0 15,-5 1-4-15,5-3 2 0,-5 4 0 0,5-3-5 16,-4 2 3-16,-1 0-4 0,0 0 2 0,1 1-3 15,-6 3 0-15,8-3 0 0,-8 3-2 0,8-3-2 16,-8 3 1-16,0 0-1 0,0 0 1 0,12 6-1 16,-11-1 3-16,-1-5-7 0,3 12-15 0,-3-12-19 15,3 17-21-15,-1-11-35 0,-2-6-33 0,2 16-16 16,-1-7-39-16,-1-9-154 0,4 14-369 0,-4-14 164 16</inkml:trace>
  <inkml:trace contextRef="#ctx0" brushRef="#br0" timeOffset="-151606.75">31066 3698 50 0,'-1'-10'208'0,"1"10"-7"0,-3-9-9 15,3 9-18-15,-6-5-16 0,6 5-16 0,-9-2-17 16,9 2-10-16,0 0-11 0,-18 7-14 0,10-2-4 16,1-2-11-16,0 1-4 0,1 2-9 15,1-1-3-15,0-1-8 0,5-4-3 0,-7 10-7 16,6-5-1-16,1-5-1 0,-1 9 0 0,1-9-6 0,0 0-6 15,9 8 0-15,-4-5-6 0,-5-3 3 0,10 2-5 16,-10-2 6-16,9-2-7 0,-9 2 5 0,11 0-7 16,-11 0 2-16,12-3-1 0,-12 3 1 15,7-4-2-15,-7 4 2 0,6-4-5 0,-6 4 2 16,0 0-5-16,6-3-1 0,-6 3-2 0,0 0-8 16,0 0 0-16,0 0 4 0,11 1-3 0,-11-1 0 15,3 7 0-15,-3-7 2 0,4 8-5 0,-4-8-14 16,0 0-24-16,5 14-27 0,-5-14-30 0,5 9-41 15,-5-9-21-15,8 10-178 0,-8-10-364 0,0 0 162 16</inkml:trace>
  <inkml:trace contextRef="#ctx0" brushRef="#br0" timeOffset="-151404.03">31181 3603 33 0,'0'0'240'0,"0"-10"-6"0,0 10-18 15,2-6-22-15,-2 6-22 0,0 0-23 0,0 0-13 16,0 0-16-16,0 0-10 0,0 0-14 0,0 0-9 16,0 0-4-16,-3 23-9 0,1-13-5 15,2 2-7-15,0-1-3 0,-1-1-16 0,1 3-29 16,0-1-29-16,-1-1-28 0,2 1-46 0,-1-12-44 16,1 15-47-16,-1-15-109 0,0 0-313 0,0 16 140 0</inkml:trace>
  <inkml:trace contextRef="#ctx0" brushRef="#br0" timeOffset="-151210.79">31260 3591 225 0,'0'0'216'0,"0"0"-26"0,0 0-19 16,0 0-8-16,0 0-10 0,0 0 1 0,0 0-15 15,0 0-5-15,-10 30-14 0,6-17-11 0,-1 2-13 16,3-3-12-16,-5 0-5 0,6 2-4 0,-2 1-15 15,2 4-23-15,1-8-30 0,0 0-40 0,0-11-43 16,1 14-56-16,-1-14-56 0,2 13-110 0,-2-13-321 16,0 0 142-16</inkml:trace>
  <inkml:trace contextRef="#ctx0" brushRef="#br0" timeOffset="-151066.39">31423 3524 2 0,'0'0'-1'0</inkml:trace>
  <inkml:trace contextRef="#ctx0" brushRef="#br0" timeOffset="-150510.35">31646 3413 68 0,'0'-9'207'15,"0"9"-18"-15,0 0-21 0,0 0-4 0,0 0 3 16,0 0-10-16,-10 26-5 0,6-15-16 0,0 1-7 16,0 4-5-16,-1-2-11 0,-2 1-12 15,3 1-6-15,0-3-14 0,0-3-7 0,0 1-5 16,2 0-8-16,0-1-6 0,2-10-5 0,-1 10-2 15,1-10-1-15,0 0-1 0,-4 12 9 0,4-12 20 16,0 0 22-16,-5 7 10 0,5-7-3 0,0 0-11 16,0 0-5-16,0 0-16 0,0 0-8 0,0 0-7 15,0 0 1-15,7-43-11 0,-4 31-5 0,4-3-8 16,-3 1-6-16,3-2 2 0,2-1-14 0,0-1-5 16,-1 0 31-16,3-6-5 0,0 1-7 0,-1 7 1 15,1 2-5-15,-4 5-7 0,-1-1 1 0,1 0-5 16,-1 3 0-16,-1 2-5 0,-2-1-7 0,0 2 2 15,-3 4-2-15,0 0-3 0,0 0 2 0,0 0-2 16,17 11 0-16,-14-1 0 0,2 1 2 0,-2 1 1 16,0 4-7-16,1-2 5 0,0 1 3 0,-4 0-3 15,2-1 5-15,1 2-2 0,-2-3-2 0,2 2 4 16,-2-2-18-16,4-1-15 0,-2-1-33 0,-1 2-29 16,1-2-38-16,1-1-25 0,-4-10-40 0,2 17-41 15,-2-9-48-15,0-8-168 0,0 0-485 0,-10 17 215 16</inkml:trace>
  <inkml:trace contextRef="#ctx0" brushRef="#br0" timeOffset="-150369.45">31651 3507 14 0,'0'0'167'0,"8"-9"-11"16,0 6-4-16,2-3-11 0,0 2-17 0,7 0-13 15,1 1-12-15,-2-1-17 0,2 1-30 0,1 0-47 16,-2 1-56-16,2 2-125 0,-7 0-189 0,-1 0 83 15</inkml:trace>
  <inkml:trace contextRef="#ctx0" brushRef="#br0" timeOffset="-150091.36">31269 3483 240 0,'-5'-10'254'0,"5"10"-9"16,0 0-13-16,-3-10-20 0,3 10-17 0,0 0-24 16,0 0-20-16,0 0-14 0,0 0-17 0,-3-8-14 15,3 8-7-15,0 0-17 0,0 0-19 0,0 0-21 16,0 0-19-16,0 0-26 0,0 0-23 0,0 0-23 15,0 0-34-15,0 0-25 0,0 0-30 0,24 20-35 16,-24-20-126-16,0 0-324 0,0 0 144 0</inkml:trace>
  <inkml:trace contextRef="#ctx0" brushRef="#br0" timeOffset="-149930.52">31282 3475 39 0,'0'0'176'0,"0"0"-4"0,0 0 1 0,-1-23-7 16,1 23-2-16,0 0-4 0,3-9-13 0,-3 9-14 15,0 0-11-15,0 0-15 0,6-9-13 0,-6 9-8 16,9-4-12-16,-9 4-5 0,13-3-13 16,-13 3 0-16,25-3-29 0,-25 3-30 0,22 0-28 15,-22 0-35-15,23 1-71 0,-14 1-161 0,-9-2-322 16,0 0 143-16</inkml:trace>
  <inkml:trace contextRef="#ctx0" brushRef="#br0" timeOffset="-149771.41">31204 3557 183 0,'0'0'192'0,"1"9"-18"0,-1-9-18 0,0 0-14 16,0 0-16-16,36 0-13 0,-17 0-33 0,2-2-37 16,-2 1-68-16,10 0-89 0,-8-4-65 0,-1 1-193 15,-2 1 85-15</inkml:trace>
  <inkml:trace contextRef="#ctx0" brushRef="#br0" timeOffset="-149154.45">32019 3398 279 0,'0'0'291'0,"0"0"-17"0,0 0-26 0,-4-11-15 0,4 11-24 15,0 0-23-15,0 0-22 0,0 0-19 16,0 0-16-16,-5-3-15 0,5 3-10 0,0 0-11 16,0 0-9-16,0 0-13 0,0 0 0 0,0 0-11 15,7 29-8-15,-7-29-2 0,5 17-3 0,-4-6-13 16,2-3 7-16,-1 2-4 0,2 1 1 0,1 0-1 15,0 3-5-15,3-4 1 0,-6 2-1 0,4-1 0 16,-3-2-8-16,4 0 0 0,-2-2-5 0,0 4 2 16,-1-3-7-16,-4-8 2 0,8 12-2 0,-6-7 0 15,-2-5 3-15,7 9-2 0,-7-9-4 0,6 7 1 16,-6-7-2-16,0 0 6 0,8 5 6 0,-8-5 14 16,0 0 12-16,0 0-2 0,0 0 1 0,0 0-18 15,0 0 6-15,0 0 0 0,0 0-2 0,1-23-4 16,-1 23 0-16,-1-17-7 0,1 6 0 0,1-1-1 15,0 1-8-15,0-1 4 0,1-3-6 0,3-1 3 16,-3 1-3-16,2 3-3 0,1-5-2 0,2 0-14 16,-2 5 2-16,-1 1-2 0,1 0-15 0,-1 2 1 15,0 4-18-15,-4 5-31 0,7-11-39 0,-7 11-41 16,6-8-28-16,-6 8-15 0,8-2-34 0,-8 2-32 16,0 0-188-16,0 0-483 0,12 10 214 0</inkml:trace>
  <inkml:trace contextRef="#ctx0" brushRef="#br0" timeOffset="-148961.15">32228 3517 72 0,'0'0'241'0,"0"0"-4"0,0 0-14 16,3 10-14-16,-3-10-17 0,0 0-18 0,0 0-14 16,0 0-10-16,0 10-15 0,0-10-8 0,0 0-10 15,-1 16-15-15,1-16-13 0,-4 16-6 16,4-7-3-16,0-9-11 0,-1 17-4 0,1-6-5 15,0-11-24-15,1 18-28 0,-1-18-30 0,2 15-27 16,-2-15-48-16,5 12-54 0,-5-12-234 0,0 0-418 16,0 0 185-16</inkml:trace>
  <inkml:trace contextRef="#ctx0" brushRef="#br0" timeOffset="-148744.54">32413 3433 2447 0,'5'-6'86'16,"-2"-1"-32"-16,-3 7-13 0,2-10-23 0,-2 10-1 16,5-7-9-16,-5 7-5 0,0 0 6 0,4-2 4 15,-4 2 8-15,0 0 5 0,0 0 2 0,12 18-3 16,-5-9-2-16,0 1 1 0,2 3 0 0,3 0-12 16,0 1 10-16,2-3-4 0,1 0-18 15,1-1-28-15,-1-1-25 0,-5-1-37 0,3-1-40 0,0 2-39 16,-3-4-51-16,-1 0-152 0,-9-5-402 0,9 4 177 15</inkml:trace>
  <inkml:trace contextRef="#ctx0" brushRef="#br0" timeOffset="-148575.05">32629 3437 147 0,'0'0'221'0,"0"0"-21"15,0-13-7-15,0 13-22 0,0 0-16 0,0 0-8 16,0 0-7-16,-28 17-11 0,12-6-7 0,1 1-13 15,0 2-8-15,-1-3-11 0,-1 2-9 0,-5 2-12 16,8-1-36-16,0-2-30 0,2-2-43 0,6 1-43 16,2-2-56-16,4-9-170 0,-13 14-333 0,13-14 147 15</inkml:trace>
  <inkml:trace contextRef="#ctx0" brushRef="#br0" timeOffset="-148162.8">32721 3449 82 0,'0'0'177'0,"0"0"-7"0,0 0-7 15,0 0-7-15,0 0-8 0,0 0-3 0,0 0-15 16,8 65-8-16,-8-65-10 0,0 0-6 16,0 0-13-16,-4 39-8 0,4-39-6 0,0 0-4 15,0 0-9-15,0 0-5 0,0 0 6 0,0 0 13 16,-2 36 10-16,2-36 17 0,0 0-1 0,0 0-12 15,0 0-10-15,0 0-6 0,0 0-11 0,0 0-5 16,0 0-4-16,0 0-8 0,0 0-5 0,0 0-8 16,0 0-6-16,18-89 6 0,-18 89-7 0,14-34-3 15,-14 34-5-15,16-43-4 0,-5 19 1 0,2-1-7 16,-13 25-2-16,23-33-1 0,-23 33-1 0,19-28 0 16,-19 28 6-16,15-18-4 0,-15 18 0 0,0 0-6 15,0 0-4-15,0 0-4 0,19-18 0 0,-19 18-3 16,0 0 4-16,0 0-1 0,0 0 2 0,0 0-2 15,0 0 3-15,13 72 6 0,-13-72 3 0,-2 38 2 16,2-38-5-16,-3 36 3 0,3-36 0 16,-2 37 0-16,2-37-2 0,0 0-5 0,2 47-26 0,-2-47-20 15,0 0-18-15,3 36-27 0,-3-36-32 0,0 0-35 16,0 0-40-16,5 30-28 0,-5-30-170 0,0 0-429 16,0 0 190-16</inkml:trace>
  <inkml:trace contextRef="#ctx0" brushRef="#br0" timeOffset="-148023.9">32801 3492 33 0,'0'0'108'0,"0"0"4"0,0 0-27 0,0 0 3 16,0 0-8-16,0 0-15 0,0 0-34 0,0 0-25 16,68-17-34-16,-68 17-22 0,0 0-39 0,35-7-95 15,-35 7 42-15</inkml:trace>
  <inkml:trace contextRef="#ctx0" brushRef="#br0" timeOffset="-147734.58">33012 3368 185 0,'0'0'191'0,"0"0"-19"15,0 0-10-15,0 0-27 0,0 0-9 0,0 0-10 16,0 0-1-16,0 0-3 0,0 0 4 0,0 0-8 16,0 0-3-16,0 0-1 0,41 41-5 0,-41-41-8 15,0 0-9-15,9 40-1 0,-9-40-10 0,8 27-3 16,-8-27-7-16,0 0-6 0,10 29-3 0,-10-29-1 15,0 0-9-15,0 0 0 0,14 23 0 16,-14-23-2-16,0 0 0 0,0 0 5 0,0 0 3 16,0 0-6-16,0 0 5 0,0 0 2 0,0 0 0 0,0 0-7 15,0 0-6-15,0 0-3 0,58-45-3 0,-58 45-4 16,12-26-4-16,-12 26 1 0,13-29-8 0,-13 29-6 16,14-31-13-16,-14 31-12 0,9-27-8 15,-9 27-15-15,0 0-15 0,7-31-23 0,-7 31-19 16,0 0-32-16,0 0-33 0,0 0-29 0,0 0-29 15,0 0-143-15,0 0-393 0,0 0 174 0</inkml:trace>
  <inkml:trace contextRef="#ctx0" brushRef="#br0" timeOffset="-147508.5">33209 3460 157 0,'0'0'166'0,"0"0"-7"0,0 0-11 0,31 23-5 0,-31-23-6 15,0 0-16-15,0 0 0 0,0 0-9 0,13 31-3 16,-13-31-1-16,0 0-1 0,0 0 1 0,0 0-6 16,2 33-8-16,-2-33-10 0,0 0-9 0,0 0-7 15,0 0-5-15,0 0-9 0,1 32 0 0,-1-32-6 16,0 0-3-16,0 0-1 0,18 19-7 0,-18-19-16 16,0 0-33-16,48 10-39 0,-48-10-46 0,48 3-38 15,-48-3-54-15,49-2-145 0,-49 2-362 16,41-4 161-16</inkml:trace>
  <inkml:trace contextRef="#ctx0" brushRef="#br0" timeOffset="-147111.1">32334 3884 180 0,'0'-9'259'0,"0"9"-23"0,2-6-23 15,-2 6-26-15,0 0-19 0,0 0-10 16,0 0-12-16,0 0-13 0,0 0-14 0,8 20-12 16,-5-11-7-16,5 6-6 0,-1 0-11 0,0 3-8 15,3-4-8-15,2 3-16 0,-2-2-26 0,2 0-30 16,-1-1-32-16,-2 2-43 0,-1-6-48 0,-2 0-49 15,1-3-152-15,-3-2-357 0,-2-1 157 0</inkml:trace>
  <inkml:trace contextRef="#ctx0" brushRef="#br0" timeOffset="-146933">32506 3898 191 0,'0'0'227'16,"3"-7"-14"-16,-3 7-18 0,0 0-21 0,0 0-12 15,0 0-18-15,-23 16-8 0,9-6-16 0,-3 3-10 16,-6 7-12-16,3-1-7 0,0 0-12 0,4-1-29 16,0-3-28-16,1-1-35 0,2 2-54 0,2-1-39 15,1 0-57-15,-1 2-115 0,6-3-300 0,-2-3 133 16</inkml:trace>
  <inkml:trace contextRef="#ctx0" brushRef="#br0" timeOffset="-146416.4">31934 4465 186 0,'0'0'253'0,"0"0"-17"0,0 0-19 16,0 0-19-16,0 0-23 0,0 0-16 0,-4 5-12 16,4-5-13-16,0 0-14 0,-2 9-11 0,2-9-11 15,-1 10-8-15,1-10-7 0,0 9-5 0,0-9-10 16,0 0-4-16,0 9 1 0,0-9-3 0,0 0 8 15,0 0 12-15,0 0 9 0,0 0 16 0,-5 11 12 16,5-11 15-16,0 0-5 0,0 0-10 0,0 0-22 16,0 0-3-16,0 0-14 0,0 0-6 0,0 0-6 15,-2-32-4-15,2 32-9 0,6-19-5 0,-4 7-10 16,4 2-1-16,-1-1-12 0,4-6 0 0,2 0-5 16,-2 4-9-16,-1 2 5 0,1 3 2 0,0 0-9 15,-3 3-2-15,-1 0-5 0,0 1-6 0,2 1 0 16,-7 3-3-16,9-1 1 0,-9 1 2 0,0 0 5 15,15 8-7-15,-15-8 2 0,10 13-4 0,-3-5 3 16,-5 2 0-16,3 0 12 0,1 4-17 0,1-5-16 16,-4 4-12-16,2-3-29 0,0 0-33 0,0-1-39 15,-1 1-26-15,-2-1-18 0,-2-9-29 0,7 18-42 16,-5-11-31-16,-2-7-172 0,0 0-492 0,0 20 218 16</inkml:trace>
  <inkml:trace contextRef="#ctx0" brushRef="#br0" timeOffset="-146036.25">32009 4483 125 0,'0'0'173'15,"0"0"-20"-15,0 0-12 0,0 0-21 0,10-13-12 16,-10 13-18-16,13-6-12 0,-4 3-24 0,1-2-21 16,2 2-22-16,-2 0-34 0,3 1-17 0,-2-3-14 15,1 3-15-15,-2-2 5 0,0 1-9 0,-10 3 11 16,19-3 3-16,-8 0 12 0,-11 3 2 0,15-1 11 15,-15 1 7-15,13-2 13 0,-13 2 16 0,10-1 15 16,-10 1 12-16,0 0 2 0,14 0 26 16,-14 0 7-16,0 0 1 0,10 4 0 0,-10-4 17 15,5 6 8-15,-5-6-4 0,8 11-12 0,-4-6 1 0,0 2-3 16,-4-7-6-16,7 13-3 0,-1-5-10 0,-3 0-2 16,1-1-2-16,-4-7 3 0,9 13-9 0,-3-6-4 15,2-1 6-15,-8-6 2 0,10 8 8 0,-3-5 9 16,-7-3 11-16,13 2 9 0,-7 0 5 0,3-2-3 15,-9 0-4-15,11-4 4 0,-5 1-13 0,1-3-2 16,-1 0-2-16,1-1-9 0,-2-1-8 0,2-1-9 16,0 0-22-16,-1-1-24 0,1-1-25 0,-1 0-23 15,1 2-28-15,-1-1-23 0,-2-2-30 0,2 4-20 16,-2 2-19-16,-1-1-20 0,1 2-125 0,-4 5-342 16,5-5 151-16</inkml:trace>
  <inkml:trace contextRef="#ctx0" brushRef="#br0" timeOffset="-145734.25">32499 4500 133 0,'0'0'162'0,"0"0"-3"0,2 8-6 0,-2-8 0 0,0 0 2 16,3 5-8-16,-3-5 1 0,0 0-2 16,1 7 3-16,-1-7-1 0,0 0 9 0,0 0 3 15,0 0 8-15,0 0-4 0,0 0-5 0,0 0-23 16,0 0-11-16,0 0-9 0,0 0-9 0,0 0-11 0,10-19-9 15,-6 13-10-15,1 0-8 0,0 2-1 16,-1-2-12-16,-4 6-4 0,11-7-10 16,-5 4-1-16,0-1-9 0,-6 4-2 0,8-6-6 0,-8 6-2 15,10 0-2-15,-10 0 4 0,8 0-13 0,-8 0 1 16,7 5 0-16,-3 0 1 0,-4-5-4 0,8 8 2 16,-6-2-3-16,2 0 0 0,-1 0 2 0,1 2-8 15,-2-1-22-15,1-2-30 0,1 3-27 0,1-1-32 16,0-3-33-16,-5-4-34 0,9 12-55 0,-5-8-60 15,-4-4-157-15,5 7-485 0,-5-7 215 0</inkml:trace>
  <inkml:trace contextRef="#ctx0" brushRef="#br0" timeOffset="-145556.56">32608 4442 59 0,'0'0'236'0,"0"0"-16"0,0 0-31 16,0 0-15-16,13-6-17 0,-1 6-21 0,-12 0-20 16,0 0-34-16,0 0-39 0,71 5-41 0,-71-5-51 15,41-1-40-15,-41 1-124 0,0 0-231 0,47-4 102 16</inkml:trace>
  <inkml:trace contextRef="#ctx0" brushRef="#br0" timeOffset="-145407.1">32910 4402 48 0,'0'0'188'0,"0"0"4"16,0 0-3-16,0 0-21 0,0 0-16 0,0 0-16 15,0 0-9-15,0 0-14 0,0 0-28 16,0 0-40-16,0 0-40 0,0 0-53 0,0 0-57 16,0 0-112-16,0 0-233 0,0 0 104 0</inkml:trace>
  <inkml:trace contextRef="#ctx0" brushRef="#br0" timeOffset="-145033.62">33282 5023 78 0,'0'0'290'0,"0"0"-34"15,0 0-30-15,0 0-26 0,0 0-36 0,0 0-48 16,0 0-60-16,63-6-84 0,-63 6-107 0,0 0-70 16,30-22-220-16,-30 22 98 0</inkml:trace>
</inkml:ink>
</file>

<file path=ppt/ink/ink44.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1-01-27T04:28:17.036"/>
    </inkml:context>
    <inkml:brush xml:id="br0">
      <inkml:brushProperty name="width" value="0.05292" units="cm"/>
      <inkml:brushProperty name="height" value="0.05292" units="cm"/>
      <inkml:brushProperty name="color" value="#FF0000"/>
    </inkml:brush>
  </inkml:definitions>
  <inkml:trace contextRef="#ctx0" brushRef="#br0">10646 10103 44 0,'0'0'46'0,"-5"-4"-1"0,5 4 0 0,0 0-11 16,-7-7 2-16,7 7-2 0,-7-3-2 0,7 3-5 16,0 0-4-16,-12-2-2 0,12 2-1 0,-9-1-1 15,9 1-5-15,0 0 5 0,-16 1-6 0,16-1 0 16,-7 3 0-16,7-3-12 0,-13 1 9 0,6 0 5 16,7-1-3-16,-11 2-2 0,11-2-5 0,-13 0 4 15,13 0-6-15,-10 0-1 0,10 0 2 0,-13 0 6 16,13 0-4-16,-13 0-4 0,7 0 1 15,6 0 1-15,-17 0 4 0,17 0-6 0,-14 0-7 0,8 2 8 16,6-2 3-16,-14 0 3 0,8 1 7 0,6-1-2 16,-12 0 4-16,12 0 5 0,0 0-8 0,-15 0 7 15,15 0-4-15,-8-1-5 0,8 1 0 0,0 0 3 16,0 0-2-16,-13 0-2 0,13 0 2 0,0 0-1 16,0 0-7-16,-6-2 5 0,6 2-5 0,0 0 10 15,0 0-4-15,0 0-7 0,0 0 4 0,0 0-1 16,0 0 12-16,0 0-3 0,0 0-3 0,0 0 4 15,0 0-2-15,0 0-2 0,0 0-2 0,25-2 13 16,-25 2-1-16,16 0-6 0,-7-1 5 0,2 1 5 16,2 0-2-16,-2-1-1 0,2 1 9 0,5-3-10 15,1 2 4-15,-1 0-3 0,3-1 4 0,5-2-4 0,-4 2 3 16,8-3-4-16,-2 1-8 0,1 0 2 16,-2-2 1-16,2 2 2 0,2 0-6 0,-3 0 8 15,4 1-9-15,3-1 2 0,-5 1 1 0,4-1-3 16,-1 1 3-16,0 2-4 0,-2-1-3 0,-1 0 2 0,6 0 5 15,-3-1-1-15,3 2 4 0,0-2-11 0,-1 2 6 16,-1 1-2-16,0-1 3 0,1 2-1 16,-1-1-1-16,1 1-5 0,0-1 5 0,-4-1 2 0,5 2-2 15,-3-1-5-15,1 2 8 0,0-2-11 0,2 2 3 16,2-2-2-16,-1-1-1 0,-1 1 2 0,3 1 3 16,0-2-9-16,-1 0 4 0,-2-1-2 0,-1 2 4 15,2-3-6-15,2 0 5 0,-3 1-1 16,1-2-1-16,-1 0-4 0,2-1 5 0,-2 1-2 0,-1 0 2 15,-4 1 5-15,0-2-3 0,1 1-5 0,-3-2 6 16,0 3-4-16,0-2-4 0,-3 3 4 0,2-1 0 16,-6 1-1-16,6 0 1 0,1-2-1 0,0 0 3 15,-2 2-7-15,4 0 1 0,-11 0 1 0,7-2 4 16,0 4-3-16,-7 0 2 0,2-1-5 0,5 1 7 16,-6-1-8-16,8 1 7 0,-6 0-3 0,1-2 4 15,5 1-5-15,-2 1-3 0,0 0 2 0,-4 0 0 16,-2-2 2-16,2 2-1 0,-2 0 2 0,2 0-4 15,-2-2 0-15,6 0 3 0,-6 1 0 0,2-1-3 16,-1 0 3-16,5 1-3 0,2-1 0 0,-9-1-2 16,1 1 3-16,1 0-3 0,-2-1-6 0,1 0 7 15,-4 1 6-15,2 0 1 0,5-1-3 0,-6 1 0 16,2 1-3-16,-2-2 3 0,0 2-3 0,1-1 10 16,0 2-13-16,0-3-1 0,-2 2 0 0,1 1 7 15,-1-1-3-15,0-1-2 0,1 2 0 0,0 0 1 16,0 0 3-16,0-1 2 0,0 1-4 0,0-2-1 15,0 2 5-15,2 0-4 0,-2 0 0 0,2-1 2 16,-1 2-2-16,0-1 0 0,1 2-2 0,-1-4-1 16,0 2-1-16,0 2 7 0,1-4-2 0,-2 4-7 15,0-2 12-15,2 0-3 0,-2 1-1 0,0-1 4 0,2 0-3 16,-1-1-2-16,0 2-10 0,1-1 12 0,-3-1-4 16,-4 1 3-16,0 0-6 0,1-2 5 15,1 1 3-15,-3 2-2 0,3-1-3 0,0 0 0 16,-2 0 6-16,5 0-7 0,-1 0 5 0,-3 0 1 0,-1 0-2 15,-4-1 0-15,3 1 1 0,-1 0-5 0,-2 0 4 16,-2-1-7-16,4 1 2 0,-11 0 6 0,13 0-3 16,-13 0 2-16,12 0 0 0,-12 0 0 15,12 0-3-15,-12 0 3 0,11 1-10 0,-11-1-11 0,8 0-6 16,-8 0-12-16,7 1-17 0,-7-1-8 0,0 0-8 16,0 0-12-16,8 2-8 0,-8-2-17 0,0 0-8 15,0 0-19-15,0 0-86 0,0 0-237 16,0 0 104-16</inkml:trace>
  <inkml:trace contextRef="#ctx0" brushRef="#br0" timeOffset="2664.64">6549 10823 52 0,'0'0'54'16,"0"0"-5"-16,0 0-13 0,0 0-3 0,0 0-18 15,0 0-10-15,0 0-14 0,0 0-13 0,0 0-14 16,0 0-38-16,0 0 16 0</inkml:trace>
  <inkml:trace contextRef="#ctx0" brushRef="#br0" timeOffset="3070.26">8029 10717 11 0,'0'0'66'0,"0"0"-6"16,0 0-4-16,0 0-8 0,0 0-14 0,0 0-19 16,0 0-3-16,0 0-22 0,14 3-15 0,-14-3-20 15,9 6-48-15,-1-2 21 0</inkml:trace>
  <inkml:trace contextRef="#ctx0" brushRef="#br0" timeOffset="3272.21">8531 10649 49 0,'-3'-4'86'0,"3"4"-6"0,0 0-10 0,0 0-2 15,0 0-10-15,-4-6-8 0,4 6-18 0,0 0-13 16,0 0-16-16,0 0-11 0,0 0-23 0,0 0-49 0,11 20-85 15,-11-14 37-15</inkml:trace>
  <inkml:trace contextRef="#ctx0" brushRef="#br0" timeOffset="5154.39">14346 11837 78 0,'0'0'112'15,"0"9"-14"-15,0-9 6 0,3 8-7 0,-3-8 2 16,0 9-20-16,0-9-3 0,0 12-11 0,1-5-1 0,0 0 7 16,1 1-1-16,0-2-13 0,0 2 1 15,0-2-9-15,2-1 3 0,2 0 5 0,-2 0-5 16,-4-5 3-16,9 5 10 0,2-3 1 0,1-2-2 16,1-2-5-16,1-3-1 0,10-5-7 0,3-3-6 0,4-5-8 15,14-10 2-15,5-3-10 0,3-5-11 16,27-15-20-16,-4 0-30 0,2 1-32 0,1 0-39 15,6-1-49-15,-4-3-111 0,5 0-282 0,-3-1 124 16</inkml:trace>
  <inkml:trace contextRef="#ctx0" brushRef="#br0" timeOffset="6416.79">13270 12898 28 0,'0'0'129'0,"0"0"-2"0,0 0-8 15,0 0-4-15,2 6-3 0,-2-6-19 0,0 0-3 16,0 0-5-16,0 0-12 0,0 0 2 0,0 0-16 16,0 0 6-16,0 0-4 0,0 0-14 0,0 0-7 15,0 0 3-15,0 0 1 0,0 0-10 0,0 0 0 16,0 0-4-16,0 0-5 0,0 0-5 0,0 0-3 16,0 0 5-16,0 0-6 0,0 0 1 0,0 0-5 15,0 0 3-15,0 0-6 0,0 0 4 0,1 7-8 16,-1-7 4-16,0 0 0 0,0 0 2 0,0 0-9 15,0 0 2-15,0 0 2 0,0 0-4 0,0 0 3 16,0 0 2-16,0 0-1 0,0 0-2 0,0 0-6 16,0 0 7-16,0 0-2 0,0 0-1 0,0 0 1 15,0 0-10-15,0 0 11 0,0 0 0 0,0 0 2 16,0 0-2-16,0 0-3 0,0 0 2 0,0 0 4 16,0 0-7-16,0 0 6 0,0 0-4 0,0 0 1 0,0 0-1 15,0 0-2-15,0 0-5 0,0 0 5 16,0 0-3-16,0 0-1 0,0 0-1 0,0 0 4 15,0 0 0-15,0 0 3 0,0 0-5 0,0 0 6 0,0 0-3 16,0 0-1-16,0 0 2 0,0 0-1 0,0 0 1 16,0 0 6-16,0 0-4 0,0 0-5 15,0 0 4-15,0 0 2 0,0 0 0 0,0 0-10 16,0 0 8-16,0 0-7 0,0 0 6 0,0 0-4 0,0 0-4 16,0 0 7-16,0 0 2 0,0 0-1 0,0 0-5 15,0 0 1-15,0 0 6 0,0 0 2 0,0 0-3 16,0 0-6-16,0 0 2 0,0 0 0 0,0 0 2 15,0 0-4-15,0 0 14 0,0 0-7 0,0 0 1 16,0 0-7-16,0 0 1 0,0 0 1 0,0 0-4 16,0 0 4-16,0 0 2 0,0 0-5 0,0 0 4 15,0 0 0-15,0 0-2 0,0 0-2 0,0 0 10 16,0 0-5-16,0 0-1 0,0 0-1 0,0 0 4 16,0 0-5-16,0 0 1 0,0 0-7 0,0 0 2 15,0 0-3-15,0 0-5 0,0 0-2 0,6 5 2 16,-6-5-13-16,0 0-3 0,0 0-19 0,0 0 1 15,0 0-21-15,2 6-8 0,-2-6-11 0,0 0-20 16,0 0-93-16,0 0-217 0,0 0 96 0</inkml:trace>
</inkml:ink>
</file>

<file path=ppt/ink/ink45.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1-01-27T03:58:55.265"/>
    </inkml:context>
    <inkml:brush xml:id="br0">
      <inkml:brushProperty name="width" value="0.05292" units="cm"/>
      <inkml:brushProperty name="height" value="0.05292" units="cm"/>
      <inkml:brushProperty name="color" value="#FF0000"/>
    </inkml:brush>
  </inkml:definitions>
  <inkml:trace contextRef="#ctx0" brushRef="#br0">19012 15012 16 0,'0'0'14'16,"0"0"-5"-16,0 0-7 0,0 0-3 0,0 0-6 16,0 0-7-16,0 0 2 0</inkml:trace>
  <inkml:trace contextRef="#ctx0" brushRef="#br0" timeOffset="-207153.37">20084 16386 36 0,'8'-3'49'0,"-8"3"-7"0,0 0-7 0,0 0 3 0,0 0-22 16,6-3-16-16,-6 3-3 0,0 0-7 0,0 0-25 15,0 0-35-15,0 0 15 0</inkml:trace>
</inkml:ink>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D139BB-F310-4382-8D70-24EE8BA316B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588B44D5-0EC2-43F4-AD30-6CF40937459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8E0C3F2B-77D9-4506-B51B-9E8B53B8A02A}"/>
              </a:ext>
            </a:extLst>
          </p:cNvPr>
          <p:cNvSpPr>
            <a:spLocks noGrp="1"/>
          </p:cNvSpPr>
          <p:nvPr>
            <p:ph type="dt" sz="half" idx="10"/>
          </p:nvPr>
        </p:nvSpPr>
        <p:spPr/>
        <p:txBody>
          <a:bodyPr/>
          <a:lstStyle/>
          <a:p>
            <a:fld id="{D036336F-18AD-4C53-9C16-721E99099707}" type="datetimeFigureOut">
              <a:rPr lang="en-IN" smtClean="0"/>
              <a:t>17-02-2022</a:t>
            </a:fld>
            <a:endParaRPr lang="en-IN"/>
          </a:p>
        </p:txBody>
      </p:sp>
      <p:sp>
        <p:nvSpPr>
          <p:cNvPr id="5" name="Footer Placeholder 4">
            <a:extLst>
              <a:ext uri="{FF2B5EF4-FFF2-40B4-BE49-F238E27FC236}">
                <a16:creationId xmlns:a16="http://schemas.microsoft.com/office/drawing/2014/main" id="{17A630B3-0753-4AC0-AEAC-1F186CE231F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32E4FDB-3B69-476D-95A6-5AD91179F692}"/>
              </a:ext>
            </a:extLst>
          </p:cNvPr>
          <p:cNvSpPr>
            <a:spLocks noGrp="1"/>
          </p:cNvSpPr>
          <p:nvPr>
            <p:ph type="sldNum" sz="quarter" idx="12"/>
          </p:nvPr>
        </p:nvSpPr>
        <p:spPr/>
        <p:txBody>
          <a:bodyPr/>
          <a:lstStyle/>
          <a:p>
            <a:fld id="{33458FAA-D57E-4C08-A941-5D9BC34F5811}" type="slidenum">
              <a:rPr lang="en-IN" smtClean="0"/>
              <a:t>‹#›</a:t>
            </a:fld>
            <a:endParaRPr lang="en-IN"/>
          </a:p>
        </p:txBody>
      </p:sp>
    </p:spTree>
    <p:extLst>
      <p:ext uri="{BB962C8B-B14F-4D97-AF65-F5344CB8AC3E}">
        <p14:creationId xmlns:p14="http://schemas.microsoft.com/office/powerpoint/2010/main" val="132424991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541A22-692A-45A1-BC58-0D2F76462043}"/>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035F6628-8A76-4D76-931D-EDE99204EA8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024962D-5DD4-4F87-8C6D-C8D5B9942989}"/>
              </a:ext>
            </a:extLst>
          </p:cNvPr>
          <p:cNvSpPr>
            <a:spLocks noGrp="1"/>
          </p:cNvSpPr>
          <p:nvPr>
            <p:ph type="dt" sz="half" idx="10"/>
          </p:nvPr>
        </p:nvSpPr>
        <p:spPr/>
        <p:txBody>
          <a:bodyPr/>
          <a:lstStyle/>
          <a:p>
            <a:fld id="{D036336F-18AD-4C53-9C16-721E99099707}" type="datetimeFigureOut">
              <a:rPr lang="en-IN" smtClean="0"/>
              <a:t>17-02-2022</a:t>
            </a:fld>
            <a:endParaRPr lang="en-IN"/>
          </a:p>
        </p:txBody>
      </p:sp>
      <p:sp>
        <p:nvSpPr>
          <p:cNvPr id="5" name="Footer Placeholder 4">
            <a:extLst>
              <a:ext uri="{FF2B5EF4-FFF2-40B4-BE49-F238E27FC236}">
                <a16:creationId xmlns:a16="http://schemas.microsoft.com/office/drawing/2014/main" id="{10087C11-4626-4E99-8FF4-00EDF428FBF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73CE3D1-07AD-4AE3-8E17-5E88722C00C1}"/>
              </a:ext>
            </a:extLst>
          </p:cNvPr>
          <p:cNvSpPr>
            <a:spLocks noGrp="1"/>
          </p:cNvSpPr>
          <p:nvPr>
            <p:ph type="sldNum" sz="quarter" idx="12"/>
          </p:nvPr>
        </p:nvSpPr>
        <p:spPr/>
        <p:txBody>
          <a:bodyPr/>
          <a:lstStyle/>
          <a:p>
            <a:fld id="{33458FAA-D57E-4C08-A941-5D9BC34F5811}" type="slidenum">
              <a:rPr lang="en-IN" smtClean="0"/>
              <a:t>‹#›</a:t>
            </a:fld>
            <a:endParaRPr lang="en-IN"/>
          </a:p>
        </p:txBody>
      </p:sp>
    </p:spTree>
    <p:extLst>
      <p:ext uri="{BB962C8B-B14F-4D97-AF65-F5344CB8AC3E}">
        <p14:creationId xmlns:p14="http://schemas.microsoft.com/office/powerpoint/2010/main" val="308274215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007750-A663-4FC8-9AC4-3730501A199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8D0AB968-EAE9-4640-BC49-EDC712470C5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7AA6C0E-9605-4EF5-9FF6-82F2F713FC7D}"/>
              </a:ext>
            </a:extLst>
          </p:cNvPr>
          <p:cNvSpPr>
            <a:spLocks noGrp="1"/>
          </p:cNvSpPr>
          <p:nvPr>
            <p:ph type="dt" sz="half" idx="10"/>
          </p:nvPr>
        </p:nvSpPr>
        <p:spPr/>
        <p:txBody>
          <a:bodyPr/>
          <a:lstStyle/>
          <a:p>
            <a:fld id="{D036336F-18AD-4C53-9C16-721E99099707}" type="datetimeFigureOut">
              <a:rPr lang="en-IN" smtClean="0"/>
              <a:t>17-02-2022</a:t>
            </a:fld>
            <a:endParaRPr lang="en-IN"/>
          </a:p>
        </p:txBody>
      </p:sp>
      <p:sp>
        <p:nvSpPr>
          <p:cNvPr id="5" name="Footer Placeholder 4">
            <a:extLst>
              <a:ext uri="{FF2B5EF4-FFF2-40B4-BE49-F238E27FC236}">
                <a16:creationId xmlns:a16="http://schemas.microsoft.com/office/drawing/2014/main" id="{CF683D11-0AB9-4CB5-B730-3D7282B24FE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503154E-3CC4-4C3B-8D47-5254093E2999}"/>
              </a:ext>
            </a:extLst>
          </p:cNvPr>
          <p:cNvSpPr>
            <a:spLocks noGrp="1"/>
          </p:cNvSpPr>
          <p:nvPr>
            <p:ph type="sldNum" sz="quarter" idx="12"/>
          </p:nvPr>
        </p:nvSpPr>
        <p:spPr/>
        <p:txBody>
          <a:bodyPr/>
          <a:lstStyle/>
          <a:p>
            <a:fld id="{33458FAA-D57E-4C08-A941-5D9BC34F5811}" type="slidenum">
              <a:rPr lang="en-IN" smtClean="0"/>
              <a:t>‹#›</a:t>
            </a:fld>
            <a:endParaRPr lang="en-IN"/>
          </a:p>
        </p:txBody>
      </p:sp>
    </p:spTree>
    <p:extLst>
      <p:ext uri="{BB962C8B-B14F-4D97-AF65-F5344CB8AC3E}">
        <p14:creationId xmlns:p14="http://schemas.microsoft.com/office/powerpoint/2010/main" val="197594310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88D9DF-9D58-458D-AE3D-051D1D0606E9}"/>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A042A9FC-F46C-4A50-88DA-5DE1B9A9717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B03AEE1F-ACAD-4331-8A3C-0CA7D6E2D07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0B8A0538-931F-4A9E-8649-DB024DA3A935}"/>
              </a:ext>
            </a:extLst>
          </p:cNvPr>
          <p:cNvSpPr>
            <a:spLocks noGrp="1"/>
          </p:cNvSpPr>
          <p:nvPr>
            <p:ph type="dt" sz="half" idx="10"/>
          </p:nvPr>
        </p:nvSpPr>
        <p:spPr/>
        <p:txBody>
          <a:bodyPr/>
          <a:lstStyle/>
          <a:p>
            <a:fld id="{D036336F-18AD-4C53-9C16-721E99099707}" type="datetimeFigureOut">
              <a:rPr lang="en-IN" smtClean="0"/>
              <a:t>17-02-2022</a:t>
            </a:fld>
            <a:endParaRPr lang="en-IN"/>
          </a:p>
        </p:txBody>
      </p:sp>
      <p:sp>
        <p:nvSpPr>
          <p:cNvPr id="6" name="Footer Placeholder 5">
            <a:extLst>
              <a:ext uri="{FF2B5EF4-FFF2-40B4-BE49-F238E27FC236}">
                <a16:creationId xmlns:a16="http://schemas.microsoft.com/office/drawing/2014/main" id="{BCD7CDD7-A147-4F41-881C-C57EB937FC6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DDFE828-2A7F-4CBE-8A57-7682E33156AC}"/>
              </a:ext>
            </a:extLst>
          </p:cNvPr>
          <p:cNvSpPr>
            <a:spLocks noGrp="1"/>
          </p:cNvSpPr>
          <p:nvPr>
            <p:ph type="sldNum" sz="quarter" idx="12"/>
          </p:nvPr>
        </p:nvSpPr>
        <p:spPr/>
        <p:txBody>
          <a:bodyPr/>
          <a:lstStyle/>
          <a:p>
            <a:fld id="{33458FAA-D57E-4C08-A941-5D9BC34F5811}" type="slidenum">
              <a:rPr lang="en-IN" smtClean="0"/>
              <a:t>‹#›</a:t>
            </a:fld>
            <a:endParaRPr lang="en-IN"/>
          </a:p>
        </p:txBody>
      </p:sp>
    </p:spTree>
    <p:extLst>
      <p:ext uri="{BB962C8B-B14F-4D97-AF65-F5344CB8AC3E}">
        <p14:creationId xmlns:p14="http://schemas.microsoft.com/office/powerpoint/2010/main" val="228082168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2703C6-B384-4E9B-8BE2-9E50C8EDE1EC}"/>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CD108DA3-F314-4585-9822-70C37C62B1C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D37BE4F-34D3-4063-ACFD-4BAA1E3D8FF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2C2D3103-1AD5-4917-843D-16704127E32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1EDE4AD-701C-4BCB-B049-098EC50144D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05E0A193-0A6A-4B3E-9D49-2CEAD70013A6}"/>
              </a:ext>
            </a:extLst>
          </p:cNvPr>
          <p:cNvSpPr>
            <a:spLocks noGrp="1"/>
          </p:cNvSpPr>
          <p:nvPr>
            <p:ph type="dt" sz="half" idx="10"/>
          </p:nvPr>
        </p:nvSpPr>
        <p:spPr/>
        <p:txBody>
          <a:bodyPr/>
          <a:lstStyle/>
          <a:p>
            <a:fld id="{D036336F-18AD-4C53-9C16-721E99099707}" type="datetimeFigureOut">
              <a:rPr lang="en-IN" smtClean="0"/>
              <a:t>17-02-2022</a:t>
            </a:fld>
            <a:endParaRPr lang="en-IN"/>
          </a:p>
        </p:txBody>
      </p:sp>
      <p:sp>
        <p:nvSpPr>
          <p:cNvPr id="8" name="Footer Placeholder 7">
            <a:extLst>
              <a:ext uri="{FF2B5EF4-FFF2-40B4-BE49-F238E27FC236}">
                <a16:creationId xmlns:a16="http://schemas.microsoft.com/office/drawing/2014/main" id="{6D3B98A9-F7A3-4BC8-9911-313B76A950F0}"/>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68E4D7B9-8356-4F05-8D81-4A3FD55B175F}"/>
              </a:ext>
            </a:extLst>
          </p:cNvPr>
          <p:cNvSpPr>
            <a:spLocks noGrp="1"/>
          </p:cNvSpPr>
          <p:nvPr>
            <p:ph type="sldNum" sz="quarter" idx="12"/>
          </p:nvPr>
        </p:nvSpPr>
        <p:spPr/>
        <p:txBody>
          <a:bodyPr/>
          <a:lstStyle/>
          <a:p>
            <a:fld id="{33458FAA-D57E-4C08-A941-5D9BC34F5811}" type="slidenum">
              <a:rPr lang="en-IN" smtClean="0"/>
              <a:t>‹#›</a:t>
            </a:fld>
            <a:endParaRPr lang="en-IN"/>
          </a:p>
        </p:txBody>
      </p:sp>
    </p:spTree>
    <p:extLst>
      <p:ext uri="{BB962C8B-B14F-4D97-AF65-F5344CB8AC3E}">
        <p14:creationId xmlns:p14="http://schemas.microsoft.com/office/powerpoint/2010/main" val="4410770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36A45E-7413-4F80-9207-FCF6C0010523}"/>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C0E04398-2F99-49A0-A341-476BC07EDE16}"/>
              </a:ext>
            </a:extLst>
          </p:cNvPr>
          <p:cNvSpPr>
            <a:spLocks noGrp="1"/>
          </p:cNvSpPr>
          <p:nvPr>
            <p:ph type="dt" sz="half" idx="10"/>
          </p:nvPr>
        </p:nvSpPr>
        <p:spPr/>
        <p:txBody>
          <a:bodyPr/>
          <a:lstStyle/>
          <a:p>
            <a:fld id="{D036336F-18AD-4C53-9C16-721E99099707}" type="datetimeFigureOut">
              <a:rPr lang="en-IN" smtClean="0"/>
              <a:t>17-02-2022</a:t>
            </a:fld>
            <a:endParaRPr lang="en-IN"/>
          </a:p>
        </p:txBody>
      </p:sp>
      <p:sp>
        <p:nvSpPr>
          <p:cNvPr id="4" name="Footer Placeholder 3">
            <a:extLst>
              <a:ext uri="{FF2B5EF4-FFF2-40B4-BE49-F238E27FC236}">
                <a16:creationId xmlns:a16="http://schemas.microsoft.com/office/drawing/2014/main" id="{52AA7F07-F843-4AED-81AC-210F0B7AE45F}"/>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063DF476-C117-43E1-A931-321C25C8D4AC}"/>
              </a:ext>
            </a:extLst>
          </p:cNvPr>
          <p:cNvSpPr>
            <a:spLocks noGrp="1"/>
          </p:cNvSpPr>
          <p:nvPr>
            <p:ph type="sldNum" sz="quarter" idx="12"/>
          </p:nvPr>
        </p:nvSpPr>
        <p:spPr/>
        <p:txBody>
          <a:bodyPr/>
          <a:lstStyle/>
          <a:p>
            <a:fld id="{33458FAA-D57E-4C08-A941-5D9BC34F5811}" type="slidenum">
              <a:rPr lang="en-IN" smtClean="0"/>
              <a:t>‹#›</a:t>
            </a:fld>
            <a:endParaRPr lang="en-IN"/>
          </a:p>
        </p:txBody>
      </p:sp>
    </p:spTree>
    <p:extLst>
      <p:ext uri="{BB962C8B-B14F-4D97-AF65-F5344CB8AC3E}">
        <p14:creationId xmlns:p14="http://schemas.microsoft.com/office/powerpoint/2010/main" val="46367171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98EE97D-29F1-4479-872E-D32D9CD5C655}"/>
              </a:ext>
            </a:extLst>
          </p:cNvPr>
          <p:cNvSpPr>
            <a:spLocks noGrp="1"/>
          </p:cNvSpPr>
          <p:nvPr>
            <p:ph type="dt" sz="half" idx="10"/>
          </p:nvPr>
        </p:nvSpPr>
        <p:spPr/>
        <p:txBody>
          <a:bodyPr/>
          <a:lstStyle/>
          <a:p>
            <a:fld id="{D036336F-18AD-4C53-9C16-721E99099707}" type="datetimeFigureOut">
              <a:rPr lang="en-IN" smtClean="0"/>
              <a:t>17-02-2022</a:t>
            </a:fld>
            <a:endParaRPr lang="en-IN"/>
          </a:p>
        </p:txBody>
      </p:sp>
      <p:sp>
        <p:nvSpPr>
          <p:cNvPr id="3" name="Footer Placeholder 2">
            <a:extLst>
              <a:ext uri="{FF2B5EF4-FFF2-40B4-BE49-F238E27FC236}">
                <a16:creationId xmlns:a16="http://schemas.microsoft.com/office/drawing/2014/main" id="{79559EB1-E126-4C19-AD0B-E44EE6CAFA50}"/>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2014D71B-BD95-4274-807C-EE23B2F73099}"/>
              </a:ext>
            </a:extLst>
          </p:cNvPr>
          <p:cNvSpPr>
            <a:spLocks noGrp="1"/>
          </p:cNvSpPr>
          <p:nvPr>
            <p:ph type="sldNum" sz="quarter" idx="12"/>
          </p:nvPr>
        </p:nvSpPr>
        <p:spPr/>
        <p:txBody>
          <a:bodyPr/>
          <a:lstStyle/>
          <a:p>
            <a:fld id="{33458FAA-D57E-4C08-A941-5D9BC34F5811}" type="slidenum">
              <a:rPr lang="en-IN" smtClean="0"/>
              <a:t>‹#›</a:t>
            </a:fld>
            <a:endParaRPr lang="en-IN"/>
          </a:p>
        </p:txBody>
      </p:sp>
    </p:spTree>
    <p:extLst>
      <p:ext uri="{BB962C8B-B14F-4D97-AF65-F5344CB8AC3E}">
        <p14:creationId xmlns:p14="http://schemas.microsoft.com/office/powerpoint/2010/main" val="169113807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2F4650-0FBF-4E99-8F14-9C11A43EDD9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F8F2627B-4A34-498B-956C-CA242624C16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52670F21-D333-4788-B652-5C0B39EF27D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617AA38-F53F-486D-AE35-FB5C4100B1C3}"/>
              </a:ext>
            </a:extLst>
          </p:cNvPr>
          <p:cNvSpPr>
            <a:spLocks noGrp="1"/>
          </p:cNvSpPr>
          <p:nvPr>
            <p:ph type="dt" sz="half" idx="10"/>
          </p:nvPr>
        </p:nvSpPr>
        <p:spPr/>
        <p:txBody>
          <a:bodyPr/>
          <a:lstStyle/>
          <a:p>
            <a:fld id="{D036336F-18AD-4C53-9C16-721E99099707}" type="datetimeFigureOut">
              <a:rPr lang="en-IN" smtClean="0"/>
              <a:t>17-02-2022</a:t>
            </a:fld>
            <a:endParaRPr lang="en-IN"/>
          </a:p>
        </p:txBody>
      </p:sp>
      <p:sp>
        <p:nvSpPr>
          <p:cNvPr id="6" name="Footer Placeholder 5">
            <a:extLst>
              <a:ext uri="{FF2B5EF4-FFF2-40B4-BE49-F238E27FC236}">
                <a16:creationId xmlns:a16="http://schemas.microsoft.com/office/drawing/2014/main" id="{3F04DE9C-D012-40E7-887D-FC12F399FAE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06330B96-339B-4C22-8D52-1BCA9306B276}"/>
              </a:ext>
            </a:extLst>
          </p:cNvPr>
          <p:cNvSpPr>
            <a:spLocks noGrp="1"/>
          </p:cNvSpPr>
          <p:nvPr>
            <p:ph type="sldNum" sz="quarter" idx="12"/>
          </p:nvPr>
        </p:nvSpPr>
        <p:spPr/>
        <p:txBody>
          <a:bodyPr/>
          <a:lstStyle/>
          <a:p>
            <a:fld id="{33458FAA-D57E-4C08-A941-5D9BC34F5811}" type="slidenum">
              <a:rPr lang="en-IN" smtClean="0"/>
              <a:t>‹#›</a:t>
            </a:fld>
            <a:endParaRPr lang="en-IN"/>
          </a:p>
        </p:txBody>
      </p:sp>
    </p:spTree>
    <p:extLst>
      <p:ext uri="{BB962C8B-B14F-4D97-AF65-F5344CB8AC3E}">
        <p14:creationId xmlns:p14="http://schemas.microsoft.com/office/powerpoint/2010/main" val="414530537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0A0194-1C6A-4ACD-A9D2-1B504BBB4C3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AF9B02A8-06D4-4ED2-919A-39931AFA93D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99B7B4A0-E994-4A26-B803-67B8C91A728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46775AB-E119-40EF-8F50-4C1E9285A918}"/>
              </a:ext>
            </a:extLst>
          </p:cNvPr>
          <p:cNvSpPr>
            <a:spLocks noGrp="1"/>
          </p:cNvSpPr>
          <p:nvPr>
            <p:ph type="dt" sz="half" idx="10"/>
          </p:nvPr>
        </p:nvSpPr>
        <p:spPr/>
        <p:txBody>
          <a:bodyPr/>
          <a:lstStyle/>
          <a:p>
            <a:fld id="{D036336F-18AD-4C53-9C16-721E99099707}" type="datetimeFigureOut">
              <a:rPr lang="en-IN" smtClean="0"/>
              <a:t>17-02-2022</a:t>
            </a:fld>
            <a:endParaRPr lang="en-IN"/>
          </a:p>
        </p:txBody>
      </p:sp>
      <p:sp>
        <p:nvSpPr>
          <p:cNvPr id="6" name="Footer Placeholder 5">
            <a:extLst>
              <a:ext uri="{FF2B5EF4-FFF2-40B4-BE49-F238E27FC236}">
                <a16:creationId xmlns:a16="http://schemas.microsoft.com/office/drawing/2014/main" id="{D957C206-785B-49DD-8F08-ECE53C4F303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E0226F6C-D3F7-4920-B505-8A92CC239DAC}"/>
              </a:ext>
            </a:extLst>
          </p:cNvPr>
          <p:cNvSpPr>
            <a:spLocks noGrp="1"/>
          </p:cNvSpPr>
          <p:nvPr>
            <p:ph type="sldNum" sz="quarter" idx="12"/>
          </p:nvPr>
        </p:nvSpPr>
        <p:spPr/>
        <p:txBody>
          <a:bodyPr/>
          <a:lstStyle/>
          <a:p>
            <a:fld id="{33458FAA-D57E-4C08-A941-5D9BC34F5811}" type="slidenum">
              <a:rPr lang="en-IN" smtClean="0"/>
              <a:t>‹#›</a:t>
            </a:fld>
            <a:endParaRPr lang="en-IN"/>
          </a:p>
        </p:txBody>
      </p:sp>
    </p:spTree>
    <p:extLst>
      <p:ext uri="{BB962C8B-B14F-4D97-AF65-F5344CB8AC3E}">
        <p14:creationId xmlns:p14="http://schemas.microsoft.com/office/powerpoint/2010/main" val="281949133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5CCC57-1B55-4CBA-9547-31A74F41C998}"/>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BB201E9A-79A8-4293-9984-3239F076F6A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89E1121-4634-491B-A7AE-F6C45FA5AB0A}"/>
              </a:ext>
            </a:extLst>
          </p:cNvPr>
          <p:cNvSpPr>
            <a:spLocks noGrp="1"/>
          </p:cNvSpPr>
          <p:nvPr>
            <p:ph type="dt" sz="half" idx="10"/>
          </p:nvPr>
        </p:nvSpPr>
        <p:spPr/>
        <p:txBody>
          <a:bodyPr/>
          <a:lstStyle/>
          <a:p>
            <a:fld id="{D036336F-18AD-4C53-9C16-721E99099707}" type="datetimeFigureOut">
              <a:rPr lang="en-IN" smtClean="0"/>
              <a:t>17-02-2022</a:t>
            </a:fld>
            <a:endParaRPr lang="en-IN"/>
          </a:p>
        </p:txBody>
      </p:sp>
      <p:sp>
        <p:nvSpPr>
          <p:cNvPr id="5" name="Footer Placeholder 4">
            <a:extLst>
              <a:ext uri="{FF2B5EF4-FFF2-40B4-BE49-F238E27FC236}">
                <a16:creationId xmlns:a16="http://schemas.microsoft.com/office/drawing/2014/main" id="{B2985287-3BA3-4CAB-ACE3-8D1D0F8177B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E196236-5628-4465-9D1B-5D82A06290CE}"/>
              </a:ext>
            </a:extLst>
          </p:cNvPr>
          <p:cNvSpPr>
            <a:spLocks noGrp="1"/>
          </p:cNvSpPr>
          <p:nvPr>
            <p:ph type="sldNum" sz="quarter" idx="12"/>
          </p:nvPr>
        </p:nvSpPr>
        <p:spPr/>
        <p:txBody>
          <a:bodyPr/>
          <a:lstStyle/>
          <a:p>
            <a:fld id="{33458FAA-D57E-4C08-A941-5D9BC34F5811}" type="slidenum">
              <a:rPr lang="en-IN" smtClean="0"/>
              <a:t>‹#›</a:t>
            </a:fld>
            <a:endParaRPr lang="en-IN"/>
          </a:p>
        </p:txBody>
      </p:sp>
    </p:spTree>
    <p:extLst>
      <p:ext uri="{BB962C8B-B14F-4D97-AF65-F5344CB8AC3E}">
        <p14:creationId xmlns:p14="http://schemas.microsoft.com/office/powerpoint/2010/main" val="222043400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CAC3710-B4CE-491D-BD97-7CB821D685A1}"/>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A31B1C7A-CA6F-4B4E-B440-043EB56E24B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27485AF-3148-4489-808F-3E3B7DCC51CA}"/>
              </a:ext>
            </a:extLst>
          </p:cNvPr>
          <p:cNvSpPr>
            <a:spLocks noGrp="1"/>
          </p:cNvSpPr>
          <p:nvPr>
            <p:ph type="dt" sz="half" idx="10"/>
          </p:nvPr>
        </p:nvSpPr>
        <p:spPr/>
        <p:txBody>
          <a:bodyPr/>
          <a:lstStyle/>
          <a:p>
            <a:fld id="{D036336F-18AD-4C53-9C16-721E99099707}" type="datetimeFigureOut">
              <a:rPr lang="en-IN" smtClean="0"/>
              <a:t>17-02-2022</a:t>
            </a:fld>
            <a:endParaRPr lang="en-IN"/>
          </a:p>
        </p:txBody>
      </p:sp>
      <p:sp>
        <p:nvSpPr>
          <p:cNvPr id="5" name="Footer Placeholder 4">
            <a:extLst>
              <a:ext uri="{FF2B5EF4-FFF2-40B4-BE49-F238E27FC236}">
                <a16:creationId xmlns:a16="http://schemas.microsoft.com/office/drawing/2014/main" id="{4522C1B1-9AC7-4E7D-A794-B8A3F25C7E6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A4A3955-5D6C-499F-B079-EEE2F32970D0}"/>
              </a:ext>
            </a:extLst>
          </p:cNvPr>
          <p:cNvSpPr>
            <a:spLocks noGrp="1"/>
          </p:cNvSpPr>
          <p:nvPr>
            <p:ph type="sldNum" sz="quarter" idx="12"/>
          </p:nvPr>
        </p:nvSpPr>
        <p:spPr/>
        <p:txBody>
          <a:bodyPr/>
          <a:lstStyle/>
          <a:p>
            <a:fld id="{33458FAA-D57E-4C08-A941-5D9BC34F5811}" type="slidenum">
              <a:rPr lang="en-IN" smtClean="0"/>
              <a:t>‹#›</a:t>
            </a:fld>
            <a:endParaRPr lang="en-IN"/>
          </a:p>
        </p:txBody>
      </p:sp>
    </p:spTree>
    <p:extLst>
      <p:ext uri="{BB962C8B-B14F-4D97-AF65-F5344CB8AC3E}">
        <p14:creationId xmlns:p14="http://schemas.microsoft.com/office/powerpoint/2010/main" val="2845038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5C751C4-2C7F-438C-BF47-305396340FF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DDB7D309-5927-4DEA-907F-7F189C54BEF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CA4C61A-EA61-4D1E-9151-9A020D1CF36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036336F-18AD-4C53-9C16-721E99099707}" type="datetimeFigureOut">
              <a:rPr lang="en-IN" smtClean="0"/>
              <a:t>17-02-2022</a:t>
            </a:fld>
            <a:endParaRPr lang="en-IN"/>
          </a:p>
        </p:txBody>
      </p:sp>
      <p:sp>
        <p:nvSpPr>
          <p:cNvPr id="5" name="Footer Placeholder 4">
            <a:extLst>
              <a:ext uri="{FF2B5EF4-FFF2-40B4-BE49-F238E27FC236}">
                <a16:creationId xmlns:a16="http://schemas.microsoft.com/office/drawing/2014/main" id="{3198C40D-4152-4882-BD7C-CF9F3B8E57D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7FCC8A41-EAE5-4749-92B7-B79D89957E2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3458FAA-D57E-4C08-A941-5D9BC34F5811}" type="slidenum">
              <a:rPr lang="en-IN" smtClean="0"/>
              <a:t>‹#›</a:t>
            </a:fld>
            <a:endParaRPr lang="en-IN"/>
          </a:p>
        </p:txBody>
      </p:sp>
    </p:spTree>
    <p:extLst>
      <p:ext uri="{BB962C8B-B14F-4D97-AF65-F5344CB8AC3E}">
        <p14:creationId xmlns:p14="http://schemas.microsoft.com/office/powerpoint/2010/main" val="275611616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vml"/><Relationship Id="rId6" Type="http://schemas.openxmlformats.org/officeDocument/2006/relationships/image" Target="../media/image220.png"/><Relationship Id="rId5" Type="http://schemas.openxmlformats.org/officeDocument/2006/relationships/customXml" Target="../ink/ink1.xml"/><Relationship Id="rId4" Type="http://schemas.openxmlformats.org/officeDocument/2006/relationships/image" Target="../media/image1.emf"/></Relationships>
</file>

<file path=ppt/slides/_rels/slide2.xml.rels><?xml version="1.0" encoding="UTF-8" standalone="yes"?>
<Relationships xmlns="http://schemas.openxmlformats.org/package/2006/relationships"><Relationship Id="rId3" Type="http://schemas.openxmlformats.org/officeDocument/2006/relationships/image" Target="../media/image221.png"/><Relationship Id="rId2" Type="http://schemas.openxmlformats.org/officeDocument/2006/relationships/customXml" Target="../ink/ink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customXml" Target="../ink/ink3.xml"/><Relationship Id="rId2" Type="http://schemas.openxmlformats.org/officeDocument/2006/relationships/image" Target="../media/image2.gif"/><Relationship Id="rId1" Type="http://schemas.openxmlformats.org/officeDocument/2006/relationships/slideLayout" Target="../slideLayouts/slideLayout2.xml"/><Relationship Id="rId6" Type="http://schemas.openxmlformats.org/officeDocument/2006/relationships/image" Target="../media/image224.png"/><Relationship Id="rId5" Type="http://schemas.openxmlformats.org/officeDocument/2006/relationships/customXml" Target="../ink/ink4.xml"/><Relationship Id="rId4" Type="http://schemas.openxmlformats.org/officeDocument/2006/relationships/image" Target="../media/image222.png"/></Relationships>
</file>

<file path=ppt/slides/_rels/slide4.xml.rels><?xml version="1.0" encoding="UTF-8" standalone="yes"?>
<Relationships xmlns="http://schemas.openxmlformats.org/package/2006/relationships"><Relationship Id="rId3" Type="http://schemas.openxmlformats.org/officeDocument/2006/relationships/image" Target="../media/image2.gif"/><Relationship Id="rId7" Type="http://schemas.openxmlformats.org/officeDocument/2006/relationships/image" Target="../media/image197.png"/><Relationship Id="rId2" Type="http://schemas.openxmlformats.org/officeDocument/2006/relationships/slideLayout" Target="../slideLayouts/slideLayout2.xml"/><Relationship Id="rId1" Type="http://schemas.openxmlformats.org/officeDocument/2006/relationships/vmlDrawing" Target="../drawings/vmlDrawing2.vml"/><Relationship Id="rId6" Type="http://schemas.openxmlformats.org/officeDocument/2006/relationships/customXml" Target="../ink/ink5.xml"/><Relationship Id="rId5" Type="http://schemas.openxmlformats.org/officeDocument/2006/relationships/image" Target="../media/image3.wmf"/><Relationship Id="rId4" Type="http://schemas.openxmlformats.org/officeDocument/2006/relationships/oleObject" Target="../embeddings/oleObject2.bin"/></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227.png"/><Relationship Id="rId2" Type="http://schemas.openxmlformats.org/officeDocument/2006/relationships/image" Target="../media/image2.gif"/><Relationship Id="rId1" Type="http://schemas.openxmlformats.org/officeDocument/2006/relationships/slideLayout" Target="../slideLayouts/slideLayout2.xml"/><Relationship Id="rId6" Type="http://schemas.openxmlformats.org/officeDocument/2006/relationships/customXml" Target="../ink/ink7.xml"/><Relationship Id="rId5" Type="http://schemas.openxmlformats.org/officeDocument/2006/relationships/image" Target="../media/image225.png"/><Relationship Id="rId4" Type="http://schemas.openxmlformats.org/officeDocument/2006/relationships/customXml" Target="../ink/ink6.xml"/></Relationships>
</file>

<file path=ppt/slides/_rels/slide6.xml.rels><?xml version="1.0" encoding="UTF-8" standalone="yes"?>
<Relationships xmlns="http://schemas.openxmlformats.org/package/2006/relationships"><Relationship Id="rId8" Type="http://schemas.openxmlformats.org/officeDocument/2006/relationships/image" Target="../media/image6.wmf"/><Relationship Id="rId3" Type="http://schemas.openxmlformats.org/officeDocument/2006/relationships/image" Target="../media/image2.gif"/><Relationship Id="rId7" Type="http://schemas.openxmlformats.org/officeDocument/2006/relationships/oleObject" Target="../embeddings/oleObject4.bin"/><Relationship Id="rId12" Type="http://schemas.openxmlformats.org/officeDocument/2006/relationships/image" Target="../media/image230.png"/><Relationship Id="rId2" Type="http://schemas.openxmlformats.org/officeDocument/2006/relationships/slideLayout" Target="../slideLayouts/slideLayout6.xml"/><Relationship Id="rId1" Type="http://schemas.openxmlformats.org/officeDocument/2006/relationships/vmlDrawing" Target="../drawings/vmlDrawing3.vml"/><Relationship Id="rId6" Type="http://schemas.openxmlformats.org/officeDocument/2006/relationships/image" Target="../media/image5.wmf"/><Relationship Id="rId11" Type="http://schemas.openxmlformats.org/officeDocument/2006/relationships/customXml" Target="../ink/ink9.xml"/><Relationship Id="rId5" Type="http://schemas.openxmlformats.org/officeDocument/2006/relationships/oleObject" Target="../embeddings/oleObject3.bin"/><Relationship Id="rId10" Type="http://schemas.openxmlformats.org/officeDocument/2006/relationships/image" Target="../media/image228.png"/><Relationship Id="rId4" Type="http://schemas.openxmlformats.org/officeDocument/2006/relationships/image" Target="../media/image4.png"/><Relationship Id="rId9" Type="http://schemas.openxmlformats.org/officeDocument/2006/relationships/customXml" Target="../ink/ink8.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4.png"/><Relationship Id="rId1" Type="http://schemas.openxmlformats.org/officeDocument/2006/relationships/slideLayout" Target="../slideLayouts/slideLayout6.xml"/><Relationship Id="rId5" Type="http://schemas.openxmlformats.org/officeDocument/2006/relationships/image" Target="../media/image232.png"/><Relationship Id="rId4" Type="http://schemas.openxmlformats.org/officeDocument/2006/relationships/customXml" Target="../ink/ink10.xml"/></Relationships>
</file>

<file path=ppt/slides/_rels/slide8.xml.rels><?xml version="1.0" encoding="UTF-8" standalone="yes"?>
<Relationships xmlns="http://schemas.openxmlformats.org/package/2006/relationships"><Relationship Id="rId8" Type="http://schemas.openxmlformats.org/officeDocument/2006/relationships/image" Target="../media/image233.png"/><Relationship Id="rId3" Type="http://schemas.openxmlformats.org/officeDocument/2006/relationships/image" Target="../media/image4.png"/><Relationship Id="rId7" Type="http://schemas.openxmlformats.org/officeDocument/2006/relationships/customXml" Target="../ink/ink12.xml"/><Relationship Id="rId2" Type="http://schemas.openxmlformats.org/officeDocument/2006/relationships/image" Target="../media/image8.gif"/><Relationship Id="rId1" Type="http://schemas.openxmlformats.org/officeDocument/2006/relationships/slideLayout" Target="../slideLayouts/slideLayout6.xml"/><Relationship Id="rId6" Type="http://schemas.openxmlformats.org/officeDocument/2006/relationships/image" Target="../media/image2320.png"/><Relationship Id="rId5" Type="http://schemas.openxmlformats.org/officeDocument/2006/relationships/customXml" Target="../ink/ink11.xml"/><Relationship Id="rId10" Type="http://schemas.openxmlformats.org/officeDocument/2006/relationships/image" Target="../media/image234.png"/><Relationship Id="rId4" Type="http://schemas.openxmlformats.org/officeDocument/2006/relationships/image" Target="../media/image2.gif"/><Relationship Id="rId9" Type="http://schemas.openxmlformats.org/officeDocument/2006/relationships/customXml" Target="../ink/ink13.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235.png"/><Relationship Id="rId2" Type="http://schemas.openxmlformats.org/officeDocument/2006/relationships/image" Target="../media/image8.gif"/><Relationship Id="rId1" Type="http://schemas.openxmlformats.org/officeDocument/2006/relationships/slideLayout" Target="../slideLayouts/slideLayout6.xml"/><Relationship Id="rId6" Type="http://schemas.openxmlformats.org/officeDocument/2006/relationships/customXml" Target="../ink/ink15.xml"/><Relationship Id="rId5" Type="http://schemas.openxmlformats.org/officeDocument/2006/relationships/image" Target="../media/image2340.png"/><Relationship Id="rId4" Type="http://schemas.openxmlformats.org/officeDocument/2006/relationships/customXml" Target="../ink/ink14.xml"/></Relationships>
</file>

<file path=ppt/slides/_rels/slide10.xml.rels><?xml version="1.0" encoding="UTF-8" standalone="yes"?>
<Relationships xmlns="http://schemas.openxmlformats.org/package/2006/relationships"><Relationship Id="rId8" Type="http://schemas.openxmlformats.org/officeDocument/2006/relationships/customXml" Target="../ink/ink16.xml"/><Relationship Id="rId3" Type="http://schemas.openxmlformats.org/officeDocument/2006/relationships/image" Target="../media/image8.gif"/><Relationship Id="rId7" Type="http://schemas.openxmlformats.org/officeDocument/2006/relationships/image" Target="../media/image9.wmf"/><Relationship Id="rId2" Type="http://schemas.openxmlformats.org/officeDocument/2006/relationships/slideLayout" Target="../slideLayouts/slideLayout6.xml"/><Relationship Id="rId1" Type="http://schemas.openxmlformats.org/officeDocument/2006/relationships/vmlDrawing" Target="../drawings/vmlDrawing4.vml"/><Relationship Id="rId6" Type="http://schemas.openxmlformats.org/officeDocument/2006/relationships/oleObject" Target="../embeddings/oleObject5.bin"/><Relationship Id="rId11" Type="http://schemas.openxmlformats.org/officeDocument/2006/relationships/image" Target="../media/image237.png"/><Relationship Id="rId5" Type="http://schemas.openxmlformats.org/officeDocument/2006/relationships/image" Target="../media/image10.png"/><Relationship Id="rId10" Type="http://schemas.openxmlformats.org/officeDocument/2006/relationships/customXml" Target="../ink/ink17.xml"/><Relationship Id="rId4" Type="http://schemas.openxmlformats.org/officeDocument/2006/relationships/image" Target="../media/image4.png"/><Relationship Id="rId9" Type="http://schemas.openxmlformats.org/officeDocument/2006/relationships/image" Target="../media/image238.png"/></Relationships>
</file>

<file path=ppt/slides/_rels/slide11.xml.rels><?xml version="1.0" encoding="UTF-8" standalone="yes"?>
<Relationships xmlns="http://schemas.openxmlformats.org/package/2006/relationships"><Relationship Id="rId8" Type="http://schemas.openxmlformats.org/officeDocument/2006/relationships/image" Target="../media/image241.png"/><Relationship Id="rId3" Type="http://schemas.openxmlformats.org/officeDocument/2006/relationships/image" Target="../media/image8.gif"/><Relationship Id="rId7" Type="http://schemas.openxmlformats.org/officeDocument/2006/relationships/customXml" Target="../ink/ink18.xml"/><Relationship Id="rId2" Type="http://schemas.openxmlformats.org/officeDocument/2006/relationships/slideLayout" Target="../slideLayouts/slideLayout6.xml"/><Relationship Id="rId1" Type="http://schemas.openxmlformats.org/officeDocument/2006/relationships/vmlDrawing" Target="../drawings/vmlDrawing5.vml"/><Relationship Id="rId6" Type="http://schemas.openxmlformats.org/officeDocument/2006/relationships/image" Target="../media/image11.wmf"/><Relationship Id="rId5" Type="http://schemas.openxmlformats.org/officeDocument/2006/relationships/oleObject" Target="../embeddings/oleObject6.bin"/><Relationship Id="rId4" Type="http://schemas.openxmlformats.org/officeDocument/2006/relationships/image" Target="../media/image12.png"/></Relationships>
</file>

<file path=ppt/slides/_rels/slide12.xml.rels><?xml version="1.0" encoding="UTF-8" standalone="yes"?>
<Relationships xmlns="http://schemas.openxmlformats.org/package/2006/relationships"><Relationship Id="rId3" Type="http://schemas.openxmlformats.org/officeDocument/2006/relationships/image" Target="../media/image8.gif"/><Relationship Id="rId7" Type="http://schemas.openxmlformats.org/officeDocument/2006/relationships/image" Target="../media/image11.wmf"/><Relationship Id="rId2" Type="http://schemas.openxmlformats.org/officeDocument/2006/relationships/slideLayout" Target="../slideLayouts/slideLayout6.xml"/><Relationship Id="rId1" Type="http://schemas.openxmlformats.org/officeDocument/2006/relationships/vmlDrawing" Target="../drawings/vmlDrawing6.vml"/><Relationship Id="rId6" Type="http://schemas.openxmlformats.org/officeDocument/2006/relationships/oleObject" Target="../embeddings/oleObject8.bin"/><Relationship Id="rId5" Type="http://schemas.openxmlformats.org/officeDocument/2006/relationships/image" Target="../media/image13.wmf"/><Relationship Id="rId4" Type="http://schemas.openxmlformats.org/officeDocument/2006/relationships/oleObject" Target="../embeddings/oleObject7.bin"/></Relationships>
</file>

<file path=ppt/slides/_rels/slide13.xml.rels><?xml version="1.0" encoding="UTF-8" standalone="yes"?>
<Relationships xmlns="http://schemas.openxmlformats.org/package/2006/relationships"><Relationship Id="rId8" Type="http://schemas.openxmlformats.org/officeDocument/2006/relationships/oleObject" Target="../embeddings/oleObject11.bin"/><Relationship Id="rId13" Type="http://schemas.openxmlformats.org/officeDocument/2006/relationships/image" Target="../media/image246.png"/><Relationship Id="rId18" Type="http://schemas.openxmlformats.org/officeDocument/2006/relationships/customXml" Target="../ink/ink22.xml"/><Relationship Id="rId3" Type="http://schemas.openxmlformats.org/officeDocument/2006/relationships/image" Target="../media/image8.gif"/><Relationship Id="rId7" Type="http://schemas.openxmlformats.org/officeDocument/2006/relationships/image" Target="../media/image15.wmf"/><Relationship Id="rId12" Type="http://schemas.openxmlformats.org/officeDocument/2006/relationships/customXml" Target="../ink/ink19.xml"/><Relationship Id="rId17" Type="http://schemas.openxmlformats.org/officeDocument/2006/relationships/image" Target="../media/image2390.png"/><Relationship Id="rId2" Type="http://schemas.openxmlformats.org/officeDocument/2006/relationships/slideLayout" Target="../slideLayouts/slideLayout6.xml"/><Relationship Id="rId16" Type="http://schemas.openxmlformats.org/officeDocument/2006/relationships/customXml" Target="../ink/ink21.xml"/><Relationship Id="rId1" Type="http://schemas.openxmlformats.org/officeDocument/2006/relationships/vmlDrawing" Target="../drawings/vmlDrawing7.vml"/><Relationship Id="rId6" Type="http://schemas.openxmlformats.org/officeDocument/2006/relationships/oleObject" Target="../embeddings/oleObject10.bin"/><Relationship Id="rId11" Type="http://schemas.openxmlformats.org/officeDocument/2006/relationships/image" Target="../media/image3.wmf"/><Relationship Id="rId5" Type="http://schemas.openxmlformats.org/officeDocument/2006/relationships/image" Target="../media/image14.wmf"/><Relationship Id="rId15" Type="http://schemas.openxmlformats.org/officeDocument/2006/relationships/image" Target="../media/image2370.png"/><Relationship Id="rId10" Type="http://schemas.openxmlformats.org/officeDocument/2006/relationships/oleObject" Target="../embeddings/oleObject12.bin"/><Relationship Id="rId19" Type="http://schemas.openxmlformats.org/officeDocument/2006/relationships/image" Target="../media/image244.png"/><Relationship Id="rId4" Type="http://schemas.openxmlformats.org/officeDocument/2006/relationships/oleObject" Target="../embeddings/oleObject9.bin"/><Relationship Id="rId9" Type="http://schemas.openxmlformats.org/officeDocument/2006/relationships/image" Target="../media/image16.wmf"/><Relationship Id="rId14" Type="http://schemas.openxmlformats.org/officeDocument/2006/relationships/customXml" Target="../ink/ink20.xml"/></Relationships>
</file>

<file path=ppt/slides/_rels/slide14.xml.rels><?xml version="1.0" encoding="UTF-8" standalone="yes"?>
<Relationships xmlns="http://schemas.openxmlformats.org/package/2006/relationships"><Relationship Id="rId8" Type="http://schemas.openxmlformats.org/officeDocument/2006/relationships/oleObject" Target="../embeddings/oleObject15.bin"/><Relationship Id="rId13" Type="http://schemas.openxmlformats.org/officeDocument/2006/relationships/image" Target="../media/image243.png"/><Relationship Id="rId3" Type="http://schemas.openxmlformats.org/officeDocument/2006/relationships/image" Target="../media/image8.gif"/><Relationship Id="rId7" Type="http://schemas.openxmlformats.org/officeDocument/2006/relationships/image" Target="../media/image18.wmf"/><Relationship Id="rId12" Type="http://schemas.openxmlformats.org/officeDocument/2006/relationships/customXml" Target="../ink/ink23.xml"/><Relationship Id="rId2" Type="http://schemas.openxmlformats.org/officeDocument/2006/relationships/slideLayout" Target="../slideLayouts/slideLayout6.xml"/><Relationship Id="rId1" Type="http://schemas.openxmlformats.org/officeDocument/2006/relationships/vmlDrawing" Target="../drawings/vmlDrawing8.vml"/><Relationship Id="rId6" Type="http://schemas.openxmlformats.org/officeDocument/2006/relationships/oleObject" Target="../embeddings/oleObject14.bin"/><Relationship Id="rId11" Type="http://schemas.openxmlformats.org/officeDocument/2006/relationships/image" Target="../media/image19.wmf"/><Relationship Id="rId5" Type="http://schemas.openxmlformats.org/officeDocument/2006/relationships/image" Target="../media/image17.wmf"/><Relationship Id="rId10" Type="http://schemas.openxmlformats.org/officeDocument/2006/relationships/oleObject" Target="../embeddings/oleObject16.bin"/><Relationship Id="rId4" Type="http://schemas.openxmlformats.org/officeDocument/2006/relationships/oleObject" Target="../embeddings/oleObject13.bin"/><Relationship Id="rId9" Type="http://schemas.openxmlformats.org/officeDocument/2006/relationships/image" Target="../media/image6.wmf"/></Relationships>
</file>

<file path=ppt/slides/_rels/slide15.xml.rels><?xml version="1.0" encoding="UTF-8" standalone="yes"?>
<Relationships xmlns="http://schemas.openxmlformats.org/package/2006/relationships"><Relationship Id="rId8" Type="http://schemas.openxmlformats.org/officeDocument/2006/relationships/image" Target="../media/image247.png"/><Relationship Id="rId3" Type="http://schemas.openxmlformats.org/officeDocument/2006/relationships/image" Target="../media/image21.png"/><Relationship Id="rId7" Type="http://schemas.openxmlformats.org/officeDocument/2006/relationships/customXml" Target="../ink/ink24.xml"/><Relationship Id="rId2" Type="http://schemas.openxmlformats.org/officeDocument/2006/relationships/slideLayout" Target="../slideLayouts/slideLayout6.xml"/><Relationship Id="rId1" Type="http://schemas.openxmlformats.org/officeDocument/2006/relationships/vmlDrawing" Target="../drawings/vmlDrawing9.vml"/><Relationship Id="rId6" Type="http://schemas.openxmlformats.org/officeDocument/2006/relationships/image" Target="../media/image20.wmf"/><Relationship Id="rId5" Type="http://schemas.openxmlformats.org/officeDocument/2006/relationships/oleObject" Target="../embeddings/oleObject17.bin"/><Relationship Id="rId4" Type="http://schemas.openxmlformats.org/officeDocument/2006/relationships/image" Target="../media/image8.gif"/></Relationships>
</file>

<file path=ppt/slides/_rels/slide16.xml.rels><?xml version="1.0" encoding="UTF-8" standalone="yes"?>
<Relationships xmlns="http://schemas.openxmlformats.org/package/2006/relationships"><Relationship Id="rId8" Type="http://schemas.openxmlformats.org/officeDocument/2006/relationships/image" Target="../media/image250.png"/><Relationship Id="rId3" Type="http://schemas.openxmlformats.org/officeDocument/2006/relationships/image" Target="../media/image8.gif"/><Relationship Id="rId7" Type="http://schemas.openxmlformats.org/officeDocument/2006/relationships/customXml" Target="../ink/ink25.xml"/><Relationship Id="rId2" Type="http://schemas.openxmlformats.org/officeDocument/2006/relationships/slideLayout" Target="../slideLayouts/slideLayout6.xml"/><Relationship Id="rId1" Type="http://schemas.openxmlformats.org/officeDocument/2006/relationships/vmlDrawing" Target="../drawings/vmlDrawing10.vml"/><Relationship Id="rId6" Type="http://schemas.openxmlformats.org/officeDocument/2006/relationships/image" Target="../media/image22.wmf"/><Relationship Id="rId5" Type="http://schemas.openxmlformats.org/officeDocument/2006/relationships/oleObject" Target="../embeddings/oleObject18.bin"/><Relationship Id="rId10" Type="http://schemas.openxmlformats.org/officeDocument/2006/relationships/image" Target="../media/image2510.png"/><Relationship Id="rId4" Type="http://schemas.openxmlformats.org/officeDocument/2006/relationships/image" Target="../media/image23.png"/><Relationship Id="rId9" Type="http://schemas.openxmlformats.org/officeDocument/2006/relationships/customXml" Target="../ink/ink26.xml"/></Relationships>
</file>

<file path=ppt/slides/_rels/slide17.xml.rels><?xml version="1.0" encoding="UTF-8" standalone="yes"?>
<Relationships xmlns="http://schemas.openxmlformats.org/package/2006/relationships"><Relationship Id="rId8" Type="http://schemas.openxmlformats.org/officeDocument/2006/relationships/image" Target="../media/image25.wmf"/><Relationship Id="rId3" Type="http://schemas.openxmlformats.org/officeDocument/2006/relationships/image" Target="../media/image8.gif"/><Relationship Id="rId7" Type="http://schemas.openxmlformats.org/officeDocument/2006/relationships/oleObject" Target="../embeddings/oleObject20.bin"/><Relationship Id="rId2" Type="http://schemas.openxmlformats.org/officeDocument/2006/relationships/slideLayout" Target="../slideLayouts/slideLayout6.xml"/><Relationship Id="rId1" Type="http://schemas.openxmlformats.org/officeDocument/2006/relationships/vmlDrawing" Target="../drawings/vmlDrawing11.vml"/><Relationship Id="rId6" Type="http://schemas.openxmlformats.org/officeDocument/2006/relationships/image" Target="../media/image24.wmf"/><Relationship Id="rId5" Type="http://schemas.openxmlformats.org/officeDocument/2006/relationships/oleObject" Target="../embeddings/oleObject19.bin"/><Relationship Id="rId10" Type="http://schemas.openxmlformats.org/officeDocument/2006/relationships/image" Target="../media/image254.png"/><Relationship Id="rId4" Type="http://schemas.openxmlformats.org/officeDocument/2006/relationships/image" Target="../media/image23.png"/><Relationship Id="rId9" Type="http://schemas.openxmlformats.org/officeDocument/2006/relationships/customXml" Target="../ink/ink27.xml"/></Relationships>
</file>

<file path=ppt/slides/_rels/slide18.xml.rels><?xml version="1.0" encoding="UTF-8" standalone="yes"?>
<Relationships xmlns="http://schemas.openxmlformats.org/package/2006/relationships"><Relationship Id="rId2" Type="http://schemas.openxmlformats.org/officeDocument/2006/relationships/image" Target="../media/image8.gif"/><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8.gif"/><Relationship Id="rId1" Type="http://schemas.openxmlformats.org/officeDocument/2006/relationships/slideLayout" Target="../slideLayouts/slideLayout6.xml"/><Relationship Id="rId5" Type="http://schemas.openxmlformats.org/officeDocument/2006/relationships/image" Target="../media/image256.png"/><Relationship Id="rId4" Type="http://schemas.openxmlformats.org/officeDocument/2006/relationships/customXml" Target="../ink/ink28.xml"/></Relationships>
</file>

<file path=ppt/slides/_rels/slide20.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8.gif"/><Relationship Id="rId1" Type="http://schemas.openxmlformats.org/officeDocument/2006/relationships/slideLayout" Target="../slideLayouts/slideLayout6.xml"/><Relationship Id="rId5" Type="http://schemas.openxmlformats.org/officeDocument/2006/relationships/image" Target="../media/image258.png"/><Relationship Id="rId4" Type="http://schemas.openxmlformats.org/officeDocument/2006/relationships/customXml" Target="../ink/ink29.xml"/></Relationships>
</file>

<file path=ppt/slides/_rels/slide21.xml.rels><?xml version="1.0" encoding="UTF-8" standalone="yes"?>
<Relationships xmlns="http://schemas.openxmlformats.org/package/2006/relationships"><Relationship Id="rId8" Type="http://schemas.openxmlformats.org/officeDocument/2006/relationships/image" Target="../media/image29.wmf"/><Relationship Id="rId3" Type="http://schemas.openxmlformats.org/officeDocument/2006/relationships/image" Target="../media/image8.gif"/><Relationship Id="rId7" Type="http://schemas.openxmlformats.org/officeDocument/2006/relationships/oleObject" Target="../embeddings/oleObject22.bin"/><Relationship Id="rId12" Type="http://schemas.openxmlformats.org/officeDocument/2006/relationships/image" Target="../media/image262.png"/><Relationship Id="rId2" Type="http://schemas.openxmlformats.org/officeDocument/2006/relationships/slideLayout" Target="../slideLayouts/slideLayout6.xml"/><Relationship Id="rId1" Type="http://schemas.openxmlformats.org/officeDocument/2006/relationships/vmlDrawing" Target="../drawings/vmlDrawing12.vml"/><Relationship Id="rId6" Type="http://schemas.openxmlformats.org/officeDocument/2006/relationships/image" Target="../media/image27.png"/><Relationship Id="rId11" Type="http://schemas.openxmlformats.org/officeDocument/2006/relationships/customXml" Target="../ink/ink30.xml"/><Relationship Id="rId5" Type="http://schemas.openxmlformats.org/officeDocument/2006/relationships/image" Target="../media/image28.wmf"/><Relationship Id="rId10" Type="http://schemas.openxmlformats.org/officeDocument/2006/relationships/image" Target="../media/image30.wmf"/><Relationship Id="rId4" Type="http://schemas.openxmlformats.org/officeDocument/2006/relationships/oleObject" Target="../embeddings/oleObject21.bin"/><Relationship Id="rId9" Type="http://schemas.openxmlformats.org/officeDocument/2006/relationships/oleObject" Target="../embeddings/oleObject23.bin"/></Relationships>
</file>

<file path=ppt/slides/_rels/slide22.xml.rels><?xml version="1.0" encoding="UTF-8" standalone="yes"?>
<Relationships xmlns="http://schemas.openxmlformats.org/package/2006/relationships"><Relationship Id="rId8" Type="http://schemas.openxmlformats.org/officeDocument/2006/relationships/oleObject" Target="../embeddings/oleObject26.bin"/><Relationship Id="rId13" Type="http://schemas.openxmlformats.org/officeDocument/2006/relationships/image" Target="../media/image35.wmf"/><Relationship Id="rId3" Type="http://schemas.openxmlformats.org/officeDocument/2006/relationships/image" Target="../media/image8.gif"/><Relationship Id="rId7" Type="http://schemas.openxmlformats.org/officeDocument/2006/relationships/image" Target="../media/image32.wmf"/><Relationship Id="rId12" Type="http://schemas.openxmlformats.org/officeDocument/2006/relationships/oleObject" Target="../embeddings/oleObject28.bin"/><Relationship Id="rId2" Type="http://schemas.openxmlformats.org/officeDocument/2006/relationships/slideLayout" Target="../slideLayouts/slideLayout6.xml"/><Relationship Id="rId1" Type="http://schemas.openxmlformats.org/officeDocument/2006/relationships/vmlDrawing" Target="../drawings/vmlDrawing13.vml"/><Relationship Id="rId6" Type="http://schemas.openxmlformats.org/officeDocument/2006/relationships/oleObject" Target="../embeddings/oleObject25.bin"/><Relationship Id="rId11" Type="http://schemas.openxmlformats.org/officeDocument/2006/relationships/image" Target="../media/image34.wmf"/><Relationship Id="rId5" Type="http://schemas.openxmlformats.org/officeDocument/2006/relationships/image" Target="../media/image31.wmf"/><Relationship Id="rId15" Type="http://schemas.openxmlformats.org/officeDocument/2006/relationships/image" Target="../media/image268.png"/><Relationship Id="rId10" Type="http://schemas.openxmlformats.org/officeDocument/2006/relationships/oleObject" Target="../embeddings/oleObject27.bin"/><Relationship Id="rId4" Type="http://schemas.openxmlformats.org/officeDocument/2006/relationships/oleObject" Target="../embeddings/oleObject24.bin"/><Relationship Id="rId9" Type="http://schemas.openxmlformats.org/officeDocument/2006/relationships/image" Target="../media/image33.wmf"/><Relationship Id="rId14" Type="http://schemas.openxmlformats.org/officeDocument/2006/relationships/customXml" Target="../ink/ink31.xml"/></Relationships>
</file>

<file path=ppt/slides/_rels/slide23.xml.rels><?xml version="1.0" encoding="UTF-8" standalone="yes"?>
<Relationships xmlns="http://schemas.openxmlformats.org/package/2006/relationships"><Relationship Id="rId8" Type="http://schemas.openxmlformats.org/officeDocument/2006/relationships/image" Target="../media/image27.png"/><Relationship Id="rId3" Type="http://schemas.openxmlformats.org/officeDocument/2006/relationships/image" Target="../media/image8.gif"/><Relationship Id="rId7" Type="http://schemas.openxmlformats.org/officeDocument/2006/relationships/image" Target="../media/image37.wmf"/><Relationship Id="rId12" Type="http://schemas.openxmlformats.org/officeDocument/2006/relationships/image" Target="../media/image272.png"/><Relationship Id="rId2" Type="http://schemas.openxmlformats.org/officeDocument/2006/relationships/slideLayout" Target="../slideLayouts/slideLayout6.xml"/><Relationship Id="rId1" Type="http://schemas.openxmlformats.org/officeDocument/2006/relationships/vmlDrawing" Target="../drawings/vmlDrawing14.vml"/><Relationship Id="rId6" Type="http://schemas.openxmlformats.org/officeDocument/2006/relationships/oleObject" Target="../embeddings/oleObject30.bin"/><Relationship Id="rId11" Type="http://schemas.openxmlformats.org/officeDocument/2006/relationships/customXml" Target="../ink/ink32.xml"/><Relationship Id="rId5" Type="http://schemas.openxmlformats.org/officeDocument/2006/relationships/image" Target="../media/image36.wmf"/><Relationship Id="rId10" Type="http://schemas.openxmlformats.org/officeDocument/2006/relationships/image" Target="../media/image38.wmf"/><Relationship Id="rId4" Type="http://schemas.openxmlformats.org/officeDocument/2006/relationships/oleObject" Target="../embeddings/oleObject29.bin"/><Relationship Id="rId9" Type="http://schemas.openxmlformats.org/officeDocument/2006/relationships/oleObject" Target="../embeddings/oleObject31.bin"/></Relationships>
</file>

<file path=ppt/slides/_rels/slide24.xml.rels><?xml version="1.0" encoding="UTF-8" standalone="yes"?>
<Relationships xmlns="http://schemas.openxmlformats.org/package/2006/relationships"><Relationship Id="rId8" Type="http://schemas.openxmlformats.org/officeDocument/2006/relationships/oleObject" Target="../embeddings/oleObject34.bin"/><Relationship Id="rId13" Type="http://schemas.openxmlformats.org/officeDocument/2006/relationships/customXml" Target="../ink/ink33.xml"/><Relationship Id="rId3" Type="http://schemas.openxmlformats.org/officeDocument/2006/relationships/image" Target="../media/image8.gif"/><Relationship Id="rId7" Type="http://schemas.openxmlformats.org/officeDocument/2006/relationships/image" Target="../media/image40.wmf"/><Relationship Id="rId12" Type="http://schemas.openxmlformats.org/officeDocument/2006/relationships/image" Target="../media/image42.png"/><Relationship Id="rId2" Type="http://schemas.openxmlformats.org/officeDocument/2006/relationships/slideLayout" Target="../slideLayouts/slideLayout6.xml"/><Relationship Id="rId16" Type="http://schemas.openxmlformats.org/officeDocument/2006/relationships/image" Target="../media/image278.png"/><Relationship Id="rId1" Type="http://schemas.openxmlformats.org/officeDocument/2006/relationships/vmlDrawing" Target="../drawings/vmlDrawing15.vml"/><Relationship Id="rId6" Type="http://schemas.openxmlformats.org/officeDocument/2006/relationships/oleObject" Target="../embeddings/oleObject33.bin"/><Relationship Id="rId11" Type="http://schemas.openxmlformats.org/officeDocument/2006/relationships/image" Target="../media/image37.wmf"/><Relationship Id="rId5" Type="http://schemas.openxmlformats.org/officeDocument/2006/relationships/image" Target="../media/image39.wmf"/><Relationship Id="rId15" Type="http://schemas.openxmlformats.org/officeDocument/2006/relationships/customXml" Target="../ink/ink34.xml"/><Relationship Id="rId10" Type="http://schemas.openxmlformats.org/officeDocument/2006/relationships/oleObject" Target="../embeddings/oleObject35.bin"/><Relationship Id="rId4" Type="http://schemas.openxmlformats.org/officeDocument/2006/relationships/oleObject" Target="../embeddings/oleObject32.bin"/><Relationship Id="rId9" Type="http://schemas.openxmlformats.org/officeDocument/2006/relationships/image" Target="../media/image41.wmf"/><Relationship Id="rId14" Type="http://schemas.openxmlformats.org/officeDocument/2006/relationships/image" Target="../media/image277.png"/></Relationships>
</file>

<file path=ppt/slides/_rels/slide25.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8.gif"/><Relationship Id="rId1" Type="http://schemas.openxmlformats.org/officeDocument/2006/relationships/slideLayout" Target="../slideLayouts/slideLayout6.xml"/><Relationship Id="rId5" Type="http://schemas.openxmlformats.org/officeDocument/2006/relationships/image" Target="../media/image279.png"/><Relationship Id="rId4" Type="http://schemas.openxmlformats.org/officeDocument/2006/relationships/customXml" Target="../ink/ink35.xml"/></Relationships>
</file>

<file path=ppt/slides/_rels/slide26.xml.rels><?xml version="1.0" encoding="UTF-8" standalone="yes"?>
<Relationships xmlns="http://schemas.openxmlformats.org/package/2006/relationships"><Relationship Id="rId8" Type="http://schemas.openxmlformats.org/officeDocument/2006/relationships/image" Target="../media/image44.wmf"/><Relationship Id="rId13" Type="http://schemas.openxmlformats.org/officeDocument/2006/relationships/image" Target="../media/image284.png"/><Relationship Id="rId3" Type="http://schemas.openxmlformats.org/officeDocument/2006/relationships/image" Target="../media/image8.gif"/><Relationship Id="rId7" Type="http://schemas.openxmlformats.org/officeDocument/2006/relationships/oleObject" Target="../embeddings/oleObject37.bin"/><Relationship Id="rId12" Type="http://schemas.openxmlformats.org/officeDocument/2006/relationships/customXml" Target="../ink/ink36.xml"/><Relationship Id="rId2" Type="http://schemas.openxmlformats.org/officeDocument/2006/relationships/slideLayout" Target="../slideLayouts/slideLayout6.xml"/><Relationship Id="rId1" Type="http://schemas.openxmlformats.org/officeDocument/2006/relationships/vmlDrawing" Target="../drawings/vmlDrawing16.vml"/><Relationship Id="rId6" Type="http://schemas.openxmlformats.org/officeDocument/2006/relationships/image" Target="../media/image27.png"/><Relationship Id="rId11" Type="http://schemas.openxmlformats.org/officeDocument/2006/relationships/image" Target="../media/image46.png"/><Relationship Id="rId5" Type="http://schemas.openxmlformats.org/officeDocument/2006/relationships/image" Target="../media/image43.wmf"/><Relationship Id="rId10" Type="http://schemas.openxmlformats.org/officeDocument/2006/relationships/image" Target="../media/image45.wmf"/><Relationship Id="rId4" Type="http://schemas.openxmlformats.org/officeDocument/2006/relationships/oleObject" Target="../embeddings/oleObject36.bin"/><Relationship Id="rId9" Type="http://schemas.openxmlformats.org/officeDocument/2006/relationships/oleObject" Target="../embeddings/oleObject38.bin"/></Relationships>
</file>

<file path=ppt/slides/_rels/slide27.xml.rels><?xml version="1.0" encoding="UTF-8" standalone="yes"?>
<Relationships xmlns="http://schemas.openxmlformats.org/package/2006/relationships"><Relationship Id="rId8" Type="http://schemas.openxmlformats.org/officeDocument/2006/relationships/oleObject" Target="../embeddings/oleObject41.bin"/><Relationship Id="rId13" Type="http://schemas.openxmlformats.org/officeDocument/2006/relationships/customXml" Target="../ink/ink38.xml"/><Relationship Id="rId3" Type="http://schemas.openxmlformats.org/officeDocument/2006/relationships/image" Target="../media/image8.gif"/><Relationship Id="rId7" Type="http://schemas.openxmlformats.org/officeDocument/2006/relationships/image" Target="../media/image48.wmf"/><Relationship Id="rId12" Type="http://schemas.openxmlformats.org/officeDocument/2006/relationships/image" Target="../media/image2730.png"/><Relationship Id="rId2" Type="http://schemas.openxmlformats.org/officeDocument/2006/relationships/slideLayout" Target="../slideLayouts/slideLayout6.xml"/><Relationship Id="rId1" Type="http://schemas.openxmlformats.org/officeDocument/2006/relationships/vmlDrawing" Target="../drawings/vmlDrawing17.vml"/><Relationship Id="rId6" Type="http://schemas.openxmlformats.org/officeDocument/2006/relationships/oleObject" Target="../embeddings/oleObject40.bin"/><Relationship Id="rId11" Type="http://schemas.openxmlformats.org/officeDocument/2006/relationships/customXml" Target="../ink/ink37.xml"/><Relationship Id="rId5" Type="http://schemas.openxmlformats.org/officeDocument/2006/relationships/image" Target="../media/image47.wmf"/><Relationship Id="rId10" Type="http://schemas.openxmlformats.org/officeDocument/2006/relationships/image" Target="../media/image27.png"/><Relationship Id="rId4" Type="http://schemas.openxmlformats.org/officeDocument/2006/relationships/oleObject" Target="../embeddings/oleObject39.bin"/><Relationship Id="rId9" Type="http://schemas.openxmlformats.org/officeDocument/2006/relationships/image" Target="../media/image49.wmf"/><Relationship Id="rId14" Type="http://schemas.openxmlformats.org/officeDocument/2006/relationships/image" Target="../media/image274.png"/></Relationships>
</file>

<file path=ppt/slides/_rels/slide28.xml.rels><?xml version="1.0" encoding="UTF-8" standalone="yes"?>
<Relationships xmlns="http://schemas.openxmlformats.org/package/2006/relationships"><Relationship Id="rId8" Type="http://schemas.openxmlformats.org/officeDocument/2006/relationships/image" Target="../media/image27.png"/><Relationship Id="rId3" Type="http://schemas.openxmlformats.org/officeDocument/2006/relationships/image" Target="../media/image8.gif"/><Relationship Id="rId7" Type="http://schemas.openxmlformats.org/officeDocument/2006/relationships/image" Target="../media/image51.wmf"/><Relationship Id="rId12" Type="http://schemas.openxmlformats.org/officeDocument/2006/relationships/image" Target="../media/image2800.png"/><Relationship Id="rId2" Type="http://schemas.openxmlformats.org/officeDocument/2006/relationships/slideLayout" Target="../slideLayouts/slideLayout6.xml"/><Relationship Id="rId1" Type="http://schemas.openxmlformats.org/officeDocument/2006/relationships/vmlDrawing" Target="../drawings/vmlDrawing18.vml"/><Relationship Id="rId6" Type="http://schemas.openxmlformats.org/officeDocument/2006/relationships/oleObject" Target="../embeddings/oleObject43.bin"/><Relationship Id="rId11" Type="http://schemas.openxmlformats.org/officeDocument/2006/relationships/customXml" Target="../ink/ink39.xml"/><Relationship Id="rId5" Type="http://schemas.openxmlformats.org/officeDocument/2006/relationships/image" Target="../media/image50.wmf"/><Relationship Id="rId10" Type="http://schemas.openxmlformats.org/officeDocument/2006/relationships/image" Target="../media/image52.wmf"/><Relationship Id="rId4" Type="http://schemas.openxmlformats.org/officeDocument/2006/relationships/oleObject" Target="../embeddings/oleObject42.bin"/><Relationship Id="rId9" Type="http://schemas.openxmlformats.org/officeDocument/2006/relationships/oleObject" Target="../embeddings/oleObject44.bin"/></Relationships>
</file>

<file path=ppt/slides/_rels/slide29.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image" Target="../media/image8.gif"/><Relationship Id="rId1" Type="http://schemas.openxmlformats.org/officeDocument/2006/relationships/slideLayout" Target="../slideLayouts/slideLayout6.xml"/><Relationship Id="rId5" Type="http://schemas.openxmlformats.org/officeDocument/2006/relationships/image" Target="../media/image282.png"/><Relationship Id="rId4" Type="http://schemas.openxmlformats.org/officeDocument/2006/relationships/customXml" Target="../ink/ink40.xml"/></Relationships>
</file>

<file path=ppt/slides/_rels/slide30.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image" Target="../media/image8.gif"/><Relationship Id="rId1" Type="http://schemas.openxmlformats.org/officeDocument/2006/relationships/slideLayout" Target="../slideLayouts/slideLayout6.xml"/><Relationship Id="rId5" Type="http://schemas.openxmlformats.org/officeDocument/2006/relationships/image" Target="../media/image285.png"/><Relationship Id="rId4" Type="http://schemas.openxmlformats.org/officeDocument/2006/relationships/customXml" Target="../ink/ink41.xml"/></Relationships>
</file>

<file path=ppt/slides/_rels/slide31.xml.rels><?xml version="1.0" encoding="UTF-8" standalone="yes"?>
<Relationships xmlns="http://schemas.openxmlformats.org/package/2006/relationships"><Relationship Id="rId3" Type="http://schemas.openxmlformats.org/officeDocument/2006/relationships/customXml" Target="../ink/ink42.xml"/><Relationship Id="rId2" Type="http://schemas.openxmlformats.org/officeDocument/2006/relationships/image" Target="../media/image55.png"/><Relationship Id="rId1" Type="http://schemas.openxmlformats.org/officeDocument/2006/relationships/slideLayout" Target="../slideLayouts/slideLayout6.xml"/><Relationship Id="rId4" Type="http://schemas.openxmlformats.org/officeDocument/2006/relationships/image" Target="../media/image2870.png"/></Relationships>
</file>

<file path=ppt/slides/_rels/slide32.xml.rels><?xml version="1.0" encoding="UTF-8" standalone="yes"?>
<Relationships xmlns="http://schemas.openxmlformats.org/package/2006/relationships"><Relationship Id="rId3" Type="http://schemas.openxmlformats.org/officeDocument/2006/relationships/customXml" Target="../ink/ink43.xml"/><Relationship Id="rId2" Type="http://schemas.openxmlformats.org/officeDocument/2006/relationships/image" Target="../media/image55.png"/><Relationship Id="rId1" Type="http://schemas.openxmlformats.org/officeDocument/2006/relationships/slideLayout" Target="../slideLayouts/slideLayout6.xml"/><Relationship Id="rId4" Type="http://schemas.openxmlformats.org/officeDocument/2006/relationships/image" Target="../media/image2880.png"/></Relationships>
</file>

<file path=ppt/slides/_rels/slide33.xml.rels><?xml version="1.0" encoding="UTF-8" standalone="yes"?>
<Relationships xmlns="http://schemas.openxmlformats.org/package/2006/relationships"><Relationship Id="rId3" Type="http://schemas.openxmlformats.org/officeDocument/2006/relationships/image" Target="../media/image58.png"/><Relationship Id="rId7" Type="http://schemas.openxmlformats.org/officeDocument/2006/relationships/image" Target="../media/image57.wmf"/><Relationship Id="rId2" Type="http://schemas.openxmlformats.org/officeDocument/2006/relationships/slideLayout" Target="../slideLayouts/slideLayout6.xml"/><Relationship Id="rId1" Type="http://schemas.openxmlformats.org/officeDocument/2006/relationships/vmlDrawing" Target="../drawings/vmlDrawing19.vml"/><Relationship Id="rId6" Type="http://schemas.openxmlformats.org/officeDocument/2006/relationships/oleObject" Target="../embeddings/oleObject46.bin"/><Relationship Id="rId5" Type="http://schemas.openxmlformats.org/officeDocument/2006/relationships/image" Target="../media/image56.wmf"/><Relationship Id="rId4" Type="http://schemas.openxmlformats.org/officeDocument/2006/relationships/oleObject" Target="../embeddings/oleObject45.bin"/></Relationships>
</file>

<file path=ppt/slides/_rels/slide34.xml.rels><?xml version="1.0" encoding="UTF-8" standalone="yes"?>
<Relationships xmlns="http://schemas.openxmlformats.org/package/2006/relationships"><Relationship Id="rId8" Type="http://schemas.openxmlformats.org/officeDocument/2006/relationships/customXml" Target="../ink/ink44.xml"/><Relationship Id="rId3" Type="http://schemas.openxmlformats.org/officeDocument/2006/relationships/image" Target="../media/image58.png"/><Relationship Id="rId7" Type="http://schemas.openxmlformats.org/officeDocument/2006/relationships/image" Target="../media/image60.wmf"/><Relationship Id="rId2" Type="http://schemas.openxmlformats.org/officeDocument/2006/relationships/slideLayout" Target="../slideLayouts/slideLayout6.xml"/><Relationship Id="rId1" Type="http://schemas.openxmlformats.org/officeDocument/2006/relationships/vmlDrawing" Target="../drawings/vmlDrawing20.vml"/><Relationship Id="rId6" Type="http://schemas.openxmlformats.org/officeDocument/2006/relationships/oleObject" Target="../embeddings/oleObject48.bin"/><Relationship Id="rId5" Type="http://schemas.openxmlformats.org/officeDocument/2006/relationships/image" Target="../media/image59.wmf"/><Relationship Id="rId4" Type="http://schemas.openxmlformats.org/officeDocument/2006/relationships/oleObject" Target="../embeddings/oleObject47.bin"/><Relationship Id="rId9" Type="http://schemas.openxmlformats.org/officeDocument/2006/relationships/image" Target="../media/image294.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3" Type="http://schemas.openxmlformats.org/officeDocument/2006/relationships/customXml" Target="../ink/ink45.xml"/><Relationship Id="rId2" Type="http://schemas.openxmlformats.org/officeDocument/2006/relationships/image" Target="../media/image61.png"/><Relationship Id="rId1" Type="http://schemas.openxmlformats.org/officeDocument/2006/relationships/slideLayout" Target="../slideLayouts/slideLayout6.xml"/><Relationship Id="rId4" Type="http://schemas.openxmlformats.org/officeDocument/2006/relationships/image" Target="../media/image296.png"/></Relationships>
</file>

<file path=ppt/slides/_rels/slide37.xml.rels><?xml version="1.0" encoding="UTF-8" standalone="yes"?>
<Relationships xmlns="http://schemas.openxmlformats.org/package/2006/relationships"><Relationship Id="rId8" Type="http://schemas.openxmlformats.org/officeDocument/2006/relationships/image" Target="../media/image64.wmf"/><Relationship Id="rId3" Type="http://schemas.openxmlformats.org/officeDocument/2006/relationships/oleObject" Target="../embeddings/oleObject49.bin"/><Relationship Id="rId7" Type="http://schemas.openxmlformats.org/officeDocument/2006/relationships/oleObject" Target="../embeddings/oleObject51.bin"/><Relationship Id="rId2" Type="http://schemas.openxmlformats.org/officeDocument/2006/relationships/slideLayout" Target="../slideLayouts/slideLayout6.xml"/><Relationship Id="rId1" Type="http://schemas.openxmlformats.org/officeDocument/2006/relationships/vmlDrawing" Target="../drawings/vmlDrawing21.vml"/><Relationship Id="rId6" Type="http://schemas.openxmlformats.org/officeDocument/2006/relationships/image" Target="../media/image63.wmf"/><Relationship Id="rId5" Type="http://schemas.openxmlformats.org/officeDocument/2006/relationships/oleObject" Target="../embeddings/oleObject50.bin"/><Relationship Id="rId10" Type="http://schemas.openxmlformats.org/officeDocument/2006/relationships/image" Target="../media/image65.wmf"/><Relationship Id="rId4" Type="http://schemas.openxmlformats.org/officeDocument/2006/relationships/image" Target="../media/image62.wmf"/><Relationship Id="rId9" Type="http://schemas.openxmlformats.org/officeDocument/2006/relationships/oleObject" Target="../embeddings/oleObject52.bin"/></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CA3DAA2A-A18F-430A-8C21-9F54569E90F8}"/>
              </a:ext>
            </a:extLst>
          </p:cNvPr>
          <p:cNvSpPr>
            <a:spLocks noGrp="1"/>
          </p:cNvSpPr>
          <p:nvPr>
            <p:ph type="dt" sz="half" idx="10"/>
          </p:nvPr>
        </p:nvSpPr>
        <p:spPr/>
        <p:txBody>
          <a:bodyPr/>
          <a:lstStyle/>
          <a:p>
            <a:fld id="{C1F76289-D020-4E13-BF8C-12754C9CA5C0}" type="datetime1">
              <a:rPr lang="en-IN" smtClean="0"/>
              <a:pPr/>
              <a:t>17-02-2022</a:t>
            </a:fld>
            <a:endParaRPr lang="en-IN" dirty="0"/>
          </a:p>
        </p:txBody>
      </p:sp>
      <p:sp>
        <p:nvSpPr>
          <p:cNvPr id="5" name="Footer Placeholder 4">
            <a:extLst>
              <a:ext uri="{FF2B5EF4-FFF2-40B4-BE49-F238E27FC236}">
                <a16:creationId xmlns:a16="http://schemas.microsoft.com/office/drawing/2014/main" id="{6E2853B6-4481-4B80-9E88-8336E3697E52}"/>
              </a:ext>
            </a:extLst>
          </p:cNvPr>
          <p:cNvSpPr>
            <a:spLocks noGrp="1"/>
          </p:cNvSpPr>
          <p:nvPr>
            <p:ph type="ftr" sz="quarter" idx="11"/>
          </p:nvPr>
        </p:nvSpPr>
        <p:spPr/>
        <p:txBody>
          <a:bodyPr/>
          <a:lstStyle/>
          <a:p>
            <a:r>
              <a:rPr lang="en-IN"/>
              <a:t>Department of ECE, BIT, Mesra Ranchi</a:t>
            </a:r>
            <a:endParaRPr lang="en-IN" dirty="0"/>
          </a:p>
        </p:txBody>
      </p:sp>
      <p:sp>
        <p:nvSpPr>
          <p:cNvPr id="6" name="Slide Number Placeholder 5">
            <a:extLst>
              <a:ext uri="{FF2B5EF4-FFF2-40B4-BE49-F238E27FC236}">
                <a16:creationId xmlns:a16="http://schemas.microsoft.com/office/drawing/2014/main" id="{2B5D959B-CA68-4994-AF1B-D344217BAE63}"/>
              </a:ext>
            </a:extLst>
          </p:cNvPr>
          <p:cNvSpPr>
            <a:spLocks noGrp="1"/>
          </p:cNvSpPr>
          <p:nvPr>
            <p:ph type="sldNum" sz="quarter" idx="12"/>
          </p:nvPr>
        </p:nvSpPr>
        <p:spPr/>
        <p:txBody>
          <a:bodyPr/>
          <a:lstStyle/>
          <a:p>
            <a:fld id="{780713B5-9296-425E-8DDC-5B86ACA00944}" type="slidenum">
              <a:rPr lang="en-IN" smtClean="0"/>
              <a:pPr/>
              <a:t>1</a:t>
            </a:fld>
            <a:endParaRPr lang="en-IN" dirty="0"/>
          </a:p>
        </p:txBody>
      </p:sp>
      <p:sp>
        <p:nvSpPr>
          <p:cNvPr id="7" name="Rectangle 6">
            <a:extLst>
              <a:ext uri="{FF2B5EF4-FFF2-40B4-BE49-F238E27FC236}">
                <a16:creationId xmlns:a16="http://schemas.microsoft.com/office/drawing/2014/main" id="{F4815109-9F5A-4E09-B518-91E2CE277EB9}"/>
              </a:ext>
            </a:extLst>
          </p:cNvPr>
          <p:cNvSpPr/>
          <p:nvPr/>
        </p:nvSpPr>
        <p:spPr>
          <a:xfrm>
            <a:off x="1288953" y="215388"/>
            <a:ext cx="9614094" cy="700046"/>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ln w="0"/>
                <a:solidFill>
                  <a:srgbClr val="002060"/>
                </a:solidFill>
                <a:effectLst>
                  <a:outerShdw blurRad="38100" dist="25400" dir="5400000" algn="ctr" rotWithShape="0">
                    <a:srgbClr val="6E747A">
                      <a:alpha val="43000"/>
                    </a:srgbClr>
                  </a:outerShdw>
                </a:effectLst>
              </a:rPr>
              <a:t>Low Frequency Response of CE Amplifier</a:t>
            </a:r>
            <a:endParaRPr lang="en-IN" sz="4000" dirty="0">
              <a:ln w="0"/>
              <a:solidFill>
                <a:srgbClr val="002060"/>
              </a:solidFill>
              <a:effectLst>
                <a:outerShdw blurRad="38100" dist="25400" dir="5400000" algn="ctr" rotWithShape="0">
                  <a:srgbClr val="6E747A">
                    <a:alpha val="43000"/>
                  </a:srgbClr>
                </a:outerShdw>
              </a:effectLst>
            </a:endParaRPr>
          </a:p>
        </p:txBody>
      </p:sp>
      <p:graphicFrame>
        <p:nvGraphicFramePr>
          <p:cNvPr id="8" name="Object 28">
            <a:extLst>
              <a:ext uri="{FF2B5EF4-FFF2-40B4-BE49-F238E27FC236}">
                <a16:creationId xmlns:a16="http://schemas.microsoft.com/office/drawing/2014/main" id="{76627C56-880A-4441-A21B-9BC24CC90140}"/>
              </a:ext>
            </a:extLst>
          </p:cNvPr>
          <p:cNvGraphicFramePr>
            <a:graphicFrameLocks noChangeAspect="1"/>
          </p:cNvGraphicFramePr>
          <p:nvPr/>
        </p:nvGraphicFramePr>
        <p:xfrm>
          <a:off x="1834308" y="1174750"/>
          <a:ext cx="7924800" cy="5106988"/>
        </p:xfrm>
        <a:graphic>
          <a:graphicData uri="http://schemas.openxmlformats.org/presentationml/2006/ole">
            <mc:AlternateContent xmlns:mc="http://schemas.openxmlformats.org/markup-compatibility/2006">
              <mc:Choice xmlns:v="urn:schemas-microsoft-com:vml" Requires="v">
                <p:oleObj spid="_x0000_s1026" name="Visio" r:id="rId3" imgW="2884322" imgH="1858670" progId="Visio.Drawing.6">
                  <p:embed/>
                </p:oleObj>
              </mc:Choice>
              <mc:Fallback>
                <p:oleObj name="Visio" r:id="rId3" imgW="2884322" imgH="1858670" progId="Visio.Drawing.6">
                  <p:embed/>
                  <p:pic>
                    <p:nvPicPr>
                      <p:cNvPr id="8" name="Object 28">
                        <a:extLst>
                          <a:ext uri="{FF2B5EF4-FFF2-40B4-BE49-F238E27FC236}">
                            <a16:creationId xmlns:a16="http://schemas.microsoft.com/office/drawing/2014/main" id="{76627C56-880A-4441-A21B-9BC24CC9014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34308" y="1174750"/>
                        <a:ext cx="7924800" cy="5106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mc:AlternateContent xmlns:mc="http://schemas.openxmlformats.org/markup-compatibility/2006" xmlns:p14="http://schemas.microsoft.com/office/powerpoint/2010/main">
        <mc:Choice Requires="p14">
          <p:contentPart p14:bwMode="auto" r:id="rId5">
            <p14:nvContentPartPr>
              <p14:cNvPr id="9" name="Ink 8">
                <a:extLst>
                  <a:ext uri="{FF2B5EF4-FFF2-40B4-BE49-F238E27FC236}">
                    <a16:creationId xmlns:a16="http://schemas.microsoft.com/office/drawing/2014/main" id="{0399FEF1-B0AC-4AD7-B980-BEE86200D5E0}"/>
                  </a:ext>
                </a:extLst>
              </p14:cNvPr>
              <p14:cNvContentPartPr/>
              <p14:nvPr/>
            </p14:nvContentPartPr>
            <p14:xfrm>
              <a:off x="346320" y="987120"/>
              <a:ext cx="11493720" cy="5420520"/>
            </p14:xfrm>
          </p:contentPart>
        </mc:Choice>
        <mc:Fallback xmlns="">
          <p:pic>
            <p:nvPicPr>
              <p:cNvPr id="9" name="Ink 8">
                <a:extLst>
                  <a:ext uri="{FF2B5EF4-FFF2-40B4-BE49-F238E27FC236}">
                    <a16:creationId xmlns:a16="http://schemas.microsoft.com/office/drawing/2014/main" id="{0399FEF1-B0AC-4AD7-B980-BEE86200D5E0}"/>
                  </a:ext>
                </a:extLst>
              </p:cNvPr>
              <p:cNvPicPr/>
              <p:nvPr/>
            </p:nvPicPr>
            <p:blipFill>
              <a:blip r:embed="rId6"/>
              <a:stretch>
                <a:fillRect/>
              </a:stretch>
            </p:blipFill>
            <p:spPr>
              <a:xfrm>
                <a:off x="336960" y="977760"/>
                <a:ext cx="11512440" cy="5439240"/>
              </a:xfrm>
              <a:prstGeom prst="rect">
                <a:avLst/>
              </a:prstGeom>
            </p:spPr>
          </p:pic>
        </mc:Fallback>
      </mc:AlternateContent>
    </p:spTree>
    <p:extLst>
      <p:ext uri="{BB962C8B-B14F-4D97-AF65-F5344CB8AC3E}">
        <p14:creationId xmlns:p14="http://schemas.microsoft.com/office/powerpoint/2010/main" val="395447692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CA3DAA2A-A18F-430A-8C21-9F54569E90F8}"/>
              </a:ext>
            </a:extLst>
          </p:cNvPr>
          <p:cNvSpPr>
            <a:spLocks noGrp="1"/>
          </p:cNvSpPr>
          <p:nvPr>
            <p:ph type="dt" sz="half" idx="10"/>
          </p:nvPr>
        </p:nvSpPr>
        <p:spPr/>
        <p:txBody>
          <a:bodyPr/>
          <a:lstStyle/>
          <a:p>
            <a:fld id="{C1F76289-D020-4E13-BF8C-12754C9CA5C0}" type="datetime1">
              <a:rPr lang="en-IN" smtClean="0"/>
              <a:pPr/>
              <a:t>17-02-2022</a:t>
            </a:fld>
            <a:endParaRPr lang="en-IN" dirty="0"/>
          </a:p>
        </p:txBody>
      </p:sp>
      <p:sp>
        <p:nvSpPr>
          <p:cNvPr id="5" name="Footer Placeholder 4">
            <a:extLst>
              <a:ext uri="{FF2B5EF4-FFF2-40B4-BE49-F238E27FC236}">
                <a16:creationId xmlns:a16="http://schemas.microsoft.com/office/drawing/2014/main" id="{6E2853B6-4481-4B80-9E88-8336E3697E52}"/>
              </a:ext>
            </a:extLst>
          </p:cNvPr>
          <p:cNvSpPr>
            <a:spLocks noGrp="1"/>
          </p:cNvSpPr>
          <p:nvPr>
            <p:ph type="ftr" sz="quarter" idx="11"/>
          </p:nvPr>
        </p:nvSpPr>
        <p:spPr/>
        <p:txBody>
          <a:bodyPr/>
          <a:lstStyle/>
          <a:p>
            <a:r>
              <a:rPr lang="en-IN"/>
              <a:t>Department of ECE, BIT, Mesra Ranchi</a:t>
            </a:r>
            <a:endParaRPr lang="en-IN" dirty="0"/>
          </a:p>
        </p:txBody>
      </p:sp>
      <p:sp>
        <p:nvSpPr>
          <p:cNvPr id="6" name="Slide Number Placeholder 5">
            <a:extLst>
              <a:ext uri="{FF2B5EF4-FFF2-40B4-BE49-F238E27FC236}">
                <a16:creationId xmlns:a16="http://schemas.microsoft.com/office/drawing/2014/main" id="{2B5D959B-CA68-4994-AF1B-D344217BAE63}"/>
              </a:ext>
            </a:extLst>
          </p:cNvPr>
          <p:cNvSpPr>
            <a:spLocks noGrp="1"/>
          </p:cNvSpPr>
          <p:nvPr>
            <p:ph type="sldNum" sz="quarter" idx="12"/>
          </p:nvPr>
        </p:nvSpPr>
        <p:spPr/>
        <p:txBody>
          <a:bodyPr/>
          <a:lstStyle/>
          <a:p>
            <a:fld id="{780713B5-9296-425E-8DDC-5B86ACA00944}" type="slidenum">
              <a:rPr lang="en-IN" smtClean="0"/>
              <a:pPr/>
              <a:t>2</a:t>
            </a:fld>
            <a:endParaRPr lang="en-IN" dirty="0"/>
          </a:p>
        </p:txBody>
      </p:sp>
      <p:sp>
        <p:nvSpPr>
          <p:cNvPr id="8" name="Rectangle 7">
            <a:extLst>
              <a:ext uri="{FF2B5EF4-FFF2-40B4-BE49-F238E27FC236}">
                <a16:creationId xmlns:a16="http://schemas.microsoft.com/office/drawing/2014/main" id="{86AEF360-9889-47DE-9331-1227216505F8}"/>
              </a:ext>
            </a:extLst>
          </p:cNvPr>
          <p:cNvSpPr/>
          <p:nvPr/>
        </p:nvSpPr>
        <p:spPr>
          <a:xfrm>
            <a:off x="1288953" y="215388"/>
            <a:ext cx="9614094" cy="700046"/>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ln w="0"/>
                <a:solidFill>
                  <a:srgbClr val="002060"/>
                </a:solidFill>
                <a:effectLst>
                  <a:outerShdw blurRad="38100" dist="25400" dir="5400000" algn="ctr" rotWithShape="0">
                    <a:srgbClr val="6E747A">
                      <a:alpha val="43000"/>
                    </a:srgbClr>
                  </a:outerShdw>
                </a:effectLst>
              </a:rPr>
              <a:t>Low Frequency Response of CE Amplifier</a:t>
            </a:r>
            <a:endParaRPr lang="en-IN" sz="4000" dirty="0">
              <a:ln w="0"/>
              <a:solidFill>
                <a:srgbClr val="002060"/>
              </a:solidFill>
              <a:effectLst>
                <a:outerShdw blurRad="38100" dist="25400" dir="5400000" algn="ctr" rotWithShape="0">
                  <a:srgbClr val="6E747A">
                    <a:alpha val="43000"/>
                  </a:srgbClr>
                </a:outerShdw>
              </a:effectLst>
            </a:endParaRPr>
          </a:p>
        </p:txBody>
      </p:sp>
      <p:sp>
        <p:nvSpPr>
          <p:cNvPr id="7" name="TextBox 4">
            <a:extLst>
              <a:ext uri="{FF2B5EF4-FFF2-40B4-BE49-F238E27FC236}">
                <a16:creationId xmlns:a16="http://schemas.microsoft.com/office/drawing/2014/main" id="{F9D60A0C-5167-4694-8A41-22DE48121325}"/>
              </a:ext>
            </a:extLst>
          </p:cNvPr>
          <p:cNvSpPr txBox="1">
            <a:spLocks noChangeArrowheads="1"/>
          </p:cNvSpPr>
          <p:nvPr/>
        </p:nvSpPr>
        <p:spPr bwMode="auto">
          <a:xfrm>
            <a:off x="1288952" y="1028700"/>
            <a:ext cx="9614093" cy="53245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just" eaLnBrk="1" hangingPunct="1">
              <a:buFontTx/>
              <a:buChar char="•"/>
            </a:pPr>
            <a:r>
              <a:rPr lang="en-US" altLang="en-US" sz="2000" b="1" dirty="0">
                <a:solidFill>
                  <a:srgbClr val="FF0000"/>
                </a:solidFill>
              </a:rPr>
              <a:t>Why Coupling capacitors are opened for dc analysis and shorted for ac analysis?</a:t>
            </a:r>
          </a:p>
          <a:p>
            <a:pPr algn="just" eaLnBrk="1" hangingPunct="1">
              <a:buFontTx/>
              <a:buChar char="•"/>
            </a:pPr>
            <a:r>
              <a:rPr lang="en-US" altLang="en-US" sz="2000" dirty="0"/>
              <a:t>Since dc voltage has a frequency of zero, the reactance of a coupling capacitor is infinite at zero frequency. Therefore, coupling capacitor is opened for dc analysis. The reactance of coupling capacitor is very low for high frequency signal. Therefore, coupling capacitor is shorted for ac analysis. </a:t>
            </a:r>
          </a:p>
          <a:p>
            <a:pPr algn="just" eaLnBrk="1" hangingPunct="1">
              <a:buFontTx/>
              <a:buChar char="•"/>
            </a:pPr>
            <a:r>
              <a:rPr lang="en-US" altLang="en-US" sz="2000" b="1" dirty="0">
                <a:solidFill>
                  <a:srgbClr val="0000FF"/>
                </a:solidFill>
              </a:rPr>
              <a:t>Why dc voltage source is grounded for ac analysis?</a:t>
            </a:r>
          </a:p>
          <a:p>
            <a:pPr algn="just" eaLnBrk="1" hangingPunct="1">
              <a:buFontTx/>
              <a:buChar char="•"/>
            </a:pPr>
            <a:r>
              <a:rPr lang="en-US" altLang="en-US" sz="2000" dirty="0"/>
              <a:t>A dc voltage source has constant voltage across it. Therefore, any ac current flowing through it cannot produce an ac voltage across it. If no ac voltage can exist, the dc voltage source is equivalent to an ac short or ac ground.</a:t>
            </a:r>
          </a:p>
          <a:p>
            <a:pPr algn="just" eaLnBrk="1" hangingPunct="1">
              <a:buFontTx/>
              <a:buChar char="•"/>
            </a:pPr>
            <a:r>
              <a:rPr lang="en-US" altLang="en-US" sz="2000" dirty="0"/>
              <a:t>Another way to understand the idea is to recall the superposition theorem. </a:t>
            </a:r>
          </a:p>
          <a:p>
            <a:pPr algn="just" eaLnBrk="1" hangingPunct="1">
              <a:buFontTx/>
              <a:buChar char="•"/>
            </a:pPr>
            <a:r>
              <a:rPr lang="en-US" altLang="en-US" sz="2000" dirty="0"/>
              <a:t>In applying superposition theorem to a simple circuit that has a resistor, one end of which is connected to ac source and the other end is connected to a dc source.</a:t>
            </a:r>
          </a:p>
          <a:p>
            <a:pPr algn="just" eaLnBrk="1" hangingPunct="1">
              <a:buFontTx/>
              <a:buChar char="•"/>
            </a:pPr>
            <a:r>
              <a:rPr lang="en-US" altLang="en-US" sz="2000" dirty="0"/>
              <a:t>We can calculate the effect of each acting separately while the other is reduced to zero. Reducing the dc source to zero is equivalent of shorting it. Therefore, to calculate the effect of the ac source, we can short the dc voltage source.  </a:t>
            </a:r>
          </a:p>
        </p:txBody>
      </p:sp>
      <mc:AlternateContent xmlns:mc="http://schemas.openxmlformats.org/markup-compatibility/2006" xmlns:p14="http://schemas.microsoft.com/office/powerpoint/2010/main">
        <mc:Choice Requires="p14">
          <p:contentPart p14:bwMode="auto" r:id="rId2">
            <p14:nvContentPartPr>
              <p14:cNvPr id="3" name="Ink 2">
                <a:extLst>
                  <a:ext uri="{FF2B5EF4-FFF2-40B4-BE49-F238E27FC236}">
                    <a16:creationId xmlns:a16="http://schemas.microsoft.com/office/drawing/2014/main" id="{EB6152BB-3DA5-4B83-B136-94C92AAFBA94}"/>
                  </a:ext>
                </a:extLst>
              </p14:cNvPr>
              <p14:cNvContentPartPr/>
              <p14:nvPr/>
            </p14:nvContentPartPr>
            <p14:xfrm>
              <a:off x="1744560" y="2287440"/>
              <a:ext cx="9117000" cy="1846440"/>
            </p14:xfrm>
          </p:contentPart>
        </mc:Choice>
        <mc:Fallback xmlns="">
          <p:pic>
            <p:nvPicPr>
              <p:cNvPr id="3" name="Ink 2">
                <a:extLst>
                  <a:ext uri="{FF2B5EF4-FFF2-40B4-BE49-F238E27FC236}">
                    <a16:creationId xmlns:a16="http://schemas.microsoft.com/office/drawing/2014/main" id="{EB6152BB-3DA5-4B83-B136-94C92AAFBA94}"/>
                  </a:ext>
                </a:extLst>
              </p:cNvPr>
              <p:cNvPicPr/>
              <p:nvPr/>
            </p:nvPicPr>
            <p:blipFill>
              <a:blip r:embed="rId3"/>
              <a:stretch>
                <a:fillRect/>
              </a:stretch>
            </p:blipFill>
            <p:spPr>
              <a:xfrm>
                <a:off x="1735200" y="2278080"/>
                <a:ext cx="9135720" cy="1865160"/>
              </a:xfrm>
              <a:prstGeom prst="rect">
                <a:avLst/>
              </a:prstGeom>
            </p:spPr>
          </p:pic>
        </mc:Fallback>
      </mc:AlternateContent>
    </p:spTree>
    <p:extLst>
      <p:ext uri="{BB962C8B-B14F-4D97-AF65-F5344CB8AC3E}">
        <p14:creationId xmlns:p14="http://schemas.microsoft.com/office/powerpoint/2010/main" val="106108220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CA3DAA2A-A18F-430A-8C21-9F54569E90F8}"/>
              </a:ext>
            </a:extLst>
          </p:cNvPr>
          <p:cNvSpPr>
            <a:spLocks noGrp="1"/>
          </p:cNvSpPr>
          <p:nvPr>
            <p:ph type="dt" sz="half" idx="10"/>
          </p:nvPr>
        </p:nvSpPr>
        <p:spPr/>
        <p:txBody>
          <a:bodyPr/>
          <a:lstStyle/>
          <a:p>
            <a:fld id="{C1F76289-D020-4E13-BF8C-12754C9CA5C0}" type="datetime1">
              <a:rPr lang="en-IN" smtClean="0"/>
              <a:pPr/>
              <a:t>17-02-2022</a:t>
            </a:fld>
            <a:endParaRPr lang="en-IN" dirty="0"/>
          </a:p>
        </p:txBody>
      </p:sp>
      <p:sp>
        <p:nvSpPr>
          <p:cNvPr id="5" name="Footer Placeholder 4">
            <a:extLst>
              <a:ext uri="{FF2B5EF4-FFF2-40B4-BE49-F238E27FC236}">
                <a16:creationId xmlns:a16="http://schemas.microsoft.com/office/drawing/2014/main" id="{6E2853B6-4481-4B80-9E88-8336E3697E52}"/>
              </a:ext>
            </a:extLst>
          </p:cNvPr>
          <p:cNvSpPr>
            <a:spLocks noGrp="1"/>
          </p:cNvSpPr>
          <p:nvPr>
            <p:ph type="ftr" sz="quarter" idx="11"/>
          </p:nvPr>
        </p:nvSpPr>
        <p:spPr/>
        <p:txBody>
          <a:bodyPr/>
          <a:lstStyle/>
          <a:p>
            <a:r>
              <a:rPr lang="en-IN"/>
              <a:t>Department of ECE, BIT, Mesra Ranchi</a:t>
            </a:r>
            <a:endParaRPr lang="en-IN" dirty="0"/>
          </a:p>
        </p:txBody>
      </p:sp>
      <p:sp>
        <p:nvSpPr>
          <p:cNvPr id="6" name="Slide Number Placeholder 5">
            <a:extLst>
              <a:ext uri="{FF2B5EF4-FFF2-40B4-BE49-F238E27FC236}">
                <a16:creationId xmlns:a16="http://schemas.microsoft.com/office/drawing/2014/main" id="{2B5D959B-CA68-4994-AF1B-D344217BAE63}"/>
              </a:ext>
            </a:extLst>
          </p:cNvPr>
          <p:cNvSpPr>
            <a:spLocks noGrp="1"/>
          </p:cNvSpPr>
          <p:nvPr>
            <p:ph type="sldNum" sz="quarter" idx="12"/>
          </p:nvPr>
        </p:nvSpPr>
        <p:spPr/>
        <p:txBody>
          <a:bodyPr/>
          <a:lstStyle/>
          <a:p>
            <a:fld id="{780713B5-9296-425E-8DDC-5B86ACA00944}" type="slidenum">
              <a:rPr lang="en-IN" smtClean="0"/>
              <a:pPr/>
              <a:t>3</a:t>
            </a:fld>
            <a:endParaRPr lang="en-IN" dirty="0"/>
          </a:p>
        </p:txBody>
      </p:sp>
      <p:sp>
        <p:nvSpPr>
          <p:cNvPr id="7" name="Rectangle 6">
            <a:extLst>
              <a:ext uri="{FF2B5EF4-FFF2-40B4-BE49-F238E27FC236}">
                <a16:creationId xmlns:a16="http://schemas.microsoft.com/office/drawing/2014/main" id="{B38FF1FF-69C1-4646-B4A7-6E3894A28D65}"/>
              </a:ext>
            </a:extLst>
          </p:cNvPr>
          <p:cNvSpPr/>
          <p:nvPr/>
        </p:nvSpPr>
        <p:spPr>
          <a:xfrm>
            <a:off x="1288953" y="1218683"/>
            <a:ext cx="9614094" cy="2985433"/>
          </a:xfrm>
          <a:prstGeom prst="rect">
            <a:avLst/>
          </a:prstGeom>
        </p:spPr>
        <p:txBody>
          <a:bodyPr wrap="square">
            <a:spAutoFit/>
          </a:bodyPr>
          <a:lstStyle/>
          <a:p>
            <a:pPr marL="342900" marR="408305" indent="-342900" algn="just" defTabSz="914400">
              <a:spcBef>
                <a:spcPct val="20000"/>
              </a:spcBef>
              <a:buBlip>
                <a:blip r:embed="rId2"/>
              </a:buBlip>
            </a:pPr>
            <a:r>
              <a:rPr lang="en-CA" sz="2000" b="1" dirty="0">
                <a:solidFill>
                  <a:srgbClr val="0000FF"/>
                </a:solidFill>
                <a:latin typeface="Times New Roman" panose="02020603050405020304" pitchFamily="18" charset="0"/>
                <a:cs typeface="Times New Roman" panose="02020603050405020304" pitchFamily="18" charset="0"/>
              </a:rPr>
              <a:t>Notation:   </a:t>
            </a:r>
            <a:r>
              <a:rPr lang="en-CA" sz="2000" dirty="0">
                <a:latin typeface="Times New Roman" panose="02020603050405020304" pitchFamily="18" charset="0"/>
                <a:cs typeface="Times New Roman" panose="02020603050405020304" pitchFamily="18" charset="0"/>
              </a:rPr>
              <a:t>At this point it is important to make a few remarks on transistor symbols.   Specifically, instantaneous values of quantities which vary with time are represented by lowercase letters (</a:t>
            </a:r>
            <a:r>
              <a:rPr lang="en-CA" sz="2000" b="1" i="1" dirty="0" err="1">
                <a:solidFill>
                  <a:srgbClr val="0000FF"/>
                </a:solidFill>
                <a:latin typeface="Times New Roman" panose="02020603050405020304" pitchFamily="18" charset="0"/>
                <a:cs typeface="Times New Roman" panose="02020603050405020304" pitchFamily="18" charset="0"/>
              </a:rPr>
              <a:t>i</a:t>
            </a:r>
            <a:r>
              <a:rPr lang="en-CA" sz="2000" b="1" dirty="0">
                <a:solidFill>
                  <a:srgbClr val="0000FF"/>
                </a:solidFill>
                <a:latin typeface="Times New Roman" panose="02020603050405020304" pitchFamily="18" charset="0"/>
                <a:cs typeface="Times New Roman" panose="02020603050405020304" pitchFamily="18" charset="0"/>
              </a:rPr>
              <a:t> </a:t>
            </a:r>
            <a:r>
              <a:rPr lang="en-CA" sz="2000" dirty="0">
                <a:latin typeface="Times New Roman" panose="02020603050405020304" pitchFamily="18" charset="0"/>
                <a:cs typeface="Times New Roman" panose="02020603050405020304" pitchFamily="18" charset="0"/>
              </a:rPr>
              <a:t>for current, </a:t>
            </a:r>
            <a:r>
              <a:rPr lang="en-CA" sz="2000" b="1" i="1" dirty="0">
                <a:solidFill>
                  <a:srgbClr val="0000FF"/>
                </a:solidFill>
                <a:latin typeface="Times New Roman" panose="02020603050405020304" pitchFamily="18" charset="0"/>
                <a:cs typeface="Times New Roman" panose="02020603050405020304" pitchFamily="18" charset="0"/>
              </a:rPr>
              <a:t>v</a:t>
            </a:r>
            <a:r>
              <a:rPr lang="en-CA" sz="2000" dirty="0">
                <a:latin typeface="Times New Roman" panose="02020603050405020304" pitchFamily="18" charset="0"/>
                <a:cs typeface="Times New Roman" panose="02020603050405020304" pitchFamily="18" charset="0"/>
              </a:rPr>
              <a:t> for voltage, and </a:t>
            </a:r>
            <a:r>
              <a:rPr lang="en-CA" sz="2000" i="1" dirty="0">
                <a:latin typeface="Times New Roman" panose="02020603050405020304" pitchFamily="18" charset="0"/>
                <a:cs typeface="Times New Roman" panose="02020603050405020304" pitchFamily="18" charset="0"/>
              </a:rPr>
              <a:t>p</a:t>
            </a:r>
            <a:r>
              <a:rPr lang="en-CA" sz="2000" dirty="0">
                <a:latin typeface="Times New Roman" panose="02020603050405020304" pitchFamily="18" charset="0"/>
                <a:cs typeface="Times New Roman" panose="02020603050405020304" pitchFamily="18" charset="0"/>
              </a:rPr>
              <a:t> for power).   </a:t>
            </a:r>
          </a:p>
          <a:p>
            <a:pPr marL="342900" marR="408305" indent="-342900" algn="just" defTabSz="914400">
              <a:spcBef>
                <a:spcPct val="20000"/>
              </a:spcBef>
              <a:buBlip>
                <a:blip r:embed="rId2"/>
              </a:buBlip>
            </a:pPr>
            <a:r>
              <a:rPr lang="en-CA" sz="2000" dirty="0">
                <a:latin typeface="Times New Roman" panose="02020603050405020304" pitchFamily="18" charset="0"/>
                <a:cs typeface="Times New Roman" panose="02020603050405020304" pitchFamily="18" charset="0"/>
              </a:rPr>
              <a:t>Maximum, average (dc), and effective, or root-mean-</a:t>
            </a:r>
            <a:br>
              <a:rPr lang="en-CA" sz="2000" dirty="0">
                <a:latin typeface="Times New Roman" panose="02020603050405020304" pitchFamily="18" charset="0"/>
                <a:cs typeface="Times New Roman" panose="02020603050405020304" pitchFamily="18" charset="0"/>
              </a:rPr>
            </a:br>
            <a:r>
              <a:rPr lang="en-CA" sz="2000" dirty="0">
                <a:latin typeface="Times New Roman" panose="02020603050405020304" pitchFamily="18" charset="0"/>
                <a:cs typeface="Times New Roman" panose="02020603050405020304" pitchFamily="18" charset="0"/>
              </a:rPr>
              <a:t>square (rms), values are represented by the uppercase letter of the proper symbol (</a:t>
            </a:r>
            <a:r>
              <a:rPr lang="en-CA" sz="2000" b="1" i="1" dirty="0">
                <a:solidFill>
                  <a:srgbClr val="0000FF"/>
                </a:solidFill>
                <a:latin typeface="Times New Roman" panose="02020603050405020304" pitchFamily="18" charset="0"/>
                <a:cs typeface="Times New Roman" panose="02020603050405020304" pitchFamily="18" charset="0"/>
              </a:rPr>
              <a:t>I</a:t>
            </a:r>
            <a:r>
              <a:rPr lang="en-CA" sz="2000" b="1" dirty="0">
                <a:solidFill>
                  <a:srgbClr val="0000FF"/>
                </a:solidFill>
                <a:latin typeface="Times New Roman" panose="02020603050405020304" pitchFamily="18" charset="0"/>
                <a:cs typeface="Times New Roman" panose="02020603050405020304" pitchFamily="18" charset="0"/>
              </a:rPr>
              <a:t>, </a:t>
            </a:r>
            <a:r>
              <a:rPr lang="en-CA" sz="2000" b="1" i="1" dirty="0">
                <a:solidFill>
                  <a:srgbClr val="0000FF"/>
                </a:solidFill>
                <a:latin typeface="Times New Roman" panose="02020603050405020304" pitchFamily="18" charset="0"/>
                <a:cs typeface="Times New Roman" panose="02020603050405020304" pitchFamily="18" charset="0"/>
              </a:rPr>
              <a:t>V</a:t>
            </a:r>
            <a:r>
              <a:rPr lang="en-CA" sz="2000" dirty="0">
                <a:latin typeface="Times New Roman" panose="02020603050405020304" pitchFamily="18" charset="0"/>
                <a:cs typeface="Times New Roman" panose="02020603050405020304" pitchFamily="18" charset="0"/>
              </a:rPr>
              <a:t>, or </a:t>
            </a:r>
            <a:r>
              <a:rPr lang="en-CA" sz="2000" i="1" dirty="0">
                <a:latin typeface="Times New Roman" panose="02020603050405020304" pitchFamily="18" charset="0"/>
                <a:cs typeface="Times New Roman" panose="02020603050405020304" pitchFamily="18" charset="0"/>
              </a:rPr>
              <a:t>P</a:t>
            </a:r>
            <a:r>
              <a:rPr lang="en-CA" sz="2000" dirty="0">
                <a:latin typeface="Times New Roman" panose="02020603050405020304" pitchFamily="18" charset="0"/>
                <a:cs typeface="Times New Roman" panose="02020603050405020304" pitchFamily="18" charset="0"/>
              </a:rPr>
              <a:t>).   </a:t>
            </a:r>
          </a:p>
          <a:p>
            <a:pPr marL="342900" marR="408305" indent="-342900" algn="just" defTabSz="914400">
              <a:spcBef>
                <a:spcPct val="20000"/>
              </a:spcBef>
              <a:buBlip>
                <a:blip r:embed="rId2"/>
              </a:buBlip>
            </a:pPr>
            <a:r>
              <a:rPr lang="en-CA" sz="2000" dirty="0">
                <a:latin typeface="Times New Roman" panose="02020603050405020304" pitchFamily="18" charset="0"/>
                <a:cs typeface="Times New Roman" panose="02020603050405020304" pitchFamily="18" charset="0"/>
              </a:rPr>
              <a:t>Average	(dc) values and instantaneous total values are indicated by the uppercase subscript of the proper electrode symbol	(</a:t>
            </a:r>
            <a:r>
              <a:rPr lang="en-CA" sz="2000" i="1" dirty="0">
                <a:latin typeface="Times New Roman" panose="02020603050405020304" pitchFamily="18" charset="0"/>
                <a:cs typeface="Times New Roman" panose="02020603050405020304" pitchFamily="18" charset="0"/>
              </a:rPr>
              <a:t>B</a:t>
            </a:r>
            <a:r>
              <a:rPr lang="en-CA" sz="2000" dirty="0">
                <a:latin typeface="Times New Roman" panose="02020603050405020304" pitchFamily="18" charset="0"/>
                <a:cs typeface="Times New Roman" panose="02020603050405020304" pitchFamily="18" charset="0"/>
              </a:rPr>
              <a:t> for base, </a:t>
            </a:r>
            <a:r>
              <a:rPr lang="en-CA" sz="2000" i="1" dirty="0">
                <a:latin typeface="Times New Roman" panose="02020603050405020304" pitchFamily="18" charset="0"/>
                <a:cs typeface="Times New Roman" panose="02020603050405020304" pitchFamily="18" charset="0"/>
              </a:rPr>
              <a:t>C</a:t>
            </a:r>
            <a:r>
              <a:rPr lang="en-CA" sz="2000" dirty="0">
                <a:latin typeface="Times New Roman" panose="02020603050405020304" pitchFamily="18" charset="0"/>
                <a:cs typeface="Times New Roman" panose="02020603050405020304" pitchFamily="18" charset="0"/>
              </a:rPr>
              <a:t> for collector, </a:t>
            </a:r>
            <a:r>
              <a:rPr lang="en-CA" sz="2000" i="1" dirty="0">
                <a:latin typeface="Times New Roman" panose="02020603050405020304" pitchFamily="18" charset="0"/>
                <a:cs typeface="Times New Roman" panose="02020603050405020304" pitchFamily="18" charset="0"/>
              </a:rPr>
              <a:t>E</a:t>
            </a:r>
            <a:r>
              <a:rPr lang="en-CA" sz="2000" dirty="0">
                <a:latin typeface="Times New Roman" panose="02020603050405020304" pitchFamily="18" charset="0"/>
                <a:cs typeface="Times New Roman" panose="02020603050405020304" pitchFamily="18" charset="0"/>
              </a:rPr>
              <a:t> for emitter).  </a:t>
            </a:r>
          </a:p>
        </p:txBody>
      </p:sp>
      <p:sp>
        <p:nvSpPr>
          <p:cNvPr id="9" name="Rectangle 8">
            <a:extLst>
              <a:ext uri="{FF2B5EF4-FFF2-40B4-BE49-F238E27FC236}">
                <a16:creationId xmlns:a16="http://schemas.microsoft.com/office/drawing/2014/main" id="{FD8571CE-D55D-465C-A61F-690578293147}"/>
              </a:ext>
            </a:extLst>
          </p:cNvPr>
          <p:cNvSpPr/>
          <p:nvPr/>
        </p:nvSpPr>
        <p:spPr>
          <a:xfrm>
            <a:off x="1288953" y="215388"/>
            <a:ext cx="9614094" cy="700046"/>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ln w="0"/>
                <a:solidFill>
                  <a:srgbClr val="002060"/>
                </a:solidFill>
                <a:effectLst>
                  <a:outerShdw blurRad="38100" dist="25400" dir="5400000" algn="ctr" rotWithShape="0">
                    <a:srgbClr val="6E747A">
                      <a:alpha val="43000"/>
                    </a:srgbClr>
                  </a:outerShdw>
                </a:effectLst>
              </a:rPr>
              <a:t>Low Frequency Response of CE Amplifier</a:t>
            </a:r>
            <a:endParaRPr lang="en-IN" sz="4000" dirty="0">
              <a:ln w="0"/>
              <a:solidFill>
                <a:srgbClr val="002060"/>
              </a:solidFill>
              <a:effectLst>
                <a:outerShdw blurRad="38100" dist="25400" dir="5400000" algn="ctr" rotWithShape="0">
                  <a:srgbClr val="6E747A">
                    <a:alpha val="43000"/>
                  </a:srgbClr>
                </a:outerShdw>
              </a:effectLst>
            </a:endParaRPr>
          </a:p>
        </p:txBody>
      </p:sp>
      <mc:AlternateContent xmlns:mc="http://schemas.openxmlformats.org/markup-compatibility/2006" xmlns:p14="http://schemas.microsoft.com/office/powerpoint/2010/main">
        <mc:Choice Requires="p14">
          <p:contentPart p14:bwMode="auto" r:id="rId3">
            <p14:nvContentPartPr>
              <p14:cNvPr id="2" name="Ink 1">
                <a:extLst>
                  <a:ext uri="{FF2B5EF4-FFF2-40B4-BE49-F238E27FC236}">
                    <a16:creationId xmlns:a16="http://schemas.microsoft.com/office/drawing/2014/main" id="{6EE974FD-D463-4F5D-BAFB-86E93512332F}"/>
                  </a:ext>
                </a:extLst>
              </p14:cNvPr>
              <p14:cNvContentPartPr/>
              <p14:nvPr/>
            </p14:nvContentPartPr>
            <p14:xfrm>
              <a:off x="1958400" y="1798200"/>
              <a:ext cx="8407800" cy="2384640"/>
            </p14:xfrm>
          </p:contentPart>
        </mc:Choice>
        <mc:Fallback xmlns="">
          <p:pic>
            <p:nvPicPr>
              <p:cNvPr id="2" name="Ink 1">
                <a:extLst>
                  <a:ext uri="{FF2B5EF4-FFF2-40B4-BE49-F238E27FC236}">
                    <a16:creationId xmlns:a16="http://schemas.microsoft.com/office/drawing/2014/main" id="{6EE974FD-D463-4F5D-BAFB-86E93512332F}"/>
                  </a:ext>
                </a:extLst>
              </p:cNvPr>
              <p:cNvPicPr/>
              <p:nvPr/>
            </p:nvPicPr>
            <p:blipFill>
              <a:blip r:embed="rId4"/>
              <a:stretch>
                <a:fillRect/>
              </a:stretch>
            </p:blipFill>
            <p:spPr>
              <a:xfrm>
                <a:off x="1949040" y="1788840"/>
                <a:ext cx="8426520" cy="240336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3" name="Ink 2">
                <a:extLst>
                  <a:ext uri="{FF2B5EF4-FFF2-40B4-BE49-F238E27FC236}">
                    <a16:creationId xmlns:a16="http://schemas.microsoft.com/office/drawing/2014/main" id="{D0A848AB-09AD-4AA3-9F59-9C2B118A73FB}"/>
                  </a:ext>
                </a:extLst>
              </p14:cNvPr>
              <p14:cNvContentPartPr/>
              <p14:nvPr/>
            </p14:nvContentPartPr>
            <p14:xfrm>
              <a:off x="4047840" y="1867320"/>
              <a:ext cx="6487200" cy="1934640"/>
            </p14:xfrm>
          </p:contentPart>
        </mc:Choice>
        <mc:Fallback xmlns="">
          <p:pic>
            <p:nvPicPr>
              <p:cNvPr id="3" name="Ink 2">
                <a:extLst>
                  <a:ext uri="{FF2B5EF4-FFF2-40B4-BE49-F238E27FC236}">
                    <a16:creationId xmlns:a16="http://schemas.microsoft.com/office/drawing/2014/main" id="{D0A848AB-09AD-4AA3-9F59-9C2B118A73FB}"/>
                  </a:ext>
                </a:extLst>
              </p:cNvPr>
              <p:cNvPicPr/>
              <p:nvPr/>
            </p:nvPicPr>
            <p:blipFill>
              <a:blip r:embed="rId6"/>
              <a:stretch>
                <a:fillRect/>
              </a:stretch>
            </p:blipFill>
            <p:spPr>
              <a:xfrm>
                <a:off x="4038480" y="1857960"/>
                <a:ext cx="6505920" cy="1953360"/>
              </a:xfrm>
              <a:prstGeom prst="rect">
                <a:avLst/>
              </a:prstGeom>
            </p:spPr>
          </p:pic>
        </mc:Fallback>
      </mc:AlternateContent>
    </p:spTree>
    <p:extLst>
      <p:ext uri="{BB962C8B-B14F-4D97-AF65-F5344CB8AC3E}">
        <p14:creationId xmlns:p14="http://schemas.microsoft.com/office/powerpoint/2010/main" val="270414244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CA3DAA2A-A18F-430A-8C21-9F54569E90F8}"/>
              </a:ext>
            </a:extLst>
          </p:cNvPr>
          <p:cNvSpPr>
            <a:spLocks noGrp="1"/>
          </p:cNvSpPr>
          <p:nvPr>
            <p:ph type="dt" sz="half" idx="10"/>
          </p:nvPr>
        </p:nvSpPr>
        <p:spPr/>
        <p:txBody>
          <a:bodyPr/>
          <a:lstStyle/>
          <a:p>
            <a:fld id="{C1F76289-D020-4E13-BF8C-12754C9CA5C0}" type="datetime1">
              <a:rPr lang="en-IN" smtClean="0"/>
              <a:pPr/>
              <a:t>17-02-2022</a:t>
            </a:fld>
            <a:endParaRPr lang="en-IN" dirty="0"/>
          </a:p>
        </p:txBody>
      </p:sp>
      <p:sp>
        <p:nvSpPr>
          <p:cNvPr id="5" name="Footer Placeholder 4">
            <a:extLst>
              <a:ext uri="{FF2B5EF4-FFF2-40B4-BE49-F238E27FC236}">
                <a16:creationId xmlns:a16="http://schemas.microsoft.com/office/drawing/2014/main" id="{6E2853B6-4481-4B80-9E88-8336E3697E52}"/>
              </a:ext>
            </a:extLst>
          </p:cNvPr>
          <p:cNvSpPr>
            <a:spLocks noGrp="1"/>
          </p:cNvSpPr>
          <p:nvPr>
            <p:ph type="ftr" sz="quarter" idx="11"/>
          </p:nvPr>
        </p:nvSpPr>
        <p:spPr/>
        <p:txBody>
          <a:bodyPr/>
          <a:lstStyle/>
          <a:p>
            <a:r>
              <a:rPr lang="en-IN"/>
              <a:t>Department of ECE, BIT, Mesra Ranchi</a:t>
            </a:r>
            <a:endParaRPr lang="en-IN" dirty="0"/>
          </a:p>
        </p:txBody>
      </p:sp>
      <p:sp>
        <p:nvSpPr>
          <p:cNvPr id="6" name="Slide Number Placeholder 5">
            <a:extLst>
              <a:ext uri="{FF2B5EF4-FFF2-40B4-BE49-F238E27FC236}">
                <a16:creationId xmlns:a16="http://schemas.microsoft.com/office/drawing/2014/main" id="{2B5D959B-CA68-4994-AF1B-D344217BAE63}"/>
              </a:ext>
            </a:extLst>
          </p:cNvPr>
          <p:cNvSpPr>
            <a:spLocks noGrp="1"/>
          </p:cNvSpPr>
          <p:nvPr>
            <p:ph type="sldNum" sz="quarter" idx="12"/>
          </p:nvPr>
        </p:nvSpPr>
        <p:spPr/>
        <p:txBody>
          <a:bodyPr/>
          <a:lstStyle/>
          <a:p>
            <a:fld id="{780713B5-9296-425E-8DDC-5B86ACA00944}" type="slidenum">
              <a:rPr lang="en-IN" smtClean="0"/>
              <a:pPr/>
              <a:t>4</a:t>
            </a:fld>
            <a:endParaRPr lang="en-IN" dirty="0"/>
          </a:p>
        </p:txBody>
      </p:sp>
      <p:sp>
        <p:nvSpPr>
          <p:cNvPr id="7" name="Rectangle 6">
            <a:extLst>
              <a:ext uri="{FF2B5EF4-FFF2-40B4-BE49-F238E27FC236}">
                <a16:creationId xmlns:a16="http://schemas.microsoft.com/office/drawing/2014/main" id="{A9D79110-2C2A-480B-A80A-97FBBB88AFE9}"/>
              </a:ext>
            </a:extLst>
          </p:cNvPr>
          <p:cNvSpPr/>
          <p:nvPr/>
        </p:nvSpPr>
        <p:spPr>
          <a:xfrm>
            <a:off x="1244005" y="1420702"/>
            <a:ext cx="9144003" cy="2923877"/>
          </a:xfrm>
          <a:prstGeom prst="rect">
            <a:avLst/>
          </a:prstGeom>
        </p:spPr>
        <p:txBody>
          <a:bodyPr wrap="square">
            <a:spAutoFit/>
          </a:bodyPr>
          <a:lstStyle/>
          <a:p>
            <a:pPr marL="342900" marR="408305" indent="-342900" algn="just" defTabSz="914400">
              <a:spcBef>
                <a:spcPct val="20000"/>
              </a:spcBef>
              <a:buBlip>
                <a:blip r:embed="rId3"/>
              </a:buBlip>
            </a:pPr>
            <a:r>
              <a:rPr lang="en-CA" sz="2000" dirty="0">
                <a:latin typeface="Times New Roman" panose="02020603050405020304" pitchFamily="18" charset="0"/>
                <a:cs typeface="Times New Roman" panose="02020603050405020304" pitchFamily="18" charset="0"/>
              </a:rPr>
              <a:t>Varying components from some </a:t>
            </a:r>
            <a:r>
              <a:rPr lang="en-CA" sz="2000" dirty="0"/>
              <a:t>quiescent value are indicated by the lowercase subscript of the proper electrode symbol.   A single subscript is used if the reference electrode is clearly understood.   If there is any possibility of ambiguity, the conventional double-subscript notation should be used.   </a:t>
            </a:r>
          </a:p>
          <a:p>
            <a:pPr marL="342900" marR="408305" indent="-342900" algn="just" defTabSz="914400">
              <a:spcBef>
                <a:spcPct val="20000"/>
              </a:spcBef>
              <a:buBlip>
                <a:blip r:embed="rId3"/>
              </a:buBlip>
            </a:pPr>
            <a:r>
              <a:rPr lang="en-CA" sz="2000" dirty="0"/>
              <a:t>For example, in Figs. 8-3a to </a:t>
            </a:r>
            <a:r>
              <a:rPr lang="en-CA" sz="2000" i="1" dirty="0"/>
              <a:t>d </a:t>
            </a:r>
            <a:r>
              <a:rPr lang="en-CA" sz="2000" dirty="0"/>
              <a:t>and 8-1, we show collector and base currents and voltages in the common-emitter transistor configuration, employing the notation just described. The collector and emitter current and voltage component variations from the corresponding quiescent values are</a:t>
            </a:r>
            <a:endParaRPr lang="en-CA" sz="2000" dirty="0">
              <a:latin typeface="Times New Roman" panose="02020603050405020304" pitchFamily="18" charset="0"/>
              <a:cs typeface="Times New Roman" panose="02020603050405020304" pitchFamily="18" charset="0"/>
            </a:endParaRPr>
          </a:p>
        </p:txBody>
      </p:sp>
      <p:graphicFrame>
        <p:nvGraphicFramePr>
          <p:cNvPr id="9" name="Object 8">
            <a:extLst>
              <a:ext uri="{FF2B5EF4-FFF2-40B4-BE49-F238E27FC236}">
                <a16:creationId xmlns:a16="http://schemas.microsoft.com/office/drawing/2014/main" id="{63E42011-B945-488C-9966-21073C359F64}"/>
              </a:ext>
            </a:extLst>
          </p:cNvPr>
          <p:cNvGraphicFramePr>
            <a:graphicFrameLocks noChangeAspect="1"/>
          </p:cNvGraphicFramePr>
          <p:nvPr/>
        </p:nvGraphicFramePr>
        <p:xfrm>
          <a:off x="1627029" y="4086501"/>
          <a:ext cx="6392863" cy="966788"/>
        </p:xfrm>
        <a:graphic>
          <a:graphicData uri="http://schemas.openxmlformats.org/presentationml/2006/ole">
            <mc:AlternateContent xmlns:mc="http://schemas.openxmlformats.org/markup-compatibility/2006">
              <mc:Choice xmlns:v="urn:schemas-microsoft-com:vml" Requires="v">
                <p:oleObj spid="_x0000_s2050" name="Equation" r:id="rId4" imgW="2603160" imgH="393480" progId="Equation.DSMT4">
                  <p:embed/>
                </p:oleObj>
              </mc:Choice>
              <mc:Fallback>
                <p:oleObj name="Equation" r:id="rId4" imgW="2603160" imgH="393480" progId="Equation.DSMT4">
                  <p:embed/>
                  <p:pic>
                    <p:nvPicPr>
                      <p:cNvPr id="9" name="Object 8">
                        <a:extLst>
                          <a:ext uri="{FF2B5EF4-FFF2-40B4-BE49-F238E27FC236}">
                            <a16:creationId xmlns:a16="http://schemas.microsoft.com/office/drawing/2014/main" id="{63E42011-B945-488C-9966-21073C359F64}"/>
                          </a:ext>
                        </a:extLst>
                      </p:cNvPr>
                      <p:cNvPicPr/>
                      <p:nvPr/>
                    </p:nvPicPr>
                    <p:blipFill>
                      <a:blip r:embed="rId5"/>
                      <a:stretch>
                        <a:fillRect/>
                      </a:stretch>
                    </p:blipFill>
                    <p:spPr>
                      <a:xfrm>
                        <a:off x="1627029" y="4086501"/>
                        <a:ext cx="6392863" cy="966788"/>
                      </a:xfrm>
                      <a:prstGeom prst="rect">
                        <a:avLst/>
                      </a:prstGeom>
                    </p:spPr>
                  </p:pic>
                </p:oleObj>
              </mc:Fallback>
            </mc:AlternateContent>
          </a:graphicData>
        </a:graphic>
      </p:graphicFrame>
      <p:sp>
        <p:nvSpPr>
          <p:cNvPr id="10" name="Rectangle 9">
            <a:extLst>
              <a:ext uri="{FF2B5EF4-FFF2-40B4-BE49-F238E27FC236}">
                <a16:creationId xmlns:a16="http://schemas.microsoft.com/office/drawing/2014/main" id="{5E749E40-B261-4E47-A103-0ACBC713A608}"/>
              </a:ext>
            </a:extLst>
          </p:cNvPr>
          <p:cNvSpPr/>
          <p:nvPr/>
        </p:nvSpPr>
        <p:spPr>
          <a:xfrm>
            <a:off x="1288953" y="215388"/>
            <a:ext cx="9614094" cy="700046"/>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ln w="0"/>
                <a:solidFill>
                  <a:srgbClr val="002060"/>
                </a:solidFill>
                <a:effectLst>
                  <a:outerShdw blurRad="38100" dist="25400" dir="5400000" algn="ctr" rotWithShape="0">
                    <a:srgbClr val="6E747A">
                      <a:alpha val="43000"/>
                    </a:srgbClr>
                  </a:outerShdw>
                </a:effectLst>
              </a:rPr>
              <a:t>Low Frequency Response of CE Amplifier</a:t>
            </a:r>
            <a:endParaRPr lang="en-IN" sz="4000" dirty="0">
              <a:ln w="0"/>
              <a:solidFill>
                <a:srgbClr val="002060"/>
              </a:solidFill>
              <a:effectLst>
                <a:outerShdw blurRad="38100" dist="25400" dir="5400000" algn="ctr" rotWithShape="0">
                  <a:srgbClr val="6E747A">
                    <a:alpha val="43000"/>
                  </a:srgbClr>
                </a:outerShdw>
              </a:effectLst>
            </a:endParaRPr>
          </a:p>
        </p:txBody>
      </p:sp>
      <mc:AlternateContent xmlns:mc="http://schemas.openxmlformats.org/markup-compatibility/2006" xmlns:p14="http://schemas.microsoft.com/office/powerpoint/2010/main">
        <mc:Choice Requires="p14">
          <p:contentPart p14:bwMode="auto" r:id="rId6">
            <p14:nvContentPartPr>
              <p14:cNvPr id="2" name="Ink 1">
                <a:extLst>
                  <a:ext uri="{FF2B5EF4-FFF2-40B4-BE49-F238E27FC236}">
                    <a16:creationId xmlns:a16="http://schemas.microsoft.com/office/drawing/2014/main" id="{4A9FC12F-A75B-4D3C-AD45-A82DE3BAEDE0}"/>
                  </a:ext>
                </a:extLst>
              </p14:cNvPr>
              <p14:cNvContentPartPr/>
              <p14:nvPr/>
            </p14:nvContentPartPr>
            <p14:xfrm>
              <a:off x="2976480" y="4470840"/>
              <a:ext cx="360" cy="360"/>
            </p14:xfrm>
          </p:contentPart>
        </mc:Choice>
        <mc:Fallback xmlns="">
          <p:pic>
            <p:nvPicPr>
              <p:cNvPr id="2" name="Ink 1">
                <a:extLst>
                  <a:ext uri="{FF2B5EF4-FFF2-40B4-BE49-F238E27FC236}">
                    <a16:creationId xmlns:a16="http://schemas.microsoft.com/office/drawing/2014/main" id="{4A9FC12F-A75B-4D3C-AD45-A82DE3BAEDE0}"/>
                  </a:ext>
                </a:extLst>
              </p:cNvPr>
              <p:cNvPicPr/>
              <p:nvPr/>
            </p:nvPicPr>
            <p:blipFill>
              <a:blip r:embed="rId7"/>
              <a:stretch>
                <a:fillRect/>
              </a:stretch>
            </p:blipFill>
            <p:spPr>
              <a:xfrm>
                <a:off x="2967120" y="4461480"/>
                <a:ext cx="19080" cy="19080"/>
              </a:xfrm>
              <a:prstGeom prst="rect">
                <a:avLst/>
              </a:prstGeom>
            </p:spPr>
          </p:pic>
        </mc:Fallback>
      </mc:AlternateContent>
    </p:spTree>
    <p:extLst>
      <p:ext uri="{BB962C8B-B14F-4D97-AF65-F5344CB8AC3E}">
        <p14:creationId xmlns:p14="http://schemas.microsoft.com/office/powerpoint/2010/main" val="428530020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CA3DAA2A-A18F-430A-8C21-9F54569E90F8}"/>
              </a:ext>
            </a:extLst>
          </p:cNvPr>
          <p:cNvSpPr>
            <a:spLocks noGrp="1"/>
          </p:cNvSpPr>
          <p:nvPr>
            <p:ph type="dt" sz="half" idx="10"/>
          </p:nvPr>
        </p:nvSpPr>
        <p:spPr/>
        <p:txBody>
          <a:bodyPr/>
          <a:lstStyle/>
          <a:p>
            <a:fld id="{C1F76289-D020-4E13-BF8C-12754C9CA5C0}" type="datetime1">
              <a:rPr lang="en-IN" smtClean="0"/>
              <a:pPr/>
              <a:t>17-02-2022</a:t>
            </a:fld>
            <a:endParaRPr lang="en-IN" dirty="0"/>
          </a:p>
        </p:txBody>
      </p:sp>
      <p:sp>
        <p:nvSpPr>
          <p:cNvPr id="5" name="Footer Placeholder 4">
            <a:extLst>
              <a:ext uri="{FF2B5EF4-FFF2-40B4-BE49-F238E27FC236}">
                <a16:creationId xmlns:a16="http://schemas.microsoft.com/office/drawing/2014/main" id="{6E2853B6-4481-4B80-9E88-8336E3697E52}"/>
              </a:ext>
            </a:extLst>
          </p:cNvPr>
          <p:cNvSpPr>
            <a:spLocks noGrp="1"/>
          </p:cNvSpPr>
          <p:nvPr>
            <p:ph type="ftr" sz="quarter" idx="11"/>
          </p:nvPr>
        </p:nvSpPr>
        <p:spPr/>
        <p:txBody>
          <a:bodyPr/>
          <a:lstStyle/>
          <a:p>
            <a:r>
              <a:rPr lang="en-IN"/>
              <a:t>Department of ECE, BIT, Mesra Ranchi</a:t>
            </a:r>
            <a:endParaRPr lang="en-IN" dirty="0"/>
          </a:p>
        </p:txBody>
      </p:sp>
      <p:sp>
        <p:nvSpPr>
          <p:cNvPr id="6" name="Slide Number Placeholder 5">
            <a:extLst>
              <a:ext uri="{FF2B5EF4-FFF2-40B4-BE49-F238E27FC236}">
                <a16:creationId xmlns:a16="http://schemas.microsoft.com/office/drawing/2014/main" id="{2B5D959B-CA68-4994-AF1B-D344217BAE63}"/>
              </a:ext>
            </a:extLst>
          </p:cNvPr>
          <p:cNvSpPr>
            <a:spLocks noGrp="1"/>
          </p:cNvSpPr>
          <p:nvPr>
            <p:ph type="sldNum" sz="quarter" idx="12"/>
          </p:nvPr>
        </p:nvSpPr>
        <p:spPr/>
        <p:txBody>
          <a:bodyPr/>
          <a:lstStyle/>
          <a:p>
            <a:fld id="{780713B5-9296-425E-8DDC-5B86ACA00944}" type="slidenum">
              <a:rPr lang="en-IN" smtClean="0"/>
              <a:pPr/>
              <a:t>5</a:t>
            </a:fld>
            <a:endParaRPr lang="en-IN" dirty="0"/>
          </a:p>
        </p:txBody>
      </p:sp>
      <p:sp>
        <p:nvSpPr>
          <p:cNvPr id="7" name="Rectangle 6">
            <a:extLst>
              <a:ext uri="{FF2B5EF4-FFF2-40B4-BE49-F238E27FC236}">
                <a16:creationId xmlns:a16="http://schemas.microsoft.com/office/drawing/2014/main" id="{68DE2F3F-EF32-483E-B806-C34F5CF37FEF}"/>
              </a:ext>
            </a:extLst>
          </p:cNvPr>
          <p:cNvSpPr/>
          <p:nvPr/>
        </p:nvSpPr>
        <p:spPr>
          <a:xfrm>
            <a:off x="1540849" y="4040127"/>
            <a:ext cx="9717258" cy="2308324"/>
          </a:xfrm>
          <a:prstGeom prst="rect">
            <a:avLst/>
          </a:prstGeom>
        </p:spPr>
        <p:txBody>
          <a:bodyPr wrap="square">
            <a:spAutoFit/>
          </a:bodyPr>
          <a:lstStyle/>
          <a:p>
            <a:pPr marL="342900" marR="408305" indent="-342900" algn="just" defTabSz="914400">
              <a:spcBef>
                <a:spcPct val="20000"/>
              </a:spcBef>
              <a:spcAft>
                <a:spcPts val="0"/>
              </a:spcAft>
              <a:buBlip>
                <a:blip r:embed="rId2"/>
              </a:buBlip>
            </a:pPr>
            <a:r>
              <a:rPr lang="en-CA" sz="2000" dirty="0">
                <a:latin typeface="Times New Roman" panose="02020603050405020304" pitchFamily="18" charset="0"/>
                <a:cs typeface="Times New Roman" panose="02020603050405020304" pitchFamily="18" charset="0"/>
              </a:rPr>
              <a:t>The box in Fig. 8-4 represents a two-port network.   We may select two of the four quantities as the independent variables and express the remaining two in terms of the chosen independent variables.   </a:t>
            </a:r>
          </a:p>
          <a:p>
            <a:pPr marL="342900" marR="408305" indent="-342900" algn="just" defTabSz="914400">
              <a:spcBef>
                <a:spcPct val="20000"/>
              </a:spcBef>
              <a:spcAft>
                <a:spcPts val="0"/>
              </a:spcAft>
              <a:buBlip>
                <a:blip r:embed="rId2"/>
              </a:buBlip>
            </a:pPr>
            <a:r>
              <a:rPr lang="en-CA" sz="2000" dirty="0">
                <a:latin typeface="Times New Roman" panose="02020603050405020304" pitchFamily="18" charset="0"/>
                <a:cs typeface="Times New Roman" panose="02020603050405020304" pitchFamily="18" charset="0"/>
              </a:rPr>
              <a:t>It should be noted that, in general, we are not free to select the independent variables arbitrarily. For example, if the two-port device is an ideal transformer, we cannot pick the two voltages </a:t>
            </a:r>
            <a:r>
              <a:rPr lang="en-CA" sz="2000" i="1" dirty="0">
                <a:latin typeface="Times New Roman" panose="02020603050405020304" pitchFamily="18" charset="0"/>
                <a:cs typeface="Times New Roman" panose="02020603050405020304" pitchFamily="18" charset="0"/>
              </a:rPr>
              <a:t>v</a:t>
            </a:r>
            <a:r>
              <a:rPr lang="en-CA" sz="2000" baseline="-25000" dirty="0">
                <a:latin typeface="Times New Roman" panose="02020603050405020304" pitchFamily="18" charset="0"/>
                <a:cs typeface="Times New Roman" panose="02020603050405020304" pitchFamily="18" charset="0"/>
              </a:rPr>
              <a:t>1</a:t>
            </a:r>
            <a:r>
              <a:rPr lang="en-CA" sz="2000" dirty="0">
                <a:latin typeface="Times New Roman" panose="02020603050405020304" pitchFamily="18" charset="0"/>
                <a:cs typeface="Times New Roman" panose="02020603050405020304" pitchFamily="18" charset="0"/>
              </a:rPr>
              <a:t> and </a:t>
            </a:r>
            <a:r>
              <a:rPr lang="en-CA" sz="2000" i="1" dirty="0">
                <a:latin typeface="Times New Roman" panose="02020603050405020304" pitchFamily="18" charset="0"/>
                <a:cs typeface="Times New Roman" panose="02020603050405020304" pitchFamily="18" charset="0"/>
              </a:rPr>
              <a:t>v</a:t>
            </a:r>
            <a:r>
              <a:rPr lang="en-CA" sz="2000" baseline="-25000" dirty="0">
                <a:latin typeface="Times New Roman" panose="02020603050405020304" pitchFamily="18" charset="0"/>
                <a:cs typeface="Times New Roman" panose="02020603050405020304" pitchFamily="18" charset="0"/>
              </a:rPr>
              <a:t>2</a:t>
            </a:r>
            <a:r>
              <a:rPr lang="en-CA" sz="2000" dirty="0">
                <a:latin typeface="Times New Roman" panose="02020603050405020304" pitchFamily="18" charset="0"/>
                <a:cs typeface="Times New Roman" panose="02020603050405020304" pitchFamily="18" charset="0"/>
              </a:rPr>
              <a:t> as the independent variables because their ratio is a constant equal to the transformer turns ratio.</a:t>
            </a:r>
          </a:p>
        </p:txBody>
      </p:sp>
      <p:grpSp>
        <p:nvGrpSpPr>
          <p:cNvPr id="9" name="Group 8">
            <a:extLst>
              <a:ext uri="{FF2B5EF4-FFF2-40B4-BE49-F238E27FC236}">
                <a16:creationId xmlns:a16="http://schemas.microsoft.com/office/drawing/2014/main" id="{86BA76DD-9EE5-4011-8B6F-EC3AF461141A}"/>
              </a:ext>
            </a:extLst>
          </p:cNvPr>
          <p:cNvGrpSpPr/>
          <p:nvPr/>
        </p:nvGrpSpPr>
        <p:grpSpPr>
          <a:xfrm>
            <a:off x="1778264" y="1779494"/>
            <a:ext cx="7810500" cy="2416944"/>
            <a:chOff x="1108413" y="4051542"/>
            <a:chExt cx="7810500" cy="2416944"/>
          </a:xfrm>
        </p:grpSpPr>
        <p:pic>
          <p:nvPicPr>
            <p:cNvPr id="10" name="Picture 9">
              <a:extLst>
                <a:ext uri="{FF2B5EF4-FFF2-40B4-BE49-F238E27FC236}">
                  <a16:creationId xmlns:a16="http://schemas.microsoft.com/office/drawing/2014/main" id="{6D5868A4-0509-47B6-BEB5-B73BA85E4150}"/>
                </a:ext>
              </a:extLst>
            </p:cNvPr>
            <p:cNvPicPr>
              <a:picLocks noChangeAspect="1"/>
            </p:cNvPicPr>
            <p:nvPr/>
          </p:nvPicPr>
          <p:blipFill>
            <a:blip r:embed="rId3"/>
            <a:stretch>
              <a:fillRect/>
            </a:stretch>
          </p:blipFill>
          <p:spPr>
            <a:xfrm>
              <a:off x="1108413" y="4051542"/>
              <a:ext cx="7810500" cy="2047875"/>
            </a:xfrm>
            <a:prstGeom prst="rect">
              <a:avLst/>
            </a:prstGeom>
          </p:spPr>
        </p:pic>
        <p:sp>
          <p:nvSpPr>
            <p:cNvPr id="11" name="Rectangle 10">
              <a:extLst>
                <a:ext uri="{FF2B5EF4-FFF2-40B4-BE49-F238E27FC236}">
                  <a16:creationId xmlns:a16="http://schemas.microsoft.com/office/drawing/2014/main" id="{A45D5878-DC00-4FF4-A684-F774EAF2732A}"/>
                </a:ext>
              </a:extLst>
            </p:cNvPr>
            <p:cNvSpPr/>
            <p:nvPr/>
          </p:nvSpPr>
          <p:spPr>
            <a:xfrm>
              <a:off x="4439982" y="6099154"/>
              <a:ext cx="986167" cy="369332"/>
            </a:xfrm>
            <a:prstGeom prst="rect">
              <a:avLst/>
            </a:prstGeom>
          </p:spPr>
          <p:txBody>
            <a:bodyPr wrap="none">
              <a:spAutoFit/>
            </a:bodyPr>
            <a:lstStyle/>
            <a:p>
              <a:r>
                <a:rPr lang="en-CA" b="1" dirty="0">
                  <a:solidFill>
                    <a:srgbClr val="0000FF"/>
                  </a:solidFill>
                  <a:latin typeface="Times New Roman" panose="02020603050405020304" pitchFamily="18" charset="0"/>
                  <a:cs typeface="Times New Roman" panose="02020603050405020304" pitchFamily="18" charset="0"/>
                </a:rPr>
                <a:t>Fig. 8-4 </a:t>
              </a:r>
              <a:endParaRPr lang="en-US" b="1" dirty="0">
                <a:solidFill>
                  <a:srgbClr val="0000FF"/>
                </a:solidFill>
              </a:endParaRPr>
            </a:p>
          </p:txBody>
        </p:sp>
      </p:grpSp>
      <p:sp>
        <p:nvSpPr>
          <p:cNvPr id="12" name="Rectangle 11">
            <a:extLst>
              <a:ext uri="{FF2B5EF4-FFF2-40B4-BE49-F238E27FC236}">
                <a16:creationId xmlns:a16="http://schemas.microsoft.com/office/drawing/2014/main" id="{C10C5FAE-ED02-4EF9-9C69-4CC8D690615F}"/>
              </a:ext>
            </a:extLst>
          </p:cNvPr>
          <p:cNvSpPr/>
          <p:nvPr/>
        </p:nvSpPr>
        <p:spPr>
          <a:xfrm>
            <a:off x="1288953" y="215388"/>
            <a:ext cx="9614094" cy="700046"/>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ln w="0"/>
                <a:solidFill>
                  <a:srgbClr val="002060"/>
                </a:solidFill>
                <a:effectLst>
                  <a:outerShdw blurRad="38100" dist="25400" dir="5400000" algn="ctr" rotWithShape="0">
                    <a:srgbClr val="6E747A">
                      <a:alpha val="43000"/>
                    </a:srgbClr>
                  </a:outerShdw>
                </a:effectLst>
              </a:rPr>
              <a:t>Low Frequency Response of CE Amplifier</a:t>
            </a:r>
            <a:endParaRPr lang="en-IN" sz="4000" dirty="0">
              <a:ln w="0"/>
              <a:solidFill>
                <a:srgbClr val="002060"/>
              </a:solidFill>
              <a:effectLst>
                <a:outerShdw blurRad="38100" dist="25400" dir="5400000" algn="ctr" rotWithShape="0">
                  <a:srgbClr val="6E747A">
                    <a:alpha val="43000"/>
                  </a:srgbClr>
                </a:outerShdw>
              </a:effectLst>
            </a:endParaRPr>
          </a:p>
        </p:txBody>
      </p:sp>
      <p:sp>
        <p:nvSpPr>
          <p:cNvPr id="13" name="Content Placeholder 2">
            <a:extLst>
              <a:ext uri="{FF2B5EF4-FFF2-40B4-BE49-F238E27FC236}">
                <a16:creationId xmlns:a16="http://schemas.microsoft.com/office/drawing/2014/main" id="{7C6808C5-3214-45B7-9C78-BEFAA14C3FDF}"/>
              </a:ext>
            </a:extLst>
          </p:cNvPr>
          <p:cNvSpPr txBox="1">
            <a:spLocks/>
          </p:cNvSpPr>
          <p:nvPr/>
        </p:nvSpPr>
        <p:spPr>
          <a:xfrm>
            <a:off x="1435392" y="981547"/>
            <a:ext cx="8918917" cy="515155"/>
          </a:xfrm>
          <a:prstGeom prst="rect">
            <a:avLst/>
          </a:prstGeom>
        </p:spPr>
        <p:txBody>
          <a:bodyPr>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buNone/>
            </a:pPr>
            <a:r>
              <a:rPr lang="en-US" sz="2800" b="1" dirty="0">
                <a:solidFill>
                  <a:srgbClr val="0070C0"/>
                </a:solidFill>
                <a:effectLst>
                  <a:outerShdw blurRad="38100" dist="38100" dir="2700000" algn="tl">
                    <a:srgbClr val="000000">
                      <a:alpha val="43137"/>
                    </a:srgbClr>
                  </a:outerShdw>
                </a:effectLst>
              </a:rPr>
              <a:t>Two-port devices and the hybrid model</a:t>
            </a:r>
          </a:p>
        </p:txBody>
      </p:sp>
      <mc:AlternateContent xmlns:mc="http://schemas.openxmlformats.org/markup-compatibility/2006" xmlns:p14="http://schemas.microsoft.com/office/powerpoint/2010/main">
        <mc:Choice Requires="p14">
          <p:contentPart p14:bwMode="auto" r:id="rId4">
            <p14:nvContentPartPr>
              <p14:cNvPr id="2" name="Ink 1">
                <a:extLst>
                  <a:ext uri="{FF2B5EF4-FFF2-40B4-BE49-F238E27FC236}">
                    <a16:creationId xmlns:a16="http://schemas.microsoft.com/office/drawing/2014/main" id="{9F863B65-6B07-47B2-A20E-AD12FE6FF32E}"/>
                  </a:ext>
                </a:extLst>
              </p14:cNvPr>
              <p14:cNvContentPartPr/>
              <p14:nvPr/>
            </p14:nvContentPartPr>
            <p14:xfrm>
              <a:off x="2124360" y="1078200"/>
              <a:ext cx="9851040" cy="5328000"/>
            </p14:xfrm>
          </p:contentPart>
        </mc:Choice>
        <mc:Fallback xmlns="">
          <p:pic>
            <p:nvPicPr>
              <p:cNvPr id="2" name="Ink 1">
                <a:extLst>
                  <a:ext uri="{FF2B5EF4-FFF2-40B4-BE49-F238E27FC236}">
                    <a16:creationId xmlns:a16="http://schemas.microsoft.com/office/drawing/2014/main" id="{9F863B65-6B07-47B2-A20E-AD12FE6FF32E}"/>
                  </a:ext>
                </a:extLst>
              </p:cNvPr>
              <p:cNvPicPr/>
              <p:nvPr/>
            </p:nvPicPr>
            <p:blipFill>
              <a:blip r:embed="rId5"/>
              <a:stretch>
                <a:fillRect/>
              </a:stretch>
            </p:blipFill>
            <p:spPr>
              <a:xfrm>
                <a:off x="2115000" y="1068840"/>
                <a:ext cx="9869760" cy="534672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3" name="Ink 2">
                <a:extLst>
                  <a:ext uri="{FF2B5EF4-FFF2-40B4-BE49-F238E27FC236}">
                    <a16:creationId xmlns:a16="http://schemas.microsoft.com/office/drawing/2014/main" id="{B01A6328-C112-4D4A-9BCC-854C71A3AEB8}"/>
                  </a:ext>
                </a:extLst>
              </p14:cNvPr>
              <p14:cNvContentPartPr/>
              <p14:nvPr/>
            </p14:nvContentPartPr>
            <p14:xfrm>
              <a:off x="3282480" y="2438640"/>
              <a:ext cx="8035920" cy="1375920"/>
            </p14:xfrm>
          </p:contentPart>
        </mc:Choice>
        <mc:Fallback xmlns="">
          <p:pic>
            <p:nvPicPr>
              <p:cNvPr id="3" name="Ink 2">
                <a:extLst>
                  <a:ext uri="{FF2B5EF4-FFF2-40B4-BE49-F238E27FC236}">
                    <a16:creationId xmlns:a16="http://schemas.microsoft.com/office/drawing/2014/main" id="{B01A6328-C112-4D4A-9BCC-854C71A3AEB8}"/>
                  </a:ext>
                </a:extLst>
              </p:cNvPr>
              <p:cNvPicPr/>
              <p:nvPr/>
            </p:nvPicPr>
            <p:blipFill>
              <a:blip r:embed="rId7"/>
              <a:stretch>
                <a:fillRect/>
              </a:stretch>
            </p:blipFill>
            <p:spPr>
              <a:xfrm>
                <a:off x="3273120" y="2429280"/>
                <a:ext cx="8054640" cy="1394640"/>
              </a:xfrm>
              <a:prstGeom prst="rect">
                <a:avLst/>
              </a:prstGeom>
            </p:spPr>
          </p:pic>
        </mc:Fallback>
      </mc:AlternateContent>
    </p:spTree>
    <p:extLst>
      <p:ext uri="{BB962C8B-B14F-4D97-AF65-F5344CB8AC3E}">
        <p14:creationId xmlns:p14="http://schemas.microsoft.com/office/powerpoint/2010/main" val="183130089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0C267D99-C5AF-4D68-A85B-55DA1DB86774}"/>
              </a:ext>
            </a:extLst>
          </p:cNvPr>
          <p:cNvSpPr/>
          <p:nvPr/>
        </p:nvSpPr>
        <p:spPr>
          <a:xfrm>
            <a:off x="1024266" y="1155313"/>
            <a:ext cx="10947994" cy="400110"/>
          </a:xfrm>
          <a:prstGeom prst="rect">
            <a:avLst/>
          </a:prstGeom>
        </p:spPr>
        <p:txBody>
          <a:bodyPr wrap="square">
            <a:spAutoFit/>
          </a:bodyPr>
          <a:lstStyle/>
          <a:p>
            <a:pPr marL="342900" marR="408305" indent="-342900" algn="just">
              <a:spcBef>
                <a:spcPct val="20000"/>
              </a:spcBef>
              <a:buBlip>
                <a:blip r:embed="rId3"/>
              </a:buBlip>
            </a:pPr>
            <a:r>
              <a:rPr lang="en-CA" sz="2000" dirty="0">
                <a:latin typeface="Times New Roman" panose="02020603050405020304" pitchFamily="18" charset="0"/>
                <a:cs typeface="Times New Roman" panose="02020603050405020304" pitchFamily="18" charset="0"/>
              </a:rPr>
              <a:t>If the current </a:t>
            </a:r>
            <a:r>
              <a:rPr lang="en-CA" sz="2000" i="1" dirty="0">
                <a:latin typeface="Times New Roman" panose="02020603050405020304" pitchFamily="18" charset="0"/>
                <a:cs typeface="Times New Roman" panose="02020603050405020304" pitchFamily="18" charset="0"/>
              </a:rPr>
              <a:t>i</a:t>
            </a:r>
            <a:r>
              <a:rPr lang="en-CA" sz="2000" baseline="-25000" dirty="0">
                <a:latin typeface="Times New Roman" panose="02020603050405020304" pitchFamily="18" charset="0"/>
                <a:cs typeface="Times New Roman" panose="02020603050405020304" pitchFamily="18" charset="0"/>
              </a:rPr>
              <a:t>1</a:t>
            </a:r>
            <a:r>
              <a:rPr lang="en-CA" sz="2000" dirty="0">
                <a:latin typeface="Times New Roman" panose="02020603050405020304" pitchFamily="18" charset="0"/>
                <a:cs typeface="Times New Roman" panose="02020603050405020304" pitchFamily="18" charset="0"/>
              </a:rPr>
              <a:t> and the voltage </a:t>
            </a:r>
            <a:r>
              <a:rPr lang="en-CA" sz="2000" i="1" dirty="0">
                <a:latin typeface="Times New Roman" panose="02020603050405020304" pitchFamily="18" charset="0"/>
                <a:cs typeface="Times New Roman" panose="02020603050405020304" pitchFamily="18" charset="0"/>
              </a:rPr>
              <a:t>v</a:t>
            </a:r>
            <a:r>
              <a:rPr lang="en-CA" sz="2000" baseline="-25000" dirty="0">
                <a:latin typeface="Times New Roman" panose="02020603050405020304" pitchFamily="18" charset="0"/>
                <a:cs typeface="Times New Roman" panose="02020603050405020304" pitchFamily="18" charset="0"/>
              </a:rPr>
              <a:t>2</a:t>
            </a:r>
            <a:r>
              <a:rPr lang="en-CA" sz="2000" dirty="0">
                <a:latin typeface="Times New Roman" panose="02020603050405020304" pitchFamily="18" charset="0"/>
                <a:cs typeface="Times New Roman" panose="02020603050405020304" pitchFamily="18" charset="0"/>
              </a:rPr>
              <a:t> are independent and if the two-port is linear, we may write</a:t>
            </a:r>
            <a:endParaRPr lang="en-US" sz="2000" dirty="0">
              <a:latin typeface="Times New Roman" panose="02020603050405020304" pitchFamily="18" charset="0"/>
              <a:cs typeface="Times New Roman" panose="02020603050405020304" pitchFamily="18" charset="0"/>
            </a:endParaRPr>
          </a:p>
        </p:txBody>
      </p:sp>
      <p:grpSp>
        <p:nvGrpSpPr>
          <p:cNvPr id="9" name="Group 8">
            <a:extLst>
              <a:ext uri="{FF2B5EF4-FFF2-40B4-BE49-F238E27FC236}">
                <a16:creationId xmlns:a16="http://schemas.microsoft.com/office/drawing/2014/main" id="{14F7547D-14E3-4BBF-90A7-C529DABE6629}"/>
              </a:ext>
            </a:extLst>
          </p:cNvPr>
          <p:cNvGrpSpPr/>
          <p:nvPr/>
        </p:nvGrpSpPr>
        <p:grpSpPr>
          <a:xfrm>
            <a:off x="7347098" y="1650766"/>
            <a:ext cx="4465674" cy="1903725"/>
            <a:chOff x="1108413" y="4051542"/>
            <a:chExt cx="7810500" cy="2401032"/>
          </a:xfrm>
        </p:grpSpPr>
        <p:pic>
          <p:nvPicPr>
            <p:cNvPr id="7" name="Picture 6">
              <a:extLst>
                <a:ext uri="{FF2B5EF4-FFF2-40B4-BE49-F238E27FC236}">
                  <a16:creationId xmlns:a16="http://schemas.microsoft.com/office/drawing/2014/main" id="{1338F625-B7BF-47B2-B920-5BE2E999E885}"/>
                </a:ext>
              </a:extLst>
            </p:cNvPr>
            <p:cNvPicPr>
              <a:picLocks noChangeAspect="1"/>
            </p:cNvPicPr>
            <p:nvPr/>
          </p:nvPicPr>
          <p:blipFill>
            <a:blip r:embed="rId4"/>
            <a:stretch>
              <a:fillRect/>
            </a:stretch>
          </p:blipFill>
          <p:spPr>
            <a:xfrm>
              <a:off x="1108413" y="4051542"/>
              <a:ext cx="7810500" cy="2047875"/>
            </a:xfrm>
            <a:prstGeom prst="rect">
              <a:avLst/>
            </a:prstGeom>
          </p:spPr>
        </p:pic>
        <p:sp>
          <p:nvSpPr>
            <p:cNvPr id="8" name="Rectangle 7">
              <a:extLst>
                <a:ext uri="{FF2B5EF4-FFF2-40B4-BE49-F238E27FC236}">
                  <a16:creationId xmlns:a16="http://schemas.microsoft.com/office/drawing/2014/main" id="{26F3AAEE-8DF5-48F7-9CA9-3C158D7B8339}"/>
                </a:ext>
              </a:extLst>
            </p:cNvPr>
            <p:cNvSpPr/>
            <p:nvPr/>
          </p:nvSpPr>
          <p:spPr>
            <a:xfrm>
              <a:off x="3867260" y="5986762"/>
              <a:ext cx="1146875" cy="465812"/>
            </a:xfrm>
            <a:prstGeom prst="rect">
              <a:avLst/>
            </a:prstGeom>
          </p:spPr>
          <p:txBody>
            <a:bodyPr wrap="none">
              <a:spAutoFit/>
            </a:bodyPr>
            <a:lstStyle/>
            <a:p>
              <a:r>
                <a:rPr lang="en-CA" b="1" dirty="0">
                  <a:solidFill>
                    <a:srgbClr val="0000FF"/>
                  </a:solidFill>
                  <a:latin typeface="Times New Roman" panose="02020603050405020304" pitchFamily="18" charset="0"/>
                  <a:cs typeface="Times New Roman" panose="02020603050405020304" pitchFamily="18" charset="0"/>
                </a:rPr>
                <a:t>Fig. 8-4 </a:t>
              </a:r>
              <a:endParaRPr lang="en-US" b="1" dirty="0">
                <a:solidFill>
                  <a:srgbClr val="0000FF"/>
                </a:solidFill>
              </a:endParaRPr>
            </a:p>
          </p:txBody>
        </p:sp>
      </p:grpSp>
      <p:sp>
        <p:nvSpPr>
          <p:cNvPr id="11" name="Rectangle 10">
            <a:extLst>
              <a:ext uri="{FF2B5EF4-FFF2-40B4-BE49-F238E27FC236}">
                <a16:creationId xmlns:a16="http://schemas.microsoft.com/office/drawing/2014/main" id="{1A128088-D667-4F64-B64B-190D3CBBC9F5}"/>
              </a:ext>
            </a:extLst>
          </p:cNvPr>
          <p:cNvSpPr/>
          <p:nvPr/>
        </p:nvSpPr>
        <p:spPr>
          <a:xfrm>
            <a:off x="1024266" y="3507982"/>
            <a:ext cx="10299408" cy="1015663"/>
          </a:xfrm>
          <a:prstGeom prst="rect">
            <a:avLst/>
          </a:prstGeom>
        </p:spPr>
        <p:txBody>
          <a:bodyPr wrap="square">
            <a:spAutoFit/>
          </a:bodyPr>
          <a:lstStyle/>
          <a:p>
            <a:pPr marL="290513" indent="-285750" algn="just">
              <a:spcBef>
                <a:spcPts val="125"/>
              </a:spcBef>
              <a:buFont typeface="Arial" panose="020B0604020202020204" pitchFamily="34" charset="0"/>
              <a:buChar char="•"/>
            </a:pPr>
            <a:r>
              <a:rPr lang="en-CA"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The quantities </a:t>
            </a:r>
            <a:r>
              <a:rPr lang="en-CA" i="1"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h</a:t>
            </a:r>
            <a:r>
              <a:rPr lang="en-CA" baseline="-2500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11</a:t>
            </a:r>
            <a:r>
              <a:rPr lang="en-CA"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 </a:t>
            </a:r>
            <a:r>
              <a:rPr lang="en-CA" i="1"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h</a:t>
            </a:r>
            <a:r>
              <a:rPr lang="en-CA" baseline="-2500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12</a:t>
            </a:r>
            <a:r>
              <a:rPr lang="en-CA"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 </a:t>
            </a:r>
            <a:r>
              <a:rPr lang="en-CA" i="1"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h</a:t>
            </a:r>
            <a:r>
              <a:rPr lang="en-CA" baseline="-2500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21</a:t>
            </a:r>
            <a:r>
              <a:rPr lang="en-CA"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 and </a:t>
            </a:r>
            <a:r>
              <a:rPr lang="en-CA" i="1"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h</a:t>
            </a:r>
            <a:r>
              <a:rPr lang="en-CA" baseline="-2500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22</a:t>
            </a:r>
            <a:r>
              <a:rPr lang="en-CA"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 are </a:t>
            </a:r>
            <a:r>
              <a:rPr lang="en-CA" sz="2000" dirty="0">
                <a:latin typeface="Times New Roman" panose="02020603050405020304" pitchFamily="18" charset="0"/>
                <a:cs typeface="Times New Roman" panose="02020603050405020304" pitchFamily="18" charset="0"/>
              </a:rPr>
              <a:t>called the </a:t>
            </a:r>
            <a:r>
              <a:rPr lang="en-CA" sz="2000" i="1" dirty="0">
                <a:latin typeface="Times New Roman" panose="02020603050405020304" pitchFamily="18" charset="0"/>
                <a:cs typeface="Times New Roman" panose="02020603050405020304" pitchFamily="18" charset="0"/>
              </a:rPr>
              <a:t>h</a:t>
            </a:r>
            <a:r>
              <a:rPr lang="en-CA" sz="2000" dirty="0">
                <a:latin typeface="Times New Roman" panose="02020603050405020304" pitchFamily="18" charset="0"/>
                <a:cs typeface="Times New Roman" panose="02020603050405020304" pitchFamily="18" charset="0"/>
              </a:rPr>
              <a:t>, or hybrid, parameters </a:t>
            </a:r>
            <a:r>
              <a:rPr lang="en-CA" sz="2000" dirty="0">
                <a:solidFill>
                  <a:srgbClr val="0000FF"/>
                </a:solidFill>
                <a:latin typeface="Times New Roman" panose="02020603050405020304" pitchFamily="18" charset="0"/>
                <a:cs typeface="Times New Roman" panose="02020603050405020304" pitchFamily="18" charset="0"/>
              </a:rPr>
              <a:t>because they are not all alike dimensionally</a:t>
            </a:r>
            <a:r>
              <a:rPr lang="en-CA" sz="2000" dirty="0">
                <a:latin typeface="Times New Roman" panose="02020603050405020304" pitchFamily="18" charset="0"/>
                <a:cs typeface="Times New Roman" panose="02020603050405020304" pitchFamily="18" charset="0"/>
              </a:rPr>
              <a:t>.   Let us assume that there are no reactive</a:t>
            </a:r>
            <a:r>
              <a:rPr lang="en-US" sz="2000" dirty="0">
                <a:latin typeface="Times New Roman" panose="02020603050405020304" pitchFamily="18" charset="0"/>
                <a:cs typeface="Times New Roman" panose="02020603050405020304" pitchFamily="18" charset="0"/>
              </a:rPr>
              <a:t> </a:t>
            </a:r>
            <a:r>
              <a:rPr lang="en-CA" sz="2000" dirty="0">
                <a:latin typeface="Times New Roman" panose="02020603050405020304" pitchFamily="18" charset="0"/>
                <a:cs typeface="Times New Roman" panose="02020603050405020304" pitchFamily="18" charset="0"/>
              </a:rPr>
              <a:t>elements within the two-port network.   Then, from </a:t>
            </a:r>
            <a:r>
              <a:rPr lang="en-CA" sz="2000" dirty="0" err="1">
                <a:latin typeface="Times New Roman" panose="02020603050405020304" pitchFamily="18" charset="0"/>
                <a:cs typeface="Times New Roman" panose="02020603050405020304" pitchFamily="18" charset="0"/>
              </a:rPr>
              <a:t>Eqs</a:t>
            </a:r>
            <a:r>
              <a:rPr lang="en-CA" sz="2000" dirty="0">
                <a:latin typeface="Times New Roman" panose="02020603050405020304" pitchFamily="18" charset="0"/>
                <a:cs typeface="Times New Roman" panose="02020603050405020304" pitchFamily="18" charset="0"/>
              </a:rPr>
              <a:t>. (8-2) and (8-3), the </a:t>
            </a:r>
            <a:r>
              <a:rPr lang="en-CA" sz="2000" i="1" dirty="0">
                <a:latin typeface="Times New Roman" panose="02020603050405020304" pitchFamily="18" charset="0"/>
                <a:cs typeface="Times New Roman" panose="02020603050405020304" pitchFamily="18" charset="0"/>
              </a:rPr>
              <a:t>h</a:t>
            </a:r>
            <a:r>
              <a:rPr lang="en-CA" sz="2000" dirty="0">
                <a:latin typeface="Times New Roman" panose="02020603050405020304" pitchFamily="18" charset="0"/>
                <a:cs typeface="Times New Roman" panose="02020603050405020304" pitchFamily="18" charset="0"/>
              </a:rPr>
              <a:t> parameters are defined as follows:</a:t>
            </a:r>
            <a:endParaRPr lang="en-US" sz="2000" dirty="0">
              <a:latin typeface="Times New Roman" panose="02020603050405020304" pitchFamily="18" charset="0"/>
              <a:cs typeface="Times New Roman" panose="02020603050405020304" pitchFamily="18" charset="0"/>
            </a:endParaRPr>
          </a:p>
        </p:txBody>
      </p:sp>
      <p:sp>
        <p:nvSpPr>
          <p:cNvPr id="14" name="Rectangle 13">
            <a:extLst>
              <a:ext uri="{FF2B5EF4-FFF2-40B4-BE49-F238E27FC236}">
                <a16:creationId xmlns:a16="http://schemas.microsoft.com/office/drawing/2014/main" id="{662CC95C-AD67-4622-8F33-16FF80B5069E}"/>
              </a:ext>
            </a:extLst>
          </p:cNvPr>
          <p:cNvSpPr/>
          <p:nvPr/>
        </p:nvSpPr>
        <p:spPr>
          <a:xfrm>
            <a:off x="3943114" y="4881995"/>
            <a:ext cx="7084689" cy="1631216"/>
          </a:xfrm>
          <a:prstGeom prst="rect">
            <a:avLst/>
          </a:prstGeom>
        </p:spPr>
        <p:txBody>
          <a:bodyPr wrap="square">
            <a:spAutoFit/>
          </a:bodyPr>
          <a:lstStyle/>
          <a:p>
            <a:pPr marL="6350" marR="389255" algn="just">
              <a:spcBef>
                <a:spcPts val="490"/>
              </a:spcBef>
              <a:tabLst>
                <a:tab pos="156210" algn="l"/>
              </a:tabLst>
            </a:pPr>
            <a:r>
              <a:rPr lang="en-CA" dirty="0">
                <a:solidFill>
                  <a:srgbClr val="000000"/>
                </a:solidFill>
                <a:latin typeface="Times New Roman" panose="02020603050405020304" pitchFamily="18" charset="0"/>
                <a:ea typeface="Times New Roman" panose="02020603050405020304" pitchFamily="18" charset="0"/>
              </a:rPr>
              <a:t>= </a:t>
            </a:r>
            <a:r>
              <a:rPr lang="en-CA" i="1" dirty="0">
                <a:solidFill>
                  <a:srgbClr val="0000FF"/>
                </a:solidFill>
                <a:latin typeface="Times New Roman" panose="02020603050405020304" pitchFamily="18" charset="0"/>
                <a:ea typeface="Times New Roman" panose="02020603050405020304" pitchFamily="18" charset="0"/>
              </a:rPr>
              <a:t>input resistance </a:t>
            </a:r>
            <a:r>
              <a:rPr lang="en-CA" dirty="0">
                <a:solidFill>
                  <a:srgbClr val="000000"/>
                </a:solidFill>
                <a:latin typeface="Times New Roman" panose="02020603050405020304" pitchFamily="18" charset="0"/>
                <a:ea typeface="Times New Roman" panose="02020603050405020304" pitchFamily="18" charset="0"/>
              </a:rPr>
              <a:t>with output short-circuited (ohms).</a:t>
            </a:r>
            <a:endParaRPr lang="en-US" dirty="0"/>
          </a:p>
          <a:p>
            <a:pPr marL="6350" marR="389255" algn="just">
              <a:spcBef>
                <a:spcPts val="490"/>
              </a:spcBef>
              <a:tabLst>
                <a:tab pos="156210" algn="l"/>
              </a:tabLst>
            </a:pPr>
            <a:endParaRPr lang="en-CA" spc="1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p>
            <a:pPr marL="6350" marR="389255" algn="just">
              <a:spcBef>
                <a:spcPts val="490"/>
              </a:spcBef>
              <a:tabLst>
                <a:tab pos="156210" algn="l"/>
              </a:tabLst>
            </a:pPr>
            <a:r>
              <a:rPr lang="en-CA" spc="1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 fraction of output voltage at input with input open-</a:t>
            </a:r>
            <a:br>
              <a:rPr lang="en-CA" sz="3200" dirty="0">
                <a:latin typeface="Times New Roman" panose="02020603050405020304" pitchFamily="18" charset="0"/>
                <a:ea typeface="Times New Roman" panose="02020603050405020304" pitchFamily="18" charset="0"/>
                <a:cs typeface="Times New Roman" panose="02020603050405020304" pitchFamily="18" charset="0"/>
              </a:rPr>
            </a:br>
            <a:r>
              <a:rPr lang="en-CA"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	circuited, or more simply, </a:t>
            </a:r>
            <a:r>
              <a:rPr lang="en-CA" dirty="0">
                <a:solidFill>
                  <a:srgbClr val="0000FF"/>
                </a:solidFill>
                <a:latin typeface="Times New Roman" panose="02020603050405020304" pitchFamily="18" charset="0"/>
                <a:ea typeface="Times New Roman" panose="02020603050405020304" pitchFamily="18" charset="0"/>
                <a:cs typeface="Times New Roman" panose="02020603050405020304" pitchFamily="18" charset="0"/>
              </a:rPr>
              <a:t>reverse-open-circuit voltage</a:t>
            </a:r>
            <a:endParaRPr lang="en-US" sz="3200" dirty="0">
              <a:solidFill>
                <a:srgbClr val="0000FF"/>
              </a:solidFill>
              <a:latin typeface="Times New Roman" panose="02020603050405020304" pitchFamily="18" charset="0"/>
              <a:ea typeface="Times New Roman" panose="02020603050405020304" pitchFamily="18" charset="0"/>
              <a:cs typeface="Times New Roman" panose="02020603050405020304" pitchFamily="18" charset="0"/>
            </a:endParaRPr>
          </a:p>
          <a:p>
            <a:pPr marL="143510">
              <a:spcBef>
                <a:spcPts val="175"/>
              </a:spcBef>
            </a:pPr>
            <a:r>
              <a:rPr lang="en-CA" dirty="0">
                <a:solidFill>
                  <a:srgbClr val="0000FF"/>
                </a:solidFill>
                <a:latin typeface="Times New Roman" panose="02020603050405020304" pitchFamily="18" charset="0"/>
                <a:ea typeface="Times New Roman" panose="02020603050405020304" pitchFamily="18" charset="0"/>
                <a:cs typeface="Times New Roman" panose="02020603050405020304" pitchFamily="18" charset="0"/>
              </a:rPr>
              <a:t>amplification </a:t>
            </a:r>
            <a:r>
              <a:rPr lang="en-CA"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(dimensionless).</a:t>
            </a:r>
            <a:endParaRPr lang="en-US" sz="3200" dirty="0">
              <a:latin typeface="Times New Roman" panose="02020603050405020304" pitchFamily="18" charset="0"/>
              <a:ea typeface="Times New Roman" panose="02020603050405020304" pitchFamily="18" charset="0"/>
              <a:cs typeface="Times New Roman" panose="02020603050405020304" pitchFamily="18" charset="0"/>
            </a:endParaRPr>
          </a:p>
        </p:txBody>
      </p:sp>
      <p:graphicFrame>
        <p:nvGraphicFramePr>
          <p:cNvPr id="3" name="Object 2"/>
          <p:cNvGraphicFramePr>
            <a:graphicFrameLocks noChangeAspect="1"/>
          </p:cNvGraphicFramePr>
          <p:nvPr/>
        </p:nvGraphicFramePr>
        <p:xfrm>
          <a:off x="1439906" y="4523645"/>
          <a:ext cx="2193838" cy="1989566"/>
        </p:xfrm>
        <a:graphic>
          <a:graphicData uri="http://schemas.openxmlformats.org/presentationml/2006/ole">
            <mc:AlternateContent xmlns:mc="http://schemas.openxmlformats.org/markup-compatibility/2006">
              <mc:Choice xmlns:v="urn:schemas-microsoft-com:vml" Requires="v">
                <p:oleObj spid="_x0000_s3074" name="Equation" r:id="rId5" imgW="672840" imgH="749160" progId="Equation.DSMT4">
                  <p:embed/>
                </p:oleObj>
              </mc:Choice>
              <mc:Fallback>
                <p:oleObj name="Equation" r:id="rId5" imgW="672840" imgH="749160" progId="Equation.DSMT4">
                  <p:embed/>
                  <p:pic>
                    <p:nvPicPr>
                      <p:cNvPr id="3" name="Object 2"/>
                      <p:cNvPicPr/>
                      <p:nvPr/>
                    </p:nvPicPr>
                    <p:blipFill>
                      <a:blip r:embed="rId6"/>
                      <a:stretch>
                        <a:fillRect/>
                      </a:stretch>
                    </p:blipFill>
                    <p:spPr>
                      <a:xfrm>
                        <a:off x="1439906" y="4523645"/>
                        <a:ext cx="2193838" cy="1989566"/>
                      </a:xfrm>
                      <a:prstGeom prst="rect">
                        <a:avLst/>
                      </a:prstGeom>
                    </p:spPr>
                  </p:pic>
                </p:oleObj>
              </mc:Fallback>
            </mc:AlternateContent>
          </a:graphicData>
        </a:graphic>
      </p:graphicFrame>
      <p:graphicFrame>
        <p:nvGraphicFramePr>
          <p:cNvPr id="5" name="Object 4"/>
          <p:cNvGraphicFramePr>
            <a:graphicFrameLocks noChangeAspect="1"/>
          </p:cNvGraphicFramePr>
          <p:nvPr/>
        </p:nvGraphicFramePr>
        <p:xfrm>
          <a:off x="1854145" y="1761945"/>
          <a:ext cx="4801500" cy="1044575"/>
        </p:xfrm>
        <a:graphic>
          <a:graphicData uri="http://schemas.openxmlformats.org/presentationml/2006/ole">
            <mc:AlternateContent xmlns:mc="http://schemas.openxmlformats.org/markup-compatibility/2006">
              <mc:Choice xmlns:v="urn:schemas-microsoft-com:vml" Requires="v">
                <p:oleObj spid="_x0000_s3075" name="Equation" r:id="rId7" imgW="1473120" imgH="393480" progId="Equation.DSMT4">
                  <p:embed/>
                </p:oleObj>
              </mc:Choice>
              <mc:Fallback>
                <p:oleObj name="Equation" r:id="rId7" imgW="1473120" imgH="393480" progId="Equation.DSMT4">
                  <p:embed/>
                  <p:pic>
                    <p:nvPicPr>
                      <p:cNvPr id="5" name="Object 4"/>
                      <p:cNvPicPr>
                        <a:picLocks noChangeAspect="1" noChangeArrowheads="1"/>
                      </p:cNvPicPr>
                      <p:nvPr/>
                    </p:nvPicPr>
                    <p:blipFill>
                      <a:blip r:embed="rId8"/>
                      <a:srcRect/>
                      <a:stretch>
                        <a:fillRect/>
                      </a:stretch>
                    </p:blipFill>
                    <p:spPr bwMode="auto">
                      <a:xfrm>
                        <a:off x="1854145" y="1761945"/>
                        <a:ext cx="4801500" cy="1044575"/>
                      </a:xfrm>
                      <a:prstGeom prst="rect">
                        <a:avLst/>
                      </a:prstGeom>
                      <a:noFill/>
                      <a:ln>
                        <a:noFill/>
                      </a:ln>
                    </p:spPr>
                  </p:pic>
                </p:oleObj>
              </mc:Fallback>
            </mc:AlternateContent>
          </a:graphicData>
        </a:graphic>
      </p:graphicFrame>
      <p:sp>
        <p:nvSpPr>
          <p:cNvPr id="13" name="Content Placeholder 2">
            <a:extLst>
              <a:ext uri="{FF2B5EF4-FFF2-40B4-BE49-F238E27FC236}">
                <a16:creationId xmlns:a16="http://schemas.microsoft.com/office/drawing/2014/main" id="{394A5FD9-A425-4D1D-90DE-5B636E7A5DD7}"/>
              </a:ext>
            </a:extLst>
          </p:cNvPr>
          <p:cNvSpPr txBox="1">
            <a:spLocks/>
          </p:cNvSpPr>
          <p:nvPr/>
        </p:nvSpPr>
        <p:spPr>
          <a:xfrm>
            <a:off x="1339699" y="389904"/>
            <a:ext cx="8918917" cy="515155"/>
          </a:xfrm>
          <a:prstGeom prst="rect">
            <a:avLst/>
          </a:prstGeom>
        </p:spPr>
        <p:txBody>
          <a:bodyPr>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buNone/>
            </a:pPr>
            <a:r>
              <a:rPr lang="en-US" sz="2800" b="1" dirty="0">
                <a:solidFill>
                  <a:srgbClr val="0070C0"/>
                </a:solidFill>
                <a:effectLst>
                  <a:outerShdw blurRad="38100" dist="38100" dir="2700000" algn="tl">
                    <a:srgbClr val="000000">
                      <a:alpha val="43137"/>
                    </a:srgbClr>
                  </a:outerShdw>
                </a:effectLst>
              </a:rPr>
              <a:t>Two-port devices and the hybrid model</a:t>
            </a:r>
          </a:p>
        </p:txBody>
      </p:sp>
      <mc:AlternateContent xmlns:mc="http://schemas.openxmlformats.org/markup-compatibility/2006" xmlns:p14="http://schemas.microsoft.com/office/powerpoint/2010/main">
        <mc:Choice Requires="p14">
          <p:contentPart p14:bwMode="auto" r:id="rId9">
            <p14:nvContentPartPr>
              <p14:cNvPr id="2" name="Ink 1">
                <a:extLst>
                  <a:ext uri="{FF2B5EF4-FFF2-40B4-BE49-F238E27FC236}">
                    <a16:creationId xmlns:a16="http://schemas.microsoft.com/office/drawing/2014/main" id="{5C29DE27-35BC-4AA1-8C97-57A4B6A12038}"/>
                  </a:ext>
                </a:extLst>
              </p14:cNvPr>
              <p14:cNvContentPartPr/>
              <p14:nvPr/>
            </p14:nvContentPartPr>
            <p14:xfrm>
              <a:off x="736920" y="1460160"/>
              <a:ext cx="10313280" cy="5035320"/>
            </p14:xfrm>
          </p:contentPart>
        </mc:Choice>
        <mc:Fallback xmlns="">
          <p:pic>
            <p:nvPicPr>
              <p:cNvPr id="2" name="Ink 1">
                <a:extLst>
                  <a:ext uri="{FF2B5EF4-FFF2-40B4-BE49-F238E27FC236}">
                    <a16:creationId xmlns:a16="http://schemas.microsoft.com/office/drawing/2014/main" id="{5C29DE27-35BC-4AA1-8C97-57A4B6A12038}"/>
                  </a:ext>
                </a:extLst>
              </p:cNvPr>
              <p:cNvPicPr/>
              <p:nvPr/>
            </p:nvPicPr>
            <p:blipFill>
              <a:blip r:embed="rId10"/>
              <a:stretch>
                <a:fillRect/>
              </a:stretch>
            </p:blipFill>
            <p:spPr>
              <a:xfrm>
                <a:off x="727560" y="1450800"/>
                <a:ext cx="10332000" cy="505404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6" name="Ink 5">
                <a:extLst>
                  <a:ext uri="{FF2B5EF4-FFF2-40B4-BE49-F238E27FC236}">
                    <a16:creationId xmlns:a16="http://schemas.microsoft.com/office/drawing/2014/main" id="{CD1BD076-EE1A-4917-B2C6-AA131F5D9DA9}"/>
                  </a:ext>
                </a:extLst>
              </p14:cNvPr>
              <p14:cNvContentPartPr/>
              <p14:nvPr/>
            </p14:nvContentPartPr>
            <p14:xfrm>
              <a:off x="1647000" y="400680"/>
              <a:ext cx="10211400" cy="6208560"/>
            </p14:xfrm>
          </p:contentPart>
        </mc:Choice>
        <mc:Fallback xmlns="">
          <p:pic>
            <p:nvPicPr>
              <p:cNvPr id="6" name="Ink 5">
                <a:extLst>
                  <a:ext uri="{FF2B5EF4-FFF2-40B4-BE49-F238E27FC236}">
                    <a16:creationId xmlns:a16="http://schemas.microsoft.com/office/drawing/2014/main" id="{CD1BD076-EE1A-4917-B2C6-AA131F5D9DA9}"/>
                  </a:ext>
                </a:extLst>
              </p:cNvPr>
              <p:cNvPicPr/>
              <p:nvPr/>
            </p:nvPicPr>
            <p:blipFill>
              <a:blip r:embed="rId12"/>
              <a:stretch>
                <a:fillRect/>
              </a:stretch>
            </p:blipFill>
            <p:spPr>
              <a:xfrm>
                <a:off x="1637640" y="391320"/>
                <a:ext cx="10230120" cy="6227280"/>
              </a:xfrm>
              <a:prstGeom prst="rect">
                <a:avLst/>
              </a:prstGeom>
            </p:spPr>
          </p:pic>
        </mc:Fallback>
      </mc:AlternateContent>
    </p:spTree>
    <p:extLst>
      <p:ext uri="{BB962C8B-B14F-4D97-AF65-F5344CB8AC3E}">
        <p14:creationId xmlns:p14="http://schemas.microsoft.com/office/powerpoint/2010/main" val="188169787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14F7547D-14E3-4BBF-90A7-C529DABE6629}"/>
              </a:ext>
            </a:extLst>
          </p:cNvPr>
          <p:cNvGrpSpPr/>
          <p:nvPr/>
        </p:nvGrpSpPr>
        <p:grpSpPr>
          <a:xfrm>
            <a:off x="2517690" y="4228668"/>
            <a:ext cx="6716040" cy="1623715"/>
            <a:chOff x="1108413" y="4051542"/>
            <a:chExt cx="7810500" cy="2047875"/>
          </a:xfrm>
        </p:grpSpPr>
        <p:pic>
          <p:nvPicPr>
            <p:cNvPr id="7" name="Picture 6">
              <a:extLst>
                <a:ext uri="{FF2B5EF4-FFF2-40B4-BE49-F238E27FC236}">
                  <a16:creationId xmlns:a16="http://schemas.microsoft.com/office/drawing/2014/main" id="{1338F625-B7BF-47B2-B920-5BE2E999E885}"/>
                </a:ext>
              </a:extLst>
            </p:cNvPr>
            <p:cNvPicPr>
              <a:picLocks noChangeAspect="1"/>
            </p:cNvPicPr>
            <p:nvPr/>
          </p:nvPicPr>
          <p:blipFill>
            <a:blip r:embed="rId2"/>
            <a:stretch>
              <a:fillRect/>
            </a:stretch>
          </p:blipFill>
          <p:spPr>
            <a:xfrm>
              <a:off x="1108413" y="4051542"/>
              <a:ext cx="7810500" cy="2047875"/>
            </a:xfrm>
            <a:prstGeom prst="rect">
              <a:avLst/>
            </a:prstGeom>
          </p:spPr>
        </p:pic>
        <p:sp>
          <p:nvSpPr>
            <p:cNvPr id="8" name="Rectangle 7">
              <a:extLst>
                <a:ext uri="{FF2B5EF4-FFF2-40B4-BE49-F238E27FC236}">
                  <a16:creationId xmlns:a16="http://schemas.microsoft.com/office/drawing/2014/main" id="{26F3AAEE-8DF5-48F7-9CA9-3C158D7B8339}"/>
                </a:ext>
              </a:extLst>
            </p:cNvPr>
            <p:cNvSpPr/>
            <p:nvPr/>
          </p:nvSpPr>
          <p:spPr>
            <a:xfrm>
              <a:off x="4459455" y="5627317"/>
              <a:ext cx="1146875" cy="465812"/>
            </a:xfrm>
            <a:prstGeom prst="rect">
              <a:avLst/>
            </a:prstGeom>
          </p:spPr>
          <p:txBody>
            <a:bodyPr wrap="none">
              <a:spAutoFit/>
            </a:bodyPr>
            <a:lstStyle/>
            <a:p>
              <a:r>
                <a:rPr lang="en-CA" b="1" dirty="0">
                  <a:solidFill>
                    <a:srgbClr val="0000FF"/>
                  </a:solidFill>
                  <a:latin typeface="Times New Roman" panose="02020603050405020304" pitchFamily="18" charset="0"/>
                  <a:cs typeface="Times New Roman" panose="02020603050405020304" pitchFamily="18" charset="0"/>
                </a:rPr>
                <a:t>Fig. 8-4 </a:t>
              </a:r>
              <a:endParaRPr lang="en-US" b="1" dirty="0">
                <a:solidFill>
                  <a:srgbClr val="0000FF"/>
                </a:solidFill>
              </a:endParaRPr>
            </a:p>
          </p:txBody>
        </p:sp>
      </p:grpSp>
      <p:grpSp>
        <p:nvGrpSpPr>
          <p:cNvPr id="10" name="Group 9">
            <a:extLst>
              <a:ext uri="{FF2B5EF4-FFF2-40B4-BE49-F238E27FC236}">
                <a16:creationId xmlns:a16="http://schemas.microsoft.com/office/drawing/2014/main" id="{4C957548-71C6-43A3-8B9A-197FA4F21FA1}"/>
              </a:ext>
            </a:extLst>
          </p:cNvPr>
          <p:cNvGrpSpPr/>
          <p:nvPr/>
        </p:nvGrpSpPr>
        <p:grpSpPr>
          <a:xfrm>
            <a:off x="1976676" y="651570"/>
            <a:ext cx="8463396" cy="3324225"/>
            <a:chOff x="455517" y="1526562"/>
            <a:chExt cx="8463396" cy="3324225"/>
          </a:xfrm>
        </p:grpSpPr>
        <p:pic>
          <p:nvPicPr>
            <p:cNvPr id="17" name="Picture 16">
              <a:extLst>
                <a:ext uri="{FF2B5EF4-FFF2-40B4-BE49-F238E27FC236}">
                  <a16:creationId xmlns:a16="http://schemas.microsoft.com/office/drawing/2014/main" id="{45DA79F1-AE9B-4BF1-8618-03CEE9D07D04}"/>
                </a:ext>
              </a:extLst>
            </p:cNvPr>
            <p:cNvPicPr>
              <a:picLocks noChangeAspect="1"/>
            </p:cNvPicPr>
            <p:nvPr/>
          </p:nvPicPr>
          <p:blipFill>
            <a:blip r:embed="rId3"/>
            <a:stretch>
              <a:fillRect/>
            </a:stretch>
          </p:blipFill>
          <p:spPr>
            <a:xfrm>
              <a:off x="455517" y="1526562"/>
              <a:ext cx="2124075" cy="3324225"/>
            </a:xfrm>
            <a:prstGeom prst="rect">
              <a:avLst/>
            </a:prstGeom>
          </p:spPr>
        </p:pic>
        <p:sp>
          <p:nvSpPr>
            <p:cNvPr id="3" name="Rectangle 2">
              <a:extLst>
                <a:ext uri="{FF2B5EF4-FFF2-40B4-BE49-F238E27FC236}">
                  <a16:creationId xmlns:a16="http://schemas.microsoft.com/office/drawing/2014/main" id="{B328D20F-572C-47D8-87AE-C6EF877F4044}"/>
                </a:ext>
              </a:extLst>
            </p:cNvPr>
            <p:cNvSpPr/>
            <p:nvPr/>
          </p:nvSpPr>
          <p:spPr>
            <a:xfrm>
              <a:off x="2752030" y="1526562"/>
              <a:ext cx="6166883" cy="1477328"/>
            </a:xfrm>
            <a:prstGeom prst="rect">
              <a:avLst/>
            </a:prstGeom>
          </p:spPr>
          <p:txBody>
            <a:bodyPr wrap="square">
              <a:spAutoFit/>
            </a:bodyPr>
            <a:lstStyle/>
            <a:p>
              <a:pPr algn="just">
                <a:spcBef>
                  <a:spcPts val="695"/>
                </a:spcBef>
                <a:tabLst>
                  <a:tab pos="1636395" algn="l"/>
                  <a:tab pos="3721100" algn="l"/>
                </a:tabLst>
              </a:pPr>
              <a:r>
                <a:rPr lang="en-CA" spc="5"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 negative of current transfer ratio (or current gain) with output short-circuited.</a:t>
              </a:r>
              <a:r>
                <a:rPr lang="en-CA"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	</a:t>
              </a:r>
              <a:r>
                <a:rPr lang="en-CA" spc="5"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(Note that the    current into a load across the output port would be the nega</a:t>
              </a:r>
              <a:r>
                <a:rPr lang="en-CA" spc="15"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tive of i2.)   This parameter is  usually referred to, </a:t>
              </a:r>
              <a:r>
                <a:rPr lang="en-CA"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simply, as the </a:t>
              </a:r>
              <a:r>
                <a:rPr lang="en-CA" b="1" i="1" dirty="0">
                  <a:solidFill>
                    <a:srgbClr val="0000FF"/>
                  </a:solidFill>
                  <a:latin typeface="Times New Roman" panose="02020603050405020304" pitchFamily="18" charset="0"/>
                  <a:ea typeface="Times New Roman" panose="02020603050405020304" pitchFamily="18" charset="0"/>
                  <a:cs typeface="Times New Roman" panose="02020603050405020304" pitchFamily="18" charset="0"/>
                </a:rPr>
                <a:t>short-circuit current gain</a:t>
              </a:r>
              <a:r>
                <a:rPr lang="en-CA" i="1"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 </a:t>
              </a:r>
              <a:r>
                <a:rPr lang="en-CA"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(dimensionless).</a:t>
              </a:r>
              <a:endParaRPr lang="en-US" sz="3200" dirty="0">
                <a:latin typeface="Calibri" panose="020F0502020204030204" pitchFamily="34" charset="0"/>
                <a:ea typeface="Times New Roman" panose="02020603050405020304" pitchFamily="18" charset="0"/>
                <a:cs typeface="Times New Roman" panose="02020603050405020304" pitchFamily="18" charset="0"/>
              </a:endParaRPr>
            </a:p>
          </p:txBody>
        </p:sp>
        <p:sp>
          <p:nvSpPr>
            <p:cNvPr id="5" name="Rectangle 4">
              <a:extLst>
                <a:ext uri="{FF2B5EF4-FFF2-40B4-BE49-F238E27FC236}">
                  <a16:creationId xmlns:a16="http://schemas.microsoft.com/office/drawing/2014/main" id="{D5B0FA19-79AD-4E3F-8B9E-17DC38252CBE}"/>
                </a:ext>
              </a:extLst>
            </p:cNvPr>
            <p:cNvSpPr/>
            <p:nvPr/>
          </p:nvSpPr>
          <p:spPr>
            <a:xfrm>
              <a:off x="2678335" y="4068621"/>
              <a:ext cx="6120569" cy="369332"/>
            </a:xfrm>
            <a:prstGeom prst="rect">
              <a:avLst/>
            </a:prstGeom>
          </p:spPr>
          <p:txBody>
            <a:bodyPr wrap="square">
              <a:spAutoFit/>
            </a:bodyPr>
            <a:lstStyle/>
            <a:p>
              <a:r>
                <a:rPr lang="en-CA" dirty="0">
                  <a:solidFill>
                    <a:srgbClr val="000000"/>
                  </a:solidFill>
                  <a:latin typeface="Times New Roman" panose="02020603050405020304" pitchFamily="18" charset="0"/>
                  <a:ea typeface="Times New Roman" panose="02020603050405020304" pitchFamily="18" charset="0"/>
                </a:rPr>
                <a:t>= </a:t>
              </a:r>
              <a:r>
                <a:rPr lang="en-CA" b="1" dirty="0">
                  <a:solidFill>
                    <a:srgbClr val="0000FF"/>
                  </a:solidFill>
                  <a:latin typeface="Times New Roman" panose="02020603050405020304" pitchFamily="18" charset="0"/>
                  <a:ea typeface="Times New Roman" panose="02020603050405020304" pitchFamily="18" charset="0"/>
                </a:rPr>
                <a:t>output conductance </a:t>
              </a:r>
              <a:r>
                <a:rPr lang="en-CA" dirty="0">
                  <a:solidFill>
                    <a:srgbClr val="000000"/>
                  </a:solidFill>
                  <a:latin typeface="Times New Roman" panose="02020603050405020304" pitchFamily="18" charset="0"/>
                  <a:ea typeface="Times New Roman" panose="02020603050405020304" pitchFamily="18" charset="0"/>
                </a:rPr>
                <a:t>with input open-circuited (mhos).</a:t>
              </a:r>
              <a:endParaRPr lang="en-US" dirty="0"/>
            </a:p>
          </p:txBody>
        </p:sp>
      </p:grpSp>
      <p:sp>
        <p:nvSpPr>
          <p:cNvPr id="12" name="Content Placeholder 2">
            <a:extLst>
              <a:ext uri="{FF2B5EF4-FFF2-40B4-BE49-F238E27FC236}">
                <a16:creationId xmlns:a16="http://schemas.microsoft.com/office/drawing/2014/main" id="{B95CD24C-D8F1-46E6-82E3-46465EBA68E6}"/>
              </a:ext>
            </a:extLst>
          </p:cNvPr>
          <p:cNvSpPr txBox="1">
            <a:spLocks/>
          </p:cNvSpPr>
          <p:nvPr/>
        </p:nvSpPr>
        <p:spPr>
          <a:xfrm>
            <a:off x="1794550" y="34503"/>
            <a:ext cx="8918917" cy="515155"/>
          </a:xfrm>
          <a:prstGeom prst="rect">
            <a:avLst/>
          </a:prstGeom>
        </p:spPr>
        <p:txBody>
          <a:bodyPr>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buNone/>
            </a:pPr>
            <a:r>
              <a:rPr lang="en-US" sz="2800" b="1" dirty="0">
                <a:solidFill>
                  <a:srgbClr val="0070C0"/>
                </a:solidFill>
                <a:effectLst>
                  <a:outerShdw blurRad="38100" dist="38100" dir="2700000" algn="tl">
                    <a:srgbClr val="000000">
                      <a:alpha val="43137"/>
                    </a:srgbClr>
                  </a:outerShdw>
                </a:effectLst>
              </a:rPr>
              <a:t>Two-port devices and the hybrid model</a:t>
            </a:r>
          </a:p>
        </p:txBody>
      </p:sp>
      <mc:AlternateContent xmlns:mc="http://schemas.openxmlformats.org/markup-compatibility/2006" xmlns:p14="http://schemas.microsoft.com/office/powerpoint/2010/main">
        <mc:Choice Requires="p14">
          <p:contentPart p14:bwMode="auto" r:id="rId4">
            <p14:nvContentPartPr>
              <p14:cNvPr id="6" name="Ink 5">
                <a:extLst>
                  <a:ext uri="{FF2B5EF4-FFF2-40B4-BE49-F238E27FC236}">
                    <a16:creationId xmlns:a16="http://schemas.microsoft.com/office/drawing/2014/main" id="{BDA29685-E0AF-45CC-9555-A52AC6D84032}"/>
                  </a:ext>
                </a:extLst>
              </p14:cNvPr>
              <p14:cNvContentPartPr/>
              <p14:nvPr/>
            </p14:nvContentPartPr>
            <p14:xfrm>
              <a:off x="2198520" y="1833120"/>
              <a:ext cx="7925400" cy="1941120"/>
            </p14:xfrm>
          </p:contentPart>
        </mc:Choice>
        <mc:Fallback xmlns="">
          <p:pic>
            <p:nvPicPr>
              <p:cNvPr id="6" name="Ink 5">
                <a:extLst>
                  <a:ext uri="{FF2B5EF4-FFF2-40B4-BE49-F238E27FC236}">
                    <a16:creationId xmlns:a16="http://schemas.microsoft.com/office/drawing/2014/main" id="{BDA29685-E0AF-45CC-9555-A52AC6D84032}"/>
                  </a:ext>
                </a:extLst>
              </p:cNvPr>
              <p:cNvPicPr/>
              <p:nvPr/>
            </p:nvPicPr>
            <p:blipFill>
              <a:blip r:embed="rId5"/>
              <a:stretch>
                <a:fillRect/>
              </a:stretch>
            </p:blipFill>
            <p:spPr>
              <a:xfrm>
                <a:off x="2189160" y="1823760"/>
                <a:ext cx="7944120" cy="1959840"/>
              </a:xfrm>
              <a:prstGeom prst="rect">
                <a:avLst/>
              </a:prstGeom>
            </p:spPr>
          </p:pic>
        </mc:Fallback>
      </mc:AlternateContent>
    </p:spTree>
    <p:extLst>
      <p:ext uri="{BB962C8B-B14F-4D97-AF65-F5344CB8AC3E}">
        <p14:creationId xmlns:p14="http://schemas.microsoft.com/office/powerpoint/2010/main" val="341195340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2"/>
          <p:cNvSpPr txBox="1">
            <a:spLocks/>
          </p:cNvSpPr>
          <p:nvPr/>
        </p:nvSpPr>
        <p:spPr>
          <a:xfrm>
            <a:off x="1523998" y="1"/>
            <a:ext cx="8918917" cy="515155"/>
          </a:xfrm>
          <a:prstGeom prst="rect">
            <a:avLst/>
          </a:prstGeom>
        </p:spPr>
        <p:txBody>
          <a:bodyPr>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just">
              <a:buBlip>
                <a:blip r:embed="rId2"/>
              </a:buBlip>
            </a:pPr>
            <a:r>
              <a:rPr lang="en-US" sz="2800" b="1" dirty="0">
                <a:solidFill>
                  <a:srgbClr val="C00000"/>
                </a:solidFill>
                <a:effectLst>
                  <a:outerShdw blurRad="38100" dist="38100" dir="2700000" algn="tl">
                    <a:srgbClr val="000000">
                      <a:alpha val="43137"/>
                    </a:srgbClr>
                  </a:outerShdw>
                </a:effectLst>
              </a:rPr>
              <a:t>Two-port devices and the hybrid model  (8/2)</a:t>
            </a:r>
          </a:p>
        </p:txBody>
      </p:sp>
      <p:grpSp>
        <p:nvGrpSpPr>
          <p:cNvPr id="9" name="Group 8">
            <a:extLst>
              <a:ext uri="{FF2B5EF4-FFF2-40B4-BE49-F238E27FC236}">
                <a16:creationId xmlns:a16="http://schemas.microsoft.com/office/drawing/2014/main" id="{14F7547D-14E3-4BBF-90A7-C529DABE6629}"/>
              </a:ext>
            </a:extLst>
          </p:cNvPr>
          <p:cNvGrpSpPr/>
          <p:nvPr/>
        </p:nvGrpSpPr>
        <p:grpSpPr>
          <a:xfrm>
            <a:off x="5226063" y="4595528"/>
            <a:ext cx="6716040" cy="1623715"/>
            <a:chOff x="1108413" y="4051542"/>
            <a:chExt cx="7810500" cy="2047875"/>
          </a:xfrm>
        </p:grpSpPr>
        <p:pic>
          <p:nvPicPr>
            <p:cNvPr id="7" name="Picture 6">
              <a:extLst>
                <a:ext uri="{FF2B5EF4-FFF2-40B4-BE49-F238E27FC236}">
                  <a16:creationId xmlns:a16="http://schemas.microsoft.com/office/drawing/2014/main" id="{1338F625-B7BF-47B2-B920-5BE2E999E885}"/>
                </a:ext>
              </a:extLst>
            </p:cNvPr>
            <p:cNvPicPr>
              <a:picLocks noChangeAspect="1"/>
            </p:cNvPicPr>
            <p:nvPr/>
          </p:nvPicPr>
          <p:blipFill>
            <a:blip r:embed="rId3"/>
            <a:stretch>
              <a:fillRect/>
            </a:stretch>
          </p:blipFill>
          <p:spPr>
            <a:xfrm>
              <a:off x="1108413" y="4051542"/>
              <a:ext cx="7810500" cy="2047875"/>
            </a:xfrm>
            <a:prstGeom prst="rect">
              <a:avLst/>
            </a:prstGeom>
          </p:spPr>
        </p:pic>
        <p:sp>
          <p:nvSpPr>
            <p:cNvPr id="8" name="Rectangle 7">
              <a:extLst>
                <a:ext uri="{FF2B5EF4-FFF2-40B4-BE49-F238E27FC236}">
                  <a16:creationId xmlns:a16="http://schemas.microsoft.com/office/drawing/2014/main" id="{26F3AAEE-8DF5-48F7-9CA9-3C158D7B8339}"/>
                </a:ext>
              </a:extLst>
            </p:cNvPr>
            <p:cNvSpPr/>
            <p:nvPr/>
          </p:nvSpPr>
          <p:spPr>
            <a:xfrm>
              <a:off x="4459455" y="5627317"/>
              <a:ext cx="1146875" cy="465812"/>
            </a:xfrm>
            <a:prstGeom prst="rect">
              <a:avLst/>
            </a:prstGeom>
          </p:spPr>
          <p:txBody>
            <a:bodyPr wrap="none">
              <a:spAutoFit/>
            </a:bodyPr>
            <a:lstStyle/>
            <a:p>
              <a:r>
                <a:rPr lang="en-CA" b="1" dirty="0">
                  <a:solidFill>
                    <a:srgbClr val="0000FF"/>
                  </a:solidFill>
                  <a:latin typeface="Times New Roman" panose="02020603050405020304" pitchFamily="18" charset="0"/>
                  <a:cs typeface="Times New Roman" panose="02020603050405020304" pitchFamily="18" charset="0"/>
                </a:rPr>
                <a:t>Fig. 8-4 </a:t>
              </a:r>
              <a:endParaRPr lang="en-US" b="1" dirty="0">
                <a:solidFill>
                  <a:srgbClr val="0000FF"/>
                </a:solidFill>
              </a:endParaRPr>
            </a:p>
          </p:txBody>
        </p:sp>
      </p:grpSp>
      <p:sp>
        <p:nvSpPr>
          <p:cNvPr id="2" name="Rectangle 1">
            <a:extLst>
              <a:ext uri="{FF2B5EF4-FFF2-40B4-BE49-F238E27FC236}">
                <a16:creationId xmlns:a16="http://schemas.microsoft.com/office/drawing/2014/main" id="{88D51086-79D5-4E32-8306-5CA4EBAC5B9E}"/>
              </a:ext>
            </a:extLst>
          </p:cNvPr>
          <p:cNvSpPr/>
          <p:nvPr/>
        </p:nvSpPr>
        <p:spPr>
          <a:xfrm>
            <a:off x="1524000" y="495515"/>
            <a:ext cx="8918913" cy="1659429"/>
          </a:xfrm>
          <a:prstGeom prst="rect">
            <a:avLst/>
          </a:prstGeom>
        </p:spPr>
        <p:txBody>
          <a:bodyPr wrap="square">
            <a:spAutoFit/>
          </a:bodyPr>
          <a:lstStyle/>
          <a:p>
            <a:pPr marL="342900" marR="408305" indent="-342900" algn="just">
              <a:spcBef>
                <a:spcPct val="20000"/>
              </a:spcBef>
              <a:buBlip>
                <a:blip r:embed="rId4"/>
              </a:buBlip>
            </a:pPr>
            <a:r>
              <a:rPr lang="en-CA" sz="2000" b="1" dirty="0">
                <a:solidFill>
                  <a:srgbClr val="0000FF"/>
                </a:solidFill>
                <a:latin typeface="Times New Roman" panose="02020603050405020304" pitchFamily="18" charset="0"/>
                <a:cs typeface="Times New Roman" panose="02020603050405020304" pitchFamily="18" charset="0"/>
              </a:rPr>
              <a:t>Notation: </a:t>
            </a:r>
            <a:r>
              <a:rPr lang="en-CA" sz="2000" dirty="0">
                <a:latin typeface="Times New Roman" panose="02020603050405020304" pitchFamily="18" charset="0"/>
                <a:cs typeface="Times New Roman" panose="02020603050405020304" pitchFamily="18" charset="0"/>
              </a:rPr>
              <a:t>The following convenient alternative subscript notation is recommended by the IEEE Standards:</a:t>
            </a:r>
            <a:endParaRPr lang="en-US" sz="2000" dirty="0">
              <a:latin typeface="Times New Roman" panose="02020603050405020304" pitchFamily="18" charset="0"/>
              <a:cs typeface="Times New Roman" panose="02020603050405020304" pitchFamily="18" charset="0"/>
            </a:endParaRPr>
          </a:p>
          <a:p>
            <a:pPr marL="901700"/>
            <a:endParaRPr lang="en-CA" sz="200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p>
            <a:pPr marL="901700"/>
            <a:r>
              <a:rPr lang="en-CA" i="1" dirty="0" err="1">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i</a:t>
            </a:r>
            <a:r>
              <a:rPr lang="en-CA"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	</a:t>
            </a:r>
            <a:r>
              <a:rPr lang="en-CA" spc="15"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 11 = input</a:t>
            </a:r>
            <a:r>
              <a:rPr lang="en-CA"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	                  </a:t>
            </a:r>
            <a:r>
              <a:rPr lang="en-CA" i="1"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o</a:t>
            </a:r>
            <a:r>
              <a:rPr lang="en-CA"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	</a:t>
            </a:r>
            <a:r>
              <a:rPr lang="en-CA" i="1" spc="15"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 </a:t>
            </a:r>
            <a:r>
              <a:rPr lang="en-CA" spc="15"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22 = output</a:t>
            </a:r>
            <a:endParaRPr lang="en-US" sz="3200" dirty="0">
              <a:latin typeface="Times New Roman" panose="02020603050405020304" pitchFamily="18" charset="0"/>
              <a:ea typeface="Times New Roman" panose="02020603050405020304" pitchFamily="18" charset="0"/>
              <a:cs typeface="Times New Roman" panose="02020603050405020304" pitchFamily="18" charset="0"/>
            </a:endParaRPr>
          </a:p>
          <a:p>
            <a:pPr marL="901700">
              <a:spcBef>
                <a:spcPts val="735"/>
              </a:spcBef>
              <a:tabLst>
                <a:tab pos="2581275" algn="l"/>
                <a:tab pos="2681605" algn="l"/>
              </a:tabLst>
            </a:pPr>
            <a:r>
              <a:rPr lang="en-CA" i="1" spc="15"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f = </a:t>
            </a:r>
            <a:r>
              <a:rPr lang="en-CA" spc="15"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21 = forward transfer         </a:t>
            </a:r>
            <a:r>
              <a:rPr lang="en-CA" i="1"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r     </a:t>
            </a:r>
            <a:r>
              <a:rPr lang="en-CA" i="1" spc="15"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 </a:t>
            </a:r>
            <a:r>
              <a:rPr lang="en-CA" spc="15"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12 = reverse transfer</a:t>
            </a:r>
            <a:endParaRPr lang="en-US" sz="3200" dirty="0">
              <a:latin typeface="Times New Roman" panose="02020603050405020304" pitchFamily="18" charset="0"/>
              <a:ea typeface="Times New Roman" panose="02020603050405020304" pitchFamily="18" charset="0"/>
              <a:cs typeface="Times New Roman" panose="02020603050405020304" pitchFamily="18" charset="0"/>
            </a:endParaRPr>
          </a:p>
        </p:txBody>
      </p:sp>
      <p:sp>
        <p:nvSpPr>
          <p:cNvPr id="11" name="Rectangle 10">
            <a:extLst>
              <a:ext uri="{FF2B5EF4-FFF2-40B4-BE49-F238E27FC236}">
                <a16:creationId xmlns:a16="http://schemas.microsoft.com/office/drawing/2014/main" id="{94878CDF-7D12-4A8A-836B-18CEB08670B1}"/>
              </a:ext>
            </a:extLst>
          </p:cNvPr>
          <p:cNvSpPr/>
          <p:nvPr/>
        </p:nvSpPr>
        <p:spPr>
          <a:xfrm>
            <a:off x="1523998" y="2662221"/>
            <a:ext cx="10320672" cy="1487587"/>
          </a:xfrm>
          <a:prstGeom prst="rect">
            <a:avLst/>
          </a:prstGeom>
        </p:spPr>
        <p:txBody>
          <a:bodyPr wrap="square">
            <a:spAutoFit/>
          </a:bodyPr>
          <a:lstStyle/>
          <a:p>
            <a:pPr marL="342900" marR="408305" indent="-342900" algn="just">
              <a:spcBef>
                <a:spcPct val="20000"/>
              </a:spcBef>
              <a:buBlip>
                <a:blip r:embed="rId4"/>
              </a:buBlip>
              <a:tabLst>
                <a:tab pos="2916555" algn="l"/>
              </a:tabLst>
            </a:pPr>
            <a:r>
              <a:rPr lang="en-CA" sz="2000" dirty="0">
                <a:latin typeface="Times New Roman" panose="02020603050405020304" pitchFamily="18" charset="0"/>
                <a:cs typeface="Times New Roman" panose="02020603050405020304" pitchFamily="18" charset="0"/>
              </a:rPr>
              <a:t>In the case of transistors, another subscript (b, e, or c) is added to designate the type of </a:t>
            </a:r>
            <a:r>
              <a:rPr lang="en-CA" sz="2000" dirty="0">
                <a:solidFill>
                  <a:srgbClr val="0000FF"/>
                </a:solidFill>
                <a:latin typeface="Times New Roman" panose="02020603050405020304" pitchFamily="18" charset="0"/>
                <a:cs typeface="Times New Roman" panose="02020603050405020304" pitchFamily="18" charset="0"/>
              </a:rPr>
              <a:t>configuration</a:t>
            </a:r>
            <a:r>
              <a:rPr lang="en-CA" sz="2000" dirty="0">
                <a:latin typeface="Times New Roman" panose="02020603050405020304" pitchFamily="18" charset="0"/>
                <a:cs typeface="Times New Roman" panose="02020603050405020304" pitchFamily="18" charset="0"/>
              </a:rPr>
              <a:t>.   For example,</a:t>
            </a:r>
            <a:endParaRPr lang="en-US" sz="2000" dirty="0">
              <a:latin typeface="Times New Roman" panose="02020603050405020304" pitchFamily="18" charset="0"/>
              <a:cs typeface="Times New Roman" panose="02020603050405020304" pitchFamily="18" charset="0"/>
            </a:endParaRPr>
          </a:p>
          <a:p>
            <a:pPr marR="408305" algn="just">
              <a:spcBef>
                <a:spcPct val="20000"/>
              </a:spcBef>
              <a:tabLst>
                <a:tab pos="2916555" algn="l"/>
              </a:tabLst>
            </a:pPr>
            <a:r>
              <a:rPr lang="en-US" sz="2000" i="1"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               </a:t>
            </a:r>
            <a:r>
              <a:rPr lang="en-CA" sz="2000" i="1" dirty="0" err="1">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h</a:t>
            </a:r>
            <a:r>
              <a:rPr lang="en-CA" sz="2000" i="1" baseline="-25000" dirty="0" err="1">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ib</a:t>
            </a:r>
            <a:r>
              <a:rPr lang="en-CA" sz="200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 = </a:t>
            </a:r>
            <a:r>
              <a:rPr lang="en-CA" sz="2000" i="1"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h</a:t>
            </a:r>
            <a:r>
              <a:rPr lang="en-CA" sz="2000" i="1" baseline="-2500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11b</a:t>
            </a:r>
            <a:r>
              <a:rPr lang="en-CA" sz="2000" i="1"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 </a:t>
            </a:r>
            <a:r>
              <a:rPr lang="en-CA" sz="200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 </a:t>
            </a:r>
            <a:r>
              <a:rPr lang="en-CA" sz="2000" i="1" dirty="0">
                <a:solidFill>
                  <a:srgbClr val="0000FF"/>
                </a:solidFill>
                <a:latin typeface="Times New Roman" panose="02020603050405020304" pitchFamily="18" charset="0"/>
                <a:ea typeface="Times New Roman" panose="02020603050405020304" pitchFamily="18" charset="0"/>
                <a:cs typeface="Times New Roman" panose="02020603050405020304" pitchFamily="18" charset="0"/>
              </a:rPr>
              <a:t>input resistance </a:t>
            </a:r>
            <a:r>
              <a:rPr lang="en-CA" sz="200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in common-base configuration</a:t>
            </a:r>
            <a:endParaRPr lang="en-US" sz="2000" dirty="0">
              <a:latin typeface="Times New Roman" panose="02020603050405020304" pitchFamily="18" charset="0"/>
              <a:ea typeface="Times New Roman" panose="02020603050405020304" pitchFamily="18" charset="0"/>
              <a:cs typeface="Times New Roman" panose="02020603050405020304" pitchFamily="18" charset="0"/>
            </a:endParaRPr>
          </a:p>
          <a:p>
            <a:pPr marL="914400" algn="just">
              <a:spcBef>
                <a:spcPts val="780"/>
              </a:spcBef>
              <a:tabLst>
                <a:tab pos="1106170" algn="l"/>
              </a:tabLst>
            </a:pPr>
            <a:r>
              <a:rPr lang="en-CA" sz="2000" i="1" dirty="0" err="1">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h</a:t>
            </a:r>
            <a:r>
              <a:rPr lang="en-CA" sz="2000" i="1" baseline="-25000" dirty="0" err="1">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fe</a:t>
            </a:r>
            <a:r>
              <a:rPr lang="en-CA" sz="2000" i="1" baseline="-2500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 </a:t>
            </a:r>
            <a:r>
              <a:rPr lang="en-CA" sz="2000" spc="15"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 </a:t>
            </a:r>
            <a:r>
              <a:rPr lang="en-CA" sz="2000" i="1" spc="15"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h</a:t>
            </a:r>
            <a:r>
              <a:rPr lang="en-CA" sz="2000" i="1" spc="15" baseline="-2500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21e</a:t>
            </a:r>
            <a:r>
              <a:rPr lang="en-CA" sz="2000" i="1" spc="15"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 = </a:t>
            </a:r>
            <a:r>
              <a:rPr lang="en-CA" sz="2000" spc="15"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short-circuit forward </a:t>
            </a:r>
            <a:r>
              <a:rPr lang="en-CA" sz="2000" i="1" spc="15" dirty="0">
                <a:solidFill>
                  <a:srgbClr val="0000FF"/>
                </a:solidFill>
                <a:latin typeface="Times New Roman" panose="02020603050405020304" pitchFamily="18" charset="0"/>
                <a:ea typeface="Times New Roman" panose="02020603050405020304" pitchFamily="18" charset="0"/>
                <a:cs typeface="Times New Roman" panose="02020603050405020304" pitchFamily="18" charset="0"/>
              </a:rPr>
              <a:t>current gain </a:t>
            </a:r>
            <a:r>
              <a:rPr lang="en-CA" sz="2000" spc="15"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in common-emitter </a:t>
            </a:r>
            <a:r>
              <a:rPr lang="en-CA" sz="200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circuit</a:t>
            </a:r>
            <a:endParaRPr lang="en-US" sz="2000" dirty="0">
              <a:latin typeface="Times New Roman" panose="02020603050405020304" pitchFamily="18" charset="0"/>
              <a:ea typeface="Times New Roman" panose="02020603050405020304" pitchFamily="18" charset="0"/>
              <a:cs typeface="Times New Roman" panose="02020603050405020304" pitchFamily="18" charset="0"/>
            </a:endParaRPr>
          </a:p>
        </p:txBody>
      </p:sp>
      <p:sp>
        <p:nvSpPr>
          <p:cNvPr id="10" name="Rectangle 9">
            <a:extLst>
              <a:ext uri="{FF2B5EF4-FFF2-40B4-BE49-F238E27FC236}">
                <a16:creationId xmlns:a16="http://schemas.microsoft.com/office/drawing/2014/main" id="{F4A47D90-0D01-46E0-9912-787E59DAE842}"/>
              </a:ext>
            </a:extLst>
          </p:cNvPr>
          <p:cNvSpPr/>
          <p:nvPr/>
        </p:nvSpPr>
        <p:spPr>
          <a:xfrm>
            <a:off x="1787237" y="4595528"/>
            <a:ext cx="3109056" cy="369332"/>
          </a:xfrm>
          <a:prstGeom prst="rect">
            <a:avLst/>
          </a:prstGeom>
        </p:spPr>
        <p:txBody>
          <a:bodyPr wrap="none">
            <a:spAutoFit/>
          </a:bodyPr>
          <a:lstStyle/>
          <a:p>
            <a:r>
              <a:rPr lang="en-US" dirty="0">
                <a:solidFill>
                  <a:srgbClr val="FF0000"/>
                </a:solidFill>
                <a:latin typeface="Times New Roman" panose="02020603050405020304" pitchFamily="18" charset="0"/>
                <a:ea typeface="Calibri" panose="020F0502020204030204" pitchFamily="34" charset="0"/>
              </a:rPr>
              <a:t>Define </a:t>
            </a:r>
            <a:r>
              <a:rPr lang="en-US" i="1" dirty="0">
                <a:solidFill>
                  <a:srgbClr val="FF0000"/>
                </a:solidFill>
                <a:latin typeface="Times New Roman" panose="02020603050405020304" pitchFamily="18" charset="0"/>
                <a:ea typeface="Calibri" panose="020F0502020204030204" pitchFamily="34" charset="0"/>
              </a:rPr>
              <a:t>h</a:t>
            </a:r>
            <a:r>
              <a:rPr lang="en-US" i="1" baseline="-25000" dirty="0">
                <a:solidFill>
                  <a:srgbClr val="FF0000"/>
                </a:solidFill>
                <a:latin typeface="Times New Roman" panose="02020603050405020304" pitchFamily="18" charset="0"/>
                <a:ea typeface="Calibri" panose="020F0502020204030204" pitchFamily="34" charset="0"/>
              </a:rPr>
              <a:t>i</a:t>
            </a:r>
            <a:r>
              <a:rPr lang="en-US" i="1" dirty="0">
                <a:solidFill>
                  <a:srgbClr val="FF0000"/>
                </a:solidFill>
                <a:latin typeface="Times New Roman" panose="02020603050405020304" pitchFamily="18" charset="0"/>
                <a:ea typeface="Calibri" panose="020F0502020204030204" pitchFamily="34" charset="0"/>
              </a:rPr>
              <a:t>, h</a:t>
            </a:r>
            <a:r>
              <a:rPr lang="en-US" i="1" baseline="-25000" dirty="0">
                <a:solidFill>
                  <a:srgbClr val="FF0000"/>
                </a:solidFill>
                <a:latin typeface="Times New Roman" panose="02020603050405020304" pitchFamily="18" charset="0"/>
                <a:ea typeface="Calibri" panose="020F0502020204030204" pitchFamily="34" charset="0"/>
              </a:rPr>
              <a:t>f</a:t>
            </a:r>
            <a:r>
              <a:rPr lang="en-US" i="1" dirty="0">
                <a:solidFill>
                  <a:srgbClr val="FF0000"/>
                </a:solidFill>
                <a:latin typeface="Times New Roman" panose="02020603050405020304" pitchFamily="18" charset="0"/>
                <a:ea typeface="Calibri" panose="020F0502020204030204" pitchFamily="34" charset="0"/>
              </a:rPr>
              <a:t>, </a:t>
            </a:r>
            <a:r>
              <a:rPr lang="en-US" i="1" dirty="0" err="1">
                <a:solidFill>
                  <a:srgbClr val="FF0000"/>
                </a:solidFill>
                <a:latin typeface="Times New Roman" panose="02020603050405020304" pitchFamily="18" charset="0"/>
                <a:ea typeface="Calibri" panose="020F0502020204030204" pitchFamily="34" charset="0"/>
              </a:rPr>
              <a:t>h</a:t>
            </a:r>
            <a:r>
              <a:rPr lang="en-US" i="1" baseline="-25000" dirty="0" err="1">
                <a:solidFill>
                  <a:srgbClr val="FF0000"/>
                </a:solidFill>
                <a:latin typeface="Times New Roman" panose="02020603050405020304" pitchFamily="18" charset="0"/>
                <a:ea typeface="Calibri" panose="020F0502020204030204" pitchFamily="34" charset="0"/>
              </a:rPr>
              <a:t>r</a:t>
            </a:r>
            <a:r>
              <a:rPr lang="en-US" dirty="0">
                <a:solidFill>
                  <a:srgbClr val="FF0000"/>
                </a:solidFill>
                <a:latin typeface="Times New Roman" panose="02020603050405020304" pitchFamily="18" charset="0"/>
                <a:ea typeface="Calibri" panose="020F0502020204030204" pitchFamily="34" charset="0"/>
              </a:rPr>
              <a:t> and </a:t>
            </a:r>
            <a:r>
              <a:rPr lang="en-US" i="1" dirty="0">
                <a:solidFill>
                  <a:srgbClr val="FF0000"/>
                </a:solidFill>
                <a:latin typeface="Times New Roman" panose="02020603050405020304" pitchFamily="18" charset="0"/>
                <a:ea typeface="Calibri" panose="020F0502020204030204" pitchFamily="34" charset="0"/>
              </a:rPr>
              <a:t>h</a:t>
            </a:r>
            <a:r>
              <a:rPr lang="en-US" i="1" baseline="-25000" dirty="0">
                <a:solidFill>
                  <a:srgbClr val="FF0000"/>
                </a:solidFill>
                <a:latin typeface="Times New Roman" panose="02020603050405020304" pitchFamily="18" charset="0"/>
                <a:ea typeface="Calibri" panose="020F0502020204030204" pitchFamily="34" charset="0"/>
              </a:rPr>
              <a:t>o </a:t>
            </a:r>
            <a:r>
              <a:rPr lang="en-US" dirty="0">
                <a:solidFill>
                  <a:srgbClr val="FF0000"/>
                </a:solidFill>
                <a:latin typeface="Times New Roman" panose="02020603050405020304" pitchFamily="18" charset="0"/>
                <a:ea typeface="Calibri" panose="020F0502020204030204" pitchFamily="34" charset="0"/>
              </a:rPr>
              <a:t>of a BJT.</a:t>
            </a:r>
            <a:endParaRPr lang="en-US" dirty="0">
              <a:solidFill>
                <a:srgbClr val="FF0000"/>
              </a:solidFill>
            </a:endParaRPr>
          </a:p>
        </p:txBody>
      </p:sp>
      <mc:AlternateContent xmlns:mc="http://schemas.openxmlformats.org/markup-compatibility/2006" xmlns:p14="http://schemas.microsoft.com/office/powerpoint/2010/main">
        <mc:Choice Requires="p14">
          <p:contentPart p14:bwMode="auto" r:id="rId5">
            <p14:nvContentPartPr>
              <p14:cNvPr id="3" name="Ink 2">
                <a:extLst>
                  <a:ext uri="{FF2B5EF4-FFF2-40B4-BE49-F238E27FC236}">
                    <a16:creationId xmlns:a16="http://schemas.microsoft.com/office/drawing/2014/main" id="{19960FBC-F80C-4B2C-8A7A-17F18B074F1D}"/>
                  </a:ext>
                </a:extLst>
              </p14:cNvPr>
              <p14:cNvContentPartPr/>
              <p14:nvPr/>
            </p14:nvContentPartPr>
            <p14:xfrm>
              <a:off x="3444840" y="1059120"/>
              <a:ext cx="8308080" cy="5395680"/>
            </p14:xfrm>
          </p:contentPart>
        </mc:Choice>
        <mc:Fallback xmlns="">
          <p:pic>
            <p:nvPicPr>
              <p:cNvPr id="3" name="Ink 2">
                <a:extLst>
                  <a:ext uri="{FF2B5EF4-FFF2-40B4-BE49-F238E27FC236}">
                    <a16:creationId xmlns:a16="http://schemas.microsoft.com/office/drawing/2014/main" id="{19960FBC-F80C-4B2C-8A7A-17F18B074F1D}"/>
                  </a:ext>
                </a:extLst>
              </p:cNvPr>
              <p:cNvPicPr/>
              <p:nvPr/>
            </p:nvPicPr>
            <p:blipFill>
              <a:blip r:embed="rId6"/>
              <a:stretch>
                <a:fillRect/>
              </a:stretch>
            </p:blipFill>
            <p:spPr>
              <a:xfrm>
                <a:off x="3435480" y="1049760"/>
                <a:ext cx="8326800" cy="541440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4" name="Ink 3">
                <a:extLst>
                  <a:ext uri="{FF2B5EF4-FFF2-40B4-BE49-F238E27FC236}">
                    <a16:creationId xmlns:a16="http://schemas.microsoft.com/office/drawing/2014/main" id="{3BA343E3-6850-4789-A185-810DE47676EC}"/>
                  </a:ext>
                </a:extLst>
              </p14:cNvPr>
              <p14:cNvContentPartPr/>
              <p14:nvPr/>
            </p14:nvContentPartPr>
            <p14:xfrm>
              <a:off x="3712320" y="4774320"/>
              <a:ext cx="6677280" cy="1997640"/>
            </p14:xfrm>
          </p:contentPart>
        </mc:Choice>
        <mc:Fallback xmlns="">
          <p:pic>
            <p:nvPicPr>
              <p:cNvPr id="4" name="Ink 3">
                <a:extLst>
                  <a:ext uri="{FF2B5EF4-FFF2-40B4-BE49-F238E27FC236}">
                    <a16:creationId xmlns:a16="http://schemas.microsoft.com/office/drawing/2014/main" id="{3BA343E3-6850-4789-A185-810DE47676EC}"/>
                  </a:ext>
                </a:extLst>
              </p:cNvPr>
              <p:cNvPicPr/>
              <p:nvPr/>
            </p:nvPicPr>
            <p:blipFill>
              <a:blip r:embed="rId8"/>
              <a:stretch>
                <a:fillRect/>
              </a:stretch>
            </p:blipFill>
            <p:spPr>
              <a:xfrm>
                <a:off x="3702960" y="4764960"/>
                <a:ext cx="6696000" cy="201636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5" name="Ink 4">
                <a:extLst>
                  <a:ext uri="{FF2B5EF4-FFF2-40B4-BE49-F238E27FC236}">
                    <a16:creationId xmlns:a16="http://schemas.microsoft.com/office/drawing/2014/main" id="{4F128C9B-6CE4-47EF-886F-829E7EA7C353}"/>
                  </a:ext>
                </a:extLst>
              </p14:cNvPr>
              <p14:cNvContentPartPr/>
              <p14:nvPr/>
            </p14:nvContentPartPr>
            <p14:xfrm>
              <a:off x="2571840" y="1400760"/>
              <a:ext cx="9233280" cy="2744280"/>
            </p14:xfrm>
          </p:contentPart>
        </mc:Choice>
        <mc:Fallback xmlns="">
          <p:pic>
            <p:nvPicPr>
              <p:cNvPr id="5" name="Ink 4">
                <a:extLst>
                  <a:ext uri="{FF2B5EF4-FFF2-40B4-BE49-F238E27FC236}">
                    <a16:creationId xmlns:a16="http://schemas.microsoft.com/office/drawing/2014/main" id="{4F128C9B-6CE4-47EF-886F-829E7EA7C353}"/>
                  </a:ext>
                </a:extLst>
              </p:cNvPr>
              <p:cNvPicPr/>
              <p:nvPr/>
            </p:nvPicPr>
            <p:blipFill>
              <a:blip r:embed="rId10"/>
              <a:stretch>
                <a:fillRect/>
              </a:stretch>
            </p:blipFill>
            <p:spPr>
              <a:xfrm>
                <a:off x="2562480" y="1391400"/>
                <a:ext cx="9252000" cy="2763000"/>
              </a:xfrm>
              <a:prstGeom prst="rect">
                <a:avLst/>
              </a:prstGeom>
            </p:spPr>
          </p:pic>
        </mc:Fallback>
      </mc:AlternateContent>
    </p:spTree>
    <p:extLst>
      <p:ext uri="{BB962C8B-B14F-4D97-AF65-F5344CB8AC3E}">
        <p14:creationId xmlns:p14="http://schemas.microsoft.com/office/powerpoint/2010/main" val="373358794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2"/>
          <p:cNvSpPr txBox="1">
            <a:spLocks/>
          </p:cNvSpPr>
          <p:nvPr/>
        </p:nvSpPr>
        <p:spPr>
          <a:xfrm>
            <a:off x="1523998" y="1"/>
            <a:ext cx="8918917" cy="515155"/>
          </a:xfrm>
          <a:prstGeom prst="rect">
            <a:avLst/>
          </a:prstGeom>
        </p:spPr>
        <p:txBody>
          <a:bodyPr>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just">
              <a:buBlip>
                <a:blip r:embed="rId2"/>
              </a:buBlip>
            </a:pPr>
            <a:r>
              <a:rPr lang="en-US" sz="2800" b="1" dirty="0">
                <a:solidFill>
                  <a:srgbClr val="C00000"/>
                </a:solidFill>
                <a:effectLst>
                  <a:outerShdw blurRad="38100" dist="38100" dir="2700000" algn="tl">
                    <a:srgbClr val="000000">
                      <a:alpha val="43137"/>
                    </a:srgbClr>
                  </a:outerShdw>
                </a:effectLst>
              </a:rPr>
              <a:t>Two-port devices and the hybrid model  (8/2)</a:t>
            </a:r>
          </a:p>
        </p:txBody>
      </p:sp>
      <p:grpSp>
        <p:nvGrpSpPr>
          <p:cNvPr id="9" name="Group 8">
            <a:extLst>
              <a:ext uri="{FF2B5EF4-FFF2-40B4-BE49-F238E27FC236}">
                <a16:creationId xmlns:a16="http://schemas.microsoft.com/office/drawing/2014/main" id="{14F7547D-14E3-4BBF-90A7-C529DABE6629}"/>
              </a:ext>
            </a:extLst>
          </p:cNvPr>
          <p:cNvGrpSpPr/>
          <p:nvPr/>
        </p:nvGrpSpPr>
        <p:grpSpPr>
          <a:xfrm>
            <a:off x="2302111" y="4022175"/>
            <a:ext cx="6716040" cy="1623715"/>
            <a:chOff x="1108413" y="4051542"/>
            <a:chExt cx="7810500" cy="2047875"/>
          </a:xfrm>
        </p:grpSpPr>
        <p:pic>
          <p:nvPicPr>
            <p:cNvPr id="7" name="Picture 6">
              <a:extLst>
                <a:ext uri="{FF2B5EF4-FFF2-40B4-BE49-F238E27FC236}">
                  <a16:creationId xmlns:a16="http://schemas.microsoft.com/office/drawing/2014/main" id="{1338F625-B7BF-47B2-B920-5BE2E999E885}"/>
                </a:ext>
              </a:extLst>
            </p:cNvPr>
            <p:cNvPicPr>
              <a:picLocks noChangeAspect="1"/>
            </p:cNvPicPr>
            <p:nvPr/>
          </p:nvPicPr>
          <p:blipFill>
            <a:blip r:embed="rId3"/>
            <a:stretch>
              <a:fillRect/>
            </a:stretch>
          </p:blipFill>
          <p:spPr>
            <a:xfrm>
              <a:off x="1108413" y="4051542"/>
              <a:ext cx="7810500" cy="2047875"/>
            </a:xfrm>
            <a:prstGeom prst="rect">
              <a:avLst/>
            </a:prstGeom>
          </p:spPr>
        </p:pic>
        <p:sp>
          <p:nvSpPr>
            <p:cNvPr id="8" name="Rectangle 7">
              <a:extLst>
                <a:ext uri="{FF2B5EF4-FFF2-40B4-BE49-F238E27FC236}">
                  <a16:creationId xmlns:a16="http://schemas.microsoft.com/office/drawing/2014/main" id="{26F3AAEE-8DF5-48F7-9CA9-3C158D7B8339}"/>
                </a:ext>
              </a:extLst>
            </p:cNvPr>
            <p:cNvSpPr/>
            <p:nvPr/>
          </p:nvSpPr>
          <p:spPr>
            <a:xfrm>
              <a:off x="4459455" y="5627317"/>
              <a:ext cx="1146875" cy="465812"/>
            </a:xfrm>
            <a:prstGeom prst="rect">
              <a:avLst/>
            </a:prstGeom>
          </p:spPr>
          <p:txBody>
            <a:bodyPr wrap="none">
              <a:spAutoFit/>
            </a:bodyPr>
            <a:lstStyle/>
            <a:p>
              <a:r>
                <a:rPr lang="en-CA" b="1" dirty="0">
                  <a:solidFill>
                    <a:srgbClr val="0000FF"/>
                  </a:solidFill>
                  <a:latin typeface="Times New Roman" panose="02020603050405020304" pitchFamily="18" charset="0"/>
                  <a:cs typeface="Times New Roman" panose="02020603050405020304" pitchFamily="18" charset="0"/>
                </a:rPr>
                <a:t>Fig. 8-4 </a:t>
              </a:r>
              <a:endParaRPr lang="en-US" b="1" dirty="0">
                <a:solidFill>
                  <a:srgbClr val="0000FF"/>
                </a:solidFill>
              </a:endParaRPr>
            </a:p>
          </p:txBody>
        </p:sp>
      </p:grpSp>
      <p:sp>
        <p:nvSpPr>
          <p:cNvPr id="3" name="Rectangle 2">
            <a:extLst>
              <a:ext uri="{FF2B5EF4-FFF2-40B4-BE49-F238E27FC236}">
                <a16:creationId xmlns:a16="http://schemas.microsoft.com/office/drawing/2014/main" id="{EE79E5AF-9E47-473E-B2FA-9D596927972A}"/>
              </a:ext>
            </a:extLst>
          </p:cNvPr>
          <p:cNvSpPr/>
          <p:nvPr/>
        </p:nvSpPr>
        <p:spPr>
          <a:xfrm>
            <a:off x="1524000" y="528606"/>
            <a:ext cx="9144004" cy="3162404"/>
          </a:xfrm>
          <a:prstGeom prst="rect">
            <a:avLst/>
          </a:prstGeom>
        </p:spPr>
        <p:txBody>
          <a:bodyPr wrap="square">
            <a:spAutoFit/>
          </a:bodyPr>
          <a:lstStyle/>
          <a:p>
            <a:pPr marL="285750" marR="417830" indent="-285750" algn="just">
              <a:spcBef>
                <a:spcPts val="910"/>
              </a:spcBef>
              <a:buFont typeface="Arial" panose="020B0604020202020204" pitchFamily="34" charset="0"/>
              <a:buChar char="•"/>
              <a:tabLst>
                <a:tab pos="2672715" algn="l"/>
                <a:tab pos="3215005" algn="l"/>
              </a:tabLst>
            </a:pPr>
            <a:r>
              <a:rPr lang="en-CA" sz="240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Since the device described by </a:t>
            </a:r>
            <a:r>
              <a:rPr lang="en-CA" sz="2400" dirty="0" err="1">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Eqs</a:t>
            </a:r>
            <a:r>
              <a:rPr lang="en-CA" sz="240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 (8-2) and (8-3) is assumed to include no reactive elements, the four parameters </a:t>
            </a:r>
            <a:r>
              <a:rPr lang="en-CA" sz="2400" i="1"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h</a:t>
            </a:r>
            <a:r>
              <a:rPr lang="en-CA" sz="2400" baseline="-2500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11</a:t>
            </a:r>
            <a:r>
              <a:rPr lang="en-CA" sz="240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 </a:t>
            </a:r>
            <a:r>
              <a:rPr lang="en-CA" sz="2400" i="1"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h</a:t>
            </a:r>
            <a:r>
              <a:rPr lang="en-CA" sz="2400" baseline="-2500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12</a:t>
            </a:r>
            <a:r>
              <a:rPr lang="en-CA" sz="240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 </a:t>
            </a:r>
            <a:r>
              <a:rPr lang="en-CA" sz="2400" i="1"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h</a:t>
            </a:r>
            <a:r>
              <a:rPr lang="en-CA" sz="2400" baseline="-2500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21</a:t>
            </a:r>
            <a:r>
              <a:rPr lang="en-CA" sz="240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 and </a:t>
            </a:r>
            <a:r>
              <a:rPr lang="en-CA" sz="2400" i="1"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h</a:t>
            </a:r>
            <a:r>
              <a:rPr lang="en-CA" sz="2400" baseline="-2500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22</a:t>
            </a:r>
            <a:r>
              <a:rPr lang="en-CA" sz="240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 are real numbers and the voltages and currents </a:t>
            </a:r>
            <a:r>
              <a:rPr lang="en-CA" sz="2400" i="1"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v</a:t>
            </a:r>
            <a:r>
              <a:rPr lang="en-CA" sz="2400" baseline="-2500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1</a:t>
            </a:r>
            <a:r>
              <a:rPr lang="en-CA" sz="240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 </a:t>
            </a:r>
            <a:r>
              <a:rPr lang="en-CA" sz="2400" i="1"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v</a:t>
            </a:r>
            <a:r>
              <a:rPr lang="en-CA" sz="2400" baseline="-2500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2</a:t>
            </a:r>
            <a:r>
              <a:rPr lang="en-CA" sz="240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 and </a:t>
            </a:r>
            <a:r>
              <a:rPr lang="en-CA" sz="2400" i="1"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i</a:t>
            </a:r>
            <a:r>
              <a:rPr lang="en-CA" sz="2400" baseline="-2500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1</a:t>
            </a:r>
            <a:r>
              <a:rPr lang="en-CA" sz="240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 </a:t>
            </a:r>
            <a:r>
              <a:rPr lang="en-CA" sz="2400" i="1"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i</a:t>
            </a:r>
            <a:r>
              <a:rPr lang="en-CA" sz="2400" baseline="-2500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2</a:t>
            </a:r>
            <a:r>
              <a:rPr lang="en-CA" sz="240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 are functions of time.</a:t>
            </a:r>
          </a:p>
          <a:p>
            <a:pPr marL="285750" marR="417830" indent="-285750" algn="just">
              <a:spcBef>
                <a:spcPts val="910"/>
              </a:spcBef>
              <a:buFont typeface="Arial" panose="020B0604020202020204" pitchFamily="34" charset="0"/>
              <a:buChar char="•"/>
              <a:tabLst>
                <a:tab pos="2672715" algn="l"/>
                <a:tab pos="3215005" algn="l"/>
              </a:tabLst>
            </a:pPr>
            <a:r>
              <a:rPr lang="en-CA" sz="240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However, if reactive elements had been included in the device, the excitation would be </a:t>
            </a:r>
            <a:r>
              <a:rPr lang="en-CA" sz="2400" spc="5"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considered to be sinusoidal, the </a:t>
            </a:r>
            <a:r>
              <a:rPr lang="en-CA" sz="2400" i="1" spc="5"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h </a:t>
            </a:r>
            <a:r>
              <a:rPr lang="en-CA" sz="2400" spc="5"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parameters would in general be functions </a:t>
            </a:r>
            <a:r>
              <a:rPr lang="en-CA" sz="240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of frequency, and the voltages and currents would be represented by phasors </a:t>
            </a:r>
            <a:r>
              <a:rPr lang="en-CA" sz="2400" b="1" i="1"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V</a:t>
            </a:r>
            <a:r>
              <a:rPr lang="en-CA" sz="2400" b="1" baseline="-2500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1</a:t>
            </a:r>
            <a:r>
              <a:rPr lang="en-CA" sz="2400" b="1"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 </a:t>
            </a:r>
            <a:r>
              <a:rPr lang="en-CA" sz="2400" b="1" i="1"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V</a:t>
            </a:r>
            <a:r>
              <a:rPr lang="en-CA" sz="2400" b="1" baseline="-2500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2</a:t>
            </a:r>
            <a:r>
              <a:rPr lang="en-CA" sz="2400" b="1"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 </a:t>
            </a:r>
            <a:r>
              <a:rPr lang="en-CA" sz="240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and </a:t>
            </a:r>
            <a:r>
              <a:rPr lang="en-CA" sz="2400" b="1" i="1"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I</a:t>
            </a:r>
            <a:r>
              <a:rPr lang="en-CA" sz="2400" b="1" baseline="-2500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1</a:t>
            </a:r>
            <a:r>
              <a:rPr lang="en-CA" sz="2400" b="1"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 </a:t>
            </a:r>
            <a:r>
              <a:rPr lang="en-CA" sz="2400" b="1" i="1"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I</a:t>
            </a:r>
            <a:r>
              <a:rPr lang="en-CA" sz="2400" b="1" baseline="-2500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2</a:t>
            </a:r>
            <a:r>
              <a:rPr lang="en-CA" sz="2400" b="1"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a:t>
            </a:r>
            <a:endParaRPr lang="en-US" sz="2400" dirty="0">
              <a:latin typeface="Calibri" panose="020F0502020204030204" pitchFamily="34" charset="0"/>
              <a:ea typeface="Times New Roman" panose="02020603050405020304" pitchFamily="18" charset="0"/>
              <a:cs typeface="Times New Roman" panose="02020603050405020304" pitchFamily="18" charset="0"/>
            </a:endParaRPr>
          </a:p>
        </p:txBody>
      </p:sp>
      <mc:AlternateContent xmlns:mc="http://schemas.openxmlformats.org/markup-compatibility/2006" xmlns:p14="http://schemas.microsoft.com/office/powerpoint/2010/main">
        <mc:Choice Requires="p14">
          <p:contentPart p14:bwMode="auto" r:id="rId4">
            <p14:nvContentPartPr>
              <p14:cNvPr id="2" name="Ink 1">
                <a:extLst>
                  <a:ext uri="{FF2B5EF4-FFF2-40B4-BE49-F238E27FC236}">
                    <a16:creationId xmlns:a16="http://schemas.microsoft.com/office/drawing/2014/main" id="{5E5881F5-822F-49F0-B74A-A609EB6D1F5A}"/>
                  </a:ext>
                </a:extLst>
              </p14:cNvPr>
              <p14:cNvContentPartPr/>
              <p14:nvPr/>
            </p14:nvContentPartPr>
            <p14:xfrm>
              <a:off x="3042000" y="1668600"/>
              <a:ext cx="7210440" cy="624240"/>
            </p14:xfrm>
          </p:contentPart>
        </mc:Choice>
        <mc:Fallback xmlns="">
          <p:pic>
            <p:nvPicPr>
              <p:cNvPr id="2" name="Ink 1">
                <a:extLst>
                  <a:ext uri="{FF2B5EF4-FFF2-40B4-BE49-F238E27FC236}">
                    <a16:creationId xmlns:a16="http://schemas.microsoft.com/office/drawing/2014/main" id="{5E5881F5-822F-49F0-B74A-A609EB6D1F5A}"/>
                  </a:ext>
                </a:extLst>
              </p:cNvPr>
              <p:cNvPicPr/>
              <p:nvPr/>
            </p:nvPicPr>
            <p:blipFill>
              <a:blip r:embed="rId5"/>
              <a:stretch>
                <a:fillRect/>
              </a:stretch>
            </p:blipFill>
            <p:spPr>
              <a:xfrm>
                <a:off x="3032640" y="1659240"/>
                <a:ext cx="7229160" cy="64296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4" name="Ink 3">
                <a:extLst>
                  <a:ext uri="{FF2B5EF4-FFF2-40B4-BE49-F238E27FC236}">
                    <a16:creationId xmlns:a16="http://schemas.microsoft.com/office/drawing/2014/main" id="{251AE2E3-903F-471A-B681-C9808D0F021D}"/>
                  </a:ext>
                </a:extLst>
              </p14:cNvPr>
              <p14:cNvContentPartPr/>
              <p14:nvPr/>
            </p14:nvContentPartPr>
            <p14:xfrm>
              <a:off x="3791520" y="2866680"/>
              <a:ext cx="5583240" cy="804600"/>
            </p14:xfrm>
          </p:contentPart>
        </mc:Choice>
        <mc:Fallback xmlns="">
          <p:pic>
            <p:nvPicPr>
              <p:cNvPr id="4" name="Ink 3">
                <a:extLst>
                  <a:ext uri="{FF2B5EF4-FFF2-40B4-BE49-F238E27FC236}">
                    <a16:creationId xmlns:a16="http://schemas.microsoft.com/office/drawing/2014/main" id="{251AE2E3-903F-471A-B681-C9808D0F021D}"/>
                  </a:ext>
                </a:extLst>
              </p:cNvPr>
              <p:cNvPicPr/>
              <p:nvPr/>
            </p:nvPicPr>
            <p:blipFill>
              <a:blip r:embed="rId7"/>
              <a:stretch>
                <a:fillRect/>
              </a:stretch>
            </p:blipFill>
            <p:spPr>
              <a:xfrm>
                <a:off x="3782160" y="2857320"/>
                <a:ext cx="5601960" cy="823320"/>
              </a:xfrm>
              <a:prstGeom prst="rect">
                <a:avLst/>
              </a:prstGeom>
            </p:spPr>
          </p:pic>
        </mc:Fallback>
      </mc:AlternateContent>
    </p:spTree>
    <p:extLst>
      <p:ext uri="{BB962C8B-B14F-4D97-AF65-F5344CB8AC3E}">
        <p14:creationId xmlns:p14="http://schemas.microsoft.com/office/powerpoint/2010/main" val="115965500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2"/>
          <p:cNvSpPr txBox="1">
            <a:spLocks/>
          </p:cNvSpPr>
          <p:nvPr/>
        </p:nvSpPr>
        <p:spPr>
          <a:xfrm>
            <a:off x="1523998" y="1"/>
            <a:ext cx="8918917" cy="515155"/>
          </a:xfrm>
          <a:prstGeom prst="rect">
            <a:avLst/>
          </a:prstGeom>
        </p:spPr>
        <p:txBody>
          <a:bodyPr>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just">
              <a:buBlip>
                <a:blip r:embed="rId3"/>
              </a:buBlip>
            </a:pPr>
            <a:r>
              <a:rPr lang="en-US" sz="2800" b="1" dirty="0">
                <a:solidFill>
                  <a:srgbClr val="C00000"/>
                </a:solidFill>
                <a:effectLst>
                  <a:outerShdw blurRad="38100" dist="38100" dir="2700000" algn="tl">
                    <a:srgbClr val="000000">
                      <a:alpha val="43137"/>
                    </a:srgbClr>
                  </a:outerShdw>
                </a:effectLst>
              </a:rPr>
              <a:t>Two-port devices and the hybrid model (8/2)</a:t>
            </a:r>
          </a:p>
        </p:txBody>
      </p:sp>
      <p:grpSp>
        <p:nvGrpSpPr>
          <p:cNvPr id="9" name="Group 8">
            <a:extLst>
              <a:ext uri="{FF2B5EF4-FFF2-40B4-BE49-F238E27FC236}">
                <a16:creationId xmlns:a16="http://schemas.microsoft.com/office/drawing/2014/main" id="{14F7547D-14E3-4BBF-90A7-C529DABE6629}"/>
              </a:ext>
            </a:extLst>
          </p:cNvPr>
          <p:cNvGrpSpPr/>
          <p:nvPr/>
        </p:nvGrpSpPr>
        <p:grpSpPr>
          <a:xfrm>
            <a:off x="3726873" y="5234286"/>
            <a:ext cx="6716040" cy="1623715"/>
            <a:chOff x="1108413" y="4051542"/>
            <a:chExt cx="7810500" cy="2047875"/>
          </a:xfrm>
        </p:grpSpPr>
        <p:pic>
          <p:nvPicPr>
            <p:cNvPr id="7" name="Picture 6">
              <a:extLst>
                <a:ext uri="{FF2B5EF4-FFF2-40B4-BE49-F238E27FC236}">
                  <a16:creationId xmlns:a16="http://schemas.microsoft.com/office/drawing/2014/main" id="{1338F625-B7BF-47B2-B920-5BE2E999E885}"/>
                </a:ext>
              </a:extLst>
            </p:cNvPr>
            <p:cNvPicPr>
              <a:picLocks noChangeAspect="1"/>
            </p:cNvPicPr>
            <p:nvPr/>
          </p:nvPicPr>
          <p:blipFill>
            <a:blip r:embed="rId4"/>
            <a:stretch>
              <a:fillRect/>
            </a:stretch>
          </p:blipFill>
          <p:spPr>
            <a:xfrm>
              <a:off x="1108413" y="4051542"/>
              <a:ext cx="7810500" cy="2047875"/>
            </a:xfrm>
            <a:prstGeom prst="rect">
              <a:avLst/>
            </a:prstGeom>
          </p:spPr>
        </p:pic>
        <p:sp>
          <p:nvSpPr>
            <p:cNvPr id="8" name="Rectangle 7">
              <a:extLst>
                <a:ext uri="{FF2B5EF4-FFF2-40B4-BE49-F238E27FC236}">
                  <a16:creationId xmlns:a16="http://schemas.microsoft.com/office/drawing/2014/main" id="{26F3AAEE-8DF5-48F7-9CA9-3C158D7B8339}"/>
                </a:ext>
              </a:extLst>
            </p:cNvPr>
            <p:cNvSpPr/>
            <p:nvPr/>
          </p:nvSpPr>
          <p:spPr>
            <a:xfrm>
              <a:off x="4459455" y="5627317"/>
              <a:ext cx="1146875" cy="465812"/>
            </a:xfrm>
            <a:prstGeom prst="rect">
              <a:avLst/>
            </a:prstGeom>
          </p:spPr>
          <p:txBody>
            <a:bodyPr wrap="none">
              <a:spAutoFit/>
            </a:bodyPr>
            <a:lstStyle/>
            <a:p>
              <a:r>
                <a:rPr lang="en-CA" b="1" dirty="0">
                  <a:solidFill>
                    <a:srgbClr val="0000FF"/>
                  </a:solidFill>
                  <a:latin typeface="Times New Roman" panose="02020603050405020304" pitchFamily="18" charset="0"/>
                  <a:cs typeface="Times New Roman" panose="02020603050405020304" pitchFamily="18" charset="0"/>
                </a:rPr>
                <a:t>Fig. 8-4 </a:t>
              </a:r>
              <a:endParaRPr lang="en-US" b="1" dirty="0">
                <a:solidFill>
                  <a:srgbClr val="0000FF"/>
                </a:solidFill>
              </a:endParaRPr>
            </a:p>
          </p:txBody>
        </p:sp>
      </p:grpSp>
      <p:pic>
        <p:nvPicPr>
          <p:cNvPr id="5" name="Picture 4">
            <a:extLst>
              <a:ext uri="{FF2B5EF4-FFF2-40B4-BE49-F238E27FC236}">
                <a16:creationId xmlns:a16="http://schemas.microsoft.com/office/drawing/2014/main" id="{3F9463D3-2904-4243-8DCC-5886DEEA2E94}"/>
              </a:ext>
            </a:extLst>
          </p:cNvPr>
          <p:cNvPicPr>
            <a:picLocks noChangeAspect="1"/>
          </p:cNvPicPr>
          <p:nvPr/>
        </p:nvPicPr>
        <p:blipFill>
          <a:blip r:embed="rId5"/>
          <a:stretch>
            <a:fillRect/>
          </a:stretch>
        </p:blipFill>
        <p:spPr>
          <a:xfrm>
            <a:off x="5213641" y="2996876"/>
            <a:ext cx="5357376" cy="2142950"/>
          </a:xfrm>
          <a:prstGeom prst="rect">
            <a:avLst/>
          </a:prstGeom>
        </p:spPr>
      </p:pic>
      <p:sp>
        <p:nvSpPr>
          <p:cNvPr id="10" name="Rectangle 9">
            <a:extLst>
              <a:ext uri="{FF2B5EF4-FFF2-40B4-BE49-F238E27FC236}">
                <a16:creationId xmlns:a16="http://schemas.microsoft.com/office/drawing/2014/main" id="{181FCE75-6F18-494C-9E28-DF93BA0E4908}"/>
              </a:ext>
            </a:extLst>
          </p:cNvPr>
          <p:cNvSpPr/>
          <p:nvPr/>
        </p:nvSpPr>
        <p:spPr>
          <a:xfrm>
            <a:off x="1789401" y="3333054"/>
            <a:ext cx="3158836" cy="1200329"/>
          </a:xfrm>
          <a:prstGeom prst="rect">
            <a:avLst/>
          </a:prstGeom>
        </p:spPr>
        <p:txBody>
          <a:bodyPr wrap="square">
            <a:spAutoFit/>
          </a:bodyPr>
          <a:lstStyle/>
          <a:p>
            <a:r>
              <a:rPr lang="en-CA" dirty="0">
                <a:solidFill>
                  <a:srgbClr val="0000FF"/>
                </a:solidFill>
                <a:latin typeface="Times New Roman" panose="02020603050405020304" pitchFamily="18" charset="0"/>
                <a:ea typeface="Times New Roman" panose="02020603050405020304" pitchFamily="18" charset="0"/>
              </a:rPr>
              <a:t>Fig. 8-5   The hybrid model for the two-port network of Fig. 8-4. The parameters </a:t>
            </a:r>
            <a:r>
              <a:rPr lang="en-CA" i="1" dirty="0">
                <a:solidFill>
                  <a:srgbClr val="0000FF"/>
                </a:solidFill>
                <a:latin typeface="Times New Roman" panose="02020603050405020304" pitchFamily="18" charset="0"/>
                <a:ea typeface="Times New Roman" panose="02020603050405020304" pitchFamily="18" charset="0"/>
              </a:rPr>
              <a:t>h, </a:t>
            </a:r>
            <a:r>
              <a:rPr lang="en-CA" dirty="0">
                <a:solidFill>
                  <a:srgbClr val="0000FF"/>
                </a:solidFill>
                <a:latin typeface="Times New Roman" panose="02020603050405020304" pitchFamily="18" charset="0"/>
                <a:ea typeface="Times New Roman" panose="02020603050405020304" pitchFamily="18" charset="0"/>
              </a:rPr>
              <a:t>and hf are </a:t>
            </a:r>
            <a:br>
              <a:rPr lang="en-CA" sz="3200" dirty="0">
                <a:solidFill>
                  <a:srgbClr val="0000FF"/>
                </a:solidFill>
                <a:latin typeface="Calibri" panose="020F0502020204030204" pitchFamily="34" charset="0"/>
                <a:ea typeface="Times New Roman" panose="02020603050405020304" pitchFamily="18" charset="0"/>
                <a:cs typeface="Times New Roman" panose="02020603050405020304" pitchFamily="18" charset="0"/>
              </a:rPr>
            </a:br>
            <a:r>
              <a:rPr lang="en-CA" dirty="0">
                <a:solidFill>
                  <a:srgbClr val="0000FF"/>
                </a:solidFill>
                <a:latin typeface="Times New Roman" panose="02020603050405020304" pitchFamily="18" charset="0"/>
                <a:ea typeface="Times New Roman" panose="02020603050405020304" pitchFamily="18" charset="0"/>
              </a:rPr>
              <a:t>dimensionless.</a:t>
            </a:r>
            <a:endParaRPr lang="en-US" dirty="0">
              <a:solidFill>
                <a:srgbClr val="0000FF"/>
              </a:solidFill>
            </a:endParaRPr>
          </a:p>
        </p:txBody>
      </p:sp>
      <p:graphicFrame>
        <p:nvGraphicFramePr>
          <p:cNvPr id="3" name="Object 2"/>
          <p:cNvGraphicFramePr>
            <a:graphicFrameLocks noChangeAspect="1"/>
          </p:cNvGraphicFramePr>
          <p:nvPr/>
        </p:nvGraphicFramePr>
        <p:xfrm>
          <a:off x="1891416" y="4606057"/>
          <a:ext cx="3207310" cy="856498"/>
        </p:xfrm>
        <a:graphic>
          <a:graphicData uri="http://schemas.openxmlformats.org/presentationml/2006/ole">
            <mc:AlternateContent xmlns:mc="http://schemas.openxmlformats.org/markup-compatibility/2006">
              <mc:Choice xmlns:v="urn:schemas-microsoft-com:vml" Requires="v">
                <p:oleObj spid="_x0000_s4098" name="Equation" r:id="rId6" imgW="1473120" imgH="393480" progId="Equation.DSMT4">
                  <p:embed/>
                </p:oleObj>
              </mc:Choice>
              <mc:Fallback>
                <p:oleObj name="Equation" r:id="rId6" imgW="1473120" imgH="393480" progId="Equation.DSMT4">
                  <p:embed/>
                  <p:pic>
                    <p:nvPicPr>
                      <p:cNvPr id="3" name="Object 2"/>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891416" y="4606057"/>
                        <a:ext cx="3207310" cy="856498"/>
                      </a:xfrm>
                      <a:prstGeom prst="rect">
                        <a:avLst/>
                      </a:prstGeom>
                      <a:solidFill>
                        <a:srgbClr val="FFFF00"/>
                      </a:solidFill>
                      <a:ln>
                        <a:noFill/>
                      </a:ln>
                    </p:spPr>
                  </p:pic>
                </p:oleObj>
              </mc:Fallback>
            </mc:AlternateContent>
          </a:graphicData>
        </a:graphic>
      </p:graphicFrame>
      <p:sp>
        <p:nvSpPr>
          <p:cNvPr id="11" name="Rectangle 10"/>
          <p:cNvSpPr/>
          <p:nvPr/>
        </p:nvSpPr>
        <p:spPr>
          <a:xfrm>
            <a:off x="1523999" y="528220"/>
            <a:ext cx="8918914" cy="2031325"/>
          </a:xfrm>
          <a:prstGeom prst="rect">
            <a:avLst/>
          </a:prstGeom>
        </p:spPr>
        <p:txBody>
          <a:bodyPr wrap="square">
            <a:spAutoFit/>
          </a:bodyPr>
          <a:lstStyle/>
          <a:p>
            <a:pPr marL="285750" indent="-285750" algn="just">
              <a:buFont typeface="Arial" pitchFamily="34" charset="0"/>
              <a:buChar char="•"/>
            </a:pPr>
            <a:r>
              <a:rPr lang="en-US" b="1" dirty="0">
                <a:solidFill>
                  <a:srgbClr val="0000FF"/>
                </a:solidFill>
              </a:rPr>
              <a:t>The Model: </a:t>
            </a:r>
            <a:r>
              <a:rPr lang="en-US" dirty="0"/>
              <a:t>We may now use the four h parameters to construct a mathematical model of the device of Fig. 8-4. The hybrid circuit for any device characterized by </a:t>
            </a:r>
            <a:r>
              <a:rPr lang="en-US" dirty="0" err="1"/>
              <a:t>Eqs</a:t>
            </a:r>
            <a:r>
              <a:rPr lang="en-US" dirty="0"/>
              <a:t>. (8-2) and (8-3) is indicated in Fig. 8-5. </a:t>
            </a:r>
          </a:p>
          <a:p>
            <a:pPr marL="285750" indent="-285750" algn="just">
              <a:buFont typeface="Arial" pitchFamily="34" charset="0"/>
              <a:buChar char="•"/>
            </a:pPr>
            <a:r>
              <a:rPr lang="en-US" dirty="0"/>
              <a:t>We can verify that the model of Fig.	8-5 satisfies </a:t>
            </a:r>
            <a:r>
              <a:rPr lang="en-US" dirty="0" err="1"/>
              <a:t>Eqs</a:t>
            </a:r>
            <a:r>
              <a:rPr lang="en-US" dirty="0"/>
              <a:t>.(8-2) and(8-3) by writing Kirchhoff's voltage and current laws for the input and output ports, respectively.   </a:t>
            </a:r>
          </a:p>
          <a:p>
            <a:pPr marL="285750" indent="-285750" algn="just">
              <a:buFont typeface="Arial" pitchFamily="34" charset="0"/>
              <a:buChar char="•"/>
            </a:pPr>
            <a:r>
              <a:rPr lang="en-US" dirty="0"/>
              <a:t>Note that the input circuit contains a dependent voltage generator whereas the output circuit has a dependent current source.</a:t>
            </a:r>
          </a:p>
        </p:txBody>
      </p:sp>
      <mc:AlternateContent xmlns:mc="http://schemas.openxmlformats.org/markup-compatibility/2006" xmlns:p14="http://schemas.microsoft.com/office/powerpoint/2010/main">
        <mc:Choice Requires="p14">
          <p:contentPart p14:bwMode="auto" r:id="rId8">
            <p14:nvContentPartPr>
              <p14:cNvPr id="2" name="Ink 1">
                <a:extLst>
                  <a:ext uri="{FF2B5EF4-FFF2-40B4-BE49-F238E27FC236}">
                    <a16:creationId xmlns:a16="http://schemas.microsoft.com/office/drawing/2014/main" id="{7720995C-C326-4C47-AF4A-D10B359341D3}"/>
                  </a:ext>
                </a:extLst>
              </p14:cNvPr>
              <p14:cNvContentPartPr/>
              <p14:nvPr/>
            </p14:nvContentPartPr>
            <p14:xfrm>
              <a:off x="2376000" y="779760"/>
              <a:ext cx="9812880" cy="4623480"/>
            </p14:xfrm>
          </p:contentPart>
        </mc:Choice>
        <mc:Fallback xmlns="">
          <p:pic>
            <p:nvPicPr>
              <p:cNvPr id="2" name="Ink 1">
                <a:extLst>
                  <a:ext uri="{FF2B5EF4-FFF2-40B4-BE49-F238E27FC236}">
                    <a16:creationId xmlns:a16="http://schemas.microsoft.com/office/drawing/2014/main" id="{7720995C-C326-4C47-AF4A-D10B359341D3}"/>
                  </a:ext>
                </a:extLst>
              </p:cNvPr>
              <p:cNvPicPr/>
              <p:nvPr/>
            </p:nvPicPr>
            <p:blipFill>
              <a:blip r:embed="rId9"/>
              <a:stretch>
                <a:fillRect/>
              </a:stretch>
            </p:blipFill>
            <p:spPr>
              <a:xfrm>
                <a:off x="2366640" y="770400"/>
                <a:ext cx="9831600" cy="464220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4" name="Ink 3">
                <a:extLst>
                  <a:ext uri="{FF2B5EF4-FFF2-40B4-BE49-F238E27FC236}">
                    <a16:creationId xmlns:a16="http://schemas.microsoft.com/office/drawing/2014/main" id="{D9B8988D-BB9E-4445-8810-BC7FD8779999}"/>
                  </a:ext>
                </a:extLst>
              </p14:cNvPr>
              <p14:cNvContentPartPr/>
              <p14:nvPr/>
            </p14:nvContentPartPr>
            <p14:xfrm>
              <a:off x="2088000" y="2155680"/>
              <a:ext cx="8233560" cy="2937960"/>
            </p14:xfrm>
          </p:contentPart>
        </mc:Choice>
        <mc:Fallback xmlns="">
          <p:pic>
            <p:nvPicPr>
              <p:cNvPr id="4" name="Ink 3">
                <a:extLst>
                  <a:ext uri="{FF2B5EF4-FFF2-40B4-BE49-F238E27FC236}">
                    <a16:creationId xmlns:a16="http://schemas.microsoft.com/office/drawing/2014/main" id="{D9B8988D-BB9E-4445-8810-BC7FD8779999}"/>
                  </a:ext>
                </a:extLst>
              </p:cNvPr>
              <p:cNvPicPr/>
              <p:nvPr/>
            </p:nvPicPr>
            <p:blipFill>
              <a:blip r:embed="rId11"/>
              <a:stretch>
                <a:fillRect/>
              </a:stretch>
            </p:blipFill>
            <p:spPr>
              <a:xfrm>
                <a:off x="2078640" y="2146320"/>
                <a:ext cx="8252280" cy="2956680"/>
              </a:xfrm>
              <a:prstGeom prst="rect">
                <a:avLst/>
              </a:prstGeom>
            </p:spPr>
          </p:pic>
        </mc:Fallback>
      </mc:AlternateContent>
    </p:spTree>
    <p:extLst>
      <p:ext uri="{BB962C8B-B14F-4D97-AF65-F5344CB8AC3E}">
        <p14:creationId xmlns:p14="http://schemas.microsoft.com/office/powerpoint/2010/main" val="413453592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2"/>
          <p:cNvSpPr txBox="1">
            <a:spLocks/>
          </p:cNvSpPr>
          <p:nvPr/>
        </p:nvSpPr>
        <p:spPr>
          <a:xfrm>
            <a:off x="1523998" y="0"/>
            <a:ext cx="8918917" cy="458858"/>
          </a:xfrm>
          <a:prstGeom prst="rect">
            <a:avLst/>
          </a:prstGeom>
        </p:spPr>
        <p:txBody>
          <a:bodyPr>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just">
              <a:buBlip>
                <a:blip r:embed="rId3"/>
              </a:buBlip>
            </a:pPr>
            <a:r>
              <a:rPr lang="en-US" sz="2800" b="1" dirty="0">
                <a:solidFill>
                  <a:srgbClr val="00B050"/>
                </a:solidFill>
                <a:latin typeface="Arial" pitchFamily="34" charset="0"/>
                <a:cs typeface="Arial" pitchFamily="34" charset="0"/>
              </a:rPr>
              <a:t>Review of hybrid models of BJT</a:t>
            </a:r>
          </a:p>
        </p:txBody>
      </p:sp>
      <p:sp>
        <p:nvSpPr>
          <p:cNvPr id="3" name="Rectangle 2">
            <a:extLst>
              <a:ext uri="{FF2B5EF4-FFF2-40B4-BE49-F238E27FC236}">
                <a16:creationId xmlns:a16="http://schemas.microsoft.com/office/drawing/2014/main" id="{AA2A8AC9-4F45-4CA7-9436-1B5172D39FC6}"/>
              </a:ext>
            </a:extLst>
          </p:cNvPr>
          <p:cNvSpPr/>
          <p:nvPr/>
        </p:nvSpPr>
        <p:spPr>
          <a:xfrm>
            <a:off x="1523997" y="1001270"/>
            <a:ext cx="8918917" cy="1200329"/>
          </a:xfrm>
          <a:prstGeom prst="rect">
            <a:avLst/>
          </a:prstGeom>
        </p:spPr>
        <p:txBody>
          <a:bodyPr wrap="square">
            <a:spAutoFit/>
          </a:bodyPr>
          <a:lstStyle/>
          <a:p>
            <a:pPr marL="285750" indent="-285750" algn="just">
              <a:buFont typeface="Arial" panose="020B0604020202020204" pitchFamily="34" charset="0"/>
              <a:buChar char="•"/>
            </a:pPr>
            <a:r>
              <a:rPr lang="en-CA" dirty="0">
                <a:solidFill>
                  <a:srgbClr val="000000"/>
                </a:solidFill>
                <a:latin typeface="Times New Roman" panose="02020603050405020304" pitchFamily="18" charset="0"/>
                <a:ea typeface="Times New Roman" panose="02020603050405020304" pitchFamily="18" charset="0"/>
              </a:rPr>
              <a:t>To see how we can derive a hybrid model for a transistor, let us consider </a:t>
            </a:r>
            <a:r>
              <a:rPr lang="en-CA" spc="10" dirty="0">
                <a:solidFill>
                  <a:srgbClr val="000000"/>
                </a:solidFill>
                <a:latin typeface="Times New Roman" panose="02020603050405020304" pitchFamily="18" charset="0"/>
                <a:ea typeface="Times New Roman" panose="02020603050405020304" pitchFamily="18" charset="0"/>
              </a:rPr>
              <a:t>the common-emitter connection shown in Fig. 8-1. </a:t>
            </a:r>
            <a:r>
              <a:rPr lang="en-CA" dirty="0"/>
              <a:t>The variables </a:t>
            </a:r>
            <a:r>
              <a:rPr lang="en-CA" i="1" dirty="0" err="1"/>
              <a:t>i</a:t>
            </a:r>
            <a:r>
              <a:rPr lang="en-CA" baseline="-25000" dirty="0" err="1"/>
              <a:t>B</a:t>
            </a:r>
            <a:r>
              <a:rPr lang="en-CA" i="1" dirty="0"/>
              <a:t>, </a:t>
            </a:r>
            <a:r>
              <a:rPr lang="en-CA" i="1" dirty="0" err="1"/>
              <a:t>i</a:t>
            </a:r>
            <a:r>
              <a:rPr lang="en-CA" baseline="-25000" dirty="0" err="1"/>
              <a:t>C</a:t>
            </a:r>
            <a:r>
              <a:rPr lang="en-CA" i="1" dirty="0"/>
              <a:t> </a:t>
            </a:r>
            <a:br>
              <a:rPr lang="en-CA" dirty="0"/>
            </a:br>
            <a:r>
              <a:rPr lang="en-CA" i="1" dirty="0" err="1"/>
              <a:t>v</a:t>
            </a:r>
            <a:r>
              <a:rPr lang="en-CA" i="1" baseline="-25000" dirty="0" err="1"/>
              <a:t>BE</a:t>
            </a:r>
            <a:r>
              <a:rPr lang="en-CA" i="1" dirty="0"/>
              <a:t> </a:t>
            </a:r>
            <a:r>
              <a:rPr lang="en-CA" dirty="0"/>
              <a:t>= </a:t>
            </a:r>
            <a:r>
              <a:rPr lang="en-CA" i="1" dirty="0" err="1"/>
              <a:t>v</a:t>
            </a:r>
            <a:r>
              <a:rPr lang="en-CA" i="1" baseline="-25000" dirty="0" err="1"/>
              <a:t>B</a:t>
            </a:r>
            <a:r>
              <a:rPr lang="en-CA" i="1" dirty="0"/>
              <a:t>, </a:t>
            </a:r>
            <a:r>
              <a:rPr lang="en-CA" dirty="0"/>
              <a:t>and </a:t>
            </a:r>
            <a:r>
              <a:rPr lang="en-CA" i="1" dirty="0" err="1"/>
              <a:t>v</a:t>
            </a:r>
            <a:r>
              <a:rPr lang="en-CA" baseline="-25000" dirty="0" err="1"/>
              <a:t>CE</a:t>
            </a:r>
            <a:r>
              <a:rPr lang="en-CA" dirty="0"/>
              <a:t> = </a:t>
            </a:r>
            <a:r>
              <a:rPr lang="en-CA" i="1" dirty="0" err="1"/>
              <a:t>v</a:t>
            </a:r>
            <a:r>
              <a:rPr lang="en-CA" baseline="-25000" dirty="0" err="1"/>
              <a:t>C</a:t>
            </a:r>
            <a:r>
              <a:rPr lang="en-CA" dirty="0"/>
              <a:t> represent total instantaneous currents and voltages. Since </a:t>
            </a:r>
            <a:r>
              <a:rPr lang="en-CA" i="1" dirty="0" err="1"/>
              <a:t>v</a:t>
            </a:r>
            <a:r>
              <a:rPr lang="en-CA" i="1" baseline="-25000" dirty="0" err="1"/>
              <a:t>B</a:t>
            </a:r>
            <a:r>
              <a:rPr lang="en-CA" i="1" dirty="0"/>
              <a:t> </a:t>
            </a:r>
            <a:r>
              <a:rPr lang="en-CA" dirty="0"/>
              <a:t>is some function </a:t>
            </a:r>
            <a:r>
              <a:rPr lang="en-CA" i="1" dirty="0"/>
              <a:t>f</a:t>
            </a:r>
            <a:r>
              <a:rPr lang="en-CA" baseline="-25000" dirty="0"/>
              <a:t>1</a:t>
            </a:r>
            <a:r>
              <a:rPr lang="en-CA" dirty="0"/>
              <a:t> of </a:t>
            </a:r>
            <a:r>
              <a:rPr lang="en-CA" i="1" dirty="0" err="1"/>
              <a:t>i</a:t>
            </a:r>
            <a:r>
              <a:rPr lang="en-CA" baseline="-25000" dirty="0" err="1"/>
              <a:t>B</a:t>
            </a:r>
            <a:r>
              <a:rPr lang="en-CA" i="1" dirty="0"/>
              <a:t> </a:t>
            </a:r>
            <a:r>
              <a:rPr lang="en-CA" dirty="0"/>
              <a:t>and </a:t>
            </a:r>
            <a:r>
              <a:rPr lang="en-CA" i="1" dirty="0" err="1"/>
              <a:t>v</a:t>
            </a:r>
            <a:r>
              <a:rPr lang="en-CA" baseline="-25000" dirty="0" err="1"/>
              <a:t>C</a:t>
            </a:r>
            <a:r>
              <a:rPr lang="en-CA" dirty="0"/>
              <a:t> and since </a:t>
            </a:r>
            <a:r>
              <a:rPr lang="en-CA" i="1" dirty="0" err="1"/>
              <a:t>i</a:t>
            </a:r>
            <a:r>
              <a:rPr lang="en-CA" baseline="-25000" dirty="0" err="1"/>
              <a:t>C</a:t>
            </a:r>
            <a:r>
              <a:rPr lang="en-CA" i="1" dirty="0"/>
              <a:t> </a:t>
            </a:r>
            <a:r>
              <a:rPr lang="en-CA" dirty="0"/>
              <a:t>is another function </a:t>
            </a:r>
            <a:r>
              <a:rPr lang="en-CA" i="1" dirty="0"/>
              <a:t>f</a:t>
            </a:r>
            <a:r>
              <a:rPr lang="en-CA" baseline="-25000" dirty="0"/>
              <a:t>2</a:t>
            </a:r>
            <a:r>
              <a:rPr lang="en-CA" dirty="0"/>
              <a:t> of </a:t>
            </a:r>
            <a:r>
              <a:rPr lang="en-CA" i="1" dirty="0" err="1"/>
              <a:t>i</a:t>
            </a:r>
            <a:r>
              <a:rPr lang="en-CA" baseline="-25000" dirty="0" err="1"/>
              <a:t>B</a:t>
            </a:r>
            <a:r>
              <a:rPr lang="en-CA" dirty="0"/>
              <a:t> and </a:t>
            </a:r>
            <a:r>
              <a:rPr lang="en-CA" i="1" dirty="0" err="1"/>
              <a:t>v</a:t>
            </a:r>
            <a:r>
              <a:rPr lang="en-CA" baseline="-25000" dirty="0" err="1"/>
              <a:t>C</a:t>
            </a:r>
            <a:r>
              <a:rPr lang="en-CA" dirty="0"/>
              <a:t>, we may write</a:t>
            </a:r>
            <a:endParaRPr lang="en-US" dirty="0"/>
          </a:p>
        </p:txBody>
      </p:sp>
      <p:pic>
        <p:nvPicPr>
          <p:cNvPr id="5" name="Picture 4">
            <a:extLst>
              <a:ext uri="{FF2B5EF4-FFF2-40B4-BE49-F238E27FC236}">
                <a16:creationId xmlns:a16="http://schemas.microsoft.com/office/drawing/2014/main" id="{FCB11219-2B59-433E-B968-9CFE24DFBFDA}"/>
              </a:ext>
            </a:extLst>
          </p:cNvPr>
          <p:cNvPicPr>
            <a:picLocks noChangeAspect="1"/>
          </p:cNvPicPr>
          <p:nvPr/>
        </p:nvPicPr>
        <p:blipFill>
          <a:blip r:embed="rId4"/>
          <a:stretch>
            <a:fillRect/>
          </a:stretch>
        </p:blipFill>
        <p:spPr>
          <a:xfrm>
            <a:off x="5803611" y="2551267"/>
            <a:ext cx="4553816" cy="3107946"/>
          </a:xfrm>
          <a:prstGeom prst="rect">
            <a:avLst/>
          </a:prstGeom>
        </p:spPr>
      </p:pic>
      <p:sp>
        <p:nvSpPr>
          <p:cNvPr id="8" name="Rectangle 7">
            <a:extLst>
              <a:ext uri="{FF2B5EF4-FFF2-40B4-BE49-F238E27FC236}">
                <a16:creationId xmlns:a16="http://schemas.microsoft.com/office/drawing/2014/main" id="{A9FE9155-E8FF-4587-A962-985C31B46F41}"/>
              </a:ext>
            </a:extLst>
          </p:cNvPr>
          <p:cNvSpPr/>
          <p:nvPr/>
        </p:nvSpPr>
        <p:spPr>
          <a:xfrm>
            <a:off x="2623990" y="4656402"/>
            <a:ext cx="3179621" cy="646331"/>
          </a:xfrm>
          <a:prstGeom prst="rect">
            <a:avLst/>
          </a:prstGeom>
        </p:spPr>
        <p:txBody>
          <a:bodyPr wrap="square">
            <a:spAutoFit/>
          </a:bodyPr>
          <a:lstStyle/>
          <a:p>
            <a:pPr marR="410210" algn="just">
              <a:spcBef>
                <a:spcPts val="515"/>
              </a:spcBef>
              <a:tabLst>
                <a:tab pos="914400" algn="l"/>
              </a:tabLst>
            </a:pPr>
            <a:r>
              <a:rPr lang="en-CA" dirty="0">
                <a:solidFill>
                  <a:srgbClr val="0000FF"/>
                </a:solidFill>
                <a:latin typeface="Times New Roman" panose="02020603050405020304" pitchFamily="18" charset="0"/>
              </a:rPr>
              <a:t>Fig. 8-1 	The CE transistor configuration.</a:t>
            </a:r>
            <a:endParaRPr lang="en-US" dirty="0">
              <a:solidFill>
                <a:srgbClr val="0000FF"/>
              </a:solidFill>
              <a:latin typeface="Times New Roman" panose="02020603050405020304" pitchFamily="18" charset="0"/>
            </a:endParaRPr>
          </a:p>
        </p:txBody>
      </p:sp>
      <p:sp>
        <p:nvSpPr>
          <p:cNvPr id="7" name="Content Placeholder 2">
            <a:extLst>
              <a:ext uri="{FF2B5EF4-FFF2-40B4-BE49-F238E27FC236}">
                <a16:creationId xmlns:a16="http://schemas.microsoft.com/office/drawing/2014/main" id="{67429A13-CE34-459A-A3A0-68A3EB8FD0D5}"/>
              </a:ext>
            </a:extLst>
          </p:cNvPr>
          <p:cNvSpPr txBox="1">
            <a:spLocks/>
          </p:cNvSpPr>
          <p:nvPr/>
        </p:nvSpPr>
        <p:spPr>
          <a:xfrm>
            <a:off x="1524001" y="542411"/>
            <a:ext cx="8918917" cy="458858"/>
          </a:xfrm>
          <a:prstGeom prst="rect">
            <a:avLst/>
          </a:prstGeom>
        </p:spPr>
        <p:txBody>
          <a:bodyPr>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just">
              <a:buBlip>
                <a:blip r:embed="rId3"/>
              </a:buBlip>
            </a:pPr>
            <a:r>
              <a:rPr lang="en-US" sz="2400" b="1" dirty="0">
                <a:solidFill>
                  <a:srgbClr val="C00000"/>
                </a:solidFill>
                <a:effectLst>
                  <a:outerShdw blurRad="38100" dist="38100" dir="2700000" algn="tl">
                    <a:srgbClr val="000000">
                      <a:alpha val="43137"/>
                    </a:srgbClr>
                  </a:outerShdw>
                </a:effectLst>
              </a:rPr>
              <a:t>Transistor hybrid model (8/3)</a:t>
            </a:r>
          </a:p>
        </p:txBody>
      </p:sp>
      <p:graphicFrame>
        <p:nvGraphicFramePr>
          <p:cNvPr id="9" name="Object 8">
            <a:extLst>
              <a:ext uri="{FF2B5EF4-FFF2-40B4-BE49-F238E27FC236}">
                <a16:creationId xmlns:a16="http://schemas.microsoft.com/office/drawing/2014/main" id="{B5F84775-D43A-46AE-AEA1-DB2A126DBE33}"/>
              </a:ext>
            </a:extLst>
          </p:cNvPr>
          <p:cNvGraphicFramePr>
            <a:graphicFrameLocks noChangeAspect="1"/>
          </p:cNvGraphicFramePr>
          <p:nvPr/>
        </p:nvGraphicFramePr>
        <p:xfrm>
          <a:off x="1834573" y="2169763"/>
          <a:ext cx="3111500" cy="944563"/>
        </p:xfrm>
        <a:graphic>
          <a:graphicData uri="http://schemas.openxmlformats.org/presentationml/2006/ole">
            <mc:AlternateContent xmlns:mc="http://schemas.openxmlformats.org/markup-compatibility/2006">
              <mc:Choice xmlns:v="urn:schemas-microsoft-com:vml" Requires="v">
                <p:oleObj spid="_x0000_s5122" name="Equation" r:id="rId5" imgW="1295280" imgH="393480" progId="Equation.DSMT4">
                  <p:embed/>
                </p:oleObj>
              </mc:Choice>
              <mc:Fallback>
                <p:oleObj name="Equation" r:id="rId5" imgW="1295280" imgH="393480" progId="Equation.DSMT4">
                  <p:embed/>
                  <p:pic>
                    <p:nvPicPr>
                      <p:cNvPr id="9" name="Object 8">
                        <a:extLst>
                          <a:ext uri="{FF2B5EF4-FFF2-40B4-BE49-F238E27FC236}">
                            <a16:creationId xmlns:a16="http://schemas.microsoft.com/office/drawing/2014/main" id="{B5F84775-D43A-46AE-AEA1-DB2A126DBE33}"/>
                          </a:ext>
                        </a:extLst>
                      </p:cNvPr>
                      <p:cNvPicPr/>
                      <p:nvPr/>
                    </p:nvPicPr>
                    <p:blipFill>
                      <a:blip r:embed="rId6"/>
                      <a:stretch>
                        <a:fillRect/>
                      </a:stretch>
                    </p:blipFill>
                    <p:spPr>
                      <a:xfrm>
                        <a:off x="1834573" y="2169763"/>
                        <a:ext cx="3111500" cy="944563"/>
                      </a:xfrm>
                      <a:prstGeom prst="rect">
                        <a:avLst/>
                      </a:prstGeom>
                    </p:spPr>
                  </p:pic>
                </p:oleObj>
              </mc:Fallback>
            </mc:AlternateContent>
          </a:graphicData>
        </a:graphic>
      </p:graphicFrame>
      <mc:AlternateContent xmlns:mc="http://schemas.openxmlformats.org/markup-compatibility/2006" xmlns:p14="http://schemas.microsoft.com/office/powerpoint/2010/main">
        <mc:Choice Requires="p14">
          <p:contentPart p14:bwMode="auto" r:id="rId7">
            <p14:nvContentPartPr>
              <p14:cNvPr id="2" name="Ink 1">
                <a:extLst>
                  <a:ext uri="{FF2B5EF4-FFF2-40B4-BE49-F238E27FC236}">
                    <a16:creationId xmlns:a16="http://schemas.microsoft.com/office/drawing/2014/main" id="{3E7BD1F4-D07A-4B43-BC25-16D5DC272003}"/>
                  </a:ext>
                </a:extLst>
              </p14:cNvPr>
              <p14:cNvContentPartPr/>
              <p14:nvPr/>
            </p14:nvContentPartPr>
            <p14:xfrm>
              <a:off x="9406080" y="3887640"/>
              <a:ext cx="181800" cy="2455560"/>
            </p14:xfrm>
          </p:contentPart>
        </mc:Choice>
        <mc:Fallback xmlns="">
          <p:pic>
            <p:nvPicPr>
              <p:cNvPr id="2" name="Ink 1">
                <a:extLst>
                  <a:ext uri="{FF2B5EF4-FFF2-40B4-BE49-F238E27FC236}">
                    <a16:creationId xmlns:a16="http://schemas.microsoft.com/office/drawing/2014/main" id="{3E7BD1F4-D07A-4B43-BC25-16D5DC272003}"/>
                  </a:ext>
                </a:extLst>
              </p:cNvPr>
              <p:cNvPicPr/>
              <p:nvPr/>
            </p:nvPicPr>
            <p:blipFill>
              <a:blip r:embed="rId8"/>
              <a:stretch>
                <a:fillRect/>
              </a:stretch>
            </p:blipFill>
            <p:spPr>
              <a:xfrm>
                <a:off x="9396720" y="3878280"/>
                <a:ext cx="200520" cy="2474280"/>
              </a:xfrm>
              <a:prstGeom prst="rect">
                <a:avLst/>
              </a:prstGeom>
            </p:spPr>
          </p:pic>
        </mc:Fallback>
      </mc:AlternateContent>
    </p:spTree>
    <p:extLst>
      <p:ext uri="{BB962C8B-B14F-4D97-AF65-F5344CB8AC3E}">
        <p14:creationId xmlns:p14="http://schemas.microsoft.com/office/powerpoint/2010/main" val="355953920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CDC6070D-0875-4236-B61B-C359068E95CE}"/>
              </a:ext>
            </a:extLst>
          </p:cNvPr>
          <p:cNvSpPr/>
          <p:nvPr/>
        </p:nvSpPr>
        <p:spPr>
          <a:xfrm>
            <a:off x="1449504" y="987972"/>
            <a:ext cx="8918913" cy="646331"/>
          </a:xfrm>
          <a:prstGeom prst="rect">
            <a:avLst/>
          </a:prstGeom>
        </p:spPr>
        <p:txBody>
          <a:bodyPr wrap="square">
            <a:spAutoFit/>
          </a:bodyPr>
          <a:lstStyle/>
          <a:p>
            <a:pPr marL="285750" indent="-285750" algn="just">
              <a:spcBef>
                <a:spcPts val="155"/>
              </a:spcBef>
              <a:buFont typeface="Arial" panose="020B0604020202020204" pitchFamily="34" charset="0"/>
              <a:buChar char="•"/>
              <a:tabLst>
                <a:tab pos="2858770" algn="l"/>
                <a:tab pos="3404235" algn="l"/>
              </a:tabLst>
            </a:pPr>
            <a:r>
              <a:rPr lang="en-CA"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Making a Taylor's series expansion of </a:t>
            </a:r>
            <a:r>
              <a:rPr lang="en-CA" dirty="0" err="1">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Eqs</a:t>
            </a:r>
            <a:r>
              <a:rPr lang="en-CA"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 (8-4) and (8-5) around the quiescent point </a:t>
            </a:r>
            <a:r>
              <a:rPr lang="en-CA" i="1"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I</a:t>
            </a:r>
            <a:r>
              <a:rPr lang="en-CA" i="1" baseline="-2500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B</a:t>
            </a:r>
            <a:r>
              <a:rPr lang="en-CA" i="1"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 V</a:t>
            </a:r>
            <a:r>
              <a:rPr lang="en-CA" i="1" baseline="-2500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C</a:t>
            </a:r>
            <a:r>
              <a:rPr lang="en-CA" i="1"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 </a:t>
            </a:r>
            <a:r>
              <a:rPr lang="en-CA"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and neglecting higher-order terms, we obtain</a:t>
            </a:r>
            <a:endParaRPr lang="en-US" dirty="0">
              <a:latin typeface="Times New Roman" panose="02020603050405020304" pitchFamily="18" charset="0"/>
              <a:cs typeface="Times New Roman" panose="02020603050405020304" pitchFamily="18" charset="0"/>
            </a:endParaRPr>
          </a:p>
        </p:txBody>
      </p:sp>
      <p:sp>
        <p:nvSpPr>
          <p:cNvPr id="7" name="Content Placeholder 2">
            <a:extLst>
              <a:ext uri="{FF2B5EF4-FFF2-40B4-BE49-F238E27FC236}">
                <a16:creationId xmlns:a16="http://schemas.microsoft.com/office/drawing/2014/main" id="{69E1612C-3788-491D-9728-F32EE32798B7}"/>
              </a:ext>
            </a:extLst>
          </p:cNvPr>
          <p:cNvSpPr txBox="1">
            <a:spLocks/>
          </p:cNvSpPr>
          <p:nvPr/>
        </p:nvSpPr>
        <p:spPr>
          <a:xfrm>
            <a:off x="1523998" y="0"/>
            <a:ext cx="8918917" cy="458858"/>
          </a:xfrm>
          <a:prstGeom prst="rect">
            <a:avLst/>
          </a:prstGeom>
        </p:spPr>
        <p:txBody>
          <a:bodyPr>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just">
              <a:buBlip>
                <a:blip r:embed="rId3"/>
              </a:buBlip>
            </a:pPr>
            <a:r>
              <a:rPr lang="en-US" sz="2800" b="1" dirty="0">
                <a:solidFill>
                  <a:srgbClr val="00B050"/>
                </a:solidFill>
              </a:rPr>
              <a:t>Review of hybrid models of BJT</a:t>
            </a:r>
          </a:p>
        </p:txBody>
      </p:sp>
      <p:sp>
        <p:nvSpPr>
          <p:cNvPr id="9" name="Content Placeholder 2">
            <a:extLst>
              <a:ext uri="{FF2B5EF4-FFF2-40B4-BE49-F238E27FC236}">
                <a16:creationId xmlns:a16="http://schemas.microsoft.com/office/drawing/2014/main" id="{28394ECF-85F0-4582-86A5-4058444650C7}"/>
              </a:ext>
            </a:extLst>
          </p:cNvPr>
          <p:cNvSpPr txBox="1">
            <a:spLocks/>
          </p:cNvSpPr>
          <p:nvPr/>
        </p:nvSpPr>
        <p:spPr>
          <a:xfrm>
            <a:off x="1524001" y="542411"/>
            <a:ext cx="8918917" cy="458858"/>
          </a:xfrm>
          <a:prstGeom prst="rect">
            <a:avLst/>
          </a:prstGeom>
        </p:spPr>
        <p:txBody>
          <a:bodyPr>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just">
              <a:buBlip>
                <a:blip r:embed="rId3"/>
              </a:buBlip>
            </a:pPr>
            <a:r>
              <a:rPr lang="en-US" sz="2400" b="1" dirty="0">
                <a:solidFill>
                  <a:srgbClr val="C00000"/>
                </a:solidFill>
                <a:effectLst>
                  <a:outerShdw blurRad="38100" dist="38100" dir="2700000" algn="tl">
                    <a:srgbClr val="000000">
                      <a:alpha val="43137"/>
                    </a:srgbClr>
                  </a:outerShdw>
                </a:effectLst>
              </a:rPr>
              <a:t>Transistor hybrid model (8/3)</a:t>
            </a:r>
          </a:p>
        </p:txBody>
      </p:sp>
      <p:graphicFrame>
        <p:nvGraphicFramePr>
          <p:cNvPr id="3" name="Object 2"/>
          <p:cNvGraphicFramePr>
            <a:graphicFrameLocks noChangeAspect="1"/>
          </p:cNvGraphicFramePr>
          <p:nvPr/>
        </p:nvGraphicFramePr>
        <p:xfrm>
          <a:off x="1823581" y="1634303"/>
          <a:ext cx="5217062" cy="1800039"/>
        </p:xfrm>
        <a:graphic>
          <a:graphicData uri="http://schemas.openxmlformats.org/presentationml/2006/ole">
            <mc:AlternateContent xmlns:mc="http://schemas.openxmlformats.org/markup-compatibility/2006">
              <mc:Choice xmlns:v="urn:schemas-microsoft-com:vml" Requires="v">
                <p:oleObj spid="_x0000_s6146" name="Equation" r:id="rId4" imgW="2171520" imgH="749160" progId="Equation.DSMT4">
                  <p:embed/>
                </p:oleObj>
              </mc:Choice>
              <mc:Fallback>
                <p:oleObj name="Equation" r:id="rId4" imgW="2171520" imgH="749160" progId="Equation.DSMT4">
                  <p:embed/>
                  <p:pic>
                    <p:nvPicPr>
                      <p:cNvPr id="3" name="Object 2"/>
                      <p:cNvPicPr/>
                      <p:nvPr/>
                    </p:nvPicPr>
                    <p:blipFill>
                      <a:blip r:embed="rId5"/>
                      <a:stretch>
                        <a:fillRect/>
                      </a:stretch>
                    </p:blipFill>
                    <p:spPr>
                      <a:xfrm>
                        <a:off x="1823581" y="1634303"/>
                        <a:ext cx="5217062" cy="1800039"/>
                      </a:xfrm>
                      <a:prstGeom prst="rect">
                        <a:avLst/>
                      </a:prstGeom>
                    </p:spPr>
                  </p:pic>
                </p:oleObj>
              </mc:Fallback>
            </mc:AlternateContent>
          </a:graphicData>
        </a:graphic>
      </p:graphicFrame>
      <p:graphicFrame>
        <p:nvGraphicFramePr>
          <p:cNvPr id="6" name="Object 5">
            <a:extLst>
              <a:ext uri="{FF2B5EF4-FFF2-40B4-BE49-F238E27FC236}">
                <a16:creationId xmlns:a16="http://schemas.microsoft.com/office/drawing/2014/main" id="{69306529-1166-4961-AE70-0A2F9684AE9C}"/>
              </a:ext>
            </a:extLst>
          </p:cNvPr>
          <p:cNvGraphicFramePr>
            <a:graphicFrameLocks noChangeAspect="1"/>
          </p:cNvGraphicFramePr>
          <p:nvPr/>
        </p:nvGraphicFramePr>
        <p:xfrm>
          <a:off x="7414721" y="1391977"/>
          <a:ext cx="3111500" cy="944563"/>
        </p:xfrm>
        <a:graphic>
          <a:graphicData uri="http://schemas.openxmlformats.org/presentationml/2006/ole">
            <mc:AlternateContent xmlns:mc="http://schemas.openxmlformats.org/markup-compatibility/2006">
              <mc:Choice xmlns:v="urn:schemas-microsoft-com:vml" Requires="v">
                <p:oleObj spid="_x0000_s6147" name="Equation" r:id="rId6" imgW="1295280" imgH="393480" progId="Equation.DSMT4">
                  <p:embed/>
                </p:oleObj>
              </mc:Choice>
              <mc:Fallback>
                <p:oleObj name="Equation" r:id="rId6" imgW="1295280" imgH="393480" progId="Equation.DSMT4">
                  <p:embed/>
                  <p:pic>
                    <p:nvPicPr>
                      <p:cNvPr id="6" name="Object 5">
                        <a:extLst>
                          <a:ext uri="{FF2B5EF4-FFF2-40B4-BE49-F238E27FC236}">
                            <a16:creationId xmlns:a16="http://schemas.microsoft.com/office/drawing/2014/main" id="{69306529-1166-4961-AE70-0A2F9684AE9C}"/>
                          </a:ext>
                        </a:extLst>
                      </p:cNvPr>
                      <p:cNvPicPr/>
                      <p:nvPr/>
                    </p:nvPicPr>
                    <p:blipFill>
                      <a:blip r:embed="rId7"/>
                      <a:stretch>
                        <a:fillRect/>
                      </a:stretch>
                    </p:blipFill>
                    <p:spPr>
                      <a:xfrm>
                        <a:off x="7414721" y="1391977"/>
                        <a:ext cx="3111500" cy="944563"/>
                      </a:xfrm>
                      <a:prstGeom prst="rect">
                        <a:avLst/>
                      </a:prstGeom>
                      <a:solidFill>
                        <a:srgbClr val="FFFF00"/>
                      </a:solidFill>
                    </p:spPr>
                  </p:pic>
                </p:oleObj>
              </mc:Fallback>
            </mc:AlternateContent>
          </a:graphicData>
        </a:graphic>
      </p:graphicFrame>
    </p:spTree>
    <p:extLst>
      <p:ext uri="{BB962C8B-B14F-4D97-AF65-F5344CB8AC3E}">
        <p14:creationId xmlns:p14="http://schemas.microsoft.com/office/powerpoint/2010/main" val="230239803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B6904DD-31C3-4748-AD0D-9CD1D03365A8}"/>
              </a:ext>
            </a:extLst>
          </p:cNvPr>
          <p:cNvSpPr/>
          <p:nvPr/>
        </p:nvSpPr>
        <p:spPr>
          <a:xfrm>
            <a:off x="1524001" y="1740036"/>
            <a:ext cx="8918916" cy="1477328"/>
          </a:xfrm>
          <a:prstGeom prst="rect">
            <a:avLst/>
          </a:prstGeom>
        </p:spPr>
        <p:txBody>
          <a:bodyPr wrap="square">
            <a:spAutoFit/>
          </a:bodyPr>
          <a:lstStyle/>
          <a:p>
            <a:pPr marL="285750" indent="-285750" algn="just">
              <a:buFont typeface="Arial" panose="020B0604020202020204" pitchFamily="34" charset="0"/>
              <a:buChar char="•"/>
            </a:pPr>
            <a:r>
              <a:rPr lang="en-CA" spc="10" dirty="0">
                <a:solidFill>
                  <a:srgbClr val="000000"/>
                </a:solidFill>
                <a:latin typeface="Times New Roman" panose="02020603050405020304" pitchFamily="18" charset="0"/>
                <a:ea typeface="Times New Roman" panose="02020603050405020304" pitchFamily="18" charset="0"/>
              </a:rPr>
              <a:t>The partial derivatives are taken, keeping the collector voltage or the base </a:t>
            </a:r>
            <a:r>
              <a:rPr lang="en-CA" spc="15" dirty="0">
                <a:solidFill>
                  <a:srgbClr val="000000"/>
                </a:solidFill>
                <a:latin typeface="Times New Roman" panose="02020603050405020304" pitchFamily="18" charset="0"/>
                <a:ea typeface="Times New Roman" panose="02020603050405020304" pitchFamily="18" charset="0"/>
              </a:rPr>
              <a:t>current constant, as indicated by the subscript attached to the derivative. </a:t>
            </a:r>
            <a:r>
              <a:rPr lang="en-CA" dirty="0"/>
              <a:t>The quantities </a:t>
            </a:r>
            <a:r>
              <a:rPr lang="en-CA" dirty="0">
                <a:latin typeface="Cambria Math" panose="02040503050406030204" pitchFamily="18" charset="0"/>
                <a:ea typeface="Cambria Math" panose="02040503050406030204" pitchFamily="18" charset="0"/>
              </a:rPr>
              <a:t>∆</a:t>
            </a:r>
            <a:r>
              <a:rPr lang="en-CA" i="1" dirty="0" err="1"/>
              <a:t>v</a:t>
            </a:r>
            <a:r>
              <a:rPr lang="en-CA" baseline="-25000" dirty="0" err="1"/>
              <a:t>B</a:t>
            </a:r>
            <a:r>
              <a:rPr lang="en-CA" dirty="0"/>
              <a:t>, </a:t>
            </a:r>
            <a:r>
              <a:rPr lang="en-CA" dirty="0">
                <a:latin typeface="Cambria Math" panose="02040503050406030204" pitchFamily="18" charset="0"/>
                <a:ea typeface="Cambria Math" panose="02040503050406030204" pitchFamily="18" charset="0"/>
              </a:rPr>
              <a:t>∆</a:t>
            </a:r>
            <a:r>
              <a:rPr lang="en-CA" i="1" dirty="0" err="1"/>
              <a:t>v</a:t>
            </a:r>
            <a:r>
              <a:rPr lang="en-CA" baseline="-25000" dirty="0" err="1"/>
              <a:t>C</a:t>
            </a:r>
            <a:r>
              <a:rPr lang="en-CA" dirty="0"/>
              <a:t>, </a:t>
            </a:r>
            <a:r>
              <a:rPr lang="en-CA" dirty="0">
                <a:latin typeface="Cambria Math" panose="02040503050406030204" pitchFamily="18" charset="0"/>
                <a:ea typeface="Cambria Math" panose="02040503050406030204" pitchFamily="18" charset="0"/>
              </a:rPr>
              <a:t>∆</a:t>
            </a:r>
            <a:r>
              <a:rPr lang="en-CA" i="1" dirty="0" err="1"/>
              <a:t>i</a:t>
            </a:r>
            <a:r>
              <a:rPr lang="en-CA" baseline="-25000" dirty="0" err="1"/>
              <a:t>B</a:t>
            </a:r>
            <a:r>
              <a:rPr lang="en-CA" i="1" dirty="0"/>
              <a:t>, </a:t>
            </a:r>
            <a:r>
              <a:rPr lang="en-CA" dirty="0"/>
              <a:t>and </a:t>
            </a:r>
            <a:r>
              <a:rPr lang="en-CA" dirty="0">
                <a:latin typeface="Cambria Math" panose="02040503050406030204" pitchFamily="18" charset="0"/>
                <a:ea typeface="Cambria Math" panose="02040503050406030204" pitchFamily="18" charset="0"/>
              </a:rPr>
              <a:t>∆</a:t>
            </a:r>
            <a:r>
              <a:rPr lang="en-CA" dirty="0" err="1"/>
              <a:t>i</a:t>
            </a:r>
            <a:r>
              <a:rPr lang="en-CA" baseline="-25000" dirty="0" err="1"/>
              <a:t>C</a:t>
            </a:r>
            <a:r>
              <a:rPr lang="en-CA" dirty="0"/>
              <a:t> represent the small-signal (incremental) base and collector voltages and currents. According to the notation in Eq. (8-1), we represent them with the symbols </a:t>
            </a:r>
            <a:r>
              <a:rPr lang="en-CA" i="1" dirty="0" err="1"/>
              <a:t>v</a:t>
            </a:r>
            <a:r>
              <a:rPr lang="en-CA" i="1" baseline="-25000" dirty="0" err="1"/>
              <a:t>b</a:t>
            </a:r>
            <a:r>
              <a:rPr lang="en-CA" i="1" dirty="0"/>
              <a:t>, </a:t>
            </a:r>
            <a:r>
              <a:rPr lang="en-CA" i="1" dirty="0" err="1"/>
              <a:t>v</a:t>
            </a:r>
            <a:r>
              <a:rPr lang="en-CA" baseline="-25000" dirty="0" err="1"/>
              <a:t>c</a:t>
            </a:r>
            <a:r>
              <a:rPr lang="en-CA" dirty="0"/>
              <a:t>, </a:t>
            </a:r>
            <a:r>
              <a:rPr lang="en-CA" i="1" dirty="0" err="1"/>
              <a:t>i</a:t>
            </a:r>
            <a:r>
              <a:rPr lang="en-CA" i="1" baseline="-25000" dirty="0" err="1"/>
              <a:t>b</a:t>
            </a:r>
            <a:r>
              <a:rPr lang="en-CA" i="1" dirty="0"/>
              <a:t>, </a:t>
            </a:r>
            <a:r>
              <a:rPr lang="en-CA" dirty="0"/>
              <a:t>and </a:t>
            </a:r>
            <a:r>
              <a:rPr lang="en-CA" i="1" dirty="0" err="1"/>
              <a:t>i</a:t>
            </a:r>
            <a:r>
              <a:rPr lang="en-CA" i="1" baseline="-25000" dirty="0" err="1"/>
              <a:t>c</a:t>
            </a:r>
            <a:r>
              <a:rPr lang="en-CA" i="1" dirty="0"/>
              <a:t>. </a:t>
            </a:r>
            <a:r>
              <a:rPr lang="en-CA" dirty="0"/>
              <a:t>We may now write </a:t>
            </a:r>
            <a:r>
              <a:rPr lang="en-CA" dirty="0" err="1"/>
              <a:t>Eqs</a:t>
            </a:r>
            <a:r>
              <a:rPr lang="en-CA" dirty="0"/>
              <a:t>. (8-6) and (8-7) in the following form:</a:t>
            </a:r>
            <a:endParaRPr lang="en-US" dirty="0">
              <a:solidFill>
                <a:srgbClr val="FF0000"/>
              </a:solidFill>
            </a:endParaRPr>
          </a:p>
        </p:txBody>
      </p:sp>
      <p:sp>
        <p:nvSpPr>
          <p:cNvPr id="7" name="Content Placeholder 2">
            <a:extLst>
              <a:ext uri="{FF2B5EF4-FFF2-40B4-BE49-F238E27FC236}">
                <a16:creationId xmlns:a16="http://schemas.microsoft.com/office/drawing/2014/main" id="{E71D2735-C7DD-40BD-901D-6BB6AC4F0D60}"/>
              </a:ext>
            </a:extLst>
          </p:cNvPr>
          <p:cNvSpPr txBox="1">
            <a:spLocks/>
          </p:cNvSpPr>
          <p:nvPr/>
        </p:nvSpPr>
        <p:spPr>
          <a:xfrm>
            <a:off x="1523998" y="0"/>
            <a:ext cx="8918917" cy="458858"/>
          </a:xfrm>
          <a:prstGeom prst="rect">
            <a:avLst/>
          </a:prstGeom>
        </p:spPr>
        <p:txBody>
          <a:bodyPr>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just">
              <a:buBlip>
                <a:blip r:embed="rId3"/>
              </a:buBlip>
            </a:pPr>
            <a:r>
              <a:rPr lang="en-US" sz="2800" b="1" dirty="0">
                <a:solidFill>
                  <a:srgbClr val="00B050"/>
                </a:solidFill>
              </a:rPr>
              <a:t>Review of hybrid models of BJT</a:t>
            </a:r>
          </a:p>
        </p:txBody>
      </p:sp>
      <p:sp>
        <p:nvSpPr>
          <p:cNvPr id="8" name="Content Placeholder 2">
            <a:extLst>
              <a:ext uri="{FF2B5EF4-FFF2-40B4-BE49-F238E27FC236}">
                <a16:creationId xmlns:a16="http://schemas.microsoft.com/office/drawing/2014/main" id="{0B18A0D2-17B5-4DA5-9DB0-D1333315A671}"/>
              </a:ext>
            </a:extLst>
          </p:cNvPr>
          <p:cNvSpPr txBox="1">
            <a:spLocks/>
          </p:cNvSpPr>
          <p:nvPr/>
        </p:nvSpPr>
        <p:spPr>
          <a:xfrm>
            <a:off x="1524001" y="542411"/>
            <a:ext cx="8918917" cy="458858"/>
          </a:xfrm>
          <a:prstGeom prst="rect">
            <a:avLst/>
          </a:prstGeom>
        </p:spPr>
        <p:txBody>
          <a:bodyPr>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just">
              <a:buBlip>
                <a:blip r:embed="rId3"/>
              </a:buBlip>
            </a:pPr>
            <a:r>
              <a:rPr lang="en-US" sz="2400" b="1" dirty="0">
                <a:solidFill>
                  <a:srgbClr val="C00000"/>
                </a:solidFill>
                <a:effectLst>
                  <a:outerShdw blurRad="38100" dist="38100" dir="2700000" algn="tl">
                    <a:srgbClr val="000000">
                      <a:alpha val="43137"/>
                    </a:srgbClr>
                  </a:outerShdw>
                </a:effectLst>
              </a:rPr>
              <a:t>Transistor hybrid model (8/3)</a:t>
            </a:r>
          </a:p>
        </p:txBody>
      </p:sp>
      <p:graphicFrame>
        <p:nvGraphicFramePr>
          <p:cNvPr id="3" name="Object 2"/>
          <p:cNvGraphicFramePr>
            <a:graphicFrameLocks noChangeAspect="1"/>
          </p:cNvGraphicFramePr>
          <p:nvPr/>
        </p:nvGraphicFramePr>
        <p:xfrm>
          <a:off x="6442110" y="407182"/>
          <a:ext cx="4225890" cy="1458356"/>
        </p:xfrm>
        <a:graphic>
          <a:graphicData uri="http://schemas.openxmlformats.org/presentationml/2006/ole">
            <mc:AlternateContent xmlns:mc="http://schemas.openxmlformats.org/markup-compatibility/2006">
              <mc:Choice xmlns:v="urn:schemas-microsoft-com:vml" Requires="v">
                <p:oleObj spid="_x0000_s7170" name="Equation" r:id="rId4" imgW="2171520" imgH="749160" progId="Equation.DSMT4">
                  <p:embed/>
                </p:oleObj>
              </mc:Choice>
              <mc:Fallback>
                <p:oleObj name="Equation" r:id="rId4" imgW="2171520" imgH="749160" progId="Equation.DSMT4">
                  <p:embed/>
                  <p:pic>
                    <p:nvPicPr>
                      <p:cNvPr id="3" name="Object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442110" y="407182"/>
                        <a:ext cx="4225890" cy="1458356"/>
                      </a:xfrm>
                      <a:prstGeom prst="rect">
                        <a:avLst/>
                      </a:prstGeom>
                      <a:solidFill>
                        <a:srgbClr val="FFFF00"/>
                      </a:solidFill>
                      <a:ln>
                        <a:noFill/>
                      </a:ln>
                    </p:spPr>
                  </p:pic>
                </p:oleObj>
              </mc:Fallback>
            </mc:AlternateContent>
          </a:graphicData>
        </a:graphic>
      </p:graphicFrame>
      <p:graphicFrame>
        <p:nvGraphicFramePr>
          <p:cNvPr id="4" name="Object 3"/>
          <p:cNvGraphicFramePr>
            <a:graphicFrameLocks noChangeAspect="1"/>
          </p:cNvGraphicFramePr>
          <p:nvPr/>
        </p:nvGraphicFramePr>
        <p:xfrm>
          <a:off x="1941464" y="3217364"/>
          <a:ext cx="3711191" cy="1029154"/>
        </p:xfrm>
        <a:graphic>
          <a:graphicData uri="http://schemas.openxmlformats.org/presentationml/2006/ole">
            <mc:AlternateContent xmlns:mc="http://schemas.openxmlformats.org/markup-compatibility/2006">
              <mc:Choice xmlns:v="urn:schemas-microsoft-com:vml" Requires="v">
                <p:oleObj spid="_x0000_s7171" name="Equation" r:id="rId6" imgW="1511280" imgH="419040" progId="Equation.DSMT4">
                  <p:embed/>
                </p:oleObj>
              </mc:Choice>
              <mc:Fallback>
                <p:oleObj name="Equation" r:id="rId6" imgW="1511280" imgH="419040" progId="Equation.DSMT4">
                  <p:embed/>
                  <p:pic>
                    <p:nvPicPr>
                      <p:cNvPr id="4" name="Object 3"/>
                      <p:cNvPicPr/>
                      <p:nvPr/>
                    </p:nvPicPr>
                    <p:blipFill>
                      <a:blip r:embed="rId7"/>
                      <a:stretch>
                        <a:fillRect/>
                      </a:stretch>
                    </p:blipFill>
                    <p:spPr>
                      <a:xfrm>
                        <a:off x="1941464" y="3217364"/>
                        <a:ext cx="3711191" cy="1029154"/>
                      </a:xfrm>
                      <a:prstGeom prst="rect">
                        <a:avLst/>
                      </a:prstGeom>
                    </p:spPr>
                  </p:pic>
                </p:oleObj>
              </mc:Fallback>
            </mc:AlternateContent>
          </a:graphicData>
        </a:graphic>
      </p:graphicFrame>
      <p:graphicFrame>
        <p:nvGraphicFramePr>
          <p:cNvPr id="5" name="Object 4"/>
          <p:cNvGraphicFramePr>
            <a:graphicFrameLocks noChangeAspect="1"/>
          </p:cNvGraphicFramePr>
          <p:nvPr/>
        </p:nvGraphicFramePr>
        <p:xfrm>
          <a:off x="1704112" y="4300802"/>
          <a:ext cx="5624944" cy="2307817"/>
        </p:xfrm>
        <a:graphic>
          <a:graphicData uri="http://schemas.openxmlformats.org/presentationml/2006/ole">
            <mc:AlternateContent xmlns:mc="http://schemas.openxmlformats.org/markup-compatibility/2006">
              <mc:Choice xmlns:v="urn:schemas-microsoft-com:vml" Requires="v">
                <p:oleObj spid="_x0000_s7172" name="Equation" r:id="rId8" imgW="2755800" imgH="1130040" progId="Equation.DSMT4">
                  <p:embed/>
                </p:oleObj>
              </mc:Choice>
              <mc:Fallback>
                <p:oleObj name="Equation" r:id="rId8" imgW="2755800" imgH="1130040" progId="Equation.DSMT4">
                  <p:embed/>
                  <p:pic>
                    <p:nvPicPr>
                      <p:cNvPr id="5" name="Object 4"/>
                      <p:cNvPicPr>
                        <a:picLocks noChangeAspect="1" noChangeArrowheads="1"/>
                      </p:cNvPicPr>
                      <p:nvPr/>
                    </p:nvPicPr>
                    <p:blipFill>
                      <a:blip r:embed="rId9"/>
                      <a:srcRect/>
                      <a:stretch>
                        <a:fillRect/>
                      </a:stretch>
                    </p:blipFill>
                    <p:spPr bwMode="auto">
                      <a:xfrm>
                        <a:off x="1704112" y="4300802"/>
                        <a:ext cx="5624944" cy="2307817"/>
                      </a:xfrm>
                      <a:prstGeom prst="rect">
                        <a:avLst/>
                      </a:prstGeom>
                      <a:noFill/>
                      <a:ln>
                        <a:noFill/>
                      </a:ln>
                    </p:spPr>
                  </p:pic>
                </p:oleObj>
              </mc:Fallback>
            </mc:AlternateContent>
          </a:graphicData>
        </a:graphic>
      </p:graphicFrame>
      <p:graphicFrame>
        <p:nvGraphicFramePr>
          <p:cNvPr id="9" name="Object 8">
            <a:extLst>
              <a:ext uri="{FF2B5EF4-FFF2-40B4-BE49-F238E27FC236}">
                <a16:creationId xmlns:a16="http://schemas.microsoft.com/office/drawing/2014/main" id="{A96025B6-C89C-4667-961D-E1910FD70B86}"/>
              </a:ext>
            </a:extLst>
          </p:cNvPr>
          <p:cNvGraphicFramePr>
            <a:graphicFrameLocks noChangeAspect="1"/>
          </p:cNvGraphicFramePr>
          <p:nvPr/>
        </p:nvGraphicFramePr>
        <p:xfrm>
          <a:off x="6499213" y="3217364"/>
          <a:ext cx="4225890" cy="639078"/>
        </p:xfrm>
        <a:graphic>
          <a:graphicData uri="http://schemas.openxmlformats.org/presentationml/2006/ole">
            <mc:AlternateContent xmlns:mc="http://schemas.openxmlformats.org/markup-compatibility/2006">
              <mc:Choice xmlns:v="urn:schemas-microsoft-com:vml" Requires="v">
                <p:oleObj spid="_x0000_s7173" name="Equation" r:id="rId10" imgW="2603160" imgH="393480" progId="Equation.DSMT4">
                  <p:embed/>
                </p:oleObj>
              </mc:Choice>
              <mc:Fallback>
                <p:oleObj name="Equation" r:id="rId10" imgW="2603160" imgH="393480" progId="Equation.DSMT4">
                  <p:embed/>
                  <p:pic>
                    <p:nvPicPr>
                      <p:cNvPr id="9" name="Object 8">
                        <a:extLst>
                          <a:ext uri="{FF2B5EF4-FFF2-40B4-BE49-F238E27FC236}">
                            <a16:creationId xmlns:a16="http://schemas.microsoft.com/office/drawing/2014/main" id="{A96025B6-C89C-4667-961D-E1910FD70B86}"/>
                          </a:ext>
                        </a:extLst>
                      </p:cNvPr>
                      <p:cNvPicPr/>
                      <p:nvPr/>
                    </p:nvPicPr>
                    <p:blipFill>
                      <a:blip r:embed="rId11"/>
                      <a:stretch>
                        <a:fillRect/>
                      </a:stretch>
                    </p:blipFill>
                    <p:spPr>
                      <a:xfrm>
                        <a:off x="6499213" y="3217364"/>
                        <a:ext cx="4225890" cy="639078"/>
                      </a:xfrm>
                      <a:prstGeom prst="rect">
                        <a:avLst/>
                      </a:prstGeom>
                      <a:solidFill>
                        <a:srgbClr val="FFC000"/>
                      </a:solidFill>
                    </p:spPr>
                  </p:pic>
                </p:oleObj>
              </mc:Fallback>
            </mc:AlternateContent>
          </a:graphicData>
        </a:graphic>
      </p:graphicFrame>
      <mc:AlternateContent xmlns:mc="http://schemas.openxmlformats.org/markup-compatibility/2006" xmlns:p14="http://schemas.microsoft.com/office/powerpoint/2010/main">
        <mc:Choice Requires="p14">
          <p:contentPart p14:bwMode="auto" r:id="rId12">
            <p14:nvContentPartPr>
              <p14:cNvPr id="6" name="Ink 5">
                <a:extLst>
                  <a:ext uri="{FF2B5EF4-FFF2-40B4-BE49-F238E27FC236}">
                    <a16:creationId xmlns:a16="http://schemas.microsoft.com/office/drawing/2014/main" id="{3DC3E1DD-A8AA-48ED-BEB9-0F179FCE3A05}"/>
                  </a:ext>
                </a:extLst>
              </p14:cNvPr>
              <p14:cNvContentPartPr/>
              <p14:nvPr/>
            </p14:nvContentPartPr>
            <p14:xfrm>
              <a:off x="2762640" y="3627720"/>
              <a:ext cx="950040" cy="606240"/>
            </p14:xfrm>
          </p:contentPart>
        </mc:Choice>
        <mc:Fallback xmlns="">
          <p:pic>
            <p:nvPicPr>
              <p:cNvPr id="6" name="Ink 5">
                <a:extLst>
                  <a:ext uri="{FF2B5EF4-FFF2-40B4-BE49-F238E27FC236}">
                    <a16:creationId xmlns:a16="http://schemas.microsoft.com/office/drawing/2014/main" id="{3DC3E1DD-A8AA-48ED-BEB9-0F179FCE3A05}"/>
                  </a:ext>
                </a:extLst>
              </p:cNvPr>
              <p:cNvPicPr/>
              <p:nvPr/>
            </p:nvPicPr>
            <p:blipFill>
              <a:blip r:embed="rId13"/>
              <a:stretch>
                <a:fillRect/>
              </a:stretch>
            </p:blipFill>
            <p:spPr>
              <a:xfrm>
                <a:off x="2753280" y="3618360"/>
                <a:ext cx="968760" cy="62496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10" name="Ink 9">
                <a:extLst>
                  <a:ext uri="{FF2B5EF4-FFF2-40B4-BE49-F238E27FC236}">
                    <a16:creationId xmlns:a16="http://schemas.microsoft.com/office/drawing/2014/main" id="{A8921096-589F-4CB0-A489-6B22A7980490}"/>
                  </a:ext>
                </a:extLst>
              </p14:cNvPr>
              <p14:cNvContentPartPr/>
              <p14:nvPr/>
            </p14:nvContentPartPr>
            <p14:xfrm>
              <a:off x="8379720" y="3825360"/>
              <a:ext cx="1556640" cy="24840"/>
            </p14:xfrm>
          </p:contentPart>
        </mc:Choice>
        <mc:Fallback xmlns="">
          <p:pic>
            <p:nvPicPr>
              <p:cNvPr id="10" name="Ink 9">
                <a:extLst>
                  <a:ext uri="{FF2B5EF4-FFF2-40B4-BE49-F238E27FC236}">
                    <a16:creationId xmlns:a16="http://schemas.microsoft.com/office/drawing/2014/main" id="{A8921096-589F-4CB0-A489-6B22A7980490}"/>
                  </a:ext>
                </a:extLst>
              </p:cNvPr>
              <p:cNvPicPr/>
              <p:nvPr/>
            </p:nvPicPr>
            <p:blipFill>
              <a:blip r:embed="rId15"/>
              <a:stretch>
                <a:fillRect/>
              </a:stretch>
            </p:blipFill>
            <p:spPr>
              <a:xfrm>
                <a:off x="8370360" y="3816000"/>
                <a:ext cx="1575360" cy="4356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11" name="Ink 10">
                <a:extLst>
                  <a:ext uri="{FF2B5EF4-FFF2-40B4-BE49-F238E27FC236}">
                    <a16:creationId xmlns:a16="http://schemas.microsoft.com/office/drawing/2014/main" id="{F4A7E53A-98F1-40AE-A35E-257EC07FA7C7}"/>
                  </a:ext>
                </a:extLst>
              </p14:cNvPr>
              <p14:cNvContentPartPr/>
              <p14:nvPr/>
            </p14:nvContentPartPr>
            <p14:xfrm>
              <a:off x="2118960" y="3480120"/>
              <a:ext cx="7827120" cy="898560"/>
            </p14:xfrm>
          </p:contentPart>
        </mc:Choice>
        <mc:Fallback xmlns="">
          <p:pic>
            <p:nvPicPr>
              <p:cNvPr id="11" name="Ink 10">
                <a:extLst>
                  <a:ext uri="{FF2B5EF4-FFF2-40B4-BE49-F238E27FC236}">
                    <a16:creationId xmlns:a16="http://schemas.microsoft.com/office/drawing/2014/main" id="{F4A7E53A-98F1-40AE-A35E-257EC07FA7C7}"/>
                  </a:ext>
                </a:extLst>
              </p:cNvPr>
              <p:cNvPicPr/>
              <p:nvPr/>
            </p:nvPicPr>
            <p:blipFill>
              <a:blip r:embed="rId17"/>
              <a:stretch>
                <a:fillRect/>
              </a:stretch>
            </p:blipFill>
            <p:spPr>
              <a:xfrm>
                <a:off x="2109600" y="3470760"/>
                <a:ext cx="7845840" cy="91728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12" name="Ink 11">
                <a:extLst>
                  <a:ext uri="{FF2B5EF4-FFF2-40B4-BE49-F238E27FC236}">
                    <a16:creationId xmlns:a16="http://schemas.microsoft.com/office/drawing/2014/main" id="{200E0EFD-C72A-4AC2-BEF6-ED5AEFB47FB7}"/>
                  </a:ext>
                </a:extLst>
              </p14:cNvPr>
              <p14:cNvContentPartPr/>
              <p14:nvPr/>
            </p14:nvContentPartPr>
            <p14:xfrm>
              <a:off x="1929240" y="3507120"/>
              <a:ext cx="2228760" cy="695520"/>
            </p14:xfrm>
          </p:contentPart>
        </mc:Choice>
        <mc:Fallback xmlns="">
          <p:pic>
            <p:nvPicPr>
              <p:cNvPr id="12" name="Ink 11">
                <a:extLst>
                  <a:ext uri="{FF2B5EF4-FFF2-40B4-BE49-F238E27FC236}">
                    <a16:creationId xmlns:a16="http://schemas.microsoft.com/office/drawing/2014/main" id="{200E0EFD-C72A-4AC2-BEF6-ED5AEFB47FB7}"/>
                  </a:ext>
                </a:extLst>
              </p:cNvPr>
              <p:cNvPicPr/>
              <p:nvPr/>
            </p:nvPicPr>
            <p:blipFill>
              <a:blip r:embed="rId19"/>
              <a:stretch>
                <a:fillRect/>
              </a:stretch>
            </p:blipFill>
            <p:spPr>
              <a:xfrm>
                <a:off x="1919880" y="3497760"/>
                <a:ext cx="2247480" cy="714240"/>
              </a:xfrm>
              <a:prstGeom prst="rect">
                <a:avLst/>
              </a:prstGeom>
            </p:spPr>
          </p:pic>
        </mc:Fallback>
      </mc:AlternateContent>
    </p:spTree>
    <p:extLst>
      <p:ext uri="{BB962C8B-B14F-4D97-AF65-F5344CB8AC3E}">
        <p14:creationId xmlns:p14="http://schemas.microsoft.com/office/powerpoint/2010/main" val="363382787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16593DC4-6886-4A6C-8C4C-029A7EBF78CA}"/>
              </a:ext>
            </a:extLst>
          </p:cNvPr>
          <p:cNvSpPr/>
          <p:nvPr/>
        </p:nvSpPr>
        <p:spPr>
          <a:xfrm>
            <a:off x="1523998" y="2690373"/>
            <a:ext cx="9491331" cy="1754326"/>
          </a:xfrm>
          <a:prstGeom prst="rect">
            <a:avLst/>
          </a:prstGeom>
        </p:spPr>
        <p:txBody>
          <a:bodyPr wrap="square">
            <a:spAutoFit/>
          </a:bodyPr>
          <a:lstStyle/>
          <a:p>
            <a:pPr marL="285750" indent="-285750" algn="just">
              <a:buFont typeface="Arial" panose="020B0604020202020204" pitchFamily="34" charset="0"/>
              <a:buChar char="•"/>
            </a:pPr>
            <a:r>
              <a:rPr lang="en-CA" dirty="0">
                <a:solidFill>
                  <a:srgbClr val="000000"/>
                </a:solidFill>
                <a:latin typeface="Times New Roman" panose="02020603050405020304" pitchFamily="18" charset="0"/>
                <a:ea typeface="Times New Roman" panose="02020603050405020304" pitchFamily="18" charset="0"/>
              </a:rPr>
              <a:t>The partial derivatives of </a:t>
            </a:r>
            <a:r>
              <a:rPr lang="en-CA" dirty="0" err="1">
                <a:solidFill>
                  <a:srgbClr val="000000"/>
                </a:solidFill>
                <a:latin typeface="Times New Roman" panose="02020603050405020304" pitchFamily="18" charset="0"/>
                <a:ea typeface="Times New Roman" panose="02020603050405020304" pitchFamily="18" charset="0"/>
              </a:rPr>
              <a:t>Eqs</a:t>
            </a:r>
            <a:r>
              <a:rPr lang="en-CA" dirty="0">
                <a:solidFill>
                  <a:srgbClr val="000000"/>
                </a:solidFill>
                <a:latin typeface="Times New Roman" panose="02020603050405020304" pitchFamily="18" charset="0"/>
                <a:ea typeface="Times New Roman" panose="02020603050405020304" pitchFamily="18" charset="0"/>
              </a:rPr>
              <a:t>. (8-10) and (8-11) define the </a:t>
            </a:r>
            <a:r>
              <a:rPr lang="en-CA" i="1" dirty="0">
                <a:solidFill>
                  <a:srgbClr val="000000"/>
                </a:solidFill>
                <a:latin typeface="Times New Roman" panose="02020603050405020304" pitchFamily="18" charset="0"/>
                <a:ea typeface="Times New Roman" panose="02020603050405020304" pitchFamily="18" charset="0"/>
              </a:rPr>
              <a:t>h </a:t>
            </a:r>
            <a:r>
              <a:rPr lang="en-CA" dirty="0">
                <a:solidFill>
                  <a:srgbClr val="000000"/>
                </a:solidFill>
                <a:latin typeface="Times New Roman" panose="02020603050405020304" pitchFamily="18" charset="0"/>
                <a:ea typeface="Times New Roman" panose="02020603050405020304" pitchFamily="18" charset="0"/>
              </a:rPr>
              <a:t>parameters </a:t>
            </a:r>
            <a:r>
              <a:rPr lang="en-CA" spc="10" dirty="0">
                <a:solidFill>
                  <a:srgbClr val="000000"/>
                </a:solidFill>
                <a:latin typeface="Times New Roman" panose="02020603050405020304" pitchFamily="18" charset="0"/>
                <a:ea typeface="Times New Roman" panose="02020603050405020304" pitchFamily="18" charset="0"/>
              </a:rPr>
              <a:t>for the common-emitter connection. </a:t>
            </a:r>
            <a:r>
              <a:rPr lang="en-CA" dirty="0"/>
              <a:t>We now observe that </a:t>
            </a:r>
            <a:r>
              <a:rPr lang="en-CA" dirty="0" err="1"/>
              <a:t>Eqs</a:t>
            </a:r>
            <a:r>
              <a:rPr lang="en-CA" dirty="0"/>
              <a:t>. (8-8) and (8-9) are exactly the same form as </a:t>
            </a:r>
            <a:r>
              <a:rPr lang="en-CA" dirty="0" err="1"/>
              <a:t>Eqs</a:t>
            </a:r>
            <a:r>
              <a:rPr lang="en-CA" dirty="0"/>
              <a:t>. (8-2) and (8-3). Hence the model of Fig. 8-5 can be used to represent a transistor.</a:t>
            </a:r>
          </a:p>
          <a:p>
            <a:pPr marL="285750" indent="-285750" algn="just">
              <a:buFont typeface="Arial" panose="020B0604020202020204" pitchFamily="34" charset="0"/>
              <a:buChar char="•"/>
            </a:pPr>
            <a:r>
              <a:rPr lang="en-CA" spc="2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Note  that the partial derivatives in </a:t>
            </a:r>
            <a:r>
              <a:rPr lang="en-CA" spc="20" dirty="0" err="1">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Eqs</a:t>
            </a:r>
            <a:r>
              <a:rPr lang="en-CA" spc="2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 </a:t>
            </a:r>
            <a:r>
              <a:rPr lang="en-CA"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	(8-10) and </a:t>
            </a:r>
            <a:r>
              <a:rPr lang="en-CA" spc="5"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(8-11) are taken </a:t>
            </a:r>
            <a:r>
              <a:rPr lang="en-CA" spc="15"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keeping </a:t>
            </a:r>
            <a:r>
              <a:rPr lang="en-CA" i="1" spc="15"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V</a:t>
            </a:r>
            <a:r>
              <a:rPr lang="en-CA" i="1" spc="15" baseline="-2500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C</a:t>
            </a:r>
            <a:r>
              <a:rPr lang="en-CA" i="1" spc="15"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 </a:t>
            </a:r>
            <a:r>
              <a:rPr lang="en-CA" spc="15"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 constant or </a:t>
            </a:r>
            <a:r>
              <a:rPr lang="en-CA" i="1" spc="15"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I</a:t>
            </a:r>
            <a:r>
              <a:rPr lang="en-CA" i="1" spc="15" baseline="-2500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B</a:t>
            </a:r>
            <a:r>
              <a:rPr lang="en-CA" i="1" spc="15"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 = </a:t>
            </a:r>
            <a:r>
              <a:rPr lang="en-CA" spc="15"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constant. If a parameter is constant, its </a:t>
            </a:r>
            <a:r>
              <a:rPr lang="en-CA"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incremental change is zero. Hence </a:t>
            </a:r>
            <a:r>
              <a:rPr lang="en-CA" i="1"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V</a:t>
            </a:r>
            <a:r>
              <a:rPr lang="en-CA" i="1" baseline="-2500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C</a:t>
            </a:r>
            <a:r>
              <a:rPr lang="en-CA" i="1"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 </a:t>
            </a:r>
            <a:r>
              <a:rPr lang="en-CA" spc="5"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 constant is equivalent to </a:t>
            </a:r>
            <a:r>
              <a:rPr lang="en-CA" i="1" spc="5" dirty="0" err="1">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v</a:t>
            </a:r>
            <a:r>
              <a:rPr lang="en-CA" i="1" spc="5" baseline="-25000" dirty="0" err="1">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c</a:t>
            </a:r>
            <a:r>
              <a:rPr lang="en-CA" spc="5"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 = 0 and  </a:t>
            </a:r>
            <a:r>
              <a:rPr lang="en-CA" i="1" spc="5"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I</a:t>
            </a:r>
            <a:r>
              <a:rPr lang="en-CA" i="1" baseline="-2500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B</a:t>
            </a:r>
            <a:r>
              <a:rPr lang="en-CA" i="1"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 </a:t>
            </a:r>
            <a:r>
              <a:rPr lang="en-CA" i="1" spc="1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 </a:t>
            </a:r>
            <a:r>
              <a:rPr lang="en-CA" spc="1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constant corresponds to </a:t>
            </a:r>
            <a:r>
              <a:rPr lang="en-CA" i="1" spc="10" dirty="0" err="1">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i</a:t>
            </a:r>
            <a:r>
              <a:rPr lang="en-CA" i="1" spc="10" baseline="-25000" dirty="0" err="1">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b</a:t>
            </a:r>
            <a:r>
              <a:rPr lang="en-CA" spc="1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 = 0. With this notation,</a:t>
            </a:r>
            <a:endParaRPr lang="en-US" dirty="0"/>
          </a:p>
        </p:txBody>
      </p:sp>
      <p:sp>
        <p:nvSpPr>
          <p:cNvPr id="7" name="Content Placeholder 2">
            <a:extLst>
              <a:ext uri="{FF2B5EF4-FFF2-40B4-BE49-F238E27FC236}">
                <a16:creationId xmlns:a16="http://schemas.microsoft.com/office/drawing/2014/main" id="{D023CBF2-3970-4A9C-B521-E3E0A54B608C}"/>
              </a:ext>
            </a:extLst>
          </p:cNvPr>
          <p:cNvSpPr txBox="1">
            <a:spLocks/>
          </p:cNvSpPr>
          <p:nvPr/>
        </p:nvSpPr>
        <p:spPr>
          <a:xfrm>
            <a:off x="1523998" y="0"/>
            <a:ext cx="8918917" cy="458858"/>
          </a:xfrm>
          <a:prstGeom prst="rect">
            <a:avLst/>
          </a:prstGeom>
        </p:spPr>
        <p:txBody>
          <a:bodyPr>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just">
              <a:buBlip>
                <a:blip r:embed="rId3"/>
              </a:buBlip>
            </a:pPr>
            <a:r>
              <a:rPr lang="en-US" sz="2800" b="1" dirty="0">
                <a:solidFill>
                  <a:srgbClr val="00B050"/>
                </a:solidFill>
              </a:rPr>
              <a:t>Review of hybrid models of BJT</a:t>
            </a:r>
          </a:p>
        </p:txBody>
      </p:sp>
      <p:sp>
        <p:nvSpPr>
          <p:cNvPr id="8" name="Content Placeholder 2">
            <a:extLst>
              <a:ext uri="{FF2B5EF4-FFF2-40B4-BE49-F238E27FC236}">
                <a16:creationId xmlns:a16="http://schemas.microsoft.com/office/drawing/2014/main" id="{3A368007-06B3-4917-B0F4-DE457AE4614D}"/>
              </a:ext>
            </a:extLst>
          </p:cNvPr>
          <p:cNvSpPr txBox="1">
            <a:spLocks/>
          </p:cNvSpPr>
          <p:nvPr/>
        </p:nvSpPr>
        <p:spPr>
          <a:xfrm>
            <a:off x="1524001" y="458858"/>
            <a:ext cx="8918917" cy="458858"/>
          </a:xfrm>
          <a:prstGeom prst="rect">
            <a:avLst/>
          </a:prstGeom>
        </p:spPr>
        <p:txBody>
          <a:bodyPr>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just">
              <a:buBlip>
                <a:blip r:embed="rId3"/>
              </a:buBlip>
            </a:pPr>
            <a:r>
              <a:rPr lang="en-US" sz="2400" b="1" dirty="0">
                <a:solidFill>
                  <a:srgbClr val="C00000"/>
                </a:solidFill>
                <a:effectLst>
                  <a:outerShdw blurRad="38100" dist="38100" dir="2700000" algn="tl">
                    <a:srgbClr val="000000">
                      <a:alpha val="43137"/>
                    </a:srgbClr>
                  </a:outerShdw>
                </a:effectLst>
              </a:rPr>
              <a:t>Transistor hybrid model (8/3)</a:t>
            </a:r>
          </a:p>
        </p:txBody>
      </p:sp>
      <p:graphicFrame>
        <p:nvGraphicFramePr>
          <p:cNvPr id="2" name="Object 1"/>
          <p:cNvGraphicFramePr>
            <a:graphicFrameLocks noChangeAspect="1"/>
          </p:cNvGraphicFramePr>
          <p:nvPr/>
        </p:nvGraphicFramePr>
        <p:xfrm>
          <a:off x="5488467" y="933083"/>
          <a:ext cx="5368925" cy="1377950"/>
        </p:xfrm>
        <a:graphic>
          <a:graphicData uri="http://schemas.openxmlformats.org/presentationml/2006/ole">
            <mc:AlternateContent xmlns:mc="http://schemas.openxmlformats.org/markup-compatibility/2006">
              <mc:Choice xmlns:v="urn:schemas-microsoft-com:vml" Requires="v">
                <p:oleObj spid="_x0000_s8194" name="Equation" r:id="rId4" imgW="2920680" imgH="749160" progId="Equation.DSMT4">
                  <p:embed/>
                </p:oleObj>
              </mc:Choice>
              <mc:Fallback>
                <p:oleObj name="Equation" r:id="rId4" imgW="2920680" imgH="749160" progId="Equation.DSMT4">
                  <p:embed/>
                  <p:pic>
                    <p:nvPicPr>
                      <p:cNvPr id="2" name="Object 1"/>
                      <p:cNvPicPr>
                        <a:picLocks noChangeAspect="1" noChangeArrowheads="1"/>
                      </p:cNvPicPr>
                      <p:nvPr/>
                    </p:nvPicPr>
                    <p:blipFill>
                      <a:blip r:embed="rId5"/>
                      <a:srcRect/>
                      <a:stretch>
                        <a:fillRect/>
                      </a:stretch>
                    </p:blipFill>
                    <p:spPr bwMode="auto">
                      <a:xfrm>
                        <a:off x="5488467" y="933083"/>
                        <a:ext cx="5368925" cy="1377950"/>
                      </a:xfrm>
                      <a:prstGeom prst="rect">
                        <a:avLst/>
                      </a:prstGeom>
                      <a:solidFill>
                        <a:srgbClr val="FFFF00"/>
                      </a:solidFill>
                      <a:ln>
                        <a:noFill/>
                      </a:ln>
                    </p:spPr>
                  </p:pic>
                </p:oleObj>
              </mc:Fallback>
            </mc:AlternateContent>
          </a:graphicData>
        </a:graphic>
      </p:graphicFrame>
      <p:graphicFrame>
        <p:nvGraphicFramePr>
          <p:cNvPr id="4" name="Object 3"/>
          <p:cNvGraphicFramePr>
            <a:graphicFrameLocks noChangeAspect="1"/>
          </p:cNvGraphicFramePr>
          <p:nvPr/>
        </p:nvGraphicFramePr>
        <p:xfrm>
          <a:off x="1936375" y="1741586"/>
          <a:ext cx="3096967" cy="858355"/>
        </p:xfrm>
        <a:graphic>
          <a:graphicData uri="http://schemas.openxmlformats.org/presentationml/2006/ole">
            <mc:AlternateContent xmlns:mc="http://schemas.openxmlformats.org/markup-compatibility/2006">
              <mc:Choice xmlns:v="urn:schemas-microsoft-com:vml" Requires="v">
                <p:oleObj spid="_x0000_s8195" name="Equation" r:id="rId6" imgW="1511280" imgH="419040" progId="Equation.DSMT4">
                  <p:embed/>
                </p:oleObj>
              </mc:Choice>
              <mc:Fallback>
                <p:oleObj name="Equation" r:id="rId6" imgW="1511280" imgH="419040" progId="Equation.DSMT4">
                  <p:embed/>
                  <p:pic>
                    <p:nvPicPr>
                      <p:cNvPr id="4" name="Object 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936375" y="1741586"/>
                        <a:ext cx="3096967" cy="858355"/>
                      </a:xfrm>
                      <a:prstGeom prst="rect">
                        <a:avLst/>
                      </a:prstGeom>
                      <a:solidFill>
                        <a:schemeClr val="accent3">
                          <a:lumMod val="40000"/>
                          <a:lumOff val="60000"/>
                        </a:schemeClr>
                      </a:solidFill>
                      <a:ln>
                        <a:noFill/>
                      </a:ln>
                    </p:spPr>
                  </p:pic>
                </p:oleObj>
              </mc:Fallback>
            </mc:AlternateContent>
          </a:graphicData>
        </a:graphic>
      </p:graphicFrame>
      <p:graphicFrame>
        <p:nvGraphicFramePr>
          <p:cNvPr id="9" name="Object 8">
            <a:extLst>
              <a:ext uri="{FF2B5EF4-FFF2-40B4-BE49-F238E27FC236}">
                <a16:creationId xmlns:a16="http://schemas.microsoft.com/office/drawing/2014/main" id="{68229454-3C5E-4621-AFA8-AE4CB2951903}"/>
              </a:ext>
            </a:extLst>
          </p:cNvPr>
          <p:cNvGraphicFramePr>
            <a:graphicFrameLocks noChangeAspect="1"/>
          </p:cNvGraphicFramePr>
          <p:nvPr/>
        </p:nvGraphicFramePr>
        <p:xfrm>
          <a:off x="1936374" y="948787"/>
          <a:ext cx="2968780" cy="792799"/>
        </p:xfrm>
        <a:graphic>
          <a:graphicData uri="http://schemas.openxmlformats.org/presentationml/2006/ole">
            <mc:AlternateContent xmlns:mc="http://schemas.openxmlformats.org/markup-compatibility/2006">
              <mc:Choice xmlns:v="urn:schemas-microsoft-com:vml" Requires="v">
                <p:oleObj spid="_x0000_s8196" name="Equation" r:id="rId8" imgW="1473120" imgH="393480" progId="Equation.DSMT4">
                  <p:embed/>
                </p:oleObj>
              </mc:Choice>
              <mc:Fallback>
                <p:oleObj name="Equation" r:id="rId8" imgW="1473120" imgH="393480" progId="Equation.DSMT4">
                  <p:embed/>
                  <p:pic>
                    <p:nvPicPr>
                      <p:cNvPr id="9" name="Object 8">
                        <a:extLst>
                          <a:ext uri="{FF2B5EF4-FFF2-40B4-BE49-F238E27FC236}">
                            <a16:creationId xmlns:a16="http://schemas.microsoft.com/office/drawing/2014/main" id="{68229454-3C5E-4621-AFA8-AE4CB2951903}"/>
                          </a:ext>
                        </a:extLst>
                      </p:cNvPr>
                      <p:cNvPicPr>
                        <a:picLocks noChangeAspect="1" noChangeArrowheads="1"/>
                      </p:cNvPicPr>
                      <p:nvPr/>
                    </p:nvPicPr>
                    <p:blipFill>
                      <a:blip r:embed="rId9"/>
                      <a:srcRect/>
                      <a:stretch>
                        <a:fillRect/>
                      </a:stretch>
                    </p:blipFill>
                    <p:spPr bwMode="auto">
                      <a:xfrm>
                        <a:off x="1936374" y="948787"/>
                        <a:ext cx="2968780" cy="792799"/>
                      </a:xfrm>
                      <a:prstGeom prst="rect">
                        <a:avLst/>
                      </a:prstGeom>
                      <a:solidFill>
                        <a:schemeClr val="accent4">
                          <a:lumMod val="40000"/>
                          <a:lumOff val="60000"/>
                        </a:schemeClr>
                      </a:solidFill>
                      <a:ln>
                        <a:noFill/>
                      </a:ln>
                    </p:spPr>
                  </p:pic>
                </p:oleObj>
              </mc:Fallback>
            </mc:AlternateContent>
          </a:graphicData>
        </a:graphic>
      </p:graphicFrame>
      <p:graphicFrame>
        <p:nvGraphicFramePr>
          <p:cNvPr id="10" name="Object 9">
            <a:extLst>
              <a:ext uri="{FF2B5EF4-FFF2-40B4-BE49-F238E27FC236}">
                <a16:creationId xmlns:a16="http://schemas.microsoft.com/office/drawing/2014/main" id="{3A428ECA-9D7C-441B-BC49-69199824B8F0}"/>
              </a:ext>
            </a:extLst>
          </p:cNvPr>
          <p:cNvGraphicFramePr>
            <a:graphicFrameLocks noChangeAspect="1"/>
          </p:cNvGraphicFramePr>
          <p:nvPr/>
        </p:nvGraphicFramePr>
        <p:xfrm>
          <a:off x="2919553" y="4721698"/>
          <a:ext cx="6742523" cy="938638"/>
        </p:xfrm>
        <a:graphic>
          <a:graphicData uri="http://schemas.openxmlformats.org/presentationml/2006/ole">
            <mc:AlternateContent xmlns:mc="http://schemas.openxmlformats.org/markup-compatibility/2006">
              <mc:Choice xmlns:v="urn:schemas-microsoft-com:vml" Requires="v">
                <p:oleObj spid="_x0000_s8197" name="Equation" r:id="rId10" imgW="2743200" imgH="380880" progId="Equation.DSMT4">
                  <p:embed/>
                </p:oleObj>
              </mc:Choice>
              <mc:Fallback>
                <p:oleObj name="Equation" r:id="rId10" imgW="2743200" imgH="380880" progId="Equation.DSMT4">
                  <p:embed/>
                  <p:pic>
                    <p:nvPicPr>
                      <p:cNvPr id="10" name="Object 9">
                        <a:extLst>
                          <a:ext uri="{FF2B5EF4-FFF2-40B4-BE49-F238E27FC236}">
                            <a16:creationId xmlns:a16="http://schemas.microsoft.com/office/drawing/2014/main" id="{3A428ECA-9D7C-441B-BC49-69199824B8F0}"/>
                          </a:ext>
                        </a:extLst>
                      </p:cNvPr>
                      <p:cNvPicPr>
                        <a:picLocks noChangeAspect="1" noChangeArrowheads="1"/>
                      </p:cNvPicPr>
                      <p:nvPr/>
                    </p:nvPicPr>
                    <p:blipFill>
                      <a:blip r:embed="rId11"/>
                      <a:srcRect/>
                      <a:stretch>
                        <a:fillRect/>
                      </a:stretch>
                    </p:blipFill>
                    <p:spPr bwMode="auto">
                      <a:xfrm>
                        <a:off x="2919553" y="4721698"/>
                        <a:ext cx="6742523" cy="938638"/>
                      </a:xfrm>
                      <a:prstGeom prst="rect">
                        <a:avLst/>
                      </a:prstGeom>
                      <a:solidFill>
                        <a:schemeClr val="bg1"/>
                      </a:solidFill>
                      <a:ln>
                        <a:noFill/>
                      </a:ln>
                    </p:spPr>
                  </p:pic>
                </p:oleObj>
              </mc:Fallback>
            </mc:AlternateContent>
          </a:graphicData>
        </a:graphic>
      </p:graphicFrame>
      <p:sp>
        <p:nvSpPr>
          <p:cNvPr id="5" name="Rectangle 4">
            <a:extLst>
              <a:ext uri="{FF2B5EF4-FFF2-40B4-BE49-F238E27FC236}">
                <a16:creationId xmlns:a16="http://schemas.microsoft.com/office/drawing/2014/main" id="{5BEE31D1-4945-4905-AC1C-7636DED80C4F}"/>
              </a:ext>
            </a:extLst>
          </p:cNvPr>
          <p:cNvSpPr/>
          <p:nvPr/>
        </p:nvSpPr>
        <p:spPr>
          <a:xfrm>
            <a:off x="1523998" y="5752811"/>
            <a:ext cx="8811491" cy="646331"/>
          </a:xfrm>
          <a:prstGeom prst="rect">
            <a:avLst/>
          </a:prstGeom>
        </p:spPr>
        <p:txBody>
          <a:bodyPr wrap="square">
            <a:spAutoFit/>
          </a:bodyPr>
          <a:lstStyle/>
          <a:p>
            <a:pPr marL="285750" indent="-285750">
              <a:buFont typeface="Arial" panose="020B0604020202020204" pitchFamily="34" charset="0"/>
              <a:buChar char="•"/>
            </a:pPr>
            <a:r>
              <a:rPr lang="en-CA" dirty="0"/>
              <a:t>where the second equation is valid if sinusoidal (phasor) voltages and currents are under consideration.</a:t>
            </a:r>
            <a:endParaRPr lang="en-US" dirty="0"/>
          </a:p>
        </p:txBody>
      </p:sp>
      <mc:AlternateContent xmlns:mc="http://schemas.openxmlformats.org/markup-compatibility/2006" xmlns:p14="http://schemas.microsoft.com/office/powerpoint/2010/main">
        <mc:Choice Requires="p14">
          <p:contentPart p14:bwMode="auto" r:id="rId12">
            <p14:nvContentPartPr>
              <p14:cNvPr id="6" name="Ink 5">
                <a:extLst>
                  <a:ext uri="{FF2B5EF4-FFF2-40B4-BE49-F238E27FC236}">
                    <a16:creationId xmlns:a16="http://schemas.microsoft.com/office/drawing/2014/main" id="{4E76295F-F10C-4E25-8B29-6D464313D15A}"/>
                  </a:ext>
                </a:extLst>
              </p14:cNvPr>
              <p14:cNvContentPartPr/>
              <p14:nvPr/>
            </p14:nvContentPartPr>
            <p14:xfrm>
              <a:off x="1624680" y="1769040"/>
              <a:ext cx="10363320" cy="3886560"/>
            </p14:xfrm>
          </p:contentPart>
        </mc:Choice>
        <mc:Fallback xmlns="">
          <p:pic>
            <p:nvPicPr>
              <p:cNvPr id="6" name="Ink 5">
                <a:extLst>
                  <a:ext uri="{FF2B5EF4-FFF2-40B4-BE49-F238E27FC236}">
                    <a16:creationId xmlns:a16="http://schemas.microsoft.com/office/drawing/2014/main" id="{4E76295F-F10C-4E25-8B29-6D464313D15A}"/>
                  </a:ext>
                </a:extLst>
              </p:cNvPr>
              <p:cNvPicPr/>
              <p:nvPr/>
            </p:nvPicPr>
            <p:blipFill>
              <a:blip r:embed="rId13"/>
              <a:stretch>
                <a:fillRect/>
              </a:stretch>
            </p:blipFill>
            <p:spPr>
              <a:xfrm>
                <a:off x="1615320" y="1759680"/>
                <a:ext cx="10382040" cy="3905280"/>
              </a:xfrm>
              <a:prstGeom prst="rect">
                <a:avLst/>
              </a:prstGeom>
            </p:spPr>
          </p:pic>
        </mc:Fallback>
      </mc:AlternateContent>
    </p:spTree>
    <p:extLst>
      <p:ext uri="{BB962C8B-B14F-4D97-AF65-F5344CB8AC3E}">
        <p14:creationId xmlns:p14="http://schemas.microsoft.com/office/powerpoint/2010/main" val="70583245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07664689-EE32-4183-8F77-9492CA3403B7}"/>
              </a:ext>
            </a:extLst>
          </p:cNvPr>
          <p:cNvPicPr>
            <a:picLocks noChangeAspect="1"/>
          </p:cNvPicPr>
          <p:nvPr/>
        </p:nvPicPr>
        <p:blipFill>
          <a:blip r:embed="rId3"/>
          <a:stretch>
            <a:fillRect/>
          </a:stretch>
        </p:blipFill>
        <p:spPr>
          <a:xfrm>
            <a:off x="3131128" y="3237600"/>
            <a:ext cx="7536873" cy="3049865"/>
          </a:xfrm>
          <a:prstGeom prst="rect">
            <a:avLst/>
          </a:prstGeom>
        </p:spPr>
      </p:pic>
      <p:sp>
        <p:nvSpPr>
          <p:cNvPr id="4" name="Rectangle 3">
            <a:extLst>
              <a:ext uri="{FF2B5EF4-FFF2-40B4-BE49-F238E27FC236}">
                <a16:creationId xmlns:a16="http://schemas.microsoft.com/office/drawing/2014/main" id="{DF96025F-38D8-4EE2-9F08-129B2E57D1D1}"/>
              </a:ext>
            </a:extLst>
          </p:cNvPr>
          <p:cNvSpPr/>
          <p:nvPr/>
        </p:nvSpPr>
        <p:spPr>
          <a:xfrm>
            <a:off x="1421799" y="834356"/>
            <a:ext cx="8918913" cy="1200329"/>
          </a:xfrm>
          <a:prstGeom prst="rect">
            <a:avLst/>
          </a:prstGeom>
        </p:spPr>
        <p:txBody>
          <a:bodyPr wrap="square">
            <a:spAutoFit/>
          </a:bodyPr>
          <a:lstStyle/>
          <a:p>
            <a:pPr marL="285750" indent="-285750" algn="just">
              <a:spcBef>
                <a:spcPts val="185"/>
              </a:spcBef>
              <a:buFont typeface="Arial" panose="020B0604020202020204" pitchFamily="34" charset="0"/>
              <a:buChar char="•"/>
              <a:tabLst>
                <a:tab pos="1990090" algn="l"/>
                <a:tab pos="4419600" algn="l"/>
              </a:tabLst>
            </a:pPr>
            <a:r>
              <a:rPr lang="en-CA"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The common-emitter (CE) h-parameter model is shown in Fig. 8-6a. The common-collector (CC) hybrid model is given in Fig. 8-6b. </a:t>
            </a:r>
            <a:r>
              <a:rPr lang="en-CA" spc="15" dirty="0">
                <a:solidFill>
                  <a:srgbClr val="000000"/>
                </a:solidFill>
                <a:latin typeface="Times New Roman" panose="02020603050405020304" pitchFamily="18" charset="0"/>
                <a:ea typeface="Times New Roman" panose="02020603050405020304" pitchFamily="18" charset="0"/>
              </a:rPr>
              <a:t>An analogous equivalent circuit </a:t>
            </a:r>
            <a:r>
              <a:rPr lang="en-CA" dirty="0">
                <a:solidFill>
                  <a:srgbClr val="000000"/>
                </a:solidFill>
                <a:latin typeface="Times New Roman" panose="02020603050405020304" pitchFamily="18" charset="0"/>
                <a:ea typeface="Times New Roman" panose="02020603050405020304" pitchFamily="18" charset="0"/>
              </a:rPr>
              <a:t>(Fig. </a:t>
            </a:r>
            <a:r>
              <a:rPr lang="en-CA" spc="5" dirty="0">
                <a:solidFill>
                  <a:srgbClr val="000000"/>
                </a:solidFill>
                <a:latin typeface="Times New Roman" panose="02020603050405020304" pitchFamily="18" charset="0"/>
                <a:ea typeface="Times New Roman" panose="02020603050405020304" pitchFamily="18" charset="0"/>
              </a:rPr>
              <a:t>8-10) can be drawn for the common-base (CB) circuit, with input terminals </a:t>
            </a:r>
            <a:r>
              <a:rPr lang="en-CA" i="1" spc="15" dirty="0">
                <a:solidFill>
                  <a:srgbClr val="000000"/>
                </a:solidFill>
                <a:latin typeface="Times New Roman" panose="02020603050405020304" pitchFamily="18" charset="0"/>
                <a:ea typeface="Times New Roman" panose="02020603050405020304" pitchFamily="18" charset="0"/>
              </a:rPr>
              <a:t>E </a:t>
            </a:r>
            <a:r>
              <a:rPr lang="en-CA" spc="15" dirty="0">
                <a:solidFill>
                  <a:srgbClr val="000000"/>
                </a:solidFill>
                <a:latin typeface="Times New Roman" panose="02020603050405020304" pitchFamily="18" charset="0"/>
                <a:ea typeface="Times New Roman" panose="02020603050405020304" pitchFamily="18" charset="0"/>
              </a:rPr>
              <a:t>and </a:t>
            </a:r>
            <a:r>
              <a:rPr lang="en-CA" i="1" spc="15" dirty="0">
                <a:solidFill>
                  <a:srgbClr val="000000"/>
                </a:solidFill>
                <a:latin typeface="Times New Roman" panose="02020603050405020304" pitchFamily="18" charset="0"/>
                <a:ea typeface="Times New Roman" panose="02020603050405020304" pitchFamily="18" charset="0"/>
              </a:rPr>
              <a:t>B </a:t>
            </a:r>
            <a:r>
              <a:rPr lang="en-CA" spc="15" dirty="0">
                <a:solidFill>
                  <a:srgbClr val="000000"/>
                </a:solidFill>
                <a:latin typeface="Times New Roman" panose="02020603050405020304" pitchFamily="18" charset="0"/>
                <a:ea typeface="Times New Roman" panose="02020603050405020304" pitchFamily="18" charset="0"/>
              </a:rPr>
              <a:t>and output terminals </a:t>
            </a:r>
            <a:r>
              <a:rPr lang="en-CA" i="1" spc="15" dirty="0">
                <a:solidFill>
                  <a:srgbClr val="000000"/>
                </a:solidFill>
                <a:latin typeface="Times New Roman" panose="02020603050405020304" pitchFamily="18" charset="0"/>
                <a:ea typeface="Times New Roman" panose="02020603050405020304" pitchFamily="18" charset="0"/>
              </a:rPr>
              <a:t>C </a:t>
            </a:r>
            <a:r>
              <a:rPr lang="en-CA" spc="15" dirty="0">
                <a:solidFill>
                  <a:srgbClr val="000000"/>
                </a:solidFill>
                <a:latin typeface="Times New Roman" panose="02020603050405020304" pitchFamily="18" charset="0"/>
                <a:ea typeface="Times New Roman" panose="02020603050405020304" pitchFamily="18" charset="0"/>
              </a:rPr>
              <a:t>and </a:t>
            </a:r>
            <a:r>
              <a:rPr lang="en-CA" i="1" spc="15" dirty="0">
                <a:solidFill>
                  <a:srgbClr val="000000"/>
                </a:solidFill>
                <a:latin typeface="Times New Roman" panose="02020603050405020304" pitchFamily="18" charset="0"/>
                <a:ea typeface="Times New Roman" panose="02020603050405020304" pitchFamily="18" charset="0"/>
              </a:rPr>
              <a:t>B. </a:t>
            </a:r>
            <a:r>
              <a:rPr lang="en-CA" spc="15" dirty="0">
                <a:solidFill>
                  <a:srgbClr val="000000"/>
                </a:solidFill>
                <a:latin typeface="Times New Roman" panose="02020603050405020304" pitchFamily="18" charset="0"/>
                <a:ea typeface="Times New Roman" panose="02020603050405020304" pitchFamily="18" charset="0"/>
              </a:rPr>
              <a:t>  For each configuration, we note </a:t>
            </a:r>
            <a:r>
              <a:rPr lang="en-CA" dirty="0">
                <a:solidFill>
                  <a:srgbClr val="000000"/>
                </a:solidFill>
                <a:latin typeface="Times New Roman" panose="02020603050405020304" pitchFamily="18" charset="0"/>
                <a:ea typeface="Times New Roman" panose="02020603050405020304" pitchFamily="18" charset="0"/>
              </a:rPr>
              <a:t>from Kirchhoff's current law that</a:t>
            </a:r>
            <a:endParaRPr lang="en-US" dirty="0"/>
          </a:p>
        </p:txBody>
      </p:sp>
      <p:sp>
        <p:nvSpPr>
          <p:cNvPr id="7" name="Rectangle 6">
            <a:extLst>
              <a:ext uri="{FF2B5EF4-FFF2-40B4-BE49-F238E27FC236}">
                <a16:creationId xmlns:a16="http://schemas.microsoft.com/office/drawing/2014/main" id="{FD1236DD-A072-4D61-BEFF-8EDEC49FF6CC}"/>
              </a:ext>
            </a:extLst>
          </p:cNvPr>
          <p:cNvSpPr/>
          <p:nvPr/>
        </p:nvSpPr>
        <p:spPr>
          <a:xfrm>
            <a:off x="1851289" y="6211670"/>
            <a:ext cx="8489422" cy="646331"/>
          </a:xfrm>
          <a:prstGeom prst="rect">
            <a:avLst/>
          </a:prstGeom>
        </p:spPr>
        <p:txBody>
          <a:bodyPr wrap="square">
            <a:spAutoFit/>
          </a:bodyPr>
          <a:lstStyle/>
          <a:p>
            <a:pPr algn="just"/>
            <a:r>
              <a:rPr lang="en-CA" dirty="0">
                <a:solidFill>
                  <a:srgbClr val="0000FF"/>
                </a:solidFill>
                <a:latin typeface="Times New Roman" panose="02020603050405020304" pitchFamily="18" charset="0"/>
                <a:ea typeface="Times New Roman" panose="02020603050405020304" pitchFamily="18" charset="0"/>
              </a:rPr>
              <a:t>Fig. 8-6   The hybrid small-signal models for (a) the common-emitter and (b) the common-collector configuration.</a:t>
            </a:r>
            <a:endParaRPr lang="en-US" dirty="0">
              <a:solidFill>
                <a:srgbClr val="0000FF"/>
              </a:solidFill>
            </a:endParaRPr>
          </a:p>
        </p:txBody>
      </p:sp>
      <p:sp>
        <p:nvSpPr>
          <p:cNvPr id="9" name="Rectangle 8">
            <a:extLst>
              <a:ext uri="{FF2B5EF4-FFF2-40B4-BE49-F238E27FC236}">
                <a16:creationId xmlns:a16="http://schemas.microsoft.com/office/drawing/2014/main" id="{348AAB10-C755-4341-BD04-8171D5140237}"/>
              </a:ext>
            </a:extLst>
          </p:cNvPr>
          <p:cNvSpPr/>
          <p:nvPr/>
        </p:nvSpPr>
        <p:spPr>
          <a:xfrm>
            <a:off x="1523998" y="2428201"/>
            <a:ext cx="8918913" cy="646331"/>
          </a:xfrm>
          <a:prstGeom prst="rect">
            <a:avLst/>
          </a:prstGeom>
        </p:spPr>
        <p:txBody>
          <a:bodyPr wrap="square">
            <a:spAutoFit/>
          </a:bodyPr>
          <a:lstStyle/>
          <a:p>
            <a:pPr marL="285750" indent="-285750" algn="just">
              <a:buFont typeface="Arial" panose="020B0604020202020204" pitchFamily="34" charset="0"/>
              <a:buChar char="•"/>
            </a:pPr>
            <a:r>
              <a:rPr lang="en-CA" spc="15" dirty="0">
                <a:solidFill>
                  <a:srgbClr val="000000"/>
                </a:solidFill>
                <a:latin typeface="Times New Roman" panose="02020603050405020304" pitchFamily="18" charset="0"/>
                <a:ea typeface="Times New Roman" panose="02020603050405020304" pitchFamily="18" charset="0"/>
              </a:rPr>
              <a:t>The circuit models and equations are valid for either an n-p-n or a </a:t>
            </a:r>
            <a:r>
              <a:rPr lang="en-CA" i="1" spc="15" dirty="0">
                <a:solidFill>
                  <a:srgbClr val="000000"/>
                </a:solidFill>
                <a:latin typeface="Times New Roman" panose="02020603050405020304" pitchFamily="18" charset="0"/>
                <a:ea typeface="Times New Roman" panose="02020603050405020304" pitchFamily="18" charset="0"/>
              </a:rPr>
              <a:t>p-n-p </a:t>
            </a:r>
            <a:r>
              <a:rPr lang="en-CA" spc="5" dirty="0">
                <a:solidFill>
                  <a:srgbClr val="000000"/>
                </a:solidFill>
                <a:latin typeface="Times New Roman" panose="02020603050405020304" pitchFamily="18" charset="0"/>
                <a:ea typeface="Times New Roman" panose="02020603050405020304" pitchFamily="18" charset="0"/>
              </a:rPr>
              <a:t>transistor and are independent of the type of load or the method of biasing.</a:t>
            </a:r>
            <a:endParaRPr lang="en-US" dirty="0"/>
          </a:p>
        </p:txBody>
      </p:sp>
      <p:sp>
        <p:nvSpPr>
          <p:cNvPr id="10" name="Content Placeholder 2">
            <a:extLst>
              <a:ext uri="{FF2B5EF4-FFF2-40B4-BE49-F238E27FC236}">
                <a16:creationId xmlns:a16="http://schemas.microsoft.com/office/drawing/2014/main" id="{D057EB67-965E-4C77-BCAC-FA167DF958E0}"/>
              </a:ext>
            </a:extLst>
          </p:cNvPr>
          <p:cNvSpPr txBox="1">
            <a:spLocks/>
          </p:cNvSpPr>
          <p:nvPr/>
        </p:nvSpPr>
        <p:spPr>
          <a:xfrm>
            <a:off x="1523998" y="0"/>
            <a:ext cx="8918917" cy="458858"/>
          </a:xfrm>
          <a:prstGeom prst="rect">
            <a:avLst/>
          </a:prstGeom>
        </p:spPr>
        <p:txBody>
          <a:bodyPr>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just">
              <a:buBlip>
                <a:blip r:embed="rId4"/>
              </a:buBlip>
            </a:pPr>
            <a:r>
              <a:rPr lang="en-US" sz="2800" b="1" dirty="0">
                <a:solidFill>
                  <a:srgbClr val="00B050"/>
                </a:solidFill>
              </a:rPr>
              <a:t>Review of hybrid models of BJT</a:t>
            </a:r>
          </a:p>
        </p:txBody>
      </p:sp>
      <p:sp>
        <p:nvSpPr>
          <p:cNvPr id="11" name="Content Placeholder 2">
            <a:extLst>
              <a:ext uri="{FF2B5EF4-FFF2-40B4-BE49-F238E27FC236}">
                <a16:creationId xmlns:a16="http://schemas.microsoft.com/office/drawing/2014/main" id="{752E92D8-A27F-4D52-9449-8BB6DF806772}"/>
              </a:ext>
            </a:extLst>
          </p:cNvPr>
          <p:cNvSpPr txBox="1">
            <a:spLocks/>
          </p:cNvSpPr>
          <p:nvPr/>
        </p:nvSpPr>
        <p:spPr>
          <a:xfrm>
            <a:off x="1524001" y="542411"/>
            <a:ext cx="8918917" cy="458858"/>
          </a:xfrm>
          <a:prstGeom prst="rect">
            <a:avLst/>
          </a:prstGeom>
        </p:spPr>
        <p:txBody>
          <a:bodyPr>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just">
              <a:buBlip>
                <a:blip r:embed="rId4"/>
              </a:buBlip>
            </a:pPr>
            <a:r>
              <a:rPr lang="en-US" sz="2400" b="1" dirty="0">
                <a:solidFill>
                  <a:srgbClr val="C00000"/>
                </a:solidFill>
                <a:effectLst>
                  <a:outerShdw blurRad="38100" dist="38100" dir="2700000" algn="tl">
                    <a:srgbClr val="000000">
                      <a:alpha val="43137"/>
                    </a:srgbClr>
                  </a:outerShdw>
                </a:effectLst>
              </a:rPr>
              <a:t>Transistor hybrid model (8/3)</a:t>
            </a:r>
          </a:p>
        </p:txBody>
      </p:sp>
      <p:graphicFrame>
        <p:nvGraphicFramePr>
          <p:cNvPr id="3" name="Object 2">
            <a:extLst>
              <a:ext uri="{FF2B5EF4-FFF2-40B4-BE49-F238E27FC236}">
                <a16:creationId xmlns:a16="http://schemas.microsoft.com/office/drawing/2014/main" id="{7CA4B1C2-AF1E-4D19-B790-FFCD7E510061}"/>
              </a:ext>
            </a:extLst>
          </p:cNvPr>
          <p:cNvGraphicFramePr>
            <a:graphicFrameLocks noChangeAspect="1"/>
          </p:cNvGraphicFramePr>
          <p:nvPr/>
        </p:nvGraphicFramePr>
        <p:xfrm>
          <a:off x="1851289" y="1939736"/>
          <a:ext cx="3510420" cy="568354"/>
        </p:xfrm>
        <a:graphic>
          <a:graphicData uri="http://schemas.openxmlformats.org/presentationml/2006/ole">
            <mc:AlternateContent xmlns:mc="http://schemas.openxmlformats.org/markup-compatibility/2006">
              <mc:Choice xmlns:v="urn:schemas-microsoft-com:vml" Requires="v">
                <p:oleObj spid="_x0000_s9218" name="Equation" r:id="rId5" imgW="1333440" imgH="215640" progId="Equation.DSMT4">
                  <p:embed/>
                </p:oleObj>
              </mc:Choice>
              <mc:Fallback>
                <p:oleObj name="Equation" r:id="rId5" imgW="1333440" imgH="215640" progId="Equation.DSMT4">
                  <p:embed/>
                  <p:pic>
                    <p:nvPicPr>
                      <p:cNvPr id="3" name="Object 2">
                        <a:extLst>
                          <a:ext uri="{FF2B5EF4-FFF2-40B4-BE49-F238E27FC236}">
                            <a16:creationId xmlns:a16="http://schemas.microsoft.com/office/drawing/2014/main" id="{7CA4B1C2-AF1E-4D19-B790-FFCD7E510061}"/>
                          </a:ext>
                        </a:extLst>
                      </p:cNvPr>
                      <p:cNvPicPr/>
                      <p:nvPr/>
                    </p:nvPicPr>
                    <p:blipFill>
                      <a:blip r:embed="rId6"/>
                      <a:stretch>
                        <a:fillRect/>
                      </a:stretch>
                    </p:blipFill>
                    <p:spPr>
                      <a:xfrm>
                        <a:off x="1851289" y="1939736"/>
                        <a:ext cx="3510420" cy="568354"/>
                      </a:xfrm>
                      <a:prstGeom prst="rect">
                        <a:avLst/>
                      </a:prstGeom>
                    </p:spPr>
                  </p:pic>
                </p:oleObj>
              </mc:Fallback>
            </mc:AlternateContent>
          </a:graphicData>
        </a:graphic>
      </p:graphicFrame>
      <mc:AlternateContent xmlns:mc="http://schemas.openxmlformats.org/markup-compatibility/2006" xmlns:p14="http://schemas.microsoft.com/office/powerpoint/2010/main">
        <mc:Choice Requires="p14">
          <p:contentPart p14:bwMode="auto" r:id="rId7">
            <p14:nvContentPartPr>
              <p14:cNvPr id="5" name="Ink 4">
                <a:extLst>
                  <a:ext uri="{FF2B5EF4-FFF2-40B4-BE49-F238E27FC236}">
                    <a16:creationId xmlns:a16="http://schemas.microsoft.com/office/drawing/2014/main" id="{805D1E08-D812-4572-80B1-9306C1DC1DEB}"/>
                  </a:ext>
                </a:extLst>
              </p14:cNvPr>
              <p14:cNvContentPartPr/>
              <p14:nvPr/>
            </p14:nvContentPartPr>
            <p14:xfrm>
              <a:off x="3368160" y="2781000"/>
              <a:ext cx="8091000" cy="2907000"/>
            </p14:xfrm>
          </p:contentPart>
        </mc:Choice>
        <mc:Fallback xmlns="">
          <p:pic>
            <p:nvPicPr>
              <p:cNvPr id="5" name="Ink 4">
                <a:extLst>
                  <a:ext uri="{FF2B5EF4-FFF2-40B4-BE49-F238E27FC236}">
                    <a16:creationId xmlns:a16="http://schemas.microsoft.com/office/drawing/2014/main" id="{805D1E08-D812-4572-80B1-9306C1DC1DEB}"/>
                  </a:ext>
                </a:extLst>
              </p:cNvPr>
              <p:cNvPicPr/>
              <p:nvPr/>
            </p:nvPicPr>
            <p:blipFill>
              <a:blip r:embed="rId8"/>
              <a:stretch>
                <a:fillRect/>
              </a:stretch>
            </p:blipFill>
            <p:spPr>
              <a:xfrm>
                <a:off x="3358800" y="2771640"/>
                <a:ext cx="8109720" cy="2925720"/>
              </a:xfrm>
              <a:prstGeom prst="rect">
                <a:avLst/>
              </a:prstGeom>
            </p:spPr>
          </p:pic>
        </mc:Fallback>
      </mc:AlternateContent>
    </p:spTree>
    <p:extLst>
      <p:ext uri="{BB962C8B-B14F-4D97-AF65-F5344CB8AC3E}">
        <p14:creationId xmlns:p14="http://schemas.microsoft.com/office/powerpoint/2010/main" val="70685957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FD1236DD-A072-4D61-BEFF-8EDEC49FF6CC}"/>
              </a:ext>
            </a:extLst>
          </p:cNvPr>
          <p:cNvSpPr/>
          <p:nvPr/>
        </p:nvSpPr>
        <p:spPr>
          <a:xfrm>
            <a:off x="1634837" y="5749022"/>
            <a:ext cx="3209925" cy="923330"/>
          </a:xfrm>
          <a:prstGeom prst="rect">
            <a:avLst/>
          </a:prstGeom>
        </p:spPr>
        <p:txBody>
          <a:bodyPr wrap="square">
            <a:spAutoFit/>
          </a:bodyPr>
          <a:lstStyle/>
          <a:p>
            <a:pPr algn="just"/>
            <a:r>
              <a:rPr lang="en-CA" dirty="0">
                <a:solidFill>
                  <a:srgbClr val="0000FF"/>
                </a:solidFill>
              </a:rPr>
              <a:t>Fig. 8-7 	Determination of </a:t>
            </a:r>
            <a:r>
              <a:rPr lang="en-CA" i="1" dirty="0" err="1">
                <a:solidFill>
                  <a:srgbClr val="0000FF"/>
                </a:solidFill>
              </a:rPr>
              <a:t>h</a:t>
            </a:r>
            <a:r>
              <a:rPr lang="en-CA" i="1" baseline="-25000" dirty="0" err="1">
                <a:solidFill>
                  <a:srgbClr val="0000FF"/>
                </a:solidFill>
              </a:rPr>
              <a:t>fe</a:t>
            </a:r>
            <a:r>
              <a:rPr lang="en-CA" dirty="0">
                <a:solidFill>
                  <a:srgbClr val="0000FF"/>
                </a:solidFill>
              </a:rPr>
              <a:t> and hie from the CE output characteristics.</a:t>
            </a:r>
            <a:endParaRPr lang="en-US" dirty="0">
              <a:solidFill>
                <a:srgbClr val="0000FF"/>
              </a:solidFill>
            </a:endParaRPr>
          </a:p>
        </p:txBody>
      </p:sp>
      <p:sp>
        <p:nvSpPr>
          <p:cNvPr id="8" name="Content Placeholder 2">
            <a:extLst>
              <a:ext uri="{FF2B5EF4-FFF2-40B4-BE49-F238E27FC236}">
                <a16:creationId xmlns:a16="http://schemas.microsoft.com/office/drawing/2014/main" id="{951CA86C-20B9-4FCE-B7AD-83AB535DF8C8}"/>
              </a:ext>
            </a:extLst>
          </p:cNvPr>
          <p:cNvSpPr txBox="1">
            <a:spLocks/>
          </p:cNvSpPr>
          <p:nvPr/>
        </p:nvSpPr>
        <p:spPr>
          <a:xfrm>
            <a:off x="1524001" y="0"/>
            <a:ext cx="8918917" cy="458858"/>
          </a:xfrm>
          <a:prstGeom prst="rect">
            <a:avLst/>
          </a:prstGeom>
        </p:spPr>
        <p:txBody>
          <a:bodyPr>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just">
              <a:buBlip>
                <a:blip r:embed="rId3"/>
              </a:buBlip>
            </a:pPr>
            <a:r>
              <a:rPr lang="en-US" sz="2400" b="1" dirty="0">
                <a:solidFill>
                  <a:srgbClr val="C00000"/>
                </a:solidFill>
                <a:effectLst>
                  <a:outerShdw blurRad="38100" dist="38100" dir="2700000" algn="tl">
                    <a:srgbClr val="000000">
                      <a:alpha val="43137"/>
                    </a:srgbClr>
                  </a:outerShdw>
                </a:effectLst>
              </a:rPr>
              <a:t>The </a:t>
            </a:r>
            <a:r>
              <a:rPr lang="en-US" sz="2400" b="1" i="1" dirty="0">
                <a:solidFill>
                  <a:srgbClr val="C00000"/>
                </a:solidFill>
                <a:effectLst>
                  <a:outerShdw blurRad="38100" dist="38100" dir="2700000" algn="tl">
                    <a:srgbClr val="000000">
                      <a:alpha val="43137"/>
                    </a:srgbClr>
                  </a:outerShdw>
                </a:effectLst>
              </a:rPr>
              <a:t>h</a:t>
            </a:r>
            <a:r>
              <a:rPr lang="en-US" sz="2400" b="1" dirty="0">
                <a:solidFill>
                  <a:srgbClr val="C00000"/>
                </a:solidFill>
                <a:effectLst>
                  <a:outerShdw blurRad="38100" dist="38100" dir="2700000" algn="tl">
                    <a:srgbClr val="000000">
                      <a:alpha val="43137"/>
                    </a:srgbClr>
                  </a:outerShdw>
                </a:effectLst>
              </a:rPr>
              <a:t> parameters (8/4)</a:t>
            </a:r>
          </a:p>
        </p:txBody>
      </p:sp>
      <p:sp>
        <p:nvSpPr>
          <p:cNvPr id="2" name="Rectangle 1">
            <a:extLst>
              <a:ext uri="{FF2B5EF4-FFF2-40B4-BE49-F238E27FC236}">
                <a16:creationId xmlns:a16="http://schemas.microsoft.com/office/drawing/2014/main" id="{60853EE5-AC2F-4B14-B11C-91FF258E3A9B}"/>
              </a:ext>
            </a:extLst>
          </p:cNvPr>
          <p:cNvSpPr/>
          <p:nvPr/>
        </p:nvSpPr>
        <p:spPr>
          <a:xfrm>
            <a:off x="1523999" y="383088"/>
            <a:ext cx="9144001" cy="1200329"/>
          </a:xfrm>
          <a:prstGeom prst="rect">
            <a:avLst/>
          </a:prstGeom>
        </p:spPr>
        <p:txBody>
          <a:bodyPr wrap="square">
            <a:spAutoFit/>
          </a:bodyPr>
          <a:lstStyle/>
          <a:p>
            <a:pPr marL="342900" marR="426720" indent="-342900" algn="just">
              <a:spcBef>
                <a:spcPts val="400"/>
              </a:spcBef>
              <a:buFont typeface="Arial" panose="020B0604020202020204" pitchFamily="34" charset="0"/>
              <a:buChar char="•"/>
            </a:pPr>
            <a:r>
              <a:rPr lang="en-CA" sz="2400" b="1" dirty="0">
                <a:solidFill>
                  <a:srgbClr val="0000FF"/>
                </a:solidFill>
                <a:latin typeface="Times New Roman" panose="02020603050405020304" pitchFamily="18" charset="0"/>
                <a:ea typeface="Times New Roman" panose="02020603050405020304" pitchFamily="18" charset="0"/>
                <a:cs typeface="Times New Roman" panose="02020603050405020304" pitchFamily="18" charset="0"/>
              </a:rPr>
              <a:t>The Parameter </a:t>
            </a:r>
            <a:r>
              <a:rPr lang="en-CA" sz="2400" b="1" i="1" dirty="0">
                <a:solidFill>
                  <a:srgbClr val="0000FF"/>
                </a:solidFill>
                <a:latin typeface="Times New Roman" panose="02020603050405020304" pitchFamily="18" charset="0"/>
                <a:ea typeface="Times New Roman" panose="02020603050405020304" pitchFamily="18" charset="0"/>
                <a:cs typeface="Times New Roman" panose="02020603050405020304" pitchFamily="18" charset="0"/>
              </a:rPr>
              <a:t>h</a:t>
            </a:r>
            <a:r>
              <a:rPr lang="en-CA" sz="2400" b="1" i="1" baseline="-25000" dirty="0">
                <a:solidFill>
                  <a:srgbClr val="0000FF"/>
                </a:solidFill>
                <a:latin typeface="Times New Roman" panose="02020603050405020304" pitchFamily="18" charset="0"/>
                <a:ea typeface="Times New Roman" panose="02020603050405020304" pitchFamily="18" charset="0"/>
                <a:cs typeface="Times New Roman" panose="02020603050405020304" pitchFamily="18" charset="0"/>
              </a:rPr>
              <a:t>fe</a:t>
            </a:r>
            <a:r>
              <a:rPr lang="en-CA" sz="2400" dirty="0">
                <a:solidFill>
                  <a:srgbClr val="0000FF"/>
                </a:solidFill>
                <a:latin typeface="Times New Roman" panose="02020603050405020304" pitchFamily="18" charset="0"/>
                <a:ea typeface="Times New Roman" panose="02020603050405020304" pitchFamily="18" charset="0"/>
                <a:cs typeface="Times New Roman" panose="02020603050405020304" pitchFamily="18" charset="0"/>
              </a:rPr>
              <a:t>: </a:t>
            </a:r>
            <a:r>
              <a:rPr lang="en-CA" sz="240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For a common-emitter connection the output characteristics </a:t>
            </a:r>
            <a:r>
              <a:rPr lang="en-CA" sz="2400" spc="1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are shown in </a:t>
            </a:r>
            <a:r>
              <a:rPr lang="en-CA" sz="2400" spc="10" dirty="0">
                <a:solidFill>
                  <a:srgbClr val="0000FF"/>
                </a:solidFill>
                <a:latin typeface="Times New Roman" panose="02020603050405020304" pitchFamily="18" charset="0"/>
                <a:ea typeface="Times New Roman" panose="02020603050405020304" pitchFamily="18" charset="0"/>
                <a:cs typeface="Times New Roman" panose="02020603050405020304" pitchFamily="18" charset="0"/>
              </a:rPr>
              <a:t>Fig. 8-7</a:t>
            </a:r>
            <a:r>
              <a:rPr lang="en-CA" sz="2400" spc="1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  From the definition of </a:t>
            </a:r>
            <a:r>
              <a:rPr lang="en-CA" sz="2400" i="1" spc="1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h</a:t>
            </a:r>
            <a:r>
              <a:rPr lang="en-CA" sz="2400" i="1" spc="10" baseline="-2500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fe</a:t>
            </a:r>
            <a:r>
              <a:rPr lang="en-CA" sz="2400" i="1" spc="1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 </a:t>
            </a:r>
            <a:r>
              <a:rPr lang="en-CA" sz="2400" spc="1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given in Eq. </a:t>
            </a:r>
            <a:r>
              <a:rPr lang="en-CA" sz="240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(8-11) and from Fig. 8-7, we have</a:t>
            </a:r>
            <a:endParaRPr lang="en-US" sz="4000" dirty="0">
              <a:latin typeface="Calibri" panose="020F0502020204030204" pitchFamily="34" charset="0"/>
              <a:ea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40E5AED2-02A3-49C4-8B94-A901626E79E1}"/>
              </a:ext>
            </a:extLst>
          </p:cNvPr>
          <p:cNvPicPr>
            <a:picLocks noChangeAspect="1"/>
          </p:cNvPicPr>
          <p:nvPr/>
        </p:nvPicPr>
        <p:blipFill>
          <a:blip r:embed="rId4"/>
          <a:stretch>
            <a:fillRect/>
          </a:stretch>
        </p:blipFill>
        <p:spPr>
          <a:xfrm>
            <a:off x="6529872" y="2292577"/>
            <a:ext cx="5126957" cy="3941914"/>
          </a:xfrm>
          <a:prstGeom prst="rect">
            <a:avLst/>
          </a:prstGeom>
        </p:spPr>
      </p:pic>
      <p:sp>
        <p:nvSpPr>
          <p:cNvPr id="9" name="Rectangle 8">
            <a:extLst>
              <a:ext uri="{FF2B5EF4-FFF2-40B4-BE49-F238E27FC236}">
                <a16:creationId xmlns:a16="http://schemas.microsoft.com/office/drawing/2014/main" id="{BC185E0B-18AD-4863-BAA8-0441BBD51090}"/>
              </a:ext>
            </a:extLst>
          </p:cNvPr>
          <p:cNvSpPr/>
          <p:nvPr/>
        </p:nvSpPr>
        <p:spPr>
          <a:xfrm>
            <a:off x="1524000" y="2292577"/>
            <a:ext cx="3726873" cy="1938992"/>
          </a:xfrm>
          <a:prstGeom prst="rect">
            <a:avLst/>
          </a:prstGeom>
        </p:spPr>
        <p:txBody>
          <a:bodyPr wrap="square">
            <a:spAutoFit/>
          </a:bodyPr>
          <a:lstStyle/>
          <a:p>
            <a:pPr marL="342900" indent="-342900" algn="just">
              <a:buFont typeface="Arial" panose="020B0604020202020204" pitchFamily="34" charset="0"/>
              <a:buChar char="•"/>
            </a:pPr>
            <a:r>
              <a:rPr lang="en-CA" sz="2000" spc="5" dirty="0">
                <a:solidFill>
                  <a:srgbClr val="000000"/>
                </a:solidFill>
                <a:latin typeface="Times New Roman" panose="02020603050405020304" pitchFamily="18" charset="0"/>
                <a:ea typeface="Times New Roman" panose="02020603050405020304" pitchFamily="18" charset="0"/>
              </a:rPr>
              <a:t>The current increments are taken around the quiescent point Q, which corre</a:t>
            </a:r>
            <a:r>
              <a:rPr lang="en-CA" sz="2000" spc="15" dirty="0">
                <a:solidFill>
                  <a:srgbClr val="000000"/>
                </a:solidFill>
                <a:latin typeface="Times New Roman" panose="02020603050405020304" pitchFamily="18" charset="0"/>
                <a:ea typeface="Times New Roman" panose="02020603050405020304" pitchFamily="18" charset="0"/>
              </a:rPr>
              <a:t>sponds to the base current </a:t>
            </a:r>
            <a:r>
              <a:rPr lang="en-CA" sz="2000" i="1" spc="15" dirty="0" err="1">
                <a:solidFill>
                  <a:srgbClr val="000000"/>
                </a:solidFill>
                <a:latin typeface="Times New Roman" panose="02020603050405020304" pitchFamily="18" charset="0"/>
                <a:ea typeface="Times New Roman" panose="02020603050405020304" pitchFamily="18" charset="0"/>
              </a:rPr>
              <a:t>i</a:t>
            </a:r>
            <a:r>
              <a:rPr lang="en-CA" sz="2000" i="1" spc="15" baseline="-25000" dirty="0" err="1">
                <a:solidFill>
                  <a:srgbClr val="000000"/>
                </a:solidFill>
                <a:latin typeface="Times New Roman" panose="02020603050405020304" pitchFamily="18" charset="0"/>
                <a:ea typeface="Times New Roman" panose="02020603050405020304" pitchFamily="18" charset="0"/>
              </a:rPr>
              <a:t>B</a:t>
            </a:r>
            <a:r>
              <a:rPr lang="en-CA" sz="2000" i="1" spc="15" dirty="0">
                <a:solidFill>
                  <a:srgbClr val="000000"/>
                </a:solidFill>
                <a:latin typeface="Times New Roman" panose="02020603050405020304" pitchFamily="18" charset="0"/>
                <a:ea typeface="Times New Roman" panose="02020603050405020304" pitchFamily="18" charset="0"/>
              </a:rPr>
              <a:t> </a:t>
            </a:r>
            <a:r>
              <a:rPr lang="en-CA" sz="2000" spc="15" dirty="0">
                <a:solidFill>
                  <a:srgbClr val="000000"/>
                </a:solidFill>
                <a:latin typeface="Times New Roman" panose="02020603050405020304" pitchFamily="18" charset="0"/>
                <a:ea typeface="Times New Roman" panose="02020603050405020304" pitchFamily="18" charset="0"/>
              </a:rPr>
              <a:t>= </a:t>
            </a:r>
            <a:r>
              <a:rPr lang="en-CA" sz="2000" i="1" spc="15" dirty="0">
                <a:solidFill>
                  <a:srgbClr val="000000"/>
                </a:solidFill>
                <a:latin typeface="Times New Roman" panose="02020603050405020304" pitchFamily="18" charset="0"/>
                <a:ea typeface="Times New Roman" panose="02020603050405020304" pitchFamily="18" charset="0"/>
              </a:rPr>
              <a:t>I</a:t>
            </a:r>
            <a:r>
              <a:rPr lang="en-CA" sz="2000" i="1" spc="15" baseline="-25000" dirty="0">
                <a:solidFill>
                  <a:srgbClr val="000000"/>
                </a:solidFill>
                <a:latin typeface="Times New Roman" panose="02020603050405020304" pitchFamily="18" charset="0"/>
                <a:ea typeface="Times New Roman" panose="02020603050405020304" pitchFamily="18" charset="0"/>
              </a:rPr>
              <a:t>B</a:t>
            </a:r>
            <a:r>
              <a:rPr lang="en-CA" sz="2000" i="1" spc="15" dirty="0">
                <a:solidFill>
                  <a:srgbClr val="000000"/>
                </a:solidFill>
                <a:latin typeface="Times New Roman" panose="02020603050405020304" pitchFamily="18" charset="0"/>
                <a:ea typeface="Times New Roman" panose="02020603050405020304" pitchFamily="18" charset="0"/>
              </a:rPr>
              <a:t> </a:t>
            </a:r>
            <a:r>
              <a:rPr lang="en-CA" sz="2000" spc="15" dirty="0">
                <a:solidFill>
                  <a:srgbClr val="000000"/>
                </a:solidFill>
                <a:latin typeface="Times New Roman" panose="02020603050405020304" pitchFamily="18" charset="0"/>
                <a:ea typeface="Times New Roman" panose="02020603050405020304" pitchFamily="18" charset="0"/>
              </a:rPr>
              <a:t>and to the collector voltage </a:t>
            </a:r>
            <a:r>
              <a:rPr lang="en-CA" sz="2000" i="1" spc="15" dirty="0" err="1">
                <a:solidFill>
                  <a:srgbClr val="000000"/>
                </a:solidFill>
                <a:latin typeface="Times New Roman" panose="02020603050405020304" pitchFamily="18" charset="0"/>
                <a:ea typeface="Times New Roman" panose="02020603050405020304" pitchFamily="18" charset="0"/>
              </a:rPr>
              <a:t>v</a:t>
            </a:r>
            <a:r>
              <a:rPr lang="en-CA" sz="2000" i="1" spc="15" baseline="-25000" dirty="0" err="1">
                <a:solidFill>
                  <a:srgbClr val="000000"/>
                </a:solidFill>
                <a:latin typeface="Times New Roman" panose="02020603050405020304" pitchFamily="18" charset="0"/>
                <a:ea typeface="Times New Roman" panose="02020603050405020304" pitchFamily="18" charset="0"/>
              </a:rPr>
              <a:t>CE</a:t>
            </a:r>
            <a:r>
              <a:rPr lang="en-CA" sz="2000" i="1" spc="15" dirty="0">
                <a:solidFill>
                  <a:srgbClr val="000000"/>
                </a:solidFill>
                <a:latin typeface="Times New Roman" panose="02020603050405020304" pitchFamily="18" charset="0"/>
                <a:ea typeface="Times New Roman" panose="02020603050405020304" pitchFamily="18" charset="0"/>
              </a:rPr>
              <a:t> </a:t>
            </a:r>
            <a:r>
              <a:rPr lang="en-CA" sz="2000" spc="15" dirty="0">
                <a:solidFill>
                  <a:srgbClr val="000000"/>
                </a:solidFill>
                <a:latin typeface="Times New Roman" panose="02020603050405020304" pitchFamily="18" charset="0"/>
                <a:ea typeface="Times New Roman" panose="02020603050405020304" pitchFamily="18" charset="0"/>
              </a:rPr>
              <a:t>= </a:t>
            </a:r>
            <a:r>
              <a:rPr lang="en-CA" sz="2000" i="1" spc="15" dirty="0">
                <a:solidFill>
                  <a:srgbClr val="000000"/>
                </a:solidFill>
                <a:latin typeface="Times New Roman" panose="02020603050405020304" pitchFamily="18" charset="0"/>
                <a:ea typeface="Times New Roman" panose="02020603050405020304" pitchFamily="18" charset="0"/>
              </a:rPr>
              <a:t>V</a:t>
            </a:r>
            <a:r>
              <a:rPr lang="en-CA" sz="2000" i="1" spc="15" baseline="-25000" dirty="0">
                <a:solidFill>
                  <a:srgbClr val="000000"/>
                </a:solidFill>
                <a:latin typeface="Times New Roman" panose="02020603050405020304" pitchFamily="18" charset="0"/>
                <a:ea typeface="Times New Roman" panose="02020603050405020304" pitchFamily="18" charset="0"/>
              </a:rPr>
              <a:t>C</a:t>
            </a:r>
            <a:r>
              <a:rPr lang="en-CA" sz="2000" i="1" spc="15" dirty="0">
                <a:solidFill>
                  <a:srgbClr val="000000"/>
                </a:solidFill>
                <a:latin typeface="Times New Roman" panose="02020603050405020304" pitchFamily="18" charset="0"/>
                <a:ea typeface="Times New Roman" panose="02020603050405020304" pitchFamily="18" charset="0"/>
              </a:rPr>
              <a:t> </a:t>
            </a:r>
            <a:r>
              <a:rPr lang="en-CA" sz="2000" dirty="0">
                <a:solidFill>
                  <a:srgbClr val="000000"/>
                </a:solidFill>
                <a:latin typeface="Times New Roman" panose="02020603050405020304" pitchFamily="18" charset="0"/>
                <a:ea typeface="Times New Roman" panose="02020603050405020304" pitchFamily="18" charset="0"/>
              </a:rPr>
              <a:t>(a vertical line in Fig. 8-7).</a:t>
            </a:r>
            <a:endParaRPr lang="en-US" sz="2000" dirty="0"/>
          </a:p>
        </p:txBody>
      </p:sp>
      <p:graphicFrame>
        <p:nvGraphicFramePr>
          <p:cNvPr id="10" name="Object 9">
            <a:extLst>
              <a:ext uri="{FF2B5EF4-FFF2-40B4-BE49-F238E27FC236}">
                <a16:creationId xmlns:a16="http://schemas.microsoft.com/office/drawing/2014/main" id="{2C06F9BB-DDB1-4D9C-BFEB-2A803FB8CA95}"/>
              </a:ext>
            </a:extLst>
          </p:cNvPr>
          <p:cNvGraphicFramePr>
            <a:graphicFrameLocks noChangeAspect="1"/>
          </p:cNvGraphicFramePr>
          <p:nvPr/>
        </p:nvGraphicFramePr>
        <p:xfrm>
          <a:off x="2029114" y="1514703"/>
          <a:ext cx="4692650" cy="777875"/>
        </p:xfrm>
        <a:graphic>
          <a:graphicData uri="http://schemas.openxmlformats.org/presentationml/2006/ole">
            <mc:AlternateContent xmlns:mc="http://schemas.openxmlformats.org/markup-compatibility/2006">
              <mc:Choice xmlns:v="urn:schemas-microsoft-com:vml" Requires="v">
                <p:oleObj spid="_x0000_s10242" name="Equation" r:id="rId5" imgW="2298600" imgH="380880" progId="Equation.DSMT4">
                  <p:embed/>
                </p:oleObj>
              </mc:Choice>
              <mc:Fallback>
                <p:oleObj name="Equation" r:id="rId5" imgW="2298600" imgH="380880" progId="Equation.DSMT4">
                  <p:embed/>
                  <p:pic>
                    <p:nvPicPr>
                      <p:cNvPr id="10" name="Object 9">
                        <a:extLst>
                          <a:ext uri="{FF2B5EF4-FFF2-40B4-BE49-F238E27FC236}">
                            <a16:creationId xmlns:a16="http://schemas.microsoft.com/office/drawing/2014/main" id="{2C06F9BB-DDB1-4D9C-BFEB-2A803FB8CA95}"/>
                          </a:ext>
                        </a:extLst>
                      </p:cNvPr>
                      <p:cNvPicPr>
                        <a:picLocks noChangeAspect="1" noChangeArrowheads="1"/>
                      </p:cNvPicPr>
                      <p:nvPr/>
                    </p:nvPicPr>
                    <p:blipFill>
                      <a:blip r:embed="rId6"/>
                      <a:srcRect/>
                      <a:stretch>
                        <a:fillRect/>
                      </a:stretch>
                    </p:blipFill>
                    <p:spPr bwMode="auto">
                      <a:xfrm>
                        <a:off x="2029114" y="1514703"/>
                        <a:ext cx="4692650" cy="777875"/>
                      </a:xfrm>
                      <a:prstGeom prst="rect">
                        <a:avLst/>
                      </a:prstGeom>
                      <a:solidFill>
                        <a:schemeClr val="bg1"/>
                      </a:solidFill>
                      <a:ln>
                        <a:noFill/>
                      </a:ln>
                    </p:spPr>
                  </p:pic>
                </p:oleObj>
              </mc:Fallback>
            </mc:AlternateContent>
          </a:graphicData>
        </a:graphic>
      </p:graphicFrame>
      <mc:AlternateContent xmlns:mc="http://schemas.openxmlformats.org/markup-compatibility/2006" xmlns:p14="http://schemas.microsoft.com/office/powerpoint/2010/main">
        <mc:Choice Requires="p14">
          <p:contentPart p14:bwMode="auto" r:id="rId7">
            <p14:nvContentPartPr>
              <p14:cNvPr id="3" name="Ink 2">
                <a:extLst>
                  <a:ext uri="{FF2B5EF4-FFF2-40B4-BE49-F238E27FC236}">
                    <a16:creationId xmlns:a16="http://schemas.microsoft.com/office/drawing/2014/main" id="{D5568C92-AED8-46C6-8205-6C7E831A73F5}"/>
                  </a:ext>
                </a:extLst>
              </p14:cNvPr>
              <p14:cNvContentPartPr/>
              <p14:nvPr/>
            </p14:nvContentPartPr>
            <p14:xfrm>
              <a:off x="4020840" y="1830960"/>
              <a:ext cx="6239880" cy="4125600"/>
            </p14:xfrm>
          </p:contentPart>
        </mc:Choice>
        <mc:Fallback xmlns="">
          <p:pic>
            <p:nvPicPr>
              <p:cNvPr id="3" name="Ink 2">
                <a:extLst>
                  <a:ext uri="{FF2B5EF4-FFF2-40B4-BE49-F238E27FC236}">
                    <a16:creationId xmlns:a16="http://schemas.microsoft.com/office/drawing/2014/main" id="{D5568C92-AED8-46C6-8205-6C7E831A73F5}"/>
                  </a:ext>
                </a:extLst>
              </p:cNvPr>
              <p:cNvPicPr/>
              <p:nvPr/>
            </p:nvPicPr>
            <p:blipFill>
              <a:blip r:embed="rId8"/>
              <a:stretch>
                <a:fillRect/>
              </a:stretch>
            </p:blipFill>
            <p:spPr>
              <a:xfrm>
                <a:off x="4011480" y="1821600"/>
                <a:ext cx="6258600" cy="414432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5" name="Ink 4">
                <a:extLst>
                  <a:ext uri="{FF2B5EF4-FFF2-40B4-BE49-F238E27FC236}">
                    <a16:creationId xmlns:a16="http://schemas.microsoft.com/office/drawing/2014/main" id="{69C509C3-9E83-40C0-84F1-4A0EEC45F79D}"/>
                  </a:ext>
                </a:extLst>
              </p14:cNvPr>
              <p14:cNvContentPartPr/>
              <p14:nvPr/>
            </p14:nvContentPartPr>
            <p14:xfrm>
              <a:off x="7141680" y="3259440"/>
              <a:ext cx="2226240" cy="3044160"/>
            </p14:xfrm>
          </p:contentPart>
        </mc:Choice>
        <mc:Fallback xmlns="">
          <p:pic>
            <p:nvPicPr>
              <p:cNvPr id="5" name="Ink 4">
                <a:extLst>
                  <a:ext uri="{FF2B5EF4-FFF2-40B4-BE49-F238E27FC236}">
                    <a16:creationId xmlns:a16="http://schemas.microsoft.com/office/drawing/2014/main" id="{69C509C3-9E83-40C0-84F1-4A0EEC45F79D}"/>
                  </a:ext>
                </a:extLst>
              </p:cNvPr>
              <p:cNvPicPr/>
              <p:nvPr/>
            </p:nvPicPr>
            <p:blipFill>
              <a:blip r:embed="rId10"/>
              <a:stretch>
                <a:fillRect/>
              </a:stretch>
            </p:blipFill>
            <p:spPr>
              <a:xfrm>
                <a:off x="7132320" y="3250080"/>
                <a:ext cx="2244960" cy="3062880"/>
              </a:xfrm>
              <a:prstGeom prst="rect">
                <a:avLst/>
              </a:prstGeom>
            </p:spPr>
          </p:pic>
        </mc:Fallback>
      </mc:AlternateContent>
    </p:spTree>
    <p:extLst>
      <p:ext uri="{BB962C8B-B14F-4D97-AF65-F5344CB8AC3E}">
        <p14:creationId xmlns:p14="http://schemas.microsoft.com/office/powerpoint/2010/main" val="388529739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FD1236DD-A072-4D61-BEFF-8EDEC49FF6CC}"/>
              </a:ext>
            </a:extLst>
          </p:cNvPr>
          <p:cNvSpPr/>
          <p:nvPr/>
        </p:nvSpPr>
        <p:spPr>
          <a:xfrm>
            <a:off x="1634837" y="5749022"/>
            <a:ext cx="3209925" cy="923330"/>
          </a:xfrm>
          <a:prstGeom prst="rect">
            <a:avLst/>
          </a:prstGeom>
        </p:spPr>
        <p:txBody>
          <a:bodyPr wrap="square">
            <a:spAutoFit/>
          </a:bodyPr>
          <a:lstStyle/>
          <a:p>
            <a:pPr algn="just"/>
            <a:r>
              <a:rPr lang="en-CA" dirty="0">
                <a:solidFill>
                  <a:srgbClr val="0000FF"/>
                </a:solidFill>
              </a:rPr>
              <a:t>Fig. 8-7 	Determination of </a:t>
            </a:r>
            <a:r>
              <a:rPr lang="en-CA" i="1" dirty="0" err="1">
                <a:solidFill>
                  <a:srgbClr val="0000FF"/>
                </a:solidFill>
              </a:rPr>
              <a:t>h</a:t>
            </a:r>
            <a:r>
              <a:rPr lang="en-CA" i="1" baseline="-25000" dirty="0" err="1">
                <a:solidFill>
                  <a:srgbClr val="0000FF"/>
                </a:solidFill>
              </a:rPr>
              <a:t>fe</a:t>
            </a:r>
            <a:r>
              <a:rPr lang="en-CA" dirty="0">
                <a:solidFill>
                  <a:srgbClr val="0000FF"/>
                </a:solidFill>
              </a:rPr>
              <a:t> and </a:t>
            </a:r>
            <a:r>
              <a:rPr lang="en-CA" i="1" dirty="0">
                <a:solidFill>
                  <a:srgbClr val="0000FF"/>
                </a:solidFill>
              </a:rPr>
              <a:t>h</a:t>
            </a:r>
            <a:r>
              <a:rPr lang="en-CA" i="1" baseline="-25000" dirty="0">
                <a:solidFill>
                  <a:srgbClr val="0000FF"/>
                </a:solidFill>
              </a:rPr>
              <a:t>oe</a:t>
            </a:r>
            <a:r>
              <a:rPr lang="en-CA" dirty="0">
                <a:solidFill>
                  <a:srgbClr val="0000FF"/>
                </a:solidFill>
              </a:rPr>
              <a:t> from the CE output characteristics.</a:t>
            </a:r>
            <a:endParaRPr lang="en-US" dirty="0">
              <a:solidFill>
                <a:srgbClr val="0000FF"/>
              </a:solidFill>
            </a:endParaRPr>
          </a:p>
        </p:txBody>
      </p:sp>
      <p:sp>
        <p:nvSpPr>
          <p:cNvPr id="8" name="Content Placeholder 2">
            <a:extLst>
              <a:ext uri="{FF2B5EF4-FFF2-40B4-BE49-F238E27FC236}">
                <a16:creationId xmlns:a16="http://schemas.microsoft.com/office/drawing/2014/main" id="{951CA86C-20B9-4FCE-B7AD-83AB535DF8C8}"/>
              </a:ext>
            </a:extLst>
          </p:cNvPr>
          <p:cNvSpPr txBox="1">
            <a:spLocks/>
          </p:cNvSpPr>
          <p:nvPr/>
        </p:nvSpPr>
        <p:spPr>
          <a:xfrm>
            <a:off x="1524001" y="0"/>
            <a:ext cx="8918917" cy="458858"/>
          </a:xfrm>
          <a:prstGeom prst="rect">
            <a:avLst/>
          </a:prstGeom>
        </p:spPr>
        <p:txBody>
          <a:bodyPr>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just">
              <a:buBlip>
                <a:blip r:embed="rId3"/>
              </a:buBlip>
            </a:pPr>
            <a:r>
              <a:rPr lang="en-US" sz="2400" b="1" dirty="0">
                <a:solidFill>
                  <a:srgbClr val="C00000"/>
                </a:solidFill>
                <a:effectLst>
                  <a:outerShdw blurRad="38100" dist="38100" dir="2700000" algn="tl">
                    <a:srgbClr val="000000">
                      <a:alpha val="43137"/>
                    </a:srgbClr>
                  </a:outerShdw>
                </a:effectLst>
              </a:rPr>
              <a:t>The </a:t>
            </a:r>
            <a:r>
              <a:rPr lang="en-US" sz="2400" b="1" i="1" dirty="0">
                <a:solidFill>
                  <a:srgbClr val="C00000"/>
                </a:solidFill>
                <a:effectLst>
                  <a:outerShdw blurRad="38100" dist="38100" dir="2700000" algn="tl">
                    <a:srgbClr val="000000">
                      <a:alpha val="43137"/>
                    </a:srgbClr>
                  </a:outerShdw>
                </a:effectLst>
              </a:rPr>
              <a:t>h</a:t>
            </a:r>
            <a:r>
              <a:rPr lang="en-US" sz="2400" b="1" dirty="0">
                <a:solidFill>
                  <a:srgbClr val="C00000"/>
                </a:solidFill>
                <a:effectLst>
                  <a:outerShdw blurRad="38100" dist="38100" dir="2700000" algn="tl">
                    <a:srgbClr val="000000">
                      <a:alpha val="43137"/>
                    </a:srgbClr>
                  </a:outerShdw>
                </a:effectLst>
              </a:rPr>
              <a:t> parameters (8/4)</a:t>
            </a:r>
          </a:p>
        </p:txBody>
      </p:sp>
      <p:pic>
        <p:nvPicPr>
          <p:cNvPr id="4" name="Picture 3">
            <a:extLst>
              <a:ext uri="{FF2B5EF4-FFF2-40B4-BE49-F238E27FC236}">
                <a16:creationId xmlns:a16="http://schemas.microsoft.com/office/drawing/2014/main" id="{40E5AED2-02A3-49C4-8B94-A901626E79E1}"/>
              </a:ext>
            </a:extLst>
          </p:cNvPr>
          <p:cNvPicPr>
            <a:picLocks noChangeAspect="1"/>
          </p:cNvPicPr>
          <p:nvPr/>
        </p:nvPicPr>
        <p:blipFill>
          <a:blip r:embed="rId4"/>
          <a:stretch>
            <a:fillRect/>
          </a:stretch>
        </p:blipFill>
        <p:spPr>
          <a:xfrm>
            <a:off x="7148623" y="2882253"/>
            <a:ext cx="4572000" cy="3515230"/>
          </a:xfrm>
          <a:prstGeom prst="rect">
            <a:avLst/>
          </a:prstGeom>
        </p:spPr>
      </p:pic>
      <p:sp>
        <p:nvSpPr>
          <p:cNvPr id="3" name="Rectangle 2">
            <a:extLst>
              <a:ext uri="{FF2B5EF4-FFF2-40B4-BE49-F238E27FC236}">
                <a16:creationId xmlns:a16="http://schemas.microsoft.com/office/drawing/2014/main" id="{C6B39CFF-F146-4E3C-AA2C-914059C4AF71}"/>
              </a:ext>
            </a:extLst>
          </p:cNvPr>
          <p:cNvSpPr/>
          <p:nvPr/>
        </p:nvSpPr>
        <p:spPr>
          <a:xfrm>
            <a:off x="1524000" y="460517"/>
            <a:ext cx="8918917" cy="461665"/>
          </a:xfrm>
          <a:prstGeom prst="rect">
            <a:avLst/>
          </a:prstGeom>
        </p:spPr>
        <p:txBody>
          <a:bodyPr wrap="square">
            <a:spAutoFit/>
          </a:bodyPr>
          <a:lstStyle/>
          <a:p>
            <a:pPr marL="285750" indent="-285750" algn="just">
              <a:buFont typeface="Arial" panose="020B0604020202020204" pitchFamily="34" charset="0"/>
              <a:buChar char="•"/>
            </a:pPr>
            <a:r>
              <a:rPr lang="en-CA" sz="2400" b="1" dirty="0">
                <a:solidFill>
                  <a:srgbClr val="0000FF"/>
                </a:solidFill>
                <a:latin typeface="Times New Roman" panose="02020603050405020304" pitchFamily="18" charset="0"/>
                <a:ea typeface="Times New Roman" panose="02020603050405020304" pitchFamily="18" charset="0"/>
                <a:cs typeface="Times New Roman" panose="02020603050405020304" pitchFamily="18" charset="0"/>
              </a:rPr>
              <a:t>The Parameter </a:t>
            </a:r>
            <a:r>
              <a:rPr lang="en-CA" sz="2400" b="1" i="1" dirty="0">
                <a:solidFill>
                  <a:srgbClr val="0000FF"/>
                </a:solidFill>
                <a:latin typeface="Times New Roman" panose="02020603050405020304" pitchFamily="18" charset="0"/>
                <a:ea typeface="Times New Roman" panose="02020603050405020304" pitchFamily="18" charset="0"/>
                <a:cs typeface="Times New Roman" panose="02020603050405020304" pitchFamily="18" charset="0"/>
              </a:rPr>
              <a:t>h</a:t>
            </a:r>
            <a:r>
              <a:rPr lang="en-CA" sz="2400" b="1" i="1" baseline="-25000" dirty="0">
                <a:solidFill>
                  <a:srgbClr val="0000FF"/>
                </a:solidFill>
                <a:latin typeface="Times New Roman" panose="02020603050405020304" pitchFamily="18" charset="0"/>
                <a:ea typeface="Times New Roman" panose="02020603050405020304" pitchFamily="18" charset="0"/>
                <a:cs typeface="Times New Roman" panose="02020603050405020304" pitchFamily="18" charset="0"/>
              </a:rPr>
              <a:t>oe </a:t>
            </a:r>
            <a:r>
              <a:rPr lang="en-CA" sz="2400" dirty="0">
                <a:solidFill>
                  <a:srgbClr val="0000FF"/>
                </a:solidFill>
                <a:latin typeface="Times New Roman" panose="02020603050405020304" pitchFamily="18" charset="0"/>
                <a:ea typeface="Times New Roman" panose="02020603050405020304" pitchFamily="18" charset="0"/>
                <a:cs typeface="Times New Roman" panose="02020603050405020304" pitchFamily="18" charset="0"/>
              </a:rPr>
              <a:t>: </a:t>
            </a:r>
            <a:r>
              <a:rPr lang="en-CA" sz="240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From Eq. (8-11)</a:t>
            </a:r>
            <a:endParaRPr lang="en-US" sz="2400" dirty="0">
              <a:solidFill>
                <a:srgbClr val="000000"/>
              </a:solidFill>
              <a:latin typeface="Times New Roman" panose="02020603050405020304" pitchFamily="18" charset="0"/>
            </a:endParaRPr>
          </a:p>
        </p:txBody>
      </p:sp>
      <p:sp>
        <p:nvSpPr>
          <p:cNvPr id="5" name="Rectangle 4">
            <a:extLst>
              <a:ext uri="{FF2B5EF4-FFF2-40B4-BE49-F238E27FC236}">
                <a16:creationId xmlns:a16="http://schemas.microsoft.com/office/drawing/2014/main" id="{318DFC36-B04D-48EC-8ABF-14C9F5C1C91C}"/>
              </a:ext>
            </a:extLst>
          </p:cNvPr>
          <p:cNvSpPr/>
          <p:nvPr/>
        </p:nvSpPr>
        <p:spPr>
          <a:xfrm>
            <a:off x="1524000" y="1797912"/>
            <a:ext cx="8918917" cy="1569660"/>
          </a:xfrm>
          <a:prstGeom prst="rect">
            <a:avLst/>
          </a:prstGeom>
        </p:spPr>
        <p:txBody>
          <a:bodyPr wrap="square">
            <a:spAutoFit/>
          </a:bodyPr>
          <a:lstStyle/>
          <a:p>
            <a:pPr marL="342900" indent="-342900" algn="just">
              <a:buFont typeface="Arial" panose="020B0604020202020204" pitchFamily="34" charset="0"/>
              <a:buChar char="•"/>
            </a:pPr>
            <a:r>
              <a:rPr lang="en-CA" sz="2400" dirty="0">
                <a:solidFill>
                  <a:srgbClr val="000000"/>
                </a:solidFill>
                <a:latin typeface="Times New Roman" panose="02020603050405020304" pitchFamily="18" charset="0"/>
                <a:ea typeface="Times New Roman" panose="02020603050405020304" pitchFamily="18" charset="0"/>
              </a:rPr>
              <a:t>The v</a:t>
            </a:r>
            <a:r>
              <a:rPr lang="en-CA" sz="2400" spc="155" dirty="0">
                <a:solidFill>
                  <a:srgbClr val="000000"/>
                </a:solidFill>
                <a:latin typeface="Times New Roman" panose="02020603050405020304" pitchFamily="18" charset="0"/>
                <a:ea typeface="Times New Roman" panose="02020603050405020304" pitchFamily="18" charset="0"/>
              </a:rPr>
              <a:t>al</a:t>
            </a:r>
            <a:r>
              <a:rPr lang="en-CA" sz="2400" dirty="0">
                <a:solidFill>
                  <a:srgbClr val="000000"/>
                </a:solidFill>
                <a:latin typeface="Times New Roman" panose="02020603050405020304" pitchFamily="18" charset="0"/>
                <a:ea typeface="Times New Roman" panose="02020603050405020304" pitchFamily="18" charset="0"/>
              </a:rPr>
              <a:t>u</a:t>
            </a:r>
            <a:r>
              <a:rPr lang="en-CA" sz="2400" spc="95" dirty="0">
                <a:solidFill>
                  <a:srgbClr val="000000"/>
                </a:solidFill>
                <a:latin typeface="Times New Roman" panose="02020603050405020304" pitchFamily="18" charset="0"/>
                <a:ea typeface="Times New Roman" panose="02020603050405020304" pitchFamily="18" charset="0"/>
              </a:rPr>
              <a:t>e of </a:t>
            </a:r>
            <a:r>
              <a:rPr lang="en-CA" sz="2400" i="1" spc="95" dirty="0">
                <a:solidFill>
                  <a:srgbClr val="000000"/>
                </a:solidFill>
                <a:latin typeface="Times New Roman" panose="02020603050405020304" pitchFamily="18" charset="0"/>
                <a:ea typeface="Times New Roman" panose="02020603050405020304" pitchFamily="18" charset="0"/>
              </a:rPr>
              <a:t>h</a:t>
            </a:r>
            <a:r>
              <a:rPr lang="en-CA" sz="2400" i="1" spc="95" baseline="-25000" dirty="0">
                <a:solidFill>
                  <a:srgbClr val="000000"/>
                </a:solidFill>
                <a:latin typeface="Times New Roman" panose="02020603050405020304" pitchFamily="18" charset="0"/>
                <a:ea typeface="Times New Roman" panose="02020603050405020304" pitchFamily="18" charset="0"/>
              </a:rPr>
              <a:t>oe</a:t>
            </a:r>
            <a:r>
              <a:rPr lang="en-CA" sz="2400" spc="95" dirty="0">
                <a:solidFill>
                  <a:srgbClr val="000000"/>
                </a:solidFill>
                <a:latin typeface="Times New Roman" panose="02020603050405020304" pitchFamily="18" charset="0"/>
                <a:ea typeface="Times New Roman" panose="02020603050405020304" pitchFamily="18" charset="0"/>
              </a:rPr>
              <a:t> at the quiescent point Q is given by the slope of the output characteristics at that point.  The slope can the evaluated by drawing the line AB in the Fig. 8-7 a tangent to the characteristic curve at the point Q. </a:t>
            </a:r>
            <a:endParaRPr lang="en-US" sz="2400" dirty="0"/>
          </a:p>
        </p:txBody>
      </p:sp>
      <p:sp>
        <p:nvSpPr>
          <p:cNvPr id="6" name="Rectangle 5">
            <a:extLst>
              <a:ext uri="{FF2B5EF4-FFF2-40B4-BE49-F238E27FC236}">
                <a16:creationId xmlns:a16="http://schemas.microsoft.com/office/drawing/2014/main" id="{30A5381D-48BA-4CC0-87D4-E8BD0AB6F68B}"/>
              </a:ext>
            </a:extLst>
          </p:cNvPr>
          <p:cNvSpPr/>
          <p:nvPr/>
        </p:nvSpPr>
        <p:spPr>
          <a:xfrm>
            <a:off x="1524000" y="3367572"/>
            <a:ext cx="4357689" cy="1938992"/>
          </a:xfrm>
          <a:prstGeom prst="rect">
            <a:avLst/>
          </a:prstGeom>
        </p:spPr>
        <p:txBody>
          <a:bodyPr wrap="square">
            <a:spAutoFit/>
          </a:bodyPr>
          <a:lstStyle/>
          <a:p>
            <a:pPr marL="285750" indent="-285750" algn="just">
              <a:buFont typeface="Arial" panose="020B0604020202020204" pitchFamily="34" charset="0"/>
              <a:buChar char="•"/>
            </a:pPr>
            <a:r>
              <a:rPr lang="en-CA" sz="2400" dirty="0">
                <a:solidFill>
                  <a:srgbClr val="000000"/>
                </a:solidFill>
                <a:latin typeface="Times New Roman" panose="02020603050405020304" pitchFamily="18" charset="0"/>
                <a:ea typeface="Times New Roman" panose="02020603050405020304" pitchFamily="18" charset="0"/>
              </a:rPr>
              <a:t>The parameters </a:t>
            </a:r>
            <a:r>
              <a:rPr lang="en-CA" sz="2400" i="1" dirty="0">
                <a:solidFill>
                  <a:srgbClr val="000000"/>
                </a:solidFill>
                <a:latin typeface="Times New Roman" panose="02020603050405020304" pitchFamily="18" charset="0"/>
                <a:ea typeface="Times New Roman" panose="02020603050405020304" pitchFamily="18" charset="0"/>
              </a:rPr>
              <a:t>h</a:t>
            </a:r>
            <a:r>
              <a:rPr lang="en-CA" sz="2400" i="1" baseline="-25000" dirty="0">
                <a:solidFill>
                  <a:srgbClr val="000000"/>
                </a:solidFill>
                <a:latin typeface="Times New Roman" panose="02020603050405020304" pitchFamily="18" charset="0"/>
                <a:ea typeface="Times New Roman" panose="02020603050405020304" pitchFamily="18" charset="0"/>
              </a:rPr>
              <a:t>ie</a:t>
            </a:r>
            <a:r>
              <a:rPr lang="en-CA" sz="2400" dirty="0">
                <a:solidFill>
                  <a:srgbClr val="000000"/>
                </a:solidFill>
                <a:latin typeface="Times New Roman" panose="02020603050405020304" pitchFamily="18" charset="0"/>
                <a:ea typeface="Times New Roman" panose="02020603050405020304" pitchFamily="18" charset="0"/>
              </a:rPr>
              <a:t> an </a:t>
            </a:r>
            <a:r>
              <a:rPr lang="en-CA" sz="2400" i="1" dirty="0" err="1">
                <a:solidFill>
                  <a:srgbClr val="000000"/>
                </a:solidFill>
                <a:latin typeface="Times New Roman" panose="02020603050405020304" pitchFamily="18" charset="0"/>
                <a:ea typeface="Times New Roman" panose="02020603050405020304" pitchFamily="18" charset="0"/>
              </a:rPr>
              <a:t>h</a:t>
            </a:r>
            <a:r>
              <a:rPr lang="en-CA" sz="2400" i="1" baseline="-25000" dirty="0" err="1">
                <a:solidFill>
                  <a:srgbClr val="000000"/>
                </a:solidFill>
                <a:latin typeface="Times New Roman" panose="02020603050405020304" pitchFamily="18" charset="0"/>
                <a:ea typeface="Times New Roman" panose="02020603050405020304" pitchFamily="18" charset="0"/>
              </a:rPr>
              <a:t>re</a:t>
            </a:r>
            <a:r>
              <a:rPr lang="en-CA" sz="2400" dirty="0">
                <a:solidFill>
                  <a:srgbClr val="000000"/>
                </a:solidFill>
                <a:latin typeface="Times New Roman" panose="02020603050405020304" pitchFamily="18" charset="0"/>
                <a:ea typeface="Times New Roman" panose="02020603050405020304" pitchFamily="18" charset="0"/>
              </a:rPr>
              <a:t> may be obtained graphically from the input CE characteristics in a manner analogous to that illustrated in Fig. 8-7. </a:t>
            </a:r>
            <a:endParaRPr lang="en-US" sz="2400" dirty="0"/>
          </a:p>
        </p:txBody>
      </p:sp>
      <p:graphicFrame>
        <p:nvGraphicFramePr>
          <p:cNvPr id="9" name="Object 8">
            <a:extLst>
              <a:ext uri="{FF2B5EF4-FFF2-40B4-BE49-F238E27FC236}">
                <a16:creationId xmlns:a16="http://schemas.microsoft.com/office/drawing/2014/main" id="{1FEA04E1-41F6-49AC-8177-01BD41644F2A}"/>
              </a:ext>
            </a:extLst>
          </p:cNvPr>
          <p:cNvGraphicFramePr>
            <a:graphicFrameLocks noChangeAspect="1"/>
          </p:cNvGraphicFramePr>
          <p:nvPr/>
        </p:nvGraphicFramePr>
        <p:xfrm>
          <a:off x="2160587" y="982199"/>
          <a:ext cx="3084513" cy="777875"/>
        </p:xfrm>
        <a:graphic>
          <a:graphicData uri="http://schemas.openxmlformats.org/presentationml/2006/ole">
            <mc:AlternateContent xmlns:mc="http://schemas.openxmlformats.org/markup-compatibility/2006">
              <mc:Choice xmlns:v="urn:schemas-microsoft-com:vml" Requires="v">
                <p:oleObj spid="_x0000_s11266" name="Equation" r:id="rId5" imgW="1511280" imgH="380880" progId="Equation.DSMT4">
                  <p:embed/>
                </p:oleObj>
              </mc:Choice>
              <mc:Fallback>
                <p:oleObj name="Equation" r:id="rId5" imgW="1511280" imgH="380880" progId="Equation.DSMT4">
                  <p:embed/>
                  <p:pic>
                    <p:nvPicPr>
                      <p:cNvPr id="9" name="Object 8">
                        <a:extLst>
                          <a:ext uri="{FF2B5EF4-FFF2-40B4-BE49-F238E27FC236}">
                            <a16:creationId xmlns:a16="http://schemas.microsoft.com/office/drawing/2014/main" id="{1FEA04E1-41F6-49AC-8177-01BD41644F2A}"/>
                          </a:ext>
                        </a:extLst>
                      </p:cNvPr>
                      <p:cNvPicPr>
                        <a:picLocks noChangeAspect="1" noChangeArrowheads="1"/>
                      </p:cNvPicPr>
                      <p:nvPr/>
                    </p:nvPicPr>
                    <p:blipFill>
                      <a:blip r:embed="rId6"/>
                      <a:srcRect/>
                      <a:stretch>
                        <a:fillRect/>
                      </a:stretch>
                    </p:blipFill>
                    <p:spPr bwMode="auto">
                      <a:xfrm>
                        <a:off x="2160587" y="982199"/>
                        <a:ext cx="3084513" cy="777875"/>
                      </a:xfrm>
                      <a:prstGeom prst="rect">
                        <a:avLst/>
                      </a:prstGeom>
                      <a:solidFill>
                        <a:schemeClr val="bg1"/>
                      </a:solidFill>
                      <a:ln>
                        <a:noFill/>
                      </a:ln>
                    </p:spPr>
                  </p:pic>
                </p:oleObj>
              </mc:Fallback>
            </mc:AlternateContent>
          </a:graphicData>
        </a:graphic>
      </p:graphicFrame>
      <p:graphicFrame>
        <p:nvGraphicFramePr>
          <p:cNvPr id="10" name="Object 9">
            <a:extLst>
              <a:ext uri="{FF2B5EF4-FFF2-40B4-BE49-F238E27FC236}">
                <a16:creationId xmlns:a16="http://schemas.microsoft.com/office/drawing/2014/main" id="{641C02C1-7E77-42D7-B37C-5D973D350292}"/>
              </a:ext>
            </a:extLst>
          </p:cNvPr>
          <p:cNvGraphicFramePr>
            <a:graphicFrameLocks noChangeAspect="1"/>
          </p:cNvGraphicFramePr>
          <p:nvPr/>
        </p:nvGraphicFramePr>
        <p:xfrm>
          <a:off x="7504114" y="507787"/>
          <a:ext cx="3163887" cy="777875"/>
        </p:xfrm>
        <a:graphic>
          <a:graphicData uri="http://schemas.openxmlformats.org/presentationml/2006/ole">
            <mc:AlternateContent xmlns:mc="http://schemas.openxmlformats.org/markup-compatibility/2006">
              <mc:Choice xmlns:v="urn:schemas-microsoft-com:vml" Requires="v">
                <p:oleObj spid="_x0000_s11267" name="Equation" r:id="rId7" imgW="1549080" imgH="380880" progId="Equation.DSMT4">
                  <p:embed/>
                </p:oleObj>
              </mc:Choice>
              <mc:Fallback>
                <p:oleObj name="Equation" r:id="rId7" imgW="1549080" imgH="380880" progId="Equation.DSMT4">
                  <p:embed/>
                  <p:pic>
                    <p:nvPicPr>
                      <p:cNvPr id="10" name="Object 9">
                        <a:extLst>
                          <a:ext uri="{FF2B5EF4-FFF2-40B4-BE49-F238E27FC236}">
                            <a16:creationId xmlns:a16="http://schemas.microsoft.com/office/drawing/2014/main" id="{641C02C1-7E77-42D7-B37C-5D973D350292}"/>
                          </a:ext>
                        </a:extLst>
                      </p:cNvPr>
                      <p:cNvPicPr>
                        <a:picLocks noChangeAspect="1" noChangeArrowheads="1"/>
                      </p:cNvPicPr>
                      <p:nvPr/>
                    </p:nvPicPr>
                    <p:blipFill>
                      <a:blip r:embed="rId8"/>
                      <a:srcRect/>
                      <a:stretch>
                        <a:fillRect/>
                      </a:stretch>
                    </p:blipFill>
                    <p:spPr bwMode="auto">
                      <a:xfrm>
                        <a:off x="7504114" y="507787"/>
                        <a:ext cx="3163887" cy="777875"/>
                      </a:xfrm>
                      <a:prstGeom prst="rect">
                        <a:avLst/>
                      </a:prstGeom>
                      <a:solidFill>
                        <a:srgbClr val="FFFF00"/>
                      </a:solidFill>
                      <a:ln>
                        <a:noFill/>
                      </a:ln>
                    </p:spPr>
                  </p:pic>
                </p:oleObj>
              </mc:Fallback>
            </mc:AlternateContent>
          </a:graphicData>
        </a:graphic>
      </p:graphicFrame>
      <mc:AlternateContent xmlns:mc="http://schemas.openxmlformats.org/markup-compatibility/2006" xmlns:p14="http://schemas.microsoft.com/office/powerpoint/2010/main">
        <mc:Choice Requires="p14">
          <p:contentPart p14:bwMode="auto" r:id="rId9">
            <p14:nvContentPartPr>
              <p14:cNvPr id="11" name="Ink 10">
                <a:extLst>
                  <a:ext uri="{FF2B5EF4-FFF2-40B4-BE49-F238E27FC236}">
                    <a16:creationId xmlns:a16="http://schemas.microsoft.com/office/drawing/2014/main" id="{79655F70-B799-4C08-8A5B-BBCB5D8444F8}"/>
                  </a:ext>
                </a:extLst>
              </p14:cNvPr>
              <p14:cNvContentPartPr/>
              <p14:nvPr/>
            </p14:nvContentPartPr>
            <p14:xfrm>
              <a:off x="3837240" y="3360960"/>
              <a:ext cx="6417000" cy="3054960"/>
            </p14:xfrm>
          </p:contentPart>
        </mc:Choice>
        <mc:Fallback xmlns="">
          <p:pic>
            <p:nvPicPr>
              <p:cNvPr id="11" name="Ink 10">
                <a:extLst>
                  <a:ext uri="{FF2B5EF4-FFF2-40B4-BE49-F238E27FC236}">
                    <a16:creationId xmlns:a16="http://schemas.microsoft.com/office/drawing/2014/main" id="{79655F70-B799-4C08-8A5B-BBCB5D8444F8}"/>
                  </a:ext>
                </a:extLst>
              </p:cNvPr>
              <p:cNvPicPr/>
              <p:nvPr/>
            </p:nvPicPr>
            <p:blipFill>
              <a:blip r:embed="rId10"/>
              <a:stretch>
                <a:fillRect/>
              </a:stretch>
            </p:blipFill>
            <p:spPr>
              <a:xfrm>
                <a:off x="3827880" y="3351600"/>
                <a:ext cx="6435720" cy="3073680"/>
              </a:xfrm>
              <a:prstGeom prst="rect">
                <a:avLst/>
              </a:prstGeom>
            </p:spPr>
          </p:pic>
        </mc:Fallback>
      </mc:AlternateContent>
    </p:spTree>
    <p:extLst>
      <p:ext uri="{BB962C8B-B14F-4D97-AF65-F5344CB8AC3E}">
        <p14:creationId xmlns:p14="http://schemas.microsoft.com/office/powerpoint/2010/main" val="202098946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ontent Placeholder 2">
            <a:extLst>
              <a:ext uri="{FF2B5EF4-FFF2-40B4-BE49-F238E27FC236}">
                <a16:creationId xmlns:a16="http://schemas.microsoft.com/office/drawing/2014/main" id="{951CA86C-20B9-4FCE-B7AD-83AB535DF8C8}"/>
              </a:ext>
            </a:extLst>
          </p:cNvPr>
          <p:cNvSpPr txBox="1">
            <a:spLocks/>
          </p:cNvSpPr>
          <p:nvPr/>
        </p:nvSpPr>
        <p:spPr>
          <a:xfrm>
            <a:off x="1524001" y="0"/>
            <a:ext cx="8918917" cy="458858"/>
          </a:xfrm>
          <a:prstGeom prst="rect">
            <a:avLst/>
          </a:prstGeom>
        </p:spPr>
        <p:txBody>
          <a:bodyPr>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just">
              <a:buBlip>
                <a:blip r:embed="rId2"/>
              </a:buBlip>
            </a:pPr>
            <a:r>
              <a:rPr lang="en-US" sz="2400" b="1" dirty="0">
                <a:solidFill>
                  <a:srgbClr val="C00000"/>
                </a:solidFill>
                <a:effectLst>
                  <a:outerShdw blurRad="38100" dist="38100" dir="2700000" algn="tl">
                    <a:srgbClr val="000000">
                      <a:alpha val="43137"/>
                    </a:srgbClr>
                  </a:outerShdw>
                </a:effectLst>
              </a:rPr>
              <a:t>The </a:t>
            </a:r>
            <a:r>
              <a:rPr lang="en-US" sz="2400" b="1" i="1" dirty="0">
                <a:solidFill>
                  <a:srgbClr val="C00000"/>
                </a:solidFill>
                <a:effectLst>
                  <a:outerShdw blurRad="38100" dist="38100" dir="2700000" algn="tl">
                    <a:srgbClr val="000000">
                      <a:alpha val="43137"/>
                    </a:srgbClr>
                  </a:outerShdw>
                </a:effectLst>
              </a:rPr>
              <a:t>h</a:t>
            </a:r>
            <a:r>
              <a:rPr lang="en-US" sz="2400" b="1" dirty="0">
                <a:solidFill>
                  <a:srgbClr val="C00000"/>
                </a:solidFill>
                <a:effectLst>
                  <a:outerShdw blurRad="38100" dist="38100" dir="2700000" algn="tl">
                    <a:srgbClr val="000000">
                      <a:alpha val="43137"/>
                    </a:srgbClr>
                  </a:outerShdw>
                </a:effectLst>
              </a:rPr>
              <a:t> parameters (8/4)</a:t>
            </a:r>
          </a:p>
        </p:txBody>
      </p:sp>
      <p:sp>
        <p:nvSpPr>
          <p:cNvPr id="3" name="Rectangle 2">
            <a:extLst>
              <a:ext uri="{FF2B5EF4-FFF2-40B4-BE49-F238E27FC236}">
                <a16:creationId xmlns:a16="http://schemas.microsoft.com/office/drawing/2014/main" id="{C6B39CFF-F146-4E3C-AA2C-914059C4AF71}"/>
              </a:ext>
            </a:extLst>
          </p:cNvPr>
          <p:cNvSpPr/>
          <p:nvPr/>
        </p:nvSpPr>
        <p:spPr>
          <a:xfrm>
            <a:off x="1524000" y="460517"/>
            <a:ext cx="8918917" cy="461665"/>
          </a:xfrm>
          <a:prstGeom prst="rect">
            <a:avLst/>
          </a:prstGeom>
        </p:spPr>
        <p:txBody>
          <a:bodyPr wrap="square">
            <a:spAutoFit/>
          </a:bodyPr>
          <a:lstStyle/>
          <a:p>
            <a:pPr marL="285750" indent="-285750" algn="just">
              <a:buFont typeface="Arial" panose="020B0604020202020204" pitchFamily="34" charset="0"/>
              <a:buChar char="•"/>
            </a:pPr>
            <a:r>
              <a:rPr lang="en-CA" sz="2400" b="1"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Hybrid-parameter Variations</a:t>
            </a:r>
            <a:r>
              <a:rPr lang="en-CA" sz="240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a:t>
            </a:r>
            <a:endParaRPr lang="en-US" sz="2400" dirty="0">
              <a:solidFill>
                <a:srgbClr val="000000"/>
              </a:solidFill>
              <a:latin typeface="Times New Roman" panose="02020603050405020304" pitchFamily="18" charset="0"/>
            </a:endParaRPr>
          </a:p>
        </p:txBody>
      </p:sp>
      <p:sp>
        <p:nvSpPr>
          <p:cNvPr id="9" name="Rectangle 8">
            <a:extLst>
              <a:ext uri="{FF2B5EF4-FFF2-40B4-BE49-F238E27FC236}">
                <a16:creationId xmlns:a16="http://schemas.microsoft.com/office/drawing/2014/main" id="{3B5E70D5-63EB-413E-8CF2-726B86817B0A}"/>
              </a:ext>
            </a:extLst>
          </p:cNvPr>
          <p:cNvSpPr/>
          <p:nvPr/>
        </p:nvSpPr>
        <p:spPr>
          <a:xfrm>
            <a:off x="1523999" y="922181"/>
            <a:ext cx="8918917" cy="4154984"/>
          </a:xfrm>
          <a:prstGeom prst="rect">
            <a:avLst/>
          </a:prstGeom>
        </p:spPr>
        <p:txBody>
          <a:bodyPr wrap="square">
            <a:spAutoFit/>
          </a:bodyPr>
          <a:lstStyle/>
          <a:p>
            <a:pPr marL="342900" indent="-342900" algn="just">
              <a:buFont typeface="Arial" panose="020B0604020202020204" pitchFamily="34" charset="0"/>
              <a:buChar char="•"/>
            </a:pPr>
            <a:r>
              <a:rPr lang="en-CA" sz="2400" dirty="0">
                <a:solidFill>
                  <a:srgbClr val="000000"/>
                </a:solidFill>
                <a:latin typeface="Times New Roman" panose="02020603050405020304" pitchFamily="18" charset="0"/>
                <a:ea typeface="Times New Roman" panose="02020603050405020304" pitchFamily="18" charset="0"/>
              </a:rPr>
              <a:t>Since the shape and actual numerical values of the characteristic curves depend on the junction temperature, the v</a:t>
            </a:r>
            <a:r>
              <a:rPr lang="en-CA" sz="2400" spc="155" dirty="0">
                <a:solidFill>
                  <a:srgbClr val="000000"/>
                </a:solidFill>
                <a:latin typeface="Times New Roman" panose="02020603050405020304" pitchFamily="18" charset="0"/>
                <a:ea typeface="Times New Roman" panose="02020603050405020304" pitchFamily="18" charset="0"/>
              </a:rPr>
              <a:t>al</a:t>
            </a:r>
            <a:r>
              <a:rPr lang="en-CA" sz="2400" dirty="0">
                <a:solidFill>
                  <a:srgbClr val="000000"/>
                </a:solidFill>
                <a:latin typeface="Times New Roman" panose="02020603050405020304" pitchFamily="18" charset="0"/>
                <a:ea typeface="Times New Roman" panose="02020603050405020304" pitchFamily="18" charset="0"/>
              </a:rPr>
              <a:t>u</a:t>
            </a:r>
            <a:r>
              <a:rPr lang="en-CA" sz="2400" spc="95" dirty="0">
                <a:solidFill>
                  <a:srgbClr val="000000"/>
                </a:solidFill>
                <a:latin typeface="Times New Roman" panose="02020603050405020304" pitchFamily="18" charset="0"/>
                <a:ea typeface="Times New Roman" panose="02020603050405020304" pitchFamily="18" charset="0"/>
              </a:rPr>
              <a:t>e of </a:t>
            </a:r>
            <a:r>
              <a:rPr lang="en-CA" sz="2400" i="1" spc="95" dirty="0">
                <a:solidFill>
                  <a:srgbClr val="000000"/>
                </a:solidFill>
                <a:latin typeface="Times New Roman" panose="02020603050405020304" pitchFamily="18" charset="0"/>
                <a:ea typeface="Times New Roman" panose="02020603050405020304" pitchFamily="18" charset="0"/>
              </a:rPr>
              <a:t>h</a:t>
            </a:r>
            <a:r>
              <a:rPr lang="en-CA" sz="2400" spc="95" dirty="0">
                <a:solidFill>
                  <a:srgbClr val="000000"/>
                </a:solidFill>
                <a:latin typeface="Times New Roman" panose="02020603050405020304" pitchFamily="18" charset="0"/>
                <a:ea typeface="Times New Roman" panose="02020603050405020304" pitchFamily="18" charset="0"/>
              </a:rPr>
              <a:t> parameters also </a:t>
            </a:r>
            <a:r>
              <a:rPr lang="en-CA" sz="2400" spc="95" dirty="0">
                <a:solidFill>
                  <a:srgbClr val="FF0000"/>
                </a:solidFill>
                <a:latin typeface="Times New Roman" panose="02020603050405020304" pitchFamily="18" charset="0"/>
                <a:ea typeface="Times New Roman" panose="02020603050405020304" pitchFamily="18" charset="0"/>
              </a:rPr>
              <a:t>depend on temperature</a:t>
            </a:r>
            <a:r>
              <a:rPr lang="en-CA" sz="2400" spc="95" dirty="0">
                <a:solidFill>
                  <a:srgbClr val="000000"/>
                </a:solidFill>
                <a:latin typeface="Times New Roman" panose="02020603050405020304" pitchFamily="18" charset="0"/>
                <a:ea typeface="Times New Roman" panose="02020603050405020304" pitchFamily="18" charset="0"/>
              </a:rPr>
              <a:t>. Therefore, the most transistor data sheets include curves of the variation of the h parameters with quiescent point and temperature as shown in </a:t>
            </a:r>
            <a:r>
              <a:rPr lang="en-CA" sz="2400" spc="95" dirty="0">
                <a:solidFill>
                  <a:srgbClr val="0000FF"/>
                </a:solidFill>
                <a:latin typeface="Times New Roman" panose="02020603050405020304" pitchFamily="18" charset="0"/>
                <a:ea typeface="Times New Roman" panose="02020603050405020304" pitchFamily="18" charset="0"/>
              </a:rPr>
              <a:t>Fig. 8-8a and b</a:t>
            </a:r>
            <a:r>
              <a:rPr lang="en-CA" sz="2400" spc="95" dirty="0">
                <a:solidFill>
                  <a:srgbClr val="000000"/>
                </a:solidFill>
                <a:latin typeface="Times New Roman" panose="02020603050405020304" pitchFamily="18" charset="0"/>
                <a:ea typeface="Times New Roman" panose="02020603050405020304" pitchFamily="18" charset="0"/>
              </a:rPr>
              <a:t>.</a:t>
            </a:r>
          </a:p>
          <a:p>
            <a:pPr marL="342900" indent="-342900" algn="just">
              <a:buFont typeface="Arial" panose="020B0604020202020204" pitchFamily="34" charset="0"/>
              <a:buChar char="•"/>
            </a:pPr>
            <a:r>
              <a:rPr lang="en-CA" sz="2400" spc="95" dirty="0">
                <a:solidFill>
                  <a:srgbClr val="000000"/>
                </a:solidFill>
                <a:latin typeface="Times New Roman" panose="02020603050405020304" pitchFamily="18" charset="0"/>
              </a:rPr>
              <a:t>These curves are plotted with respect to the values of a specific operating point, say, </a:t>
            </a:r>
            <a:r>
              <a:rPr lang="en-CA" sz="2400" spc="95" dirty="0">
                <a:solidFill>
                  <a:srgbClr val="000000"/>
                </a:solidFill>
                <a:latin typeface="Cambria Math" panose="02040503050406030204" pitchFamily="18" charset="0"/>
                <a:ea typeface="Cambria Math" panose="02040503050406030204" pitchFamily="18" charset="0"/>
              </a:rPr>
              <a:t>−</a:t>
            </a:r>
            <a:r>
              <a:rPr lang="en-CA" sz="2400" spc="95" dirty="0">
                <a:solidFill>
                  <a:srgbClr val="000000"/>
                </a:solidFill>
                <a:latin typeface="Times New Roman" panose="02020603050405020304" pitchFamily="18" charset="0"/>
              </a:rPr>
              <a:t>5V collector-to-emitter voltage and </a:t>
            </a:r>
            <a:r>
              <a:rPr lang="en-CA" sz="2400" spc="95" dirty="0">
                <a:solidFill>
                  <a:srgbClr val="000000"/>
                </a:solidFill>
                <a:latin typeface="Cambria Math" panose="02040503050406030204" pitchFamily="18" charset="0"/>
                <a:ea typeface="Cambria Math" panose="02040503050406030204" pitchFamily="18" charset="0"/>
              </a:rPr>
              <a:t>−</a:t>
            </a:r>
            <a:r>
              <a:rPr lang="en-CA" sz="2400" spc="95" dirty="0">
                <a:solidFill>
                  <a:srgbClr val="000000"/>
                </a:solidFill>
                <a:latin typeface="Times New Roman" panose="02020603050405020304" pitchFamily="18" charset="0"/>
              </a:rPr>
              <a:t>1 mA collector current. The variation in </a:t>
            </a:r>
            <a:r>
              <a:rPr lang="en-CA" sz="2400" i="1" spc="95" dirty="0">
                <a:solidFill>
                  <a:srgbClr val="000000"/>
                </a:solidFill>
                <a:latin typeface="Times New Roman" panose="02020603050405020304" pitchFamily="18" charset="0"/>
              </a:rPr>
              <a:t>h</a:t>
            </a:r>
            <a:r>
              <a:rPr lang="en-CA" sz="2400" spc="95" dirty="0">
                <a:solidFill>
                  <a:srgbClr val="000000"/>
                </a:solidFill>
                <a:latin typeface="Times New Roman" panose="02020603050405020304" pitchFamily="18" charset="0"/>
              </a:rPr>
              <a:t> parameters as shown in Fig. 8-8a is for a constant junction temperature of 25</a:t>
            </a:r>
            <a:r>
              <a:rPr lang="en-CA" sz="2400" spc="95" dirty="0">
                <a:solidFill>
                  <a:srgbClr val="000000"/>
                </a:solidFill>
                <a:latin typeface="Cambria Math" panose="02040503050406030204" pitchFamily="18" charset="0"/>
                <a:ea typeface="Cambria Math" panose="02040503050406030204" pitchFamily="18" charset="0"/>
              </a:rPr>
              <a:t>℃</a:t>
            </a:r>
            <a:r>
              <a:rPr lang="en-CA" sz="2400" spc="95" dirty="0">
                <a:solidFill>
                  <a:srgbClr val="000000"/>
                </a:solidFill>
                <a:latin typeface="Times New Roman" panose="02020603050405020304" pitchFamily="18" charset="0"/>
              </a:rPr>
              <a:t> and a frequency of 1 kHz.</a:t>
            </a:r>
            <a:endParaRPr lang="en-US" sz="2400" spc="95" dirty="0">
              <a:solidFill>
                <a:srgbClr val="000000"/>
              </a:solidFill>
              <a:latin typeface="Times New Roman" panose="02020603050405020304" pitchFamily="18" charset="0"/>
            </a:endParaRPr>
          </a:p>
        </p:txBody>
      </p:sp>
      <p:sp>
        <p:nvSpPr>
          <p:cNvPr id="2" name="Rectangle 1"/>
          <p:cNvSpPr/>
          <p:nvPr/>
        </p:nvSpPr>
        <p:spPr>
          <a:xfrm>
            <a:off x="1900517" y="5103625"/>
            <a:ext cx="8542398" cy="646331"/>
          </a:xfrm>
          <a:prstGeom prst="rect">
            <a:avLst/>
          </a:prstGeom>
        </p:spPr>
        <p:txBody>
          <a:bodyPr wrap="square">
            <a:spAutoFit/>
          </a:bodyPr>
          <a:lstStyle/>
          <a:p>
            <a:r>
              <a:rPr lang="en-US" dirty="0">
                <a:solidFill>
                  <a:srgbClr val="FF0000"/>
                </a:solidFill>
              </a:rPr>
              <a:t>The value of </a:t>
            </a:r>
            <a:r>
              <a:rPr lang="en-US" i="1" dirty="0">
                <a:solidFill>
                  <a:srgbClr val="FF0000"/>
                </a:solidFill>
              </a:rPr>
              <a:t>h</a:t>
            </a:r>
            <a:r>
              <a:rPr lang="en-US" dirty="0">
                <a:solidFill>
                  <a:srgbClr val="FF0000"/>
                </a:solidFill>
              </a:rPr>
              <a:t> parameters depends on (a) junction temperature, (b) collector current, (c) base current, </a:t>
            </a:r>
            <a:r>
              <a:rPr lang="en-US" b="1" dirty="0">
                <a:solidFill>
                  <a:srgbClr val="FF0000"/>
                </a:solidFill>
              </a:rPr>
              <a:t>(d) all of them.</a:t>
            </a:r>
          </a:p>
        </p:txBody>
      </p:sp>
    </p:spTree>
    <p:extLst>
      <p:ext uri="{BB962C8B-B14F-4D97-AF65-F5344CB8AC3E}">
        <p14:creationId xmlns:p14="http://schemas.microsoft.com/office/powerpoint/2010/main" val="403975212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ontent Placeholder 2">
            <a:extLst>
              <a:ext uri="{FF2B5EF4-FFF2-40B4-BE49-F238E27FC236}">
                <a16:creationId xmlns:a16="http://schemas.microsoft.com/office/drawing/2014/main" id="{951CA86C-20B9-4FCE-B7AD-83AB535DF8C8}"/>
              </a:ext>
            </a:extLst>
          </p:cNvPr>
          <p:cNvSpPr txBox="1">
            <a:spLocks/>
          </p:cNvSpPr>
          <p:nvPr/>
        </p:nvSpPr>
        <p:spPr>
          <a:xfrm>
            <a:off x="1523997" y="286916"/>
            <a:ext cx="8918917" cy="458858"/>
          </a:xfrm>
          <a:prstGeom prst="rect">
            <a:avLst/>
          </a:prstGeom>
        </p:spPr>
        <p:txBody>
          <a:bodyPr>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just">
              <a:buBlip>
                <a:blip r:embed="rId2"/>
              </a:buBlip>
            </a:pPr>
            <a:r>
              <a:rPr lang="en-US" sz="2000" b="1" dirty="0">
                <a:solidFill>
                  <a:srgbClr val="C00000"/>
                </a:solidFill>
                <a:effectLst>
                  <a:outerShdw blurRad="38100" dist="38100" dir="2700000" algn="tl">
                    <a:srgbClr val="000000">
                      <a:alpha val="43137"/>
                    </a:srgbClr>
                  </a:outerShdw>
                </a:effectLst>
              </a:rPr>
              <a:t>Analysis of a Transistor Amplifier Circuit using h parameters (8/6)</a:t>
            </a:r>
          </a:p>
        </p:txBody>
      </p:sp>
      <p:sp>
        <p:nvSpPr>
          <p:cNvPr id="2" name="Rectangle 1">
            <a:extLst>
              <a:ext uri="{FF2B5EF4-FFF2-40B4-BE49-F238E27FC236}">
                <a16:creationId xmlns:a16="http://schemas.microsoft.com/office/drawing/2014/main" id="{E13F0CEE-791F-4120-9D6F-D260C8AC9A17}"/>
              </a:ext>
            </a:extLst>
          </p:cNvPr>
          <p:cNvSpPr/>
          <p:nvPr/>
        </p:nvSpPr>
        <p:spPr>
          <a:xfrm>
            <a:off x="1523998" y="922181"/>
            <a:ext cx="8918916" cy="1938992"/>
          </a:xfrm>
          <a:prstGeom prst="rect">
            <a:avLst/>
          </a:prstGeom>
        </p:spPr>
        <p:txBody>
          <a:bodyPr wrap="square">
            <a:spAutoFit/>
          </a:bodyPr>
          <a:lstStyle/>
          <a:p>
            <a:pPr marL="342900" indent="-342900" algn="just">
              <a:buFont typeface="Arial" panose="020B0604020202020204" pitchFamily="34" charset="0"/>
              <a:buChar char="•"/>
            </a:pPr>
            <a:r>
              <a:rPr lang="en-CA" sz="2400" dirty="0">
                <a:latin typeface="Times New Roman" panose="02020603050405020304" pitchFamily="18" charset="0"/>
                <a:cs typeface="Times New Roman" panose="02020603050405020304" pitchFamily="18" charset="0"/>
              </a:rPr>
              <a:t>To form a transistor amplifier, it is only necessary to connect an external load and signal source as indicated in </a:t>
            </a:r>
            <a:r>
              <a:rPr lang="en-CA" sz="2400" dirty="0">
                <a:solidFill>
                  <a:srgbClr val="0000FF"/>
                </a:solidFill>
                <a:latin typeface="Times New Roman" panose="02020603050405020304" pitchFamily="18" charset="0"/>
                <a:cs typeface="Times New Roman" panose="02020603050405020304" pitchFamily="18" charset="0"/>
              </a:rPr>
              <a:t>Fig. 8-11 </a:t>
            </a:r>
            <a:r>
              <a:rPr lang="en-CA" sz="2400" dirty="0">
                <a:latin typeface="Times New Roman" panose="02020603050405020304" pitchFamily="18" charset="0"/>
                <a:cs typeface="Times New Roman" panose="02020603050405020304" pitchFamily="18" charset="0"/>
              </a:rPr>
              <a:t>and to bias the transistor properly. The two-port active network of </a:t>
            </a:r>
            <a:r>
              <a:rPr lang="en-CA" sz="2400" dirty="0">
                <a:solidFill>
                  <a:srgbClr val="0000FF"/>
                </a:solidFill>
                <a:latin typeface="Times New Roman" panose="02020603050405020304" pitchFamily="18" charset="0"/>
                <a:cs typeface="Times New Roman" panose="02020603050405020304" pitchFamily="18" charset="0"/>
              </a:rPr>
              <a:t>Fig. 8-11 </a:t>
            </a:r>
            <a:r>
              <a:rPr lang="en-CA" sz="2400" dirty="0">
                <a:latin typeface="Times New Roman" panose="02020603050405020304" pitchFamily="18" charset="0"/>
                <a:cs typeface="Times New Roman" panose="02020603050405020304" pitchFamily="18" charset="0"/>
              </a:rPr>
              <a:t>represents a transistor in any one of the three possible configurations.</a:t>
            </a:r>
            <a:endParaRPr lang="en-US" sz="3200"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3D46C467-B973-4DFC-8FDD-007D484480E5}"/>
              </a:ext>
            </a:extLst>
          </p:cNvPr>
          <p:cNvPicPr>
            <a:picLocks noChangeAspect="1"/>
          </p:cNvPicPr>
          <p:nvPr/>
        </p:nvPicPr>
        <p:blipFill>
          <a:blip r:embed="rId3"/>
          <a:stretch>
            <a:fillRect/>
          </a:stretch>
        </p:blipFill>
        <p:spPr>
          <a:xfrm>
            <a:off x="3003890" y="2906869"/>
            <a:ext cx="7439025" cy="3028950"/>
          </a:xfrm>
          <a:prstGeom prst="rect">
            <a:avLst/>
          </a:prstGeom>
        </p:spPr>
      </p:pic>
      <p:sp>
        <p:nvSpPr>
          <p:cNvPr id="7" name="Rectangle 6">
            <a:extLst>
              <a:ext uri="{FF2B5EF4-FFF2-40B4-BE49-F238E27FC236}">
                <a16:creationId xmlns:a16="http://schemas.microsoft.com/office/drawing/2014/main" id="{A79A691D-D533-430C-BB15-C82208BC9582}"/>
              </a:ext>
            </a:extLst>
          </p:cNvPr>
          <p:cNvSpPr/>
          <p:nvPr/>
        </p:nvSpPr>
        <p:spPr>
          <a:xfrm>
            <a:off x="4151279" y="6112226"/>
            <a:ext cx="4493025" cy="461665"/>
          </a:xfrm>
          <a:prstGeom prst="rect">
            <a:avLst/>
          </a:prstGeom>
        </p:spPr>
        <p:txBody>
          <a:bodyPr wrap="none">
            <a:spAutoFit/>
          </a:bodyPr>
          <a:lstStyle/>
          <a:p>
            <a:r>
              <a:rPr lang="en-CA" sz="2400" dirty="0">
                <a:solidFill>
                  <a:srgbClr val="0000FF"/>
                </a:solidFill>
                <a:latin typeface="Times New Roman" panose="02020603050405020304" pitchFamily="18" charset="0"/>
                <a:cs typeface="Times New Roman" panose="02020603050405020304" pitchFamily="18" charset="0"/>
              </a:rPr>
              <a:t>Fig. 8-11  A basic amplifier circuit.</a:t>
            </a:r>
            <a:endParaRPr lang="en-US" sz="2400" dirty="0"/>
          </a:p>
        </p:txBody>
      </p:sp>
      <mc:AlternateContent xmlns:mc="http://schemas.openxmlformats.org/markup-compatibility/2006" xmlns:p14="http://schemas.microsoft.com/office/powerpoint/2010/main">
        <mc:Choice Requires="p14">
          <p:contentPart p14:bwMode="auto" r:id="rId4">
            <p14:nvContentPartPr>
              <p14:cNvPr id="3" name="Ink 2">
                <a:extLst>
                  <a:ext uri="{FF2B5EF4-FFF2-40B4-BE49-F238E27FC236}">
                    <a16:creationId xmlns:a16="http://schemas.microsoft.com/office/drawing/2014/main" id="{B54F3DA4-3003-4B24-9C43-626E8C72E6CF}"/>
                  </a:ext>
                </a:extLst>
              </p14:cNvPr>
              <p14:cNvContentPartPr/>
              <p14:nvPr/>
            </p14:nvContentPartPr>
            <p14:xfrm>
              <a:off x="162000" y="3151800"/>
              <a:ext cx="10266120" cy="2691360"/>
            </p14:xfrm>
          </p:contentPart>
        </mc:Choice>
        <mc:Fallback xmlns="">
          <p:pic>
            <p:nvPicPr>
              <p:cNvPr id="3" name="Ink 2">
                <a:extLst>
                  <a:ext uri="{FF2B5EF4-FFF2-40B4-BE49-F238E27FC236}">
                    <a16:creationId xmlns:a16="http://schemas.microsoft.com/office/drawing/2014/main" id="{B54F3DA4-3003-4B24-9C43-626E8C72E6CF}"/>
                  </a:ext>
                </a:extLst>
              </p:cNvPr>
              <p:cNvPicPr/>
              <p:nvPr/>
            </p:nvPicPr>
            <p:blipFill>
              <a:blip r:embed="rId5"/>
              <a:stretch>
                <a:fillRect/>
              </a:stretch>
            </p:blipFill>
            <p:spPr>
              <a:xfrm>
                <a:off x="152640" y="3142440"/>
                <a:ext cx="10284840" cy="2710080"/>
              </a:xfrm>
              <a:prstGeom prst="rect">
                <a:avLst/>
              </a:prstGeom>
            </p:spPr>
          </p:pic>
        </mc:Fallback>
      </mc:AlternateContent>
    </p:spTree>
    <p:extLst>
      <p:ext uri="{BB962C8B-B14F-4D97-AF65-F5344CB8AC3E}">
        <p14:creationId xmlns:p14="http://schemas.microsoft.com/office/powerpoint/2010/main" val="3574412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ontent Placeholder 2">
            <a:extLst>
              <a:ext uri="{FF2B5EF4-FFF2-40B4-BE49-F238E27FC236}">
                <a16:creationId xmlns:a16="http://schemas.microsoft.com/office/drawing/2014/main" id="{951CA86C-20B9-4FCE-B7AD-83AB535DF8C8}"/>
              </a:ext>
            </a:extLst>
          </p:cNvPr>
          <p:cNvSpPr txBox="1">
            <a:spLocks/>
          </p:cNvSpPr>
          <p:nvPr/>
        </p:nvSpPr>
        <p:spPr>
          <a:xfrm>
            <a:off x="1524001" y="0"/>
            <a:ext cx="8918917" cy="458858"/>
          </a:xfrm>
          <a:prstGeom prst="rect">
            <a:avLst/>
          </a:prstGeom>
        </p:spPr>
        <p:txBody>
          <a:bodyPr>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just">
              <a:buBlip>
                <a:blip r:embed="rId2"/>
              </a:buBlip>
            </a:pPr>
            <a:r>
              <a:rPr lang="en-US" sz="2000" b="1" dirty="0">
                <a:solidFill>
                  <a:srgbClr val="C00000"/>
                </a:solidFill>
                <a:effectLst>
                  <a:outerShdw blurRad="38100" dist="38100" dir="2700000" algn="tl">
                    <a:srgbClr val="000000">
                      <a:alpha val="43137"/>
                    </a:srgbClr>
                  </a:outerShdw>
                </a:effectLst>
              </a:rPr>
              <a:t>Analysis of a Transistor Amplifier Circuit using h parameters (8/6)</a:t>
            </a:r>
          </a:p>
        </p:txBody>
      </p:sp>
      <p:sp>
        <p:nvSpPr>
          <p:cNvPr id="10" name="Rectangle 9">
            <a:extLst>
              <a:ext uri="{FF2B5EF4-FFF2-40B4-BE49-F238E27FC236}">
                <a16:creationId xmlns:a16="http://schemas.microsoft.com/office/drawing/2014/main" id="{417733D8-4170-4A49-939B-EED1BFA373DB}"/>
              </a:ext>
            </a:extLst>
          </p:cNvPr>
          <p:cNvSpPr/>
          <p:nvPr/>
        </p:nvSpPr>
        <p:spPr>
          <a:xfrm>
            <a:off x="1524000" y="458858"/>
            <a:ext cx="8918917" cy="1569660"/>
          </a:xfrm>
          <a:prstGeom prst="rect">
            <a:avLst/>
          </a:prstGeom>
        </p:spPr>
        <p:txBody>
          <a:bodyPr wrap="square">
            <a:spAutoFit/>
          </a:bodyPr>
          <a:lstStyle/>
          <a:p>
            <a:pPr marL="342900" indent="-342900" algn="just">
              <a:buFont typeface="Arial" panose="020B0604020202020204" pitchFamily="34" charset="0"/>
              <a:buChar char="•"/>
            </a:pPr>
            <a:r>
              <a:rPr lang="en-CA" sz="2400" spc="5" dirty="0">
                <a:solidFill>
                  <a:srgbClr val="000000"/>
                </a:solidFill>
                <a:latin typeface="Times New Roman" panose="02020603050405020304" pitchFamily="18" charset="0"/>
                <a:ea typeface="Times New Roman" panose="02020603050405020304" pitchFamily="18" charset="0"/>
              </a:rPr>
              <a:t>In </a:t>
            </a:r>
            <a:r>
              <a:rPr lang="en-CA" sz="2400" spc="5" dirty="0">
                <a:solidFill>
                  <a:srgbClr val="0000FF"/>
                </a:solidFill>
                <a:latin typeface="Times New Roman" panose="02020603050405020304" pitchFamily="18" charset="0"/>
                <a:ea typeface="Times New Roman" panose="02020603050405020304" pitchFamily="18" charset="0"/>
              </a:rPr>
              <a:t>Fig. 8-12 </a:t>
            </a:r>
            <a:r>
              <a:rPr lang="en-CA" sz="2400" spc="5" dirty="0">
                <a:solidFill>
                  <a:srgbClr val="000000"/>
                </a:solidFill>
                <a:latin typeface="Times New Roman" panose="02020603050405020304" pitchFamily="18" charset="0"/>
                <a:ea typeface="Times New Roman" panose="02020603050405020304" pitchFamily="18" charset="0"/>
              </a:rPr>
              <a:t>we treat the general case </a:t>
            </a:r>
            <a:r>
              <a:rPr lang="en-CA" sz="2400" spc="10" dirty="0">
                <a:solidFill>
                  <a:srgbClr val="000000"/>
                </a:solidFill>
                <a:latin typeface="Times New Roman" panose="02020603050405020304" pitchFamily="18" charset="0"/>
                <a:ea typeface="Times New Roman" panose="02020603050405020304" pitchFamily="18" charset="0"/>
              </a:rPr>
              <a:t>(connection not specified) by replacing the transistor with its small-signal hybrid model. The circuit used in </a:t>
            </a:r>
            <a:r>
              <a:rPr lang="en-CA" sz="2400" spc="10" dirty="0">
                <a:solidFill>
                  <a:srgbClr val="0000FF"/>
                </a:solidFill>
                <a:latin typeface="Times New Roman" panose="02020603050405020304" pitchFamily="18" charset="0"/>
                <a:ea typeface="Times New Roman" panose="02020603050405020304" pitchFamily="18" charset="0"/>
              </a:rPr>
              <a:t>Fig. 8-12 </a:t>
            </a:r>
            <a:r>
              <a:rPr lang="en-CA" sz="2400" spc="10" dirty="0">
                <a:solidFill>
                  <a:srgbClr val="000000"/>
                </a:solidFill>
                <a:latin typeface="Times New Roman" panose="02020603050405020304" pitchFamily="18" charset="0"/>
                <a:ea typeface="Times New Roman" panose="02020603050405020304" pitchFamily="18" charset="0"/>
              </a:rPr>
              <a:t>is valid for any type of load, whether it be a pure resistance, an impedance, or another transistor.</a:t>
            </a:r>
            <a:endParaRPr lang="en-US" sz="2400" dirty="0"/>
          </a:p>
        </p:txBody>
      </p:sp>
      <p:pic>
        <p:nvPicPr>
          <p:cNvPr id="3" name="Picture 2">
            <a:extLst>
              <a:ext uri="{FF2B5EF4-FFF2-40B4-BE49-F238E27FC236}">
                <a16:creationId xmlns:a16="http://schemas.microsoft.com/office/drawing/2014/main" id="{698EDDB4-C884-47AA-B234-DEE6537D164B}"/>
              </a:ext>
            </a:extLst>
          </p:cNvPr>
          <p:cNvPicPr>
            <a:picLocks noChangeAspect="1"/>
          </p:cNvPicPr>
          <p:nvPr/>
        </p:nvPicPr>
        <p:blipFill>
          <a:blip r:embed="rId3"/>
          <a:stretch>
            <a:fillRect/>
          </a:stretch>
        </p:blipFill>
        <p:spPr>
          <a:xfrm>
            <a:off x="2600325" y="2028519"/>
            <a:ext cx="7610475" cy="2867025"/>
          </a:xfrm>
          <a:prstGeom prst="rect">
            <a:avLst/>
          </a:prstGeom>
        </p:spPr>
      </p:pic>
      <p:sp>
        <p:nvSpPr>
          <p:cNvPr id="5" name="Rectangle 4">
            <a:extLst>
              <a:ext uri="{FF2B5EF4-FFF2-40B4-BE49-F238E27FC236}">
                <a16:creationId xmlns:a16="http://schemas.microsoft.com/office/drawing/2014/main" id="{C32D7F8F-EAAE-46E2-BD53-018242B270C3}"/>
              </a:ext>
            </a:extLst>
          </p:cNvPr>
          <p:cNvSpPr/>
          <p:nvPr/>
        </p:nvSpPr>
        <p:spPr>
          <a:xfrm>
            <a:off x="1981200" y="4895544"/>
            <a:ext cx="8461716" cy="830997"/>
          </a:xfrm>
          <a:prstGeom prst="rect">
            <a:avLst/>
          </a:prstGeom>
        </p:spPr>
        <p:txBody>
          <a:bodyPr wrap="square">
            <a:spAutoFit/>
          </a:bodyPr>
          <a:lstStyle/>
          <a:p>
            <a:pPr algn="just"/>
            <a:r>
              <a:rPr lang="en-CA" sz="2400" dirty="0">
                <a:solidFill>
                  <a:srgbClr val="0000FF"/>
                </a:solidFill>
                <a:latin typeface="Times New Roman" panose="02020603050405020304" pitchFamily="18" charset="0"/>
                <a:cs typeface="Times New Roman" panose="02020603050405020304" pitchFamily="18" charset="0"/>
              </a:rPr>
              <a:t>Fig. 8-12  The transistor in Fig. 8-11 is replaced by its h-parameter model.</a:t>
            </a:r>
            <a:endParaRPr lang="en-US" sz="2400" dirty="0">
              <a:solidFill>
                <a:srgbClr val="0000FF"/>
              </a:solidFill>
              <a:latin typeface="Times New Roman" panose="02020603050405020304" pitchFamily="18" charset="0"/>
              <a:cs typeface="Times New Roman" panose="02020603050405020304" pitchFamily="18" charset="0"/>
            </a:endParaRPr>
          </a:p>
        </p:txBody>
      </p:sp>
      <p:sp>
        <p:nvSpPr>
          <p:cNvPr id="2" name="Rectangle 1"/>
          <p:cNvSpPr/>
          <p:nvPr/>
        </p:nvSpPr>
        <p:spPr>
          <a:xfrm>
            <a:off x="1806389" y="5893406"/>
            <a:ext cx="8636529" cy="646331"/>
          </a:xfrm>
          <a:prstGeom prst="rect">
            <a:avLst/>
          </a:prstGeom>
        </p:spPr>
        <p:txBody>
          <a:bodyPr wrap="square">
            <a:spAutoFit/>
          </a:bodyPr>
          <a:lstStyle/>
          <a:p>
            <a:pPr algn="just"/>
            <a:r>
              <a:rPr lang="en-CA" dirty="0">
                <a:solidFill>
                  <a:srgbClr val="FF0000"/>
                </a:solidFill>
              </a:rPr>
              <a:t>Draw small-signal hybrid model of a BJT independent of specific configuration indicating its voltage, current, impedance/resistance and </a:t>
            </a:r>
            <a:r>
              <a:rPr lang="en-CA" i="1" dirty="0">
                <a:solidFill>
                  <a:srgbClr val="FF0000"/>
                </a:solidFill>
              </a:rPr>
              <a:t>h</a:t>
            </a:r>
            <a:r>
              <a:rPr lang="en-CA" dirty="0">
                <a:solidFill>
                  <a:srgbClr val="FF0000"/>
                </a:solidFill>
              </a:rPr>
              <a:t> parameters</a:t>
            </a:r>
            <a:r>
              <a:rPr lang="en-CA" spc="10" dirty="0">
                <a:solidFill>
                  <a:srgbClr val="FF0000"/>
                </a:solidFill>
                <a:latin typeface="Times New Roman" panose="02020603050405020304" pitchFamily="18" charset="0"/>
                <a:ea typeface="Times New Roman" panose="02020603050405020304" pitchFamily="18" charset="0"/>
              </a:rPr>
              <a:t>.</a:t>
            </a:r>
            <a:endParaRPr lang="en-US" dirty="0">
              <a:solidFill>
                <a:srgbClr val="FF0000"/>
              </a:solidFill>
            </a:endParaRPr>
          </a:p>
        </p:txBody>
      </p:sp>
      <mc:AlternateContent xmlns:mc="http://schemas.openxmlformats.org/markup-compatibility/2006" xmlns:p14="http://schemas.microsoft.com/office/powerpoint/2010/main">
        <mc:Choice Requires="p14">
          <p:contentPart p14:bwMode="auto" r:id="rId4">
            <p14:nvContentPartPr>
              <p14:cNvPr id="4" name="Ink 3">
                <a:extLst>
                  <a:ext uri="{FF2B5EF4-FFF2-40B4-BE49-F238E27FC236}">
                    <a16:creationId xmlns:a16="http://schemas.microsoft.com/office/drawing/2014/main" id="{4C9E1C6E-B60A-4AF2-99FF-33E20FE24DD2}"/>
                  </a:ext>
                </a:extLst>
              </p14:cNvPr>
              <p14:cNvContentPartPr/>
              <p14:nvPr/>
            </p14:nvContentPartPr>
            <p14:xfrm>
              <a:off x="3960" y="1943280"/>
              <a:ext cx="11988360" cy="4332960"/>
            </p14:xfrm>
          </p:contentPart>
        </mc:Choice>
        <mc:Fallback xmlns="">
          <p:pic>
            <p:nvPicPr>
              <p:cNvPr id="4" name="Ink 3">
                <a:extLst>
                  <a:ext uri="{FF2B5EF4-FFF2-40B4-BE49-F238E27FC236}">
                    <a16:creationId xmlns:a16="http://schemas.microsoft.com/office/drawing/2014/main" id="{4C9E1C6E-B60A-4AF2-99FF-33E20FE24DD2}"/>
                  </a:ext>
                </a:extLst>
              </p:cNvPr>
              <p:cNvPicPr/>
              <p:nvPr/>
            </p:nvPicPr>
            <p:blipFill>
              <a:blip r:embed="rId5"/>
              <a:stretch>
                <a:fillRect/>
              </a:stretch>
            </p:blipFill>
            <p:spPr>
              <a:xfrm>
                <a:off x="-5400" y="1933920"/>
                <a:ext cx="12007080" cy="4351680"/>
              </a:xfrm>
              <a:prstGeom prst="rect">
                <a:avLst/>
              </a:prstGeom>
            </p:spPr>
          </p:pic>
        </mc:Fallback>
      </mc:AlternateContent>
    </p:spTree>
    <p:extLst>
      <p:ext uri="{BB962C8B-B14F-4D97-AF65-F5344CB8AC3E}">
        <p14:creationId xmlns:p14="http://schemas.microsoft.com/office/powerpoint/2010/main" val="338446216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ontent Placeholder 2">
            <a:extLst>
              <a:ext uri="{FF2B5EF4-FFF2-40B4-BE49-F238E27FC236}">
                <a16:creationId xmlns:a16="http://schemas.microsoft.com/office/drawing/2014/main" id="{951CA86C-20B9-4FCE-B7AD-83AB535DF8C8}"/>
              </a:ext>
            </a:extLst>
          </p:cNvPr>
          <p:cNvSpPr txBox="1">
            <a:spLocks/>
          </p:cNvSpPr>
          <p:nvPr/>
        </p:nvSpPr>
        <p:spPr>
          <a:xfrm>
            <a:off x="1524001" y="0"/>
            <a:ext cx="8918917" cy="458858"/>
          </a:xfrm>
          <a:prstGeom prst="rect">
            <a:avLst/>
          </a:prstGeom>
        </p:spPr>
        <p:txBody>
          <a:bodyPr>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just">
              <a:buBlip>
                <a:blip r:embed="rId3"/>
              </a:buBlip>
            </a:pPr>
            <a:r>
              <a:rPr lang="en-US" sz="2000" b="1" dirty="0">
                <a:solidFill>
                  <a:srgbClr val="C00000"/>
                </a:solidFill>
                <a:effectLst>
                  <a:outerShdw blurRad="38100" dist="38100" dir="2700000" algn="tl">
                    <a:srgbClr val="000000">
                      <a:alpha val="43137"/>
                    </a:srgbClr>
                  </a:outerShdw>
                </a:effectLst>
              </a:rPr>
              <a:t>Analysis of a Transistor Amplifier Circuit using h parameters (8/6)</a:t>
            </a:r>
          </a:p>
        </p:txBody>
      </p:sp>
      <p:sp>
        <p:nvSpPr>
          <p:cNvPr id="10" name="Rectangle 9">
            <a:extLst>
              <a:ext uri="{FF2B5EF4-FFF2-40B4-BE49-F238E27FC236}">
                <a16:creationId xmlns:a16="http://schemas.microsoft.com/office/drawing/2014/main" id="{417733D8-4170-4A49-939B-EED1BFA373DB}"/>
              </a:ext>
            </a:extLst>
          </p:cNvPr>
          <p:cNvSpPr/>
          <p:nvPr/>
        </p:nvSpPr>
        <p:spPr>
          <a:xfrm>
            <a:off x="1524000" y="458858"/>
            <a:ext cx="8918917" cy="707886"/>
          </a:xfrm>
          <a:prstGeom prst="rect">
            <a:avLst/>
          </a:prstGeom>
        </p:spPr>
        <p:txBody>
          <a:bodyPr wrap="square">
            <a:spAutoFit/>
          </a:bodyPr>
          <a:lstStyle/>
          <a:p>
            <a:pPr marL="342900" indent="-342900" algn="just">
              <a:buFont typeface="Arial" panose="020B0604020202020204" pitchFamily="34" charset="0"/>
              <a:buChar char="•"/>
            </a:pPr>
            <a:r>
              <a:rPr lang="en-CA" sz="2000" spc="5" dirty="0">
                <a:solidFill>
                  <a:srgbClr val="000000"/>
                </a:solidFill>
                <a:latin typeface="Times New Roman" panose="02020603050405020304" pitchFamily="18" charset="0"/>
                <a:ea typeface="Times New Roman" panose="02020603050405020304" pitchFamily="18" charset="0"/>
              </a:rPr>
              <a:t>Now we proceed to analyze the circuit in </a:t>
            </a:r>
            <a:r>
              <a:rPr lang="en-CA" sz="2000" spc="5" dirty="0">
                <a:solidFill>
                  <a:srgbClr val="0000FF"/>
                </a:solidFill>
                <a:latin typeface="Times New Roman" panose="02020603050405020304" pitchFamily="18" charset="0"/>
                <a:ea typeface="Times New Roman" panose="02020603050405020304" pitchFamily="18" charset="0"/>
              </a:rPr>
              <a:t>Fig. 8-12</a:t>
            </a:r>
            <a:r>
              <a:rPr lang="en-CA" sz="2000" spc="10" dirty="0">
                <a:solidFill>
                  <a:srgbClr val="000000"/>
                </a:solidFill>
                <a:latin typeface="Times New Roman" panose="02020603050405020304" pitchFamily="18" charset="0"/>
                <a:ea typeface="Times New Roman" panose="02020603050405020304" pitchFamily="18" charset="0"/>
              </a:rPr>
              <a:t>. The quantities of interest are the current gain, the input impedance, the voltage gain and the output impedance.</a:t>
            </a:r>
            <a:endParaRPr lang="en-US" sz="2000" dirty="0"/>
          </a:p>
        </p:txBody>
      </p:sp>
      <p:sp>
        <p:nvSpPr>
          <p:cNvPr id="2" name="Rectangle 1">
            <a:extLst>
              <a:ext uri="{FF2B5EF4-FFF2-40B4-BE49-F238E27FC236}">
                <a16:creationId xmlns:a16="http://schemas.microsoft.com/office/drawing/2014/main" id="{DFAC7A7A-7A96-4D3C-94A0-ECF0AF5E36B1}"/>
              </a:ext>
            </a:extLst>
          </p:cNvPr>
          <p:cNvSpPr/>
          <p:nvPr/>
        </p:nvSpPr>
        <p:spPr>
          <a:xfrm>
            <a:off x="1523999" y="1154293"/>
            <a:ext cx="8918917" cy="707886"/>
          </a:xfrm>
          <a:prstGeom prst="rect">
            <a:avLst/>
          </a:prstGeom>
        </p:spPr>
        <p:txBody>
          <a:bodyPr wrap="square">
            <a:spAutoFit/>
          </a:bodyPr>
          <a:lstStyle/>
          <a:p>
            <a:pPr marL="342900" indent="-342900">
              <a:buFont typeface="Arial" panose="020B0604020202020204" pitchFamily="34" charset="0"/>
              <a:buChar char="•"/>
            </a:pPr>
            <a:r>
              <a:rPr lang="en-CA" sz="2000" spc="10" dirty="0">
                <a:solidFill>
                  <a:srgbClr val="0000FF"/>
                </a:solidFill>
                <a:latin typeface="Times New Roman" panose="02020603050405020304" pitchFamily="18" charset="0"/>
                <a:ea typeface="Times New Roman" panose="02020603050405020304" pitchFamily="18" charset="0"/>
              </a:rPr>
              <a:t>The Current Gain, or Current Amplification, </a:t>
            </a:r>
            <a:r>
              <a:rPr lang="en-CA" sz="2000" i="1" spc="10" dirty="0">
                <a:solidFill>
                  <a:srgbClr val="0000FF"/>
                </a:solidFill>
                <a:latin typeface="Times New Roman" panose="02020603050405020304" pitchFamily="18" charset="0"/>
                <a:ea typeface="Times New Roman" panose="02020603050405020304" pitchFamily="18" charset="0"/>
              </a:rPr>
              <a:t>A</a:t>
            </a:r>
            <a:r>
              <a:rPr lang="en-CA" sz="2000" i="1" spc="10" baseline="-25000" dirty="0">
                <a:solidFill>
                  <a:srgbClr val="0000FF"/>
                </a:solidFill>
                <a:latin typeface="Times New Roman" panose="02020603050405020304" pitchFamily="18" charset="0"/>
                <a:ea typeface="Times New Roman" panose="02020603050405020304" pitchFamily="18" charset="0"/>
              </a:rPr>
              <a:t>I</a:t>
            </a:r>
            <a:r>
              <a:rPr lang="en-CA" sz="2000" dirty="0"/>
              <a:t> is defined as</a:t>
            </a:r>
            <a:r>
              <a:rPr lang="en-CA" sz="2000" spc="10" dirty="0">
                <a:solidFill>
                  <a:srgbClr val="0000FF"/>
                </a:solidFill>
                <a:latin typeface="Times New Roman" panose="02020603050405020304" pitchFamily="18" charset="0"/>
                <a:ea typeface="Times New Roman" panose="02020603050405020304" pitchFamily="18" charset="0"/>
              </a:rPr>
              <a:t> </a:t>
            </a:r>
            <a:r>
              <a:rPr lang="en-CA" sz="2000" dirty="0"/>
              <a:t>the ratio of output to input currents, or</a:t>
            </a:r>
            <a:endParaRPr lang="en-US" sz="2000" dirty="0"/>
          </a:p>
        </p:txBody>
      </p:sp>
      <p:graphicFrame>
        <p:nvGraphicFramePr>
          <p:cNvPr id="4" name="Object 3">
            <a:extLst>
              <a:ext uri="{FF2B5EF4-FFF2-40B4-BE49-F238E27FC236}">
                <a16:creationId xmlns:a16="http://schemas.microsoft.com/office/drawing/2014/main" id="{2C3079C3-6899-499A-A3BD-80B140E97D17}"/>
              </a:ext>
            </a:extLst>
          </p:cNvPr>
          <p:cNvGraphicFramePr>
            <a:graphicFrameLocks noChangeAspect="1"/>
          </p:cNvGraphicFramePr>
          <p:nvPr/>
        </p:nvGraphicFramePr>
        <p:xfrm>
          <a:off x="5250473" y="2129911"/>
          <a:ext cx="3965575" cy="479425"/>
        </p:xfrm>
        <a:graphic>
          <a:graphicData uri="http://schemas.openxmlformats.org/presentationml/2006/ole">
            <mc:AlternateContent xmlns:mc="http://schemas.openxmlformats.org/markup-compatibility/2006">
              <mc:Choice xmlns:v="urn:schemas-microsoft-com:vml" Requires="v">
                <p:oleObj spid="_x0000_s12290" name="Equation" r:id="rId4" imgW="1892160" imgH="228600" progId="Equation.DSMT4">
                  <p:embed/>
                </p:oleObj>
              </mc:Choice>
              <mc:Fallback>
                <p:oleObj name="Equation" r:id="rId4" imgW="1892160" imgH="228600" progId="Equation.DSMT4">
                  <p:embed/>
                  <p:pic>
                    <p:nvPicPr>
                      <p:cNvPr id="4" name="Object 3">
                        <a:extLst>
                          <a:ext uri="{FF2B5EF4-FFF2-40B4-BE49-F238E27FC236}">
                            <a16:creationId xmlns:a16="http://schemas.microsoft.com/office/drawing/2014/main" id="{2C3079C3-6899-499A-A3BD-80B140E97D17}"/>
                          </a:ext>
                        </a:extLst>
                      </p:cNvPr>
                      <p:cNvPicPr/>
                      <p:nvPr/>
                    </p:nvPicPr>
                    <p:blipFill>
                      <a:blip r:embed="rId5"/>
                      <a:stretch>
                        <a:fillRect/>
                      </a:stretch>
                    </p:blipFill>
                    <p:spPr>
                      <a:xfrm>
                        <a:off x="5250473" y="2129911"/>
                        <a:ext cx="3965575" cy="479425"/>
                      </a:xfrm>
                      <a:prstGeom prst="rect">
                        <a:avLst/>
                      </a:prstGeom>
                    </p:spPr>
                  </p:pic>
                </p:oleObj>
              </mc:Fallback>
            </mc:AlternateContent>
          </a:graphicData>
        </a:graphic>
      </p:graphicFrame>
      <p:grpSp>
        <p:nvGrpSpPr>
          <p:cNvPr id="11" name="Group 10">
            <a:extLst>
              <a:ext uri="{FF2B5EF4-FFF2-40B4-BE49-F238E27FC236}">
                <a16:creationId xmlns:a16="http://schemas.microsoft.com/office/drawing/2014/main" id="{3225BB18-2B9F-4292-9CB9-399A339BE130}"/>
              </a:ext>
            </a:extLst>
          </p:cNvPr>
          <p:cNvGrpSpPr/>
          <p:nvPr/>
        </p:nvGrpSpPr>
        <p:grpSpPr>
          <a:xfrm>
            <a:off x="4552950" y="4554334"/>
            <a:ext cx="6115050" cy="2316565"/>
            <a:chOff x="3028950" y="4554333"/>
            <a:chExt cx="6115050" cy="2316565"/>
          </a:xfrm>
        </p:grpSpPr>
        <p:pic>
          <p:nvPicPr>
            <p:cNvPr id="9" name="Picture 8">
              <a:extLst>
                <a:ext uri="{FF2B5EF4-FFF2-40B4-BE49-F238E27FC236}">
                  <a16:creationId xmlns:a16="http://schemas.microsoft.com/office/drawing/2014/main" id="{6751A822-6F98-45DC-9615-5E2CA67A9EBD}"/>
                </a:ext>
              </a:extLst>
            </p:cNvPr>
            <p:cNvPicPr>
              <a:picLocks noChangeAspect="1"/>
            </p:cNvPicPr>
            <p:nvPr/>
          </p:nvPicPr>
          <p:blipFill>
            <a:blip r:embed="rId6"/>
            <a:stretch>
              <a:fillRect/>
            </a:stretch>
          </p:blipFill>
          <p:spPr>
            <a:xfrm>
              <a:off x="3028950" y="4554333"/>
              <a:ext cx="6115050" cy="2303667"/>
            </a:xfrm>
            <a:prstGeom prst="rect">
              <a:avLst/>
            </a:prstGeom>
          </p:spPr>
        </p:pic>
        <p:sp>
          <p:nvSpPr>
            <p:cNvPr id="7" name="Rectangle 6">
              <a:extLst>
                <a:ext uri="{FF2B5EF4-FFF2-40B4-BE49-F238E27FC236}">
                  <a16:creationId xmlns:a16="http://schemas.microsoft.com/office/drawing/2014/main" id="{76237815-1BE3-43AF-9D61-92F1F07D05F7}"/>
                </a:ext>
              </a:extLst>
            </p:cNvPr>
            <p:cNvSpPr/>
            <p:nvPr/>
          </p:nvSpPr>
          <p:spPr>
            <a:xfrm>
              <a:off x="5568064" y="6501566"/>
              <a:ext cx="1036822" cy="369332"/>
            </a:xfrm>
            <a:prstGeom prst="rect">
              <a:avLst/>
            </a:prstGeom>
          </p:spPr>
          <p:txBody>
            <a:bodyPr wrap="none">
              <a:spAutoFit/>
            </a:bodyPr>
            <a:lstStyle/>
            <a:p>
              <a:r>
                <a:rPr lang="en-CA" spc="5" dirty="0">
                  <a:solidFill>
                    <a:srgbClr val="0000FF"/>
                  </a:solidFill>
                  <a:latin typeface="Times New Roman" panose="02020603050405020304" pitchFamily="18" charset="0"/>
                  <a:ea typeface="Times New Roman" panose="02020603050405020304" pitchFamily="18" charset="0"/>
                </a:rPr>
                <a:t>Fig. 8-12</a:t>
              </a:r>
              <a:endParaRPr lang="en-US" dirty="0"/>
            </a:p>
          </p:txBody>
        </p:sp>
      </p:grpSp>
      <p:graphicFrame>
        <p:nvGraphicFramePr>
          <p:cNvPr id="3" name="Object 2"/>
          <p:cNvGraphicFramePr>
            <a:graphicFrameLocks noChangeAspect="1"/>
          </p:cNvGraphicFramePr>
          <p:nvPr/>
        </p:nvGraphicFramePr>
        <p:xfrm>
          <a:off x="3818640" y="1347186"/>
          <a:ext cx="3273425" cy="798513"/>
        </p:xfrm>
        <a:graphic>
          <a:graphicData uri="http://schemas.openxmlformats.org/presentationml/2006/ole">
            <mc:AlternateContent xmlns:mc="http://schemas.openxmlformats.org/markup-compatibility/2006">
              <mc:Choice xmlns:v="urn:schemas-microsoft-com:vml" Requires="v">
                <p:oleObj spid="_x0000_s12291" name="Equation" r:id="rId7" imgW="1562040" imgH="380880" progId="Equation.DSMT4">
                  <p:embed/>
                </p:oleObj>
              </mc:Choice>
              <mc:Fallback>
                <p:oleObj name="Equation" r:id="rId7" imgW="1562040" imgH="380880" progId="Equation.DSMT4">
                  <p:embed/>
                  <p:pic>
                    <p:nvPicPr>
                      <p:cNvPr id="3" name="Object 2"/>
                      <p:cNvPicPr>
                        <a:picLocks noChangeAspect="1" noChangeArrowheads="1"/>
                      </p:cNvPicPr>
                      <p:nvPr/>
                    </p:nvPicPr>
                    <p:blipFill>
                      <a:blip r:embed="rId8"/>
                      <a:srcRect/>
                      <a:stretch>
                        <a:fillRect/>
                      </a:stretch>
                    </p:blipFill>
                    <p:spPr bwMode="auto">
                      <a:xfrm>
                        <a:off x="3818640" y="1347186"/>
                        <a:ext cx="3273425" cy="798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 name="Object 4"/>
          <p:cNvGraphicFramePr>
            <a:graphicFrameLocks noChangeAspect="1"/>
          </p:cNvGraphicFramePr>
          <p:nvPr/>
        </p:nvGraphicFramePr>
        <p:xfrm>
          <a:off x="1917700" y="2771778"/>
          <a:ext cx="7824788" cy="1677987"/>
        </p:xfrm>
        <a:graphic>
          <a:graphicData uri="http://schemas.openxmlformats.org/presentationml/2006/ole">
            <mc:AlternateContent xmlns:mc="http://schemas.openxmlformats.org/markup-compatibility/2006">
              <mc:Choice xmlns:v="urn:schemas-microsoft-com:vml" Requires="v">
                <p:oleObj spid="_x0000_s12292" name="Equation" r:id="rId9" imgW="3733560" imgH="799920" progId="Equation.DSMT4">
                  <p:embed/>
                </p:oleObj>
              </mc:Choice>
              <mc:Fallback>
                <p:oleObj name="Equation" r:id="rId9" imgW="3733560" imgH="799920" progId="Equation.DSMT4">
                  <p:embed/>
                  <p:pic>
                    <p:nvPicPr>
                      <p:cNvPr id="5" name="Object 4"/>
                      <p:cNvPicPr>
                        <a:picLocks noChangeAspect="1" noChangeArrowheads="1"/>
                      </p:cNvPicPr>
                      <p:nvPr/>
                    </p:nvPicPr>
                    <p:blipFill>
                      <a:blip r:embed="rId10"/>
                      <a:srcRect/>
                      <a:stretch>
                        <a:fillRect/>
                      </a:stretch>
                    </p:blipFill>
                    <p:spPr bwMode="auto">
                      <a:xfrm>
                        <a:off x="1917700" y="2771778"/>
                        <a:ext cx="7824788" cy="1677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6" name="Rectangle 5"/>
          <p:cNvSpPr/>
          <p:nvPr/>
        </p:nvSpPr>
        <p:spPr>
          <a:xfrm>
            <a:off x="1524000" y="2129910"/>
            <a:ext cx="3692036" cy="369332"/>
          </a:xfrm>
          <a:prstGeom prst="rect">
            <a:avLst/>
          </a:prstGeom>
        </p:spPr>
        <p:txBody>
          <a:bodyPr wrap="none">
            <a:spAutoFit/>
          </a:bodyPr>
          <a:lstStyle/>
          <a:p>
            <a:r>
              <a:rPr lang="en-US" dirty="0"/>
              <a:t>From the circuit in Fig. 8-12, we have</a:t>
            </a:r>
          </a:p>
        </p:txBody>
      </p:sp>
      <p:sp>
        <p:nvSpPr>
          <p:cNvPr id="12" name="Rectangle 11"/>
          <p:cNvSpPr/>
          <p:nvPr/>
        </p:nvSpPr>
        <p:spPr>
          <a:xfrm>
            <a:off x="1648386" y="4833031"/>
            <a:ext cx="2783541" cy="1477328"/>
          </a:xfrm>
          <a:prstGeom prst="rect">
            <a:avLst/>
          </a:prstGeom>
        </p:spPr>
        <p:txBody>
          <a:bodyPr wrap="square">
            <a:spAutoFit/>
          </a:bodyPr>
          <a:lstStyle/>
          <a:p>
            <a:pPr algn="just"/>
            <a:r>
              <a:rPr lang="en-CA" dirty="0">
                <a:solidFill>
                  <a:srgbClr val="FF0000"/>
                </a:solidFill>
              </a:rPr>
              <a:t>Derive the expression of current gain from the small-signal hybrid model of a BJT independent of specific configuration</a:t>
            </a:r>
            <a:r>
              <a:rPr lang="en-CA" spc="10" dirty="0">
                <a:solidFill>
                  <a:srgbClr val="FF0000"/>
                </a:solidFill>
                <a:latin typeface="Times New Roman" panose="02020603050405020304" pitchFamily="18" charset="0"/>
                <a:ea typeface="Times New Roman" panose="02020603050405020304" pitchFamily="18" charset="0"/>
              </a:rPr>
              <a:t>.</a:t>
            </a:r>
            <a:endParaRPr lang="en-US" dirty="0">
              <a:solidFill>
                <a:srgbClr val="FF0000"/>
              </a:solidFill>
            </a:endParaRPr>
          </a:p>
        </p:txBody>
      </p:sp>
      <mc:AlternateContent xmlns:mc="http://schemas.openxmlformats.org/markup-compatibility/2006" xmlns:p14="http://schemas.microsoft.com/office/powerpoint/2010/main">
        <mc:Choice Requires="p14">
          <p:contentPart p14:bwMode="auto" r:id="rId11">
            <p14:nvContentPartPr>
              <p14:cNvPr id="13" name="Ink 12">
                <a:extLst>
                  <a:ext uri="{FF2B5EF4-FFF2-40B4-BE49-F238E27FC236}">
                    <a16:creationId xmlns:a16="http://schemas.microsoft.com/office/drawing/2014/main" id="{DE2FF7D7-C3D5-4A19-845F-ABD92E7E4D5F}"/>
                  </a:ext>
                </a:extLst>
              </p14:cNvPr>
              <p14:cNvContentPartPr/>
              <p14:nvPr/>
            </p14:nvContentPartPr>
            <p14:xfrm>
              <a:off x="1717200" y="2412720"/>
              <a:ext cx="8140680" cy="3562560"/>
            </p14:xfrm>
          </p:contentPart>
        </mc:Choice>
        <mc:Fallback xmlns="">
          <p:pic>
            <p:nvPicPr>
              <p:cNvPr id="13" name="Ink 12">
                <a:extLst>
                  <a:ext uri="{FF2B5EF4-FFF2-40B4-BE49-F238E27FC236}">
                    <a16:creationId xmlns:a16="http://schemas.microsoft.com/office/drawing/2014/main" id="{DE2FF7D7-C3D5-4A19-845F-ABD92E7E4D5F}"/>
                  </a:ext>
                </a:extLst>
              </p:cNvPr>
              <p:cNvPicPr/>
              <p:nvPr/>
            </p:nvPicPr>
            <p:blipFill>
              <a:blip r:embed="rId12"/>
              <a:stretch>
                <a:fillRect/>
              </a:stretch>
            </p:blipFill>
            <p:spPr>
              <a:xfrm>
                <a:off x="1707840" y="2403360"/>
                <a:ext cx="8159400" cy="3581280"/>
              </a:xfrm>
              <a:prstGeom prst="rect">
                <a:avLst/>
              </a:prstGeom>
            </p:spPr>
          </p:pic>
        </mc:Fallback>
      </mc:AlternateContent>
    </p:spTree>
    <p:extLst>
      <p:ext uri="{BB962C8B-B14F-4D97-AF65-F5344CB8AC3E}">
        <p14:creationId xmlns:p14="http://schemas.microsoft.com/office/powerpoint/2010/main" val="104936332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ontent Placeholder 2">
            <a:extLst>
              <a:ext uri="{FF2B5EF4-FFF2-40B4-BE49-F238E27FC236}">
                <a16:creationId xmlns:a16="http://schemas.microsoft.com/office/drawing/2014/main" id="{951CA86C-20B9-4FCE-B7AD-83AB535DF8C8}"/>
              </a:ext>
            </a:extLst>
          </p:cNvPr>
          <p:cNvSpPr txBox="1">
            <a:spLocks/>
          </p:cNvSpPr>
          <p:nvPr/>
        </p:nvSpPr>
        <p:spPr>
          <a:xfrm>
            <a:off x="1524001" y="0"/>
            <a:ext cx="8918917" cy="458858"/>
          </a:xfrm>
          <a:prstGeom prst="rect">
            <a:avLst/>
          </a:prstGeom>
        </p:spPr>
        <p:txBody>
          <a:bodyPr>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just">
              <a:buBlip>
                <a:blip r:embed="rId3"/>
              </a:buBlip>
            </a:pPr>
            <a:r>
              <a:rPr lang="en-US" sz="2000" b="1" dirty="0">
                <a:solidFill>
                  <a:srgbClr val="C00000"/>
                </a:solidFill>
                <a:effectLst>
                  <a:outerShdw blurRad="38100" dist="38100" dir="2700000" algn="tl">
                    <a:srgbClr val="000000">
                      <a:alpha val="43137"/>
                    </a:srgbClr>
                  </a:outerShdw>
                </a:effectLst>
              </a:rPr>
              <a:t>Analysis of a Transistor Amplifier Circuit using h parameters (8/6)</a:t>
            </a:r>
          </a:p>
        </p:txBody>
      </p:sp>
      <p:sp>
        <p:nvSpPr>
          <p:cNvPr id="6" name="Rectangle 5">
            <a:extLst>
              <a:ext uri="{FF2B5EF4-FFF2-40B4-BE49-F238E27FC236}">
                <a16:creationId xmlns:a16="http://schemas.microsoft.com/office/drawing/2014/main" id="{4567635F-B8CD-4861-89C4-F0AF606643BE}"/>
              </a:ext>
            </a:extLst>
          </p:cNvPr>
          <p:cNvSpPr/>
          <p:nvPr/>
        </p:nvSpPr>
        <p:spPr>
          <a:xfrm>
            <a:off x="1524001" y="458859"/>
            <a:ext cx="3622979" cy="461665"/>
          </a:xfrm>
          <a:prstGeom prst="rect">
            <a:avLst/>
          </a:prstGeom>
        </p:spPr>
        <p:txBody>
          <a:bodyPr wrap="none">
            <a:spAutoFit/>
          </a:bodyPr>
          <a:lstStyle/>
          <a:p>
            <a:pPr marL="342900" indent="-342900">
              <a:buFont typeface="Arial" panose="020B0604020202020204" pitchFamily="34" charset="0"/>
              <a:buChar char="•"/>
            </a:pPr>
            <a:r>
              <a:rPr lang="en-CA" sz="2400" spc="10" dirty="0">
                <a:solidFill>
                  <a:srgbClr val="0000FF"/>
                </a:solidFill>
                <a:latin typeface="Times New Roman" panose="02020603050405020304" pitchFamily="18" charset="0"/>
                <a:ea typeface="Times New Roman" panose="02020603050405020304" pitchFamily="18" charset="0"/>
              </a:rPr>
              <a:t>The input impedance </a:t>
            </a:r>
            <a:r>
              <a:rPr lang="en-CA" sz="2400" i="1" spc="10" dirty="0">
                <a:solidFill>
                  <a:srgbClr val="0000FF"/>
                </a:solidFill>
                <a:latin typeface="Times New Roman" panose="02020603050405020304" pitchFamily="18" charset="0"/>
                <a:ea typeface="Times New Roman" panose="02020603050405020304" pitchFamily="18" charset="0"/>
              </a:rPr>
              <a:t>Z</a:t>
            </a:r>
            <a:r>
              <a:rPr lang="en-CA" sz="2400" i="1" spc="10" baseline="-25000" dirty="0">
                <a:solidFill>
                  <a:srgbClr val="0000FF"/>
                </a:solidFill>
                <a:latin typeface="Times New Roman" panose="02020603050405020304" pitchFamily="18" charset="0"/>
                <a:ea typeface="Times New Roman" panose="02020603050405020304" pitchFamily="18" charset="0"/>
              </a:rPr>
              <a:t>i</a:t>
            </a:r>
            <a:r>
              <a:rPr lang="en-CA" sz="2400" spc="10" dirty="0">
                <a:solidFill>
                  <a:srgbClr val="0000FF"/>
                </a:solidFill>
                <a:latin typeface="Times New Roman" panose="02020603050405020304" pitchFamily="18" charset="0"/>
                <a:ea typeface="Times New Roman" panose="02020603050405020304" pitchFamily="18" charset="0"/>
              </a:rPr>
              <a:t>: </a:t>
            </a:r>
            <a:endParaRPr lang="en-US" sz="2400" dirty="0"/>
          </a:p>
        </p:txBody>
      </p:sp>
      <p:graphicFrame>
        <p:nvGraphicFramePr>
          <p:cNvPr id="2" name="Object 1">
            <a:extLst>
              <a:ext uri="{FF2B5EF4-FFF2-40B4-BE49-F238E27FC236}">
                <a16:creationId xmlns:a16="http://schemas.microsoft.com/office/drawing/2014/main" id="{AEB8A597-B3EF-4830-94E0-B8A5551DD180}"/>
              </a:ext>
            </a:extLst>
          </p:cNvPr>
          <p:cNvGraphicFramePr>
            <a:graphicFrameLocks noChangeAspect="1"/>
          </p:cNvGraphicFramePr>
          <p:nvPr/>
        </p:nvGraphicFramePr>
        <p:xfrm>
          <a:off x="2147917" y="1052068"/>
          <a:ext cx="741911" cy="654627"/>
        </p:xfrm>
        <a:graphic>
          <a:graphicData uri="http://schemas.openxmlformats.org/presentationml/2006/ole">
            <mc:AlternateContent xmlns:mc="http://schemas.openxmlformats.org/markup-compatibility/2006">
              <mc:Choice xmlns:v="urn:schemas-microsoft-com:vml" Requires="v">
                <p:oleObj spid="_x0000_s13314" name="Equation" r:id="rId4" imgW="431640" imgH="380880" progId="Equation.DSMT4">
                  <p:embed/>
                </p:oleObj>
              </mc:Choice>
              <mc:Fallback>
                <p:oleObj name="Equation" r:id="rId4" imgW="431640" imgH="380880" progId="Equation.DSMT4">
                  <p:embed/>
                  <p:pic>
                    <p:nvPicPr>
                      <p:cNvPr id="2" name="Object 1">
                        <a:extLst>
                          <a:ext uri="{FF2B5EF4-FFF2-40B4-BE49-F238E27FC236}">
                            <a16:creationId xmlns:a16="http://schemas.microsoft.com/office/drawing/2014/main" id="{AEB8A597-B3EF-4830-94E0-B8A5551DD180}"/>
                          </a:ext>
                        </a:extLst>
                      </p:cNvPr>
                      <p:cNvPicPr/>
                      <p:nvPr/>
                    </p:nvPicPr>
                    <p:blipFill>
                      <a:blip r:embed="rId5"/>
                      <a:stretch>
                        <a:fillRect/>
                      </a:stretch>
                    </p:blipFill>
                    <p:spPr>
                      <a:xfrm>
                        <a:off x="2147917" y="1052068"/>
                        <a:ext cx="741911" cy="654627"/>
                      </a:xfrm>
                      <a:prstGeom prst="rect">
                        <a:avLst/>
                      </a:prstGeom>
                    </p:spPr>
                  </p:pic>
                </p:oleObj>
              </mc:Fallback>
            </mc:AlternateContent>
          </a:graphicData>
        </a:graphic>
      </p:graphicFrame>
      <p:sp>
        <p:nvSpPr>
          <p:cNvPr id="3" name="Rectangle 2">
            <a:extLst>
              <a:ext uri="{FF2B5EF4-FFF2-40B4-BE49-F238E27FC236}">
                <a16:creationId xmlns:a16="http://schemas.microsoft.com/office/drawing/2014/main" id="{4D7D8D3B-56A0-45C0-93B4-EC3E691B4101}"/>
              </a:ext>
            </a:extLst>
          </p:cNvPr>
          <p:cNvSpPr/>
          <p:nvPr/>
        </p:nvSpPr>
        <p:spPr>
          <a:xfrm>
            <a:off x="1574682" y="1706694"/>
            <a:ext cx="4582024" cy="369332"/>
          </a:xfrm>
          <a:prstGeom prst="rect">
            <a:avLst/>
          </a:prstGeom>
        </p:spPr>
        <p:txBody>
          <a:bodyPr wrap="none">
            <a:spAutoFit/>
          </a:bodyPr>
          <a:lstStyle/>
          <a:p>
            <a:pPr marL="285750" indent="-285750">
              <a:buFont typeface="Arial" panose="020B0604020202020204" pitchFamily="34" charset="0"/>
              <a:buChar char="•"/>
            </a:pPr>
            <a:r>
              <a:rPr lang="en-CA" spc="10" dirty="0">
                <a:latin typeface="Times New Roman" panose="02020603050405020304" pitchFamily="18" charset="0"/>
                <a:ea typeface="Times New Roman" panose="02020603050405020304" pitchFamily="18" charset="0"/>
              </a:rPr>
              <a:t>From the input circuit of Fig. 8-12, we have</a:t>
            </a:r>
            <a:endParaRPr lang="en-US" dirty="0"/>
          </a:p>
        </p:txBody>
      </p:sp>
      <p:graphicFrame>
        <p:nvGraphicFramePr>
          <p:cNvPr id="7" name="Object 6">
            <a:extLst>
              <a:ext uri="{FF2B5EF4-FFF2-40B4-BE49-F238E27FC236}">
                <a16:creationId xmlns:a16="http://schemas.microsoft.com/office/drawing/2014/main" id="{99F15FBA-4769-4885-94F0-3B3C59E4B0A8}"/>
              </a:ext>
            </a:extLst>
          </p:cNvPr>
          <p:cNvGraphicFramePr>
            <a:graphicFrameLocks noChangeAspect="1"/>
          </p:cNvGraphicFramePr>
          <p:nvPr/>
        </p:nvGraphicFramePr>
        <p:xfrm>
          <a:off x="1892453" y="2197809"/>
          <a:ext cx="1443037" cy="327025"/>
        </p:xfrm>
        <a:graphic>
          <a:graphicData uri="http://schemas.openxmlformats.org/presentationml/2006/ole">
            <mc:AlternateContent xmlns:mc="http://schemas.openxmlformats.org/markup-compatibility/2006">
              <mc:Choice xmlns:v="urn:schemas-microsoft-com:vml" Requires="v">
                <p:oleObj spid="_x0000_s13315" name="Equation" r:id="rId6" imgW="838080" imgH="190440" progId="Equation.DSMT4">
                  <p:embed/>
                </p:oleObj>
              </mc:Choice>
              <mc:Fallback>
                <p:oleObj name="Equation" r:id="rId6" imgW="838080" imgH="190440" progId="Equation.DSMT4">
                  <p:embed/>
                  <p:pic>
                    <p:nvPicPr>
                      <p:cNvPr id="7" name="Object 6">
                        <a:extLst>
                          <a:ext uri="{FF2B5EF4-FFF2-40B4-BE49-F238E27FC236}">
                            <a16:creationId xmlns:a16="http://schemas.microsoft.com/office/drawing/2014/main" id="{99F15FBA-4769-4885-94F0-3B3C59E4B0A8}"/>
                          </a:ext>
                        </a:extLst>
                      </p:cNvPr>
                      <p:cNvPicPr/>
                      <p:nvPr/>
                    </p:nvPicPr>
                    <p:blipFill>
                      <a:blip r:embed="rId7"/>
                      <a:stretch>
                        <a:fillRect/>
                      </a:stretch>
                    </p:blipFill>
                    <p:spPr>
                      <a:xfrm>
                        <a:off x="1892453" y="2197809"/>
                        <a:ext cx="1443037" cy="327025"/>
                      </a:xfrm>
                      <a:prstGeom prst="rect">
                        <a:avLst/>
                      </a:prstGeom>
                    </p:spPr>
                  </p:pic>
                </p:oleObj>
              </mc:Fallback>
            </mc:AlternateContent>
          </a:graphicData>
        </a:graphic>
      </p:graphicFrame>
      <p:graphicFrame>
        <p:nvGraphicFramePr>
          <p:cNvPr id="9" name="Object 8">
            <a:extLst>
              <a:ext uri="{FF2B5EF4-FFF2-40B4-BE49-F238E27FC236}">
                <a16:creationId xmlns:a16="http://schemas.microsoft.com/office/drawing/2014/main" id="{0EC48C8B-876F-41AC-B3FA-4DA6DF3001D4}"/>
              </a:ext>
            </a:extLst>
          </p:cNvPr>
          <p:cNvGraphicFramePr>
            <a:graphicFrameLocks noChangeAspect="1"/>
          </p:cNvGraphicFramePr>
          <p:nvPr/>
        </p:nvGraphicFramePr>
        <p:xfrm>
          <a:off x="1916705" y="2644599"/>
          <a:ext cx="4021138" cy="654050"/>
        </p:xfrm>
        <a:graphic>
          <a:graphicData uri="http://schemas.openxmlformats.org/presentationml/2006/ole">
            <mc:AlternateContent xmlns:mc="http://schemas.openxmlformats.org/markup-compatibility/2006">
              <mc:Choice xmlns:v="urn:schemas-microsoft-com:vml" Requires="v">
                <p:oleObj spid="_x0000_s13316" name="Equation" r:id="rId8" imgW="2336760" imgH="380880" progId="Equation.DSMT4">
                  <p:embed/>
                </p:oleObj>
              </mc:Choice>
              <mc:Fallback>
                <p:oleObj name="Equation" r:id="rId8" imgW="2336760" imgH="380880" progId="Equation.DSMT4">
                  <p:embed/>
                  <p:pic>
                    <p:nvPicPr>
                      <p:cNvPr id="9" name="Object 8">
                        <a:extLst>
                          <a:ext uri="{FF2B5EF4-FFF2-40B4-BE49-F238E27FC236}">
                            <a16:creationId xmlns:a16="http://schemas.microsoft.com/office/drawing/2014/main" id="{0EC48C8B-876F-41AC-B3FA-4DA6DF3001D4}"/>
                          </a:ext>
                        </a:extLst>
                      </p:cNvPr>
                      <p:cNvPicPr/>
                      <p:nvPr/>
                    </p:nvPicPr>
                    <p:blipFill>
                      <a:blip r:embed="rId9"/>
                      <a:stretch>
                        <a:fillRect/>
                      </a:stretch>
                    </p:blipFill>
                    <p:spPr>
                      <a:xfrm>
                        <a:off x="1916705" y="2644599"/>
                        <a:ext cx="4021138" cy="654050"/>
                      </a:xfrm>
                      <a:prstGeom prst="rect">
                        <a:avLst/>
                      </a:prstGeom>
                    </p:spPr>
                  </p:pic>
                </p:oleObj>
              </mc:Fallback>
            </mc:AlternateContent>
          </a:graphicData>
        </a:graphic>
      </p:graphicFrame>
      <p:sp>
        <p:nvSpPr>
          <p:cNvPr id="4" name="Rectangle 3">
            <a:extLst>
              <a:ext uri="{FF2B5EF4-FFF2-40B4-BE49-F238E27FC236}">
                <a16:creationId xmlns:a16="http://schemas.microsoft.com/office/drawing/2014/main" id="{981105F5-0FB0-4145-9BD5-E17D321EA30C}"/>
              </a:ext>
            </a:extLst>
          </p:cNvPr>
          <p:cNvSpPr/>
          <p:nvPr/>
        </p:nvSpPr>
        <p:spPr>
          <a:xfrm>
            <a:off x="1622131" y="3345877"/>
            <a:ext cx="1051570" cy="369332"/>
          </a:xfrm>
          <a:prstGeom prst="rect">
            <a:avLst/>
          </a:prstGeom>
        </p:spPr>
        <p:txBody>
          <a:bodyPr wrap="none">
            <a:spAutoFit/>
          </a:bodyPr>
          <a:lstStyle/>
          <a:p>
            <a:pPr marL="285750" indent="-285750">
              <a:buFont typeface="Arial" panose="020B0604020202020204" pitchFamily="34" charset="0"/>
              <a:buChar char="•"/>
            </a:pPr>
            <a:r>
              <a:rPr lang="en-CA" spc="10" dirty="0">
                <a:latin typeface="Times New Roman" panose="02020603050405020304" pitchFamily="18" charset="0"/>
                <a:ea typeface="Times New Roman" panose="02020603050405020304" pitchFamily="18" charset="0"/>
              </a:rPr>
              <a:t>Since </a:t>
            </a:r>
            <a:endParaRPr lang="en-US" dirty="0"/>
          </a:p>
        </p:txBody>
      </p:sp>
      <p:graphicFrame>
        <p:nvGraphicFramePr>
          <p:cNvPr id="10" name="Object 9">
            <a:extLst>
              <a:ext uri="{FF2B5EF4-FFF2-40B4-BE49-F238E27FC236}">
                <a16:creationId xmlns:a16="http://schemas.microsoft.com/office/drawing/2014/main" id="{36CADC35-4FCA-41ED-9FA2-A101C6B0441C}"/>
              </a:ext>
            </a:extLst>
          </p:cNvPr>
          <p:cNvGraphicFramePr>
            <a:graphicFrameLocks noChangeAspect="1"/>
          </p:cNvGraphicFramePr>
          <p:nvPr/>
        </p:nvGraphicFramePr>
        <p:xfrm>
          <a:off x="1889126" y="3608389"/>
          <a:ext cx="3389313" cy="1023937"/>
        </p:xfrm>
        <a:graphic>
          <a:graphicData uri="http://schemas.openxmlformats.org/presentationml/2006/ole">
            <mc:AlternateContent xmlns:mc="http://schemas.openxmlformats.org/markup-compatibility/2006">
              <mc:Choice xmlns:v="urn:schemas-microsoft-com:vml" Requires="v">
                <p:oleObj spid="_x0000_s13317" name="Equation" r:id="rId10" imgW="1968480" imgH="596880" progId="Equation.DSMT4">
                  <p:embed/>
                </p:oleObj>
              </mc:Choice>
              <mc:Fallback>
                <p:oleObj name="Equation" r:id="rId10" imgW="1968480" imgH="596880" progId="Equation.DSMT4">
                  <p:embed/>
                  <p:pic>
                    <p:nvPicPr>
                      <p:cNvPr id="10" name="Object 9">
                        <a:extLst>
                          <a:ext uri="{FF2B5EF4-FFF2-40B4-BE49-F238E27FC236}">
                            <a16:creationId xmlns:a16="http://schemas.microsoft.com/office/drawing/2014/main" id="{36CADC35-4FCA-41ED-9FA2-A101C6B0441C}"/>
                          </a:ext>
                        </a:extLst>
                      </p:cNvPr>
                      <p:cNvPicPr/>
                      <p:nvPr/>
                    </p:nvPicPr>
                    <p:blipFill>
                      <a:blip r:embed="rId11"/>
                      <a:stretch>
                        <a:fillRect/>
                      </a:stretch>
                    </p:blipFill>
                    <p:spPr>
                      <a:xfrm>
                        <a:off x="1889126" y="3608389"/>
                        <a:ext cx="3389313" cy="1023937"/>
                      </a:xfrm>
                      <a:prstGeom prst="rect">
                        <a:avLst/>
                      </a:prstGeom>
                    </p:spPr>
                  </p:pic>
                </p:oleObj>
              </mc:Fallback>
            </mc:AlternateContent>
          </a:graphicData>
        </a:graphic>
      </p:graphicFrame>
      <p:sp>
        <p:nvSpPr>
          <p:cNvPr id="11" name="Rectangle 10">
            <a:extLst>
              <a:ext uri="{FF2B5EF4-FFF2-40B4-BE49-F238E27FC236}">
                <a16:creationId xmlns:a16="http://schemas.microsoft.com/office/drawing/2014/main" id="{69A87844-F883-49FC-8224-6FEE78B5D6D2}"/>
              </a:ext>
            </a:extLst>
          </p:cNvPr>
          <p:cNvSpPr/>
          <p:nvPr/>
        </p:nvSpPr>
        <p:spPr>
          <a:xfrm>
            <a:off x="1467301" y="4743512"/>
            <a:ext cx="3958776" cy="369332"/>
          </a:xfrm>
          <a:prstGeom prst="rect">
            <a:avLst/>
          </a:prstGeom>
        </p:spPr>
        <p:txBody>
          <a:bodyPr wrap="none">
            <a:spAutoFit/>
          </a:bodyPr>
          <a:lstStyle/>
          <a:p>
            <a:pPr marL="285750" indent="-285750">
              <a:buFont typeface="Arial" panose="020B0604020202020204" pitchFamily="34" charset="0"/>
              <a:buChar char="•"/>
            </a:pPr>
            <a:r>
              <a:rPr lang="en-CA" spc="10" dirty="0">
                <a:latin typeface="Times New Roman" panose="02020603050405020304" pitchFamily="18" charset="0"/>
                <a:ea typeface="Times New Roman" panose="02020603050405020304" pitchFamily="18" charset="0"/>
              </a:rPr>
              <a:t>Substituting in Eq. (8-21), we obtain </a:t>
            </a:r>
            <a:endParaRPr lang="en-US" dirty="0"/>
          </a:p>
        </p:txBody>
      </p:sp>
      <p:graphicFrame>
        <p:nvGraphicFramePr>
          <p:cNvPr id="12" name="Object 11">
            <a:extLst>
              <a:ext uri="{FF2B5EF4-FFF2-40B4-BE49-F238E27FC236}">
                <a16:creationId xmlns:a16="http://schemas.microsoft.com/office/drawing/2014/main" id="{1677C872-63A9-454A-9152-0F0DF3AFB6C1}"/>
              </a:ext>
            </a:extLst>
          </p:cNvPr>
          <p:cNvGraphicFramePr>
            <a:graphicFrameLocks noChangeAspect="1"/>
          </p:cNvGraphicFramePr>
          <p:nvPr/>
        </p:nvGraphicFramePr>
        <p:xfrm>
          <a:off x="1892453" y="5200515"/>
          <a:ext cx="5549901" cy="698500"/>
        </p:xfrm>
        <a:graphic>
          <a:graphicData uri="http://schemas.openxmlformats.org/presentationml/2006/ole">
            <mc:AlternateContent xmlns:mc="http://schemas.openxmlformats.org/markup-compatibility/2006">
              <mc:Choice xmlns:v="urn:schemas-microsoft-com:vml" Requires="v">
                <p:oleObj spid="_x0000_s13318" name="Equation" r:id="rId12" imgW="3225600" imgH="406080" progId="Equation.DSMT4">
                  <p:embed/>
                </p:oleObj>
              </mc:Choice>
              <mc:Fallback>
                <p:oleObj name="Equation" r:id="rId12" imgW="3225600" imgH="406080" progId="Equation.DSMT4">
                  <p:embed/>
                  <p:pic>
                    <p:nvPicPr>
                      <p:cNvPr id="12" name="Object 11">
                        <a:extLst>
                          <a:ext uri="{FF2B5EF4-FFF2-40B4-BE49-F238E27FC236}">
                            <a16:creationId xmlns:a16="http://schemas.microsoft.com/office/drawing/2014/main" id="{1677C872-63A9-454A-9152-0F0DF3AFB6C1}"/>
                          </a:ext>
                        </a:extLst>
                      </p:cNvPr>
                      <p:cNvPicPr/>
                      <p:nvPr/>
                    </p:nvPicPr>
                    <p:blipFill>
                      <a:blip r:embed="rId13"/>
                      <a:stretch>
                        <a:fillRect/>
                      </a:stretch>
                    </p:blipFill>
                    <p:spPr>
                      <a:xfrm>
                        <a:off x="1892453" y="5200515"/>
                        <a:ext cx="5549901" cy="698500"/>
                      </a:xfrm>
                      <a:prstGeom prst="rect">
                        <a:avLst/>
                      </a:prstGeom>
                    </p:spPr>
                  </p:pic>
                </p:oleObj>
              </mc:Fallback>
            </mc:AlternateContent>
          </a:graphicData>
        </a:graphic>
      </p:graphicFrame>
      <p:sp>
        <p:nvSpPr>
          <p:cNvPr id="13" name="Rectangle 12">
            <a:extLst>
              <a:ext uri="{FF2B5EF4-FFF2-40B4-BE49-F238E27FC236}">
                <a16:creationId xmlns:a16="http://schemas.microsoft.com/office/drawing/2014/main" id="{F063D8EE-4D8D-4664-A549-8B7B5D6BE7A2}"/>
              </a:ext>
            </a:extLst>
          </p:cNvPr>
          <p:cNvSpPr/>
          <p:nvPr/>
        </p:nvSpPr>
        <p:spPr>
          <a:xfrm>
            <a:off x="1524001" y="5795485"/>
            <a:ext cx="8918917" cy="646331"/>
          </a:xfrm>
          <a:prstGeom prst="rect">
            <a:avLst/>
          </a:prstGeom>
        </p:spPr>
        <p:txBody>
          <a:bodyPr wrap="square">
            <a:spAutoFit/>
          </a:bodyPr>
          <a:lstStyle/>
          <a:p>
            <a:pPr marL="285750" indent="-285750">
              <a:buFont typeface="Arial" panose="020B0604020202020204" pitchFamily="34" charset="0"/>
              <a:buChar char="•"/>
            </a:pPr>
            <a:r>
              <a:rPr lang="en-CA" spc="10" dirty="0">
                <a:latin typeface="Times New Roman" panose="02020603050405020304" pitchFamily="18" charset="0"/>
                <a:ea typeface="Times New Roman" panose="02020603050405020304" pitchFamily="18" charset="0"/>
              </a:rPr>
              <a:t>Here Eq. (8-18) has been used and as we know that the load admittance is </a:t>
            </a:r>
            <a:r>
              <a:rPr lang="en-CA" i="1" spc="10" dirty="0">
                <a:latin typeface="Times New Roman" panose="02020603050405020304" pitchFamily="18" charset="0"/>
                <a:ea typeface="Times New Roman" panose="02020603050405020304" pitchFamily="18" charset="0"/>
              </a:rPr>
              <a:t>Y</a:t>
            </a:r>
            <a:r>
              <a:rPr lang="en-CA" i="1" spc="10" baseline="-25000" dirty="0">
                <a:latin typeface="Times New Roman" panose="02020603050405020304" pitchFamily="18" charset="0"/>
                <a:ea typeface="Times New Roman" panose="02020603050405020304" pitchFamily="18" charset="0"/>
              </a:rPr>
              <a:t>L</a:t>
            </a:r>
            <a:r>
              <a:rPr lang="en-CA" spc="10" dirty="0">
                <a:latin typeface="Times New Roman" panose="02020603050405020304" pitchFamily="18" charset="0"/>
                <a:ea typeface="Times New Roman" panose="02020603050405020304" pitchFamily="18" charset="0"/>
              </a:rPr>
              <a:t> = 1/</a:t>
            </a:r>
            <a:r>
              <a:rPr lang="en-CA" i="1" spc="10" dirty="0">
                <a:latin typeface="Times New Roman" panose="02020603050405020304" pitchFamily="18" charset="0"/>
                <a:ea typeface="Times New Roman" panose="02020603050405020304" pitchFamily="18" charset="0"/>
              </a:rPr>
              <a:t>Z</a:t>
            </a:r>
            <a:r>
              <a:rPr lang="en-CA" i="1" spc="10" baseline="-25000" dirty="0">
                <a:latin typeface="Times New Roman" panose="02020603050405020304" pitchFamily="18" charset="0"/>
                <a:ea typeface="Times New Roman" panose="02020603050405020304" pitchFamily="18" charset="0"/>
              </a:rPr>
              <a:t>L</a:t>
            </a:r>
            <a:r>
              <a:rPr lang="en-CA" spc="10" dirty="0">
                <a:latin typeface="Times New Roman" panose="02020603050405020304" pitchFamily="18" charset="0"/>
                <a:ea typeface="Times New Roman" panose="02020603050405020304" pitchFamily="18" charset="0"/>
              </a:rPr>
              <a:t>. Note that the input impedance is the function of load impedance.</a:t>
            </a:r>
            <a:endParaRPr lang="en-US" dirty="0"/>
          </a:p>
        </p:txBody>
      </p:sp>
      <p:sp>
        <p:nvSpPr>
          <p:cNvPr id="5" name="Rectangle 4"/>
          <p:cNvSpPr/>
          <p:nvPr/>
        </p:nvSpPr>
        <p:spPr>
          <a:xfrm>
            <a:off x="5983458" y="689690"/>
            <a:ext cx="4572000" cy="923330"/>
          </a:xfrm>
          <a:prstGeom prst="rect">
            <a:avLst/>
          </a:prstGeom>
        </p:spPr>
        <p:txBody>
          <a:bodyPr>
            <a:spAutoFit/>
          </a:bodyPr>
          <a:lstStyle/>
          <a:p>
            <a:pPr algn="just"/>
            <a:r>
              <a:rPr lang="en-CA" dirty="0">
                <a:solidFill>
                  <a:srgbClr val="FF0000"/>
                </a:solidFill>
              </a:rPr>
              <a:t>Derive the expression of input impedance from the small-signal hybrid model of a BJT independent of specific configuration</a:t>
            </a:r>
            <a:r>
              <a:rPr lang="en-CA" spc="10" dirty="0">
                <a:solidFill>
                  <a:srgbClr val="FF0000"/>
                </a:solidFill>
                <a:latin typeface="Times New Roman" panose="02020603050405020304" pitchFamily="18" charset="0"/>
                <a:ea typeface="Times New Roman" panose="02020603050405020304" pitchFamily="18" charset="0"/>
              </a:rPr>
              <a:t>.</a:t>
            </a:r>
            <a:endParaRPr lang="en-US" dirty="0">
              <a:solidFill>
                <a:srgbClr val="FF0000"/>
              </a:solidFill>
            </a:endParaRPr>
          </a:p>
        </p:txBody>
      </p:sp>
      <mc:AlternateContent xmlns:mc="http://schemas.openxmlformats.org/markup-compatibility/2006" xmlns:p14="http://schemas.microsoft.com/office/powerpoint/2010/main">
        <mc:Choice Requires="p14">
          <p:contentPart p14:bwMode="auto" r:id="rId14">
            <p14:nvContentPartPr>
              <p14:cNvPr id="14" name="Ink 13">
                <a:extLst>
                  <a:ext uri="{FF2B5EF4-FFF2-40B4-BE49-F238E27FC236}">
                    <a16:creationId xmlns:a16="http://schemas.microsoft.com/office/drawing/2014/main" id="{3AC33FF2-994C-43F9-865D-7282F700B566}"/>
                  </a:ext>
                </a:extLst>
              </p14:cNvPr>
              <p14:cNvContentPartPr/>
              <p14:nvPr/>
            </p14:nvContentPartPr>
            <p14:xfrm>
              <a:off x="1902600" y="857160"/>
              <a:ext cx="8534520" cy="5308200"/>
            </p14:xfrm>
          </p:contentPart>
        </mc:Choice>
        <mc:Fallback xmlns="">
          <p:pic>
            <p:nvPicPr>
              <p:cNvPr id="14" name="Ink 13">
                <a:extLst>
                  <a:ext uri="{FF2B5EF4-FFF2-40B4-BE49-F238E27FC236}">
                    <a16:creationId xmlns:a16="http://schemas.microsoft.com/office/drawing/2014/main" id="{3AC33FF2-994C-43F9-865D-7282F700B566}"/>
                  </a:ext>
                </a:extLst>
              </p:cNvPr>
              <p:cNvPicPr/>
              <p:nvPr/>
            </p:nvPicPr>
            <p:blipFill>
              <a:blip r:embed="rId15"/>
              <a:stretch>
                <a:fillRect/>
              </a:stretch>
            </p:blipFill>
            <p:spPr>
              <a:xfrm>
                <a:off x="1893240" y="847800"/>
                <a:ext cx="8553240" cy="5326920"/>
              </a:xfrm>
              <a:prstGeom prst="rect">
                <a:avLst/>
              </a:prstGeom>
            </p:spPr>
          </p:pic>
        </mc:Fallback>
      </mc:AlternateContent>
    </p:spTree>
    <p:extLst>
      <p:ext uri="{BB962C8B-B14F-4D97-AF65-F5344CB8AC3E}">
        <p14:creationId xmlns:p14="http://schemas.microsoft.com/office/powerpoint/2010/main" val="1596941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ontent Placeholder 2">
            <a:extLst>
              <a:ext uri="{FF2B5EF4-FFF2-40B4-BE49-F238E27FC236}">
                <a16:creationId xmlns:a16="http://schemas.microsoft.com/office/drawing/2014/main" id="{951CA86C-20B9-4FCE-B7AD-83AB535DF8C8}"/>
              </a:ext>
            </a:extLst>
          </p:cNvPr>
          <p:cNvSpPr txBox="1">
            <a:spLocks/>
          </p:cNvSpPr>
          <p:nvPr/>
        </p:nvSpPr>
        <p:spPr>
          <a:xfrm>
            <a:off x="1524001" y="0"/>
            <a:ext cx="8918917" cy="458858"/>
          </a:xfrm>
          <a:prstGeom prst="rect">
            <a:avLst/>
          </a:prstGeom>
        </p:spPr>
        <p:txBody>
          <a:bodyPr>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just">
              <a:buBlip>
                <a:blip r:embed="rId3"/>
              </a:buBlip>
            </a:pPr>
            <a:r>
              <a:rPr lang="en-US" sz="2000" b="1" dirty="0">
                <a:solidFill>
                  <a:srgbClr val="C00000"/>
                </a:solidFill>
                <a:effectLst>
                  <a:outerShdw blurRad="38100" dist="38100" dir="2700000" algn="tl">
                    <a:srgbClr val="000000">
                      <a:alpha val="43137"/>
                    </a:srgbClr>
                  </a:outerShdw>
                </a:effectLst>
              </a:rPr>
              <a:t>Analysis of a Transistor Amplifier Circuit using h parameters (8/6)</a:t>
            </a:r>
          </a:p>
        </p:txBody>
      </p:sp>
      <p:graphicFrame>
        <p:nvGraphicFramePr>
          <p:cNvPr id="2" name="Object 1">
            <a:extLst>
              <a:ext uri="{FF2B5EF4-FFF2-40B4-BE49-F238E27FC236}">
                <a16:creationId xmlns:a16="http://schemas.microsoft.com/office/drawing/2014/main" id="{AEB8A597-B3EF-4830-94E0-B8A5551DD180}"/>
              </a:ext>
            </a:extLst>
          </p:cNvPr>
          <p:cNvGraphicFramePr>
            <a:graphicFrameLocks noChangeAspect="1"/>
          </p:cNvGraphicFramePr>
          <p:nvPr/>
        </p:nvGraphicFramePr>
        <p:xfrm>
          <a:off x="2030269" y="1643208"/>
          <a:ext cx="2759075" cy="833437"/>
        </p:xfrm>
        <a:graphic>
          <a:graphicData uri="http://schemas.openxmlformats.org/presentationml/2006/ole">
            <mc:AlternateContent xmlns:mc="http://schemas.openxmlformats.org/markup-compatibility/2006">
              <mc:Choice xmlns:v="urn:schemas-microsoft-com:vml" Requires="v">
                <p:oleObj spid="_x0000_s14338" name="Equation" r:id="rId4" imgW="1257120" imgH="380880" progId="Equation.DSMT4">
                  <p:embed/>
                </p:oleObj>
              </mc:Choice>
              <mc:Fallback>
                <p:oleObj name="Equation" r:id="rId4" imgW="1257120" imgH="380880" progId="Equation.DSMT4">
                  <p:embed/>
                  <p:pic>
                    <p:nvPicPr>
                      <p:cNvPr id="2" name="Object 1">
                        <a:extLst>
                          <a:ext uri="{FF2B5EF4-FFF2-40B4-BE49-F238E27FC236}">
                            <a16:creationId xmlns:a16="http://schemas.microsoft.com/office/drawing/2014/main" id="{AEB8A597-B3EF-4830-94E0-B8A5551DD180}"/>
                          </a:ext>
                        </a:extLst>
                      </p:cNvPr>
                      <p:cNvPicPr/>
                      <p:nvPr/>
                    </p:nvPicPr>
                    <p:blipFill>
                      <a:blip r:embed="rId5"/>
                      <a:stretch>
                        <a:fillRect/>
                      </a:stretch>
                    </p:blipFill>
                    <p:spPr>
                      <a:xfrm>
                        <a:off x="2030269" y="1643208"/>
                        <a:ext cx="2759075" cy="833437"/>
                      </a:xfrm>
                      <a:prstGeom prst="rect">
                        <a:avLst/>
                      </a:prstGeom>
                    </p:spPr>
                  </p:pic>
                </p:oleObj>
              </mc:Fallback>
            </mc:AlternateContent>
          </a:graphicData>
        </a:graphic>
      </p:graphicFrame>
      <p:sp>
        <p:nvSpPr>
          <p:cNvPr id="15" name="Rectangle 14">
            <a:extLst>
              <a:ext uri="{FF2B5EF4-FFF2-40B4-BE49-F238E27FC236}">
                <a16:creationId xmlns:a16="http://schemas.microsoft.com/office/drawing/2014/main" id="{F2333A93-233A-4D79-9B7D-FA2B46DD6E17}"/>
              </a:ext>
            </a:extLst>
          </p:cNvPr>
          <p:cNvSpPr/>
          <p:nvPr/>
        </p:nvSpPr>
        <p:spPr>
          <a:xfrm>
            <a:off x="1524001" y="402674"/>
            <a:ext cx="8918917" cy="1200329"/>
          </a:xfrm>
          <a:prstGeom prst="rect">
            <a:avLst/>
          </a:prstGeom>
        </p:spPr>
        <p:txBody>
          <a:bodyPr wrap="square">
            <a:spAutoFit/>
          </a:bodyPr>
          <a:lstStyle/>
          <a:p>
            <a:pPr marL="342900" indent="-342900">
              <a:buFont typeface="Arial" panose="020B0604020202020204" pitchFamily="34" charset="0"/>
              <a:buChar char="•"/>
            </a:pPr>
            <a:r>
              <a:rPr lang="en-CA" sz="2400" spc="10" dirty="0">
                <a:solidFill>
                  <a:srgbClr val="0000FF"/>
                </a:solidFill>
                <a:latin typeface="Times New Roman" panose="02020603050405020304" pitchFamily="18" charset="0"/>
                <a:ea typeface="Times New Roman" panose="02020603050405020304" pitchFamily="18" charset="0"/>
              </a:rPr>
              <a:t>The Voltage Gain, or Voltage Amplification, </a:t>
            </a:r>
            <a:r>
              <a:rPr lang="en-CA" sz="2400" i="1" spc="10" dirty="0">
                <a:solidFill>
                  <a:srgbClr val="0000FF"/>
                </a:solidFill>
                <a:latin typeface="Times New Roman" panose="02020603050405020304" pitchFamily="18" charset="0"/>
                <a:ea typeface="Times New Roman" panose="02020603050405020304" pitchFamily="18" charset="0"/>
              </a:rPr>
              <a:t>A</a:t>
            </a:r>
            <a:r>
              <a:rPr lang="en-CA" sz="2400" i="1" spc="10" baseline="-25000" dirty="0">
                <a:solidFill>
                  <a:srgbClr val="0000FF"/>
                </a:solidFill>
                <a:latin typeface="Times New Roman" panose="02020603050405020304" pitchFamily="18" charset="0"/>
                <a:ea typeface="Times New Roman" panose="02020603050405020304" pitchFamily="18" charset="0"/>
              </a:rPr>
              <a:t>V</a:t>
            </a:r>
            <a:r>
              <a:rPr lang="en-CA" sz="2400" dirty="0"/>
              <a:t> </a:t>
            </a:r>
            <a:r>
              <a:rPr lang="en-CA" sz="2400" spc="10" dirty="0">
                <a:solidFill>
                  <a:srgbClr val="0000FF"/>
                </a:solidFill>
                <a:latin typeface="Times New Roman" panose="02020603050405020304" pitchFamily="18" charset="0"/>
                <a:ea typeface="Times New Roman" panose="02020603050405020304" pitchFamily="18" charset="0"/>
              </a:rPr>
              <a:t>: </a:t>
            </a:r>
            <a:r>
              <a:rPr lang="en-CA" sz="2400" dirty="0"/>
              <a:t>The ratio of output voltage </a:t>
            </a:r>
            <a:r>
              <a:rPr lang="en-CA" sz="2400" i="1" dirty="0"/>
              <a:t>V</a:t>
            </a:r>
            <a:r>
              <a:rPr lang="en-CA" sz="2400" baseline="-25000" dirty="0"/>
              <a:t>2</a:t>
            </a:r>
            <a:r>
              <a:rPr lang="en-CA" sz="2400" dirty="0"/>
              <a:t> to input voltage </a:t>
            </a:r>
            <a:r>
              <a:rPr lang="en-CA" sz="2400" i="1" dirty="0"/>
              <a:t>V</a:t>
            </a:r>
            <a:r>
              <a:rPr lang="en-CA" sz="2400" baseline="-25000" dirty="0"/>
              <a:t>1</a:t>
            </a:r>
            <a:r>
              <a:rPr lang="en-CA" sz="2400" dirty="0"/>
              <a:t> gives the voltage gain of the transistor, or  </a:t>
            </a:r>
            <a:endParaRPr lang="en-US" sz="2400" dirty="0"/>
          </a:p>
        </p:txBody>
      </p:sp>
      <p:sp>
        <p:nvSpPr>
          <p:cNvPr id="5" name="Rectangle 4">
            <a:extLst>
              <a:ext uri="{FF2B5EF4-FFF2-40B4-BE49-F238E27FC236}">
                <a16:creationId xmlns:a16="http://schemas.microsoft.com/office/drawing/2014/main" id="{FAC5DFAB-D7AE-4DC3-8671-41F416D2C9E8}"/>
              </a:ext>
            </a:extLst>
          </p:cNvPr>
          <p:cNvSpPr/>
          <p:nvPr/>
        </p:nvSpPr>
        <p:spPr>
          <a:xfrm>
            <a:off x="1524000" y="2516850"/>
            <a:ext cx="2859244" cy="369332"/>
          </a:xfrm>
          <a:prstGeom prst="rect">
            <a:avLst/>
          </a:prstGeom>
        </p:spPr>
        <p:txBody>
          <a:bodyPr wrap="none">
            <a:spAutoFit/>
          </a:bodyPr>
          <a:lstStyle/>
          <a:p>
            <a:pPr marL="285750" indent="-285750">
              <a:buFont typeface="Arial" panose="020B0604020202020204" pitchFamily="34" charset="0"/>
              <a:buChar char="•"/>
            </a:pPr>
            <a:r>
              <a:rPr lang="en-CA" dirty="0"/>
              <a:t>From Eq. (8-22), we have </a:t>
            </a:r>
            <a:endParaRPr lang="en-US" dirty="0"/>
          </a:p>
        </p:txBody>
      </p:sp>
      <p:graphicFrame>
        <p:nvGraphicFramePr>
          <p:cNvPr id="16" name="Object 15">
            <a:extLst>
              <a:ext uri="{FF2B5EF4-FFF2-40B4-BE49-F238E27FC236}">
                <a16:creationId xmlns:a16="http://schemas.microsoft.com/office/drawing/2014/main" id="{F006A792-0C0A-48E7-990C-DC3145267D60}"/>
              </a:ext>
            </a:extLst>
          </p:cNvPr>
          <p:cNvGraphicFramePr>
            <a:graphicFrameLocks noChangeAspect="1"/>
          </p:cNvGraphicFramePr>
          <p:nvPr/>
        </p:nvGraphicFramePr>
        <p:xfrm>
          <a:off x="1883479" y="3011488"/>
          <a:ext cx="4987925" cy="835025"/>
        </p:xfrm>
        <a:graphic>
          <a:graphicData uri="http://schemas.openxmlformats.org/presentationml/2006/ole">
            <mc:AlternateContent xmlns:mc="http://schemas.openxmlformats.org/markup-compatibility/2006">
              <mc:Choice xmlns:v="urn:schemas-microsoft-com:vml" Requires="v">
                <p:oleObj spid="_x0000_s14339" name="Equation" r:id="rId6" imgW="2273040" imgH="380880" progId="Equation.DSMT4">
                  <p:embed/>
                </p:oleObj>
              </mc:Choice>
              <mc:Fallback>
                <p:oleObj name="Equation" r:id="rId6" imgW="2273040" imgH="380880" progId="Equation.DSMT4">
                  <p:embed/>
                  <p:pic>
                    <p:nvPicPr>
                      <p:cNvPr id="16" name="Object 15">
                        <a:extLst>
                          <a:ext uri="{FF2B5EF4-FFF2-40B4-BE49-F238E27FC236}">
                            <a16:creationId xmlns:a16="http://schemas.microsoft.com/office/drawing/2014/main" id="{F006A792-0C0A-48E7-990C-DC3145267D60}"/>
                          </a:ext>
                        </a:extLst>
                      </p:cNvPr>
                      <p:cNvPicPr/>
                      <p:nvPr/>
                    </p:nvPicPr>
                    <p:blipFill>
                      <a:blip r:embed="rId7"/>
                      <a:stretch>
                        <a:fillRect/>
                      </a:stretch>
                    </p:blipFill>
                    <p:spPr>
                      <a:xfrm>
                        <a:off x="1883479" y="3011488"/>
                        <a:ext cx="4987925" cy="835025"/>
                      </a:xfrm>
                      <a:prstGeom prst="rect">
                        <a:avLst/>
                      </a:prstGeom>
                    </p:spPr>
                  </p:pic>
                </p:oleObj>
              </mc:Fallback>
            </mc:AlternateContent>
          </a:graphicData>
        </a:graphic>
      </p:graphicFrame>
      <p:grpSp>
        <p:nvGrpSpPr>
          <p:cNvPr id="7" name="Group 6">
            <a:extLst>
              <a:ext uri="{FF2B5EF4-FFF2-40B4-BE49-F238E27FC236}">
                <a16:creationId xmlns:a16="http://schemas.microsoft.com/office/drawing/2014/main" id="{3225BB18-2B9F-4292-9CB9-399A339BE130}"/>
              </a:ext>
            </a:extLst>
          </p:cNvPr>
          <p:cNvGrpSpPr/>
          <p:nvPr/>
        </p:nvGrpSpPr>
        <p:grpSpPr>
          <a:xfrm>
            <a:off x="4552950" y="4554334"/>
            <a:ext cx="6115050" cy="2316565"/>
            <a:chOff x="3028950" y="4554333"/>
            <a:chExt cx="6115050" cy="2316565"/>
          </a:xfrm>
        </p:grpSpPr>
        <p:pic>
          <p:nvPicPr>
            <p:cNvPr id="9" name="Picture 8">
              <a:extLst>
                <a:ext uri="{FF2B5EF4-FFF2-40B4-BE49-F238E27FC236}">
                  <a16:creationId xmlns:a16="http://schemas.microsoft.com/office/drawing/2014/main" id="{6751A822-6F98-45DC-9615-5E2CA67A9EBD}"/>
                </a:ext>
              </a:extLst>
            </p:cNvPr>
            <p:cNvPicPr>
              <a:picLocks noChangeAspect="1"/>
            </p:cNvPicPr>
            <p:nvPr/>
          </p:nvPicPr>
          <p:blipFill>
            <a:blip r:embed="rId8"/>
            <a:stretch>
              <a:fillRect/>
            </a:stretch>
          </p:blipFill>
          <p:spPr>
            <a:xfrm>
              <a:off x="3028950" y="4554333"/>
              <a:ext cx="6115050" cy="2303667"/>
            </a:xfrm>
            <a:prstGeom prst="rect">
              <a:avLst/>
            </a:prstGeom>
          </p:spPr>
        </p:pic>
        <p:sp>
          <p:nvSpPr>
            <p:cNvPr id="10" name="Rectangle 9">
              <a:extLst>
                <a:ext uri="{FF2B5EF4-FFF2-40B4-BE49-F238E27FC236}">
                  <a16:creationId xmlns:a16="http://schemas.microsoft.com/office/drawing/2014/main" id="{76237815-1BE3-43AF-9D61-92F1F07D05F7}"/>
                </a:ext>
              </a:extLst>
            </p:cNvPr>
            <p:cNvSpPr/>
            <p:nvPr/>
          </p:nvSpPr>
          <p:spPr>
            <a:xfrm>
              <a:off x="5568064" y="6501566"/>
              <a:ext cx="1036822" cy="369332"/>
            </a:xfrm>
            <a:prstGeom prst="rect">
              <a:avLst/>
            </a:prstGeom>
          </p:spPr>
          <p:txBody>
            <a:bodyPr wrap="none">
              <a:spAutoFit/>
            </a:bodyPr>
            <a:lstStyle/>
            <a:p>
              <a:r>
                <a:rPr lang="en-CA" spc="5" dirty="0">
                  <a:solidFill>
                    <a:srgbClr val="0000FF"/>
                  </a:solidFill>
                  <a:latin typeface="Times New Roman" panose="02020603050405020304" pitchFamily="18" charset="0"/>
                  <a:ea typeface="Times New Roman" panose="02020603050405020304" pitchFamily="18" charset="0"/>
                </a:rPr>
                <a:t>Fig. 8-12</a:t>
              </a:r>
              <a:endParaRPr lang="en-US" dirty="0"/>
            </a:p>
          </p:txBody>
        </p:sp>
      </p:grpSp>
      <p:graphicFrame>
        <p:nvGraphicFramePr>
          <p:cNvPr id="3" name="Object 2"/>
          <p:cNvGraphicFramePr>
            <a:graphicFrameLocks noChangeAspect="1"/>
          </p:cNvGraphicFramePr>
          <p:nvPr/>
        </p:nvGraphicFramePr>
        <p:xfrm>
          <a:off x="7682311" y="1417265"/>
          <a:ext cx="2985690" cy="497261"/>
        </p:xfrm>
        <a:graphic>
          <a:graphicData uri="http://schemas.openxmlformats.org/presentationml/2006/ole">
            <mc:AlternateContent xmlns:mc="http://schemas.openxmlformats.org/markup-compatibility/2006">
              <mc:Choice xmlns:v="urn:schemas-microsoft-com:vml" Requires="v">
                <p:oleObj spid="_x0000_s14340" name="Equation" r:id="rId9" imgW="1295280" imgH="215640" progId="Equation.DSMT4">
                  <p:embed/>
                </p:oleObj>
              </mc:Choice>
              <mc:Fallback>
                <p:oleObj name="Equation" r:id="rId9" imgW="1295280" imgH="215640" progId="Equation.DSMT4">
                  <p:embed/>
                  <p:pic>
                    <p:nvPicPr>
                      <p:cNvPr id="3" name="Object 2"/>
                      <p:cNvPicPr>
                        <a:picLocks noChangeAspect="1" noChangeArrowheads="1"/>
                      </p:cNvPicPr>
                      <p:nvPr/>
                    </p:nvPicPr>
                    <p:blipFill>
                      <a:blip r:embed="rId10"/>
                      <a:srcRect/>
                      <a:stretch>
                        <a:fillRect/>
                      </a:stretch>
                    </p:blipFill>
                    <p:spPr bwMode="auto">
                      <a:xfrm>
                        <a:off x="7682311" y="1417265"/>
                        <a:ext cx="2985690" cy="497261"/>
                      </a:xfrm>
                      <a:prstGeom prst="rect">
                        <a:avLst/>
                      </a:prstGeom>
                      <a:solidFill>
                        <a:srgbClr val="FFFF00"/>
                      </a:solidFill>
                      <a:ln>
                        <a:noFill/>
                      </a:ln>
                    </p:spPr>
                  </p:pic>
                </p:oleObj>
              </mc:Fallback>
            </mc:AlternateContent>
          </a:graphicData>
        </a:graphic>
      </p:graphicFrame>
      <p:sp>
        <p:nvSpPr>
          <p:cNvPr id="4" name="Rectangle 3"/>
          <p:cNvSpPr/>
          <p:nvPr/>
        </p:nvSpPr>
        <p:spPr>
          <a:xfrm>
            <a:off x="5983458" y="2055185"/>
            <a:ext cx="4572000" cy="923330"/>
          </a:xfrm>
          <a:prstGeom prst="rect">
            <a:avLst/>
          </a:prstGeom>
        </p:spPr>
        <p:txBody>
          <a:bodyPr>
            <a:spAutoFit/>
          </a:bodyPr>
          <a:lstStyle/>
          <a:p>
            <a:pPr algn="just"/>
            <a:r>
              <a:rPr lang="en-CA" dirty="0">
                <a:solidFill>
                  <a:srgbClr val="FF0000"/>
                </a:solidFill>
              </a:rPr>
              <a:t>Derive the expression of voltage gain from the small-signal hybrid model of a BJT independent of specific configuration</a:t>
            </a:r>
            <a:r>
              <a:rPr lang="en-CA" spc="10" dirty="0">
                <a:solidFill>
                  <a:srgbClr val="FF0000"/>
                </a:solidFill>
                <a:latin typeface="Times New Roman" panose="02020603050405020304" pitchFamily="18" charset="0"/>
                <a:ea typeface="Times New Roman" panose="02020603050405020304" pitchFamily="18" charset="0"/>
              </a:rPr>
              <a:t>.</a:t>
            </a:r>
            <a:endParaRPr lang="en-US" dirty="0"/>
          </a:p>
        </p:txBody>
      </p:sp>
      <mc:AlternateContent xmlns:mc="http://schemas.openxmlformats.org/markup-compatibility/2006" xmlns:p14="http://schemas.microsoft.com/office/powerpoint/2010/main">
        <mc:Choice Requires="p14">
          <p:contentPart p14:bwMode="auto" r:id="rId11">
            <p14:nvContentPartPr>
              <p14:cNvPr id="6" name="Ink 5">
                <a:extLst>
                  <a:ext uri="{FF2B5EF4-FFF2-40B4-BE49-F238E27FC236}">
                    <a16:creationId xmlns:a16="http://schemas.microsoft.com/office/drawing/2014/main" id="{19DFC1C4-B651-45B2-8104-D3F22521A880}"/>
                  </a:ext>
                </a:extLst>
              </p14:cNvPr>
              <p14:cNvContentPartPr/>
              <p14:nvPr/>
            </p14:nvContentPartPr>
            <p14:xfrm>
              <a:off x="1794960" y="2108520"/>
              <a:ext cx="8715960" cy="4400640"/>
            </p14:xfrm>
          </p:contentPart>
        </mc:Choice>
        <mc:Fallback xmlns="">
          <p:pic>
            <p:nvPicPr>
              <p:cNvPr id="6" name="Ink 5">
                <a:extLst>
                  <a:ext uri="{FF2B5EF4-FFF2-40B4-BE49-F238E27FC236}">
                    <a16:creationId xmlns:a16="http://schemas.microsoft.com/office/drawing/2014/main" id="{19DFC1C4-B651-45B2-8104-D3F22521A880}"/>
                  </a:ext>
                </a:extLst>
              </p:cNvPr>
              <p:cNvPicPr/>
              <p:nvPr/>
            </p:nvPicPr>
            <p:blipFill>
              <a:blip r:embed="rId12"/>
              <a:stretch>
                <a:fillRect/>
              </a:stretch>
            </p:blipFill>
            <p:spPr>
              <a:xfrm>
                <a:off x="1785600" y="2099160"/>
                <a:ext cx="8734680" cy="4419360"/>
              </a:xfrm>
              <a:prstGeom prst="rect">
                <a:avLst/>
              </a:prstGeom>
            </p:spPr>
          </p:pic>
        </mc:Fallback>
      </mc:AlternateContent>
    </p:spTree>
    <p:extLst>
      <p:ext uri="{BB962C8B-B14F-4D97-AF65-F5344CB8AC3E}">
        <p14:creationId xmlns:p14="http://schemas.microsoft.com/office/powerpoint/2010/main" val="22292722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ontent Placeholder 2">
            <a:extLst>
              <a:ext uri="{FF2B5EF4-FFF2-40B4-BE49-F238E27FC236}">
                <a16:creationId xmlns:a16="http://schemas.microsoft.com/office/drawing/2014/main" id="{951CA86C-20B9-4FCE-B7AD-83AB535DF8C8}"/>
              </a:ext>
            </a:extLst>
          </p:cNvPr>
          <p:cNvSpPr txBox="1">
            <a:spLocks/>
          </p:cNvSpPr>
          <p:nvPr/>
        </p:nvSpPr>
        <p:spPr>
          <a:xfrm>
            <a:off x="1524001" y="0"/>
            <a:ext cx="8918917" cy="458858"/>
          </a:xfrm>
          <a:prstGeom prst="rect">
            <a:avLst/>
          </a:prstGeom>
        </p:spPr>
        <p:txBody>
          <a:bodyPr>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just">
              <a:buBlip>
                <a:blip r:embed="rId3"/>
              </a:buBlip>
            </a:pPr>
            <a:r>
              <a:rPr lang="en-US" sz="2000" b="1" dirty="0">
                <a:solidFill>
                  <a:srgbClr val="C00000"/>
                </a:solidFill>
                <a:effectLst>
                  <a:outerShdw blurRad="38100" dist="38100" dir="2700000" algn="tl">
                    <a:srgbClr val="000000">
                      <a:alpha val="43137"/>
                    </a:srgbClr>
                  </a:outerShdw>
                </a:effectLst>
              </a:rPr>
              <a:t>Analysis of a Transistor Amplifier Circuit using h parameters (8/6)</a:t>
            </a:r>
          </a:p>
        </p:txBody>
      </p:sp>
      <p:graphicFrame>
        <p:nvGraphicFramePr>
          <p:cNvPr id="2" name="Object 1">
            <a:extLst>
              <a:ext uri="{FF2B5EF4-FFF2-40B4-BE49-F238E27FC236}">
                <a16:creationId xmlns:a16="http://schemas.microsoft.com/office/drawing/2014/main" id="{AEB8A597-B3EF-4830-94E0-B8A5551DD180}"/>
              </a:ext>
            </a:extLst>
          </p:cNvPr>
          <p:cNvGraphicFramePr>
            <a:graphicFrameLocks noChangeAspect="1"/>
          </p:cNvGraphicFramePr>
          <p:nvPr/>
        </p:nvGraphicFramePr>
        <p:xfrm>
          <a:off x="1800226" y="1358900"/>
          <a:ext cx="5014913" cy="833438"/>
        </p:xfrm>
        <a:graphic>
          <a:graphicData uri="http://schemas.openxmlformats.org/presentationml/2006/ole">
            <mc:AlternateContent xmlns:mc="http://schemas.openxmlformats.org/markup-compatibility/2006">
              <mc:Choice xmlns:v="urn:schemas-microsoft-com:vml" Requires="v">
                <p:oleObj spid="_x0000_s15362" name="Equation" r:id="rId4" imgW="2286000" imgH="380880" progId="Equation.DSMT4">
                  <p:embed/>
                </p:oleObj>
              </mc:Choice>
              <mc:Fallback>
                <p:oleObj name="Equation" r:id="rId4" imgW="2286000" imgH="380880" progId="Equation.DSMT4">
                  <p:embed/>
                  <p:pic>
                    <p:nvPicPr>
                      <p:cNvPr id="2" name="Object 1">
                        <a:extLst>
                          <a:ext uri="{FF2B5EF4-FFF2-40B4-BE49-F238E27FC236}">
                            <a16:creationId xmlns:a16="http://schemas.microsoft.com/office/drawing/2014/main" id="{AEB8A597-B3EF-4830-94E0-B8A5551DD180}"/>
                          </a:ext>
                        </a:extLst>
                      </p:cNvPr>
                      <p:cNvPicPr/>
                      <p:nvPr/>
                    </p:nvPicPr>
                    <p:blipFill>
                      <a:blip r:embed="rId5"/>
                      <a:stretch>
                        <a:fillRect/>
                      </a:stretch>
                    </p:blipFill>
                    <p:spPr>
                      <a:xfrm>
                        <a:off x="1800226" y="1358900"/>
                        <a:ext cx="5014913" cy="833438"/>
                      </a:xfrm>
                      <a:prstGeom prst="rect">
                        <a:avLst/>
                      </a:prstGeom>
                    </p:spPr>
                  </p:pic>
                </p:oleObj>
              </mc:Fallback>
            </mc:AlternateContent>
          </a:graphicData>
        </a:graphic>
      </p:graphicFrame>
      <p:sp>
        <p:nvSpPr>
          <p:cNvPr id="15" name="Rectangle 14">
            <a:extLst>
              <a:ext uri="{FF2B5EF4-FFF2-40B4-BE49-F238E27FC236}">
                <a16:creationId xmlns:a16="http://schemas.microsoft.com/office/drawing/2014/main" id="{F2333A93-233A-4D79-9B7D-FA2B46DD6E17}"/>
              </a:ext>
            </a:extLst>
          </p:cNvPr>
          <p:cNvSpPr/>
          <p:nvPr/>
        </p:nvSpPr>
        <p:spPr>
          <a:xfrm>
            <a:off x="1524001" y="402674"/>
            <a:ext cx="8918917" cy="830997"/>
          </a:xfrm>
          <a:prstGeom prst="rect">
            <a:avLst/>
          </a:prstGeom>
        </p:spPr>
        <p:txBody>
          <a:bodyPr wrap="square">
            <a:spAutoFit/>
          </a:bodyPr>
          <a:lstStyle/>
          <a:p>
            <a:pPr marL="342900" indent="-342900">
              <a:buFont typeface="Arial" panose="020B0604020202020204" pitchFamily="34" charset="0"/>
              <a:buChar char="•"/>
            </a:pPr>
            <a:r>
              <a:rPr lang="en-CA" sz="2400" spc="10" dirty="0">
                <a:solidFill>
                  <a:srgbClr val="0000FF"/>
                </a:solidFill>
                <a:latin typeface="Times New Roman" panose="02020603050405020304" pitchFamily="18" charset="0"/>
                <a:ea typeface="Times New Roman" panose="02020603050405020304" pitchFamily="18" charset="0"/>
              </a:rPr>
              <a:t>The Voltage Amplification, </a:t>
            </a:r>
            <a:r>
              <a:rPr lang="en-CA" sz="2400" i="1" spc="10" dirty="0">
                <a:solidFill>
                  <a:srgbClr val="0000FF"/>
                </a:solidFill>
                <a:latin typeface="Times New Roman" panose="02020603050405020304" pitchFamily="18" charset="0"/>
                <a:ea typeface="Times New Roman" panose="02020603050405020304" pitchFamily="18" charset="0"/>
              </a:rPr>
              <a:t>A</a:t>
            </a:r>
            <a:r>
              <a:rPr lang="en-CA" sz="2400" i="1" spc="10" baseline="-25000" dirty="0">
                <a:solidFill>
                  <a:srgbClr val="0000FF"/>
                </a:solidFill>
                <a:latin typeface="Times New Roman" panose="02020603050405020304" pitchFamily="18" charset="0"/>
                <a:ea typeface="Times New Roman" panose="02020603050405020304" pitchFamily="18" charset="0"/>
              </a:rPr>
              <a:t>Vs</a:t>
            </a:r>
            <a:r>
              <a:rPr lang="en-CA" sz="2400" dirty="0">
                <a:solidFill>
                  <a:srgbClr val="0000FF"/>
                </a:solidFill>
              </a:rPr>
              <a:t> taking into account the Resistance </a:t>
            </a:r>
            <a:r>
              <a:rPr lang="en-CA" sz="2400" i="1" dirty="0">
                <a:solidFill>
                  <a:srgbClr val="0000FF"/>
                </a:solidFill>
              </a:rPr>
              <a:t>R</a:t>
            </a:r>
            <a:r>
              <a:rPr lang="en-CA" sz="2400" i="1" baseline="-25000" dirty="0">
                <a:solidFill>
                  <a:srgbClr val="0000FF"/>
                </a:solidFill>
              </a:rPr>
              <a:t>s</a:t>
            </a:r>
            <a:r>
              <a:rPr lang="en-CA" sz="2400" dirty="0">
                <a:solidFill>
                  <a:srgbClr val="0000FF"/>
                </a:solidFill>
              </a:rPr>
              <a:t> of the Source</a:t>
            </a:r>
            <a:r>
              <a:rPr lang="en-CA" sz="2400" spc="10" dirty="0">
                <a:solidFill>
                  <a:srgbClr val="0000FF"/>
                </a:solidFill>
                <a:latin typeface="Times New Roman" panose="02020603050405020304" pitchFamily="18" charset="0"/>
                <a:ea typeface="Times New Roman" panose="02020603050405020304" pitchFamily="18" charset="0"/>
              </a:rPr>
              <a:t>: </a:t>
            </a:r>
            <a:r>
              <a:rPr lang="en-CA" sz="2400" dirty="0"/>
              <a:t>This overall voltage gain A</a:t>
            </a:r>
            <a:r>
              <a:rPr lang="en-CA" sz="2400" baseline="-25000" dirty="0"/>
              <a:t>Vs</a:t>
            </a:r>
            <a:r>
              <a:rPr lang="en-CA" sz="2400" dirty="0"/>
              <a:t> is defined by</a:t>
            </a:r>
            <a:endParaRPr lang="en-US" sz="2400" dirty="0"/>
          </a:p>
        </p:txBody>
      </p:sp>
      <p:sp>
        <p:nvSpPr>
          <p:cNvPr id="5" name="Rectangle 4">
            <a:extLst>
              <a:ext uri="{FF2B5EF4-FFF2-40B4-BE49-F238E27FC236}">
                <a16:creationId xmlns:a16="http://schemas.microsoft.com/office/drawing/2014/main" id="{FAC5DFAB-D7AE-4DC3-8671-41F416D2C9E8}"/>
              </a:ext>
            </a:extLst>
          </p:cNvPr>
          <p:cNvSpPr/>
          <p:nvPr/>
        </p:nvSpPr>
        <p:spPr>
          <a:xfrm>
            <a:off x="1524001" y="2133051"/>
            <a:ext cx="6465553" cy="369332"/>
          </a:xfrm>
          <a:prstGeom prst="rect">
            <a:avLst/>
          </a:prstGeom>
        </p:spPr>
        <p:txBody>
          <a:bodyPr wrap="none">
            <a:spAutoFit/>
          </a:bodyPr>
          <a:lstStyle/>
          <a:p>
            <a:pPr marL="285750" indent="-285750">
              <a:buFont typeface="Arial" panose="020B0604020202020204" pitchFamily="34" charset="0"/>
              <a:buChar char="•"/>
            </a:pPr>
            <a:r>
              <a:rPr lang="en-CA" dirty="0"/>
              <a:t>From the equivalent circuit of the amplifier, shown in Fig. 8-13a,</a:t>
            </a:r>
            <a:endParaRPr lang="en-US" dirty="0"/>
          </a:p>
        </p:txBody>
      </p:sp>
      <p:graphicFrame>
        <p:nvGraphicFramePr>
          <p:cNvPr id="7" name="Object 6">
            <a:extLst>
              <a:ext uri="{FF2B5EF4-FFF2-40B4-BE49-F238E27FC236}">
                <a16:creationId xmlns:a16="http://schemas.microsoft.com/office/drawing/2014/main" id="{F65A56AF-E1E5-407C-A6D4-66A3E38BF44D}"/>
              </a:ext>
            </a:extLst>
          </p:cNvPr>
          <p:cNvGraphicFramePr>
            <a:graphicFrameLocks noChangeAspect="1"/>
          </p:cNvGraphicFramePr>
          <p:nvPr/>
        </p:nvGraphicFramePr>
        <p:xfrm>
          <a:off x="1868488" y="2549525"/>
          <a:ext cx="1562100" cy="833438"/>
        </p:xfrm>
        <a:graphic>
          <a:graphicData uri="http://schemas.openxmlformats.org/presentationml/2006/ole">
            <mc:AlternateContent xmlns:mc="http://schemas.openxmlformats.org/markup-compatibility/2006">
              <mc:Choice xmlns:v="urn:schemas-microsoft-com:vml" Requires="v">
                <p:oleObj spid="_x0000_s15363" name="Equation" r:id="rId6" imgW="711000" imgH="380880" progId="Equation.DSMT4">
                  <p:embed/>
                </p:oleObj>
              </mc:Choice>
              <mc:Fallback>
                <p:oleObj name="Equation" r:id="rId6" imgW="711000" imgH="380880" progId="Equation.DSMT4">
                  <p:embed/>
                  <p:pic>
                    <p:nvPicPr>
                      <p:cNvPr id="7" name="Object 6">
                        <a:extLst>
                          <a:ext uri="{FF2B5EF4-FFF2-40B4-BE49-F238E27FC236}">
                            <a16:creationId xmlns:a16="http://schemas.microsoft.com/office/drawing/2014/main" id="{F65A56AF-E1E5-407C-A6D4-66A3E38BF44D}"/>
                          </a:ext>
                        </a:extLst>
                      </p:cNvPr>
                      <p:cNvPicPr/>
                      <p:nvPr/>
                    </p:nvPicPr>
                    <p:blipFill>
                      <a:blip r:embed="rId7"/>
                      <a:stretch>
                        <a:fillRect/>
                      </a:stretch>
                    </p:blipFill>
                    <p:spPr>
                      <a:xfrm>
                        <a:off x="1868488" y="2549525"/>
                        <a:ext cx="1562100" cy="833438"/>
                      </a:xfrm>
                      <a:prstGeom prst="rect">
                        <a:avLst/>
                      </a:prstGeom>
                    </p:spPr>
                  </p:pic>
                </p:oleObj>
              </mc:Fallback>
            </mc:AlternateContent>
          </a:graphicData>
        </a:graphic>
      </p:graphicFrame>
      <p:graphicFrame>
        <p:nvGraphicFramePr>
          <p:cNvPr id="9" name="Object 8">
            <a:extLst>
              <a:ext uri="{FF2B5EF4-FFF2-40B4-BE49-F238E27FC236}">
                <a16:creationId xmlns:a16="http://schemas.microsoft.com/office/drawing/2014/main" id="{DF2ADB4B-C8DB-4E18-8955-284797652F1F}"/>
              </a:ext>
            </a:extLst>
          </p:cNvPr>
          <p:cNvGraphicFramePr>
            <a:graphicFrameLocks noChangeAspect="1"/>
          </p:cNvGraphicFramePr>
          <p:nvPr/>
        </p:nvGraphicFramePr>
        <p:xfrm>
          <a:off x="1827214" y="3582989"/>
          <a:ext cx="4625975" cy="833437"/>
        </p:xfrm>
        <a:graphic>
          <a:graphicData uri="http://schemas.openxmlformats.org/presentationml/2006/ole">
            <mc:AlternateContent xmlns:mc="http://schemas.openxmlformats.org/markup-compatibility/2006">
              <mc:Choice xmlns:v="urn:schemas-microsoft-com:vml" Requires="v">
                <p:oleObj spid="_x0000_s15364" name="Equation" r:id="rId8" imgW="2108160" imgH="380880" progId="Equation.DSMT4">
                  <p:embed/>
                </p:oleObj>
              </mc:Choice>
              <mc:Fallback>
                <p:oleObj name="Equation" r:id="rId8" imgW="2108160" imgH="380880" progId="Equation.DSMT4">
                  <p:embed/>
                  <p:pic>
                    <p:nvPicPr>
                      <p:cNvPr id="9" name="Object 8">
                        <a:extLst>
                          <a:ext uri="{FF2B5EF4-FFF2-40B4-BE49-F238E27FC236}">
                            <a16:creationId xmlns:a16="http://schemas.microsoft.com/office/drawing/2014/main" id="{DF2ADB4B-C8DB-4E18-8955-284797652F1F}"/>
                          </a:ext>
                        </a:extLst>
                      </p:cNvPr>
                      <p:cNvPicPr/>
                      <p:nvPr/>
                    </p:nvPicPr>
                    <p:blipFill>
                      <a:blip r:embed="rId9"/>
                      <a:stretch>
                        <a:fillRect/>
                      </a:stretch>
                    </p:blipFill>
                    <p:spPr>
                      <a:xfrm>
                        <a:off x="1827214" y="3582989"/>
                        <a:ext cx="4625975" cy="833437"/>
                      </a:xfrm>
                      <a:prstGeom prst="rect">
                        <a:avLst/>
                      </a:prstGeom>
                    </p:spPr>
                  </p:pic>
                </p:oleObj>
              </mc:Fallback>
            </mc:AlternateContent>
          </a:graphicData>
        </a:graphic>
      </p:graphicFrame>
      <p:sp>
        <p:nvSpPr>
          <p:cNvPr id="3" name="Rectangle 2">
            <a:extLst>
              <a:ext uri="{FF2B5EF4-FFF2-40B4-BE49-F238E27FC236}">
                <a16:creationId xmlns:a16="http://schemas.microsoft.com/office/drawing/2014/main" id="{3A761921-AE98-49DA-8A74-E0980A4A776F}"/>
              </a:ext>
            </a:extLst>
          </p:cNvPr>
          <p:cNvSpPr/>
          <p:nvPr/>
        </p:nvSpPr>
        <p:spPr>
          <a:xfrm>
            <a:off x="1524001" y="3293155"/>
            <a:ext cx="976549" cy="369332"/>
          </a:xfrm>
          <a:prstGeom prst="rect">
            <a:avLst/>
          </a:prstGeom>
        </p:spPr>
        <p:txBody>
          <a:bodyPr wrap="none">
            <a:spAutoFit/>
          </a:bodyPr>
          <a:lstStyle/>
          <a:p>
            <a:pPr marL="285750" indent="-285750">
              <a:buFont typeface="Arial" panose="020B0604020202020204" pitchFamily="34" charset="0"/>
              <a:buChar char="•"/>
            </a:pPr>
            <a:r>
              <a:rPr lang="en-CA" dirty="0"/>
              <a:t>Then</a:t>
            </a:r>
            <a:endParaRPr lang="en-US" dirty="0"/>
          </a:p>
        </p:txBody>
      </p:sp>
      <p:sp>
        <p:nvSpPr>
          <p:cNvPr id="4" name="Rectangle 3">
            <a:extLst>
              <a:ext uri="{FF2B5EF4-FFF2-40B4-BE49-F238E27FC236}">
                <a16:creationId xmlns:a16="http://schemas.microsoft.com/office/drawing/2014/main" id="{C5B5249B-113D-434A-A8ED-989269A1FD7D}"/>
              </a:ext>
            </a:extLst>
          </p:cNvPr>
          <p:cNvSpPr/>
          <p:nvPr/>
        </p:nvSpPr>
        <p:spPr>
          <a:xfrm>
            <a:off x="1524001" y="4446867"/>
            <a:ext cx="4328685" cy="369332"/>
          </a:xfrm>
          <a:prstGeom prst="rect">
            <a:avLst/>
          </a:prstGeom>
        </p:spPr>
        <p:txBody>
          <a:bodyPr wrap="none">
            <a:spAutoFit/>
          </a:bodyPr>
          <a:lstStyle/>
          <a:p>
            <a:pPr marL="285750" indent="-285750">
              <a:buFont typeface="Arial" panose="020B0604020202020204" pitchFamily="34" charset="0"/>
              <a:buChar char="•"/>
            </a:pPr>
            <a:r>
              <a:rPr lang="en-CA" dirty="0"/>
              <a:t>Where use has been made of Eq. (8-25)</a:t>
            </a:r>
            <a:endParaRPr lang="en-US" dirty="0"/>
          </a:p>
        </p:txBody>
      </p:sp>
      <p:graphicFrame>
        <p:nvGraphicFramePr>
          <p:cNvPr id="11" name="Object 10">
            <a:extLst>
              <a:ext uri="{FF2B5EF4-FFF2-40B4-BE49-F238E27FC236}">
                <a16:creationId xmlns:a16="http://schemas.microsoft.com/office/drawing/2014/main" id="{36E3212B-EBA3-44D1-9B02-DEEC4430D81B}"/>
              </a:ext>
            </a:extLst>
          </p:cNvPr>
          <p:cNvGraphicFramePr>
            <a:graphicFrameLocks noChangeAspect="1"/>
          </p:cNvGraphicFramePr>
          <p:nvPr/>
        </p:nvGraphicFramePr>
        <p:xfrm>
          <a:off x="3959226" y="2483397"/>
          <a:ext cx="4987925" cy="835025"/>
        </p:xfrm>
        <a:graphic>
          <a:graphicData uri="http://schemas.openxmlformats.org/presentationml/2006/ole">
            <mc:AlternateContent xmlns:mc="http://schemas.openxmlformats.org/markup-compatibility/2006">
              <mc:Choice xmlns:v="urn:schemas-microsoft-com:vml" Requires="v">
                <p:oleObj spid="_x0000_s15365" name="Equation" r:id="rId10" imgW="2273040" imgH="380880" progId="Equation.DSMT4">
                  <p:embed/>
                </p:oleObj>
              </mc:Choice>
              <mc:Fallback>
                <p:oleObj name="Equation" r:id="rId10" imgW="2273040" imgH="380880" progId="Equation.DSMT4">
                  <p:embed/>
                  <p:pic>
                    <p:nvPicPr>
                      <p:cNvPr id="11" name="Object 10">
                        <a:extLst>
                          <a:ext uri="{FF2B5EF4-FFF2-40B4-BE49-F238E27FC236}">
                            <a16:creationId xmlns:a16="http://schemas.microsoft.com/office/drawing/2014/main" id="{36E3212B-EBA3-44D1-9B02-DEEC4430D81B}"/>
                          </a:ext>
                        </a:extLst>
                      </p:cNvPr>
                      <p:cNvPicPr/>
                      <p:nvPr/>
                    </p:nvPicPr>
                    <p:blipFill>
                      <a:blip r:embed="rId11"/>
                      <a:stretch>
                        <a:fillRect/>
                      </a:stretch>
                    </p:blipFill>
                    <p:spPr>
                      <a:xfrm>
                        <a:off x="3959226" y="2483397"/>
                        <a:ext cx="4987925" cy="835025"/>
                      </a:xfrm>
                      <a:prstGeom prst="rect">
                        <a:avLst/>
                      </a:prstGeom>
                      <a:solidFill>
                        <a:srgbClr val="92D050"/>
                      </a:solidFill>
                    </p:spPr>
                  </p:pic>
                </p:oleObj>
              </mc:Fallback>
            </mc:AlternateContent>
          </a:graphicData>
        </a:graphic>
      </p:graphicFrame>
      <p:pic>
        <p:nvPicPr>
          <p:cNvPr id="6" name="Picture 5">
            <a:extLst>
              <a:ext uri="{FF2B5EF4-FFF2-40B4-BE49-F238E27FC236}">
                <a16:creationId xmlns:a16="http://schemas.microsoft.com/office/drawing/2014/main" id="{36B746CE-DB7A-47EB-95CA-F770DBA2AB53}"/>
              </a:ext>
            </a:extLst>
          </p:cNvPr>
          <p:cNvPicPr>
            <a:picLocks noChangeAspect="1"/>
          </p:cNvPicPr>
          <p:nvPr/>
        </p:nvPicPr>
        <p:blipFill>
          <a:blip r:embed="rId12"/>
          <a:stretch>
            <a:fillRect/>
          </a:stretch>
        </p:blipFill>
        <p:spPr>
          <a:xfrm>
            <a:off x="6718765" y="3548135"/>
            <a:ext cx="4989243" cy="1899994"/>
          </a:xfrm>
          <a:prstGeom prst="rect">
            <a:avLst/>
          </a:prstGeom>
        </p:spPr>
      </p:pic>
      <p:sp>
        <p:nvSpPr>
          <p:cNvPr id="10" name="Rectangle 9">
            <a:extLst>
              <a:ext uri="{FF2B5EF4-FFF2-40B4-BE49-F238E27FC236}">
                <a16:creationId xmlns:a16="http://schemas.microsoft.com/office/drawing/2014/main" id="{22C30A21-DB82-4C8F-917B-8AE0F59FA481}"/>
              </a:ext>
            </a:extLst>
          </p:cNvPr>
          <p:cNvSpPr/>
          <p:nvPr/>
        </p:nvSpPr>
        <p:spPr>
          <a:xfrm>
            <a:off x="2817318" y="5067976"/>
            <a:ext cx="3768659" cy="1200329"/>
          </a:xfrm>
          <a:prstGeom prst="rect">
            <a:avLst/>
          </a:prstGeom>
        </p:spPr>
        <p:txBody>
          <a:bodyPr wrap="square">
            <a:spAutoFit/>
          </a:bodyPr>
          <a:lstStyle/>
          <a:p>
            <a:pPr algn="just">
              <a:spcBef>
                <a:spcPts val="10"/>
              </a:spcBef>
              <a:tabLst>
                <a:tab pos="1048385" algn="l"/>
              </a:tabLst>
            </a:pPr>
            <a:r>
              <a:rPr lang="en-CA" dirty="0">
                <a:solidFill>
                  <a:srgbClr val="0000FF"/>
                </a:solidFill>
                <a:latin typeface="Times New Roman" panose="02020603050405020304" pitchFamily="18" charset="0"/>
                <a:ea typeface="Times New Roman" panose="02020603050405020304" pitchFamily="18" charset="0"/>
                <a:cs typeface="Times New Roman" panose="02020603050405020304" pitchFamily="18" charset="0"/>
              </a:rPr>
              <a:t>Fig. 8-13	Input circuit of a transistor amplifier using (a) a Thevenin's equivalent for the source and </a:t>
            </a:r>
            <a:r>
              <a:rPr lang="en-CA" b="1" i="1" dirty="0">
                <a:solidFill>
                  <a:srgbClr val="0000FF"/>
                </a:solidFill>
                <a:latin typeface="Times New Roman" panose="02020603050405020304" pitchFamily="18" charset="0"/>
                <a:ea typeface="Times New Roman" panose="02020603050405020304" pitchFamily="18" charset="0"/>
                <a:cs typeface="Times New Roman" panose="02020603050405020304" pitchFamily="18" charset="0"/>
              </a:rPr>
              <a:t>(b) </a:t>
            </a:r>
            <a:r>
              <a:rPr lang="en-CA" dirty="0">
                <a:solidFill>
                  <a:srgbClr val="0000FF"/>
                </a:solidFill>
                <a:latin typeface="Times New Roman" panose="02020603050405020304" pitchFamily="18" charset="0"/>
                <a:ea typeface="Times New Roman" panose="02020603050405020304" pitchFamily="18" charset="0"/>
                <a:cs typeface="Times New Roman" panose="02020603050405020304" pitchFamily="18" charset="0"/>
              </a:rPr>
              <a:t>a Norton's equivalent for </a:t>
            </a:r>
            <a:r>
              <a:rPr lang="en-CA" dirty="0">
                <a:solidFill>
                  <a:srgbClr val="0000FF"/>
                </a:solidFill>
                <a:latin typeface="Times New Roman" panose="02020603050405020304" pitchFamily="18" charset="0"/>
                <a:ea typeface="Times New Roman" panose="02020603050405020304" pitchFamily="18" charset="0"/>
              </a:rPr>
              <a:t>the source.</a:t>
            </a:r>
            <a:endParaRPr lang="en-US" dirty="0">
              <a:solidFill>
                <a:srgbClr val="0000FF"/>
              </a:solidFill>
            </a:endParaRPr>
          </a:p>
        </p:txBody>
      </p:sp>
      <p:sp>
        <p:nvSpPr>
          <p:cNvPr id="12" name="Rectangle 11"/>
          <p:cNvSpPr/>
          <p:nvPr/>
        </p:nvSpPr>
        <p:spPr>
          <a:xfrm>
            <a:off x="8146571" y="1076845"/>
            <a:ext cx="3820263" cy="1477328"/>
          </a:xfrm>
          <a:prstGeom prst="rect">
            <a:avLst/>
          </a:prstGeom>
        </p:spPr>
        <p:txBody>
          <a:bodyPr wrap="square">
            <a:spAutoFit/>
          </a:bodyPr>
          <a:lstStyle/>
          <a:p>
            <a:pPr algn="just"/>
            <a:r>
              <a:rPr lang="en-CA" dirty="0">
                <a:solidFill>
                  <a:srgbClr val="FF0000"/>
                </a:solidFill>
              </a:rPr>
              <a:t>Derive the expression of voltage gain taking source resistance into consideration from the small-signal hybrid model of a BJT independent of specific configuration</a:t>
            </a:r>
            <a:r>
              <a:rPr lang="en-CA" spc="10" dirty="0">
                <a:solidFill>
                  <a:srgbClr val="FF0000"/>
                </a:solidFill>
                <a:latin typeface="Times New Roman" panose="02020603050405020304" pitchFamily="18" charset="0"/>
                <a:ea typeface="Times New Roman" panose="02020603050405020304" pitchFamily="18" charset="0"/>
              </a:rPr>
              <a:t>.</a:t>
            </a:r>
            <a:endParaRPr lang="en-US" dirty="0"/>
          </a:p>
        </p:txBody>
      </p:sp>
      <mc:AlternateContent xmlns:mc="http://schemas.openxmlformats.org/markup-compatibility/2006" xmlns:p14="http://schemas.microsoft.com/office/powerpoint/2010/main">
        <mc:Choice Requires="p14">
          <p:contentPart p14:bwMode="auto" r:id="rId13">
            <p14:nvContentPartPr>
              <p14:cNvPr id="13" name="Ink 12">
                <a:extLst>
                  <a:ext uri="{FF2B5EF4-FFF2-40B4-BE49-F238E27FC236}">
                    <a16:creationId xmlns:a16="http://schemas.microsoft.com/office/drawing/2014/main" id="{A983723C-4389-4069-AB7B-572DCDE5BD8F}"/>
                  </a:ext>
                </a:extLst>
              </p14:cNvPr>
              <p14:cNvContentPartPr/>
              <p14:nvPr/>
            </p14:nvContentPartPr>
            <p14:xfrm>
              <a:off x="3402000" y="1863000"/>
              <a:ext cx="4933440" cy="3521160"/>
            </p14:xfrm>
          </p:contentPart>
        </mc:Choice>
        <mc:Fallback xmlns="">
          <p:pic>
            <p:nvPicPr>
              <p:cNvPr id="13" name="Ink 12">
                <a:extLst>
                  <a:ext uri="{FF2B5EF4-FFF2-40B4-BE49-F238E27FC236}">
                    <a16:creationId xmlns:a16="http://schemas.microsoft.com/office/drawing/2014/main" id="{A983723C-4389-4069-AB7B-572DCDE5BD8F}"/>
                  </a:ext>
                </a:extLst>
              </p:cNvPr>
              <p:cNvPicPr/>
              <p:nvPr/>
            </p:nvPicPr>
            <p:blipFill>
              <a:blip r:embed="rId14"/>
              <a:stretch>
                <a:fillRect/>
              </a:stretch>
            </p:blipFill>
            <p:spPr>
              <a:xfrm>
                <a:off x="3392640" y="1853640"/>
                <a:ext cx="4952160" cy="3539880"/>
              </a:xfrm>
              <a:prstGeom prst="rect">
                <a:avLst/>
              </a:prstGeom>
            </p:spPr>
          </p:pic>
        </mc:Fallback>
      </mc:AlternateContent>
      <mc:AlternateContent xmlns:mc="http://schemas.openxmlformats.org/markup-compatibility/2006" xmlns:p14="http://schemas.microsoft.com/office/powerpoint/2010/main">
        <mc:Choice Requires="p14">
          <p:contentPart p14:bwMode="auto" r:id="rId15">
            <p14:nvContentPartPr>
              <p14:cNvPr id="14" name="Ink 13">
                <a:extLst>
                  <a:ext uri="{FF2B5EF4-FFF2-40B4-BE49-F238E27FC236}">
                    <a16:creationId xmlns:a16="http://schemas.microsoft.com/office/drawing/2014/main" id="{D220D251-C51C-4D3A-B68D-0C0354104445}"/>
                  </a:ext>
                </a:extLst>
              </p14:cNvPr>
              <p14:cNvContentPartPr/>
              <p14:nvPr/>
            </p14:nvContentPartPr>
            <p14:xfrm>
              <a:off x="4593600" y="2358720"/>
              <a:ext cx="7589160" cy="3948840"/>
            </p14:xfrm>
          </p:contentPart>
        </mc:Choice>
        <mc:Fallback xmlns="">
          <p:pic>
            <p:nvPicPr>
              <p:cNvPr id="14" name="Ink 13">
                <a:extLst>
                  <a:ext uri="{FF2B5EF4-FFF2-40B4-BE49-F238E27FC236}">
                    <a16:creationId xmlns:a16="http://schemas.microsoft.com/office/drawing/2014/main" id="{D220D251-C51C-4D3A-B68D-0C0354104445}"/>
                  </a:ext>
                </a:extLst>
              </p:cNvPr>
              <p:cNvPicPr/>
              <p:nvPr/>
            </p:nvPicPr>
            <p:blipFill>
              <a:blip r:embed="rId16"/>
              <a:stretch>
                <a:fillRect/>
              </a:stretch>
            </p:blipFill>
            <p:spPr>
              <a:xfrm>
                <a:off x="4584240" y="2349360"/>
                <a:ext cx="7607880" cy="3967560"/>
              </a:xfrm>
              <a:prstGeom prst="rect">
                <a:avLst/>
              </a:prstGeom>
            </p:spPr>
          </p:pic>
        </mc:Fallback>
      </mc:AlternateContent>
    </p:spTree>
    <p:extLst>
      <p:ext uri="{BB962C8B-B14F-4D97-AF65-F5344CB8AC3E}">
        <p14:creationId xmlns:p14="http://schemas.microsoft.com/office/powerpoint/2010/main" val="253670188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ontent Placeholder 2">
            <a:extLst>
              <a:ext uri="{FF2B5EF4-FFF2-40B4-BE49-F238E27FC236}">
                <a16:creationId xmlns:a16="http://schemas.microsoft.com/office/drawing/2014/main" id="{951CA86C-20B9-4FCE-B7AD-83AB535DF8C8}"/>
              </a:ext>
            </a:extLst>
          </p:cNvPr>
          <p:cNvSpPr txBox="1">
            <a:spLocks/>
          </p:cNvSpPr>
          <p:nvPr/>
        </p:nvSpPr>
        <p:spPr>
          <a:xfrm>
            <a:off x="1524001" y="0"/>
            <a:ext cx="8918917" cy="458858"/>
          </a:xfrm>
          <a:prstGeom prst="rect">
            <a:avLst/>
          </a:prstGeom>
        </p:spPr>
        <p:txBody>
          <a:bodyPr>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just">
              <a:buBlip>
                <a:blip r:embed="rId2"/>
              </a:buBlip>
            </a:pPr>
            <a:r>
              <a:rPr lang="en-US" sz="2000" b="1" dirty="0">
                <a:solidFill>
                  <a:srgbClr val="C00000"/>
                </a:solidFill>
                <a:effectLst>
                  <a:outerShdw blurRad="38100" dist="38100" dir="2700000" algn="tl">
                    <a:srgbClr val="000000">
                      <a:alpha val="43137"/>
                    </a:srgbClr>
                  </a:outerShdw>
                </a:effectLst>
              </a:rPr>
              <a:t>Analysis of a Transistor Amplifier Circuit using h parameters (8/6)</a:t>
            </a:r>
          </a:p>
        </p:txBody>
      </p:sp>
      <p:pic>
        <p:nvPicPr>
          <p:cNvPr id="6" name="Picture 5">
            <a:extLst>
              <a:ext uri="{FF2B5EF4-FFF2-40B4-BE49-F238E27FC236}">
                <a16:creationId xmlns:a16="http://schemas.microsoft.com/office/drawing/2014/main" id="{36B746CE-DB7A-47EB-95CA-F770DBA2AB53}"/>
              </a:ext>
            </a:extLst>
          </p:cNvPr>
          <p:cNvPicPr>
            <a:picLocks noChangeAspect="1"/>
          </p:cNvPicPr>
          <p:nvPr/>
        </p:nvPicPr>
        <p:blipFill>
          <a:blip r:embed="rId3"/>
          <a:stretch>
            <a:fillRect/>
          </a:stretch>
        </p:blipFill>
        <p:spPr>
          <a:xfrm>
            <a:off x="3752443" y="3433354"/>
            <a:ext cx="6753225" cy="2571750"/>
          </a:xfrm>
          <a:prstGeom prst="rect">
            <a:avLst/>
          </a:prstGeom>
        </p:spPr>
      </p:pic>
      <p:sp>
        <p:nvSpPr>
          <p:cNvPr id="12" name="Rectangle 11">
            <a:extLst>
              <a:ext uri="{FF2B5EF4-FFF2-40B4-BE49-F238E27FC236}">
                <a16:creationId xmlns:a16="http://schemas.microsoft.com/office/drawing/2014/main" id="{2CB7FE09-C84D-4554-9C93-6D642AF09380}"/>
              </a:ext>
            </a:extLst>
          </p:cNvPr>
          <p:cNvSpPr/>
          <p:nvPr/>
        </p:nvSpPr>
        <p:spPr>
          <a:xfrm>
            <a:off x="1749083" y="6005105"/>
            <a:ext cx="8756584" cy="646331"/>
          </a:xfrm>
          <a:prstGeom prst="rect">
            <a:avLst/>
          </a:prstGeom>
        </p:spPr>
        <p:txBody>
          <a:bodyPr wrap="square">
            <a:spAutoFit/>
          </a:bodyPr>
          <a:lstStyle/>
          <a:p>
            <a:pPr algn="just">
              <a:spcBef>
                <a:spcPts val="10"/>
              </a:spcBef>
              <a:tabLst>
                <a:tab pos="1048385" algn="l"/>
              </a:tabLst>
            </a:pPr>
            <a:r>
              <a:rPr lang="en-CA" dirty="0">
                <a:solidFill>
                  <a:srgbClr val="0000FF"/>
                </a:solidFill>
                <a:latin typeface="Times New Roman" panose="02020603050405020304" pitchFamily="18" charset="0"/>
                <a:ea typeface="Times New Roman" panose="02020603050405020304" pitchFamily="18" charset="0"/>
                <a:cs typeface="Times New Roman" panose="02020603050405020304" pitchFamily="18" charset="0"/>
              </a:rPr>
              <a:t>Fig. 8-13	Input circuit of a transistor amplifier using (a) a Thevenin's equivalent for the source and </a:t>
            </a:r>
            <a:r>
              <a:rPr lang="en-CA" b="1" i="1" dirty="0">
                <a:solidFill>
                  <a:srgbClr val="0000FF"/>
                </a:solidFill>
                <a:latin typeface="Times New Roman" panose="02020603050405020304" pitchFamily="18" charset="0"/>
                <a:ea typeface="Times New Roman" panose="02020603050405020304" pitchFamily="18" charset="0"/>
                <a:cs typeface="Times New Roman" panose="02020603050405020304" pitchFamily="18" charset="0"/>
              </a:rPr>
              <a:t>(b) </a:t>
            </a:r>
            <a:r>
              <a:rPr lang="en-CA" dirty="0">
                <a:solidFill>
                  <a:srgbClr val="0000FF"/>
                </a:solidFill>
                <a:latin typeface="Times New Roman" panose="02020603050405020304" pitchFamily="18" charset="0"/>
                <a:ea typeface="Times New Roman" panose="02020603050405020304" pitchFamily="18" charset="0"/>
                <a:cs typeface="Times New Roman" panose="02020603050405020304" pitchFamily="18" charset="0"/>
              </a:rPr>
              <a:t>a Norton's equivalent for </a:t>
            </a:r>
            <a:r>
              <a:rPr lang="en-CA" dirty="0">
                <a:solidFill>
                  <a:srgbClr val="0000FF"/>
                </a:solidFill>
                <a:latin typeface="Times New Roman" panose="02020603050405020304" pitchFamily="18" charset="0"/>
                <a:ea typeface="Times New Roman" panose="02020603050405020304" pitchFamily="18" charset="0"/>
              </a:rPr>
              <a:t>the source.</a:t>
            </a:r>
            <a:endParaRPr lang="en-US" dirty="0">
              <a:solidFill>
                <a:srgbClr val="0000FF"/>
              </a:solidFill>
            </a:endParaRPr>
          </a:p>
        </p:txBody>
      </p:sp>
      <p:sp>
        <p:nvSpPr>
          <p:cNvPr id="10" name="Rectangle 9">
            <a:extLst>
              <a:ext uri="{FF2B5EF4-FFF2-40B4-BE49-F238E27FC236}">
                <a16:creationId xmlns:a16="http://schemas.microsoft.com/office/drawing/2014/main" id="{65827E84-3540-458C-8882-01D8F568AF79}"/>
              </a:ext>
            </a:extLst>
          </p:cNvPr>
          <p:cNvSpPr/>
          <p:nvPr/>
        </p:nvSpPr>
        <p:spPr>
          <a:xfrm>
            <a:off x="1524000" y="478699"/>
            <a:ext cx="8918916" cy="2308324"/>
          </a:xfrm>
          <a:prstGeom prst="rect">
            <a:avLst/>
          </a:prstGeom>
        </p:spPr>
        <p:txBody>
          <a:bodyPr wrap="square">
            <a:spAutoFit/>
          </a:bodyPr>
          <a:lstStyle/>
          <a:p>
            <a:pPr marL="285750" marR="396240" indent="-285750" algn="just">
              <a:spcBef>
                <a:spcPts val="740"/>
              </a:spcBef>
              <a:buFont typeface="Arial" panose="020B0604020202020204" pitchFamily="34" charset="0"/>
              <a:buChar char="•"/>
            </a:pPr>
            <a:r>
              <a:rPr lang="en-CA" sz="240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Note that, if </a:t>
            </a:r>
            <a:r>
              <a:rPr lang="en-CA" sz="2400" i="1"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R</a:t>
            </a:r>
            <a:r>
              <a:rPr lang="en-CA" sz="2400" i="1" baseline="-2500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s</a:t>
            </a:r>
            <a:r>
              <a:rPr lang="en-CA" sz="2400" i="1"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 = </a:t>
            </a:r>
            <a:r>
              <a:rPr lang="en-CA" sz="240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0, then </a:t>
            </a:r>
            <a:r>
              <a:rPr lang="en-CA" sz="2400" i="1"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A</a:t>
            </a:r>
            <a:r>
              <a:rPr lang="en-CA" sz="2400" i="1" baseline="-2500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Vs</a:t>
            </a:r>
            <a:r>
              <a:rPr lang="en-CA" sz="2400" i="1"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 = A</a:t>
            </a:r>
            <a:r>
              <a:rPr lang="en-CA" sz="2400" i="1" baseline="-2500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V </a:t>
            </a:r>
            <a:r>
              <a:rPr lang="en-CA" sz="2400" i="1"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 </a:t>
            </a:r>
            <a:r>
              <a:rPr lang="en-CA" sz="240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Hence </a:t>
            </a:r>
            <a:r>
              <a:rPr lang="en-CA" sz="2400" i="1" dirty="0">
                <a:solidFill>
                  <a:srgbClr val="0000FF"/>
                </a:solidFill>
                <a:latin typeface="Times New Roman" panose="02020603050405020304" pitchFamily="18" charset="0"/>
                <a:ea typeface="Times New Roman" panose="02020603050405020304" pitchFamily="18" charset="0"/>
                <a:cs typeface="Times New Roman" panose="02020603050405020304" pitchFamily="18" charset="0"/>
              </a:rPr>
              <a:t>A</a:t>
            </a:r>
            <a:r>
              <a:rPr lang="en-CA" sz="2400" i="1" baseline="-25000" dirty="0">
                <a:solidFill>
                  <a:srgbClr val="0000FF"/>
                </a:solidFill>
                <a:latin typeface="Times New Roman" panose="02020603050405020304" pitchFamily="18" charset="0"/>
                <a:ea typeface="Times New Roman" panose="02020603050405020304" pitchFamily="18" charset="0"/>
                <a:cs typeface="Times New Roman" panose="02020603050405020304" pitchFamily="18" charset="0"/>
              </a:rPr>
              <a:t>V</a:t>
            </a:r>
            <a:r>
              <a:rPr lang="en-CA" sz="2400" i="1" dirty="0">
                <a:solidFill>
                  <a:srgbClr val="0000FF"/>
                </a:solidFill>
                <a:latin typeface="Times New Roman" panose="02020603050405020304" pitchFamily="18" charset="0"/>
                <a:ea typeface="Times New Roman" panose="02020603050405020304" pitchFamily="18" charset="0"/>
                <a:cs typeface="Times New Roman" panose="02020603050405020304" pitchFamily="18" charset="0"/>
              </a:rPr>
              <a:t> is the voltage gain for an ideal voltage source</a:t>
            </a:r>
            <a:r>
              <a:rPr lang="en-CA" sz="2400" i="1" dirty="0">
                <a:solidFill>
                  <a:srgbClr val="FF0000"/>
                </a:solidFill>
                <a:latin typeface="Times New Roman" panose="02020603050405020304" pitchFamily="18" charset="0"/>
                <a:ea typeface="Times New Roman" panose="02020603050405020304" pitchFamily="18" charset="0"/>
                <a:cs typeface="Times New Roman" panose="02020603050405020304" pitchFamily="18" charset="0"/>
              </a:rPr>
              <a:t> </a:t>
            </a:r>
            <a:r>
              <a:rPr lang="en-CA" sz="240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(one with zero internal resistance).   In practice, the quantity </a:t>
            </a:r>
            <a:r>
              <a:rPr lang="en-CA" sz="2400" i="1" dirty="0" err="1">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A</a:t>
            </a:r>
            <a:r>
              <a:rPr lang="en-CA" sz="2400" i="1" baseline="-25000" dirty="0" err="1">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Vs</a:t>
            </a:r>
            <a:r>
              <a:rPr lang="en-CA" sz="2400" i="1"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 </a:t>
            </a:r>
            <a:r>
              <a:rPr lang="en-CA" sz="240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is more meaningful than </a:t>
            </a:r>
            <a:r>
              <a:rPr lang="en-CA" sz="2400" i="1"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A</a:t>
            </a:r>
            <a:r>
              <a:rPr lang="en-CA" sz="2400" i="1" baseline="-2500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V</a:t>
            </a:r>
            <a:r>
              <a:rPr lang="en-CA" sz="2400" i="1"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 </a:t>
            </a:r>
            <a:r>
              <a:rPr lang="en-CA" sz="240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since, usually, the source resistance has an appreciable effect on the overall voltage </a:t>
            </a:r>
            <a:r>
              <a:rPr lang="en-CA" sz="2400" spc="5"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amplification.   For example, if </a:t>
            </a:r>
            <a:r>
              <a:rPr lang="en-CA" sz="2400" i="1" spc="5"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Z</a:t>
            </a:r>
            <a:r>
              <a:rPr lang="en-CA" sz="2400" i="1" spc="5" baseline="-2500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i</a:t>
            </a:r>
            <a:r>
              <a:rPr lang="en-CA" sz="2400" spc="5" baseline="-2500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 </a:t>
            </a:r>
            <a:r>
              <a:rPr lang="en-CA" sz="2400" spc="5"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is resistive and equal in magnitude to </a:t>
            </a:r>
            <a:r>
              <a:rPr lang="en-CA" sz="2400" i="1" spc="5"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R</a:t>
            </a:r>
            <a:r>
              <a:rPr lang="en-CA" sz="2400" i="1" spc="5" baseline="-2500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s</a:t>
            </a:r>
            <a:r>
              <a:rPr lang="en-CA" sz="2400" i="1" spc="5"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 </a:t>
            </a:r>
            <a:r>
              <a:rPr lang="en-CA" sz="2400" spc="5"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then </a:t>
            </a:r>
            <a:r>
              <a:rPr lang="en-CA" sz="2400" i="1"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A</a:t>
            </a:r>
            <a:r>
              <a:rPr lang="en-CA" sz="2400" i="1" baseline="-2500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Vs</a:t>
            </a:r>
            <a:r>
              <a:rPr lang="en-CA" sz="2400" i="1" spc="5"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 = 0.5</a:t>
            </a:r>
            <a:r>
              <a:rPr lang="en-CA" sz="2400" i="1"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A</a:t>
            </a:r>
            <a:r>
              <a:rPr lang="en-CA" sz="2400" i="1" baseline="-2500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V</a:t>
            </a:r>
            <a:r>
              <a:rPr lang="en-CA" dirty="0"/>
              <a:t>.</a:t>
            </a:r>
            <a:endParaRPr lang="en-US" sz="2400" dirty="0">
              <a:latin typeface="Calibri" panose="020F0502020204030204" pitchFamily="34" charset="0"/>
              <a:ea typeface="Times New Roman" panose="02020603050405020304" pitchFamily="18" charset="0"/>
              <a:cs typeface="Times New Roman" panose="02020603050405020304" pitchFamily="18" charset="0"/>
            </a:endParaRPr>
          </a:p>
        </p:txBody>
      </p:sp>
      <mc:AlternateContent xmlns:mc="http://schemas.openxmlformats.org/markup-compatibility/2006" xmlns:p14="http://schemas.microsoft.com/office/powerpoint/2010/main">
        <mc:Choice Requires="p14">
          <p:contentPart p14:bwMode="auto" r:id="rId4">
            <p14:nvContentPartPr>
              <p14:cNvPr id="2" name="Ink 1">
                <a:extLst>
                  <a:ext uri="{FF2B5EF4-FFF2-40B4-BE49-F238E27FC236}">
                    <a16:creationId xmlns:a16="http://schemas.microsoft.com/office/drawing/2014/main" id="{5AF119EA-E146-4B7F-8869-639E2DFF7C04}"/>
                  </a:ext>
                </a:extLst>
              </p14:cNvPr>
              <p14:cNvContentPartPr/>
              <p14:nvPr/>
            </p14:nvContentPartPr>
            <p14:xfrm>
              <a:off x="5705280" y="2479320"/>
              <a:ext cx="4285080" cy="531720"/>
            </p14:xfrm>
          </p:contentPart>
        </mc:Choice>
        <mc:Fallback xmlns="">
          <p:pic>
            <p:nvPicPr>
              <p:cNvPr id="2" name="Ink 1">
                <a:extLst>
                  <a:ext uri="{FF2B5EF4-FFF2-40B4-BE49-F238E27FC236}">
                    <a16:creationId xmlns:a16="http://schemas.microsoft.com/office/drawing/2014/main" id="{5AF119EA-E146-4B7F-8869-639E2DFF7C04}"/>
                  </a:ext>
                </a:extLst>
              </p:cNvPr>
              <p:cNvPicPr/>
              <p:nvPr/>
            </p:nvPicPr>
            <p:blipFill>
              <a:blip r:embed="rId5"/>
              <a:stretch>
                <a:fillRect/>
              </a:stretch>
            </p:blipFill>
            <p:spPr>
              <a:xfrm>
                <a:off x="5695920" y="2469960"/>
                <a:ext cx="4303800" cy="550440"/>
              </a:xfrm>
              <a:prstGeom prst="rect">
                <a:avLst/>
              </a:prstGeom>
            </p:spPr>
          </p:pic>
        </mc:Fallback>
      </mc:AlternateContent>
    </p:spTree>
    <p:extLst>
      <p:ext uri="{BB962C8B-B14F-4D97-AF65-F5344CB8AC3E}">
        <p14:creationId xmlns:p14="http://schemas.microsoft.com/office/powerpoint/2010/main" val="76876391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ontent Placeholder 2">
            <a:extLst>
              <a:ext uri="{FF2B5EF4-FFF2-40B4-BE49-F238E27FC236}">
                <a16:creationId xmlns:a16="http://schemas.microsoft.com/office/drawing/2014/main" id="{951CA86C-20B9-4FCE-B7AD-83AB535DF8C8}"/>
              </a:ext>
            </a:extLst>
          </p:cNvPr>
          <p:cNvSpPr txBox="1">
            <a:spLocks/>
          </p:cNvSpPr>
          <p:nvPr/>
        </p:nvSpPr>
        <p:spPr>
          <a:xfrm>
            <a:off x="1524001" y="0"/>
            <a:ext cx="8918917" cy="458858"/>
          </a:xfrm>
          <a:prstGeom prst="rect">
            <a:avLst/>
          </a:prstGeom>
        </p:spPr>
        <p:txBody>
          <a:bodyPr>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just">
              <a:buBlip>
                <a:blip r:embed="rId3"/>
              </a:buBlip>
            </a:pPr>
            <a:r>
              <a:rPr lang="en-US" sz="2000" b="1" dirty="0">
                <a:solidFill>
                  <a:srgbClr val="C00000"/>
                </a:solidFill>
                <a:effectLst>
                  <a:outerShdw blurRad="38100" dist="38100" dir="2700000" algn="tl">
                    <a:srgbClr val="000000">
                      <a:alpha val="43137"/>
                    </a:srgbClr>
                  </a:outerShdw>
                </a:effectLst>
              </a:rPr>
              <a:t>Analysis of a Transistor Amplifier Circuit using h parameters (8/6)</a:t>
            </a:r>
          </a:p>
        </p:txBody>
      </p:sp>
      <p:sp>
        <p:nvSpPr>
          <p:cNvPr id="15" name="Rectangle 14">
            <a:extLst>
              <a:ext uri="{FF2B5EF4-FFF2-40B4-BE49-F238E27FC236}">
                <a16:creationId xmlns:a16="http://schemas.microsoft.com/office/drawing/2014/main" id="{F2333A93-233A-4D79-9B7D-FA2B46DD6E17}"/>
              </a:ext>
            </a:extLst>
          </p:cNvPr>
          <p:cNvSpPr/>
          <p:nvPr/>
        </p:nvSpPr>
        <p:spPr>
          <a:xfrm>
            <a:off x="1524001" y="402673"/>
            <a:ext cx="8918917" cy="707886"/>
          </a:xfrm>
          <a:prstGeom prst="rect">
            <a:avLst/>
          </a:prstGeom>
        </p:spPr>
        <p:txBody>
          <a:bodyPr wrap="square">
            <a:spAutoFit/>
          </a:bodyPr>
          <a:lstStyle/>
          <a:p>
            <a:pPr marL="342900" indent="-342900">
              <a:buFont typeface="Arial" panose="020B0604020202020204" pitchFamily="34" charset="0"/>
              <a:buChar char="•"/>
            </a:pPr>
            <a:r>
              <a:rPr lang="en-CA" sz="2000" spc="10" dirty="0">
                <a:solidFill>
                  <a:srgbClr val="0000FF"/>
                </a:solidFill>
                <a:ea typeface="Times New Roman" panose="02020603050405020304" pitchFamily="18" charset="0"/>
              </a:rPr>
              <a:t>The Current Amplification, </a:t>
            </a:r>
            <a:r>
              <a:rPr lang="en-CA" sz="2000" i="1" spc="10" dirty="0">
                <a:solidFill>
                  <a:srgbClr val="0000FF"/>
                </a:solidFill>
                <a:ea typeface="Times New Roman" panose="02020603050405020304" pitchFamily="18" charset="0"/>
              </a:rPr>
              <a:t>A</a:t>
            </a:r>
            <a:r>
              <a:rPr lang="en-CA" sz="2000" i="1" spc="10" baseline="-25000" dirty="0">
                <a:solidFill>
                  <a:srgbClr val="0000FF"/>
                </a:solidFill>
                <a:ea typeface="Times New Roman" panose="02020603050405020304" pitchFamily="18" charset="0"/>
              </a:rPr>
              <a:t>Is</a:t>
            </a:r>
            <a:r>
              <a:rPr lang="en-CA" sz="2000" dirty="0">
                <a:solidFill>
                  <a:srgbClr val="0000FF"/>
                </a:solidFill>
              </a:rPr>
              <a:t> taking into account the Resistance </a:t>
            </a:r>
            <a:r>
              <a:rPr lang="en-CA" sz="2000" i="1" dirty="0">
                <a:solidFill>
                  <a:srgbClr val="0000FF"/>
                </a:solidFill>
              </a:rPr>
              <a:t>R</a:t>
            </a:r>
            <a:r>
              <a:rPr lang="en-CA" sz="2000" i="1" baseline="-25000" dirty="0">
                <a:solidFill>
                  <a:srgbClr val="0000FF"/>
                </a:solidFill>
              </a:rPr>
              <a:t>s</a:t>
            </a:r>
            <a:r>
              <a:rPr lang="en-CA" sz="2000" dirty="0">
                <a:solidFill>
                  <a:srgbClr val="0000FF"/>
                </a:solidFill>
              </a:rPr>
              <a:t> of the Source</a:t>
            </a:r>
            <a:r>
              <a:rPr lang="en-CA" sz="2000" spc="10" dirty="0">
                <a:solidFill>
                  <a:srgbClr val="0000FF"/>
                </a:solidFill>
                <a:ea typeface="Times New Roman" panose="02020603050405020304" pitchFamily="18" charset="0"/>
              </a:rPr>
              <a:t>:</a:t>
            </a:r>
            <a:endParaRPr lang="en-US" sz="2000" dirty="0"/>
          </a:p>
        </p:txBody>
      </p:sp>
      <p:sp>
        <p:nvSpPr>
          <p:cNvPr id="2" name="Rectangle 1">
            <a:extLst>
              <a:ext uri="{FF2B5EF4-FFF2-40B4-BE49-F238E27FC236}">
                <a16:creationId xmlns:a16="http://schemas.microsoft.com/office/drawing/2014/main" id="{49624C75-96CD-4346-A9B9-5517CFF8148E}"/>
              </a:ext>
            </a:extLst>
          </p:cNvPr>
          <p:cNvSpPr/>
          <p:nvPr/>
        </p:nvSpPr>
        <p:spPr>
          <a:xfrm>
            <a:off x="1524000" y="1233671"/>
            <a:ext cx="8918916" cy="646331"/>
          </a:xfrm>
          <a:prstGeom prst="rect">
            <a:avLst/>
          </a:prstGeom>
        </p:spPr>
        <p:txBody>
          <a:bodyPr wrap="square">
            <a:spAutoFit/>
          </a:bodyPr>
          <a:lstStyle/>
          <a:p>
            <a:pPr marL="285750" indent="-285750" algn="just">
              <a:spcBef>
                <a:spcPts val="420"/>
              </a:spcBef>
              <a:buFont typeface="Arial" panose="020B0604020202020204" pitchFamily="34" charset="0"/>
              <a:buChar char="•"/>
            </a:pPr>
            <a:r>
              <a:rPr lang="en-CA" spc="105"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If the input source is a current generator </a:t>
            </a:r>
            <a:r>
              <a:rPr lang="en-CA" i="1" spc="105"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I, </a:t>
            </a:r>
            <a:r>
              <a:rPr lang="en-CA" spc="105"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in parallel with a resistance </a:t>
            </a:r>
            <a:r>
              <a:rPr lang="en-CA" i="1" spc="7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R</a:t>
            </a:r>
            <a:r>
              <a:rPr lang="en-CA" i="1" spc="70" baseline="-2500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S</a:t>
            </a:r>
            <a:r>
              <a:rPr lang="en-CA" i="1" spc="7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 </a:t>
            </a:r>
            <a:r>
              <a:rPr lang="en-CA" spc="7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as indicated in Fig.8-13b, the overall current gain </a:t>
            </a:r>
            <a:r>
              <a:rPr lang="en-CA" i="1" spc="70" dirty="0" err="1">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A</a:t>
            </a:r>
            <a:r>
              <a:rPr lang="en-CA" i="1" spc="70" baseline="-25000" dirty="0" err="1">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IS</a:t>
            </a:r>
            <a:r>
              <a:rPr lang="en-CA" spc="7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 is defined by</a:t>
            </a:r>
            <a:endParaRPr lang="en-US" sz="3200" dirty="0">
              <a:latin typeface="Calibri" panose="020F0502020204030204" pitchFamily="34" charset="0"/>
              <a:ea typeface="Times New Roman" panose="02020603050405020304" pitchFamily="18" charset="0"/>
              <a:cs typeface="Times New Roman" panose="02020603050405020304" pitchFamily="18" charset="0"/>
            </a:endParaRPr>
          </a:p>
        </p:txBody>
      </p:sp>
      <p:graphicFrame>
        <p:nvGraphicFramePr>
          <p:cNvPr id="6" name="Object 5">
            <a:extLst>
              <a:ext uri="{FF2B5EF4-FFF2-40B4-BE49-F238E27FC236}">
                <a16:creationId xmlns:a16="http://schemas.microsoft.com/office/drawing/2014/main" id="{96A9FD96-FC87-4B76-A1B0-C11D6D70DFD2}"/>
              </a:ext>
            </a:extLst>
          </p:cNvPr>
          <p:cNvGraphicFramePr>
            <a:graphicFrameLocks noChangeAspect="1"/>
          </p:cNvGraphicFramePr>
          <p:nvPr/>
        </p:nvGraphicFramePr>
        <p:xfrm>
          <a:off x="3046414" y="1725613"/>
          <a:ext cx="5348287" cy="798512"/>
        </p:xfrm>
        <a:graphic>
          <a:graphicData uri="http://schemas.openxmlformats.org/presentationml/2006/ole">
            <mc:AlternateContent xmlns:mc="http://schemas.openxmlformats.org/markup-compatibility/2006">
              <mc:Choice xmlns:v="urn:schemas-microsoft-com:vml" Requires="v">
                <p:oleObj spid="_x0000_s16386" name="Equation" r:id="rId4" imgW="2552400" imgH="380880" progId="Equation.DSMT4">
                  <p:embed/>
                </p:oleObj>
              </mc:Choice>
              <mc:Fallback>
                <p:oleObj name="Equation" r:id="rId4" imgW="2552400" imgH="380880" progId="Equation.DSMT4">
                  <p:embed/>
                  <p:pic>
                    <p:nvPicPr>
                      <p:cNvPr id="6" name="Object 5">
                        <a:extLst>
                          <a:ext uri="{FF2B5EF4-FFF2-40B4-BE49-F238E27FC236}">
                            <a16:creationId xmlns:a16="http://schemas.microsoft.com/office/drawing/2014/main" id="{96A9FD96-FC87-4B76-A1B0-C11D6D70DFD2}"/>
                          </a:ext>
                        </a:extLst>
                      </p:cNvPr>
                      <p:cNvPicPr/>
                      <p:nvPr/>
                    </p:nvPicPr>
                    <p:blipFill>
                      <a:blip r:embed="rId5"/>
                      <a:stretch>
                        <a:fillRect/>
                      </a:stretch>
                    </p:blipFill>
                    <p:spPr>
                      <a:xfrm>
                        <a:off x="3046414" y="1725613"/>
                        <a:ext cx="5348287" cy="798512"/>
                      </a:xfrm>
                      <a:prstGeom prst="rect">
                        <a:avLst/>
                      </a:prstGeom>
                    </p:spPr>
                  </p:pic>
                </p:oleObj>
              </mc:Fallback>
            </mc:AlternateContent>
          </a:graphicData>
        </a:graphic>
      </p:graphicFrame>
      <p:sp>
        <p:nvSpPr>
          <p:cNvPr id="3" name="Rectangle 2">
            <a:extLst>
              <a:ext uri="{FF2B5EF4-FFF2-40B4-BE49-F238E27FC236}">
                <a16:creationId xmlns:a16="http://schemas.microsoft.com/office/drawing/2014/main" id="{6FCAB0C1-0B65-48D7-9C63-EA64BA5AC2CA}"/>
              </a:ext>
            </a:extLst>
          </p:cNvPr>
          <p:cNvSpPr/>
          <p:nvPr/>
        </p:nvSpPr>
        <p:spPr>
          <a:xfrm>
            <a:off x="1524000" y="2503152"/>
            <a:ext cx="2194832" cy="369332"/>
          </a:xfrm>
          <a:prstGeom prst="rect">
            <a:avLst/>
          </a:prstGeom>
        </p:spPr>
        <p:txBody>
          <a:bodyPr wrap="none">
            <a:spAutoFit/>
          </a:bodyPr>
          <a:lstStyle/>
          <a:p>
            <a:pPr marL="285750" indent="-285750">
              <a:buFont typeface="Arial" panose="020B0604020202020204" pitchFamily="34" charset="0"/>
              <a:buChar char="•"/>
            </a:pPr>
            <a:r>
              <a:rPr lang="en-CA" spc="105"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From Fig. 8-13b</a:t>
            </a:r>
            <a:endParaRPr lang="en-US" dirty="0"/>
          </a:p>
        </p:txBody>
      </p:sp>
      <p:grpSp>
        <p:nvGrpSpPr>
          <p:cNvPr id="13" name="Group 12">
            <a:extLst>
              <a:ext uri="{FF2B5EF4-FFF2-40B4-BE49-F238E27FC236}">
                <a16:creationId xmlns:a16="http://schemas.microsoft.com/office/drawing/2014/main" id="{3225BB18-2B9F-4292-9CB9-399A339BE130}"/>
              </a:ext>
            </a:extLst>
          </p:cNvPr>
          <p:cNvGrpSpPr/>
          <p:nvPr/>
        </p:nvGrpSpPr>
        <p:grpSpPr>
          <a:xfrm>
            <a:off x="5167313" y="4757739"/>
            <a:ext cx="5500687" cy="2133579"/>
            <a:chOff x="3028950" y="4554333"/>
            <a:chExt cx="6115050" cy="2354872"/>
          </a:xfrm>
        </p:grpSpPr>
        <p:pic>
          <p:nvPicPr>
            <p:cNvPr id="17" name="Picture 16">
              <a:extLst>
                <a:ext uri="{FF2B5EF4-FFF2-40B4-BE49-F238E27FC236}">
                  <a16:creationId xmlns:a16="http://schemas.microsoft.com/office/drawing/2014/main" id="{6751A822-6F98-45DC-9615-5E2CA67A9EBD}"/>
                </a:ext>
              </a:extLst>
            </p:cNvPr>
            <p:cNvPicPr>
              <a:picLocks noChangeAspect="1"/>
            </p:cNvPicPr>
            <p:nvPr/>
          </p:nvPicPr>
          <p:blipFill>
            <a:blip r:embed="rId6"/>
            <a:stretch>
              <a:fillRect/>
            </a:stretch>
          </p:blipFill>
          <p:spPr>
            <a:xfrm>
              <a:off x="3028950" y="4554333"/>
              <a:ext cx="6115050" cy="2303667"/>
            </a:xfrm>
            <a:prstGeom prst="rect">
              <a:avLst/>
            </a:prstGeom>
          </p:spPr>
        </p:pic>
        <p:sp>
          <p:nvSpPr>
            <p:cNvPr id="19" name="Rectangle 18">
              <a:extLst>
                <a:ext uri="{FF2B5EF4-FFF2-40B4-BE49-F238E27FC236}">
                  <a16:creationId xmlns:a16="http://schemas.microsoft.com/office/drawing/2014/main" id="{76237815-1BE3-43AF-9D61-92F1F07D05F7}"/>
                </a:ext>
              </a:extLst>
            </p:cNvPr>
            <p:cNvSpPr/>
            <p:nvPr/>
          </p:nvSpPr>
          <p:spPr>
            <a:xfrm>
              <a:off x="5568064" y="6501566"/>
              <a:ext cx="1152623" cy="407639"/>
            </a:xfrm>
            <a:prstGeom prst="rect">
              <a:avLst/>
            </a:prstGeom>
          </p:spPr>
          <p:txBody>
            <a:bodyPr wrap="none">
              <a:spAutoFit/>
            </a:bodyPr>
            <a:lstStyle/>
            <a:p>
              <a:r>
                <a:rPr lang="en-CA" spc="5" dirty="0">
                  <a:solidFill>
                    <a:srgbClr val="0000FF"/>
                  </a:solidFill>
                  <a:latin typeface="Times New Roman" panose="02020603050405020304" pitchFamily="18" charset="0"/>
                  <a:ea typeface="Times New Roman" panose="02020603050405020304" pitchFamily="18" charset="0"/>
                </a:rPr>
                <a:t>Fig. 8-12</a:t>
              </a:r>
              <a:endParaRPr lang="en-US" dirty="0"/>
            </a:p>
          </p:txBody>
        </p:sp>
      </p:grpSp>
      <p:graphicFrame>
        <p:nvGraphicFramePr>
          <p:cNvPr id="20" name="Object 19">
            <a:extLst>
              <a:ext uri="{FF2B5EF4-FFF2-40B4-BE49-F238E27FC236}">
                <a16:creationId xmlns:a16="http://schemas.microsoft.com/office/drawing/2014/main" id="{23D28D4C-8C9B-4AB3-A70C-1BB136F2D5B1}"/>
              </a:ext>
            </a:extLst>
          </p:cNvPr>
          <p:cNvGraphicFramePr>
            <a:graphicFrameLocks noChangeAspect="1"/>
          </p:cNvGraphicFramePr>
          <p:nvPr/>
        </p:nvGraphicFramePr>
        <p:xfrm>
          <a:off x="3021085" y="2633826"/>
          <a:ext cx="1560512" cy="833437"/>
        </p:xfrm>
        <a:graphic>
          <a:graphicData uri="http://schemas.openxmlformats.org/presentationml/2006/ole">
            <mc:AlternateContent xmlns:mc="http://schemas.openxmlformats.org/markup-compatibility/2006">
              <mc:Choice xmlns:v="urn:schemas-microsoft-com:vml" Requires="v">
                <p:oleObj spid="_x0000_s16387" name="Equation" r:id="rId7" imgW="711000" imgH="380880" progId="Equation.DSMT4">
                  <p:embed/>
                </p:oleObj>
              </mc:Choice>
              <mc:Fallback>
                <p:oleObj name="Equation" r:id="rId7" imgW="711000" imgH="380880" progId="Equation.DSMT4">
                  <p:embed/>
                  <p:pic>
                    <p:nvPicPr>
                      <p:cNvPr id="20" name="Object 19">
                        <a:extLst>
                          <a:ext uri="{FF2B5EF4-FFF2-40B4-BE49-F238E27FC236}">
                            <a16:creationId xmlns:a16="http://schemas.microsoft.com/office/drawing/2014/main" id="{23D28D4C-8C9B-4AB3-A70C-1BB136F2D5B1}"/>
                          </a:ext>
                        </a:extLst>
                      </p:cNvPr>
                      <p:cNvPicPr/>
                      <p:nvPr/>
                    </p:nvPicPr>
                    <p:blipFill>
                      <a:blip r:embed="rId8"/>
                      <a:stretch>
                        <a:fillRect/>
                      </a:stretch>
                    </p:blipFill>
                    <p:spPr>
                      <a:xfrm>
                        <a:off x="3021085" y="2633826"/>
                        <a:ext cx="1560512" cy="833437"/>
                      </a:xfrm>
                      <a:prstGeom prst="rect">
                        <a:avLst/>
                      </a:prstGeom>
                    </p:spPr>
                  </p:pic>
                </p:oleObj>
              </mc:Fallback>
            </mc:AlternateContent>
          </a:graphicData>
        </a:graphic>
      </p:graphicFrame>
      <p:sp>
        <p:nvSpPr>
          <p:cNvPr id="21" name="Rectangle 20">
            <a:extLst>
              <a:ext uri="{FF2B5EF4-FFF2-40B4-BE49-F238E27FC236}">
                <a16:creationId xmlns:a16="http://schemas.microsoft.com/office/drawing/2014/main" id="{026B6B05-A688-422D-8435-F2B32D9A234B}"/>
              </a:ext>
            </a:extLst>
          </p:cNvPr>
          <p:cNvSpPr/>
          <p:nvPr/>
        </p:nvSpPr>
        <p:spPr>
          <a:xfrm>
            <a:off x="1523999" y="3467262"/>
            <a:ext cx="1588255" cy="369332"/>
          </a:xfrm>
          <a:prstGeom prst="rect">
            <a:avLst/>
          </a:prstGeom>
        </p:spPr>
        <p:txBody>
          <a:bodyPr wrap="none">
            <a:spAutoFit/>
          </a:bodyPr>
          <a:lstStyle/>
          <a:p>
            <a:pPr marL="285750" indent="-285750">
              <a:buFont typeface="Arial" panose="020B0604020202020204" pitchFamily="34" charset="0"/>
              <a:buChar char="•"/>
            </a:pPr>
            <a:r>
              <a:rPr lang="en-CA" spc="105"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And hence</a:t>
            </a:r>
            <a:endParaRPr lang="en-US" dirty="0"/>
          </a:p>
        </p:txBody>
      </p:sp>
      <p:graphicFrame>
        <p:nvGraphicFramePr>
          <p:cNvPr id="22" name="Object 21">
            <a:extLst>
              <a:ext uri="{FF2B5EF4-FFF2-40B4-BE49-F238E27FC236}">
                <a16:creationId xmlns:a16="http://schemas.microsoft.com/office/drawing/2014/main" id="{C5055FF6-21DB-4813-836A-4BEBA297413D}"/>
              </a:ext>
            </a:extLst>
          </p:cNvPr>
          <p:cNvGraphicFramePr>
            <a:graphicFrameLocks noChangeAspect="1"/>
          </p:cNvGraphicFramePr>
          <p:nvPr/>
        </p:nvGraphicFramePr>
        <p:xfrm>
          <a:off x="4404690" y="3239354"/>
          <a:ext cx="5614987" cy="1169988"/>
        </p:xfrm>
        <a:graphic>
          <a:graphicData uri="http://schemas.openxmlformats.org/presentationml/2006/ole">
            <mc:AlternateContent xmlns:mc="http://schemas.openxmlformats.org/markup-compatibility/2006">
              <mc:Choice xmlns:v="urn:schemas-microsoft-com:vml" Requires="v">
                <p:oleObj spid="_x0000_s16388" name="Equation" r:id="rId9" imgW="2679480" imgH="558720" progId="Equation.DSMT4">
                  <p:embed/>
                </p:oleObj>
              </mc:Choice>
              <mc:Fallback>
                <p:oleObj name="Equation" r:id="rId9" imgW="2679480" imgH="558720" progId="Equation.DSMT4">
                  <p:embed/>
                  <p:pic>
                    <p:nvPicPr>
                      <p:cNvPr id="22" name="Object 21">
                        <a:extLst>
                          <a:ext uri="{FF2B5EF4-FFF2-40B4-BE49-F238E27FC236}">
                            <a16:creationId xmlns:a16="http://schemas.microsoft.com/office/drawing/2014/main" id="{C5055FF6-21DB-4813-836A-4BEBA297413D}"/>
                          </a:ext>
                        </a:extLst>
                      </p:cNvPr>
                      <p:cNvPicPr/>
                      <p:nvPr/>
                    </p:nvPicPr>
                    <p:blipFill>
                      <a:blip r:embed="rId10"/>
                      <a:stretch>
                        <a:fillRect/>
                      </a:stretch>
                    </p:blipFill>
                    <p:spPr>
                      <a:xfrm>
                        <a:off x="4404690" y="3239354"/>
                        <a:ext cx="5614987" cy="1169988"/>
                      </a:xfrm>
                      <a:prstGeom prst="rect">
                        <a:avLst/>
                      </a:prstGeom>
                    </p:spPr>
                  </p:pic>
                </p:oleObj>
              </mc:Fallback>
            </mc:AlternateContent>
          </a:graphicData>
        </a:graphic>
      </p:graphicFrame>
      <p:grpSp>
        <p:nvGrpSpPr>
          <p:cNvPr id="5" name="Group 4"/>
          <p:cNvGrpSpPr/>
          <p:nvPr/>
        </p:nvGrpSpPr>
        <p:grpSpPr>
          <a:xfrm>
            <a:off x="1524001" y="4226239"/>
            <a:ext cx="3286125" cy="2581275"/>
            <a:chOff x="0" y="4226238"/>
            <a:chExt cx="3286125" cy="2581275"/>
          </a:xfrm>
        </p:grpSpPr>
        <p:pic>
          <p:nvPicPr>
            <p:cNvPr id="88142" name="Picture 78"/>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0" y="4226238"/>
              <a:ext cx="3286125" cy="2581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Rectangle 3"/>
            <p:cNvSpPr/>
            <p:nvPr/>
          </p:nvSpPr>
          <p:spPr>
            <a:xfrm>
              <a:off x="209351" y="6319965"/>
              <a:ext cx="1169551" cy="369332"/>
            </a:xfrm>
            <a:prstGeom prst="rect">
              <a:avLst/>
            </a:prstGeom>
          </p:spPr>
          <p:txBody>
            <a:bodyPr wrap="none">
              <a:spAutoFit/>
            </a:bodyPr>
            <a:lstStyle/>
            <a:p>
              <a:r>
                <a:rPr lang="en-CA" spc="70" dirty="0" err="1">
                  <a:solidFill>
                    <a:srgbClr val="0000FF"/>
                  </a:solidFill>
                  <a:latin typeface="Times New Roman" panose="02020603050405020304" pitchFamily="18" charset="0"/>
                  <a:ea typeface="Times New Roman" panose="02020603050405020304" pitchFamily="18" charset="0"/>
                  <a:cs typeface="Times New Roman" panose="02020603050405020304" pitchFamily="18" charset="0"/>
                </a:rPr>
                <a:t>Fig.8-13b</a:t>
              </a:r>
              <a:endParaRPr lang="en-US" dirty="0">
                <a:solidFill>
                  <a:srgbClr val="0000FF"/>
                </a:solidFill>
              </a:endParaRPr>
            </a:p>
          </p:txBody>
        </p:sp>
      </p:grpSp>
      <p:sp>
        <p:nvSpPr>
          <p:cNvPr id="7" name="Rectangle 6"/>
          <p:cNvSpPr/>
          <p:nvPr/>
        </p:nvSpPr>
        <p:spPr>
          <a:xfrm>
            <a:off x="6428659" y="2272320"/>
            <a:ext cx="4239340" cy="1200329"/>
          </a:xfrm>
          <a:prstGeom prst="rect">
            <a:avLst/>
          </a:prstGeom>
        </p:spPr>
        <p:txBody>
          <a:bodyPr wrap="square">
            <a:spAutoFit/>
          </a:bodyPr>
          <a:lstStyle/>
          <a:p>
            <a:pPr algn="just"/>
            <a:r>
              <a:rPr lang="en-CA" dirty="0">
                <a:solidFill>
                  <a:srgbClr val="FF0000"/>
                </a:solidFill>
              </a:rPr>
              <a:t>Derive the expression of current gain taking source resistance into consideration from the small-signal hybrid model of a BJT independent of specific configuration</a:t>
            </a:r>
            <a:r>
              <a:rPr lang="en-CA" spc="10" dirty="0">
                <a:solidFill>
                  <a:srgbClr val="FF0000"/>
                </a:solidFill>
                <a:latin typeface="Times New Roman" panose="02020603050405020304" pitchFamily="18" charset="0"/>
                <a:ea typeface="Times New Roman" panose="02020603050405020304" pitchFamily="18" charset="0"/>
              </a:rPr>
              <a:t>.</a:t>
            </a:r>
            <a:endParaRPr lang="en-US" dirty="0"/>
          </a:p>
        </p:txBody>
      </p:sp>
      <mc:AlternateContent xmlns:mc="http://schemas.openxmlformats.org/markup-compatibility/2006" xmlns:p14="http://schemas.microsoft.com/office/powerpoint/2010/main">
        <mc:Choice Requires="p14">
          <p:contentPart p14:bwMode="auto" r:id="rId12">
            <p14:nvContentPartPr>
              <p14:cNvPr id="9" name="Ink 8">
                <a:extLst>
                  <a:ext uri="{FF2B5EF4-FFF2-40B4-BE49-F238E27FC236}">
                    <a16:creationId xmlns:a16="http://schemas.microsoft.com/office/drawing/2014/main" id="{3914AF1F-9E2C-49B4-A493-F94BB8F4A768}"/>
                  </a:ext>
                </a:extLst>
              </p14:cNvPr>
              <p14:cNvContentPartPr/>
              <p14:nvPr/>
            </p14:nvContentPartPr>
            <p14:xfrm>
              <a:off x="253440" y="1708920"/>
              <a:ext cx="11878560" cy="3884760"/>
            </p14:xfrm>
          </p:contentPart>
        </mc:Choice>
        <mc:Fallback xmlns="">
          <p:pic>
            <p:nvPicPr>
              <p:cNvPr id="9" name="Ink 8">
                <a:extLst>
                  <a:ext uri="{FF2B5EF4-FFF2-40B4-BE49-F238E27FC236}">
                    <a16:creationId xmlns:a16="http://schemas.microsoft.com/office/drawing/2014/main" id="{3914AF1F-9E2C-49B4-A493-F94BB8F4A768}"/>
                  </a:ext>
                </a:extLst>
              </p:cNvPr>
              <p:cNvPicPr/>
              <p:nvPr/>
            </p:nvPicPr>
            <p:blipFill>
              <a:blip r:embed="rId13"/>
              <a:stretch>
                <a:fillRect/>
              </a:stretch>
            </p:blipFill>
            <p:spPr>
              <a:xfrm>
                <a:off x="244080" y="1699560"/>
                <a:ext cx="11897280" cy="3903480"/>
              </a:xfrm>
              <a:prstGeom prst="rect">
                <a:avLst/>
              </a:prstGeom>
            </p:spPr>
          </p:pic>
        </mc:Fallback>
      </mc:AlternateContent>
    </p:spTree>
    <p:extLst>
      <p:ext uri="{BB962C8B-B14F-4D97-AF65-F5344CB8AC3E}">
        <p14:creationId xmlns:p14="http://schemas.microsoft.com/office/powerpoint/2010/main" val="255940523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ontent Placeholder 2">
            <a:extLst>
              <a:ext uri="{FF2B5EF4-FFF2-40B4-BE49-F238E27FC236}">
                <a16:creationId xmlns:a16="http://schemas.microsoft.com/office/drawing/2014/main" id="{951CA86C-20B9-4FCE-B7AD-83AB535DF8C8}"/>
              </a:ext>
            </a:extLst>
          </p:cNvPr>
          <p:cNvSpPr txBox="1">
            <a:spLocks/>
          </p:cNvSpPr>
          <p:nvPr/>
        </p:nvSpPr>
        <p:spPr>
          <a:xfrm>
            <a:off x="1524001" y="0"/>
            <a:ext cx="8918917" cy="458858"/>
          </a:xfrm>
          <a:prstGeom prst="rect">
            <a:avLst/>
          </a:prstGeom>
        </p:spPr>
        <p:txBody>
          <a:bodyPr>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just">
              <a:buBlip>
                <a:blip r:embed="rId3"/>
              </a:buBlip>
            </a:pPr>
            <a:r>
              <a:rPr lang="en-US" sz="2000" b="1" dirty="0">
                <a:solidFill>
                  <a:srgbClr val="C00000"/>
                </a:solidFill>
                <a:effectLst>
                  <a:outerShdw blurRad="38100" dist="38100" dir="2700000" algn="tl">
                    <a:srgbClr val="000000">
                      <a:alpha val="43137"/>
                    </a:srgbClr>
                  </a:outerShdw>
                </a:effectLst>
              </a:rPr>
              <a:t>Analysis of a Transistor Amplifier Circuit using h parameters (8/6)</a:t>
            </a:r>
          </a:p>
        </p:txBody>
      </p:sp>
      <p:sp>
        <p:nvSpPr>
          <p:cNvPr id="15" name="Rectangle 14">
            <a:extLst>
              <a:ext uri="{FF2B5EF4-FFF2-40B4-BE49-F238E27FC236}">
                <a16:creationId xmlns:a16="http://schemas.microsoft.com/office/drawing/2014/main" id="{F2333A93-233A-4D79-9B7D-FA2B46DD6E17}"/>
              </a:ext>
            </a:extLst>
          </p:cNvPr>
          <p:cNvSpPr/>
          <p:nvPr/>
        </p:nvSpPr>
        <p:spPr>
          <a:xfrm>
            <a:off x="1524001" y="415798"/>
            <a:ext cx="8918917" cy="1231106"/>
          </a:xfrm>
          <a:prstGeom prst="rect">
            <a:avLst/>
          </a:prstGeom>
        </p:spPr>
        <p:txBody>
          <a:bodyPr wrap="square">
            <a:spAutoFit/>
          </a:bodyPr>
          <a:lstStyle/>
          <a:p>
            <a:pPr marL="342900" indent="-342900" algn="just">
              <a:buFont typeface="Arial" panose="020B0604020202020204" pitchFamily="34" charset="0"/>
              <a:buChar char="•"/>
            </a:pPr>
            <a:r>
              <a:rPr lang="en-CA" sz="2000" spc="10" dirty="0">
                <a:solidFill>
                  <a:srgbClr val="0000FF"/>
                </a:solidFill>
                <a:ea typeface="Times New Roman" panose="02020603050405020304" pitchFamily="18" charset="0"/>
              </a:rPr>
              <a:t>The Output Admittance: </a:t>
            </a:r>
            <a:r>
              <a:rPr lang="en-CA" dirty="0"/>
              <a:t>By	 definition, the	output impedance </a:t>
            </a:r>
            <a:r>
              <a:rPr lang="en-CA" i="1" dirty="0"/>
              <a:t>Z</a:t>
            </a:r>
            <a:r>
              <a:rPr lang="en-CA" i="1" baseline="-25000" dirty="0"/>
              <a:t>O</a:t>
            </a:r>
            <a:r>
              <a:rPr lang="en-CA" i="1" dirty="0"/>
              <a:t> </a:t>
            </a:r>
            <a:r>
              <a:rPr lang="en-CA" dirty="0"/>
              <a:t> =  1/</a:t>
            </a:r>
            <a:r>
              <a:rPr lang="en-CA" i="1" dirty="0"/>
              <a:t>Y</a:t>
            </a:r>
            <a:r>
              <a:rPr lang="en-CA" baseline="-25000" dirty="0"/>
              <a:t>O</a:t>
            </a:r>
            <a:r>
              <a:rPr lang="en-CA" dirty="0"/>
              <a:t>  is  obtained  by  setting the  source  voltage </a:t>
            </a:r>
            <a:r>
              <a:rPr lang="en-CA" i="1" dirty="0"/>
              <a:t>V</a:t>
            </a:r>
            <a:r>
              <a:rPr lang="en-CA" i="1" baseline="-25000" dirty="0"/>
              <a:t>S</a:t>
            </a:r>
            <a:r>
              <a:rPr lang="en-CA" i="1" dirty="0"/>
              <a:t> </a:t>
            </a:r>
            <a:r>
              <a:rPr lang="en-CA" dirty="0"/>
              <a:t>to zero and the load impedance </a:t>
            </a:r>
            <a:r>
              <a:rPr lang="en-CA" i="1" dirty="0"/>
              <a:t>Z</a:t>
            </a:r>
            <a:r>
              <a:rPr lang="en-CA" i="1" baseline="-25000" dirty="0"/>
              <a:t>L</a:t>
            </a:r>
            <a:r>
              <a:rPr lang="en-CA" i="1" dirty="0"/>
              <a:t> </a:t>
            </a:r>
            <a:r>
              <a:rPr lang="en-CA" dirty="0"/>
              <a:t>to infinity and by driving the output terminals from a generator </a:t>
            </a:r>
            <a:r>
              <a:rPr lang="en-CA" i="1" dirty="0"/>
              <a:t>V</a:t>
            </a:r>
            <a:r>
              <a:rPr lang="en-CA" i="1" baseline="-25000" dirty="0"/>
              <a:t>2</a:t>
            </a:r>
            <a:r>
              <a:rPr lang="en-CA" i="1" dirty="0"/>
              <a:t>. </a:t>
            </a:r>
            <a:r>
              <a:rPr lang="en-CA" dirty="0"/>
              <a:t>  If the current drawn from </a:t>
            </a:r>
            <a:r>
              <a:rPr lang="en-CA" i="1" dirty="0"/>
              <a:t>V</a:t>
            </a:r>
            <a:r>
              <a:rPr lang="en-CA" i="1" baseline="-25000" dirty="0"/>
              <a:t>2</a:t>
            </a:r>
            <a:r>
              <a:rPr lang="en-CA" i="1" dirty="0"/>
              <a:t> </a:t>
            </a:r>
            <a:r>
              <a:rPr lang="en-CA" dirty="0"/>
              <a:t>is </a:t>
            </a:r>
            <a:r>
              <a:rPr lang="en-CA" i="1" dirty="0"/>
              <a:t>I</a:t>
            </a:r>
            <a:r>
              <a:rPr lang="en-CA" baseline="-25000" dirty="0"/>
              <a:t>2</a:t>
            </a:r>
            <a:r>
              <a:rPr lang="en-CA" dirty="0"/>
              <a:t>, then</a:t>
            </a:r>
            <a:endParaRPr lang="en-US" sz="2000" dirty="0"/>
          </a:p>
        </p:txBody>
      </p:sp>
      <p:sp>
        <p:nvSpPr>
          <p:cNvPr id="3" name="Rectangle 2">
            <a:extLst>
              <a:ext uri="{FF2B5EF4-FFF2-40B4-BE49-F238E27FC236}">
                <a16:creationId xmlns:a16="http://schemas.microsoft.com/office/drawing/2014/main" id="{6FCAB0C1-0B65-48D7-9C63-EA64BA5AC2CA}"/>
              </a:ext>
            </a:extLst>
          </p:cNvPr>
          <p:cNvSpPr/>
          <p:nvPr/>
        </p:nvSpPr>
        <p:spPr>
          <a:xfrm>
            <a:off x="1536824" y="2140080"/>
            <a:ext cx="2182008" cy="369332"/>
          </a:xfrm>
          <a:prstGeom prst="rect">
            <a:avLst/>
          </a:prstGeom>
        </p:spPr>
        <p:txBody>
          <a:bodyPr wrap="none">
            <a:spAutoFit/>
          </a:bodyPr>
          <a:lstStyle/>
          <a:p>
            <a:pPr marL="285750" indent="-285750">
              <a:buFont typeface="Arial" panose="020B0604020202020204" pitchFamily="34" charset="0"/>
              <a:buChar char="•"/>
            </a:pPr>
            <a:r>
              <a:rPr lang="en-CA" spc="105"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From Eq. (8-17)</a:t>
            </a:r>
            <a:endParaRPr lang="en-US" dirty="0"/>
          </a:p>
        </p:txBody>
      </p:sp>
      <p:graphicFrame>
        <p:nvGraphicFramePr>
          <p:cNvPr id="13" name="Object 12">
            <a:extLst>
              <a:ext uri="{FF2B5EF4-FFF2-40B4-BE49-F238E27FC236}">
                <a16:creationId xmlns:a16="http://schemas.microsoft.com/office/drawing/2014/main" id="{4CA7A181-E4BD-4511-A29C-4C9B5DC18F7F}"/>
              </a:ext>
            </a:extLst>
          </p:cNvPr>
          <p:cNvGraphicFramePr>
            <a:graphicFrameLocks noChangeAspect="1"/>
          </p:cNvGraphicFramePr>
          <p:nvPr/>
        </p:nvGraphicFramePr>
        <p:xfrm>
          <a:off x="1897063" y="1370013"/>
          <a:ext cx="6227762" cy="798512"/>
        </p:xfrm>
        <a:graphic>
          <a:graphicData uri="http://schemas.openxmlformats.org/presentationml/2006/ole">
            <mc:AlternateContent xmlns:mc="http://schemas.openxmlformats.org/markup-compatibility/2006">
              <mc:Choice xmlns:v="urn:schemas-microsoft-com:vml" Requires="v">
                <p:oleObj spid="_x0000_s17410" name="Equation" r:id="rId4" imgW="2971800" imgH="380880" progId="Equation.DSMT4">
                  <p:embed/>
                </p:oleObj>
              </mc:Choice>
              <mc:Fallback>
                <p:oleObj name="Equation" r:id="rId4" imgW="2971800" imgH="380880" progId="Equation.DSMT4">
                  <p:embed/>
                  <p:pic>
                    <p:nvPicPr>
                      <p:cNvPr id="13" name="Object 12">
                        <a:extLst>
                          <a:ext uri="{FF2B5EF4-FFF2-40B4-BE49-F238E27FC236}">
                            <a16:creationId xmlns:a16="http://schemas.microsoft.com/office/drawing/2014/main" id="{4CA7A181-E4BD-4511-A29C-4C9B5DC18F7F}"/>
                          </a:ext>
                        </a:extLst>
                      </p:cNvPr>
                      <p:cNvPicPr/>
                      <p:nvPr/>
                    </p:nvPicPr>
                    <p:blipFill>
                      <a:blip r:embed="rId5"/>
                      <a:stretch>
                        <a:fillRect/>
                      </a:stretch>
                    </p:blipFill>
                    <p:spPr>
                      <a:xfrm>
                        <a:off x="1897063" y="1370013"/>
                        <a:ext cx="6227762" cy="798512"/>
                      </a:xfrm>
                      <a:prstGeom prst="rect">
                        <a:avLst/>
                      </a:prstGeom>
                    </p:spPr>
                  </p:pic>
                </p:oleObj>
              </mc:Fallback>
            </mc:AlternateContent>
          </a:graphicData>
        </a:graphic>
      </p:graphicFrame>
      <p:graphicFrame>
        <p:nvGraphicFramePr>
          <p:cNvPr id="17" name="Object 16">
            <a:extLst>
              <a:ext uri="{FF2B5EF4-FFF2-40B4-BE49-F238E27FC236}">
                <a16:creationId xmlns:a16="http://schemas.microsoft.com/office/drawing/2014/main" id="{CB1D20D0-AC6B-4768-9976-DA77452EF827}"/>
              </a:ext>
            </a:extLst>
          </p:cNvPr>
          <p:cNvGraphicFramePr>
            <a:graphicFrameLocks noChangeAspect="1"/>
          </p:cNvGraphicFramePr>
          <p:nvPr/>
        </p:nvGraphicFramePr>
        <p:xfrm>
          <a:off x="3433763" y="2509838"/>
          <a:ext cx="3378200" cy="798512"/>
        </p:xfrm>
        <a:graphic>
          <a:graphicData uri="http://schemas.openxmlformats.org/presentationml/2006/ole">
            <mc:AlternateContent xmlns:mc="http://schemas.openxmlformats.org/markup-compatibility/2006">
              <mc:Choice xmlns:v="urn:schemas-microsoft-com:vml" Requires="v">
                <p:oleObj spid="_x0000_s17411" name="Equation" r:id="rId6" imgW="1612800" imgH="380880" progId="Equation.DSMT4">
                  <p:embed/>
                </p:oleObj>
              </mc:Choice>
              <mc:Fallback>
                <p:oleObj name="Equation" r:id="rId6" imgW="1612800" imgH="380880" progId="Equation.DSMT4">
                  <p:embed/>
                  <p:pic>
                    <p:nvPicPr>
                      <p:cNvPr id="17" name="Object 16">
                        <a:extLst>
                          <a:ext uri="{FF2B5EF4-FFF2-40B4-BE49-F238E27FC236}">
                            <a16:creationId xmlns:a16="http://schemas.microsoft.com/office/drawing/2014/main" id="{CB1D20D0-AC6B-4768-9976-DA77452EF827}"/>
                          </a:ext>
                        </a:extLst>
                      </p:cNvPr>
                      <p:cNvPicPr/>
                      <p:nvPr/>
                    </p:nvPicPr>
                    <p:blipFill>
                      <a:blip r:embed="rId7"/>
                      <a:stretch>
                        <a:fillRect/>
                      </a:stretch>
                    </p:blipFill>
                    <p:spPr>
                      <a:xfrm>
                        <a:off x="3433763" y="2509838"/>
                        <a:ext cx="3378200" cy="798512"/>
                      </a:xfrm>
                      <a:prstGeom prst="rect">
                        <a:avLst/>
                      </a:prstGeom>
                    </p:spPr>
                  </p:pic>
                </p:oleObj>
              </mc:Fallback>
            </mc:AlternateContent>
          </a:graphicData>
        </a:graphic>
      </p:graphicFrame>
      <p:graphicFrame>
        <p:nvGraphicFramePr>
          <p:cNvPr id="2" name="Object 1"/>
          <p:cNvGraphicFramePr>
            <a:graphicFrameLocks noChangeAspect="1"/>
          </p:cNvGraphicFramePr>
          <p:nvPr/>
        </p:nvGraphicFramePr>
        <p:xfrm>
          <a:off x="7500938" y="2085034"/>
          <a:ext cx="3167063" cy="479425"/>
        </p:xfrm>
        <a:graphic>
          <a:graphicData uri="http://schemas.openxmlformats.org/presentationml/2006/ole">
            <mc:AlternateContent xmlns:mc="http://schemas.openxmlformats.org/markup-compatibility/2006">
              <mc:Choice xmlns:v="urn:schemas-microsoft-com:vml" Requires="v">
                <p:oleObj spid="_x0000_s17412" name="Equation" r:id="rId8" imgW="1511280" imgH="228600" progId="Equation.DSMT4">
                  <p:embed/>
                </p:oleObj>
              </mc:Choice>
              <mc:Fallback>
                <p:oleObj name="Equation" r:id="rId8" imgW="1511280" imgH="228600" progId="Equation.DSMT4">
                  <p:embed/>
                  <p:pic>
                    <p:nvPicPr>
                      <p:cNvPr id="2" name="Object 1"/>
                      <p:cNvPicPr>
                        <a:picLocks noChangeAspect="1" noChangeArrowheads="1"/>
                      </p:cNvPicPr>
                      <p:nvPr/>
                    </p:nvPicPr>
                    <p:blipFill>
                      <a:blip r:embed="rId9"/>
                      <a:srcRect/>
                      <a:stretch>
                        <a:fillRect/>
                      </a:stretch>
                    </p:blipFill>
                    <p:spPr bwMode="auto">
                      <a:xfrm>
                        <a:off x="7500938" y="2085034"/>
                        <a:ext cx="3167063" cy="479425"/>
                      </a:xfrm>
                      <a:prstGeom prst="rect">
                        <a:avLst/>
                      </a:prstGeom>
                      <a:solidFill>
                        <a:srgbClr val="FFFF00"/>
                      </a:solidFill>
                      <a:ln>
                        <a:noFill/>
                      </a:ln>
                    </p:spPr>
                  </p:pic>
                </p:oleObj>
              </mc:Fallback>
            </mc:AlternateContent>
          </a:graphicData>
        </a:graphic>
      </p:graphicFrame>
      <p:grpSp>
        <p:nvGrpSpPr>
          <p:cNvPr id="12" name="Group 11">
            <a:extLst>
              <a:ext uri="{FF2B5EF4-FFF2-40B4-BE49-F238E27FC236}">
                <a16:creationId xmlns:a16="http://schemas.microsoft.com/office/drawing/2014/main" id="{3225BB18-2B9F-4292-9CB9-399A339BE130}"/>
              </a:ext>
            </a:extLst>
          </p:cNvPr>
          <p:cNvGrpSpPr/>
          <p:nvPr/>
        </p:nvGrpSpPr>
        <p:grpSpPr>
          <a:xfrm>
            <a:off x="5410255" y="3508710"/>
            <a:ext cx="6115050" cy="2316565"/>
            <a:chOff x="3028950" y="4554333"/>
            <a:chExt cx="6115050" cy="2316565"/>
          </a:xfrm>
        </p:grpSpPr>
        <p:pic>
          <p:nvPicPr>
            <p:cNvPr id="14" name="Picture 13">
              <a:extLst>
                <a:ext uri="{FF2B5EF4-FFF2-40B4-BE49-F238E27FC236}">
                  <a16:creationId xmlns:a16="http://schemas.microsoft.com/office/drawing/2014/main" id="{6751A822-6F98-45DC-9615-5E2CA67A9EBD}"/>
                </a:ext>
              </a:extLst>
            </p:cNvPr>
            <p:cNvPicPr>
              <a:picLocks noChangeAspect="1"/>
            </p:cNvPicPr>
            <p:nvPr/>
          </p:nvPicPr>
          <p:blipFill>
            <a:blip r:embed="rId10"/>
            <a:stretch>
              <a:fillRect/>
            </a:stretch>
          </p:blipFill>
          <p:spPr>
            <a:xfrm>
              <a:off x="3028950" y="4554333"/>
              <a:ext cx="6115050" cy="2303667"/>
            </a:xfrm>
            <a:prstGeom prst="rect">
              <a:avLst/>
            </a:prstGeom>
          </p:spPr>
        </p:pic>
        <p:sp>
          <p:nvSpPr>
            <p:cNvPr id="16" name="Rectangle 15">
              <a:extLst>
                <a:ext uri="{FF2B5EF4-FFF2-40B4-BE49-F238E27FC236}">
                  <a16:creationId xmlns:a16="http://schemas.microsoft.com/office/drawing/2014/main" id="{76237815-1BE3-43AF-9D61-92F1F07D05F7}"/>
                </a:ext>
              </a:extLst>
            </p:cNvPr>
            <p:cNvSpPr/>
            <p:nvPr/>
          </p:nvSpPr>
          <p:spPr>
            <a:xfrm>
              <a:off x="5568064" y="6501566"/>
              <a:ext cx="1036822" cy="369332"/>
            </a:xfrm>
            <a:prstGeom prst="rect">
              <a:avLst/>
            </a:prstGeom>
          </p:spPr>
          <p:txBody>
            <a:bodyPr wrap="none">
              <a:spAutoFit/>
            </a:bodyPr>
            <a:lstStyle/>
            <a:p>
              <a:r>
                <a:rPr lang="en-CA" spc="5" dirty="0">
                  <a:solidFill>
                    <a:srgbClr val="0000FF"/>
                  </a:solidFill>
                  <a:latin typeface="Times New Roman" panose="02020603050405020304" pitchFamily="18" charset="0"/>
                  <a:ea typeface="Times New Roman" panose="02020603050405020304" pitchFamily="18" charset="0"/>
                </a:rPr>
                <a:t>Fig. 8-12</a:t>
              </a:r>
              <a:endParaRPr lang="en-US" dirty="0"/>
            </a:p>
          </p:txBody>
        </p:sp>
      </p:grpSp>
      <p:sp>
        <p:nvSpPr>
          <p:cNvPr id="4" name="Rectangle 3"/>
          <p:cNvSpPr/>
          <p:nvPr/>
        </p:nvSpPr>
        <p:spPr>
          <a:xfrm>
            <a:off x="438501" y="4666993"/>
            <a:ext cx="4572000" cy="1200329"/>
          </a:xfrm>
          <a:prstGeom prst="rect">
            <a:avLst/>
          </a:prstGeom>
        </p:spPr>
        <p:txBody>
          <a:bodyPr>
            <a:spAutoFit/>
          </a:bodyPr>
          <a:lstStyle/>
          <a:p>
            <a:pPr algn="just"/>
            <a:r>
              <a:rPr lang="en-CA" dirty="0">
                <a:solidFill>
                  <a:srgbClr val="FF0000"/>
                </a:solidFill>
              </a:rPr>
              <a:t>Derive the expression of output admittance taking source resistance into consideration from the small-signal hybrid model of a BJT independent of specific configuration</a:t>
            </a:r>
            <a:r>
              <a:rPr lang="en-CA" spc="10" dirty="0">
                <a:solidFill>
                  <a:srgbClr val="FF0000"/>
                </a:solidFill>
                <a:latin typeface="Times New Roman" panose="02020603050405020304" pitchFamily="18" charset="0"/>
                <a:ea typeface="Times New Roman" panose="02020603050405020304" pitchFamily="18" charset="0"/>
              </a:rPr>
              <a:t>.</a:t>
            </a:r>
            <a:endParaRPr lang="en-US" dirty="0"/>
          </a:p>
        </p:txBody>
      </p:sp>
      <mc:AlternateContent xmlns:mc="http://schemas.openxmlformats.org/markup-compatibility/2006" xmlns:p14="http://schemas.microsoft.com/office/powerpoint/2010/main">
        <mc:Choice Requires="p14">
          <p:contentPart p14:bwMode="auto" r:id="rId11">
            <p14:nvContentPartPr>
              <p14:cNvPr id="5" name="Ink 4">
                <a:extLst>
                  <a:ext uri="{FF2B5EF4-FFF2-40B4-BE49-F238E27FC236}">
                    <a16:creationId xmlns:a16="http://schemas.microsoft.com/office/drawing/2014/main" id="{E108BBF6-983A-48C4-B22F-AFA4FBE79C42}"/>
                  </a:ext>
                </a:extLst>
              </p14:cNvPr>
              <p14:cNvContentPartPr/>
              <p14:nvPr/>
            </p14:nvContentPartPr>
            <p14:xfrm>
              <a:off x="8929440" y="788040"/>
              <a:ext cx="1182600" cy="28800"/>
            </p14:xfrm>
          </p:contentPart>
        </mc:Choice>
        <mc:Fallback xmlns="">
          <p:pic>
            <p:nvPicPr>
              <p:cNvPr id="5" name="Ink 4">
                <a:extLst>
                  <a:ext uri="{FF2B5EF4-FFF2-40B4-BE49-F238E27FC236}">
                    <a16:creationId xmlns:a16="http://schemas.microsoft.com/office/drawing/2014/main" id="{E108BBF6-983A-48C4-B22F-AFA4FBE79C42}"/>
                  </a:ext>
                </a:extLst>
              </p:cNvPr>
              <p:cNvPicPr/>
              <p:nvPr/>
            </p:nvPicPr>
            <p:blipFill>
              <a:blip r:embed="rId12"/>
              <a:stretch>
                <a:fillRect/>
              </a:stretch>
            </p:blipFill>
            <p:spPr>
              <a:xfrm>
                <a:off x="8920080" y="778680"/>
                <a:ext cx="1201320" cy="4752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6" name="Ink 5">
                <a:extLst>
                  <a:ext uri="{FF2B5EF4-FFF2-40B4-BE49-F238E27FC236}">
                    <a16:creationId xmlns:a16="http://schemas.microsoft.com/office/drawing/2014/main" id="{DC9751CD-2B84-4D53-BBFA-5D1D9F231082}"/>
                  </a:ext>
                </a:extLst>
              </p14:cNvPr>
              <p14:cNvContentPartPr/>
              <p14:nvPr/>
            </p14:nvContentPartPr>
            <p14:xfrm>
              <a:off x="244440" y="990360"/>
              <a:ext cx="10840320" cy="5026320"/>
            </p14:xfrm>
          </p:contentPart>
        </mc:Choice>
        <mc:Fallback xmlns="">
          <p:pic>
            <p:nvPicPr>
              <p:cNvPr id="6" name="Ink 5">
                <a:extLst>
                  <a:ext uri="{FF2B5EF4-FFF2-40B4-BE49-F238E27FC236}">
                    <a16:creationId xmlns:a16="http://schemas.microsoft.com/office/drawing/2014/main" id="{DC9751CD-2B84-4D53-BBFA-5D1D9F231082}"/>
                  </a:ext>
                </a:extLst>
              </p:cNvPr>
              <p:cNvPicPr/>
              <p:nvPr/>
            </p:nvPicPr>
            <p:blipFill>
              <a:blip r:embed="rId14"/>
              <a:stretch>
                <a:fillRect/>
              </a:stretch>
            </p:blipFill>
            <p:spPr>
              <a:xfrm>
                <a:off x="235080" y="981000"/>
                <a:ext cx="10859040" cy="5045040"/>
              </a:xfrm>
              <a:prstGeom prst="rect">
                <a:avLst/>
              </a:prstGeom>
            </p:spPr>
          </p:pic>
        </mc:Fallback>
      </mc:AlternateContent>
    </p:spTree>
    <p:extLst>
      <p:ext uri="{BB962C8B-B14F-4D97-AF65-F5344CB8AC3E}">
        <p14:creationId xmlns:p14="http://schemas.microsoft.com/office/powerpoint/2010/main" val="302798926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ontent Placeholder 2">
            <a:extLst>
              <a:ext uri="{FF2B5EF4-FFF2-40B4-BE49-F238E27FC236}">
                <a16:creationId xmlns:a16="http://schemas.microsoft.com/office/drawing/2014/main" id="{951CA86C-20B9-4FCE-B7AD-83AB535DF8C8}"/>
              </a:ext>
            </a:extLst>
          </p:cNvPr>
          <p:cNvSpPr txBox="1">
            <a:spLocks/>
          </p:cNvSpPr>
          <p:nvPr/>
        </p:nvSpPr>
        <p:spPr>
          <a:xfrm>
            <a:off x="1524001" y="0"/>
            <a:ext cx="8918917" cy="458858"/>
          </a:xfrm>
          <a:prstGeom prst="rect">
            <a:avLst/>
          </a:prstGeom>
        </p:spPr>
        <p:txBody>
          <a:bodyPr>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just">
              <a:buBlip>
                <a:blip r:embed="rId3"/>
              </a:buBlip>
            </a:pPr>
            <a:r>
              <a:rPr lang="en-US" sz="2000" b="1" dirty="0">
                <a:solidFill>
                  <a:srgbClr val="C00000"/>
                </a:solidFill>
                <a:effectLst>
                  <a:outerShdw blurRad="38100" dist="38100" dir="2700000" algn="tl">
                    <a:srgbClr val="000000">
                      <a:alpha val="43137"/>
                    </a:srgbClr>
                  </a:outerShdw>
                </a:effectLst>
              </a:rPr>
              <a:t>Analysis of a Transistor Amplifier Circuit using h parameters (8/6)</a:t>
            </a:r>
          </a:p>
        </p:txBody>
      </p:sp>
      <p:sp>
        <p:nvSpPr>
          <p:cNvPr id="15" name="Rectangle 14">
            <a:extLst>
              <a:ext uri="{FF2B5EF4-FFF2-40B4-BE49-F238E27FC236}">
                <a16:creationId xmlns:a16="http://schemas.microsoft.com/office/drawing/2014/main" id="{F2333A93-233A-4D79-9B7D-FA2B46DD6E17}"/>
              </a:ext>
            </a:extLst>
          </p:cNvPr>
          <p:cNvSpPr/>
          <p:nvPr/>
        </p:nvSpPr>
        <p:spPr>
          <a:xfrm>
            <a:off x="1524001" y="415798"/>
            <a:ext cx="8918917" cy="400110"/>
          </a:xfrm>
          <a:prstGeom prst="rect">
            <a:avLst/>
          </a:prstGeom>
        </p:spPr>
        <p:txBody>
          <a:bodyPr wrap="square">
            <a:spAutoFit/>
          </a:bodyPr>
          <a:lstStyle/>
          <a:p>
            <a:pPr marL="342900" indent="-342900" algn="just">
              <a:buFont typeface="Arial" panose="020B0604020202020204" pitchFamily="34" charset="0"/>
              <a:buChar char="•"/>
            </a:pPr>
            <a:r>
              <a:rPr lang="en-CA" sz="2000" spc="10" dirty="0">
                <a:solidFill>
                  <a:srgbClr val="0000FF"/>
                </a:solidFill>
                <a:ea typeface="Times New Roman" panose="02020603050405020304" pitchFamily="18" charset="0"/>
              </a:rPr>
              <a:t>The Output Admittance:</a:t>
            </a:r>
            <a:endParaRPr lang="en-US" sz="2000" dirty="0"/>
          </a:p>
        </p:txBody>
      </p:sp>
      <p:graphicFrame>
        <p:nvGraphicFramePr>
          <p:cNvPr id="10" name="Object 9">
            <a:extLst>
              <a:ext uri="{FF2B5EF4-FFF2-40B4-BE49-F238E27FC236}">
                <a16:creationId xmlns:a16="http://schemas.microsoft.com/office/drawing/2014/main" id="{C5055FF6-21DB-4813-836A-4BEBA297413D}"/>
              </a:ext>
            </a:extLst>
          </p:cNvPr>
          <p:cNvGraphicFramePr>
            <a:graphicFrameLocks noChangeAspect="1"/>
          </p:cNvGraphicFramePr>
          <p:nvPr/>
        </p:nvGraphicFramePr>
        <p:xfrm>
          <a:off x="1953348" y="1310095"/>
          <a:ext cx="4443413" cy="1249363"/>
        </p:xfrm>
        <a:graphic>
          <a:graphicData uri="http://schemas.openxmlformats.org/presentationml/2006/ole">
            <mc:AlternateContent xmlns:mc="http://schemas.openxmlformats.org/markup-compatibility/2006">
              <mc:Choice xmlns:v="urn:schemas-microsoft-com:vml" Requires="v">
                <p:oleObj spid="_x0000_s18434" name="Equation" r:id="rId4" imgW="2120760" imgH="596880" progId="Equation.DSMT4">
                  <p:embed/>
                </p:oleObj>
              </mc:Choice>
              <mc:Fallback>
                <p:oleObj name="Equation" r:id="rId4" imgW="2120760" imgH="596880" progId="Equation.DSMT4">
                  <p:embed/>
                  <p:pic>
                    <p:nvPicPr>
                      <p:cNvPr id="10" name="Object 9">
                        <a:extLst>
                          <a:ext uri="{FF2B5EF4-FFF2-40B4-BE49-F238E27FC236}">
                            <a16:creationId xmlns:a16="http://schemas.microsoft.com/office/drawing/2014/main" id="{C5055FF6-21DB-4813-836A-4BEBA297413D}"/>
                          </a:ext>
                        </a:extLst>
                      </p:cNvPr>
                      <p:cNvPicPr/>
                      <p:nvPr/>
                    </p:nvPicPr>
                    <p:blipFill>
                      <a:blip r:embed="rId5"/>
                      <a:stretch>
                        <a:fillRect/>
                      </a:stretch>
                    </p:blipFill>
                    <p:spPr>
                      <a:xfrm>
                        <a:off x="1953348" y="1310095"/>
                        <a:ext cx="4443413" cy="1249363"/>
                      </a:xfrm>
                      <a:prstGeom prst="rect">
                        <a:avLst/>
                      </a:prstGeom>
                    </p:spPr>
                  </p:pic>
                </p:oleObj>
              </mc:Fallback>
            </mc:AlternateContent>
          </a:graphicData>
        </a:graphic>
      </p:graphicFrame>
      <p:sp>
        <p:nvSpPr>
          <p:cNvPr id="5" name="Rectangle 4">
            <a:extLst>
              <a:ext uri="{FF2B5EF4-FFF2-40B4-BE49-F238E27FC236}">
                <a16:creationId xmlns:a16="http://schemas.microsoft.com/office/drawing/2014/main" id="{D3773FB5-DFAF-472F-B3A8-8422167E86F2}"/>
              </a:ext>
            </a:extLst>
          </p:cNvPr>
          <p:cNvSpPr/>
          <p:nvPr/>
        </p:nvSpPr>
        <p:spPr>
          <a:xfrm>
            <a:off x="1536825" y="815908"/>
            <a:ext cx="3800079" cy="400110"/>
          </a:xfrm>
          <a:prstGeom prst="rect">
            <a:avLst/>
          </a:prstGeom>
        </p:spPr>
        <p:txBody>
          <a:bodyPr wrap="none">
            <a:spAutoFit/>
          </a:bodyPr>
          <a:lstStyle/>
          <a:p>
            <a:pPr marL="285750" indent="-285750">
              <a:buFont typeface="Arial" panose="020B0604020202020204" pitchFamily="34" charset="0"/>
              <a:buChar char="•"/>
            </a:pPr>
            <a:r>
              <a:rPr lang="en-CA" sz="2000" spc="105"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From Fig. (8-12) with </a:t>
            </a:r>
            <a:r>
              <a:rPr lang="en-CA" sz="2000" i="1" spc="105" dirty="0" err="1">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V</a:t>
            </a:r>
            <a:r>
              <a:rPr lang="en-CA" sz="2000" i="1" spc="105" baseline="-25000" dirty="0" err="1">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S</a:t>
            </a:r>
            <a:r>
              <a:rPr lang="en-CA" sz="2000" spc="105"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 = 0</a:t>
            </a:r>
            <a:endParaRPr lang="en-US" sz="2000" dirty="0"/>
          </a:p>
        </p:txBody>
      </p:sp>
      <p:sp>
        <p:nvSpPr>
          <p:cNvPr id="19" name="Rectangle 18">
            <a:extLst>
              <a:ext uri="{FF2B5EF4-FFF2-40B4-BE49-F238E27FC236}">
                <a16:creationId xmlns:a16="http://schemas.microsoft.com/office/drawing/2014/main" id="{D9BF1E60-9FE2-4CB3-B2F5-6FA5B9AF09D0}"/>
              </a:ext>
            </a:extLst>
          </p:cNvPr>
          <p:cNvSpPr/>
          <p:nvPr/>
        </p:nvSpPr>
        <p:spPr>
          <a:xfrm>
            <a:off x="1524001" y="2588032"/>
            <a:ext cx="8918917" cy="707886"/>
          </a:xfrm>
          <a:prstGeom prst="rect">
            <a:avLst/>
          </a:prstGeom>
        </p:spPr>
        <p:txBody>
          <a:bodyPr wrap="square">
            <a:spAutoFit/>
          </a:bodyPr>
          <a:lstStyle/>
          <a:p>
            <a:pPr marL="285750" indent="-285750">
              <a:buFont typeface="Arial" panose="020B0604020202020204" pitchFamily="34" charset="0"/>
              <a:buChar char="•"/>
            </a:pPr>
            <a:r>
              <a:rPr lang="en-CA" sz="2000" spc="105"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Substituting the expression for </a:t>
            </a:r>
            <a:r>
              <a:rPr lang="en-CA" sz="2000" i="1" spc="105"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I</a:t>
            </a:r>
            <a:r>
              <a:rPr lang="en-CA" sz="2000" spc="105" baseline="-2500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1</a:t>
            </a:r>
            <a:r>
              <a:rPr lang="en-CA" sz="2000" spc="105"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a:t>
            </a:r>
            <a:r>
              <a:rPr lang="en-CA" sz="2000" i="1" spc="105"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V</a:t>
            </a:r>
            <a:r>
              <a:rPr lang="en-CA" sz="2000" spc="105" baseline="-2500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2</a:t>
            </a:r>
            <a:r>
              <a:rPr lang="en-CA" sz="2000" spc="105"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 from Eq.(8-34) in Eq. (8-32), we obtain </a:t>
            </a:r>
            <a:endParaRPr lang="en-US" sz="2000" dirty="0"/>
          </a:p>
        </p:txBody>
      </p:sp>
      <p:graphicFrame>
        <p:nvGraphicFramePr>
          <p:cNvPr id="20" name="Object 19">
            <a:extLst>
              <a:ext uri="{FF2B5EF4-FFF2-40B4-BE49-F238E27FC236}">
                <a16:creationId xmlns:a16="http://schemas.microsoft.com/office/drawing/2014/main" id="{0530D25F-5F18-4FF0-BC20-BE1A8E652C40}"/>
              </a:ext>
            </a:extLst>
          </p:cNvPr>
          <p:cNvGraphicFramePr>
            <a:graphicFrameLocks noChangeAspect="1"/>
          </p:cNvGraphicFramePr>
          <p:nvPr/>
        </p:nvGraphicFramePr>
        <p:xfrm>
          <a:off x="1973190" y="3295918"/>
          <a:ext cx="4203700" cy="852488"/>
        </p:xfrm>
        <a:graphic>
          <a:graphicData uri="http://schemas.openxmlformats.org/presentationml/2006/ole">
            <mc:AlternateContent xmlns:mc="http://schemas.openxmlformats.org/markup-compatibility/2006">
              <mc:Choice xmlns:v="urn:schemas-microsoft-com:vml" Requires="v">
                <p:oleObj spid="_x0000_s18435" name="Equation" r:id="rId6" imgW="2006280" imgH="406080" progId="Equation.DSMT4">
                  <p:embed/>
                </p:oleObj>
              </mc:Choice>
              <mc:Fallback>
                <p:oleObj name="Equation" r:id="rId6" imgW="2006280" imgH="406080" progId="Equation.DSMT4">
                  <p:embed/>
                  <p:pic>
                    <p:nvPicPr>
                      <p:cNvPr id="20" name="Object 19">
                        <a:extLst>
                          <a:ext uri="{FF2B5EF4-FFF2-40B4-BE49-F238E27FC236}">
                            <a16:creationId xmlns:a16="http://schemas.microsoft.com/office/drawing/2014/main" id="{0530D25F-5F18-4FF0-BC20-BE1A8E652C40}"/>
                          </a:ext>
                        </a:extLst>
                      </p:cNvPr>
                      <p:cNvPicPr/>
                      <p:nvPr/>
                    </p:nvPicPr>
                    <p:blipFill>
                      <a:blip r:embed="rId7"/>
                      <a:stretch>
                        <a:fillRect/>
                      </a:stretch>
                    </p:blipFill>
                    <p:spPr>
                      <a:xfrm>
                        <a:off x="1973190" y="3295918"/>
                        <a:ext cx="4203700" cy="852488"/>
                      </a:xfrm>
                      <a:prstGeom prst="rect">
                        <a:avLst/>
                      </a:prstGeom>
                    </p:spPr>
                  </p:pic>
                </p:oleObj>
              </mc:Fallback>
            </mc:AlternateContent>
          </a:graphicData>
        </a:graphic>
      </p:graphicFrame>
      <p:grpSp>
        <p:nvGrpSpPr>
          <p:cNvPr id="12" name="Group 11">
            <a:extLst>
              <a:ext uri="{FF2B5EF4-FFF2-40B4-BE49-F238E27FC236}">
                <a16:creationId xmlns:a16="http://schemas.microsoft.com/office/drawing/2014/main" id="{3225BB18-2B9F-4292-9CB9-399A339BE130}"/>
              </a:ext>
            </a:extLst>
          </p:cNvPr>
          <p:cNvGrpSpPr/>
          <p:nvPr/>
        </p:nvGrpSpPr>
        <p:grpSpPr>
          <a:xfrm>
            <a:off x="4552950" y="4554334"/>
            <a:ext cx="6115050" cy="2316565"/>
            <a:chOff x="3028950" y="4554333"/>
            <a:chExt cx="6115050" cy="2316565"/>
          </a:xfrm>
        </p:grpSpPr>
        <p:pic>
          <p:nvPicPr>
            <p:cNvPr id="14" name="Picture 13">
              <a:extLst>
                <a:ext uri="{FF2B5EF4-FFF2-40B4-BE49-F238E27FC236}">
                  <a16:creationId xmlns:a16="http://schemas.microsoft.com/office/drawing/2014/main" id="{6751A822-6F98-45DC-9615-5E2CA67A9EBD}"/>
                </a:ext>
              </a:extLst>
            </p:cNvPr>
            <p:cNvPicPr>
              <a:picLocks noChangeAspect="1"/>
            </p:cNvPicPr>
            <p:nvPr/>
          </p:nvPicPr>
          <p:blipFill>
            <a:blip r:embed="rId8"/>
            <a:stretch>
              <a:fillRect/>
            </a:stretch>
          </p:blipFill>
          <p:spPr>
            <a:xfrm>
              <a:off x="3028950" y="4554333"/>
              <a:ext cx="6115050" cy="2303667"/>
            </a:xfrm>
            <a:prstGeom prst="rect">
              <a:avLst/>
            </a:prstGeom>
          </p:spPr>
        </p:pic>
        <p:sp>
          <p:nvSpPr>
            <p:cNvPr id="16" name="Rectangle 15">
              <a:extLst>
                <a:ext uri="{FF2B5EF4-FFF2-40B4-BE49-F238E27FC236}">
                  <a16:creationId xmlns:a16="http://schemas.microsoft.com/office/drawing/2014/main" id="{76237815-1BE3-43AF-9D61-92F1F07D05F7}"/>
                </a:ext>
              </a:extLst>
            </p:cNvPr>
            <p:cNvSpPr/>
            <p:nvPr/>
          </p:nvSpPr>
          <p:spPr>
            <a:xfrm>
              <a:off x="5568064" y="6501566"/>
              <a:ext cx="1036822" cy="369332"/>
            </a:xfrm>
            <a:prstGeom prst="rect">
              <a:avLst/>
            </a:prstGeom>
          </p:spPr>
          <p:txBody>
            <a:bodyPr wrap="none">
              <a:spAutoFit/>
            </a:bodyPr>
            <a:lstStyle/>
            <a:p>
              <a:r>
                <a:rPr lang="en-CA" spc="5" dirty="0">
                  <a:solidFill>
                    <a:srgbClr val="0000FF"/>
                  </a:solidFill>
                  <a:latin typeface="Times New Roman" panose="02020603050405020304" pitchFamily="18" charset="0"/>
                  <a:ea typeface="Times New Roman" panose="02020603050405020304" pitchFamily="18" charset="0"/>
                </a:rPr>
                <a:t>Fig. 8-12</a:t>
              </a:r>
              <a:endParaRPr lang="en-US" dirty="0"/>
            </a:p>
          </p:txBody>
        </p:sp>
      </p:grpSp>
      <p:graphicFrame>
        <p:nvGraphicFramePr>
          <p:cNvPr id="4" name="Object 3"/>
          <p:cNvGraphicFramePr>
            <a:graphicFrameLocks noChangeAspect="1"/>
          </p:cNvGraphicFramePr>
          <p:nvPr/>
        </p:nvGraphicFramePr>
        <p:xfrm>
          <a:off x="7289800" y="616707"/>
          <a:ext cx="3378200" cy="798512"/>
        </p:xfrm>
        <a:graphic>
          <a:graphicData uri="http://schemas.openxmlformats.org/presentationml/2006/ole">
            <mc:AlternateContent xmlns:mc="http://schemas.openxmlformats.org/markup-compatibility/2006">
              <mc:Choice xmlns:v="urn:schemas-microsoft-com:vml" Requires="v">
                <p:oleObj spid="_x0000_s18436" name="Equation" r:id="rId9" imgW="1612800" imgH="380880" progId="Equation.DSMT4">
                  <p:embed/>
                </p:oleObj>
              </mc:Choice>
              <mc:Fallback>
                <p:oleObj name="Equation" r:id="rId9" imgW="1612800" imgH="380880" progId="Equation.DSMT4">
                  <p:embed/>
                  <p:pic>
                    <p:nvPicPr>
                      <p:cNvPr id="4" name="Object 3"/>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7289800" y="616707"/>
                        <a:ext cx="3378200" cy="798512"/>
                      </a:xfrm>
                      <a:prstGeom prst="rect">
                        <a:avLst/>
                      </a:prstGeom>
                      <a:solidFill>
                        <a:srgbClr val="FFFF00"/>
                      </a:solidFill>
                      <a:ln>
                        <a:noFill/>
                      </a:ln>
                    </p:spPr>
                  </p:pic>
                </p:oleObj>
              </mc:Fallback>
            </mc:AlternateContent>
          </a:graphicData>
        </a:graphic>
      </p:graphicFrame>
      <p:sp>
        <p:nvSpPr>
          <p:cNvPr id="13" name="Rectangle 12"/>
          <p:cNvSpPr/>
          <p:nvPr/>
        </p:nvSpPr>
        <p:spPr>
          <a:xfrm>
            <a:off x="6566648" y="3049676"/>
            <a:ext cx="4101353" cy="1477328"/>
          </a:xfrm>
          <a:prstGeom prst="rect">
            <a:avLst/>
          </a:prstGeom>
        </p:spPr>
        <p:txBody>
          <a:bodyPr wrap="square">
            <a:spAutoFit/>
          </a:bodyPr>
          <a:lstStyle/>
          <a:p>
            <a:pPr algn="just"/>
            <a:r>
              <a:rPr lang="en-CA" dirty="0">
                <a:solidFill>
                  <a:srgbClr val="FF0000"/>
                </a:solidFill>
              </a:rPr>
              <a:t>Derive the expression of output admittance taking source resistance into consideration from the small-signal hybrid model of a BJT independent of specific configuration</a:t>
            </a:r>
            <a:r>
              <a:rPr lang="en-CA" spc="10" dirty="0">
                <a:solidFill>
                  <a:srgbClr val="FF0000"/>
                </a:solidFill>
                <a:latin typeface="Times New Roman" panose="02020603050405020304" pitchFamily="18" charset="0"/>
                <a:ea typeface="Times New Roman" panose="02020603050405020304" pitchFamily="18" charset="0"/>
              </a:rPr>
              <a:t>.</a:t>
            </a:r>
            <a:endParaRPr lang="en-US" dirty="0"/>
          </a:p>
        </p:txBody>
      </p:sp>
      <mc:AlternateContent xmlns:mc="http://schemas.openxmlformats.org/markup-compatibility/2006" xmlns:p14="http://schemas.microsoft.com/office/powerpoint/2010/main">
        <mc:Choice Requires="p14">
          <p:contentPart p14:bwMode="auto" r:id="rId11">
            <p14:nvContentPartPr>
              <p14:cNvPr id="2" name="Ink 1">
                <a:extLst>
                  <a:ext uri="{FF2B5EF4-FFF2-40B4-BE49-F238E27FC236}">
                    <a16:creationId xmlns:a16="http://schemas.microsoft.com/office/drawing/2014/main" id="{59E3F794-0936-4E63-B456-95D82B659461}"/>
                  </a:ext>
                </a:extLst>
              </p14:cNvPr>
              <p14:cNvContentPartPr/>
              <p14:nvPr/>
            </p14:nvContentPartPr>
            <p14:xfrm>
              <a:off x="2057400" y="2545200"/>
              <a:ext cx="8636760" cy="4001400"/>
            </p14:xfrm>
          </p:contentPart>
        </mc:Choice>
        <mc:Fallback xmlns="">
          <p:pic>
            <p:nvPicPr>
              <p:cNvPr id="2" name="Ink 1">
                <a:extLst>
                  <a:ext uri="{FF2B5EF4-FFF2-40B4-BE49-F238E27FC236}">
                    <a16:creationId xmlns:a16="http://schemas.microsoft.com/office/drawing/2014/main" id="{59E3F794-0936-4E63-B456-95D82B659461}"/>
                  </a:ext>
                </a:extLst>
              </p:cNvPr>
              <p:cNvPicPr/>
              <p:nvPr/>
            </p:nvPicPr>
            <p:blipFill>
              <a:blip r:embed="rId12"/>
              <a:stretch>
                <a:fillRect/>
              </a:stretch>
            </p:blipFill>
            <p:spPr>
              <a:xfrm>
                <a:off x="2048040" y="2535840"/>
                <a:ext cx="8655480" cy="4020120"/>
              </a:xfrm>
              <a:prstGeom prst="rect">
                <a:avLst/>
              </a:prstGeom>
            </p:spPr>
          </p:pic>
        </mc:Fallback>
      </mc:AlternateContent>
    </p:spTree>
    <p:extLst>
      <p:ext uri="{BB962C8B-B14F-4D97-AF65-F5344CB8AC3E}">
        <p14:creationId xmlns:p14="http://schemas.microsoft.com/office/powerpoint/2010/main" val="69373007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ontent Placeholder 2">
            <a:extLst>
              <a:ext uri="{FF2B5EF4-FFF2-40B4-BE49-F238E27FC236}">
                <a16:creationId xmlns:a16="http://schemas.microsoft.com/office/drawing/2014/main" id="{951CA86C-20B9-4FCE-B7AD-83AB535DF8C8}"/>
              </a:ext>
            </a:extLst>
          </p:cNvPr>
          <p:cNvSpPr txBox="1">
            <a:spLocks/>
          </p:cNvSpPr>
          <p:nvPr/>
        </p:nvSpPr>
        <p:spPr>
          <a:xfrm>
            <a:off x="1524001" y="0"/>
            <a:ext cx="8918917" cy="458858"/>
          </a:xfrm>
          <a:prstGeom prst="rect">
            <a:avLst/>
          </a:prstGeom>
        </p:spPr>
        <p:txBody>
          <a:bodyPr>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just">
              <a:buBlip>
                <a:blip r:embed="rId2"/>
              </a:buBlip>
            </a:pPr>
            <a:r>
              <a:rPr lang="en-US" sz="2000" b="1" dirty="0">
                <a:solidFill>
                  <a:srgbClr val="C00000"/>
                </a:solidFill>
                <a:effectLst>
                  <a:outerShdw blurRad="38100" dist="38100" dir="2700000" algn="tl">
                    <a:srgbClr val="000000">
                      <a:alpha val="43137"/>
                    </a:srgbClr>
                  </a:outerShdw>
                </a:effectLst>
              </a:rPr>
              <a:t>Analysis of a Transistor Amplifier Circuit using h parameters (8/6)</a:t>
            </a:r>
          </a:p>
        </p:txBody>
      </p:sp>
      <p:sp>
        <p:nvSpPr>
          <p:cNvPr id="4" name="Rectangle 3">
            <a:extLst>
              <a:ext uri="{FF2B5EF4-FFF2-40B4-BE49-F238E27FC236}">
                <a16:creationId xmlns:a16="http://schemas.microsoft.com/office/drawing/2014/main" id="{B746951C-45D5-4ECF-9017-855BF2C79D68}"/>
              </a:ext>
            </a:extLst>
          </p:cNvPr>
          <p:cNvSpPr/>
          <p:nvPr/>
        </p:nvSpPr>
        <p:spPr>
          <a:xfrm>
            <a:off x="1524000" y="458858"/>
            <a:ext cx="8918917" cy="707886"/>
          </a:xfrm>
          <a:prstGeom prst="rect">
            <a:avLst/>
          </a:prstGeom>
        </p:spPr>
        <p:txBody>
          <a:bodyPr wrap="square">
            <a:spAutoFit/>
          </a:bodyPr>
          <a:lstStyle/>
          <a:p>
            <a:pPr marL="285750" indent="-285750" algn="just">
              <a:buFont typeface="Arial" panose="020B0604020202020204" pitchFamily="34" charset="0"/>
              <a:buChar char="•"/>
            </a:pPr>
            <a:r>
              <a:rPr lang="en-CA" sz="200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Note that th</a:t>
            </a:r>
            <a:r>
              <a:rPr lang="en-CA" sz="2000" i="1"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e </a:t>
            </a:r>
            <a:r>
              <a:rPr lang="en-CA" sz="2000" i="1" dirty="0">
                <a:solidFill>
                  <a:srgbClr val="0000FF"/>
                </a:solidFill>
                <a:latin typeface="Times New Roman" panose="02020603050405020304" pitchFamily="18" charset="0"/>
                <a:ea typeface="Times New Roman" panose="02020603050405020304" pitchFamily="18" charset="0"/>
                <a:cs typeface="Times New Roman" panose="02020603050405020304" pitchFamily="18" charset="0"/>
              </a:rPr>
              <a:t>output admittance </a:t>
            </a:r>
            <a:r>
              <a:rPr lang="en-CA" sz="200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is a function of the </a:t>
            </a:r>
            <a:r>
              <a:rPr lang="en-CA" sz="2000" i="1" dirty="0">
                <a:solidFill>
                  <a:srgbClr val="0000FF"/>
                </a:solidFill>
                <a:latin typeface="Times New Roman" panose="02020603050405020304" pitchFamily="18" charset="0"/>
                <a:ea typeface="Times New Roman" panose="02020603050405020304" pitchFamily="18" charset="0"/>
                <a:cs typeface="Times New Roman" panose="02020603050405020304" pitchFamily="18" charset="0"/>
              </a:rPr>
              <a:t>source resistance</a:t>
            </a:r>
            <a:r>
              <a:rPr lang="en-CA" sz="2000" i="1"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 </a:t>
            </a:r>
            <a:r>
              <a:rPr lang="en-CA" sz="200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If the </a:t>
            </a:r>
            <a:r>
              <a:rPr lang="en-CA" sz="2000" spc="1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source  impedance  is resistive,  as we  have  assumed,  then  </a:t>
            </a:r>
            <a:r>
              <a:rPr lang="en-CA" sz="2000" i="1" spc="10" dirty="0" err="1">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Y</a:t>
            </a:r>
            <a:r>
              <a:rPr lang="en-CA" sz="2000" i="1" spc="10" baseline="-25000" dirty="0" err="1">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O</a:t>
            </a:r>
            <a:r>
              <a:rPr lang="en-CA" sz="2000" spc="1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 is real </a:t>
            </a:r>
            <a:r>
              <a:rPr lang="en-CA" sz="200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(a conductance)</a:t>
            </a:r>
            <a:endParaRPr lang="en-US" sz="2000" dirty="0"/>
          </a:p>
        </p:txBody>
      </p:sp>
      <p:sp>
        <p:nvSpPr>
          <p:cNvPr id="7" name="Rectangle 6">
            <a:extLst>
              <a:ext uri="{FF2B5EF4-FFF2-40B4-BE49-F238E27FC236}">
                <a16:creationId xmlns:a16="http://schemas.microsoft.com/office/drawing/2014/main" id="{3E0E49A3-7A3B-479A-B442-B22A4B6EC04B}"/>
              </a:ext>
            </a:extLst>
          </p:cNvPr>
          <p:cNvSpPr/>
          <p:nvPr/>
        </p:nvSpPr>
        <p:spPr>
          <a:xfrm>
            <a:off x="1524000" y="1207946"/>
            <a:ext cx="8918915" cy="923330"/>
          </a:xfrm>
          <a:prstGeom prst="rect">
            <a:avLst/>
          </a:prstGeom>
        </p:spPr>
        <p:txBody>
          <a:bodyPr wrap="square">
            <a:spAutoFit/>
          </a:bodyPr>
          <a:lstStyle/>
          <a:p>
            <a:pPr marL="285750" indent="-285750" algn="just">
              <a:buFont typeface="Arial" panose="020B0604020202020204" pitchFamily="34" charset="0"/>
              <a:buChar char="•"/>
            </a:pPr>
            <a:r>
              <a:rPr lang="en-CA" spc="5"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In the above definition of </a:t>
            </a:r>
            <a:r>
              <a:rPr lang="en-CA" i="1" spc="5"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Y</a:t>
            </a:r>
            <a:r>
              <a:rPr lang="en-CA" i="1" spc="5" baseline="-2500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O</a:t>
            </a:r>
            <a:r>
              <a:rPr lang="en-CA" spc="5"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 </a:t>
            </a:r>
            <a:r>
              <a:rPr lang="en-CA"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	</a:t>
            </a:r>
            <a:r>
              <a:rPr lang="en-CA" spc="1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 1/</a:t>
            </a:r>
            <a:r>
              <a:rPr lang="en-CA" i="1" spc="1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Z</a:t>
            </a:r>
            <a:r>
              <a:rPr lang="en-CA" i="1" spc="10" baseline="-2500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O</a:t>
            </a:r>
            <a:r>
              <a:rPr lang="en-CA" spc="1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 we have considered the load </a:t>
            </a:r>
            <a:r>
              <a:rPr lang="en-CA" i="1" spc="1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Z</a:t>
            </a:r>
            <a:r>
              <a:rPr lang="en-CA" i="1" spc="10" baseline="-2500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L</a:t>
            </a:r>
            <a:r>
              <a:rPr lang="en-CA" i="1" spc="1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 </a:t>
            </a:r>
            <a:r>
              <a:rPr lang="en-CA" spc="15"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external to the amplifier. If the output impedance of the amplifier stage </a:t>
            </a:r>
            <a:r>
              <a:rPr lang="en-CA" spc="5"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with </a:t>
            </a:r>
            <a:r>
              <a:rPr lang="en-CA" i="1" spc="5"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Z</a:t>
            </a:r>
            <a:r>
              <a:rPr lang="en-CA" i="1" spc="5" baseline="-2500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L</a:t>
            </a:r>
            <a:r>
              <a:rPr lang="en-CA" i="1" spc="5"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 </a:t>
            </a:r>
            <a:r>
              <a:rPr lang="en-CA" spc="5"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included is desired, this loaded impedance can be calculated as the </a:t>
            </a:r>
            <a:r>
              <a:rPr lang="en-CA"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parallel combination of </a:t>
            </a:r>
            <a:r>
              <a:rPr lang="en-CA" i="1"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Z</a:t>
            </a:r>
            <a:r>
              <a:rPr lang="en-CA" i="1" baseline="-2500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L</a:t>
            </a:r>
            <a:r>
              <a:rPr lang="en-CA" i="1"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 </a:t>
            </a:r>
            <a:r>
              <a:rPr lang="en-CA"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and </a:t>
            </a:r>
            <a:r>
              <a:rPr lang="en-CA" i="1"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Z</a:t>
            </a:r>
            <a:r>
              <a:rPr lang="en-CA" i="1" baseline="-2500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O</a:t>
            </a:r>
            <a:r>
              <a:rPr lang="en-CA" i="1"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a:t>
            </a:r>
            <a:endParaRPr lang="en-US" dirty="0"/>
          </a:p>
        </p:txBody>
      </p:sp>
      <p:pic>
        <p:nvPicPr>
          <p:cNvPr id="9" name="Picture 8">
            <a:extLst>
              <a:ext uri="{FF2B5EF4-FFF2-40B4-BE49-F238E27FC236}">
                <a16:creationId xmlns:a16="http://schemas.microsoft.com/office/drawing/2014/main" id="{A2268EF7-B6F7-46DD-87F6-F2209E73D872}"/>
              </a:ext>
            </a:extLst>
          </p:cNvPr>
          <p:cNvPicPr>
            <a:picLocks noChangeAspect="1"/>
          </p:cNvPicPr>
          <p:nvPr/>
        </p:nvPicPr>
        <p:blipFill>
          <a:blip r:embed="rId3"/>
          <a:stretch>
            <a:fillRect/>
          </a:stretch>
        </p:blipFill>
        <p:spPr>
          <a:xfrm>
            <a:off x="4346914" y="3724276"/>
            <a:ext cx="6096000" cy="3133725"/>
          </a:xfrm>
          <a:prstGeom prst="rect">
            <a:avLst/>
          </a:prstGeom>
        </p:spPr>
      </p:pic>
      <p:sp>
        <p:nvSpPr>
          <p:cNvPr id="11" name="Rectangle 10">
            <a:extLst>
              <a:ext uri="{FF2B5EF4-FFF2-40B4-BE49-F238E27FC236}">
                <a16:creationId xmlns:a16="http://schemas.microsoft.com/office/drawing/2014/main" id="{045DF48C-01FC-4A51-A423-62BF490CBC6E}"/>
              </a:ext>
            </a:extLst>
          </p:cNvPr>
          <p:cNvSpPr/>
          <p:nvPr/>
        </p:nvSpPr>
        <p:spPr>
          <a:xfrm>
            <a:off x="1523999" y="2131276"/>
            <a:ext cx="8918914" cy="1477328"/>
          </a:xfrm>
          <a:prstGeom prst="rect">
            <a:avLst/>
          </a:prstGeom>
        </p:spPr>
        <p:txBody>
          <a:bodyPr wrap="square">
            <a:spAutoFit/>
          </a:bodyPr>
          <a:lstStyle/>
          <a:p>
            <a:pPr marL="285750" indent="-285750" algn="just">
              <a:buFont typeface="Arial" pitchFamily="34" charset="0"/>
              <a:buChar char="•"/>
            </a:pPr>
            <a:r>
              <a:rPr lang="en-CA" b="1" spc="10" dirty="0">
                <a:solidFill>
                  <a:srgbClr val="000000"/>
                </a:solidFill>
                <a:latin typeface="Times New Roman" panose="02020603050405020304" pitchFamily="18" charset="0"/>
                <a:ea typeface="Times New Roman" panose="02020603050405020304" pitchFamily="18" charset="0"/>
              </a:rPr>
              <a:t>Summary: </a:t>
            </a:r>
            <a:r>
              <a:rPr lang="en-CA" spc="10" dirty="0">
                <a:solidFill>
                  <a:srgbClr val="000000"/>
                </a:solidFill>
                <a:latin typeface="Times New Roman" panose="02020603050405020304" pitchFamily="18" charset="0"/>
                <a:ea typeface="Times New Roman" panose="02020603050405020304" pitchFamily="18" charset="0"/>
              </a:rPr>
              <a:t>The important formulas derived above are summarized for </a:t>
            </a:r>
            <a:r>
              <a:rPr lang="en-CA" spc="5" dirty="0">
                <a:solidFill>
                  <a:srgbClr val="000000"/>
                </a:solidFill>
                <a:latin typeface="Times New Roman" panose="02020603050405020304" pitchFamily="18" charset="0"/>
                <a:ea typeface="Times New Roman" panose="02020603050405020304" pitchFamily="18" charset="0"/>
              </a:rPr>
              <a:t>ready reference in Table </a:t>
            </a:r>
            <a:r>
              <a:rPr lang="en-CA" spc="10" dirty="0">
                <a:solidFill>
                  <a:srgbClr val="000000"/>
                </a:solidFill>
                <a:latin typeface="Times New Roman" panose="02020603050405020304" pitchFamily="18" charset="0"/>
                <a:ea typeface="Times New Roman" panose="02020603050405020304" pitchFamily="18" charset="0"/>
              </a:rPr>
              <a:t>8-4. Note that the expressions for </a:t>
            </a:r>
            <a:r>
              <a:rPr lang="en-CA" b="1" i="1" spc="10" dirty="0">
                <a:solidFill>
                  <a:srgbClr val="000000"/>
                </a:solidFill>
                <a:latin typeface="Times New Roman" panose="02020603050405020304" pitchFamily="18" charset="0"/>
                <a:ea typeface="Times New Roman" panose="02020603050405020304" pitchFamily="18" charset="0"/>
              </a:rPr>
              <a:t>A</a:t>
            </a:r>
            <a:r>
              <a:rPr lang="en-CA" b="1" i="1" spc="10" baseline="-25000" dirty="0">
                <a:solidFill>
                  <a:srgbClr val="000000"/>
                </a:solidFill>
                <a:latin typeface="Times New Roman" panose="02020603050405020304" pitchFamily="18" charset="0"/>
                <a:ea typeface="Times New Roman" panose="02020603050405020304" pitchFamily="18" charset="0"/>
              </a:rPr>
              <a:t>V</a:t>
            </a:r>
            <a:r>
              <a:rPr lang="en-CA" b="1" i="1" spc="10" dirty="0">
                <a:solidFill>
                  <a:srgbClr val="000000"/>
                </a:solidFill>
                <a:latin typeface="Times New Roman" panose="02020603050405020304" pitchFamily="18" charset="0"/>
                <a:ea typeface="Times New Roman" panose="02020603050405020304" pitchFamily="18" charset="0"/>
              </a:rPr>
              <a:t>, </a:t>
            </a:r>
            <a:r>
              <a:rPr lang="en-CA" i="1" spc="10" dirty="0">
                <a:solidFill>
                  <a:srgbClr val="000000"/>
                </a:solidFill>
                <a:latin typeface="Times New Roman" panose="02020603050405020304" pitchFamily="18" charset="0"/>
                <a:ea typeface="Times New Roman" panose="02020603050405020304" pitchFamily="18" charset="0"/>
              </a:rPr>
              <a:t>A</a:t>
            </a:r>
            <a:r>
              <a:rPr lang="en-CA" i="1" spc="10" baseline="-25000" dirty="0">
                <a:solidFill>
                  <a:srgbClr val="000000"/>
                </a:solidFill>
                <a:latin typeface="Times New Roman" panose="02020603050405020304" pitchFamily="18" charset="0"/>
                <a:ea typeface="Times New Roman" panose="02020603050405020304" pitchFamily="18" charset="0"/>
              </a:rPr>
              <a:t>VS</a:t>
            </a:r>
            <a:r>
              <a:rPr lang="en-CA" spc="10" dirty="0">
                <a:solidFill>
                  <a:srgbClr val="000000"/>
                </a:solidFill>
                <a:latin typeface="Times New Roman" panose="02020603050405020304" pitchFamily="18" charset="0"/>
                <a:ea typeface="Times New Roman" panose="02020603050405020304" pitchFamily="18" charset="0"/>
              </a:rPr>
              <a:t>, and </a:t>
            </a:r>
            <a:r>
              <a:rPr lang="en-CA" i="1" spc="10" dirty="0" err="1">
                <a:solidFill>
                  <a:srgbClr val="000000"/>
                </a:solidFill>
                <a:latin typeface="Times New Roman" panose="02020603050405020304" pitchFamily="18" charset="0"/>
                <a:ea typeface="Times New Roman" panose="02020603050405020304" pitchFamily="18" charset="0"/>
              </a:rPr>
              <a:t>A</a:t>
            </a:r>
            <a:r>
              <a:rPr lang="en-CA" i="1" spc="10" baseline="-25000" dirty="0" err="1">
                <a:solidFill>
                  <a:srgbClr val="000000"/>
                </a:solidFill>
                <a:latin typeface="Times New Roman" panose="02020603050405020304" pitchFamily="18" charset="0"/>
                <a:ea typeface="Times New Roman" panose="02020603050405020304" pitchFamily="18" charset="0"/>
              </a:rPr>
              <a:t>IS</a:t>
            </a:r>
            <a:r>
              <a:rPr lang="en-CA" spc="10" dirty="0">
                <a:solidFill>
                  <a:srgbClr val="000000"/>
                </a:solidFill>
                <a:latin typeface="Times New Roman" panose="02020603050405020304" pitchFamily="18" charset="0"/>
                <a:ea typeface="Times New Roman" panose="02020603050405020304" pitchFamily="18" charset="0"/>
              </a:rPr>
              <a:t> are obtained without reference to the hybrid parameters, and hence are </a:t>
            </a:r>
            <a:r>
              <a:rPr lang="en-CA" spc="5" dirty="0">
                <a:solidFill>
                  <a:srgbClr val="000000"/>
                </a:solidFill>
                <a:latin typeface="Times New Roman" panose="02020603050405020304" pitchFamily="18" charset="0"/>
                <a:ea typeface="Times New Roman" panose="02020603050405020304" pitchFamily="18" charset="0"/>
              </a:rPr>
              <a:t>valid regardless of what equivalent circuit we use for the transistor (for example, these expressions are valid for high-frequency hybrid-II model of Sec. 11-5).</a:t>
            </a:r>
            <a:endParaRPr lang="en-US" dirty="0"/>
          </a:p>
        </p:txBody>
      </p:sp>
      <p:sp>
        <p:nvSpPr>
          <p:cNvPr id="2" name="Rectangle 1"/>
          <p:cNvSpPr/>
          <p:nvPr/>
        </p:nvSpPr>
        <p:spPr>
          <a:xfrm>
            <a:off x="1766048" y="3706311"/>
            <a:ext cx="2433918" cy="1077218"/>
          </a:xfrm>
          <a:prstGeom prst="rect">
            <a:avLst/>
          </a:prstGeom>
        </p:spPr>
        <p:txBody>
          <a:bodyPr wrap="square">
            <a:spAutoFit/>
          </a:bodyPr>
          <a:lstStyle/>
          <a:p>
            <a:pPr algn="just"/>
            <a:r>
              <a:rPr lang="en-US" sz="1600" dirty="0">
                <a:solidFill>
                  <a:srgbClr val="FF0000"/>
                </a:solidFill>
              </a:rPr>
              <a:t>Draw the hybrid model for a CB transistor and write the input and output equations.</a:t>
            </a:r>
          </a:p>
        </p:txBody>
      </p:sp>
      <p:sp>
        <p:nvSpPr>
          <p:cNvPr id="3" name="Rectangle 2"/>
          <p:cNvSpPr/>
          <p:nvPr/>
        </p:nvSpPr>
        <p:spPr>
          <a:xfrm>
            <a:off x="1766048" y="4783529"/>
            <a:ext cx="2433918" cy="1077218"/>
          </a:xfrm>
          <a:prstGeom prst="rect">
            <a:avLst/>
          </a:prstGeom>
        </p:spPr>
        <p:txBody>
          <a:bodyPr wrap="square">
            <a:spAutoFit/>
          </a:bodyPr>
          <a:lstStyle/>
          <a:p>
            <a:pPr algn="just"/>
            <a:r>
              <a:rPr lang="en-US" sz="1600" dirty="0">
                <a:solidFill>
                  <a:srgbClr val="FF0000"/>
                </a:solidFill>
              </a:rPr>
              <a:t>Draw the hybrid model for a CE transistor and write the input and output equations.</a:t>
            </a:r>
          </a:p>
        </p:txBody>
      </p:sp>
      <p:sp>
        <p:nvSpPr>
          <p:cNvPr id="10" name="Rectangle 9"/>
          <p:cNvSpPr/>
          <p:nvPr/>
        </p:nvSpPr>
        <p:spPr>
          <a:xfrm>
            <a:off x="1766048" y="5780782"/>
            <a:ext cx="2433918" cy="1077218"/>
          </a:xfrm>
          <a:prstGeom prst="rect">
            <a:avLst/>
          </a:prstGeom>
        </p:spPr>
        <p:txBody>
          <a:bodyPr wrap="square">
            <a:spAutoFit/>
          </a:bodyPr>
          <a:lstStyle/>
          <a:p>
            <a:pPr algn="just"/>
            <a:r>
              <a:rPr lang="en-US" sz="1600" dirty="0">
                <a:solidFill>
                  <a:srgbClr val="FF0000"/>
                </a:solidFill>
              </a:rPr>
              <a:t>Draw the hybrid model for a CC transistor and write the input and output equations.</a:t>
            </a:r>
          </a:p>
        </p:txBody>
      </p:sp>
      <mc:AlternateContent xmlns:mc="http://schemas.openxmlformats.org/markup-compatibility/2006" xmlns:p14="http://schemas.microsoft.com/office/powerpoint/2010/main">
        <mc:Choice Requires="p14">
          <p:contentPart p14:bwMode="auto" r:id="rId4">
            <p14:nvContentPartPr>
              <p14:cNvPr id="5" name="Ink 4">
                <a:extLst>
                  <a:ext uri="{FF2B5EF4-FFF2-40B4-BE49-F238E27FC236}">
                    <a16:creationId xmlns:a16="http://schemas.microsoft.com/office/drawing/2014/main" id="{53D54541-CF12-4767-A66B-7E3F664D3DB2}"/>
                  </a:ext>
                </a:extLst>
              </p14:cNvPr>
              <p14:cNvContentPartPr/>
              <p14:nvPr/>
            </p14:nvContentPartPr>
            <p14:xfrm>
              <a:off x="1784160" y="1516680"/>
              <a:ext cx="8435880" cy="2080080"/>
            </p14:xfrm>
          </p:contentPart>
        </mc:Choice>
        <mc:Fallback xmlns="">
          <p:pic>
            <p:nvPicPr>
              <p:cNvPr id="5" name="Ink 4">
                <a:extLst>
                  <a:ext uri="{FF2B5EF4-FFF2-40B4-BE49-F238E27FC236}">
                    <a16:creationId xmlns:a16="http://schemas.microsoft.com/office/drawing/2014/main" id="{53D54541-CF12-4767-A66B-7E3F664D3DB2}"/>
                  </a:ext>
                </a:extLst>
              </p:cNvPr>
              <p:cNvPicPr/>
              <p:nvPr/>
            </p:nvPicPr>
            <p:blipFill>
              <a:blip r:embed="rId5"/>
              <a:stretch>
                <a:fillRect/>
              </a:stretch>
            </p:blipFill>
            <p:spPr>
              <a:xfrm>
                <a:off x="1774800" y="1507320"/>
                <a:ext cx="8454600" cy="2098800"/>
              </a:xfrm>
              <a:prstGeom prst="rect">
                <a:avLst/>
              </a:prstGeom>
            </p:spPr>
          </p:pic>
        </mc:Fallback>
      </mc:AlternateContent>
    </p:spTree>
    <p:extLst>
      <p:ext uri="{BB962C8B-B14F-4D97-AF65-F5344CB8AC3E}">
        <p14:creationId xmlns:p14="http://schemas.microsoft.com/office/powerpoint/2010/main" val="364002637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2"/>
          <p:cNvSpPr txBox="1">
            <a:spLocks/>
          </p:cNvSpPr>
          <p:nvPr/>
        </p:nvSpPr>
        <p:spPr>
          <a:xfrm>
            <a:off x="1523998" y="0"/>
            <a:ext cx="9144003" cy="373772"/>
          </a:xfrm>
          <a:prstGeom prst="rect">
            <a:avLst/>
          </a:prstGeom>
        </p:spPr>
        <p:txBody>
          <a:bodyPr>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just">
              <a:buBlip>
                <a:blip r:embed="rId2"/>
              </a:buBlip>
            </a:pPr>
            <a:r>
              <a:rPr lang="en-US" sz="2400" b="1" dirty="0">
                <a:solidFill>
                  <a:srgbClr val="C00000"/>
                </a:solidFill>
              </a:rPr>
              <a:t>Comparison of Transistor Amplifier Configurations (8/9)</a:t>
            </a:r>
          </a:p>
        </p:txBody>
      </p:sp>
      <p:sp>
        <p:nvSpPr>
          <p:cNvPr id="7" name="Rectangle 6">
            <a:extLst>
              <a:ext uri="{FF2B5EF4-FFF2-40B4-BE49-F238E27FC236}">
                <a16:creationId xmlns:a16="http://schemas.microsoft.com/office/drawing/2014/main" id="{999C7ACA-C745-4985-8751-0552B4632AB5}"/>
              </a:ext>
            </a:extLst>
          </p:cNvPr>
          <p:cNvSpPr/>
          <p:nvPr/>
        </p:nvSpPr>
        <p:spPr>
          <a:xfrm>
            <a:off x="1523997" y="450944"/>
            <a:ext cx="8950039" cy="1225977"/>
          </a:xfrm>
          <a:prstGeom prst="rect">
            <a:avLst/>
          </a:prstGeom>
        </p:spPr>
        <p:txBody>
          <a:bodyPr wrap="square">
            <a:spAutoFit/>
          </a:bodyPr>
          <a:lstStyle/>
          <a:p>
            <a:pPr marL="285750" indent="-285750" algn="just">
              <a:spcBef>
                <a:spcPts val="225"/>
              </a:spcBef>
              <a:buFont typeface="Arial" panose="020B0604020202020204" pitchFamily="34" charset="0"/>
              <a:buChar char="•"/>
              <a:tabLst>
                <a:tab pos="1045210" algn="l"/>
              </a:tabLst>
            </a:pPr>
            <a:r>
              <a:rPr lang="en-CA" b="1" dirty="0">
                <a:solidFill>
                  <a:srgbClr val="0000FF"/>
                </a:solidFill>
                <a:latin typeface="Times New Roman" panose="02020603050405020304" pitchFamily="18" charset="0"/>
                <a:ea typeface="Times New Roman" panose="02020603050405020304" pitchFamily="18" charset="0"/>
                <a:cs typeface="Times New Roman" panose="02020603050405020304" pitchFamily="18" charset="0"/>
              </a:rPr>
              <a:t>CE Configuration: </a:t>
            </a:r>
            <a:r>
              <a:rPr lang="en-CA" dirty="0"/>
              <a:t>From the curves and Table 8-5, it is observed that only the common-emitter stage is capable of both a voltage gain and a current gain greater than unity. This </a:t>
            </a:r>
            <a:r>
              <a:rPr lang="en-CA" dirty="0">
                <a:solidFill>
                  <a:srgbClr val="0000FF"/>
                </a:solidFill>
              </a:rPr>
              <a:t>configuration is the most </a:t>
            </a:r>
            <a:r>
              <a:rPr lang="en-CA" dirty="0"/>
              <a:t>versatile and useful of the three connections.</a:t>
            </a:r>
            <a:endParaRPr lang="en-US" dirty="0"/>
          </a:p>
          <a:p>
            <a:pPr marL="285750" indent="-285750" algn="just">
              <a:spcBef>
                <a:spcPts val="225"/>
              </a:spcBef>
              <a:buFont typeface="Arial" panose="020B0604020202020204" pitchFamily="34" charset="0"/>
              <a:buChar char="•"/>
              <a:tabLst>
                <a:tab pos="1045210" algn="l"/>
              </a:tabLst>
            </a:pPr>
            <a:r>
              <a:rPr lang="en-CA" b="1" dirty="0">
                <a:solidFill>
                  <a:srgbClr val="0000FF"/>
                </a:solidFill>
                <a:latin typeface="Times New Roman" panose="02020603050405020304" pitchFamily="18" charset="0"/>
                <a:ea typeface="Times New Roman" panose="02020603050405020304" pitchFamily="18" charset="0"/>
                <a:cs typeface="Times New Roman" panose="02020603050405020304" pitchFamily="18" charset="0"/>
              </a:rPr>
              <a:t> </a:t>
            </a:r>
            <a:endParaRPr lang="en-US" sz="3200" dirty="0">
              <a:solidFill>
                <a:srgbClr val="0000FF"/>
              </a:solidFill>
              <a:latin typeface="Calibri" panose="020F0502020204030204" pitchFamily="34" charset="0"/>
              <a:ea typeface="Times New Roman" panose="02020603050405020304" pitchFamily="18" charset="0"/>
              <a:cs typeface="Times New Roman" panose="02020603050405020304" pitchFamily="18" charset="0"/>
            </a:endParaRPr>
          </a:p>
        </p:txBody>
      </p:sp>
      <p:pic>
        <p:nvPicPr>
          <p:cNvPr id="2" name="Picture 1">
            <a:extLst>
              <a:ext uri="{FF2B5EF4-FFF2-40B4-BE49-F238E27FC236}">
                <a16:creationId xmlns:a16="http://schemas.microsoft.com/office/drawing/2014/main" id="{0F47CEA9-B677-476F-9DAD-099855B152D7}"/>
              </a:ext>
            </a:extLst>
          </p:cNvPr>
          <p:cNvPicPr>
            <a:picLocks noChangeAspect="1"/>
          </p:cNvPicPr>
          <p:nvPr/>
        </p:nvPicPr>
        <p:blipFill>
          <a:blip r:embed="rId3"/>
          <a:stretch>
            <a:fillRect/>
          </a:stretch>
        </p:blipFill>
        <p:spPr>
          <a:xfrm>
            <a:off x="1898504" y="1585392"/>
            <a:ext cx="8394989" cy="2450429"/>
          </a:xfrm>
          <a:prstGeom prst="rect">
            <a:avLst/>
          </a:prstGeom>
        </p:spPr>
      </p:pic>
      <p:sp>
        <p:nvSpPr>
          <p:cNvPr id="3" name="Rectangle 2">
            <a:extLst>
              <a:ext uri="{FF2B5EF4-FFF2-40B4-BE49-F238E27FC236}">
                <a16:creationId xmlns:a16="http://schemas.microsoft.com/office/drawing/2014/main" id="{9C3C4477-B101-4690-930D-0E3DA7B219CC}"/>
              </a:ext>
            </a:extLst>
          </p:cNvPr>
          <p:cNvSpPr/>
          <p:nvPr/>
        </p:nvSpPr>
        <p:spPr>
          <a:xfrm>
            <a:off x="1898503" y="3995784"/>
            <a:ext cx="8672944" cy="646331"/>
          </a:xfrm>
          <a:prstGeom prst="rect">
            <a:avLst/>
          </a:prstGeom>
        </p:spPr>
        <p:txBody>
          <a:bodyPr wrap="square">
            <a:spAutoFit/>
          </a:bodyPr>
          <a:lstStyle/>
          <a:p>
            <a:r>
              <a:rPr lang="en-CA" dirty="0">
                <a:solidFill>
                  <a:srgbClr val="FF0000"/>
                </a:solidFill>
              </a:rPr>
              <a:t>Name the transistor configuration that is capable of both a voltage gain and a current gain greater than unity. </a:t>
            </a:r>
            <a:r>
              <a:rPr lang="en-CA" b="1" dirty="0">
                <a:solidFill>
                  <a:srgbClr val="FF0000"/>
                </a:solidFill>
                <a:effectLst>
                  <a:outerShdw blurRad="38100" dist="38100" dir="2700000" algn="tl">
                    <a:srgbClr val="000000">
                      <a:alpha val="43137"/>
                    </a:srgbClr>
                  </a:outerShdw>
                </a:effectLst>
              </a:rPr>
              <a:t>(a) CE</a:t>
            </a:r>
            <a:r>
              <a:rPr lang="en-CA" dirty="0">
                <a:solidFill>
                  <a:srgbClr val="FF0000"/>
                </a:solidFill>
              </a:rPr>
              <a:t>, (b) CB, (c) CC, (d) none of them.</a:t>
            </a:r>
            <a:endParaRPr lang="en-US" dirty="0">
              <a:solidFill>
                <a:srgbClr val="FF0000"/>
              </a:solidFill>
            </a:endParaRPr>
          </a:p>
        </p:txBody>
      </p:sp>
      <p:sp>
        <p:nvSpPr>
          <p:cNvPr id="11" name="Rectangle 10">
            <a:extLst>
              <a:ext uri="{FF2B5EF4-FFF2-40B4-BE49-F238E27FC236}">
                <a16:creationId xmlns:a16="http://schemas.microsoft.com/office/drawing/2014/main" id="{F1AB151F-6C2C-4BA8-BBD4-4E3509BF04ED}"/>
              </a:ext>
            </a:extLst>
          </p:cNvPr>
          <p:cNvSpPr/>
          <p:nvPr/>
        </p:nvSpPr>
        <p:spPr>
          <a:xfrm>
            <a:off x="1898503" y="4589065"/>
            <a:ext cx="8672944" cy="646331"/>
          </a:xfrm>
          <a:prstGeom prst="rect">
            <a:avLst/>
          </a:prstGeom>
        </p:spPr>
        <p:txBody>
          <a:bodyPr wrap="square">
            <a:spAutoFit/>
          </a:bodyPr>
          <a:lstStyle/>
          <a:p>
            <a:r>
              <a:rPr lang="en-CA" dirty="0">
                <a:solidFill>
                  <a:srgbClr val="FF0000"/>
                </a:solidFill>
              </a:rPr>
              <a:t>Which transistor configuration is the most versatile and useful? </a:t>
            </a:r>
            <a:r>
              <a:rPr lang="en-CA" b="1" dirty="0">
                <a:solidFill>
                  <a:srgbClr val="FF0000"/>
                </a:solidFill>
                <a:effectLst>
                  <a:outerShdw blurRad="38100" dist="38100" dir="2700000" algn="tl">
                    <a:srgbClr val="000000">
                      <a:alpha val="43137"/>
                    </a:srgbClr>
                  </a:outerShdw>
                </a:effectLst>
              </a:rPr>
              <a:t>(a) CE</a:t>
            </a:r>
            <a:r>
              <a:rPr lang="en-CA" dirty="0">
                <a:solidFill>
                  <a:srgbClr val="FF0000"/>
                </a:solidFill>
              </a:rPr>
              <a:t>, (b) CB, (c) CC, (d) all of them.</a:t>
            </a:r>
            <a:endParaRPr lang="en-US" dirty="0">
              <a:solidFill>
                <a:srgbClr val="FF0000"/>
              </a:solidFill>
            </a:endParaRPr>
          </a:p>
        </p:txBody>
      </p:sp>
      <p:sp>
        <p:nvSpPr>
          <p:cNvPr id="4" name="Rectangle 3">
            <a:extLst>
              <a:ext uri="{FF2B5EF4-FFF2-40B4-BE49-F238E27FC236}">
                <a16:creationId xmlns:a16="http://schemas.microsoft.com/office/drawing/2014/main" id="{016429BE-B49A-48F9-8F78-6BD584BBF518}"/>
              </a:ext>
            </a:extLst>
          </p:cNvPr>
          <p:cNvSpPr/>
          <p:nvPr/>
        </p:nvSpPr>
        <p:spPr>
          <a:xfrm>
            <a:off x="1801089" y="5246964"/>
            <a:ext cx="8492401" cy="646331"/>
          </a:xfrm>
          <a:prstGeom prst="rect">
            <a:avLst/>
          </a:prstGeom>
        </p:spPr>
        <p:txBody>
          <a:bodyPr wrap="square">
            <a:spAutoFit/>
          </a:bodyPr>
          <a:lstStyle/>
          <a:p>
            <a:r>
              <a:rPr lang="en-IN" dirty="0">
                <a:solidFill>
                  <a:srgbClr val="00B050"/>
                </a:solidFill>
                <a:latin typeface="Times New Roman" panose="02020603050405020304" pitchFamily="18" charset="0"/>
                <a:ea typeface="Times New Roman" panose="02020603050405020304" pitchFamily="18" charset="0"/>
              </a:rPr>
              <a:t>Compare its voltage gain (</a:t>
            </a:r>
            <a:r>
              <a:rPr lang="en-IN" i="1" dirty="0">
                <a:solidFill>
                  <a:srgbClr val="00B050"/>
                </a:solidFill>
                <a:latin typeface="Times New Roman" panose="02020603050405020304" pitchFamily="18" charset="0"/>
                <a:ea typeface="Times New Roman" panose="02020603050405020304" pitchFamily="18" charset="0"/>
              </a:rPr>
              <a:t>A</a:t>
            </a:r>
            <a:r>
              <a:rPr lang="en-IN" i="1" baseline="-25000" dirty="0">
                <a:solidFill>
                  <a:srgbClr val="00B050"/>
                </a:solidFill>
                <a:latin typeface="Times New Roman" panose="02020603050405020304" pitchFamily="18" charset="0"/>
                <a:ea typeface="Times New Roman" panose="02020603050405020304" pitchFamily="18" charset="0"/>
              </a:rPr>
              <a:t>v</a:t>
            </a:r>
            <a:r>
              <a:rPr lang="en-IN" dirty="0">
                <a:solidFill>
                  <a:srgbClr val="00B050"/>
                </a:solidFill>
                <a:latin typeface="Times New Roman" panose="02020603050405020304" pitchFamily="18" charset="0"/>
                <a:ea typeface="Times New Roman" panose="02020603050405020304" pitchFamily="18" charset="0"/>
              </a:rPr>
              <a:t>), input resistance (</a:t>
            </a:r>
            <a:r>
              <a:rPr lang="en-IN" i="1" dirty="0">
                <a:solidFill>
                  <a:srgbClr val="00B050"/>
                </a:solidFill>
                <a:latin typeface="Times New Roman" panose="02020603050405020304" pitchFamily="18" charset="0"/>
                <a:ea typeface="Times New Roman" panose="02020603050405020304" pitchFamily="18" charset="0"/>
              </a:rPr>
              <a:t>R</a:t>
            </a:r>
            <a:r>
              <a:rPr lang="en-IN" i="1" baseline="-25000" dirty="0">
                <a:solidFill>
                  <a:srgbClr val="00B050"/>
                </a:solidFill>
                <a:latin typeface="Times New Roman" panose="02020603050405020304" pitchFamily="18" charset="0"/>
                <a:ea typeface="Times New Roman" panose="02020603050405020304" pitchFamily="18" charset="0"/>
              </a:rPr>
              <a:t>i</a:t>
            </a:r>
            <a:r>
              <a:rPr lang="en-IN" dirty="0">
                <a:solidFill>
                  <a:srgbClr val="00B050"/>
                </a:solidFill>
                <a:latin typeface="Times New Roman" panose="02020603050405020304" pitchFamily="18" charset="0"/>
                <a:ea typeface="Times New Roman" panose="02020603050405020304" pitchFamily="18" charset="0"/>
              </a:rPr>
              <a:t>) and output resistance (</a:t>
            </a:r>
            <a:r>
              <a:rPr lang="en-IN" i="1" dirty="0">
                <a:solidFill>
                  <a:srgbClr val="00B050"/>
                </a:solidFill>
                <a:latin typeface="Times New Roman" panose="02020603050405020304" pitchFamily="18" charset="0"/>
                <a:ea typeface="Times New Roman" panose="02020603050405020304" pitchFamily="18" charset="0"/>
              </a:rPr>
              <a:t>R</a:t>
            </a:r>
            <a:r>
              <a:rPr lang="en-IN" i="1" baseline="-25000" dirty="0">
                <a:solidFill>
                  <a:srgbClr val="00B050"/>
                </a:solidFill>
                <a:latin typeface="Times New Roman" panose="02020603050405020304" pitchFamily="18" charset="0"/>
                <a:ea typeface="Times New Roman" panose="02020603050405020304" pitchFamily="18" charset="0"/>
              </a:rPr>
              <a:t>o</a:t>
            </a:r>
            <a:r>
              <a:rPr lang="en-IN" dirty="0">
                <a:solidFill>
                  <a:srgbClr val="00B050"/>
                </a:solidFill>
                <a:latin typeface="Times New Roman" panose="02020603050405020304" pitchFamily="18" charset="0"/>
                <a:ea typeface="Times New Roman" panose="02020603050405020304" pitchFamily="18" charset="0"/>
              </a:rPr>
              <a:t>) with those of common-emitter (CE) configuration.</a:t>
            </a:r>
            <a:endParaRPr lang="en-US" dirty="0">
              <a:solidFill>
                <a:srgbClr val="00B050"/>
              </a:solidFill>
            </a:endParaRPr>
          </a:p>
        </p:txBody>
      </p:sp>
      <p:sp>
        <p:nvSpPr>
          <p:cNvPr id="5" name="Rectangle 4">
            <a:extLst>
              <a:ext uri="{FF2B5EF4-FFF2-40B4-BE49-F238E27FC236}">
                <a16:creationId xmlns:a16="http://schemas.microsoft.com/office/drawing/2014/main" id="{5AB53476-243F-471B-8ACE-95E185F78A4F}"/>
              </a:ext>
            </a:extLst>
          </p:cNvPr>
          <p:cNvSpPr/>
          <p:nvPr/>
        </p:nvSpPr>
        <p:spPr>
          <a:xfrm>
            <a:off x="1801089" y="5893295"/>
            <a:ext cx="8492401" cy="646331"/>
          </a:xfrm>
          <a:prstGeom prst="rect">
            <a:avLst/>
          </a:prstGeom>
        </p:spPr>
        <p:txBody>
          <a:bodyPr wrap="square">
            <a:spAutoFit/>
          </a:bodyPr>
          <a:lstStyle/>
          <a:p>
            <a:r>
              <a:rPr lang="en-IN" dirty="0">
                <a:solidFill>
                  <a:srgbClr val="00B050"/>
                </a:solidFill>
                <a:latin typeface="Times New Roman" panose="02020603050405020304" pitchFamily="18" charset="0"/>
                <a:ea typeface="Times New Roman" panose="02020603050405020304" pitchFamily="18" charset="0"/>
              </a:rPr>
              <a:t>Compare its voltage gain (</a:t>
            </a:r>
            <a:r>
              <a:rPr lang="en-IN" i="1" dirty="0">
                <a:solidFill>
                  <a:srgbClr val="00B050"/>
                </a:solidFill>
                <a:latin typeface="Times New Roman" panose="02020603050405020304" pitchFamily="18" charset="0"/>
                <a:ea typeface="Times New Roman" panose="02020603050405020304" pitchFamily="18" charset="0"/>
              </a:rPr>
              <a:t>A</a:t>
            </a:r>
            <a:r>
              <a:rPr lang="en-IN" i="1" baseline="-25000" dirty="0">
                <a:solidFill>
                  <a:srgbClr val="00B050"/>
                </a:solidFill>
                <a:latin typeface="Times New Roman" panose="02020603050405020304" pitchFamily="18" charset="0"/>
                <a:ea typeface="Times New Roman" panose="02020603050405020304" pitchFamily="18" charset="0"/>
              </a:rPr>
              <a:t>v</a:t>
            </a:r>
            <a:r>
              <a:rPr lang="en-IN" dirty="0">
                <a:solidFill>
                  <a:srgbClr val="00B050"/>
                </a:solidFill>
                <a:latin typeface="Times New Roman" panose="02020603050405020304" pitchFamily="18" charset="0"/>
                <a:ea typeface="Times New Roman" panose="02020603050405020304" pitchFamily="18" charset="0"/>
              </a:rPr>
              <a:t>), input resistance (</a:t>
            </a:r>
            <a:r>
              <a:rPr lang="en-IN" i="1" dirty="0">
                <a:solidFill>
                  <a:srgbClr val="00B050"/>
                </a:solidFill>
                <a:latin typeface="Times New Roman" panose="02020603050405020304" pitchFamily="18" charset="0"/>
                <a:ea typeface="Times New Roman" panose="02020603050405020304" pitchFamily="18" charset="0"/>
              </a:rPr>
              <a:t>R</a:t>
            </a:r>
            <a:r>
              <a:rPr lang="en-IN" i="1" baseline="-25000" dirty="0">
                <a:solidFill>
                  <a:srgbClr val="00B050"/>
                </a:solidFill>
                <a:latin typeface="Times New Roman" panose="02020603050405020304" pitchFamily="18" charset="0"/>
                <a:ea typeface="Times New Roman" panose="02020603050405020304" pitchFamily="18" charset="0"/>
              </a:rPr>
              <a:t>i</a:t>
            </a:r>
            <a:r>
              <a:rPr lang="en-IN" dirty="0">
                <a:solidFill>
                  <a:srgbClr val="00B050"/>
                </a:solidFill>
                <a:latin typeface="Times New Roman" panose="02020603050405020304" pitchFamily="18" charset="0"/>
                <a:ea typeface="Times New Roman" panose="02020603050405020304" pitchFamily="18" charset="0"/>
              </a:rPr>
              <a:t>) and output resistance (</a:t>
            </a:r>
            <a:r>
              <a:rPr lang="en-IN" i="1" dirty="0">
                <a:solidFill>
                  <a:srgbClr val="00B050"/>
                </a:solidFill>
                <a:latin typeface="Times New Roman" panose="02020603050405020304" pitchFamily="18" charset="0"/>
                <a:ea typeface="Times New Roman" panose="02020603050405020304" pitchFamily="18" charset="0"/>
              </a:rPr>
              <a:t>R</a:t>
            </a:r>
            <a:r>
              <a:rPr lang="en-IN" i="1" baseline="-25000" dirty="0">
                <a:solidFill>
                  <a:srgbClr val="00B050"/>
                </a:solidFill>
                <a:latin typeface="Times New Roman" panose="02020603050405020304" pitchFamily="18" charset="0"/>
                <a:ea typeface="Times New Roman" panose="02020603050405020304" pitchFamily="18" charset="0"/>
              </a:rPr>
              <a:t>o</a:t>
            </a:r>
            <a:r>
              <a:rPr lang="en-IN" dirty="0">
                <a:solidFill>
                  <a:srgbClr val="00B050"/>
                </a:solidFill>
                <a:latin typeface="Times New Roman" panose="02020603050405020304" pitchFamily="18" charset="0"/>
                <a:ea typeface="Times New Roman" panose="02020603050405020304" pitchFamily="18" charset="0"/>
              </a:rPr>
              <a:t>) with those of common-base (CB) configuration.</a:t>
            </a:r>
            <a:endParaRPr lang="en-US" dirty="0">
              <a:solidFill>
                <a:srgbClr val="00B050"/>
              </a:solidFill>
            </a:endParaRPr>
          </a:p>
        </p:txBody>
      </p:sp>
      <mc:AlternateContent xmlns:mc="http://schemas.openxmlformats.org/markup-compatibility/2006" xmlns:p14="http://schemas.microsoft.com/office/powerpoint/2010/main">
        <mc:Choice Requires="p14">
          <p:contentPart p14:bwMode="auto" r:id="rId4">
            <p14:nvContentPartPr>
              <p14:cNvPr id="8" name="Ink 7">
                <a:extLst>
                  <a:ext uri="{FF2B5EF4-FFF2-40B4-BE49-F238E27FC236}">
                    <a16:creationId xmlns:a16="http://schemas.microsoft.com/office/drawing/2014/main" id="{C2B187DD-DF2B-4414-8661-B604D535378C}"/>
                  </a:ext>
                </a:extLst>
              </p14:cNvPr>
              <p14:cNvContentPartPr/>
              <p14:nvPr/>
            </p14:nvContentPartPr>
            <p14:xfrm>
              <a:off x="4710960" y="1458000"/>
              <a:ext cx="5291640" cy="2278080"/>
            </p14:xfrm>
          </p:contentPart>
        </mc:Choice>
        <mc:Fallback xmlns="">
          <p:pic>
            <p:nvPicPr>
              <p:cNvPr id="8" name="Ink 7">
                <a:extLst>
                  <a:ext uri="{FF2B5EF4-FFF2-40B4-BE49-F238E27FC236}">
                    <a16:creationId xmlns:a16="http://schemas.microsoft.com/office/drawing/2014/main" id="{C2B187DD-DF2B-4414-8661-B604D535378C}"/>
                  </a:ext>
                </a:extLst>
              </p:cNvPr>
              <p:cNvPicPr/>
              <p:nvPr/>
            </p:nvPicPr>
            <p:blipFill>
              <a:blip r:embed="rId5"/>
              <a:stretch>
                <a:fillRect/>
              </a:stretch>
            </p:blipFill>
            <p:spPr>
              <a:xfrm>
                <a:off x="4701600" y="1448640"/>
                <a:ext cx="5310360" cy="2296800"/>
              </a:xfrm>
              <a:prstGeom prst="rect">
                <a:avLst/>
              </a:prstGeom>
            </p:spPr>
          </p:pic>
        </mc:Fallback>
      </mc:AlternateContent>
    </p:spTree>
    <p:extLst>
      <p:ext uri="{BB962C8B-B14F-4D97-AF65-F5344CB8AC3E}">
        <p14:creationId xmlns:p14="http://schemas.microsoft.com/office/powerpoint/2010/main" val="228542893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6AD02EC9-DF97-4A8F-9F66-14422BCA3EE0}"/>
              </a:ext>
            </a:extLst>
          </p:cNvPr>
          <p:cNvSpPr/>
          <p:nvPr/>
        </p:nvSpPr>
        <p:spPr>
          <a:xfrm>
            <a:off x="1524000" y="775855"/>
            <a:ext cx="8918917" cy="1754326"/>
          </a:xfrm>
          <a:prstGeom prst="rect">
            <a:avLst/>
          </a:prstGeom>
        </p:spPr>
        <p:txBody>
          <a:bodyPr wrap="square">
            <a:spAutoFit/>
          </a:bodyPr>
          <a:lstStyle/>
          <a:p>
            <a:pPr marL="285750" indent="-285750" algn="just">
              <a:buFont typeface="Arial" panose="020B0604020202020204" pitchFamily="34" charset="0"/>
              <a:buChar char="•"/>
            </a:pPr>
            <a:r>
              <a:rPr lang="en-CA" dirty="0"/>
              <a:t>Very often a transistor amplifier consists of a number of CE stages in cascade. Since the voltage gain of the amplifier is equal to the product of the voltage gains of each stage, it becomes important to stabilize the voltage amplification of each stage. </a:t>
            </a:r>
          </a:p>
          <a:p>
            <a:pPr marL="285750" indent="-285750" algn="just">
              <a:buFont typeface="Arial" panose="020B0604020202020204" pitchFamily="34" charset="0"/>
              <a:buChar char="•"/>
            </a:pPr>
            <a:r>
              <a:rPr lang="en-CA" dirty="0"/>
              <a:t>A simple and effective way to obtain voltage-gain stabilization is to add an emitter resistor </a:t>
            </a:r>
            <a:r>
              <a:rPr lang="en-CA" i="1" dirty="0"/>
              <a:t>R</a:t>
            </a:r>
            <a:r>
              <a:rPr lang="en-CA" i="1" baseline="-25000" dirty="0"/>
              <a:t>e</a:t>
            </a:r>
            <a:r>
              <a:rPr lang="en-CA" i="1" dirty="0"/>
              <a:t> </a:t>
            </a:r>
            <a:r>
              <a:rPr lang="en-CA" dirty="0"/>
              <a:t>to a CE stage, as indicated in the circuit of Fig. 8-26. This stabilization is a result of the feedback provided by the emitter resistor. </a:t>
            </a:r>
            <a:endParaRPr lang="en-US" dirty="0"/>
          </a:p>
        </p:txBody>
      </p:sp>
      <p:sp>
        <p:nvSpPr>
          <p:cNvPr id="10" name="Content Placeholder 2">
            <a:extLst>
              <a:ext uri="{FF2B5EF4-FFF2-40B4-BE49-F238E27FC236}">
                <a16:creationId xmlns:a16="http://schemas.microsoft.com/office/drawing/2014/main" id="{FB6F4837-8030-434C-9300-E2118D37B1A1}"/>
              </a:ext>
            </a:extLst>
          </p:cNvPr>
          <p:cNvSpPr txBox="1">
            <a:spLocks/>
          </p:cNvSpPr>
          <p:nvPr/>
        </p:nvSpPr>
        <p:spPr>
          <a:xfrm>
            <a:off x="1524000" y="1"/>
            <a:ext cx="8645237" cy="775855"/>
          </a:xfrm>
          <a:prstGeom prst="rect">
            <a:avLst/>
          </a:prstGeom>
        </p:spPr>
        <p:txBody>
          <a:bodyPr>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just"/>
            <a:r>
              <a:rPr lang="en-CA" sz="2400" b="1" dirty="0">
                <a:solidFill>
                  <a:srgbClr val="00B050"/>
                </a:solidFill>
                <a:effectLst>
                  <a:outerShdw blurRad="38100" dist="38100" dir="2700000" algn="tl">
                    <a:srgbClr val="000000">
                      <a:alpha val="43137"/>
                    </a:srgbClr>
                  </a:outerShdw>
                </a:effectLst>
              </a:rPr>
              <a:t>The   Common-Emitter Amplifier with an Emitter Resistance </a:t>
            </a:r>
            <a:r>
              <a:rPr lang="en-US" sz="2400" b="1" dirty="0">
                <a:solidFill>
                  <a:srgbClr val="00B050"/>
                </a:solidFill>
                <a:effectLst>
                  <a:outerShdw blurRad="38100" dist="38100" dir="2700000" algn="tl">
                    <a:srgbClr val="000000">
                      <a:alpha val="43137"/>
                    </a:srgbClr>
                  </a:outerShdw>
                </a:effectLst>
              </a:rPr>
              <a:t>(8/15)</a:t>
            </a:r>
          </a:p>
        </p:txBody>
      </p:sp>
      <p:grpSp>
        <p:nvGrpSpPr>
          <p:cNvPr id="6" name="Group 5">
            <a:extLst>
              <a:ext uri="{FF2B5EF4-FFF2-40B4-BE49-F238E27FC236}">
                <a16:creationId xmlns:a16="http://schemas.microsoft.com/office/drawing/2014/main" id="{CE96A3E0-5B9B-40EF-AA06-C77B6BA65880}"/>
              </a:ext>
            </a:extLst>
          </p:cNvPr>
          <p:cNvGrpSpPr/>
          <p:nvPr/>
        </p:nvGrpSpPr>
        <p:grpSpPr>
          <a:xfrm>
            <a:off x="2314576" y="2530182"/>
            <a:ext cx="8353425" cy="4327819"/>
            <a:chOff x="790575" y="2530181"/>
            <a:chExt cx="8353425" cy="4327819"/>
          </a:xfrm>
        </p:grpSpPr>
        <p:pic>
          <p:nvPicPr>
            <p:cNvPr id="2" name="Picture 1">
              <a:extLst>
                <a:ext uri="{FF2B5EF4-FFF2-40B4-BE49-F238E27FC236}">
                  <a16:creationId xmlns:a16="http://schemas.microsoft.com/office/drawing/2014/main" id="{A6A6626E-76BD-42E9-8EDE-3541B3C83580}"/>
                </a:ext>
              </a:extLst>
            </p:cNvPr>
            <p:cNvPicPr>
              <a:picLocks noChangeAspect="1"/>
            </p:cNvPicPr>
            <p:nvPr/>
          </p:nvPicPr>
          <p:blipFill>
            <a:blip r:embed="rId2"/>
            <a:stretch>
              <a:fillRect/>
            </a:stretch>
          </p:blipFill>
          <p:spPr>
            <a:xfrm>
              <a:off x="790575" y="2552700"/>
              <a:ext cx="8353425" cy="4305300"/>
            </a:xfrm>
            <a:prstGeom prst="rect">
              <a:avLst/>
            </a:prstGeom>
          </p:spPr>
        </p:pic>
        <p:sp>
          <p:nvSpPr>
            <p:cNvPr id="5" name="Rectangle 4">
              <a:extLst>
                <a:ext uri="{FF2B5EF4-FFF2-40B4-BE49-F238E27FC236}">
                  <a16:creationId xmlns:a16="http://schemas.microsoft.com/office/drawing/2014/main" id="{4CBCD452-7D94-4544-944D-52C1F15E19CE}"/>
                </a:ext>
              </a:extLst>
            </p:cNvPr>
            <p:cNvSpPr/>
            <p:nvPr/>
          </p:nvSpPr>
          <p:spPr>
            <a:xfrm>
              <a:off x="3678815" y="2530181"/>
              <a:ext cx="4572000" cy="923330"/>
            </a:xfrm>
            <a:prstGeom prst="rect">
              <a:avLst/>
            </a:prstGeom>
          </p:spPr>
          <p:txBody>
            <a:bodyPr>
              <a:spAutoFit/>
            </a:bodyPr>
            <a:lstStyle/>
            <a:p>
              <a:pPr algn="just">
                <a:spcBef>
                  <a:spcPts val="220"/>
                </a:spcBef>
                <a:tabLst>
                  <a:tab pos="55563" algn="l"/>
                  <a:tab pos="2028825" algn="l"/>
                </a:tabLst>
              </a:pPr>
              <a:r>
                <a:rPr lang="en-CA" dirty="0">
                  <a:solidFill>
                    <a:srgbClr val="0000FF"/>
                  </a:solidFill>
                  <a:latin typeface="Times New Roman" panose="02020603050405020304" pitchFamily="18" charset="0"/>
                  <a:ea typeface="Times New Roman" panose="02020603050405020304" pitchFamily="18" charset="0"/>
                  <a:cs typeface="Times New Roman" panose="02020603050405020304" pitchFamily="18" charset="0"/>
                </a:rPr>
                <a:t>Fig. 8-26(a) Common-emitter amplifier with an emitter resistor. (b) Approximate small-signal equivalent circuit.</a:t>
              </a:r>
              <a:endParaRPr lang="en-US" sz="3200" dirty="0">
                <a:solidFill>
                  <a:srgbClr val="0000FF"/>
                </a:solidFill>
                <a:latin typeface="Calibri" panose="020F0502020204030204" pitchFamily="34" charset="0"/>
                <a:ea typeface="Times New Roman" panose="02020603050405020304" pitchFamily="18" charset="0"/>
                <a:cs typeface="Times New Roman" panose="02020603050405020304" pitchFamily="18" charset="0"/>
              </a:endParaRPr>
            </a:p>
          </p:txBody>
        </p:sp>
      </p:grpSp>
      <p:sp>
        <p:nvSpPr>
          <p:cNvPr id="7" name="Rectangle 6">
            <a:extLst>
              <a:ext uri="{FF2B5EF4-FFF2-40B4-BE49-F238E27FC236}">
                <a16:creationId xmlns:a16="http://schemas.microsoft.com/office/drawing/2014/main" id="{D9F057E1-2ADD-4F94-BCED-02A38C7FD6CB}"/>
              </a:ext>
            </a:extLst>
          </p:cNvPr>
          <p:cNvSpPr/>
          <p:nvPr/>
        </p:nvSpPr>
        <p:spPr>
          <a:xfrm>
            <a:off x="1801091" y="2584955"/>
            <a:ext cx="2258290" cy="954107"/>
          </a:xfrm>
          <a:prstGeom prst="rect">
            <a:avLst/>
          </a:prstGeom>
        </p:spPr>
        <p:txBody>
          <a:bodyPr wrap="square">
            <a:spAutoFit/>
          </a:bodyPr>
          <a:lstStyle/>
          <a:p>
            <a:pPr algn="just"/>
            <a:r>
              <a:rPr lang="en-CA" sz="1400" dirty="0">
                <a:solidFill>
                  <a:srgbClr val="FF0000"/>
                </a:solidFill>
              </a:rPr>
              <a:t>Draw a transistor-level circuit diagram of CE amplifier with an emitter resistor. </a:t>
            </a:r>
            <a:endParaRPr lang="en-US" sz="1400" b="1" dirty="0">
              <a:solidFill>
                <a:srgbClr val="FF0000"/>
              </a:solidFill>
            </a:endParaRPr>
          </a:p>
        </p:txBody>
      </p:sp>
      <mc:AlternateContent xmlns:mc="http://schemas.openxmlformats.org/markup-compatibility/2006" xmlns:p14="http://schemas.microsoft.com/office/powerpoint/2010/main">
        <mc:Choice Requires="p14">
          <p:contentPart p14:bwMode="auto" r:id="rId3">
            <p14:nvContentPartPr>
              <p14:cNvPr id="3" name="Ink 2">
                <a:extLst>
                  <a:ext uri="{FF2B5EF4-FFF2-40B4-BE49-F238E27FC236}">
                    <a16:creationId xmlns:a16="http://schemas.microsoft.com/office/drawing/2014/main" id="{215F3CFA-C15F-499A-B775-9BCF977F5B75}"/>
                  </a:ext>
                </a:extLst>
              </p14:cNvPr>
              <p14:cNvContentPartPr/>
              <p14:nvPr/>
            </p14:nvContentPartPr>
            <p14:xfrm>
              <a:off x="2061360" y="1074600"/>
              <a:ext cx="10129680" cy="2948040"/>
            </p14:xfrm>
          </p:contentPart>
        </mc:Choice>
        <mc:Fallback xmlns="">
          <p:pic>
            <p:nvPicPr>
              <p:cNvPr id="3" name="Ink 2">
                <a:extLst>
                  <a:ext uri="{FF2B5EF4-FFF2-40B4-BE49-F238E27FC236}">
                    <a16:creationId xmlns:a16="http://schemas.microsoft.com/office/drawing/2014/main" id="{215F3CFA-C15F-499A-B775-9BCF977F5B75}"/>
                  </a:ext>
                </a:extLst>
              </p:cNvPr>
              <p:cNvPicPr/>
              <p:nvPr/>
            </p:nvPicPr>
            <p:blipFill>
              <a:blip r:embed="rId4"/>
              <a:stretch>
                <a:fillRect/>
              </a:stretch>
            </p:blipFill>
            <p:spPr>
              <a:xfrm>
                <a:off x="2052000" y="1065240"/>
                <a:ext cx="10148400" cy="2966760"/>
              </a:xfrm>
              <a:prstGeom prst="rect">
                <a:avLst/>
              </a:prstGeom>
            </p:spPr>
          </p:pic>
        </mc:Fallback>
      </mc:AlternateContent>
    </p:spTree>
    <p:extLst>
      <p:ext uri="{BB962C8B-B14F-4D97-AF65-F5344CB8AC3E}">
        <p14:creationId xmlns:p14="http://schemas.microsoft.com/office/powerpoint/2010/main" val="215379988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6AD02EC9-DF97-4A8F-9F66-14422BCA3EE0}"/>
              </a:ext>
            </a:extLst>
          </p:cNvPr>
          <p:cNvSpPr/>
          <p:nvPr/>
        </p:nvSpPr>
        <p:spPr>
          <a:xfrm>
            <a:off x="1524000" y="775855"/>
            <a:ext cx="8918917" cy="1938992"/>
          </a:xfrm>
          <a:prstGeom prst="rect">
            <a:avLst/>
          </a:prstGeom>
        </p:spPr>
        <p:txBody>
          <a:bodyPr wrap="square">
            <a:spAutoFit/>
          </a:bodyPr>
          <a:lstStyle/>
          <a:p>
            <a:pPr marL="285750" indent="-285750" algn="just">
              <a:buFont typeface="Arial" panose="020B0604020202020204" pitchFamily="34" charset="0"/>
              <a:buChar char="•"/>
            </a:pPr>
            <a:r>
              <a:rPr lang="en-CA" sz="2000" dirty="0"/>
              <a:t>We show in this section that the presence of </a:t>
            </a:r>
            <a:r>
              <a:rPr lang="en-CA" sz="2000" i="1" dirty="0"/>
              <a:t>R</a:t>
            </a:r>
            <a:r>
              <a:rPr lang="en-CA" sz="2000" i="1" baseline="-25000" dirty="0"/>
              <a:t>e</a:t>
            </a:r>
            <a:r>
              <a:rPr lang="en-CA" sz="2000" i="1" dirty="0"/>
              <a:t> </a:t>
            </a:r>
            <a:r>
              <a:rPr lang="en-CA" sz="2000" dirty="0"/>
              <a:t>has the following effects on the amplifier performance, in addition to the beneficial effect on bias stability. It leaves the current gain </a:t>
            </a:r>
            <a:r>
              <a:rPr lang="en-CA" sz="2000" i="1" dirty="0"/>
              <a:t>A</a:t>
            </a:r>
            <a:r>
              <a:rPr lang="en-CA" sz="2000" baseline="-25000" dirty="0"/>
              <a:t>I</a:t>
            </a:r>
            <a:r>
              <a:rPr lang="en-CA" sz="2000" dirty="0"/>
              <a:t> essentially unchanged; it increases the input impedance by (1+</a:t>
            </a:r>
            <a:r>
              <a:rPr lang="en-CA" sz="2000" i="1" dirty="0"/>
              <a:t>h</a:t>
            </a:r>
            <a:r>
              <a:rPr lang="en-CA" sz="2000" i="1" baseline="-25000" dirty="0"/>
              <a:t>fe</a:t>
            </a:r>
            <a:r>
              <a:rPr lang="en-CA" sz="2000" i="1" dirty="0"/>
              <a:t>)R</a:t>
            </a:r>
            <a:r>
              <a:rPr lang="en-CA" sz="2000" i="1" baseline="-25000" dirty="0"/>
              <a:t>e </a:t>
            </a:r>
            <a:r>
              <a:rPr lang="en-CA" sz="2000" i="1" dirty="0"/>
              <a:t>; </a:t>
            </a:r>
            <a:r>
              <a:rPr lang="en-CA" sz="2000" dirty="0"/>
              <a:t>it increases the output impedance; and under the condition (1 + </a:t>
            </a:r>
            <a:r>
              <a:rPr lang="en-CA" sz="2000" i="1" dirty="0"/>
              <a:t>h</a:t>
            </a:r>
            <a:r>
              <a:rPr lang="en-CA" sz="2000" i="1" baseline="-25000" dirty="0"/>
              <a:t>fe</a:t>
            </a:r>
            <a:r>
              <a:rPr lang="en-CA" sz="2000" dirty="0"/>
              <a:t>)</a:t>
            </a:r>
            <a:r>
              <a:rPr lang="en-CA" sz="2000" i="1" dirty="0"/>
              <a:t>R</a:t>
            </a:r>
            <a:r>
              <a:rPr lang="en-CA" sz="2000" i="1" baseline="-25000" dirty="0"/>
              <a:t>e</a:t>
            </a:r>
            <a:r>
              <a:rPr lang="en-CA" sz="2000" i="1" dirty="0"/>
              <a:t> </a:t>
            </a:r>
            <a:r>
              <a:rPr lang="en-CA" sz="2000" dirty="0"/>
              <a:t>&gt;&gt; </a:t>
            </a:r>
            <a:r>
              <a:rPr lang="en-CA" sz="2000" i="1" dirty="0"/>
              <a:t>h</a:t>
            </a:r>
            <a:r>
              <a:rPr lang="en-CA" sz="2000" i="1" baseline="-25000" dirty="0"/>
              <a:t>ie</a:t>
            </a:r>
            <a:r>
              <a:rPr lang="en-CA" sz="2000" dirty="0"/>
              <a:t>, it stabilizes the voltage gain, which becomes essentially equal to </a:t>
            </a:r>
            <a:r>
              <a:rPr lang="en-CA" sz="2000" i="1" dirty="0">
                <a:latin typeface="Cambria Math" panose="02040503050406030204" pitchFamily="18" charset="0"/>
                <a:ea typeface="Cambria Math" panose="02040503050406030204" pitchFamily="18" charset="0"/>
              </a:rPr>
              <a:t>−</a:t>
            </a:r>
            <a:r>
              <a:rPr lang="en-CA" sz="2000" i="1" dirty="0"/>
              <a:t>R</a:t>
            </a:r>
            <a:r>
              <a:rPr lang="en-CA" sz="2000" i="1" baseline="-25000" dirty="0"/>
              <a:t>L</a:t>
            </a:r>
            <a:r>
              <a:rPr lang="en-CA" sz="2000" i="1" dirty="0"/>
              <a:t>/R</a:t>
            </a:r>
            <a:r>
              <a:rPr lang="en-CA" sz="2000" i="1" baseline="-25000" dirty="0"/>
              <a:t>e</a:t>
            </a:r>
            <a:r>
              <a:rPr lang="en-CA" sz="2000" i="1" dirty="0"/>
              <a:t> </a:t>
            </a:r>
            <a:r>
              <a:rPr lang="en-CA" sz="2000" dirty="0"/>
              <a:t>(and thus is independent of the transistor).</a:t>
            </a:r>
            <a:endParaRPr lang="en-US" sz="2000" dirty="0"/>
          </a:p>
        </p:txBody>
      </p:sp>
      <p:sp>
        <p:nvSpPr>
          <p:cNvPr id="10" name="Content Placeholder 2">
            <a:extLst>
              <a:ext uri="{FF2B5EF4-FFF2-40B4-BE49-F238E27FC236}">
                <a16:creationId xmlns:a16="http://schemas.microsoft.com/office/drawing/2014/main" id="{FB6F4837-8030-434C-9300-E2118D37B1A1}"/>
              </a:ext>
            </a:extLst>
          </p:cNvPr>
          <p:cNvSpPr txBox="1">
            <a:spLocks/>
          </p:cNvSpPr>
          <p:nvPr/>
        </p:nvSpPr>
        <p:spPr>
          <a:xfrm>
            <a:off x="1524000" y="1"/>
            <a:ext cx="8645237" cy="775855"/>
          </a:xfrm>
          <a:prstGeom prst="rect">
            <a:avLst/>
          </a:prstGeom>
        </p:spPr>
        <p:txBody>
          <a:bodyPr>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just"/>
            <a:r>
              <a:rPr lang="en-CA" sz="2400" b="1" dirty="0">
                <a:solidFill>
                  <a:srgbClr val="00B050"/>
                </a:solidFill>
                <a:effectLst>
                  <a:outerShdw blurRad="38100" dist="38100" dir="2700000" algn="tl">
                    <a:srgbClr val="000000">
                      <a:alpha val="43137"/>
                    </a:srgbClr>
                  </a:outerShdw>
                </a:effectLst>
              </a:rPr>
              <a:t>The   Common-Emitter Amplifier with an Emitter Resistance </a:t>
            </a:r>
            <a:r>
              <a:rPr lang="en-US" sz="2400" b="1" dirty="0">
                <a:solidFill>
                  <a:srgbClr val="00B050"/>
                </a:solidFill>
                <a:effectLst>
                  <a:outerShdw blurRad="38100" dist="38100" dir="2700000" algn="tl">
                    <a:srgbClr val="000000">
                      <a:alpha val="43137"/>
                    </a:srgbClr>
                  </a:outerShdw>
                </a:effectLst>
              </a:rPr>
              <a:t>(8/15)</a:t>
            </a:r>
          </a:p>
        </p:txBody>
      </p:sp>
      <p:grpSp>
        <p:nvGrpSpPr>
          <p:cNvPr id="6" name="Group 5">
            <a:extLst>
              <a:ext uri="{FF2B5EF4-FFF2-40B4-BE49-F238E27FC236}">
                <a16:creationId xmlns:a16="http://schemas.microsoft.com/office/drawing/2014/main" id="{CE96A3E0-5B9B-40EF-AA06-C77B6BA65880}"/>
              </a:ext>
            </a:extLst>
          </p:cNvPr>
          <p:cNvGrpSpPr/>
          <p:nvPr/>
        </p:nvGrpSpPr>
        <p:grpSpPr>
          <a:xfrm>
            <a:off x="3186546" y="2776758"/>
            <a:ext cx="7481455" cy="4081243"/>
            <a:chOff x="790575" y="2205153"/>
            <a:chExt cx="8353425" cy="4652847"/>
          </a:xfrm>
        </p:grpSpPr>
        <p:pic>
          <p:nvPicPr>
            <p:cNvPr id="2" name="Picture 1">
              <a:extLst>
                <a:ext uri="{FF2B5EF4-FFF2-40B4-BE49-F238E27FC236}">
                  <a16:creationId xmlns:a16="http://schemas.microsoft.com/office/drawing/2014/main" id="{A6A6626E-76BD-42E9-8EDE-3541B3C83580}"/>
                </a:ext>
              </a:extLst>
            </p:cNvPr>
            <p:cNvPicPr>
              <a:picLocks noChangeAspect="1"/>
            </p:cNvPicPr>
            <p:nvPr/>
          </p:nvPicPr>
          <p:blipFill>
            <a:blip r:embed="rId2"/>
            <a:stretch>
              <a:fillRect/>
            </a:stretch>
          </p:blipFill>
          <p:spPr>
            <a:xfrm>
              <a:off x="790575" y="2552700"/>
              <a:ext cx="8353425" cy="4305300"/>
            </a:xfrm>
            <a:prstGeom prst="rect">
              <a:avLst/>
            </a:prstGeom>
          </p:spPr>
        </p:pic>
        <p:sp>
          <p:nvSpPr>
            <p:cNvPr id="5" name="Rectangle 4">
              <a:extLst>
                <a:ext uri="{FF2B5EF4-FFF2-40B4-BE49-F238E27FC236}">
                  <a16:creationId xmlns:a16="http://schemas.microsoft.com/office/drawing/2014/main" id="{4CBCD452-7D94-4544-944D-52C1F15E19CE}"/>
                </a:ext>
              </a:extLst>
            </p:cNvPr>
            <p:cNvSpPr/>
            <p:nvPr/>
          </p:nvSpPr>
          <p:spPr>
            <a:xfrm>
              <a:off x="3913469" y="2205153"/>
              <a:ext cx="4572000" cy="1052648"/>
            </a:xfrm>
            <a:prstGeom prst="rect">
              <a:avLst/>
            </a:prstGeom>
          </p:spPr>
          <p:txBody>
            <a:bodyPr>
              <a:spAutoFit/>
            </a:bodyPr>
            <a:lstStyle/>
            <a:p>
              <a:pPr algn="just">
                <a:spcBef>
                  <a:spcPts val="220"/>
                </a:spcBef>
                <a:tabLst>
                  <a:tab pos="55563" algn="l"/>
                  <a:tab pos="2028825" algn="l"/>
                </a:tabLst>
              </a:pPr>
              <a:r>
                <a:rPr lang="en-CA" dirty="0">
                  <a:solidFill>
                    <a:srgbClr val="0000FF"/>
                  </a:solidFill>
                  <a:latin typeface="Times New Roman" panose="02020603050405020304" pitchFamily="18" charset="0"/>
                  <a:ea typeface="Times New Roman" panose="02020603050405020304" pitchFamily="18" charset="0"/>
                  <a:cs typeface="Times New Roman" panose="02020603050405020304" pitchFamily="18" charset="0"/>
                </a:rPr>
                <a:t>Fig. 8-26(a) Common-emitter amplifier with an emitter resistor. (b) Approximate small-signal equivalent circuit.</a:t>
              </a:r>
              <a:endParaRPr lang="en-US" sz="3200" dirty="0">
                <a:solidFill>
                  <a:srgbClr val="0000FF"/>
                </a:solidFill>
                <a:latin typeface="Calibri" panose="020F0502020204030204" pitchFamily="34" charset="0"/>
                <a:ea typeface="Times New Roman" panose="02020603050405020304" pitchFamily="18" charset="0"/>
                <a:cs typeface="Times New Roman" panose="02020603050405020304" pitchFamily="18" charset="0"/>
              </a:endParaRPr>
            </a:p>
          </p:txBody>
        </p:sp>
      </p:grpSp>
      <p:sp>
        <p:nvSpPr>
          <p:cNvPr id="7" name="Rectangle 6">
            <a:extLst>
              <a:ext uri="{FF2B5EF4-FFF2-40B4-BE49-F238E27FC236}">
                <a16:creationId xmlns:a16="http://schemas.microsoft.com/office/drawing/2014/main" id="{AD5DCFA8-2D93-4710-8C3F-90BA1B8B1B2B}"/>
              </a:ext>
            </a:extLst>
          </p:cNvPr>
          <p:cNvSpPr/>
          <p:nvPr/>
        </p:nvSpPr>
        <p:spPr>
          <a:xfrm>
            <a:off x="1745673" y="3539193"/>
            <a:ext cx="2604654" cy="738664"/>
          </a:xfrm>
          <a:prstGeom prst="rect">
            <a:avLst/>
          </a:prstGeom>
        </p:spPr>
        <p:txBody>
          <a:bodyPr wrap="square">
            <a:spAutoFit/>
          </a:bodyPr>
          <a:lstStyle/>
          <a:p>
            <a:pPr algn="just"/>
            <a:r>
              <a:rPr lang="en-CA" sz="1400" dirty="0">
                <a:solidFill>
                  <a:srgbClr val="FF0000"/>
                </a:solidFill>
              </a:rPr>
              <a:t>Draw the </a:t>
            </a:r>
            <a:r>
              <a:rPr lang="en-CA" sz="1400" dirty="0">
                <a:solidFill>
                  <a:srgbClr val="FF0000"/>
                </a:solidFill>
                <a:latin typeface="Times New Roman" panose="02020603050405020304" pitchFamily="18" charset="0"/>
                <a:ea typeface="Times New Roman" panose="02020603050405020304" pitchFamily="18" charset="0"/>
                <a:cs typeface="Times New Roman" panose="02020603050405020304" pitchFamily="18" charset="0"/>
              </a:rPr>
              <a:t>small-signal equivalent circuit of </a:t>
            </a:r>
            <a:r>
              <a:rPr lang="en-CA" sz="1400" dirty="0">
                <a:solidFill>
                  <a:srgbClr val="FF0000"/>
                </a:solidFill>
              </a:rPr>
              <a:t>a CE amplifier with an emitter resistor. </a:t>
            </a:r>
            <a:endParaRPr lang="en-US" sz="1400" b="1" dirty="0">
              <a:solidFill>
                <a:srgbClr val="FF0000"/>
              </a:solidFill>
            </a:endParaRPr>
          </a:p>
        </p:txBody>
      </p:sp>
      <mc:AlternateContent xmlns:mc="http://schemas.openxmlformats.org/markup-compatibility/2006" xmlns:p14="http://schemas.microsoft.com/office/powerpoint/2010/main">
        <mc:Choice Requires="p14">
          <p:contentPart p14:bwMode="auto" r:id="rId3">
            <p14:nvContentPartPr>
              <p14:cNvPr id="3" name="Ink 2">
                <a:extLst>
                  <a:ext uri="{FF2B5EF4-FFF2-40B4-BE49-F238E27FC236}">
                    <a16:creationId xmlns:a16="http://schemas.microsoft.com/office/drawing/2014/main" id="{28ED7903-0F0A-4814-A2C4-B0B4DAC964F0}"/>
                  </a:ext>
                </a:extLst>
              </p14:cNvPr>
              <p14:cNvContentPartPr/>
              <p14:nvPr/>
            </p14:nvContentPartPr>
            <p14:xfrm>
              <a:off x="9000" y="441000"/>
              <a:ext cx="12127320" cy="5712840"/>
            </p14:xfrm>
          </p:contentPart>
        </mc:Choice>
        <mc:Fallback xmlns="">
          <p:pic>
            <p:nvPicPr>
              <p:cNvPr id="3" name="Ink 2">
                <a:extLst>
                  <a:ext uri="{FF2B5EF4-FFF2-40B4-BE49-F238E27FC236}">
                    <a16:creationId xmlns:a16="http://schemas.microsoft.com/office/drawing/2014/main" id="{28ED7903-0F0A-4814-A2C4-B0B4DAC964F0}"/>
                  </a:ext>
                </a:extLst>
              </p:cNvPr>
              <p:cNvPicPr/>
              <p:nvPr/>
            </p:nvPicPr>
            <p:blipFill>
              <a:blip r:embed="rId4"/>
              <a:stretch>
                <a:fillRect/>
              </a:stretch>
            </p:blipFill>
            <p:spPr>
              <a:xfrm>
                <a:off x="-360" y="431640"/>
                <a:ext cx="12146040" cy="5731560"/>
              </a:xfrm>
              <a:prstGeom prst="rect">
                <a:avLst/>
              </a:prstGeom>
            </p:spPr>
          </p:pic>
        </mc:Fallback>
      </mc:AlternateContent>
    </p:spTree>
    <p:extLst>
      <p:ext uri="{BB962C8B-B14F-4D97-AF65-F5344CB8AC3E}">
        <p14:creationId xmlns:p14="http://schemas.microsoft.com/office/powerpoint/2010/main" val="138997085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6AD02EC9-DF97-4A8F-9F66-14422BCA3EE0}"/>
              </a:ext>
            </a:extLst>
          </p:cNvPr>
          <p:cNvSpPr/>
          <p:nvPr/>
        </p:nvSpPr>
        <p:spPr>
          <a:xfrm>
            <a:off x="1524000" y="775855"/>
            <a:ext cx="8918917" cy="923330"/>
          </a:xfrm>
          <a:prstGeom prst="rect">
            <a:avLst/>
          </a:prstGeom>
        </p:spPr>
        <p:txBody>
          <a:bodyPr wrap="square">
            <a:spAutoFit/>
          </a:bodyPr>
          <a:lstStyle/>
          <a:p>
            <a:pPr marL="285750" indent="-285750" algn="just">
              <a:buFont typeface="Arial" panose="020B0604020202020204" pitchFamily="34" charset="0"/>
              <a:buChar char="•"/>
            </a:pPr>
            <a:r>
              <a:rPr lang="en-CA" dirty="0">
                <a:solidFill>
                  <a:srgbClr val="0000FF"/>
                </a:solidFill>
              </a:rPr>
              <a:t>The Approximate Solution</a:t>
            </a:r>
            <a:r>
              <a:rPr lang="en-CA" dirty="0"/>
              <a:t>:   An approximate analysis of the circuit of Fig. 8-26a can be made using the simplified model of Fig.	8-26a as shown in Fig. 8-26b.</a:t>
            </a:r>
          </a:p>
          <a:p>
            <a:pPr marL="285750" indent="-285750" algn="just">
              <a:buFont typeface="Arial" panose="020B0604020202020204" pitchFamily="34" charset="0"/>
              <a:buChar char="•"/>
            </a:pPr>
            <a:r>
              <a:rPr lang="en-CA" dirty="0"/>
              <a:t>The current gain is, from Fig. 8-26b, </a:t>
            </a:r>
            <a:endParaRPr lang="en-US" dirty="0"/>
          </a:p>
        </p:txBody>
      </p:sp>
      <p:sp>
        <p:nvSpPr>
          <p:cNvPr id="10" name="Content Placeholder 2">
            <a:extLst>
              <a:ext uri="{FF2B5EF4-FFF2-40B4-BE49-F238E27FC236}">
                <a16:creationId xmlns:a16="http://schemas.microsoft.com/office/drawing/2014/main" id="{FB6F4837-8030-434C-9300-E2118D37B1A1}"/>
              </a:ext>
            </a:extLst>
          </p:cNvPr>
          <p:cNvSpPr txBox="1">
            <a:spLocks/>
          </p:cNvSpPr>
          <p:nvPr/>
        </p:nvSpPr>
        <p:spPr>
          <a:xfrm>
            <a:off x="1524000" y="1"/>
            <a:ext cx="8645237" cy="775855"/>
          </a:xfrm>
          <a:prstGeom prst="rect">
            <a:avLst/>
          </a:prstGeom>
        </p:spPr>
        <p:txBody>
          <a:bodyPr>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just"/>
            <a:r>
              <a:rPr lang="en-CA" sz="2400" b="1" dirty="0">
                <a:solidFill>
                  <a:srgbClr val="00B050"/>
                </a:solidFill>
                <a:effectLst>
                  <a:outerShdw blurRad="38100" dist="38100" dir="2700000" algn="tl">
                    <a:srgbClr val="000000">
                      <a:alpha val="43137"/>
                    </a:srgbClr>
                  </a:outerShdw>
                </a:effectLst>
              </a:rPr>
              <a:t>The   Common-Emitter Amplifier with an Emitter Resistance </a:t>
            </a:r>
            <a:r>
              <a:rPr lang="en-US" sz="2400" b="1" dirty="0">
                <a:solidFill>
                  <a:srgbClr val="00B050"/>
                </a:solidFill>
                <a:effectLst>
                  <a:outerShdw blurRad="38100" dist="38100" dir="2700000" algn="tl">
                    <a:srgbClr val="000000">
                      <a:alpha val="43137"/>
                    </a:srgbClr>
                  </a:outerShdw>
                </a:effectLst>
              </a:rPr>
              <a:t>(8/15)</a:t>
            </a:r>
          </a:p>
        </p:txBody>
      </p:sp>
      <p:grpSp>
        <p:nvGrpSpPr>
          <p:cNvPr id="9" name="Group 8">
            <a:extLst>
              <a:ext uri="{FF2B5EF4-FFF2-40B4-BE49-F238E27FC236}">
                <a16:creationId xmlns:a16="http://schemas.microsoft.com/office/drawing/2014/main" id="{707D62E1-7B1A-4418-B1E0-8832E6D10BDE}"/>
              </a:ext>
            </a:extLst>
          </p:cNvPr>
          <p:cNvGrpSpPr/>
          <p:nvPr/>
        </p:nvGrpSpPr>
        <p:grpSpPr>
          <a:xfrm>
            <a:off x="5943793" y="3276600"/>
            <a:ext cx="4772025" cy="3581400"/>
            <a:chOff x="4322617" y="1422186"/>
            <a:chExt cx="4772025" cy="3581400"/>
          </a:xfrm>
        </p:grpSpPr>
        <p:pic>
          <p:nvPicPr>
            <p:cNvPr id="3" name="Picture 2">
              <a:extLst>
                <a:ext uri="{FF2B5EF4-FFF2-40B4-BE49-F238E27FC236}">
                  <a16:creationId xmlns:a16="http://schemas.microsoft.com/office/drawing/2014/main" id="{7C68BA99-23C5-4905-9CFB-1247C2837E7A}"/>
                </a:ext>
              </a:extLst>
            </p:cNvPr>
            <p:cNvPicPr>
              <a:picLocks noChangeAspect="1"/>
            </p:cNvPicPr>
            <p:nvPr/>
          </p:nvPicPr>
          <p:blipFill>
            <a:blip r:embed="rId3"/>
            <a:stretch>
              <a:fillRect/>
            </a:stretch>
          </p:blipFill>
          <p:spPr>
            <a:xfrm>
              <a:off x="4322617" y="1422186"/>
              <a:ext cx="4772025" cy="3581400"/>
            </a:xfrm>
            <a:prstGeom prst="rect">
              <a:avLst/>
            </a:prstGeom>
          </p:spPr>
        </p:pic>
        <p:sp>
          <p:nvSpPr>
            <p:cNvPr id="4" name="Rectangle 3">
              <a:extLst>
                <a:ext uri="{FF2B5EF4-FFF2-40B4-BE49-F238E27FC236}">
                  <a16:creationId xmlns:a16="http://schemas.microsoft.com/office/drawing/2014/main" id="{60439F2F-B182-4397-9800-63C21286A5BC}"/>
                </a:ext>
              </a:extLst>
            </p:cNvPr>
            <p:cNvSpPr/>
            <p:nvPr/>
          </p:nvSpPr>
          <p:spPr>
            <a:xfrm>
              <a:off x="7113635" y="4634254"/>
              <a:ext cx="1358064" cy="369332"/>
            </a:xfrm>
            <a:prstGeom prst="rect">
              <a:avLst/>
            </a:prstGeom>
          </p:spPr>
          <p:txBody>
            <a:bodyPr wrap="none">
              <a:spAutoFit/>
            </a:bodyPr>
            <a:lstStyle/>
            <a:p>
              <a:r>
                <a:rPr lang="en-CA" dirty="0">
                  <a:solidFill>
                    <a:srgbClr val="0000FF"/>
                  </a:solidFill>
                  <a:latin typeface="Times New Roman" panose="02020603050405020304" pitchFamily="18" charset="0"/>
                  <a:ea typeface="Times New Roman" panose="02020603050405020304" pitchFamily="18" charset="0"/>
                  <a:cs typeface="Times New Roman" panose="02020603050405020304" pitchFamily="18" charset="0"/>
                </a:rPr>
                <a:t>Fig. 8-26(b) </a:t>
              </a:r>
              <a:endParaRPr lang="en-US" dirty="0"/>
            </a:p>
          </p:txBody>
        </p:sp>
      </p:grpSp>
      <p:graphicFrame>
        <p:nvGraphicFramePr>
          <p:cNvPr id="7" name="Object 6">
            <a:extLst>
              <a:ext uri="{FF2B5EF4-FFF2-40B4-BE49-F238E27FC236}">
                <a16:creationId xmlns:a16="http://schemas.microsoft.com/office/drawing/2014/main" id="{F960882A-2055-40D2-8D43-FBC8C0033005}"/>
              </a:ext>
            </a:extLst>
          </p:cNvPr>
          <p:cNvGraphicFramePr>
            <a:graphicFrameLocks noChangeAspect="1"/>
          </p:cNvGraphicFramePr>
          <p:nvPr/>
        </p:nvGraphicFramePr>
        <p:xfrm>
          <a:off x="1882776" y="1825625"/>
          <a:ext cx="4576763" cy="852488"/>
        </p:xfrm>
        <a:graphic>
          <a:graphicData uri="http://schemas.openxmlformats.org/presentationml/2006/ole">
            <mc:AlternateContent xmlns:mc="http://schemas.openxmlformats.org/markup-compatibility/2006">
              <mc:Choice xmlns:v="urn:schemas-microsoft-com:vml" Requires="v">
                <p:oleObj spid="_x0000_s19458" name="Equation" r:id="rId4" imgW="2184120" imgH="406080" progId="Equation.DSMT4">
                  <p:embed/>
                </p:oleObj>
              </mc:Choice>
              <mc:Fallback>
                <p:oleObj name="Equation" r:id="rId4" imgW="2184120" imgH="406080" progId="Equation.DSMT4">
                  <p:embed/>
                  <p:pic>
                    <p:nvPicPr>
                      <p:cNvPr id="7" name="Object 6">
                        <a:extLst>
                          <a:ext uri="{FF2B5EF4-FFF2-40B4-BE49-F238E27FC236}">
                            <a16:creationId xmlns:a16="http://schemas.microsoft.com/office/drawing/2014/main" id="{F960882A-2055-40D2-8D43-FBC8C0033005}"/>
                          </a:ext>
                        </a:extLst>
                      </p:cNvPr>
                      <p:cNvPicPr/>
                      <p:nvPr/>
                    </p:nvPicPr>
                    <p:blipFill>
                      <a:blip r:embed="rId5"/>
                      <a:stretch>
                        <a:fillRect/>
                      </a:stretch>
                    </p:blipFill>
                    <p:spPr>
                      <a:xfrm>
                        <a:off x="1882776" y="1825625"/>
                        <a:ext cx="4576763" cy="852488"/>
                      </a:xfrm>
                      <a:prstGeom prst="rect">
                        <a:avLst/>
                      </a:prstGeom>
                    </p:spPr>
                  </p:pic>
                </p:oleObj>
              </mc:Fallback>
            </mc:AlternateContent>
          </a:graphicData>
        </a:graphic>
      </p:graphicFrame>
      <p:sp>
        <p:nvSpPr>
          <p:cNvPr id="2" name="Rectangle 1">
            <a:extLst>
              <a:ext uri="{FF2B5EF4-FFF2-40B4-BE49-F238E27FC236}">
                <a16:creationId xmlns:a16="http://schemas.microsoft.com/office/drawing/2014/main" id="{3DF1321D-66C0-4565-8D4F-FA9D803234FB}"/>
              </a:ext>
            </a:extLst>
          </p:cNvPr>
          <p:cNvSpPr/>
          <p:nvPr/>
        </p:nvSpPr>
        <p:spPr>
          <a:xfrm>
            <a:off x="1524000" y="2678113"/>
            <a:ext cx="8918916" cy="369332"/>
          </a:xfrm>
          <a:prstGeom prst="rect">
            <a:avLst/>
          </a:prstGeom>
        </p:spPr>
        <p:txBody>
          <a:bodyPr wrap="square">
            <a:spAutoFit/>
          </a:bodyPr>
          <a:lstStyle/>
          <a:p>
            <a:pPr marL="285750" indent="-285750">
              <a:buFont typeface="Arial" panose="020B0604020202020204" pitchFamily="34" charset="0"/>
              <a:buChar char="•"/>
            </a:pPr>
            <a:r>
              <a:rPr lang="en-CA" dirty="0"/>
              <a:t>The input resistance, as obtained from inspection of Fig. 8-26b, is</a:t>
            </a:r>
            <a:endParaRPr lang="en-US" dirty="0"/>
          </a:p>
        </p:txBody>
      </p:sp>
      <p:graphicFrame>
        <p:nvGraphicFramePr>
          <p:cNvPr id="12" name="Object 11">
            <a:extLst>
              <a:ext uri="{FF2B5EF4-FFF2-40B4-BE49-F238E27FC236}">
                <a16:creationId xmlns:a16="http://schemas.microsoft.com/office/drawing/2014/main" id="{7A77FCE2-C4F1-4BD3-B020-7FC2B98F24B4}"/>
              </a:ext>
            </a:extLst>
          </p:cNvPr>
          <p:cNvGraphicFramePr>
            <a:graphicFrameLocks noChangeAspect="1"/>
          </p:cNvGraphicFramePr>
          <p:nvPr/>
        </p:nvGraphicFramePr>
        <p:xfrm>
          <a:off x="1922462" y="3028950"/>
          <a:ext cx="4497388" cy="800100"/>
        </p:xfrm>
        <a:graphic>
          <a:graphicData uri="http://schemas.openxmlformats.org/presentationml/2006/ole">
            <mc:AlternateContent xmlns:mc="http://schemas.openxmlformats.org/markup-compatibility/2006">
              <mc:Choice xmlns:v="urn:schemas-microsoft-com:vml" Requires="v">
                <p:oleObj spid="_x0000_s19459" name="Equation" r:id="rId6" imgW="2145960" imgH="380880" progId="Equation.DSMT4">
                  <p:embed/>
                </p:oleObj>
              </mc:Choice>
              <mc:Fallback>
                <p:oleObj name="Equation" r:id="rId6" imgW="2145960" imgH="380880" progId="Equation.DSMT4">
                  <p:embed/>
                  <p:pic>
                    <p:nvPicPr>
                      <p:cNvPr id="12" name="Object 11">
                        <a:extLst>
                          <a:ext uri="{FF2B5EF4-FFF2-40B4-BE49-F238E27FC236}">
                            <a16:creationId xmlns:a16="http://schemas.microsoft.com/office/drawing/2014/main" id="{7A77FCE2-C4F1-4BD3-B020-7FC2B98F24B4}"/>
                          </a:ext>
                        </a:extLst>
                      </p:cNvPr>
                      <p:cNvPicPr/>
                      <p:nvPr/>
                    </p:nvPicPr>
                    <p:blipFill>
                      <a:blip r:embed="rId7"/>
                      <a:stretch>
                        <a:fillRect/>
                      </a:stretch>
                    </p:blipFill>
                    <p:spPr>
                      <a:xfrm>
                        <a:off x="1922462" y="3028950"/>
                        <a:ext cx="4497388" cy="800100"/>
                      </a:xfrm>
                      <a:prstGeom prst="rect">
                        <a:avLst/>
                      </a:prstGeom>
                    </p:spPr>
                  </p:pic>
                </p:oleObj>
              </mc:Fallback>
            </mc:AlternateContent>
          </a:graphicData>
        </a:graphic>
      </p:graphicFrame>
      <p:sp>
        <p:nvSpPr>
          <p:cNvPr id="5" name="Rectangle 4">
            <a:extLst>
              <a:ext uri="{FF2B5EF4-FFF2-40B4-BE49-F238E27FC236}">
                <a16:creationId xmlns:a16="http://schemas.microsoft.com/office/drawing/2014/main" id="{D6B0534E-E7C9-411C-912E-BEDE4469B790}"/>
              </a:ext>
            </a:extLst>
          </p:cNvPr>
          <p:cNvSpPr/>
          <p:nvPr/>
        </p:nvSpPr>
        <p:spPr>
          <a:xfrm>
            <a:off x="1524000" y="4026374"/>
            <a:ext cx="4170218" cy="1508105"/>
          </a:xfrm>
          <a:prstGeom prst="rect">
            <a:avLst/>
          </a:prstGeom>
        </p:spPr>
        <p:txBody>
          <a:bodyPr wrap="square">
            <a:spAutoFit/>
          </a:bodyPr>
          <a:lstStyle/>
          <a:p>
            <a:pPr marL="285750" indent="-285750" algn="just">
              <a:buFont typeface="Arial" panose="020B0604020202020204" pitchFamily="34" charset="0"/>
              <a:buChar char="•"/>
            </a:pPr>
            <a:r>
              <a:rPr lang="en-CA" spc="10" dirty="0">
                <a:latin typeface="Times New Roman" panose="02020603050405020304" pitchFamily="18" charset="0"/>
                <a:ea typeface="Times New Roman" panose="02020603050405020304" pitchFamily="18" charset="0"/>
                <a:cs typeface="Times New Roman" panose="02020603050405020304" pitchFamily="18" charset="0"/>
              </a:rPr>
              <a:t>The input resistance is augmented by </a:t>
            </a:r>
            <a:r>
              <a:rPr lang="en-CA" spc="-10" dirty="0">
                <a:latin typeface="Times New Roman" panose="02020603050405020304" pitchFamily="18" charset="0"/>
                <a:ea typeface="Times New Roman" panose="02020603050405020304" pitchFamily="18" charset="0"/>
                <a:cs typeface="Times New Roman" panose="02020603050405020304" pitchFamily="18" charset="0"/>
              </a:rPr>
              <a:t>(1</a:t>
            </a:r>
            <a:r>
              <a:rPr lang="en-CA" spc="10" dirty="0">
                <a:latin typeface="Times New Roman" panose="02020603050405020304" pitchFamily="18" charset="0"/>
                <a:ea typeface="Times New Roman" panose="02020603050405020304" pitchFamily="18" charset="0"/>
                <a:cs typeface="Times New Roman" panose="02020603050405020304" pitchFamily="18" charset="0"/>
              </a:rPr>
              <a:t>+ </a:t>
            </a:r>
            <a:r>
              <a:rPr lang="en-CA" i="1" spc="10" dirty="0">
                <a:latin typeface="Times New Roman" panose="02020603050405020304" pitchFamily="18" charset="0"/>
                <a:ea typeface="Times New Roman" panose="02020603050405020304" pitchFamily="18" charset="0"/>
                <a:cs typeface="Times New Roman" panose="02020603050405020304" pitchFamily="18" charset="0"/>
              </a:rPr>
              <a:t>h</a:t>
            </a:r>
            <a:r>
              <a:rPr lang="en-CA" i="1" spc="10" baseline="-25000" dirty="0">
                <a:latin typeface="Times New Roman" panose="02020603050405020304" pitchFamily="18" charset="0"/>
                <a:ea typeface="Times New Roman" panose="02020603050405020304" pitchFamily="18" charset="0"/>
                <a:cs typeface="Times New Roman" panose="02020603050405020304" pitchFamily="18" charset="0"/>
              </a:rPr>
              <a:t>fe</a:t>
            </a:r>
            <a:r>
              <a:rPr lang="en-CA" spc="10" dirty="0">
                <a:latin typeface="Times New Roman" panose="02020603050405020304" pitchFamily="18" charset="0"/>
                <a:ea typeface="Times New Roman" panose="02020603050405020304" pitchFamily="18" charset="0"/>
                <a:cs typeface="Times New Roman" panose="02020603050405020304" pitchFamily="18" charset="0"/>
              </a:rPr>
              <a:t>)</a:t>
            </a:r>
            <a:r>
              <a:rPr lang="en-CA" i="1" spc="10" dirty="0">
                <a:latin typeface="Times New Roman" panose="02020603050405020304" pitchFamily="18" charset="0"/>
                <a:ea typeface="Times New Roman" panose="02020603050405020304" pitchFamily="18" charset="0"/>
                <a:cs typeface="Times New Roman" panose="02020603050405020304" pitchFamily="18" charset="0"/>
              </a:rPr>
              <a:t>R</a:t>
            </a:r>
            <a:r>
              <a:rPr lang="en-CA" i="1" spc="10" baseline="-25000" dirty="0">
                <a:latin typeface="Times New Roman" panose="02020603050405020304" pitchFamily="18" charset="0"/>
                <a:ea typeface="Times New Roman" panose="02020603050405020304" pitchFamily="18" charset="0"/>
                <a:cs typeface="Times New Roman" panose="02020603050405020304" pitchFamily="18" charset="0"/>
              </a:rPr>
              <a:t>e</a:t>
            </a:r>
            <a:r>
              <a:rPr lang="en-CA" spc="10" dirty="0">
                <a:latin typeface="Times New Roman" panose="02020603050405020304" pitchFamily="18" charset="0"/>
                <a:ea typeface="Times New Roman" panose="02020603050405020304" pitchFamily="18" charset="0"/>
                <a:cs typeface="Times New Roman" panose="02020603050405020304" pitchFamily="18" charset="0"/>
              </a:rPr>
              <a:t>, and may be very much </a:t>
            </a:r>
            <a:br>
              <a:rPr lang="en-CA" sz="800" dirty="0">
                <a:latin typeface="Calibri" panose="020F0502020204030204" pitchFamily="34" charset="0"/>
                <a:ea typeface="Times New Roman" panose="02020603050405020304" pitchFamily="18" charset="0"/>
                <a:cs typeface="Times New Roman" panose="02020603050405020304" pitchFamily="18" charset="0"/>
              </a:rPr>
            </a:br>
            <a:r>
              <a:rPr lang="en-CA" dirty="0">
                <a:latin typeface="Times New Roman" panose="02020603050405020304" pitchFamily="18" charset="0"/>
                <a:ea typeface="Times New Roman" panose="02020603050405020304" pitchFamily="18" charset="0"/>
                <a:cs typeface="Times New Roman" panose="02020603050405020304" pitchFamily="18" charset="0"/>
              </a:rPr>
              <a:t>larger than</a:t>
            </a:r>
            <a:r>
              <a:rPr lang="en-CA" sz="2000" i="1" spc="10" dirty="0">
                <a:latin typeface="Times New Roman" panose="02020603050405020304" pitchFamily="18" charset="0"/>
                <a:ea typeface="Times New Roman" panose="02020603050405020304" pitchFamily="18" charset="0"/>
                <a:cs typeface="Times New Roman" panose="02020603050405020304" pitchFamily="18" charset="0"/>
              </a:rPr>
              <a:t> h</a:t>
            </a:r>
            <a:r>
              <a:rPr lang="en-CA" sz="2000" i="1" spc="10" baseline="-25000" dirty="0">
                <a:latin typeface="Times New Roman" panose="02020603050405020304" pitchFamily="18" charset="0"/>
                <a:ea typeface="Times New Roman" panose="02020603050405020304" pitchFamily="18" charset="0"/>
                <a:cs typeface="Times New Roman" panose="02020603050405020304" pitchFamily="18" charset="0"/>
              </a:rPr>
              <a:t>ie</a:t>
            </a:r>
            <a:r>
              <a:rPr lang="en-CA" sz="2000" dirty="0">
                <a:latin typeface="Times New Roman" panose="02020603050405020304" pitchFamily="18" charset="0"/>
                <a:ea typeface="Times New Roman" panose="02020603050405020304" pitchFamily="18" charset="0"/>
                <a:cs typeface="Times New Roman" panose="02020603050405020304" pitchFamily="18" charset="0"/>
              </a:rPr>
              <a:t>. </a:t>
            </a:r>
            <a:r>
              <a:rPr lang="en-CA" dirty="0"/>
              <a:t>For example, if </a:t>
            </a:r>
            <a:r>
              <a:rPr lang="en-CA" i="1" dirty="0"/>
              <a:t>R</a:t>
            </a:r>
            <a:r>
              <a:rPr lang="en-CA" i="1" baseline="-25000" dirty="0"/>
              <a:t>e</a:t>
            </a:r>
            <a:r>
              <a:rPr lang="en-CA" dirty="0"/>
              <a:t>= 1 k</a:t>
            </a:r>
            <a:r>
              <a:rPr lang="el-GR" dirty="0"/>
              <a:t>Ω</a:t>
            </a:r>
            <a:r>
              <a:rPr lang="en-CA" dirty="0"/>
              <a:t> and </a:t>
            </a:r>
            <a:r>
              <a:rPr lang="en-CA" i="1" dirty="0"/>
              <a:t>h</a:t>
            </a:r>
            <a:r>
              <a:rPr lang="en-CA" i="1" baseline="-25000" dirty="0"/>
              <a:t>fe</a:t>
            </a:r>
            <a:r>
              <a:rPr lang="en-CA" dirty="0"/>
              <a:t> = 50, then</a:t>
            </a:r>
            <a:r>
              <a:rPr lang="en-US" dirty="0"/>
              <a:t> </a:t>
            </a:r>
            <a:r>
              <a:rPr lang="en-CA" dirty="0">
                <a:latin typeface="Times New Roman" panose="02020603050405020304" pitchFamily="18" charset="0"/>
                <a:ea typeface="Times New Roman" panose="02020603050405020304" pitchFamily="18" charset="0"/>
                <a:cs typeface="Times New Roman" panose="02020603050405020304" pitchFamily="18" charset="0"/>
              </a:rPr>
              <a:t>(1+ </a:t>
            </a:r>
            <a:r>
              <a:rPr lang="en-CA" i="1" dirty="0">
                <a:latin typeface="Times New Roman" panose="02020603050405020304" pitchFamily="18" charset="0"/>
                <a:ea typeface="Times New Roman" panose="02020603050405020304" pitchFamily="18" charset="0"/>
                <a:cs typeface="Times New Roman" panose="02020603050405020304" pitchFamily="18" charset="0"/>
              </a:rPr>
              <a:t>h</a:t>
            </a:r>
            <a:r>
              <a:rPr lang="en-CA" i="1" baseline="-25000" dirty="0">
                <a:latin typeface="Times New Roman" panose="02020603050405020304" pitchFamily="18" charset="0"/>
                <a:ea typeface="Times New Roman" panose="02020603050405020304" pitchFamily="18" charset="0"/>
                <a:cs typeface="Times New Roman" panose="02020603050405020304" pitchFamily="18" charset="0"/>
              </a:rPr>
              <a:t>fe</a:t>
            </a:r>
            <a:r>
              <a:rPr lang="en-CA" dirty="0">
                <a:latin typeface="Times New Roman" panose="02020603050405020304" pitchFamily="18" charset="0"/>
                <a:ea typeface="Times New Roman" panose="02020603050405020304" pitchFamily="18" charset="0"/>
                <a:cs typeface="Times New Roman" panose="02020603050405020304" pitchFamily="18" charset="0"/>
              </a:rPr>
              <a:t>)</a:t>
            </a:r>
            <a:r>
              <a:rPr lang="en-CA" i="1" dirty="0">
                <a:latin typeface="Times New Roman" panose="02020603050405020304" pitchFamily="18" charset="0"/>
                <a:ea typeface="Times New Roman" panose="02020603050405020304" pitchFamily="18" charset="0"/>
                <a:cs typeface="Times New Roman" panose="02020603050405020304" pitchFamily="18" charset="0"/>
              </a:rPr>
              <a:t>R</a:t>
            </a:r>
            <a:r>
              <a:rPr lang="en-CA" i="1" baseline="-25000" dirty="0">
                <a:latin typeface="Times New Roman" panose="02020603050405020304" pitchFamily="18" charset="0"/>
                <a:ea typeface="Times New Roman" panose="02020603050405020304" pitchFamily="18" charset="0"/>
                <a:cs typeface="Times New Roman" panose="02020603050405020304" pitchFamily="18" charset="0"/>
              </a:rPr>
              <a:t>e</a:t>
            </a:r>
            <a:r>
              <a:rPr lang="en-CA" dirty="0">
                <a:latin typeface="Times New Roman" panose="02020603050405020304" pitchFamily="18" charset="0"/>
                <a:ea typeface="Times New Roman" panose="02020603050405020304" pitchFamily="18" charset="0"/>
                <a:cs typeface="Times New Roman" panose="02020603050405020304" pitchFamily="18" charset="0"/>
              </a:rPr>
              <a:t> = 51 </a:t>
            </a:r>
            <a:r>
              <a:rPr lang="en-CA" dirty="0"/>
              <a:t>k</a:t>
            </a:r>
            <a:r>
              <a:rPr lang="el-GR" dirty="0"/>
              <a:t>Ω</a:t>
            </a:r>
            <a:r>
              <a:rPr lang="en-CA" dirty="0">
                <a:latin typeface="Times New Roman" panose="02020603050405020304" pitchFamily="18" charset="0"/>
                <a:ea typeface="Times New Roman" panose="02020603050405020304" pitchFamily="18" charset="0"/>
                <a:cs typeface="Times New Roman" panose="02020603050405020304" pitchFamily="18" charset="0"/>
              </a:rPr>
              <a:t> &gt;&gt; </a:t>
            </a:r>
            <a:r>
              <a:rPr lang="en-CA" i="1" dirty="0">
                <a:latin typeface="Times New Roman" panose="02020603050405020304" pitchFamily="18" charset="0"/>
                <a:ea typeface="Times New Roman" panose="02020603050405020304" pitchFamily="18" charset="0"/>
                <a:cs typeface="Times New Roman" panose="02020603050405020304" pitchFamily="18" charset="0"/>
              </a:rPr>
              <a:t>h</a:t>
            </a:r>
            <a:r>
              <a:rPr lang="en-CA" i="1" baseline="-25000" dirty="0">
                <a:latin typeface="Times New Roman" panose="02020603050405020304" pitchFamily="18" charset="0"/>
                <a:ea typeface="Times New Roman" panose="02020603050405020304" pitchFamily="18" charset="0"/>
                <a:cs typeface="Times New Roman" panose="02020603050405020304" pitchFamily="18" charset="0"/>
              </a:rPr>
              <a:t>ie</a:t>
            </a:r>
            <a:r>
              <a:rPr lang="en-CA" dirty="0">
                <a:latin typeface="Times New Roman" panose="02020603050405020304" pitchFamily="18" charset="0"/>
                <a:ea typeface="Times New Roman" panose="02020603050405020304" pitchFamily="18" charset="0"/>
                <a:cs typeface="Times New Roman" panose="02020603050405020304" pitchFamily="18" charset="0"/>
              </a:rPr>
              <a:t> </a:t>
            </a:r>
            <a:r>
              <a:rPr lang="en-CA" dirty="0">
                <a:latin typeface="Cambria Math" panose="02040503050406030204" pitchFamily="18" charset="0"/>
                <a:ea typeface="Cambria Math" panose="02040503050406030204" pitchFamily="18" charset="0"/>
                <a:cs typeface="Times New Roman" panose="02020603050405020304" pitchFamily="18" charset="0"/>
              </a:rPr>
              <a:t>≈</a:t>
            </a:r>
            <a:r>
              <a:rPr lang="en-CA" dirty="0">
                <a:latin typeface="Times New Roman" panose="02020603050405020304" pitchFamily="18" charset="0"/>
                <a:ea typeface="Times New Roman" panose="02020603050405020304" pitchFamily="18" charset="0"/>
                <a:cs typeface="Times New Roman" panose="02020603050405020304" pitchFamily="18" charset="0"/>
              </a:rPr>
              <a:t> 1 </a:t>
            </a:r>
            <a:r>
              <a:rPr lang="en-CA" dirty="0"/>
              <a:t>k</a:t>
            </a:r>
            <a:r>
              <a:rPr lang="el-GR" dirty="0"/>
              <a:t>Ω</a:t>
            </a:r>
            <a:r>
              <a:rPr lang="en-US" dirty="0"/>
              <a:t>.</a:t>
            </a:r>
            <a:endParaRPr lang="en-US" sz="3200" dirty="0">
              <a:latin typeface="Calibri" panose="020F0502020204030204" pitchFamily="34" charset="0"/>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7941222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6AD02EC9-DF97-4A8F-9F66-14422BCA3EE0}"/>
              </a:ext>
            </a:extLst>
          </p:cNvPr>
          <p:cNvSpPr/>
          <p:nvPr/>
        </p:nvSpPr>
        <p:spPr>
          <a:xfrm>
            <a:off x="1524000" y="775856"/>
            <a:ext cx="8918917" cy="646331"/>
          </a:xfrm>
          <a:prstGeom prst="rect">
            <a:avLst/>
          </a:prstGeom>
        </p:spPr>
        <p:txBody>
          <a:bodyPr wrap="square">
            <a:spAutoFit/>
          </a:bodyPr>
          <a:lstStyle/>
          <a:p>
            <a:r>
              <a:rPr lang="en-CA" dirty="0">
                <a:solidFill>
                  <a:srgbClr val="0000FF"/>
                </a:solidFill>
              </a:rPr>
              <a:t>The Approximate Solution</a:t>
            </a:r>
            <a:r>
              <a:rPr lang="en-CA" dirty="0"/>
              <a:t>:   Hence, an emitter resistance greatly increases the input resistance. The voltage gain is (using Eq. (8-58) and (8-59))</a:t>
            </a:r>
            <a:endParaRPr lang="en-US" dirty="0"/>
          </a:p>
        </p:txBody>
      </p:sp>
      <p:sp>
        <p:nvSpPr>
          <p:cNvPr id="10" name="Content Placeholder 2">
            <a:extLst>
              <a:ext uri="{FF2B5EF4-FFF2-40B4-BE49-F238E27FC236}">
                <a16:creationId xmlns:a16="http://schemas.microsoft.com/office/drawing/2014/main" id="{FB6F4837-8030-434C-9300-E2118D37B1A1}"/>
              </a:ext>
            </a:extLst>
          </p:cNvPr>
          <p:cNvSpPr txBox="1">
            <a:spLocks/>
          </p:cNvSpPr>
          <p:nvPr/>
        </p:nvSpPr>
        <p:spPr>
          <a:xfrm>
            <a:off x="1524000" y="1"/>
            <a:ext cx="8645237" cy="775855"/>
          </a:xfrm>
          <a:prstGeom prst="rect">
            <a:avLst/>
          </a:prstGeom>
        </p:spPr>
        <p:txBody>
          <a:bodyPr>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just"/>
            <a:r>
              <a:rPr lang="en-CA" sz="2400" b="1" dirty="0">
                <a:solidFill>
                  <a:srgbClr val="00B050"/>
                </a:solidFill>
                <a:effectLst>
                  <a:outerShdw blurRad="38100" dist="38100" dir="2700000" algn="tl">
                    <a:srgbClr val="000000">
                      <a:alpha val="43137"/>
                    </a:srgbClr>
                  </a:outerShdw>
                </a:effectLst>
              </a:rPr>
              <a:t>The   Common-Emitter Amplifier with an Emitter Resistance </a:t>
            </a:r>
            <a:r>
              <a:rPr lang="en-US" sz="2400" b="1" dirty="0">
                <a:solidFill>
                  <a:srgbClr val="00B050"/>
                </a:solidFill>
                <a:effectLst>
                  <a:outerShdw blurRad="38100" dist="38100" dir="2700000" algn="tl">
                    <a:srgbClr val="000000">
                      <a:alpha val="43137"/>
                    </a:srgbClr>
                  </a:outerShdw>
                </a:effectLst>
              </a:rPr>
              <a:t>(8/15)</a:t>
            </a:r>
          </a:p>
        </p:txBody>
      </p:sp>
      <p:grpSp>
        <p:nvGrpSpPr>
          <p:cNvPr id="9" name="Group 8">
            <a:extLst>
              <a:ext uri="{FF2B5EF4-FFF2-40B4-BE49-F238E27FC236}">
                <a16:creationId xmlns:a16="http://schemas.microsoft.com/office/drawing/2014/main" id="{707D62E1-7B1A-4418-B1E0-8832E6D10BDE}"/>
              </a:ext>
            </a:extLst>
          </p:cNvPr>
          <p:cNvGrpSpPr/>
          <p:nvPr/>
        </p:nvGrpSpPr>
        <p:grpSpPr>
          <a:xfrm>
            <a:off x="7114984" y="3609110"/>
            <a:ext cx="3553017" cy="3283181"/>
            <a:chOff x="4322617" y="1422186"/>
            <a:chExt cx="4772025" cy="3619199"/>
          </a:xfrm>
        </p:grpSpPr>
        <p:pic>
          <p:nvPicPr>
            <p:cNvPr id="3" name="Picture 2">
              <a:extLst>
                <a:ext uri="{FF2B5EF4-FFF2-40B4-BE49-F238E27FC236}">
                  <a16:creationId xmlns:a16="http://schemas.microsoft.com/office/drawing/2014/main" id="{7C68BA99-23C5-4905-9CFB-1247C2837E7A}"/>
                </a:ext>
              </a:extLst>
            </p:cNvPr>
            <p:cNvPicPr>
              <a:picLocks noChangeAspect="1"/>
            </p:cNvPicPr>
            <p:nvPr/>
          </p:nvPicPr>
          <p:blipFill>
            <a:blip r:embed="rId3"/>
            <a:stretch>
              <a:fillRect/>
            </a:stretch>
          </p:blipFill>
          <p:spPr>
            <a:xfrm>
              <a:off x="4322617" y="1422186"/>
              <a:ext cx="4772025" cy="3581400"/>
            </a:xfrm>
            <a:prstGeom prst="rect">
              <a:avLst/>
            </a:prstGeom>
          </p:spPr>
        </p:pic>
        <p:sp>
          <p:nvSpPr>
            <p:cNvPr id="4" name="Rectangle 3">
              <a:extLst>
                <a:ext uri="{FF2B5EF4-FFF2-40B4-BE49-F238E27FC236}">
                  <a16:creationId xmlns:a16="http://schemas.microsoft.com/office/drawing/2014/main" id="{60439F2F-B182-4397-9800-63C21286A5BC}"/>
                </a:ext>
              </a:extLst>
            </p:cNvPr>
            <p:cNvSpPr/>
            <p:nvPr/>
          </p:nvSpPr>
          <p:spPr>
            <a:xfrm>
              <a:off x="7113635" y="4634254"/>
              <a:ext cx="1824003" cy="407131"/>
            </a:xfrm>
            <a:prstGeom prst="rect">
              <a:avLst/>
            </a:prstGeom>
          </p:spPr>
          <p:txBody>
            <a:bodyPr wrap="none">
              <a:spAutoFit/>
            </a:bodyPr>
            <a:lstStyle/>
            <a:p>
              <a:r>
                <a:rPr lang="en-CA" dirty="0">
                  <a:solidFill>
                    <a:srgbClr val="0000FF"/>
                  </a:solidFill>
                  <a:latin typeface="Times New Roman" panose="02020603050405020304" pitchFamily="18" charset="0"/>
                  <a:ea typeface="Times New Roman" panose="02020603050405020304" pitchFamily="18" charset="0"/>
                  <a:cs typeface="Times New Roman" panose="02020603050405020304" pitchFamily="18" charset="0"/>
                </a:rPr>
                <a:t>Fig. 8-26(b) </a:t>
              </a:r>
              <a:endParaRPr lang="en-US" dirty="0"/>
            </a:p>
          </p:txBody>
        </p:sp>
      </p:grpSp>
      <p:graphicFrame>
        <p:nvGraphicFramePr>
          <p:cNvPr id="11" name="Object 10">
            <a:extLst>
              <a:ext uri="{FF2B5EF4-FFF2-40B4-BE49-F238E27FC236}">
                <a16:creationId xmlns:a16="http://schemas.microsoft.com/office/drawing/2014/main" id="{C79F0E1E-2037-47B9-A6E9-D9B579D206D2}"/>
              </a:ext>
            </a:extLst>
          </p:cNvPr>
          <p:cNvGraphicFramePr>
            <a:graphicFrameLocks noChangeAspect="1"/>
          </p:cNvGraphicFramePr>
          <p:nvPr/>
        </p:nvGraphicFramePr>
        <p:xfrm>
          <a:off x="1913804" y="1356559"/>
          <a:ext cx="5454650" cy="908050"/>
        </p:xfrm>
        <a:graphic>
          <a:graphicData uri="http://schemas.openxmlformats.org/presentationml/2006/ole">
            <mc:AlternateContent xmlns:mc="http://schemas.openxmlformats.org/markup-compatibility/2006">
              <mc:Choice xmlns:v="urn:schemas-microsoft-com:vml" Requires="v">
                <p:oleObj spid="_x0000_s20482" name="Equation" r:id="rId4" imgW="2603160" imgH="431640" progId="Equation.DSMT4">
                  <p:embed/>
                </p:oleObj>
              </mc:Choice>
              <mc:Fallback>
                <p:oleObj name="Equation" r:id="rId4" imgW="2603160" imgH="431640" progId="Equation.DSMT4">
                  <p:embed/>
                  <p:pic>
                    <p:nvPicPr>
                      <p:cNvPr id="11" name="Object 10">
                        <a:extLst>
                          <a:ext uri="{FF2B5EF4-FFF2-40B4-BE49-F238E27FC236}">
                            <a16:creationId xmlns:a16="http://schemas.microsoft.com/office/drawing/2014/main" id="{C79F0E1E-2037-47B9-A6E9-D9B579D206D2}"/>
                          </a:ext>
                        </a:extLst>
                      </p:cNvPr>
                      <p:cNvPicPr/>
                      <p:nvPr/>
                    </p:nvPicPr>
                    <p:blipFill>
                      <a:blip r:embed="rId5"/>
                      <a:stretch>
                        <a:fillRect/>
                      </a:stretch>
                    </p:blipFill>
                    <p:spPr>
                      <a:xfrm>
                        <a:off x="1913804" y="1356559"/>
                        <a:ext cx="5454650" cy="908050"/>
                      </a:xfrm>
                      <a:prstGeom prst="rect">
                        <a:avLst/>
                      </a:prstGeom>
                    </p:spPr>
                  </p:pic>
                </p:oleObj>
              </mc:Fallback>
            </mc:AlternateContent>
          </a:graphicData>
        </a:graphic>
      </p:graphicFrame>
      <p:sp>
        <p:nvSpPr>
          <p:cNvPr id="6" name="Rectangle 5">
            <a:extLst>
              <a:ext uri="{FF2B5EF4-FFF2-40B4-BE49-F238E27FC236}">
                <a16:creationId xmlns:a16="http://schemas.microsoft.com/office/drawing/2014/main" id="{C4965C33-AA27-48F2-80CC-11DB5367AB33}"/>
              </a:ext>
            </a:extLst>
          </p:cNvPr>
          <p:cNvSpPr/>
          <p:nvPr/>
        </p:nvSpPr>
        <p:spPr>
          <a:xfrm>
            <a:off x="1524000" y="2198041"/>
            <a:ext cx="8918916" cy="923330"/>
          </a:xfrm>
          <a:prstGeom prst="rect">
            <a:avLst/>
          </a:prstGeom>
        </p:spPr>
        <p:txBody>
          <a:bodyPr wrap="square">
            <a:spAutoFit/>
          </a:bodyPr>
          <a:lstStyle/>
          <a:p>
            <a:pPr marL="285750" indent="-285750" algn="just">
              <a:buFont typeface="Arial" panose="020B0604020202020204" pitchFamily="34" charset="0"/>
              <a:buChar char="•"/>
            </a:pPr>
            <a:r>
              <a:rPr lang="en-CA" dirty="0"/>
              <a:t>Clearly,  the addition of an emitter resistance greatly reduces the voltage amplification.   </a:t>
            </a:r>
            <a:r>
              <a:rPr lang="en-CA" dirty="0">
                <a:solidFill>
                  <a:srgbClr val="FF0000"/>
                </a:solidFill>
              </a:rPr>
              <a:t>This reduction in gain is often a reasonable price to pay for the </a:t>
            </a:r>
            <a:br>
              <a:rPr lang="en-CA" dirty="0">
                <a:solidFill>
                  <a:srgbClr val="FF0000"/>
                </a:solidFill>
              </a:rPr>
            </a:br>
            <a:r>
              <a:rPr lang="en-CA" dirty="0">
                <a:solidFill>
                  <a:srgbClr val="FF0000"/>
                </a:solidFill>
              </a:rPr>
              <a:t>improvement in stability. </a:t>
            </a:r>
            <a:endParaRPr lang="en-US" dirty="0">
              <a:solidFill>
                <a:srgbClr val="FF0000"/>
              </a:solidFill>
            </a:endParaRPr>
          </a:p>
        </p:txBody>
      </p:sp>
      <p:graphicFrame>
        <p:nvGraphicFramePr>
          <p:cNvPr id="13" name="Object 12">
            <a:extLst>
              <a:ext uri="{FF2B5EF4-FFF2-40B4-BE49-F238E27FC236}">
                <a16:creationId xmlns:a16="http://schemas.microsoft.com/office/drawing/2014/main" id="{FA7C61F9-0C84-4E69-BE8E-6195E53AB225}"/>
              </a:ext>
            </a:extLst>
          </p:cNvPr>
          <p:cNvGraphicFramePr>
            <a:graphicFrameLocks noChangeAspect="1"/>
          </p:cNvGraphicFramePr>
          <p:nvPr/>
        </p:nvGraphicFramePr>
        <p:xfrm>
          <a:off x="1770351" y="3850541"/>
          <a:ext cx="4976813" cy="908050"/>
        </p:xfrm>
        <a:graphic>
          <a:graphicData uri="http://schemas.openxmlformats.org/presentationml/2006/ole">
            <mc:AlternateContent xmlns:mc="http://schemas.openxmlformats.org/markup-compatibility/2006">
              <mc:Choice xmlns:v="urn:schemas-microsoft-com:vml" Requires="v">
                <p:oleObj spid="_x0000_s20483" name="Equation" r:id="rId6" imgW="2374560" imgH="431640" progId="Equation.DSMT4">
                  <p:embed/>
                </p:oleObj>
              </mc:Choice>
              <mc:Fallback>
                <p:oleObj name="Equation" r:id="rId6" imgW="2374560" imgH="431640" progId="Equation.DSMT4">
                  <p:embed/>
                  <p:pic>
                    <p:nvPicPr>
                      <p:cNvPr id="13" name="Object 12">
                        <a:extLst>
                          <a:ext uri="{FF2B5EF4-FFF2-40B4-BE49-F238E27FC236}">
                            <a16:creationId xmlns:a16="http://schemas.microsoft.com/office/drawing/2014/main" id="{FA7C61F9-0C84-4E69-BE8E-6195E53AB225}"/>
                          </a:ext>
                        </a:extLst>
                      </p:cNvPr>
                      <p:cNvPicPr/>
                      <p:nvPr/>
                    </p:nvPicPr>
                    <p:blipFill>
                      <a:blip r:embed="rId7"/>
                      <a:stretch>
                        <a:fillRect/>
                      </a:stretch>
                    </p:blipFill>
                    <p:spPr>
                      <a:xfrm>
                        <a:off x="1770351" y="3850541"/>
                        <a:ext cx="4976813" cy="908050"/>
                      </a:xfrm>
                      <a:prstGeom prst="rect">
                        <a:avLst/>
                      </a:prstGeom>
                    </p:spPr>
                  </p:pic>
                </p:oleObj>
              </mc:Fallback>
            </mc:AlternateContent>
          </a:graphicData>
        </a:graphic>
      </p:graphicFrame>
      <p:sp>
        <p:nvSpPr>
          <p:cNvPr id="14" name="Rectangle 13">
            <a:extLst>
              <a:ext uri="{FF2B5EF4-FFF2-40B4-BE49-F238E27FC236}">
                <a16:creationId xmlns:a16="http://schemas.microsoft.com/office/drawing/2014/main" id="{68B68A3D-6A9A-4AED-A2E7-D7EC2FB51AE6}"/>
              </a:ext>
            </a:extLst>
          </p:cNvPr>
          <p:cNvSpPr/>
          <p:nvPr/>
        </p:nvSpPr>
        <p:spPr>
          <a:xfrm>
            <a:off x="1523999" y="3243968"/>
            <a:ext cx="5223165" cy="707886"/>
          </a:xfrm>
          <a:prstGeom prst="rect">
            <a:avLst/>
          </a:prstGeom>
        </p:spPr>
        <p:txBody>
          <a:bodyPr wrap="square">
            <a:spAutoFit/>
          </a:bodyPr>
          <a:lstStyle/>
          <a:p>
            <a:pPr marL="285750" indent="-285750" algn="just">
              <a:buFont typeface="Arial" panose="020B0604020202020204" pitchFamily="34" charset="0"/>
              <a:buChar char="•"/>
            </a:pPr>
            <a:r>
              <a:rPr lang="en-CA" sz="2000" dirty="0"/>
              <a:t>We note  that, if (1+</a:t>
            </a:r>
            <a:r>
              <a:rPr lang="en-CA" sz="2000" i="1" dirty="0"/>
              <a:t>h</a:t>
            </a:r>
            <a:r>
              <a:rPr lang="en-CA" sz="2000" i="1" baseline="-25000" dirty="0"/>
              <a:t>fe</a:t>
            </a:r>
            <a:r>
              <a:rPr lang="en-CA" sz="2000" dirty="0"/>
              <a:t>)</a:t>
            </a:r>
            <a:r>
              <a:rPr lang="en-CA" sz="2000" i="1" dirty="0"/>
              <a:t>R</a:t>
            </a:r>
            <a:r>
              <a:rPr lang="en-CA" sz="2000" i="1" baseline="-25000" dirty="0"/>
              <a:t>e</a:t>
            </a:r>
            <a:r>
              <a:rPr lang="en-CA" sz="2000" dirty="0"/>
              <a:t> &gt;&gt; </a:t>
            </a:r>
            <a:r>
              <a:rPr lang="en-CA" sz="2000" i="1" dirty="0"/>
              <a:t>h</a:t>
            </a:r>
            <a:r>
              <a:rPr lang="en-CA" sz="2000" i="1" baseline="-25000" dirty="0"/>
              <a:t>ie</a:t>
            </a:r>
            <a:r>
              <a:rPr lang="en-CA" sz="2000" dirty="0"/>
              <a:t>, and since </a:t>
            </a:r>
            <a:r>
              <a:rPr lang="en-CA" sz="2000" i="1" dirty="0"/>
              <a:t>h</a:t>
            </a:r>
            <a:r>
              <a:rPr lang="en-CA" sz="2000" i="1" baseline="-25000" dirty="0"/>
              <a:t>fe</a:t>
            </a:r>
            <a:r>
              <a:rPr lang="en-CA" sz="2000" dirty="0"/>
              <a:t> &gt;&gt; 1, then</a:t>
            </a:r>
            <a:endParaRPr lang="en-US" sz="2000" dirty="0"/>
          </a:p>
        </p:txBody>
      </p:sp>
      <p:sp>
        <p:nvSpPr>
          <p:cNvPr id="16" name="Rectangle 15">
            <a:extLst>
              <a:ext uri="{FF2B5EF4-FFF2-40B4-BE49-F238E27FC236}">
                <a16:creationId xmlns:a16="http://schemas.microsoft.com/office/drawing/2014/main" id="{ECA41BA5-33B8-438D-80D1-70A8759EE3E5}"/>
              </a:ext>
            </a:extLst>
          </p:cNvPr>
          <p:cNvSpPr/>
          <p:nvPr/>
        </p:nvSpPr>
        <p:spPr>
          <a:xfrm>
            <a:off x="1523999" y="4764999"/>
            <a:ext cx="5446059" cy="1323439"/>
          </a:xfrm>
          <a:prstGeom prst="rect">
            <a:avLst/>
          </a:prstGeom>
        </p:spPr>
        <p:txBody>
          <a:bodyPr wrap="square">
            <a:spAutoFit/>
          </a:bodyPr>
          <a:lstStyle/>
          <a:p>
            <a:pPr marL="285750" indent="-285750" algn="just">
              <a:buFont typeface="Arial" panose="020B0604020202020204" pitchFamily="34" charset="0"/>
              <a:buChar char="•"/>
            </a:pPr>
            <a:r>
              <a:rPr lang="en-CA" sz="2000" dirty="0"/>
              <a:t>Subject to  the above approximations, </a:t>
            </a:r>
            <a:r>
              <a:rPr lang="en-CA" sz="2000" i="1" dirty="0"/>
              <a:t>A</a:t>
            </a:r>
            <a:r>
              <a:rPr lang="en-CA" sz="2000" i="1" baseline="-25000" dirty="0"/>
              <a:t>V</a:t>
            </a:r>
            <a:r>
              <a:rPr lang="en-CA" sz="2000" i="1" dirty="0"/>
              <a:t> </a:t>
            </a:r>
            <a:r>
              <a:rPr lang="en-CA" sz="2000" dirty="0"/>
              <a:t>is completely stable (if stable resistances are used for </a:t>
            </a:r>
            <a:r>
              <a:rPr lang="en-CA" sz="2000" i="1" dirty="0"/>
              <a:t>R</a:t>
            </a:r>
            <a:r>
              <a:rPr lang="en-CA" sz="2000" i="1" baseline="-25000" dirty="0"/>
              <a:t>L</a:t>
            </a:r>
            <a:r>
              <a:rPr lang="en-CA" sz="2000" i="1" dirty="0"/>
              <a:t> </a:t>
            </a:r>
            <a:r>
              <a:rPr lang="en-CA" sz="2000" dirty="0"/>
              <a:t>and </a:t>
            </a:r>
            <a:r>
              <a:rPr lang="en-CA" sz="2000" i="1" dirty="0"/>
              <a:t>R</a:t>
            </a:r>
            <a:r>
              <a:rPr lang="en-CA" sz="2000" i="1" baseline="-25000" dirty="0"/>
              <a:t>e</a:t>
            </a:r>
            <a:r>
              <a:rPr lang="en-CA" sz="2000" i="1" dirty="0"/>
              <a:t>), </a:t>
            </a:r>
            <a:r>
              <a:rPr lang="en-CA" sz="2000" dirty="0"/>
              <a:t>since it is independent of all transistor parameters.</a:t>
            </a:r>
            <a:endParaRPr lang="en-US" sz="2000" dirty="0"/>
          </a:p>
        </p:txBody>
      </p:sp>
      <p:sp>
        <p:nvSpPr>
          <p:cNvPr id="2" name="Rectangle 1"/>
          <p:cNvSpPr/>
          <p:nvPr/>
        </p:nvSpPr>
        <p:spPr>
          <a:xfrm>
            <a:off x="1896059" y="6088438"/>
            <a:ext cx="5073999" cy="646331"/>
          </a:xfrm>
          <a:prstGeom prst="rect">
            <a:avLst/>
          </a:prstGeom>
        </p:spPr>
        <p:txBody>
          <a:bodyPr wrap="square">
            <a:spAutoFit/>
          </a:bodyPr>
          <a:lstStyle/>
          <a:p>
            <a:r>
              <a:rPr lang="en-CA" dirty="0">
                <a:solidFill>
                  <a:srgbClr val="FF0000"/>
                </a:solidFill>
              </a:rPr>
              <a:t>Explain the advantage and disadvantage of using emitter resistance  in CE amplifier.</a:t>
            </a:r>
            <a:endParaRPr lang="en-US" dirty="0">
              <a:solidFill>
                <a:srgbClr val="FF0000"/>
              </a:solidFill>
            </a:endParaRPr>
          </a:p>
        </p:txBody>
      </p:sp>
      <mc:AlternateContent xmlns:mc="http://schemas.openxmlformats.org/markup-compatibility/2006" xmlns:p14="http://schemas.microsoft.com/office/powerpoint/2010/main">
        <mc:Choice Requires="p14">
          <p:contentPart p14:bwMode="auto" r:id="rId8">
            <p14:nvContentPartPr>
              <p14:cNvPr id="5" name="Ink 4">
                <a:extLst>
                  <a:ext uri="{FF2B5EF4-FFF2-40B4-BE49-F238E27FC236}">
                    <a16:creationId xmlns:a16="http://schemas.microsoft.com/office/drawing/2014/main" id="{E071F7C0-1FD4-4E57-8F6A-8B5A9EF9753F}"/>
                  </a:ext>
                </a:extLst>
              </p14:cNvPr>
              <p14:cNvContentPartPr/>
              <p14:nvPr/>
            </p14:nvContentPartPr>
            <p14:xfrm>
              <a:off x="2357640" y="3554280"/>
              <a:ext cx="3154320" cy="1098000"/>
            </p14:xfrm>
          </p:contentPart>
        </mc:Choice>
        <mc:Fallback xmlns="">
          <p:pic>
            <p:nvPicPr>
              <p:cNvPr id="5" name="Ink 4">
                <a:extLst>
                  <a:ext uri="{FF2B5EF4-FFF2-40B4-BE49-F238E27FC236}">
                    <a16:creationId xmlns:a16="http://schemas.microsoft.com/office/drawing/2014/main" id="{E071F7C0-1FD4-4E57-8F6A-8B5A9EF9753F}"/>
                  </a:ext>
                </a:extLst>
              </p:cNvPr>
              <p:cNvPicPr/>
              <p:nvPr/>
            </p:nvPicPr>
            <p:blipFill>
              <a:blip r:embed="rId9"/>
              <a:stretch>
                <a:fillRect/>
              </a:stretch>
            </p:blipFill>
            <p:spPr>
              <a:xfrm>
                <a:off x="2348280" y="3544920"/>
                <a:ext cx="3173040" cy="1116720"/>
              </a:xfrm>
              <a:prstGeom prst="rect">
                <a:avLst/>
              </a:prstGeom>
            </p:spPr>
          </p:pic>
        </mc:Fallback>
      </mc:AlternateContent>
    </p:spTree>
    <p:extLst>
      <p:ext uri="{BB962C8B-B14F-4D97-AF65-F5344CB8AC3E}">
        <p14:creationId xmlns:p14="http://schemas.microsoft.com/office/powerpoint/2010/main" val="389250195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6AD02EC9-DF97-4A8F-9F66-14422BCA3EE0}"/>
              </a:ext>
            </a:extLst>
          </p:cNvPr>
          <p:cNvSpPr/>
          <p:nvPr/>
        </p:nvSpPr>
        <p:spPr>
          <a:xfrm>
            <a:off x="1524000" y="775855"/>
            <a:ext cx="8918917" cy="1754326"/>
          </a:xfrm>
          <a:prstGeom prst="rect">
            <a:avLst/>
          </a:prstGeom>
        </p:spPr>
        <p:txBody>
          <a:bodyPr wrap="square">
            <a:spAutoFit/>
          </a:bodyPr>
          <a:lstStyle/>
          <a:p>
            <a:pPr marL="285750" indent="-285750" algn="just">
              <a:buFont typeface="Arial" panose="020B0604020202020204" pitchFamily="34" charset="0"/>
              <a:buChar char="•"/>
            </a:pPr>
            <a:r>
              <a:rPr lang="en-CA" sz="2800" dirty="0">
                <a:solidFill>
                  <a:srgbClr val="0000FF"/>
                </a:solidFill>
              </a:rPr>
              <a:t>The Approximate Solution</a:t>
            </a:r>
            <a:r>
              <a:rPr lang="en-CA" sz="2800" dirty="0"/>
              <a:t>: </a:t>
            </a:r>
          </a:p>
          <a:p>
            <a:pPr marL="285750" indent="-285750" algn="just">
              <a:buFont typeface="Arial" panose="020B0604020202020204" pitchFamily="34" charset="0"/>
              <a:buChar char="•"/>
            </a:pPr>
            <a:r>
              <a:rPr lang="en-CA" sz="2000" dirty="0"/>
              <a:t>The output resistance of the transistor alone (with </a:t>
            </a:r>
            <a:r>
              <a:rPr lang="en-CA" sz="2000" i="1" dirty="0"/>
              <a:t>R</a:t>
            </a:r>
            <a:r>
              <a:rPr lang="en-CA" sz="2000" i="1" baseline="-25000" dirty="0"/>
              <a:t>L</a:t>
            </a:r>
            <a:r>
              <a:rPr lang="en-CA" sz="2000" i="1" dirty="0"/>
              <a:t> </a:t>
            </a:r>
            <a:r>
              <a:rPr lang="en-CA" sz="2000" dirty="0"/>
              <a:t>considered external) is infinite for the approximate circuit of Fig. 8-26, just as it was for the CE amplifier of Sec. 8-13 with </a:t>
            </a:r>
            <a:r>
              <a:rPr lang="en-CA" sz="2000" i="1" dirty="0"/>
              <a:t>R</a:t>
            </a:r>
            <a:r>
              <a:rPr lang="en-CA" sz="2000" i="1" baseline="-25000" dirty="0"/>
              <a:t>e</a:t>
            </a:r>
            <a:r>
              <a:rPr lang="en-CA" sz="2000" i="1" dirty="0"/>
              <a:t> = </a:t>
            </a:r>
            <a:r>
              <a:rPr lang="en-CA" sz="2000" dirty="0"/>
              <a:t>0. Hence the output impedance of the stage, including the load, is </a:t>
            </a:r>
            <a:r>
              <a:rPr lang="en-CA" sz="2000" i="1" dirty="0"/>
              <a:t>R</a:t>
            </a:r>
            <a:r>
              <a:rPr lang="en-CA" sz="2000" i="1" baseline="-25000" dirty="0"/>
              <a:t>L</a:t>
            </a:r>
            <a:r>
              <a:rPr lang="en-CA" sz="2000" dirty="0"/>
              <a:t>.</a:t>
            </a:r>
            <a:endParaRPr lang="en-US" sz="2000" dirty="0"/>
          </a:p>
        </p:txBody>
      </p:sp>
      <p:sp>
        <p:nvSpPr>
          <p:cNvPr id="10" name="Content Placeholder 2">
            <a:extLst>
              <a:ext uri="{FF2B5EF4-FFF2-40B4-BE49-F238E27FC236}">
                <a16:creationId xmlns:a16="http://schemas.microsoft.com/office/drawing/2014/main" id="{FB6F4837-8030-434C-9300-E2118D37B1A1}"/>
              </a:ext>
            </a:extLst>
          </p:cNvPr>
          <p:cNvSpPr txBox="1">
            <a:spLocks/>
          </p:cNvSpPr>
          <p:nvPr/>
        </p:nvSpPr>
        <p:spPr>
          <a:xfrm>
            <a:off x="1524000" y="1"/>
            <a:ext cx="8645237" cy="775855"/>
          </a:xfrm>
          <a:prstGeom prst="rect">
            <a:avLst/>
          </a:prstGeom>
        </p:spPr>
        <p:txBody>
          <a:bodyPr>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just"/>
            <a:r>
              <a:rPr lang="en-CA" sz="2400" b="1" dirty="0">
                <a:solidFill>
                  <a:srgbClr val="00B050"/>
                </a:solidFill>
                <a:effectLst>
                  <a:outerShdw blurRad="38100" dist="38100" dir="2700000" algn="tl">
                    <a:srgbClr val="000000">
                      <a:alpha val="43137"/>
                    </a:srgbClr>
                  </a:outerShdw>
                </a:effectLst>
              </a:rPr>
              <a:t>The   Common-Emitter Amplifier with an Emitter Resistance </a:t>
            </a:r>
            <a:r>
              <a:rPr lang="en-US" sz="2400" b="1" dirty="0">
                <a:solidFill>
                  <a:srgbClr val="00B050"/>
                </a:solidFill>
                <a:effectLst>
                  <a:outerShdw blurRad="38100" dist="38100" dir="2700000" algn="tl">
                    <a:srgbClr val="000000">
                      <a:alpha val="43137"/>
                    </a:srgbClr>
                  </a:outerShdw>
                </a:effectLst>
              </a:rPr>
              <a:t>(8/15)</a:t>
            </a:r>
          </a:p>
        </p:txBody>
      </p:sp>
      <p:sp>
        <p:nvSpPr>
          <p:cNvPr id="3" name="Rectangle 2">
            <a:extLst>
              <a:ext uri="{FF2B5EF4-FFF2-40B4-BE49-F238E27FC236}">
                <a16:creationId xmlns:a16="http://schemas.microsoft.com/office/drawing/2014/main" id="{6B9331D5-E394-4AC2-8D67-D7F02A987FF5}"/>
              </a:ext>
            </a:extLst>
          </p:cNvPr>
          <p:cNvSpPr/>
          <p:nvPr/>
        </p:nvSpPr>
        <p:spPr>
          <a:xfrm>
            <a:off x="1784208" y="2936704"/>
            <a:ext cx="3318024" cy="369332"/>
          </a:xfrm>
          <a:prstGeom prst="rect">
            <a:avLst/>
          </a:prstGeom>
        </p:spPr>
        <p:txBody>
          <a:bodyPr wrap="none">
            <a:spAutoFit/>
          </a:bodyPr>
          <a:lstStyle/>
          <a:p>
            <a:r>
              <a:rPr lang="en-CA" dirty="0">
                <a:solidFill>
                  <a:srgbClr val="FF0000"/>
                </a:solidFill>
              </a:rPr>
              <a:t>Why output resistance is infinite?</a:t>
            </a:r>
            <a:endParaRPr lang="en-US" dirty="0">
              <a:solidFill>
                <a:srgbClr val="FF0000"/>
              </a:solidFill>
            </a:endParaRPr>
          </a:p>
        </p:txBody>
      </p:sp>
    </p:spTree>
    <p:extLst>
      <p:ext uri="{BB962C8B-B14F-4D97-AF65-F5344CB8AC3E}">
        <p14:creationId xmlns:p14="http://schemas.microsoft.com/office/powerpoint/2010/main" val="420213325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6AD02EC9-DF97-4A8F-9F66-14422BCA3EE0}"/>
              </a:ext>
            </a:extLst>
          </p:cNvPr>
          <p:cNvSpPr/>
          <p:nvPr/>
        </p:nvSpPr>
        <p:spPr>
          <a:xfrm>
            <a:off x="1524000" y="775855"/>
            <a:ext cx="8918917" cy="2677656"/>
          </a:xfrm>
          <a:prstGeom prst="rect">
            <a:avLst/>
          </a:prstGeom>
        </p:spPr>
        <p:txBody>
          <a:bodyPr wrap="square">
            <a:spAutoFit/>
          </a:bodyPr>
          <a:lstStyle/>
          <a:p>
            <a:pPr marL="285750" indent="-285750" algn="just">
              <a:buFont typeface="Arial" panose="020B0604020202020204" pitchFamily="34" charset="0"/>
              <a:buChar char="•"/>
            </a:pPr>
            <a:r>
              <a:rPr lang="en-CA" sz="2400" dirty="0">
                <a:solidFill>
                  <a:srgbClr val="0000FF"/>
                </a:solidFill>
              </a:rPr>
              <a:t>The Approximate Solution</a:t>
            </a:r>
            <a:r>
              <a:rPr lang="en-CA" sz="2400" dirty="0"/>
              <a:t>: </a:t>
            </a:r>
          </a:p>
          <a:p>
            <a:pPr marL="285750" indent="-285750" algn="just">
              <a:buFont typeface="Arial" panose="020B0604020202020204" pitchFamily="34" charset="0"/>
              <a:buChar char="•"/>
            </a:pPr>
            <a:r>
              <a:rPr lang="en-CA" sz="2400" b="1" dirty="0"/>
              <a:t>Output Impedance: </a:t>
            </a:r>
            <a:r>
              <a:rPr lang="en-CA" sz="2400" dirty="0"/>
              <a:t>The simplified circuit of Fig. 8-24 has infinite output resistance because, with </a:t>
            </a:r>
            <a:r>
              <a:rPr lang="en-CA" sz="2400" i="1" dirty="0"/>
              <a:t>V</a:t>
            </a:r>
            <a:r>
              <a:rPr lang="en-CA" sz="2400" i="1" baseline="-25000" dirty="0"/>
              <a:t>S</a:t>
            </a:r>
            <a:r>
              <a:rPr lang="en-CA" sz="2400" i="1" dirty="0"/>
              <a:t> </a:t>
            </a:r>
            <a:r>
              <a:rPr lang="en-CA" sz="2400" dirty="0"/>
              <a:t>= 0 and an external voltage source applied at the output, we find </a:t>
            </a:r>
            <a:r>
              <a:rPr lang="en-CA" sz="2400" i="1" dirty="0" err="1"/>
              <a:t>I</a:t>
            </a:r>
            <a:r>
              <a:rPr lang="en-CA" sz="2400" i="1" baseline="-25000" dirty="0" err="1"/>
              <a:t>b</a:t>
            </a:r>
            <a:r>
              <a:rPr lang="en-CA" sz="2400" dirty="0"/>
              <a:t> = 0, and hence </a:t>
            </a:r>
            <a:r>
              <a:rPr lang="en-CA" sz="2400" i="1" dirty="0"/>
              <a:t>I</a:t>
            </a:r>
            <a:r>
              <a:rPr lang="en-CA" sz="2400" i="1" baseline="-25000" dirty="0"/>
              <a:t>C</a:t>
            </a:r>
            <a:r>
              <a:rPr lang="en-CA" sz="2400" dirty="0"/>
              <a:t> = 0 </a:t>
            </a:r>
            <a:r>
              <a:rPr lang="en-CA" sz="2400" dirty="0">
                <a:solidFill>
                  <a:srgbClr val="0000FF"/>
                </a:solidFill>
              </a:rPr>
              <a:t>(Note that when a current source </a:t>
            </a:r>
            <a:r>
              <a:rPr lang="en-CA" sz="2400" i="1" dirty="0" err="1">
                <a:solidFill>
                  <a:srgbClr val="0000FF"/>
                </a:solidFill>
              </a:rPr>
              <a:t>h</a:t>
            </a:r>
            <a:r>
              <a:rPr lang="en-CA" sz="2400" i="1" baseline="-25000" dirty="0" err="1">
                <a:solidFill>
                  <a:srgbClr val="0000FF"/>
                </a:solidFill>
              </a:rPr>
              <a:t>fe</a:t>
            </a:r>
            <a:r>
              <a:rPr lang="en-CA" sz="2400" i="1" dirty="0" err="1">
                <a:solidFill>
                  <a:srgbClr val="0000FF"/>
                </a:solidFill>
              </a:rPr>
              <a:t>I</a:t>
            </a:r>
            <a:r>
              <a:rPr lang="en-CA" sz="2400" i="1" baseline="-25000" dirty="0" err="1">
                <a:solidFill>
                  <a:srgbClr val="0000FF"/>
                </a:solidFill>
              </a:rPr>
              <a:t>b</a:t>
            </a:r>
            <a:r>
              <a:rPr lang="en-CA" sz="2400" dirty="0">
                <a:solidFill>
                  <a:srgbClr val="0000FF"/>
                </a:solidFill>
              </a:rPr>
              <a:t> is zero it is assumed to be open circuited)</a:t>
            </a:r>
            <a:r>
              <a:rPr lang="en-CA" sz="2400" dirty="0"/>
              <a:t>. However, the true value depends upon the source resistance </a:t>
            </a:r>
            <a:r>
              <a:rPr lang="en-CA" sz="2400" i="1" dirty="0"/>
              <a:t>R</a:t>
            </a:r>
            <a:r>
              <a:rPr lang="en-CA" sz="2400" i="1" baseline="-25000" dirty="0"/>
              <a:t>S</a:t>
            </a:r>
            <a:r>
              <a:rPr lang="en-CA" sz="2400" i="1" dirty="0"/>
              <a:t> </a:t>
            </a:r>
            <a:r>
              <a:rPr lang="en-CA" sz="2400" dirty="0"/>
              <a:t>and lies between 40 k</a:t>
            </a:r>
            <a:r>
              <a:rPr lang="el-GR" sz="2400" dirty="0"/>
              <a:t>Ω</a:t>
            </a:r>
            <a:r>
              <a:rPr lang="en-CA" sz="2400" dirty="0"/>
              <a:t> and 80 k</a:t>
            </a:r>
            <a:r>
              <a:rPr lang="el-GR" sz="2400" dirty="0"/>
              <a:t>Ω</a:t>
            </a:r>
            <a:r>
              <a:rPr lang="en-CA" sz="2400" dirty="0"/>
              <a:t> (Fig. 8-16d).</a:t>
            </a:r>
            <a:endParaRPr lang="en-US" sz="2400" dirty="0"/>
          </a:p>
        </p:txBody>
      </p:sp>
      <p:sp>
        <p:nvSpPr>
          <p:cNvPr id="10" name="Content Placeholder 2">
            <a:extLst>
              <a:ext uri="{FF2B5EF4-FFF2-40B4-BE49-F238E27FC236}">
                <a16:creationId xmlns:a16="http://schemas.microsoft.com/office/drawing/2014/main" id="{FB6F4837-8030-434C-9300-E2118D37B1A1}"/>
              </a:ext>
            </a:extLst>
          </p:cNvPr>
          <p:cNvSpPr txBox="1">
            <a:spLocks/>
          </p:cNvSpPr>
          <p:nvPr/>
        </p:nvSpPr>
        <p:spPr>
          <a:xfrm>
            <a:off x="1524000" y="1"/>
            <a:ext cx="8645237" cy="775855"/>
          </a:xfrm>
          <a:prstGeom prst="rect">
            <a:avLst/>
          </a:prstGeom>
        </p:spPr>
        <p:txBody>
          <a:bodyPr>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just"/>
            <a:r>
              <a:rPr lang="en-CA" sz="2400" b="1" dirty="0">
                <a:solidFill>
                  <a:srgbClr val="00B050"/>
                </a:solidFill>
                <a:effectLst>
                  <a:outerShdw blurRad="38100" dist="38100" dir="2700000" algn="tl">
                    <a:srgbClr val="000000">
                      <a:alpha val="43137"/>
                    </a:srgbClr>
                  </a:outerShdw>
                </a:effectLst>
              </a:rPr>
              <a:t>The   Common-Emitter Amplifier with an Emitter Resistance </a:t>
            </a:r>
            <a:r>
              <a:rPr lang="en-US" sz="2400" b="1" dirty="0">
                <a:solidFill>
                  <a:srgbClr val="00B050"/>
                </a:solidFill>
                <a:effectLst>
                  <a:outerShdw blurRad="38100" dist="38100" dir="2700000" algn="tl">
                    <a:srgbClr val="000000">
                      <a:alpha val="43137"/>
                    </a:srgbClr>
                  </a:outerShdw>
                </a:effectLst>
              </a:rPr>
              <a:t>(8/15)</a:t>
            </a:r>
          </a:p>
        </p:txBody>
      </p:sp>
      <p:grpSp>
        <p:nvGrpSpPr>
          <p:cNvPr id="7" name="Group 6">
            <a:extLst>
              <a:ext uri="{FF2B5EF4-FFF2-40B4-BE49-F238E27FC236}">
                <a16:creationId xmlns:a16="http://schemas.microsoft.com/office/drawing/2014/main" id="{14EEA951-8A43-44F1-AE8D-26D7D52B030F}"/>
              </a:ext>
            </a:extLst>
          </p:cNvPr>
          <p:cNvGrpSpPr/>
          <p:nvPr/>
        </p:nvGrpSpPr>
        <p:grpSpPr>
          <a:xfrm>
            <a:off x="4956516" y="3586141"/>
            <a:ext cx="5486400" cy="3036332"/>
            <a:chOff x="3158836" y="3203864"/>
            <a:chExt cx="5486400" cy="3036332"/>
          </a:xfrm>
        </p:grpSpPr>
        <p:pic>
          <p:nvPicPr>
            <p:cNvPr id="2" name="Picture 1">
              <a:extLst>
                <a:ext uri="{FF2B5EF4-FFF2-40B4-BE49-F238E27FC236}">
                  <a16:creationId xmlns:a16="http://schemas.microsoft.com/office/drawing/2014/main" id="{C14D6B0B-E421-4D1B-9430-263F854C06B9}"/>
                </a:ext>
              </a:extLst>
            </p:cNvPr>
            <p:cNvPicPr>
              <a:picLocks noChangeAspect="1"/>
            </p:cNvPicPr>
            <p:nvPr/>
          </p:nvPicPr>
          <p:blipFill>
            <a:blip r:embed="rId2"/>
            <a:stretch>
              <a:fillRect/>
            </a:stretch>
          </p:blipFill>
          <p:spPr>
            <a:xfrm>
              <a:off x="3158836" y="3203864"/>
              <a:ext cx="5486400" cy="2667000"/>
            </a:xfrm>
            <a:prstGeom prst="rect">
              <a:avLst/>
            </a:prstGeom>
          </p:spPr>
        </p:pic>
        <p:sp>
          <p:nvSpPr>
            <p:cNvPr id="5" name="Rectangle 4">
              <a:extLst>
                <a:ext uri="{FF2B5EF4-FFF2-40B4-BE49-F238E27FC236}">
                  <a16:creationId xmlns:a16="http://schemas.microsoft.com/office/drawing/2014/main" id="{A6C995AE-3BE9-43B8-9115-806CC546FEC3}"/>
                </a:ext>
              </a:extLst>
            </p:cNvPr>
            <p:cNvSpPr/>
            <p:nvPr/>
          </p:nvSpPr>
          <p:spPr>
            <a:xfrm>
              <a:off x="4572000" y="5870864"/>
              <a:ext cx="3238387" cy="369332"/>
            </a:xfrm>
            <a:prstGeom prst="rect">
              <a:avLst/>
            </a:prstGeom>
          </p:spPr>
          <p:txBody>
            <a:bodyPr wrap="none">
              <a:spAutoFit/>
            </a:bodyPr>
            <a:lstStyle/>
            <a:p>
              <a:r>
                <a:rPr lang="en-CA" dirty="0">
                  <a:solidFill>
                    <a:srgbClr val="0000FF"/>
                  </a:solidFill>
                </a:rPr>
                <a:t>Fig. 8-24 Approximate CE model.</a:t>
              </a:r>
              <a:endParaRPr lang="en-US" dirty="0">
                <a:solidFill>
                  <a:srgbClr val="0000FF"/>
                </a:solidFill>
              </a:endParaRPr>
            </a:p>
          </p:txBody>
        </p:sp>
      </p:grpSp>
      <p:sp>
        <p:nvSpPr>
          <p:cNvPr id="9" name="Rectangle 8"/>
          <p:cNvSpPr/>
          <p:nvPr/>
        </p:nvSpPr>
        <p:spPr>
          <a:xfrm>
            <a:off x="1734695" y="4434449"/>
            <a:ext cx="3221821" cy="1754326"/>
          </a:xfrm>
          <a:prstGeom prst="rect">
            <a:avLst/>
          </a:prstGeom>
        </p:spPr>
        <p:txBody>
          <a:bodyPr wrap="square">
            <a:spAutoFit/>
          </a:bodyPr>
          <a:lstStyle/>
          <a:p>
            <a:pPr algn="just"/>
            <a:r>
              <a:rPr lang="en-CA" dirty="0">
                <a:solidFill>
                  <a:srgbClr val="FF0000"/>
                </a:solidFill>
              </a:rPr>
              <a:t>Provide approximate solutions (expressions) of voltage gain, current gain, input resistance and output resistance of CE amplifier with emitter resistance.</a:t>
            </a:r>
            <a:endParaRPr lang="en-US" dirty="0">
              <a:solidFill>
                <a:srgbClr val="FF0000"/>
              </a:solidFill>
            </a:endParaRPr>
          </a:p>
        </p:txBody>
      </p:sp>
      <mc:AlternateContent xmlns:mc="http://schemas.openxmlformats.org/markup-compatibility/2006" xmlns:p14="http://schemas.microsoft.com/office/powerpoint/2010/main">
        <mc:Choice Requires="p14">
          <p:contentPart p14:bwMode="auto" r:id="rId3">
            <p14:nvContentPartPr>
              <p14:cNvPr id="3" name="Ink 2">
                <a:extLst>
                  <a:ext uri="{FF2B5EF4-FFF2-40B4-BE49-F238E27FC236}">
                    <a16:creationId xmlns:a16="http://schemas.microsoft.com/office/drawing/2014/main" id="{9C63EC55-1B33-4241-8510-A4615B23C4EF}"/>
                  </a:ext>
                </a:extLst>
              </p14:cNvPr>
              <p14:cNvContentPartPr/>
              <p14:nvPr/>
            </p14:nvContentPartPr>
            <p14:xfrm>
              <a:off x="6844320" y="5404320"/>
              <a:ext cx="391320" cy="495000"/>
            </p14:xfrm>
          </p:contentPart>
        </mc:Choice>
        <mc:Fallback xmlns="">
          <p:pic>
            <p:nvPicPr>
              <p:cNvPr id="3" name="Ink 2">
                <a:extLst>
                  <a:ext uri="{FF2B5EF4-FFF2-40B4-BE49-F238E27FC236}">
                    <a16:creationId xmlns:a16="http://schemas.microsoft.com/office/drawing/2014/main" id="{9C63EC55-1B33-4241-8510-A4615B23C4EF}"/>
                  </a:ext>
                </a:extLst>
              </p:cNvPr>
              <p:cNvPicPr/>
              <p:nvPr/>
            </p:nvPicPr>
            <p:blipFill>
              <a:blip r:embed="rId4"/>
              <a:stretch>
                <a:fillRect/>
              </a:stretch>
            </p:blipFill>
            <p:spPr>
              <a:xfrm>
                <a:off x="6834960" y="5394960"/>
                <a:ext cx="410040" cy="513720"/>
              </a:xfrm>
              <a:prstGeom prst="rect">
                <a:avLst/>
              </a:prstGeom>
            </p:spPr>
          </p:pic>
        </mc:Fallback>
      </mc:AlternateContent>
    </p:spTree>
    <p:extLst>
      <p:ext uri="{BB962C8B-B14F-4D97-AF65-F5344CB8AC3E}">
        <p14:creationId xmlns:p14="http://schemas.microsoft.com/office/powerpoint/2010/main" val="46949408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6AD02EC9-DF97-4A8F-9F66-14422BCA3EE0}"/>
              </a:ext>
            </a:extLst>
          </p:cNvPr>
          <p:cNvSpPr/>
          <p:nvPr/>
        </p:nvSpPr>
        <p:spPr>
          <a:xfrm>
            <a:off x="1524000" y="775856"/>
            <a:ext cx="8918917" cy="830997"/>
          </a:xfrm>
          <a:prstGeom prst="rect">
            <a:avLst/>
          </a:prstGeom>
        </p:spPr>
        <p:txBody>
          <a:bodyPr wrap="square">
            <a:spAutoFit/>
          </a:bodyPr>
          <a:lstStyle/>
          <a:p>
            <a:pPr marL="285750" indent="-285750" algn="just">
              <a:buFont typeface="Arial" panose="020B0604020202020204" pitchFamily="34" charset="0"/>
              <a:buChar char="•"/>
            </a:pPr>
            <a:r>
              <a:rPr lang="en-CA" sz="2400" dirty="0">
                <a:solidFill>
                  <a:srgbClr val="0000FF"/>
                </a:solidFill>
              </a:rPr>
              <a:t>The Exact Solution</a:t>
            </a:r>
            <a:r>
              <a:rPr lang="en-CA" sz="2400" dirty="0"/>
              <a:t>: </a:t>
            </a:r>
            <a:r>
              <a:rPr lang="en-CA" sz="2400" dirty="0">
                <a:solidFill>
                  <a:srgbClr val="FF0000"/>
                </a:solidFill>
              </a:rPr>
              <a:t>complete derivation and analysis can be found in the book)</a:t>
            </a:r>
            <a:endParaRPr lang="en-US" sz="2400" dirty="0">
              <a:solidFill>
                <a:srgbClr val="FF0000"/>
              </a:solidFill>
            </a:endParaRPr>
          </a:p>
        </p:txBody>
      </p:sp>
      <p:sp>
        <p:nvSpPr>
          <p:cNvPr id="10" name="Content Placeholder 2">
            <a:extLst>
              <a:ext uri="{FF2B5EF4-FFF2-40B4-BE49-F238E27FC236}">
                <a16:creationId xmlns:a16="http://schemas.microsoft.com/office/drawing/2014/main" id="{FB6F4837-8030-434C-9300-E2118D37B1A1}"/>
              </a:ext>
            </a:extLst>
          </p:cNvPr>
          <p:cNvSpPr txBox="1">
            <a:spLocks/>
          </p:cNvSpPr>
          <p:nvPr/>
        </p:nvSpPr>
        <p:spPr>
          <a:xfrm>
            <a:off x="1524000" y="1"/>
            <a:ext cx="8645237" cy="775855"/>
          </a:xfrm>
          <a:prstGeom prst="rect">
            <a:avLst/>
          </a:prstGeom>
        </p:spPr>
        <p:txBody>
          <a:bodyPr>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just"/>
            <a:r>
              <a:rPr lang="en-CA" sz="2400" b="1" dirty="0">
                <a:solidFill>
                  <a:srgbClr val="00B050"/>
                </a:solidFill>
                <a:effectLst>
                  <a:outerShdw blurRad="38100" dist="38100" dir="2700000" algn="tl">
                    <a:srgbClr val="000000">
                      <a:alpha val="43137"/>
                    </a:srgbClr>
                  </a:outerShdw>
                </a:effectLst>
              </a:rPr>
              <a:t>The   Common-Emitter Amplifier with an Emitter Resistance </a:t>
            </a:r>
            <a:r>
              <a:rPr lang="en-US" sz="2400" b="1" dirty="0">
                <a:solidFill>
                  <a:srgbClr val="00B050"/>
                </a:solidFill>
                <a:effectLst>
                  <a:outerShdw blurRad="38100" dist="38100" dir="2700000" algn="tl">
                    <a:srgbClr val="000000">
                      <a:alpha val="43137"/>
                    </a:srgbClr>
                  </a:outerShdw>
                </a:effectLst>
              </a:rPr>
              <a:t>(8/15)</a:t>
            </a:r>
          </a:p>
        </p:txBody>
      </p:sp>
      <p:graphicFrame>
        <p:nvGraphicFramePr>
          <p:cNvPr id="9" name="Object 8">
            <a:extLst>
              <a:ext uri="{FF2B5EF4-FFF2-40B4-BE49-F238E27FC236}">
                <a16:creationId xmlns:a16="http://schemas.microsoft.com/office/drawing/2014/main" id="{32C0011F-BA5C-47B9-AC85-40FDD088454B}"/>
              </a:ext>
            </a:extLst>
          </p:cNvPr>
          <p:cNvGraphicFramePr>
            <a:graphicFrameLocks noChangeAspect="1"/>
          </p:cNvGraphicFramePr>
          <p:nvPr/>
        </p:nvGraphicFramePr>
        <p:xfrm>
          <a:off x="2176464" y="1696245"/>
          <a:ext cx="4071937" cy="852488"/>
        </p:xfrm>
        <a:graphic>
          <a:graphicData uri="http://schemas.openxmlformats.org/presentationml/2006/ole">
            <mc:AlternateContent xmlns:mc="http://schemas.openxmlformats.org/markup-compatibility/2006">
              <mc:Choice xmlns:v="urn:schemas-microsoft-com:vml" Requires="v">
                <p:oleObj spid="_x0000_s21506" name="Equation" r:id="rId3" imgW="1942920" imgH="406080" progId="Equation.DSMT4">
                  <p:embed/>
                </p:oleObj>
              </mc:Choice>
              <mc:Fallback>
                <p:oleObj name="Equation" r:id="rId3" imgW="1942920" imgH="406080" progId="Equation.DSMT4">
                  <p:embed/>
                  <p:pic>
                    <p:nvPicPr>
                      <p:cNvPr id="9" name="Object 8">
                        <a:extLst>
                          <a:ext uri="{FF2B5EF4-FFF2-40B4-BE49-F238E27FC236}">
                            <a16:creationId xmlns:a16="http://schemas.microsoft.com/office/drawing/2014/main" id="{32C0011F-BA5C-47B9-AC85-40FDD088454B}"/>
                          </a:ext>
                        </a:extLst>
                      </p:cNvPr>
                      <p:cNvPicPr/>
                      <p:nvPr/>
                    </p:nvPicPr>
                    <p:blipFill>
                      <a:blip r:embed="rId4"/>
                      <a:stretch>
                        <a:fillRect/>
                      </a:stretch>
                    </p:blipFill>
                    <p:spPr>
                      <a:xfrm>
                        <a:off x="2176464" y="1696245"/>
                        <a:ext cx="4071937" cy="852488"/>
                      </a:xfrm>
                      <a:prstGeom prst="rect">
                        <a:avLst/>
                      </a:prstGeom>
                    </p:spPr>
                  </p:pic>
                </p:oleObj>
              </mc:Fallback>
            </mc:AlternateContent>
          </a:graphicData>
        </a:graphic>
      </p:graphicFrame>
      <p:graphicFrame>
        <p:nvGraphicFramePr>
          <p:cNvPr id="11" name="Object 10">
            <a:extLst>
              <a:ext uri="{FF2B5EF4-FFF2-40B4-BE49-F238E27FC236}">
                <a16:creationId xmlns:a16="http://schemas.microsoft.com/office/drawing/2014/main" id="{3F6E0632-1DCF-49D8-967E-01DB99A0E521}"/>
              </a:ext>
            </a:extLst>
          </p:cNvPr>
          <p:cNvGraphicFramePr>
            <a:graphicFrameLocks noChangeAspect="1"/>
          </p:cNvGraphicFramePr>
          <p:nvPr/>
        </p:nvGraphicFramePr>
        <p:xfrm>
          <a:off x="2176464" y="2619624"/>
          <a:ext cx="5802313" cy="800100"/>
        </p:xfrm>
        <a:graphic>
          <a:graphicData uri="http://schemas.openxmlformats.org/presentationml/2006/ole">
            <mc:AlternateContent xmlns:mc="http://schemas.openxmlformats.org/markup-compatibility/2006">
              <mc:Choice xmlns:v="urn:schemas-microsoft-com:vml" Requires="v">
                <p:oleObj spid="_x0000_s21507" name="Equation" r:id="rId5" imgW="2768400" imgH="380880" progId="Equation.DSMT4">
                  <p:embed/>
                </p:oleObj>
              </mc:Choice>
              <mc:Fallback>
                <p:oleObj name="Equation" r:id="rId5" imgW="2768400" imgH="380880" progId="Equation.DSMT4">
                  <p:embed/>
                  <p:pic>
                    <p:nvPicPr>
                      <p:cNvPr id="11" name="Object 10">
                        <a:extLst>
                          <a:ext uri="{FF2B5EF4-FFF2-40B4-BE49-F238E27FC236}">
                            <a16:creationId xmlns:a16="http://schemas.microsoft.com/office/drawing/2014/main" id="{3F6E0632-1DCF-49D8-967E-01DB99A0E521}"/>
                          </a:ext>
                        </a:extLst>
                      </p:cNvPr>
                      <p:cNvPicPr/>
                      <p:nvPr/>
                    </p:nvPicPr>
                    <p:blipFill>
                      <a:blip r:embed="rId6"/>
                      <a:stretch>
                        <a:fillRect/>
                      </a:stretch>
                    </p:blipFill>
                    <p:spPr>
                      <a:xfrm>
                        <a:off x="2176464" y="2619624"/>
                        <a:ext cx="5802313" cy="800100"/>
                      </a:xfrm>
                      <a:prstGeom prst="rect">
                        <a:avLst/>
                      </a:prstGeom>
                    </p:spPr>
                  </p:pic>
                </p:oleObj>
              </mc:Fallback>
            </mc:AlternateContent>
          </a:graphicData>
        </a:graphic>
      </p:graphicFrame>
      <p:graphicFrame>
        <p:nvGraphicFramePr>
          <p:cNvPr id="12" name="Object 11">
            <a:extLst>
              <a:ext uri="{FF2B5EF4-FFF2-40B4-BE49-F238E27FC236}">
                <a16:creationId xmlns:a16="http://schemas.microsoft.com/office/drawing/2014/main" id="{4FE2A15E-3AA4-4653-ACFE-224C6777416F}"/>
              </a:ext>
            </a:extLst>
          </p:cNvPr>
          <p:cNvGraphicFramePr>
            <a:graphicFrameLocks noChangeAspect="1"/>
          </p:cNvGraphicFramePr>
          <p:nvPr/>
        </p:nvGraphicFramePr>
        <p:xfrm>
          <a:off x="2189453" y="3507580"/>
          <a:ext cx="3033713" cy="801688"/>
        </p:xfrm>
        <a:graphic>
          <a:graphicData uri="http://schemas.openxmlformats.org/presentationml/2006/ole">
            <mc:AlternateContent xmlns:mc="http://schemas.openxmlformats.org/markup-compatibility/2006">
              <mc:Choice xmlns:v="urn:schemas-microsoft-com:vml" Requires="v">
                <p:oleObj spid="_x0000_s21508" name="Equation" r:id="rId7" imgW="1447560" imgH="380880" progId="Equation.DSMT4">
                  <p:embed/>
                </p:oleObj>
              </mc:Choice>
              <mc:Fallback>
                <p:oleObj name="Equation" r:id="rId7" imgW="1447560" imgH="380880" progId="Equation.DSMT4">
                  <p:embed/>
                  <p:pic>
                    <p:nvPicPr>
                      <p:cNvPr id="12" name="Object 11">
                        <a:extLst>
                          <a:ext uri="{FF2B5EF4-FFF2-40B4-BE49-F238E27FC236}">
                            <a16:creationId xmlns:a16="http://schemas.microsoft.com/office/drawing/2014/main" id="{4FE2A15E-3AA4-4653-ACFE-224C6777416F}"/>
                          </a:ext>
                        </a:extLst>
                      </p:cNvPr>
                      <p:cNvPicPr/>
                      <p:nvPr/>
                    </p:nvPicPr>
                    <p:blipFill>
                      <a:blip r:embed="rId8"/>
                      <a:stretch>
                        <a:fillRect/>
                      </a:stretch>
                    </p:blipFill>
                    <p:spPr>
                      <a:xfrm>
                        <a:off x="2189453" y="3507580"/>
                        <a:ext cx="3033713" cy="801688"/>
                      </a:xfrm>
                      <a:prstGeom prst="rect">
                        <a:avLst/>
                      </a:prstGeom>
                    </p:spPr>
                  </p:pic>
                </p:oleObj>
              </mc:Fallback>
            </mc:AlternateContent>
          </a:graphicData>
        </a:graphic>
      </p:graphicFrame>
      <p:graphicFrame>
        <p:nvGraphicFramePr>
          <p:cNvPr id="13" name="Object 12">
            <a:extLst>
              <a:ext uri="{FF2B5EF4-FFF2-40B4-BE49-F238E27FC236}">
                <a16:creationId xmlns:a16="http://schemas.microsoft.com/office/drawing/2014/main" id="{0E50F1CE-1E7F-4D60-8FEE-C31E28808746}"/>
              </a:ext>
            </a:extLst>
          </p:cNvPr>
          <p:cNvGraphicFramePr>
            <a:graphicFrameLocks noChangeAspect="1"/>
          </p:cNvGraphicFramePr>
          <p:nvPr/>
        </p:nvGraphicFramePr>
        <p:xfrm>
          <a:off x="2247035" y="4309269"/>
          <a:ext cx="4687888" cy="769937"/>
        </p:xfrm>
        <a:graphic>
          <a:graphicData uri="http://schemas.openxmlformats.org/presentationml/2006/ole">
            <mc:AlternateContent xmlns:mc="http://schemas.openxmlformats.org/markup-compatibility/2006">
              <mc:Choice xmlns:v="urn:schemas-microsoft-com:vml" Requires="v">
                <p:oleObj spid="_x0000_s21509" name="Equation" r:id="rId9" imgW="2539800" imgH="419040" progId="Equation.DSMT4">
                  <p:embed/>
                </p:oleObj>
              </mc:Choice>
              <mc:Fallback>
                <p:oleObj name="Equation" r:id="rId9" imgW="2539800" imgH="419040" progId="Equation.DSMT4">
                  <p:embed/>
                  <p:pic>
                    <p:nvPicPr>
                      <p:cNvPr id="13" name="Object 12">
                        <a:extLst>
                          <a:ext uri="{FF2B5EF4-FFF2-40B4-BE49-F238E27FC236}">
                            <a16:creationId xmlns:a16="http://schemas.microsoft.com/office/drawing/2014/main" id="{0E50F1CE-1E7F-4D60-8FEE-C31E28808746}"/>
                          </a:ext>
                        </a:extLst>
                      </p:cNvPr>
                      <p:cNvPicPr/>
                      <p:nvPr/>
                    </p:nvPicPr>
                    <p:blipFill>
                      <a:blip r:embed="rId10"/>
                      <a:stretch>
                        <a:fillRect/>
                      </a:stretch>
                    </p:blipFill>
                    <p:spPr>
                      <a:xfrm>
                        <a:off x="2247035" y="4309269"/>
                        <a:ext cx="4687888" cy="769937"/>
                      </a:xfrm>
                      <a:prstGeom prst="rect">
                        <a:avLst/>
                      </a:prstGeom>
                      <a:solidFill>
                        <a:schemeClr val="bg1"/>
                      </a:solidFill>
                    </p:spPr>
                  </p:pic>
                </p:oleObj>
              </mc:Fallback>
            </mc:AlternateContent>
          </a:graphicData>
        </a:graphic>
      </p:graphicFrame>
    </p:spTree>
    <p:extLst>
      <p:ext uri="{BB962C8B-B14F-4D97-AF65-F5344CB8AC3E}">
        <p14:creationId xmlns:p14="http://schemas.microsoft.com/office/powerpoint/2010/main" val="152223786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ED5A9B30095FBE4DBF87005A6F15244E" ma:contentTypeVersion="2" ma:contentTypeDescription="Create a new document." ma:contentTypeScope="" ma:versionID="394c0588db4c74b93abab7d9b09bba50">
  <xsd:schema xmlns:xsd="http://www.w3.org/2001/XMLSchema" xmlns:xs="http://www.w3.org/2001/XMLSchema" xmlns:p="http://schemas.microsoft.com/office/2006/metadata/properties" xmlns:ns2="91a3a9aa-4352-4e1d-89f7-38dd1103c51e" targetNamespace="http://schemas.microsoft.com/office/2006/metadata/properties" ma:root="true" ma:fieldsID="9a12efb6747b5efa58ef1bb966178ebf" ns2:_="">
    <xsd:import namespace="91a3a9aa-4352-4e1d-89f7-38dd1103c51e"/>
    <xsd:element name="properties">
      <xsd:complexType>
        <xsd:sequence>
          <xsd:element name="documentManagement">
            <xsd:complexType>
              <xsd:all>
                <xsd:element ref="ns2:MediaServiceMetadata" minOccurs="0"/>
                <xsd:element ref="ns2:MediaServiceFast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1a3a9aa-4352-4e1d-89f7-38dd1103c51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8349A6A4-1894-4E3B-9FE6-618BDF829B39}"/>
</file>

<file path=customXml/itemProps2.xml><?xml version="1.0" encoding="utf-8"?>
<ds:datastoreItem xmlns:ds="http://schemas.openxmlformats.org/officeDocument/2006/customXml" ds:itemID="{395D6F7D-BBA4-4926-BBFC-F11A5FCC67FC}"/>
</file>

<file path=customXml/itemProps3.xml><?xml version="1.0" encoding="utf-8"?>
<ds:datastoreItem xmlns:ds="http://schemas.openxmlformats.org/officeDocument/2006/customXml" ds:itemID="{35E5C5B3-3597-4E50-BF5B-81EFAE2B562A}"/>
</file>

<file path=docProps/app.xml><?xml version="1.0" encoding="utf-8"?>
<Properties xmlns="http://schemas.openxmlformats.org/officeDocument/2006/extended-properties" xmlns:vt="http://schemas.openxmlformats.org/officeDocument/2006/docPropsVTypes">
  <TotalTime>0</TotalTime>
  <Words>4180</Words>
  <Application>Microsoft Office PowerPoint</Application>
  <PresentationFormat>Widescreen</PresentationFormat>
  <Paragraphs>203</Paragraphs>
  <Slides>37</Slides>
  <Notes>0</Notes>
  <HiddenSlides>0</HiddenSlides>
  <MMClips>0</MMClips>
  <ScaleCrop>false</ScaleCrop>
  <HeadingPairs>
    <vt:vector size="8" baseType="variant">
      <vt:variant>
        <vt:lpstr>Fonts Used</vt:lpstr>
      </vt:variant>
      <vt:variant>
        <vt:i4>5</vt:i4>
      </vt:variant>
      <vt:variant>
        <vt:lpstr>Theme</vt:lpstr>
      </vt:variant>
      <vt:variant>
        <vt:i4>1</vt:i4>
      </vt:variant>
      <vt:variant>
        <vt:lpstr>Embedded OLE Servers</vt:lpstr>
      </vt:variant>
      <vt:variant>
        <vt:i4>2</vt:i4>
      </vt:variant>
      <vt:variant>
        <vt:lpstr>Slide Titles</vt:lpstr>
      </vt:variant>
      <vt:variant>
        <vt:i4>37</vt:i4>
      </vt:variant>
    </vt:vector>
  </HeadingPairs>
  <TitlesOfParts>
    <vt:vector size="45" baseType="lpstr">
      <vt:lpstr>Arial</vt:lpstr>
      <vt:lpstr>Calibri</vt:lpstr>
      <vt:lpstr>Calibri Light</vt:lpstr>
      <vt:lpstr>Cambria Math</vt:lpstr>
      <vt:lpstr>Times New Roman</vt:lpstr>
      <vt:lpstr>Office Theme</vt:lpstr>
      <vt:lpstr>Visio</vt:lpstr>
      <vt:lpstr>Equation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Priyank Saxena</dc:creator>
  <cp:lastModifiedBy>Priyank Saxena</cp:lastModifiedBy>
  <cp:revision>1</cp:revision>
  <dcterms:created xsi:type="dcterms:W3CDTF">2022-02-17T12:44:05Z</dcterms:created>
  <dcterms:modified xsi:type="dcterms:W3CDTF">2022-02-17T12:44:58Z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0x010100ED5A9B30095FBE4DBF87005A6F15244E</vt:lpwstr>
  </property>
</Properties>
</file>