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3"/>
  </p:notesMasterIdLst>
  <p:sldIdLst>
    <p:sldId id="256" r:id="rId5"/>
    <p:sldId id="310" r:id="rId6"/>
    <p:sldId id="257" r:id="rId7"/>
    <p:sldId id="314" r:id="rId8"/>
    <p:sldId id="305" r:id="rId9"/>
    <p:sldId id="306" r:id="rId10"/>
    <p:sldId id="311" r:id="rId11"/>
    <p:sldId id="312" r:id="rId12"/>
    <p:sldId id="307" r:id="rId13"/>
    <p:sldId id="287" r:id="rId14"/>
    <p:sldId id="292" r:id="rId15"/>
    <p:sldId id="263" r:id="rId16"/>
    <p:sldId id="289" r:id="rId17"/>
    <p:sldId id="264" r:id="rId18"/>
    <p:sldId id="265" r:id="rId19"/>
    <p:sldId id="313" r:id="rId20"/>
    <p:sldId id="293" r:id="rId21"/>
    <p:sldId id="294" r:id="rId22"/>
    <p:sldId id="295" r:id="rId23"/>
    <p:sldId id="296" r:id="rId24"/>
    <p:sldId id="297" r:id="rId25"/>
    <p:sldId id="301" r:id="rId26"/>
    <p:sldId id="302" r:id="rId27"/>
    <p:sldId id="299" r:id="rId28"/>
    <p:sldId id="300" r:id="rId29"/>
    <p:sldId id="303" r:id="rId30"/>
    <p:sldId id="298" r:id="rId31"/>
    <p:sldId id="315" r:id="rId32"/>
    <p:sldId id="318" r:id="rId33"/>
    <p:sldId id="317" r:id="rId34"/>
    <p:sldId id="316" r:id="rId35"/>
    <p:sldId id="319" r:id="rId36"/>
    <p:sldId id="322" r:id="rId37"/>
    <p:sldId id="321" r:id="rId38"/>
    <p:sldId id="320" r:id="rId39"/>
    <p:sldId id="323" r:id="rId40"/>
    <p:sldId id="325" r:id="rId41"/>
    <p:sldId id="32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0" autoAdjust="0"/>
    <p:restoredTop sz="94660"/>
  </p:normalViewPr>
  <p:slideViewPr>
    <p:cSldViewPr snapToGrid="0">
      <p:cViewPr varScale="1">
        <p:scale>
          <a:sx n="90" d="100"/>
          <a:sy n="90" d="100"/>
        </p:scale>
        <p:origin x="75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4T10:17:36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17 36 0 0,'0'0'72'0'0,"-15"-4"-92"0"0,6-2-20 0 0,3-1 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4T10:17:42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16907 4879 49 0,'0'0'106'0,"-1"-7"7"0,1 7 1 15,0 0-6-15,-1-11-4 0,1 11-4 0,-3-8-5 16,3 8-9-16,-3-7 6 0,3 7-9 0,-2-8-1 16,2 8-9-16,-4-6-9 0,4 6-6 0,0 0 2 15,-9-5-6-15,9 5 0 0,0 0-1 0,-5-6-5 16,5 6 3-16,0 0-6 0,0 0 3 0,-2-6 2 16,2 6-10-16,0 0-3 0,0 0 10 0,0 0 9 15,0 0-2-15,0 0-5 0,0 0-4 0,6-10-5 16,-6 10-2-16,0 0-7 0,0 0-3 0,0 0-1 15,0 0-3-15,0-10-1 0,0 10-2 0,0 0-3 16,0 0 3-16,-4-7 2 0,4 7-2 0,0 0 0 16,-5-5-2-16,5 5 1 0,0 0 0 0,0 0-4 15,0 0-2-15,0 0-4 0,0 0-1 0,0 0-1 16,0 0-8-16,0 0 3 0,0 0-1 0,0 0-1 16,0 0-2-16,0 0-1 0,0 0 3 0,1 23 1 15,-1-8 4-15,0 2-1 0,0 8 4 16,0-1-5-16,0 5 4 0,-1 0-3 0,2 0-2 0,-3 1 5 15,0-1 1-15,2 2-1 0,-5-3 1 0,5 5-2 16,-1-3 2-16,0 2 4 0,1-1 6 0,1 2 0 16,-1 14 4-16,0-14-8 0,1 3 4 0,0-1 1 15,-1 12-2-15,0-14-2 0,-1 3 0 0,1-1-1 16,1 0 0-16,1 0 0 0,-2-2-1 0,0 0-1 16,-3 2 2-16,6-4-1 0,-6 0 3 0,7-1 0 15,-4 0 5-15,-1-1-2 0,3-2-2 0,-2 0-4 16,0-1 3-16,2 0 10 0,0-2-8 0,0 0-6 15,-2 6 5-15,0-4-6 0,-2 0 9 0,0 1 1 16,3 1-3-16,-2-1 3 0,-1-1-2 0,0 1 0 16,0 0 3-16,0 0-1 0,1-2 0 0,-4 1 3 15,0 0 0-15,6-1-8 0,-5 0 4 0,1-5 1 16,0 6-4-16,3-7 0 0,-3 0-5 0,0 1-3 16,3-3-2-16,-2 2 2 0,2-2 1 0,-1-1-4 15,-1-2 2-15,2-3-3 0,-1 1 1 0,1-2-2 16,1-1 2-16,-1 0-4 0,-1 0 4 0,1-9 3 15,0 9-4-15,0-9-3 0,-1 10 0 0,1-10-1 16,0 0-10-16,0 9-9 0,0-9-11 0,0 0-9 16,0 0-12-16,0 0-46 0,0 0-51 0,0 0-23 15,0 0-56-15,-16-21-41 0,10 9-165 0,-2-7-466 16,0-6 206-16</inkml:trace>
  <inkml:trace contextRef="#ctx0" brushRef="#br0" timeOffset="1912.95">16865 4801 18 0,'0'-10'52'0,"0"10"-12"0,0 0 6 0,0 0 0 15,-3-10-7-15,3 10 0 0,0 0 7 0,-3-8 5 16,3 8 2-16,0 0-8 0,0 0-5 0,-3-8 4 16,3 8-8-16,0 0 4 0,0 0-4 0,-2-10 6 15,2 10-5-15,0 0 1 0,0 0 4 0,-6-5 0 0,6 5 4 16,0 0-2-16,0 0-1 0,-2-7 12 16,2 7-7-16,0 0-8 0,0 0 5 0,0 0-4 15,0 0-3-15,0 0-7 0,0 0 0 0,0 0-2 16,-4-6-4-16,4 6 4 0,0 0-10 0,0 0 0 15,0 0 0-15,0 0-2 0,0 0-8 0,0 0-5 16,0 0 2-16,14-1 0 0,-14 1 8 16,15 2-2-16,-4-2-5 0,-4 2-1 0,5-1-2 0,1 0 0 15,-1 2 15-15,2-1-16 0,3 1 4 0,-4 0-1 16,6 3 1-16,0 0 12 0,2-1 2 0,7-1-5 16,-9 3 3-16,9 1-8 0,-1-2 5 0,1 2-3 15,0-1-2-15,0 1 6 0,-1-2-5 0,2 4-11 16,-1-2 11-16,-2 0-3 0,0 2-1 0,-1-2 4 15,1 2-1-15,-7-1 0 0,4 3-6 0,-3-2 1 16,6-1-3-16,-7 1 6 0,4 3-1 0,1-1-3 16,-6-2-5-16,0 0 2 0,0 0 2 0,0 2-1 15,6 0 3-15,-5-1-6 0,-1 0 9 0,5 2-4 16,-4-2-1-16,-2 0-2 0,4-2 13 0,3 3 6 16,3-1-3-16,-3 1 2 0,-2-3 4 0,5 1 6 15,-1 1-4-15,1-2 1 0,1 1-6 0,2-1 4 16,-1 2-2-16,2-3-3 0,-1 3 0 0,-1-1-4 15,1-1-2-15,2 1 2 0,-1-1 1 16,2 0 5-16,-1 0-4 0,-1-1 0 0,1 6-1 0,-3-6-6 16,2 3 0-16,-4-2 3 0,0 1 3 0,2 1 7 15,-1-3-11-15,1 6 0 0,-1-4 2 0,-1-1-1 16,1-1-1-16,2 2-3 0,-3-3 1 0,1 0-1 16,1-1 1-16,-3 3-1 0,2-2 1 0,0 0-3 15,0-3-1-15,0 4 2 0,-1-1-1 0,0-1 2 16,0-3-1-16,1 4 0 0,-1-1 2 0,-7 0-3 15,8 0 0-15,-6-2 3 0,5 3-2 0,-2-1-5 16,2 1 3-16,-5-3 2 0,3 5-4 0,-4-5-2 16,-1 2 5-16,2 0-2 0,6 0 0 0,-9-1-6 15,-1-2 5-15,3 4-1 0,-1-2 3 0,1 1-2 0,-2 0 2 16,0 1-4-16,-1-1 2 0,1 0 0 16,-1-1-1-16,-3 1-1 0,2-3-3 0,-4 2 5 15,1-1 1-15,-3 0 2 0,4-1 1 0,-2 2 6 16,0-1 0-16,-1 0-10 0,-1-1 3 0,2 0-4 15,-3 2 3-15,0-1-3 0,2-2 1 0,-2 0-1 16,-3 1 2-16,1-3-2 0,-1 4-2 0,0-2-1 16,-7-2 2-16,11 2-2 0,-11-2 2 0,9 3-2 15,-9-3 1-15,6 3-2 0,-6-3 0 0,0 0 0 16,10 2 0-16,-10-2 0 0,4 3 2 0,-4-3-2 16,0 0 1-16,6 4-2 0,-6-4 1 0,0 0-3 15,0 0 1-15,0 0 0 0,0 0 4 0,0 0-4 16,0 0 0-16,0 0 9 0,5 5-5 0,-5-5-1 15,0 0-1-15,0 0 3 0,0 0-1 0,0 0 1 16,-11 10 2-16,7-5-1 0,-2-1-2 0,-2 2 1 16,-2-1 2-16,0 1-2 0,-2-1 2 0,-2 1 0 15,-3 2-1-15,1 1 0 0,-2-1 0 0,-2 2 1 16,0-1-3-16,-3 1 6 0,-2 3-5 0,-1-3-1 16,1 1 4-16,-2 1 0 0,0 0 0 0,-1-1-1 15,1 1 9-15,-2 0-11 0,-1 1 0 0,1-1 0 16,-4 1-1-16,-1 2-2 0,-1-3 6 15,0 1-3-15,1 1 4 0,-12 5-3 0,9-8-3 0,-9 7 4 16,11-5-4-16,-2 2 2 0,-9 5-1 0,2 0 0 16,-3-1-4-16,13-7 7 0,1 2-2 0,-5-2-1 15,1 2-1-15,0 1 2 0,3-1 0 0,-2 2-3 16,0-5 2-16,2 3-5 0,-1 0 4 0,3-2-3 16,0 2 1-16,3-2-1 0,-2 1-1 0,1-1 1 15,0 0 0-15,1 0 2 0,-2-1 4 0,0 0-6 16,2 1 0-16,1-1 0 0,1-1-4 0,-1 1 3 15,-1-2 0-15,-1 5-2 0,0-3 1 0,-1 2-2 16,2-2 2-16,0-1 6 0,4 1-4 0,6-3-6 16,-7 1 7-16,1 1-2 0,4-2 2 0,-3 1-1 15,2-2 2-15,3 1-3 0,0-1 1 0,0-1 0 16,2 2 1-16,-2-3-6 0,1 0 10 0,5 2-7 16,-2-4-1-16,2 1-4 0,0 2 3 0,-1-2-2 15,-1 1 2-15,-2-2 1 0,4 1-1 0,-6 2 2 16,3-2-1-16,0 0 2 0,1 3-1 0,-2-4 0 15,-1 1 0-15,2 1-1 0,-1 1 3 16,-1-3-8-16,2 2-3 0,0-1 5 0,-4 3-1 16,2-4 1-16,-1 3 2 0,0 0-2 0,2-1 0 0,-1 0 2 15,5-2 0-15,-1 0 2 0,2 1 3 0,0-1-3 16,-1 0 2-16,2-1-2 0,1 1 2 0,-1 1-2 16,2-2 5-16,-2 2-4 0,11-4 9 0,-17 5-9 15,10-4 5-15,-5 4-4 0,3-3 1 0,-1 3 10 16,-1-1-6-16,2-1-3 0,9-3 0 0,-18 4 0 15,11-1 0-15,7-3 1 0,-13 5 0 0,13-5-2 16,-11 3 1-16,11-3-1 0,-8 2 2 0,8-2 1 16,0 0-4-16,-11 5 6 0,11-5-5 0,0 0 4 15,-9 0 2-15,9 0-4 0,0 0 0 0,0 0-8 16,0 0-7-16,0 0-15 0,0 0-11 0,0 0-13 16,-13 4-22-16,13-4-18 0,0 0-18 0,0 0-33 15,0 0-43-15,0 0-154 0,0 0-368 0,0 0 163 16</inkml:trace>
  <inkml:trace contextRef="#ctx0" brushRef="#br0" timeOffset="2983.33">17055 5232 79 0,'7'-1'115'0,"-7"1"-8"0,0 0-8 0,0 0 1 0,0 0-2 16,0 0-2-16,0 0-3 0,0 0-6 16,0 0 0-16,0 0-7 0,0 0-1 0,0 0-3 15,0 0 0-15,0 0-3 0,0 0-3 0,0 0-7 16,0 0-4-16,0 0-1 0,0 0-5 0,0 0-1 0,0 0-1 16,0 0-3-16,0 0-6 0,0 0-1 15,0 0-3-15,0 0-2 0,0 0-2 0,0 0 0 16,0 0 3-16,0 0-2 0,0 0 3 0,0 0-4 15,0 0-2-15,0 0 2 0,0 0-2 0,0 0-2 16,0 0-1-16,0 0 1 0,0 0-4 0,0 0-3 16,0 0 0-16,0 0-5 0,0 0 0 0,0 0 0 15,0 0 1-15,0 0-5 0,0 0-3 0,0 0-2 16,0 0-1-16,0 0 2 0,0 0-2 0,0 0-2 16,0 0 0-16,0 0 1 0,0 0-2 0,0 0 3 15,0 0-1-15,0 0 2 0,0 0-4 0,0 0-2 0,0 0 1 16,0 0 15-16,0 0-11 0,0 0 3 15,0 0 3-15,0 0 1 0,0 0 4 0,0 0 2 0,0 0 1 16,0 0 5-16,0 0-2 0,0 0-1 16,0 0 1-16,0 0-1 0,0 0-4 0,0 0-3 15,0 0 1-15,0 0-2 0,0 0-5 0,0 0 0 0,0 0-2 16,-30-2 2-16,30 2-3 0,0 0 2 0,-10-1-2 16,10 1 3-16,-9-1 3 0,9 1 0 15,0 0-2-15,0 0 1 0,-7-2 2 0,7 2-4 16,0 0-1-16,0 0 0 0,0 0-2 0,0 0-2 15,0 0 2-15,0 0-1 0,0 0 0 0,25-4-1 0,-12 1-21 16,6 3-1-16,0-4 5 0,2 0-4 16,0 3 7-16,1-2 2 0,-1 1 0 0,0 0 0 15,0-1 4-15,-1 1-3 0,-1 0 3 0,-1 0 2 0,-4 1-2 16,-2 1 2-16,2-3-5 0,-5 3 5 16,0 0 2-16,-2-2-4 0,-7 2 0 0,13-1 3 0,-13 1-2 15,8 0 0-15,-8 0 1 0,9-1 1 16,-9 1 0-16,0 0-1 0,9-3-2 0,-9 3 2 15,0 0-12-15,0 0-10 0,0 0-15 0,0 0-21 16,0 0-21-16,0 0-24 0,10 3-25 0,-10-3-24 16,0 0-26-16,1 7-20 0,-1-7-152 0,0 10-378 15,0-3 167-15</inkml:trace>
  <inkml:trace contextRef="#ctx0" brushRef="#br0" timeOffset="3543.04">17082 6124 133 0,'0'0'219'0,"0"0"-6"16,0 0-10-16,0 0-9 0,0 0-12 0,0 0-5 15,0 0-9-15,0 0-7 0,0 0-8 0,0 0-8 16,0 0-10-16,0 0-3 0,0 0-11 0,0 0-2 15,0 0-11-15,0 0 2 0,0 0-25 0,0 0-5 16,0 0-4-16,0 0-3 0,0 0-5 0,0 0-5 16,0 0-5-16,0 0-2 0,0 0-3 0,0 0-2 15,0 0-5-15,0 0-2 0,0 0-2 0,0 0-8 16,-19-22 0-16,19 22-3 0,0 0-5 0,0 0-2 16,0 0-3-16,0 0-5 0,0 0 2 0,0 0-2 15,0 0-12-15,0 0-2 0,0 0 6 0,0 0-3 16,0 0 1-16,0 0-2 0,0 0 4 0,0 0-4 15,0 0 0-15,0 0-1 0,31-3 3 16,-16 3 0-16,2 0-4 0,2-4 12 0,0 2-11 0,3 2-2 16,-1-1 1-16,1 0-3 0,-1-3-1 0,-1 3-1 15,-1 0-12-15,-5 1-3 0,4-3-7 0,-4 3-11 16,-2 0-15-16,-1 0-23 0,0-2-26 0,-11 2-33 16,0 0-27-16,19 2-22 0,-19-2 5 0,7 1-18 15,-7-1 5-15,0 0-21 0,0 0-156 0,0 0-396 16,0 0 175-16</inkml:trace>
  <inkml:trace contextRef="#ctx0" brushRef="#br0" timeOffset="3802.23">17239 5974 119 0,'0'0'221'0,"-7"-7"-6"0,3 4-10 0,4 3-6 0,0 0-11 16,-6-7-15-16,6 7-12 0,0 0-15 0,0 0-16 15,-7-3-15-15,7 3-14 0,0 0-11 0,0 0 1 16,0 0 7-16,0 19 4 0,1-6-8 0,2 3-4 16,-3 2-9-16,1 7 0 0,-1 0-8 0,0 2-2 15,-1 0-4-15,0 1-6 0,-1 1-7 0,-1-4-6 16,0 0 0-16,0 1-6 0,1-2-5 0,-1-5-5 16,2 0-18-16,-1-3-29 0,-1 0-36 0,1 1-42 15,-2 0-51-15,2-5-57 0,0 0-55 0,-1 0-159 16,2 1-449-16,-2-5 199 0</inkml:trace>
  <inkml:trace contextRef="#ctx0" brushRef="#br0" timeOffset="5325.1">14196 5228 53 0,'0'0'77'0,"-12"-3"-5"15,12 3-11-15,-11-1-4 0,11 1-7 0,-7-1 3 16,7 1-9-16,-16 1-4 0,16-1 3 0,-17 1-3 16,8 1 6-16,0-1-7 0,9-1 1 0,-14 3-3 15,2-3 10-15,6 1 4 0,6-1-1 16,-13 1-4-16,13-1 4 0,-9 1 1 0,9-1-5 0,0 0 1 15,-10 1-3-15,10-1-5 0,0 0 2 16,0 0-9-16,0 0 3 0,0 0-6 0,-10 0 4 16,10 0-10-16,0 0 7 0,0 0-9 0,0 0-2 15,0 0-2-15,0 0 10 0,0 0 7 0,0 0 7 0,0 0-1 16,0 0 1-16,31 5 4 0,-20-4-5 16,3-1 0-16,5 1 1 0,0 0-1 0,4 1 5 0,4-4-5 15,4 1 7-15,1 0 1 0,1 0-3 0,-1-1 0 16,-1-1-4-16,3 1 0 0,1-2-5 15,-1 0 1-15,2 2-17 0,-2 0-7 0,2-1 2 0,0-1 2 16,4 1-3-16,-4 1 1 0,2 2 0 16,-1-4 3-16,-2 4-1 0,-1-3-3 0,3 3 0 0,-4 0 3 15,-1 0-2-15,1-1-2 0,2-1-3 0,-1 2 2 16,-2 0 1-16,4-3 3 0,-3 3-2 0,3-1 0 16,0-2 1-16,0 2 6 0,-2-1 0 0,2 2 0 15,-2-2-7-15,-2 2 7 0,3-1-6 0,1 1 3 16,-1 0-4-16,-1-1 5 0,0-1-1 0,-1 2-2 15,3-1-5-15,-3 1 4 0,2 0-4 0,-5-2 0 16,1 1 2-16,1-1-4 0,-3 0 0 0,1 1 1 16,-2 0-2-16,-7 1 2 0,0-3-6 0,7 3 1 15,-5-1 1-15,5 1-2 0,-2-1 6 0,-4 1-1 16,-1 0 1-16,0 0-2 0,-1 0-2 0,1 0-2 16,-2 0-2-16,0-2 4 0,1 2-3 15,-3 2-1-15,4-1-1 0,-2-1 4 0,-3 0 6 16,2-1-10-16,-4 1 0 0,0 0 3 0,-1 1-4 0,0-1 8 15,0 3-7-15,0-3 1 0,-1 1 0 0,1-1-4 16,-1 1 3-16,2-1-1 0,-4 1-1 16,3 1-2-16,-2-4 5 0,1 4 2 0,-1-2-4 15,-1 0 3-15,1 0-2 0,0 1 9 0,-3-1-10 16,0 1 3-16,3-1 0 0,-11 0 0 0,14 0 3 16,-5 1-2-16,-1 1-2 0,-8-2-1 0,12 0 1 0,-5 0-1 15,-7 0-1-15,14 1 3 0,-8-1 11 0,-6 0-7 16,14 3 0-16,-5-4-1 0,-9 1-3 0,14 0 2 15,-6 0 0-15,0 1-1 0,3 0 1 0,-2 1 5 16,3-2-7-16,-2 0 3 0,0 0-2 0,0 0 4 16,2-2-2-16,-2 4 4 0,3-4-3 15,-3 2 4-15,0-1-1 0,2 1-1 0,-3-1-2 0,1-1-2 16,-10 2 3-16,18-1-2 0,-10 1 0 0,-1 0 4 16,3 0-3-16,-10 0 1 0,16 0-2 0,-7-2 1 15,2 1-3-15,-1 1 5 0,0-1-5 16,1 1-3-16,-1-3 3 0,1 3 3 0,-3-1 3 15,3 1 0-15,-11 0 1 0,17 0-2 0,-10-1-4 16,-7 1 1-16,14 0 5 0,-7 0-3 0,-7 0-1 0,9-1-2 16,-9 1-2-16,0 0-2 0,14 1 3 0,-14-1-1 15,7 0 0-15,-7 0 2 0,0 0-4 0,9 0 0 16,-9 0-3-16,0 0 4 0,0 0 5 0,11 0-7 16,-11 0 2-16,0 0-5 0,9 1-10 0,-9-1-16 15,0 0-13-15,0 0-14 0,0 0-16 0,7 4-14 16,-7-4-17-16,0 0-28 0,0 0-33 0,0 0-21 15,0 0-23-15,1 9-24 0,-1-9-121 0,0 0-383 16,0 0 169-16</inkml:trace>
  <inkml:trace contextRef="#ctx0" brushRef="#br0" timeOffset="10965.22">12174 5095 121 0,'0'0'121'0,"0"0"5"0,0 0-7 16,2-6 0-16,-2 6-7 0,0 0-3 15,0 0-6-15,0 0 0 0,0 0-5 0,0 0-7 0,0 0-6 16,0 0-4-16,0 0-4 0,0 0-8 0,0 0-3 16,0 0-5-16,0 0-3 0,0 0-4 0,0 0-4 15,0 0-8-15,0 0-1 0,0 0-5 0,0 0-10 16,0 0 0-16,0 0-2 0,0 0-1 0,0 0-3 16,-13-3-6-16,13 3 4 0,0 0-1 15,0 0-1-15,-16 10-2 0,11-5 0 0,1-1 0 0,-4 0-4 16,3 2-3-16,-2 2 2 0,0-3-4 0,1 5 0 15,-1-3 4-15,0 3 0 0,0-2-5 0,2 1 0 16,1 1 0-16,-2-3-1 0,1 3 1 0,-3 0 1 16,4-1 9-16,2 0-6 0,-2 2 0 15,0-3-3-15,3 2-3 0,0-2 2 0,-1 3 4 0,2 1-5 16,-1 0 0-16,1-2 1 0,1-1-3 0,2 1 1 16,-1-1 2-16,3 0 4 0,-3-2-6 15,0 4 1-15,6-5 1 0,-4 2-1 0,3 0-1 16,-1-1 0-16,1 1-2 0,1 0-1 0,-2-2 1 15,3-1 2-15,-1 0 3 0,0 1-2 0,-1-1 9 16,1-2 4-16,0 1-2 0,3-3 3 0,-1 0-2 16,1 1 2-16,1 0 1 0,-3-4 0 0,4 0-2 15,-3 1 2-15,1-1-3 0,0-1 3 0,-5 1 5 16,5-4-8-16,-2 0-1 0,-1-1-3 0,3 0-1 0,-3 1 2 16,2-1 1-16,-3-3-6 0,4-5 4 15,-3 7 2-15,2-6-7 0,-4 3 9 0,-1 2-10 16,1-4-2-16,1 2 0 0,-2-5-2 0,-1-1-2 0,0 0-1 15,-1 1-1-15,-3-1-2 0,0 1-2 0,0 4 12 16,0-4-13-16,-3 4 3 0,1 1-3 0,0 0 6 16,-2-1-8-16,2 1 4 0,-5 1-2 15,2 2 0-15,0-1 4 0,1 2-1 0,-2 1-1 16,-1 1-1-16,-2 0-2 0,0 2-2 0,-2 3-1 0,-1 0 2 16,-6 2-1-16,0 1 1 0,-2 3-4 0,1 1-5 15,0-2-3-15,-1 4-6 0,0 0-8 0,1 0-14 16,2 0-15-16,-1 3-17 0,5-2-30 0,-2 0-14 15,5-3-24-15,1 3-19 0,3-1-111 16,-2 0-302-16,5-3 134 0</inkml:trace>
  <inkml:trace contextRef="#ctx0" brushRef="#br0" timeOffset="12049.53">12376 5302 64 0,'-9'-2'88'0,"9"2"-7"0,0 0 12 16,0 0-2-16,-9-2-6 0,9 2 4 0,0 0-2 16,0 0-11-16,-7-3-9 0,7 3 10 0,0 0-13 15,0 0-2-15,0 0 0 0,0 0-10 0,-8-4 7 16,8 4-6-16,0 0-1 0,0 0 1 0,0 0 3 16,0 0-8-16,-7-4 2 0,7 4 5 0,0 0-10 15,0 0-1-15,0 0 1 0,0 0 1 0,0 0-7 16,0 0 2-16,0 0 2 0,0 0-1 0,0 0-6 15,0 0 7-15,0 0-7 0,0 0 2 0,0 0-1 16,0 0-2-16,0 0 2 0,0 0-1 0,0 0-2 16,0 0 0-16,0 0-6 0,0 0-4 0,0 0-2 15,0 0-4-15,0 0-1 0,0 0-4 0,0 0-1 16,0 0 0-16,0 0 0 0,0 0-6 0,0 0 4 16,0 0-3-16,0 0 0 0,26 1-1 0,-26-1 5 15,14 1-2-15,-7 1-1 0,4-2-1 0,0 1-1 16,-1-1-1-16,6 1 0 0,-4 1 0 0,1-2-2 15,4 0 5-15,-1 0-2 0,1 0 3 0,2 0-2 16,-2 1 0-16,2 1 1 0,0-2 1 0,-1-2-1 16,1 2 2-16,-2 0-3 0,-1-1 6 0,2 1-4 15,-4 0-1-15,3 0 1 0,-3 0-2 0,-3 0 0 0,3 0 6 16,-3 0-4-16,0 0 0 0,3 1 0 16,-5-1-1-16,-1 2-5 0,2-2 4 0,-1 0-1 15,0-2-1-15,2 2 0 0,-4 2-4 0,4-2 3 16,0 0 2-16,-4 1-3 0,4-2 2 0,-2 2-1 15,2-1-1-15,-2 0-1 0,0 0-2 0,1 0 1 0,-10 0 7 16,13-1-3-16,-5 1-3 0,-8 0 0 16,12 0-1-16,-12 0-3 0,13 0 5 0,-13 0-4 15,7 0 5-15,-7 0-1 0,0 0-2 0,12 0 0 16,-12 0-1-16,0 0 0 0,8-2 2 0,-8 2-1 16,0 0-1-16,9 2 2 0,-9-2 1 0,0 0-4 15,10 1 1-15,-10-1 1 0,0 0 0 0,0 0-1 16,8-3 1-16,-8 3-1 0,0 0-1 0,0 0 1 15,0 0 1-15,11 0 0 0,-11 0 2 0,0 0 8 16,0 0-6-16,0 0-2 0,0 0 1 0,8-1 2 16,-8 1 0-16,0 0-4 0,0 0 3 0,0 0 1 15,0 0 2-15,9 1-2 0,-9-1 6 0,0 0-3 0,0 0 3 16,10 0-3-16,-10 0 2 0,0 0-3 16,9 0 2-16,-9 0-2 0,0 0 4 0,0 0-4 15,12-1 1-15,-12 1-1 0,0 0 0 0,9-2-2 16,-9 2 5-16,0 0 3 0,0 0 0 0,10 2-5 0,-10-2-3 15,0 0-1-15,0 0 1 0,0 0-1 0,8 0 0 16,-8 0 1-16,0 0-4 0,0 0 2 16,0 0 0-16,0 0 0 0,0 0-1 0,0 0 0 15,0 0-3-15,0 0-1 0,0 0 4 0,0 0-2 16,0 0 0-16,0 0 1 0,0 0-2 0,0 0 1 16,0 0-3-16,9 0-20 0,-9 0-13 0,0 0-24 0,0 0-26 15,0 0-36-15,0 0-44 0,0 0-42 16,0 0-195-16,0 0-435 0,0 0 193 0</inkml:trace>
  <inkml:trace contextRef="#ctx0" brushRef="#br0" timeOffset="14008.34">13090 5278 55 0,'0'0'69'0,"0"0"-2"0,0 0 1 16,0 0-4-16,0 0-8 0,0 0 0 0,0 0-2 15,0 0-3-15,0 0 0 0,0 0-3 0,0 0-5 16,0 0 6-16,0 0 1 0,0 0-4 0,0 0 2 16,0 0-4-16,0 0-4 0,0 0-4 0,0 0 6 15,0 0-5-15,0 0 1 0,9 18 0 0,-9-18-3 16,0 0-5-16,0 0 9 0,0 0-4 0,0 0 2 15,0 0-3-15,0 0 13 0,0 0 2 0,0 0 7 16,0 0 6-16,0 0 2 0,0 0 4 0,0 0 0 16,0 0 0-16,0 0 1 0,0 0-9 0,0 0-7 15,0 0 3-15,0 0-2 0,0 0-3 0,10-20 0 16,-6 14-19-16,0 2-2 0,1-2 0 0,1-2 2 16,2 1-9-16,-4-3-4 0,3 2 2 0,-3-1 3 15,3 1 6-15,-1 0-4 0,-1 2 1 0,0-1-1 16,-1 0 0-16,0 3-4 0,-1-2-2 0,-3 6 1 15,6-8 0-15,-6 8-2 0,5-5-4 0,-5 5-9 16,5-6 2-16,-5 6-5 0,0 0 2 0,0 0-4 16,13 4 4-16,-13-4-5 0,9 9 2 15,0-2 4-15,-7-1-4 0,5 2 0 0,-3-2 2 0,3 3-2 16,2 0-1-16,-4 0 1 0,2 0 1 0,-3 0 0 16,2-1 1-16,-1-2-4 0,0-1 3 0,-1 1 0 15,1 2 5-15,-1-4-11 0,0-1 6 0,-4-3-2 16,7 8 0-16,-7-8-2 0,7 5 5 0,-7-5-1 15,5 4 1-15,-5-4 1 0,0 0-1 0,4 4 0 16,-4-4 2-16,0 0 0 0,4 5 4 0,-4-5 2 16,0 0 3-16,0 0-5 0,0 0 2 0,0 0-1 15,15-11-4-15,-11 5-3 0,0-2 5 0,1 4-5 16,-1-5 0-16,2 0-2 0,-1 3 2 0,2-2-3 16,-2 0-2-16,1 1-2 0,-2 0 0 15,1 0 2-15,-1 1 6 0,-1 0-11 0,0 1 4 0,3-1-2 16,-6 6-3-16,7-9 2 0,-3 6 8 0,-4 3-8 15,6-6 0-15,-6 6-3 0,8-4 1 16,-8 4-2-16,0 0 3 0,15 4 0 0,-15-4 2 16,12 5-4-16,-5-4 4 0,-3 3-1 0,2 0 3 15,1 2 0-15,-3 0-1 0,2-3 3 0,2 3 1 16,-3-1-4-16,3 0 2 0,-2-2-1 0,-2 0 2 0,2 1 0 16,-1-1 1-16,-5-3 0 0,9 6 2 0,-5-5-3 15,-4-1 10-15,10 4-9 0,-10-4 2 0,6 1-1 16,-6-1 1-16,0 0 2 0,11 2 0 0,-11-2-2 15,0 0 5-15,0 0-6 0,10-4 2 0,-10 4-1 16,0 0 2-16,8-7-2 0,-6 2-3 0,-2 5 3 16,3-9-1-16,1 3-4 0,0 0-1 0,-2 0-2 15,1-3-1-15,2-1-2 0,0 2 5 0,-3 2-3 16,0 0 3-16,0 0-1 0,-2 6 0 0,7-10 1 16,-5 6-2-16,-2 4-3 0,4-7 0 0,-4 7-5 15,5-8 2-15,-5 8-4 0,0 0 3 0,7-1 0 16,-7 1-1-16,0 0 6 0,11 5-2 0,-7 0 1 15,1 0 2-15,2 0 1 0,-5 1-2 0,3 1-1 16,1 1 2-16,-2-2 4 0,1 2-1 0,2-3-4 16,-5 3 6-16,3-2-2 0,-3-1-2 15,2 0 3-15,1 2 2 0,-5-7-2 0,4 6 1 16,-2-2 3-16,-2-4 1 0,8 6-1 0,-8-6 0 0,2 4-2 16,-2-4 4-16,4 5 2 0,-4-5-4 0,0 0 5 15,0 0-2-15,0 0 2 0,0 0 7 0,5 4-1 16,-5-4-2-16,0 0-3 0,0 0 0 0,8-9-2 15,-8 9 0-15,8-10-3 0,-6 5 0 0,4 0-1 16,-3 0 2-16,1 0-4 0,0-1 5 0,1 1-6 16,-1 0-2-16,-4 5-2 0,8-7 3 0,-8 7-1 15,6-6 0-15,-6 6-1 0,2-4-1 0,-2 4-1 16,0 0 1-16,0 0-6 0,0 0 8 0,18 5-5 16,-18-5 4-16,9 6-1 0,-4-3 4 0,-1 1-1 15,-4-4-1-15,9 8 1 0,-6-4 1 0,3 0 5 16,-3 1-5-16,1 1 0 0,2-5-2 0,-3 5 4 15,-3-6-3-15,11 6-2 0,-8-4 5 0,3 1-1 16,-6-3 0-16,7 7-2 0,-3-6 5 0,-4-1-1 16,12 5 0-16,-5-4 0 0,-1 0-1 0,1 2 1 15,2-2 2-15,0-1-3 0,-1 2 0 16,1-1 3-16,1-1-1 0,-1-1-4 0,2 1 3 0,0-2 7 16,0 2-10-16,0-1 3 0,1-1 1 0,1 1 4 15,1-1-4-15,1 0 1 0,-1 0 2 0,-1-2-2 16,1 2-2-16,0-1-1 0,-2 3 2 0,0-1-8 15,-1 1 8-15,1-4-5 0,-1 2 3 0,2 0 3 16,1 0-4-16,1-2 3 0,-1 2 0 0,-1 1-4 16,1-1 3-16,-3 0-1 0,0 0-3 0,3 1 2 15,-3 1-1-15,0-2 4 0,1 0-3 0,1 1-2 16,-4-1 3-16,-2 2 1 0,4-2 0 0,-11 2-2 16,14 0 3-16,-14 0-4 0,11 0 0 0,-11 0 3 15,8 0-1-15,-8 0-1 0,0 0 10 0,10 0-11 16,-10 0 4-16,0 0-3 0,0 0 1 0,0 0 2 15,8-2-2-15,-8 2-5 0,0 0 2 0,0 0 2 16,0 0 3-16,0 0-2 0,0 0-3 0,0 0 5 16,0 0 0-16,0 0-16 0,0 0-17 0,0 0-27 15,0 0-28-15,0 0-32 0,0 0-40 0,7 3-24 16,-7-3-19-16,0 0-126 0,0 0-354 16,0 0 157-16</inkml:trace>
  <inkml:trace contextRef="#ctx0" brushRef="#br0" timeOffset="15917.19">14804 5225 28 0,'0'0'81'0,"0"0"-4"16,0 0-2-16,0 0-1 0,0 0-7 0,0 0 5 15,0 0 3-15,0 0-7 0,0 0-1 0,0 0 9 16,0 0 1-16,0 0 3 0,0 0 8 0,0 0-3 0,0 0 5 16,0 0 7-16,0 0 2 0,0 0 6 0,0 0 2 15,0 0-3-15,0 0-3 0,0 0-13 16,0 0-8-16,0 0-10 0,0 0-4 0,0 0-4 16,0-19-8-16,0 19-5 0,-2-11-3 0,1 2-8 15,0 0-2-15,-2-2-4 0,1-2-3 0,0 2-6 16,1-2 1-16,-5-3-5 0,6-4 4 0,-2-3-9 0,0 3-1 15,1-5-2-15,-1 2 1 0,1-4-4 16,0 2 3-16,-3-4-7 0,0 5 3 0,0-1-2 0,1-1-4 16,0 1 1-16,1 0 1 0,0-1-2 15,1 6 2-15,-2-5-3 0,2 1 2 0,-3 5 0 16,1-6-4-16,2 6 2 0,0-1 1 0,1 3-3 16,-3-2 4-16,2 3 0 0,-2-1-2 0,1-1-5 15,2 2 4-15,0 1-4 0,-2-1 7 0,2-1-4 16,0 3 2-16,0 3 0 0,-2-4 1 0,4 2-2 15,-2-3 1-15,0 0 25 0,0 0-1 0,0 5-1 16,2-3-3-16,-2-2-1 0,2 5-1 0,-2-2 0 16,3 1-2-16,-2 1 0 0,1-1 2 0,-1 1-2 15,-1 0 2-15,1 1-4 0,-1 0 0 0,1 0 0 16,-3 2 0-16,2 8-3 0,1-15 9 0,-1 15 4 16,0-12-3-16,0 6-4 0,0 6 0 0,0-9 0 15,0 9 3-15,1-11-5 0,-1 11-2 0,0-8-1 16,0 8 3-16,0-9 0 0,0 9 2 0,0 0 2 15,0-9-4-15,0 9-7 0,0 0 7 0,0-10-2 16,0 10 0-16,0 0 2 0,1-7-9 16,-1 7 0-16,0 0-6 0,0 0 5 0,0-12 3 0,0 12-3 15,0 0 0-15,0 0-2 0,2-7 1 0,-2 7 4 16,0 0 1-16,0 0-4 0,0 0 6 0,0-9-1 16,0 9 5-16,0 0-8 0,0 0 12 0,3-7-1 15,-3 7 1-15,0 0-10 0,0 0 13 0,0 0 0 16,0 0-1-16,0 0-11 0,0 0 14 0,1-9-5 15,-1 9-2-15,0 0 0 0,0 0 6 0,0 0-6 16,0 0-4-16,0 0-1 0,0 0 5 0,0 0-7 16,0 0 2-16,0 0 2 0,0 0-10 0,0 0 9 15,0 0-8-15,0 0 7 0,0 0-9 0,0 0 2 16,0 0 1-16,0 0-2 0,0 0-1 0,0 0 1 16,0 0 8-16,0 0-12 0,0 0 1 15,0 0 1-15,0 0 0 0,0 0-4 0,0 0 2 16,0 0-4-16,0 0 4 0,0 0-5 0,0 0 3 15,0 0 0-15,0 0-1 0,0 0 10 0,0 0-10 0,0 0-2 16,0 0-1-16,0 0 1 0,0 0-1 0,0 0 4 16,0 0-4-16,0 0 7 0,0 0-5 0,0 0-3 15,0 0 5-15,0 0-1 0,0 0 0 0,0 0 1 16,0 0 1-16,0 0-3 0,9-2-2 0,-9 2 5 16,14 2 1-16,-14-2-2 0,17 2 1 15,-5-1 5-15,0 0-2 0,1-1-7 0,1 0-3 16,-1 1 10-16,4 1 0 0,1-1-4 0,3-2 2 0,-1 2 10 15,3 0-12-15,5-2 0 0,2 0 4 0,-1 2-2 16,0-2 1-16,0 1 2 0,0 0-3 0,-1 0 1 16,3 0 0-16,-2 0-1 0,2 2 3 0,-2-2-4 15,3 3-1-15,-11-3 5 0,9 1-7 16,1 1 0-16,-2 0 3 0,-7 0-1 0,9-2-3 16,-1 3-2-16,2-3 3 0,-2-1-2 0,1-1 3 15,-1 2-4-15,1 0 11 0,0-2-10 0,-1 1 0 0,0 0-2 16,-1 2 4-16,-1-1-3 0,-1 0 7 0,0-1-9 15,-1 2 0-15,3 0-9 0,-1-2 11 0,1 2 0 16,-2-1-2-16,2 2 0 0,1-2-2 16,-2-2-1-16,-6 2 4 0,6 0 2 0,0 0-4 15,-6 0 1-15,5 0 1 0,-5 0 0 0,-1-1 2 16,-1 0-3-16,3-1 1 0,4 2 0 0,0-1 3 16,-4 1 1-16,-2 1 1 0,5-2-3 0,-3 1-3 15,-2 0 4-15,1 0-3 0,-3 0 2 0,1 0 1 16,-2 0-1-16,0-2 5 0,-1 2-3 0,-5 0 1 15,0-1 1-15,-1 2 0 0,-1-2 1 0,-3 2 1 16,-7-1-11-16,11-3 15 0,-11 3 2 0,9 0-2 16,-9 0 1-16,0 0-3 0,9 1-1 0,-9-1 2 15,0 0-5-15,0 0 2 0,9 0-1 0,-9 0-1 16,0 0-13-16,0 0-20 0,0 0-23 0,0 0-19 16,0 0-36-16,0 0-25 0,0 0-29 0,5 4-48 15,-5-4-39-15,0 0-133 0,0 0-418 0,-15 15 186 16</inkml:trace>
  <inkml:trace contextRef="#ctx0" brushRef="#br0" timeOffset="18298.4">16699 4066 68 0,'0'0'66'0,"0"0"8"0,0 0-7 16,0 0-10-16,0 0-3 0,0 0 3 0,0 0 0 16,0 0 0-16,0 0-8 0,0 0 3 0,0 0 17 15,0 0 0-15,0 0-4 0,0 0 5 0,0 0 4 16,0 0-1-16,0 0 3 0,0 0 1 0,0 0-1 15,0 0 5-15,0 0-5 0,0 0 0 0,0 0 0 16,0 0-1-16,0 0-5 0,0 0-7 0,0 0 2 16,0 0-2-16,0 0-8 0,0 0-4 0,0 0-12 15,0 0-2-15,4-14 2 0,-4 14-4 0,5-9-2 16,-5 9-5-16,5-9 4 0,-1 5-4 0,0-5-2 16,1 1-2-16,-1-1-2 0,1 0-8 0,0-3 3 15,0 3 0-15,-1 0 4 0,0-1-2 0,1 1 2 16,-1 0-5-16,1-1-3 0,1 0 1 0,-1 3 0 15,-1 2 1-15,0-2-6 0,0 1 0 16,0 2-1-16,-4 4-2 0,5-10-1 0,-2 6 2 16,-3 4-2-16,5-5-3 0,-5 5 3 0,0 0-6 0,6-6 6 15,-6 6-4-15,0 0-1 0,0 0 3 0,13 0-4 16,-13 0 1-16,10 4-4 0,-10-4 3 0,7 8-1 16,1-1 2-16,-3 0 6 0,4 4-8 15,-1-1 3-15,1-1-2 0,0 2 1 0,2 2 1 16,-3-3-1-16,0 0 0 0,2-3 0 0,-4 2 2 0,2-1-1 15,-1 1-1-15,1-1 5 0,0-1-1 0,-1-1-1 16,0 1-2-16,-3-1 0 0,2-1-5 16,-2-1 6-16,1 0 0 0,-5-4 2 0,9 7-3 15,-5-4 2-15,-4-3-3 0,9 6 2 0,-7-3 4 16,-2-3-1-16,0 0-6 0,5 4 12 0,-5-4 6 16,0 0-1-16,0 0-1 0,0 0-1 0,0 0-4 15,17-7 0-15,-12 1 7 0,0-4-9 0,0 5-1 0,2-3 1 16,-2-1-4-16,2-2 0 0,-2 3 2 0,2-1-3 15,-2-2 1-15,3 1-3 0,-1 1 0 16,-2-1-2-16,1 3 2 0,0-2-2 0,-1 0-1 16,4 2-3-16,-5 1 5 0,1 2-4 0,1-1 1 15,-6 5 1-15,9-6 0 0,-9 6 1 0,10-4-3 16,-4 3 0-16,-6 1 1 0,11 0 0 0,-11 0 0 16,13 6-3-16,-5-4 8 0,-3 2-7 0,3 3 2 15,0 0 3-15,0-1-4 0,0 0 0 0,-1 3 7 16,1-1 27-16,0 1-7 0,-3-2-2 0,0-1 1 15,1-1-3-15,1 0-2 0,-2 0-1 0,-1 0-5 16,0-1 1-16,-4-4-1 0,7 6 1 0,-7-6-2 16,8 4 2-16,-6 0-3 0,-2-4-1 0,0 0 3 15,7 4-2-15,-7-4 2 0,6 1 0 0,-6-1 0 16,0 0-2-16,12-5 1 0,-12 5 0 0,11-6-4 16,-4 3 7-16,-2-2-8 0,1 0-1 0,2-4 2 15,-1 2-6-15,1-2 5 0,-1 2-5 0,0-1 3 16,-1-1-2-16,2-1 0 0,-1 3-2 0,-1-1-6 15,2-1 2-15,-2 2 1 0,-1 1-1 0,0-1 0 16,0 3 2-16,2-1-3 0,-4 1 3 16,-3 4-4-16,7-5 3 0,-7 5-3 0,9-3 0 0,-9 3 0 15,0 0 4-15,0 0-4 0,15 7 0 0,-10 0 1 16,-1-1 5-16,3-2-3 0,-2 5 3 0,1-2-3 16,-1 0 2-16,0 2 0 0,0-2 1 0,1 2 1 15,-3-1-2-15,1-2 2 0,1 2 0 0,-1-3-1 16,1 2 1-16,-2-1 0 0,1-2 0 0,-4-4 1 15,6 8 1-15,-6-8-1 0,4 6-1 0,-4-6 4 16,5 5-1-16,-5-5 0 0,6 0 0 0,-6 0 0 16,0 0-3-16,7 3 3 0,-7-3 3 0,0 0 0 15,14-4 1-15,-9 0-1 0,3-1 0 0,-1-2-1 16,0 2 1-16,2-2 0 0,-2-1-2 0,1 0 0 16,1 0-1-16,0-3-2 0,0 3 2 0,0-1-1 15,3-3-2-15,-1-1 2 0,-5 5-2 0,3-1-2 16,-1 1 1-16,-1 2-2 0,-1 0 4 15,-6 6-4-15,10-9 2 0,-7 6-4 0,-3 3 0 16,8-4-4-16,-8 4 4 0,8-1-3 0,-8 1 1 0,11 4 4 16,-11-4-3-16,9 7 2 0,-5-4 0 0,1 4-1 15,-1-3 0-15,0 1 1 0,1 0 1 0,0 1 0 16,-1 0 4-16,0 1-4 0,0-1 5 0,-2-1-4 16,2 1 2-16,-4-6-1 0,8 10 5 15,-6-6-2-15,2-1 0 0,-4-3-1 0,5 7 0 16,-1-3 0-16,-4-4 0 0,7 5 1 0,-7-5 0 0,10 3 2 15,-10-3-2-15,6 4 0 0,-6-4 1 0,12 0-2 16,-12 0 2-16,12-3 1 0,-5 0 0 16,-7 3 2-16,15-4 1 0,-5-1-4 0,-2 0 3 15,1 0 0-15,-1 1-2 0,2-3-1 0,-2 1-6 16,1 1 7-16,-1 0 0 0,-1-3-4 0,-2 4-1 16,0 0 3-16,2 0 1 0,-1-2-3 0,-1 3-1 15,-5 3-1-15,9-6 1 0,-9 6-6 0,9-2 3 0,-9 2-2 16,9 0 4-16,-9 0-6 0,10 5 8 15,-10-5-3-15,6 3 0 0,-2 0 1 0,1 4-2 0,2-4 4 16,-4 3-1-16,1-1 0 0,0 1 1 16,0 0 1-16,1 0-2 0,-1 0 0 0,1 1-1 15,-1-4 4-15,-4-3-2 0,6 9 1 0,-3-4-5 16,-3-5 3-16,5 7 3 0,-2-3-2 0,-3-4 5 16,6 8-4-16,-6-8 2 0,9 3 2 0,-4-3-5 15,-5 0 4-15,12 6 2 0,-6-5-2 0,5 0 0 16,0 2 2-16,0-5-5 0,2 1 2 0,0 0 1 15,2-2 1-15,3 1-5 0,2-1 4 0,1 1 0 16,-1-2-2-16,2 0 1 0,0 2-4 0,-1-1 4 16,9 0-4-16,-11 0 4 0,0 1-1 0,9-3-2 15,2 2 0-15,-5-1-2 0,3 4 1 0,-6-2 1 16,6-1 3-16,0 2-2 0,2-2-5 0,-2 1 2 16,4 2-2-16,0-2 5 0,0-1-1 0,1-1 3 15,1 3-1-15,2 0-2 0,0 1-3 0,0-1 4 16,-2 0 1-16,2 0-1 0,-3-1-3 0,-1 1 3 15,0 2 2-15,1-1-4 0,1 2-1 0,-2-2 0 16,-2-2 0-16,2 1 5 0,0-1 1 16,0 2-2-16,1-2-1 0,-1-3-1 0,4 3 0 15,0 0 0-15,-2 4-2 0,2-2 4 0,1-2-2 0,3 4 0 16,-1-4-1-16,-2 4-1 0,2-4 2 0,-2 4 0 16,1-1 3-16,-2-2-2 0,-1 1-2 0,-2 1-1 15,0-2 6-15,-1-1-3 0,0 4-2 0,-1-1 3 16,1-1-2-16,-6 1 2 0,-4 1-2 15,9-1 3-15,-3 1 0 0,-8-2 0 0,9-2-4 0,-7 4 3 16,5-2 3-16,-5 0 0 0,-1 2-3 16,7-1-2-16,-7-1 3 0,6 2 1 0,-6 1-3 0,2-2 2 15,3 1 0-15,-3-1 1 0,-1-1-1 0,0 1 6 16,5-1 0-16,1 3 2 0,-7-2-4 0,1 1 1 16,-1-2-1-16,0 2 1 0,-1-1 1 15,-1-1-5-15,0 1-6 0,-5-1 6 0,0 0-1 0,0 2 0 16,-1-1 2-16,-2 0 1 0,1 1-1 15,-2-2 0-15,0 0 0 0,1 0 6 0,-4 0-1 16,-7 0-3-16,16 0 1 0,-9 0 0 0,-7 0 4 16,12 0-9-16,-12 0 0 0,7 1 2 0,-7-1 0 0,0 0 0 15,12-1-2-15,-12 1-1 0,0 0-3 16,0 0-13-16,0 0-17 0,8-2-16 0,-8 2-28 0,0 0-24 16,0 0-35-16,0 0-26 0,0 0-37 0,0 0-38 15,0 0-163-15,0 0-430 0,-34 9 191 16</inkml:trace>
  <inkml:trace contextRef="#ctx0" brushRef="#br0" timeOffset="19798.25">21079 3961 109 0,'0'0'122'0,"0"0"-9"0,-5-15-10 16,5 15 0-16,0 0-3 0,0 0 4 0,0 0-4 16,-2-13 2-16,2 13-3 0,0 0-6 0,0 0-2 15,0 0-2-15,0 0-2 0,0 0-8 0,-1-6-3 16,1 6-5-16,0 0-6 0,0 0-1 0,0 0-10 15,0 0 8-15,0 0-19 0,0 0 0 0,0 0-8 16,0 0-4-16,0 0-2 0,0 0-4 0,0 0-1 16,0 0-3-16,0 0-5 0,0 0 1 0,0 0-5 15,0 0 1-15,0 0-4 0,0 0 3 0,0 0-3 16,0 0-1-16,0 0-1 0,0 0-1 16,0 0-1-16,0 0 1 0,0 0-1 0,0 0-1 15,0 0 0-15,0 0-1 0,0 0 1 0,0 0-1 0,0 0 0 16,0 0 3-16,0 0-4 0,0 0-2 0,0 0 4 15,0 0-5-15,0 0 2 0,0 0 4 0,0 0-5 16,0 0 1-16,0 0 1 0,0 0 3 0,0 0-2 16,0 0 0-16,0 0 1 0,0 0-4 15,0 0 0-15,0 0 2 0,0 0-3 0,0 0-2 0,0 0 1 16,0 0 3-16,0 0 2 0,0 0 0 0,0 0-2 16,-12 1 0-16,12-1 1 0,0 0 1 0,0 0-1 15,0 0-5-15,0 0 4 0,0 0 4 0,0 0-3 16,-10-3-5-16,10 3 7 0,0 0-5 0,-7-2-2 15,7 2 2-15,0 0-7 0,-8-3 9 16,8 3 0-16,0 0-1 0,0 0 0 0,0 0 2 16,0 0-1-16,0 0 6 0,0 0 2 0,0 0 1 15,0 0-3-15,0 0 5 0,0 0 1 0,-12 1-2 16,12-1 0-16,0 0-1 0,0 0 8 0,0 0-10 0,0 0 3 16,0 0-4-16,0 0-1 0,0 0-2 0,0 0-2 15,0 0-3-15,0 0 3 0,0 0-2 16,0 0 2-16,-5 9 1 0,5-9 9 0,-1 8 2 15,0-2 3-15,0 3 5 0,-1 1 10 0,1 0-6 16,2-1 3-16,-3 2-3 0,2 1 5 0,-2 0-5 16,2 1 5-16,-1 3-7 0,1 1 9 0,-1-1-3 15,-1 1-3-15,2 1-2 0,0 2 3 0,0-1 12 16,-1 6-6-16,1-5-6 0,3-3 2 0,-5 9-6 16,2-7 5-16,2 0-4 0,-2 6-3 0,0-6 2 15,1 1-3-15,-1-2-3 0,0 2 0 16,-1-1 2-16,1-1-1 0,1 0-2 0,0-1 22 0,-1 9-15 15,-2-7 4-15,3 1-3 0,-1-1-6 0,0 1-4 0,0 0 2 16,0-1-2-16,0-1-11 0,1-1 12 16,1-1-2-16,0 1-7 0,0 0 3 0,-2-2 3 15,1 1-4-15,0 0-1 0,3-1-6 0,-4-3 4 16,1 3 1-16,-1-1 1 0,3 3-1 0,-3-3-2 16,1 2 3-16,1-1 0 0,-2-2 1 0,2 0-5 15,0 0 5-15,-2-1-3 0,2 0 5 0,-2 3-12 16,0 1 9-16,0-4 0 0,1 4 3 0,0-5 3 15,-1 3-8-15,1 2 2 0,-1-4 1 0,0 3 0 16,2-1-3-16,-1-4 0 0,-1 4 5 0,-1 1-5 16,2 2 5-16,2-4-3 0,-3-3 0 0,1 6 5 15,1 0 1-15,-2-5-3 0,2 2-1 16,-2-13 3-16,1 28-3 0,-1-13 4 0,4 0-2 0,-4-2-1 16,0-13-4-16,2 22-1 0,1-7-12 0,-3-2 13 15,1-1 3-15,-1-12-1 0,1 20 3 0,1-10 0 16,-2-10 7-16,1 21 2 0,-1-11-11 0,0-10 15 15,1 17-11-15,-1-17 2 0,2 13 2 0,-2-13 1 16,-2 16-5-16,2-16-2 0,2 16-2 0,-2-16 2 16,0 12-3-16,0-12-17 0,0 0 21 0,1 19-6 15,-1-19 3-15,1 10 2 0,-1-10-3 0,0 0-7 16,3 14-5-16,-3-14-19 0,0 8-19 16,0-8-23-16,0 0-28 0,0 0-25 0,0 0-21 0,0 0-21 15,0 0-31-15,-5 15-43 0,5-15-46 0,0 0-194 16,0 0-511-16,0 0 226 0</inkml:trace>
  <inkml:trace contextRef="#ctx0" brushRef="#br0" timeOffset="21098.8">19734 5682 30 0,'0'0'78'0,"0"0"-7"0,0 0-8 0,0 0-6 16,0 0-8-16,0 0-2 0,0 0-8 0,0 0 3 15,0 0-9-15,0 0 2 0,0 0-7 0,0 0 5 16,0 0 0-16,0 0 7 0,0 0 8 15,0 0-8-15,0 0-4 0,0 0-5 0,0 0-8 16,0 0 6-16,0 0-2 0,0 0 5 0,0 0-5 0,0 0 14 16,0 0-7-16,0 0 9 0,0 0-3 0,24 4-6 15,-17-2 5-15,2-2-7 0,-9 0 3 0,18 1-2 16,-8-1-4-16,0-1 1 0,3 2-1 16,0-1-1-16,-1 0 6 0,1 0 3 0,-1 0-17 15,3 0-4-15,3-1-1 0,-1 1 6 0,2 1 0 0,-3-1 4 16,1-3-10-16,1 1-4 0,1 2 3 0,-2 2 0 15,1-4 0-15,-1 2 0 0,0 0-7 0,2-1 8 16,-2 1-1-16,1-1-1 0,0 1 0 0,2-1 1 16,-1 1-3-16,0-2-1 0,4 1-1 15,-4 0-2-15,2 0 4 0,1 1-5 0,-1 0-1 0,0-3 0 16,10 3-5-16,-3-3 4 0,0 3 4 16,0-1-3-16,1-1 1 0,-1-1 8 0,2 2-9 15,-1-1-4-15,1 0 2 0,2-1-1 0,0 0-1 16,-4 3-1-16,1-3 4 0,0 1-8 0,-1 0 6 15,-7 1 4-15,7-3 1 0,-6 3-8 0,-2-2-2 0,1 2 7 16,0-1-3-16,1 2-3 0,-4-2 1 0,3 1-2 16,-1-2 3-16,-1 2 1 0,2-1 0 0,-1 0-4 15,7-2 7-15,-5 3-3 0,-1-2-1 16,1 2 5-16,0-2-5 0,-3 2 6 0,1 0-9 0,0-2 0 16,-1 1 9-16,2 0-9 0,-3 2 4 0,3-2 1 15,-3 0-1-15,1 0 1 0,-1 1 3 0,0 1-6 16,1-2 2-16,-2 1-1 0,0 1-2 0,4-1-1 15,-5-2 3-15,5 3 0 0,-3 0 1 16,1-1 0-16,0 1-4 0,0-1 4 0,0-2-4 0,-1 2 6 16,1 0-4-16,1-1 2 0,-4 1-6 0,3-2 6 15,1 3-1-15,0-2 4 0,-1 0 1 0,0 2 6 16,3-2-3-16,0 1-4 0,-3 1 4 0,3-2-6 16,-3-1 11-16,1 1-10 0,1 0 2 15,0 0 3-15,-2 2-2 0,0-1-6 0,1-2 0 16,-2 3 5-16,4-1 0 0,-2-1-1 0,-1 1 1 0,2-1-4 15,-2 2 5-15,1-2-7 0,2 0 10 0,-4-1-6 16,1 3 1-16,0-3 0 0,-1 1-4 0,0 0 5 16,-4 2 2-16,3-1-2 0,-4 2 1 0,1-3 2 15,-2 0-4-15,0 0-2 0,1 2 2 16,-3-2-2-16,-1 1 4 0,-2 0-4 0,-7 1 2 0,13-2-3 16,-5 2-2-16,-8 0 0 0,13-2-4 0,-7 1-4 15,-6 1-4-15,12 0-8 0,-12 0-3 0,12 0-7 16,-12 0-11-16,11 0-4 0,-11 0-8 0,7 0-1 15,-7 0-20-15,9-3-7 0,-9 3-9 0,0 0-13 16,10 0-9-16,-10 0-17 0,0 0-68 0,0 0-213 16,0 0 94-16</inkml:trace>
  <inkml:trace contextRef="#ctx0" brushRef="#br0" timeOffset="21929.1">21085 5343 76 0,'0'0'144'0,"2"-7"-11"16,-2 7-5-16,0 0-9 0,0 0-8 0,0 0-7 16,0 0-3-16,0 0-4 0,0 0-2 0,0 0-11 0,0 0-3 15,0 0-6-15,0 0-5 0,0 0-9 0,0 0-4 16,0 0 0-16,0 0-9 0,0 0-3 0,0 0-8 15,0 0-8-15,0 0-2 0,0 0-2 16,0 0-6-16,0 0 0 0,0 0-5 0,0 0 2 16,0 0 1-16,0 0 0 0,4 23 4 0,-4-13 8 0,0-2 4 15,0 1-1-15,2 3 1 0,-4-1 12 0,5 5 1 16,-2 1-1-16,-1 0 0 0,2-2 0 16,-1 0-8-16,0 1 8 0,0 0 4 0,-1 1 9 15,0-1-7-15,2-3-4 0,-4-3-4 0,2 2 5 16,0 1 0-16,-1-3 0 0,1 2-5 0,1-2 3 0,-1-1-2 15,0 1-1-15,2-3 2 0,-1 0-5 0,-1-7 1 16,0 14 1-16,0-9-8 0,0-5-5 0,-1 12-3 16,1-12 2-16,1 8-3 0,-1-8-2 0,1 7 7 15,-1-7-4-15,0 0-13 0,0 9 2 16,0-9-1-16,2 6-2 0,-2-6-4 0,0 0 0 0,0 0-3 16,0 0-12-16,3 8-11 0,-3-8-15 0,0 0-26 15,7 3-37-15,-7-3-47 0,0 0-49 0,0 0-56 16,0 0-185-16,0 0-470 0,0 0 208 15</inkml:trace>
  <inkml:trace contextRef="#ctx0" brushRef="#br0" timeOffset="23036.38">22428 5505 55 0,'0'0'189'0,"0"0"-9"0,0 0-8 0,0 0-5 15,0 0-8-15,0 0-9 0,0 0-8 0,0 0-3 16,0 0-23-16,0 0-7 0,0 0-13 0,0 0-14 16,0 0-8-16,0 0-7 0,0 0-5 0,0 0-6 15,0 0-2-15,0 0-7 0,-15 19-5 0,11-10-3 16,-4 0-1-16,3 0-2 0,0 0-5 0,0 2-2 15,1-1 0-15,0 1-4 0,-1-1-3 0,3-2 2 16,-2 3-5-16,0-1-18 0,1-3-3 0,2 1 5 16,2 1-3-16,1-1 3 0,-2-8-1 0,1 14-1 15,2-8 3-15,0 0 6 0,1 0-2 0,3-2 2 16,-2-1 2-16,1 2-1 0,3-3 3 16,0 0-2-16,-3 0 3 0,2-1-1 0,1-1 0 0,-9 0 4 15,15-1-5-15,-6-2 1 0,-1 1 0 0,1-1 2 16,-4-1 3-16,1 1 0 0,0-4 5 0,0 2-4 15,-1-2 0-15,-3 0-1 0,1-2 2 0,0-1 4 16,-2-1-8-16,-1 1 2 0,0-1-5 0,-1 1-2 16,-2 1-1-16,0-1-1 0,0 0-1 0,-2 1-5 15,2 3-7-15,-2-4-8 0,2 5-6 0,-2-1-13 16,0 1-11-16,-1 2-16 0,6 3-15 0,-14-6-16 16,7 6-37-16,7 0-37 0,-16 5-22 0,7 0-171 15,-7 4-386-15,2-1 171 0</inkml:trace>
  <inkml:trace contextRef="#ctx0" brushRef="#br0" timeOffset="23625.28">22492 5879 135 0,'0'0'233'0,"0"0"-5"0,-1-8-4 16,1 8-14-16,0 0-9 0,0 0-13 0,2-7-11 15,-2 7-11-15,0 0-14 0,0 0-11 0,0 0-7 16,0 0-20-16,0 0-10 0,0 0-14 0,0 0-9 15,0 0-11-15,0 0-10 0,0 0-4 0,0 0-11 16,0 0 0-16,0 0-8 0,0 0-1 0,12 18-4 16,-8-12-4-16,-2 2 0 0,2 2-7 0,0 1-2 15,-1-1 0-15,0 0 3 0,1 1-4 0,0-2-1 16,0 3-1-16,-3-4-2 0,2-1-2 0,0 1 0 16,0 0-1-16,0-2-2 0,-1 1 8 0,-2-7-10 15,4 9-2-15,0-6 2 0,-4-3 1 0,2 12-2 16,-2-12-1-16,3 6-1 0,-3-6 1 0,2 4 6 15,-2-4-5-15,0 0 9 0,0 0-9 0,3 8 6 16,-3-8 17-16,0 0 7 0,0 0 14 0,0 0-13 16,0 0 8-16,0 0-17 0,17-13-2 0,-12 7 3 15,-1-3 2-15,2 0-4 0,0-1 2 0,1 1-2 16,-2-2-1-16,4 0-4 0,-4-1 1 0,5-3-9 16,0 2 2-16,-6 1-2 0,3 0-2 0,-2 1-3 15,1-4 7-15,2 5-9 0,-2 0 1 0,-1 0-2 16,-1 3 3-16,0-3-5 0,1 2-4 0,-2 3 6 15,2-1-1-15,-5 6-5 0,3-8-1 0,-3 8-17 16,4-7-15-16,-4 7-7 0,4-5-22 0,-4 5-20 16,0 0-29-16,0 0-28 0,0 0-36 0,0 0-19 15,0 0-23-15,4-5-10 0,-4 5-22 0,0 0-145 16,0 0-426-16,10 9 188 0</inkml:trace>
  <inkml:trace contextRef="#ctx0" brushRef="#br0" timeOffset="23965.42">22915 5955 132 0,'0'0'186'0,"-1"10"1"0,-2-5 6 0,1 2-1 16,2-7-16-16,-5 12-14 0,2-4-16 0,2-2-13 15,1-6-8-15,-4 14-3 0,3-7-12 0,1-7-9 16,-3 12-16-16,3-6-2 0,0-6-3 0,0 12 2 15,1-6-5-15,-1-6-3 0,3 8 0 0,1-3-1 16,-4-5-3-16,6 5 10 0,-6-5-6 0,9 4-1 16,-4-3 4-16,-5-1-8 0,12 0-2 0,-5 2 0 15,-7-2-2-15,13-5-9 0,-8 3-4 0,3-2 3 16,-3 0 5-16,3-2-5 0,-3-1-1 0,0-1 1 16,0-2-3-16,-5-1-7 0,5 2 1 0,-2-4-11 15,-3 3 0-15,1 0-7 0,-1-2 4 0,-1 3-10 16,-1 1-9-16,-1-2-10 0,0 4-8 0,-2-1-21 15,1 2-18-15,-1 0-32 0,-4 2-40 0,1 0-48 16,-6 3-63-16,-4 0-64 0,-12 3-207 0,0 3-539 16,-2-2 239-16</inkml:trace>
  <inkml:trace contextRef="#ctx0" brushRef="#br0" timeOffset="29607.54">14914 6183 76 0,'0'0'78'0,"0"0"-9"15,0 0-14-15,0 0 3 0,-4-9-2 0,4 9-1 16,0 0 1-16,0 0-2 0,0 0-3 0,0 0 0 16,0 0-7-16,0 0-5 0,0 0-7 0,-5-2-10 15,5 2 15-15,0 0-9 0,0 0-11 0,0 0 3 16,0 0-2-16,0 0 8 0,0 0-8 0,0 0 7 15,0 0 6-15,-12 1-8 0,12-1 12 0,0 0 0 0,0 0-1 16,0 0-3-16,0 0 3 0,0 0-4 16,-13 1 3-16,13-1-4 0,0 0 2 0,0 0-14 15,0 0 4-15,-9 1 3 0,9-1 2 0,0 0-9 16,0 0 2-16,-8 1 1 0,8-1-3 0,0 0 13 0,-11 1-4 16,11-1 2-16,0 0-1 0,-6 2 1 15,6-2-10-15,0 0-2 0,0 0 3 0,0 0-11 16,0 0 10-16,-8 3-2 0,8-3 3 0,0 0 2 15,0 0-2-15,0 0 6 0,0 0-1 0,0 0 0 0,0 0 5 16,0 0-3-16,0 0 7 0,0 0-4 0,0 0-4 16,0 0 3-16,0 0-4 0,0 0 4 15,0 0 3-15,0 0 1 0,0 0-2 0,0 0-1 0,0 0 18 16,0 0-8-16,0 0-2 0,0 0-9 16,21 5 3-16,-21-5-11 0,0 0 1 0,0 0-5 0,0 0 2 15,10 1-2-15,-10-1-4 0,7 3-1 16,-7-3 1-16,0 0-5 0,18-3-1 0,-11 3-1 15,0-1 2-15,-7 1 0 0,18 0-1 0,-9-1 3 0,2 1-2 16,0-1-4-16,-2 1 0 0,2-2 0 0,1 2 2 16,-2-1-4-16,-1 0 0 0,4 1-1 0,-5-2 1 15,4 1 0-15,1 1 0 0,-1-1 3 0,0 0-2 16,0 0-1-16,-2 1 2 0,3-1-4 0,-5 0 2 16,5 0 1-16,-2-1-4 0,2 2 2 15,-1-1 0-15,0 0 0 0,-1-3 4 0,2 4-4 0,1-1 1 16,-1-1 2-16,-1 1-2 0,-1-2 1 0,0 2-3 15,1-1 1-15,1 2 0 0,-2-4 2 0,0 3 0 16,1-1 1-16,1 2-6 0,-1-2 5 16,0 1-1-16,-1-2-1 0,0 3 0 0,-1-1 0 15,1-1 1-15,1 2 3 0,0-3-1 0,-2 1-2 0,3 1 1 16,-2-2-3-16,2 2 4 0,-1 1-4 0,-1-3-1 16,2 1 3-16,-3 2-1 0,2-2-4 15,-1 2 4-15,1 0-1 0,-3 0 2 0,2-3-3 0,-1 3 1 16,2-2-1-16,-2 1 0 0,0 0 5 0,2 0-5 15,-1 1 4-15,0 1-3 0,0-2 1 0,-1-1 2 16,1 2-3-16,-1 2 1 0,0-4 2 0,0 1-2 16,2 2 2-16,-3 1-4 0,1-4 4 0,0 1-1 15,2 0 2-15,-3 1-1 0,-1-1 0 0,4-1-1 16,-12 2 1-16,19 0 2 0,-11 0-3 0,-1-1 2 16,1 0-1-16,-8 1-2 0,17-2 3 0,-10 2 1 15,-7 0-5-15,17 0 9 0,-9 0-8 0,-1 0 0 16,-7 0 4-16,16-2-5 0,-9 4 3 0,4-2-1 15,0-2-1-15,-11 2 2 0,13 2-3 0,-3-5 0 16,1 3 1-16,-3 0 0 0,-8 0 4 0,17 0-5 16,-10 0 0-16,-7 0 1 0,17-2 5 0,-8 2-7 15,-1 0 1-15,2 2 4 0,-1-4 1 0,4 4 1 16,-3-2 4-16,0 0-2 0,-2 0 1 0,-8 0-1 16,15-2 1-16,-6 2-1 0,0 0 1 0,-9 0-2 15,15 0 2-15,-6 0-2 0,-9 0-4 0,16 0 4 16,-5 2 0-16,-3-4-4 0,-8 2 0 0,15 2 2 15,-6-2-1-15,-9 0 2 0,17 0-4 0,-10 0 1 16,2-2 1-16,-9 2-3 0,14-1 4 16,-6 2-1-16,1-1-2 0,-9 0-1 0,18-1 2 0,-9 1 3 15,-3 1 0-15,-6-1-3 0,17 2 2 0,-6-4 4 16,-3 4-2-16,0-2-3 0,2 0 4 0,0 0 0 16,-10 0 0-16,16 0 0 0,-9-2 0 0,1 4-3 15,-8-2 1-15,13 0 0 0,-6 0-3 0,-7 0 3 16,19-2-1-16,-12 2 0 0,4 0-1 0,-11 0 0 15,14 0 3-15,-6 0-1 0,1-1 1 0,2 2-3 16,-11-1 4-16,20-1 0 0,-13 1-3 0,1 1 0 16,3-1 1-16,-2-1-2 0,0 1-3 0,-1-1 3 15,-8 1 0-15,17-2-3 0,-8 2 2 0,-2 0 0 16,2-1 1-16,-9 1 0 0,17-3 0 0,-7 3 0 16,-2 0-2-16,-8 0 1 0,18-2 0 0,-8 4 4 15,-1-4 1-15,1 2-2 0,-1-1 2 0,4-2-2 16,-3 5-2-16,1-1 1 0,1-1-3 15,-3-1 2-15,-9 1 1 0,17 0-2 0,-10-2 1 0,-7 2-1 0,17 0-2 16,-11-1 3-16,-6 1 3 0,14 0 2 16,-6 0 3-16,2 0-2 0,-2-2-3 0,-8 2-2 15,14 0 0-15,-6-1-1 0,-8 1 2 0,14-1-2 16,-7 0 2-16,-7 1-1 0,13-2 0 0,-5 1 0 0,1 2 1 16,-9-1 2-16,12-2 0 0,-12 2 1 15,11 0-5-15,-11 0 1 0,10 0-2 0,-10 0 0 16,0 0-1-16,0 0-1 0,9 0-2 0,-9 0-9 15,0 0-3-15,0 0-8 0,0 0-6 0,0 0-11 16,0 0-16-16,9 0-21 0,-9 0-26 0,0 0-21 0,0 0-44 16,0 0-15-16,0 0-28 0,0 0-143 0,0 0-381 15,0 0 169-15</inkml:trace>
  <inkml:trace contextRef="#ctx0" brushRef="#br0" timeOffset="30846.04">14957 6217 143 0,'0'0'149'16,"0"0"-11"-16,0 0-4 0,0 0-9 0,-13-6 9 15,13 6 6-15,0 0-13 0,-7-4-10 0,7 4-11 16,-6-5-11-16,6 5-6 0,-7-1-16 0,7 1-5 16,0 0-3-16,-10-5-6 0,10 5-3 0,0 0 3 15,-7-3-12-15,7 3-2 0,0 0-7 0,0 0-7 0,-8-1 3 16,8 1-6-16,0 0-4 0,0 0 2 16,0 0-8-16,-10-4-1 0,10 4-2 0,0 0-2 15,0 0-2-15,0 0 1 0,-9 0-3 0,9 0-2 16,0 0-1-16,0 0-1 0,0 0-1 0,0 0-1 0,0 0-1 15,0 0-1-15,0 0 12 0,0 0-16 0,0 0-3 16,0 0 3-16,-9 5 4 0,9-5-2 16,0 0 2-16,-1 9 3 0,1-9 3 0,-3 13 12 15,3-1 4-15,-1-1 5 0,2 1-8 0,-2 5 2 16,1 0 9-16,-1 0-1 0,2 2-3 0,0 1 9 0,3 4 1 16,-4 3-6-16,1-3 3 0,-1 1-3 15,0 1 0-15,2 1 19 0,-2 1-2 0,0-2-3 16,4 0-7-16,-3-7-2 0,2 7 3 0,-1-6 10 15,-1-1-6-15,1 6-4 0,0-5-4 0,1-1-2 16,-2 2-5-16,2 4 0 0,-1-6-4 0,-2-1-2 0,3 7-2 16,-3-1 2-16,0-5 3 0,2 1 3 0,-2-2 12 15,0 3-3-15,0-3-5 0,-2 6-3 16,2-5-1-16,0 1-2 0,2-1-2 0,-2 0 0 16,-2 1-3-16,2 3 1 0,0-3 1 0,0-1-5 15,0 0-3-15,0 0 2 0,0-2-3 0,0 1 9 0,0 1-7 16,4-2 25-16,-4 0 8 0,1 2-23 0,1-3 4 15,0 0 7-15,-1-3-12 0,0 0-2 16,1-2-4-16,-2-2 1 0,0 3-3 0,2-5 1 16,-2 0-3-16,1 1-5 0,-1-8-5 0,2 11 15 15,-2-11-8-15,1 11-4 0,1-5-3 0,-2-6 4 16,3 10-4-16,-3-4-4 0,0-6 2 0,1 11 13 16,-1-5-11-16,0 1-3 0,4 1 3 0,-3-1 8 15,1 0-24-15,-1 1 30 0,0 0-7 0,-1-8-9 16,4 15-6-16,-2-7-8 0,1 1-28 0,-3-1-17 15,2-4-14-15,-2-4-24 0,1 11-21 0,-1-11-30 0,0 0-15 16,0 13-38-16,0-13-29 0,0 0-30 16,0 0-216-16,0 0-511 0,0 0 226 0</inkml:trace>
  <inkml:trace contextRef="#ctx0" brushRef="#br0" timeOffset="31284.3">14730 7647 21 0,'-6'-3'192'0,"6"3"-11"0,0 0-5 0,-7-6 2 15,7 6 3-15,0 0-1 0,-5-5 0 16,5 5-2-16,0 0-8 0,-7-2-5 0,7 2-10 16,0 0-10-16,0 0-7 0,0 0-10 0,0 0-4 15,0 0-6-15,0 0-14 0,0 0-9 0,-2-9-10 0,2 9-9 16,0 0-16-16,0 0-4 0,0 0-6 15,0 0-2-15,0 0-8 0,0 0-3 0,27-2-6 16,-13 0-1-16,5 2 0 0,2 0-4 0,1 0-5 0,6-3-3 16,-1 2-3-16,4-2 4 0,-6 2-4 0,4-3-5 15,-3 1-5-15,-5 1-8 0,2 0-21 0,-8-2-24 16,5 4-27-16,-2-3-35 0,-6 1-41 0,1 2-41 16,-2 0-36-16,-2 0-28 0,-2 0-143 0,-7 0-433 15,0 0 191-15</inkml:trace>
  <inkml:trace contextRef="#ctx0" brushRef="#br0" timeOffset="31499.41">14872 7756 160 0,'0'0'212'0,"-9"3"-1"0,9-3-3 0,0 0 0 15,-7 4-5-15,7-4-3 0,0 0-6 0,0 0-14 16,0 0-12-16,0 0-16 0,0 0-13 15,0 0-11-15,0 0-11 0,23 0-10 0,-8-3-11 16,2-1-19-16,3-1-22 0,-2 0-21 0,1-1-31 0,1-1-35 16,-4 2-30-16,-4 2-39 0,1 0-36 0,-2-1-32 15,2 2-22-15,-4 1-169 0,-2-2-390 0,-7 3 172 16</inkml:trace>
  <inkml:trace contextRef="#ctx0" brushRef="#br0" timeOffset="31665.99">14986 7768 6 0,'0'0'205'0,"0"0"-5"16,-10 2-3-16,10-2 1 0,0 0-11 0,-6 4-3 16,6-4-12-16,0 0-4 0,0 0-5 0,0 0 1 15,0 0-18-15,0 0-13 0,0 0-14 0,0 0-13 16,0 0-22-16,23 0-17 0,-10-4-28 0,6-2-47 16,1-2-61-16,8-3-69 0,0-1-63 0,1 3-153 15,0-3-383-15,-4 1 169 0</inkml:trace>
  <inkml:trace contextRef="#ctx0" brushRef="#br0" timeOffset="31794.31">15319 7664 5 0,'0'0'112'0,"0"0"-63"0,5-10-77 0,-5 10-30 16,0 0 14-16</inkml:trace>
  <inkml:trace contextRef="#ctx0" brushRef="#br0" timeOffset="37831.98">15928 5202 16 0,'0'0'68'0,"0"0"-6"0,0 0 1 15,0 0-5-15,0 0 5 0,0 0-10 0,0-9-3 16,0 9 1-16,0 0-8 0,0 0 0 0,0 0-2 16,0 0-6-16,0 0 8 0,0 0-8 0,0 0 9 15,0 0-7-15,0 0-2 0,0 0-8 0,0 0 3 16,0 0-7-16,0 0 3 0,0 0-7 0,0 0-2 15,0 0 2-15,0 0-1 0,0 0-11 0,0 0 6 16,-9-4-11-16,9 4 7 0,0 0 0 0,0 0 1 16,0 0-4-16,0 0-1 0,0 0-3 0,0 0 13 15,0 0-8-15,0 0 3 0,0 0-7 0,0 0 3 16,0 0-5-16,0 0 3 0,0 0 2 0,0 0-6 16,0 0 7-16,0 0-4 0,0 0 3 0,0 0-4 15,0 0-8-15,0 0 1 0,0 0 7 0,0 0 2 16,0 0-11-16,0 0 3 0,0 0 4 0,0 0-7 15,0 0 4-15,0 0 2 0,0 0-6 0,0 27 7 16,2-15-3-16,-6 6 6 0,2-1-4 0,-1 9 10 16,-1 0-3-16,-1 4-1 0,2-2 10 0,1 1-7 15,-2 0 14-15,0-3-8 0,-1 3 1 0,2-2-3 16,-1 1 3-16,1 0 0 0,1 3 8 0,0-3-14 16,-1 0 6-16,1 0-5 0,2-3 12 0,-2 0-14 15,1-6 6-15,1 1 0 0,0-1-7 0,1 0 1 16,-2 1 1-16,2-2-4 0,-1 0 4 0,0-3 1 15,-1 3 1-15,1-5-5 0,0 3-6 0,0 2 4 16,-1 0-10-16,-1-6 14 0,2 0 9 0,-1 0-1 16,-1 1 3-16,0-2 0 0,1 0-9 0,-2-3-1 15,3 3 5-15,0-11-3 0,-2 11 5 0,1-7-7 16,1-4 2-16,-4 10-1 0,4-10 0 0,-3 9 0 16,3-9 0-16,-3 7-4 0,3-7-7 0,-3 4 13 15,3-4-8-15,-3 6-3 0,3-6 5 0,0 0-6 16,-3 5-3-16,3-5-13 0,0 0-20 0,0 0-15 15,0 0-6-15,-8 3-25 0,8-3-18 0,0 0-25 16,0 0-73-16,0 0-215 0,-14-9 95 0</inkml:trace>
  <inkml:trace contextRef="#ctx0" brushRef="#br0" timeOffset="38333.41">15719 5838 29 0,'0'0'95'0,"0"0"-11"0,0 0-2 16,0 0-12-16,0 0-11 0,0 0-8 0,0 0 11 15,0 0-18-15,0 0-7 0,0 0 3 0,0 0-3 16,0 0 8-16,0 0-1 0,0 0 7 0,19 16-18 16,-15-9 7-16,1 1-11 0,0 1 16 0,0 0-6 15,0 0-3-15,2 2-10 0,-1 1 2 0,0 3 9 16,3-1 4-16,-4-3-3 0,0 0-6 0,1 0-8 15,-4-1 6-15,6-1-7 0,-4 0 0 0,-2 0-6 16,2-2 2-16,-4-7-4 0,6 11-1 0,-6-11 3 16,4 10-7-16,-4-10-1 0,4 9-3 0,-4-9 2 15,6 6 3-15,-6-6 4 0,0 0-10 0,4 9-10 16,-4-9 10-16,0 0 4 0,0 0-5 0,0 0 4 16,9 4 1-16,-9-4 1 0,0 0 1 0,0 0-2 15,0 0-7-15,16-10-11 0,-16 10-3 0,12-13-23 16,-5 3-3-16,3-6-15 0,1 2-25 0,-2-2-9 15,2-1-34-15,1-7-68 0,1 1-203 0,-1-4 90 16</inkml:trace>
  <inkml:trace contextRef="#ctx0" brushRef="#br0" timeOffset="38866.25">15902 5214 30 0,'0'0'68'0,"0"0"-13"0,0 0 5 15,0 0-12-15,0 0 2 0,0 0-4 0,-17 14 5 16,13-4 23-16,-4-1-16 0,1 5-1 0,-1 1-10 16,0 0-1-16,-2-1-1 0,2 0-2 0,1-2 4 15,-1 2-6-15,-1-3 5 0,1 2-1 0,1-3-11 16,-3 2-12-16,2-2 5 0,3-1-7 0,-3 1 5 15,2-1 1-15,-3 0-6 0,4-4-13 0,-2 2 13 16,2-2-18-16,3 0-2 0,-2-1-19 0,-1 1-39 16,5-5-29-16,-7 8-79 0,3-3-181 0,4-5 80 15</inkml:trace>
  <inkml:trace contextRef="#ctx0" brushRef="#br0" timeOffset="39048.44">15932 5235 24 0,'5'7'74'0,"4"3"-6"16,-2-2-4-16,2 2-10 0,3 2-3 0,2 1-23 0,3-1-31 15,-2 2-57-15,2-1-65 0,5 1 28 0</inkml:trace>
  <inkml:trace contextRef="#ctx0" brushRef="#br0" timeOffset="41820.68">16367 5470 44 0,'0'0'112'0,"-5"-7"0"0,5 7-9 0,-4-8 2 15,4 8 0-15,-8-6-10 0,8 6-3 0,-5-6 12 16,5 6-14-16,-4-5-4 0,4 5-4 0,0 0-18 16,-6-6-7-16,6 6-10 0,0 0-4 0,0 0-2 15,0 0-8-15,0 0-3 0,0 0-3 0,0 0-5 16,0 0-4-16,0 0 1 0,-8 19-3 0,8-7 13 0,-3-2-2 15,2 2-4-15,0 0 5 0,-2 4 1 16,2-1-3-16,-2 0-1 0,1 3 1 0,1-2-1 16,-3 2 12-16,4-1 0 0,-3 2-6 0,1-4-4 15,1-2 4-15,-2 2-7 0,3-3-7 0,-1 4 1 16,-2-4 3-16,2-2-7 0,-2 2-1 0,2-1 2 16,1-1-5-16,-1 1 3 0,1-1-9 0,0-1-15 15,-2-1-14-15,2-8-25 0,-2 13-13 0,0-6-22 16,0-3-12-16,2-4-17 0,-3 10-13 0,3-10-13 15,-5 9-92-15,5-9-249 0,-3 3 111 0</inkml:trace>
  <inkml:trace contextRef="#ctx0" brushRef="#br0" timeOffset="42215.35">16394 5379 37 0,'11'4'77'0,"-5"-1"1"0,1 0-3 0,-2 3-8 16,0 1 2-16,1 1-5 0,-2-1-7 0,0-1-2 16,-1 3-4-16,-1 0 11 0,-1-1-6 0,1 2-1 15,-4 0 3-15,0 0-3 0,-1 0-3 0,-1 2-7 16,-2-3-6-16,-3 2-5 0,1-1-2 0,1-3 1 15,-1 2-2-15,1 0-1 0,1-2-5 0,1-1-1 16,1-2-2-16,4-4-2 0,-5 6 1 0,5-6-11 16,-6 6 9-16,6-6-6 0,0 0-5 0,-4 6 4 15,4-6-7-15,0 0 3 0,0 0 0 0,0 0 1 16,-4 4-2-16,4-4-5 0,0 0 0 0,0 0-1 16,0 0 0-16,0 0 14 0,0 0-16 0,0 0 5 15,0 0-11-15,0 0 6 0,8 12 0 0,-4-8 15 16,-4-4-12-16,9 6-8 0,-5-2 6 15,1 0 6-15,0 2-8 0,2-1-11 0,-2 2-19 0,2 0-22 16,-1 2-27-16,1-3-22 0,0 2-93 0,0 0-210 16,-3-3 93-16</inkml:trace>
  <inkml:trace contextRef="#ctx0" brushRef="#br0" timeOffset="42666.21">16581 5614 78 0,'0'0'140'0,"0"0"-21"0,0 0 3 0,0 0-19 0,0 0-7 15,-3-5-6-15,3 5-11 0,0 0-15 0,0 0-4 16,0 0-9-16,0 0 0 0,0 0-6 15,0 0-9-15,0 0-2 0,0 0-1 0,0 0-8 0,-3 22 4 16,2-17-6-16,-1 4 2 0,2-1-18 16,0-8 14-16,-1 17 5 0,1-9-6 0,-1 2-4 15,2-3-1-15,-2 3 4 0,1-10-1 0,0 12-4 16,0-12-12-16,-1 11 1 0,1-3 5 0,0-8-22 16,0 10-23-16,0-10-20 0,0 10-27 0,0-10-26 0,-2 11-85 15,2-11-212-15,-1 10 94 0</inkml:trace>
  <inkml:trace contextRef="#ctx0" brushRef="#br0" timeOffset="42866.18">16543 5491 106 0,'0'0'113'0,"0"0"-23"16,0 0-24-16,0 0-20 0,0 0-14 0,0 0-28 15,0 0-39-15,0 0-36 0,0 0-76 0,23-2 34 0</inkml:trace>
  <inkml:trace contextRef="#ctx0" brushRef="#br0" timeOffset="44942.88">17567 2941 212 0,'0'0'207'0,"0"-8"-7"0,0 8-15 0,0 0-21 0,-3-9-17 15,3 9-20-15,0 0-7 0,0 0-24 16,0 0-11-16,0 0-9 0,0 0-11 0,0 0-1 15,0 0-2-15,0 0 9 0,-1 40-1 0,1-22-6 16,-1 7 2-16,2 0-11 0,-2 3-3 0,2-3-5 16,-1 1-2-16,-1 1-9 0,2-3-6 0,-1 1 3 15,1 0-3-15,-1-1-6 0,0-5 1 0,0-2-3 16,0 2-1-16,-1 0-5 0,2-2 1 0,0 0-3 16,-2-1 0-16,1-4-14 0,0 0-14 0,0-1-17 15,1-1-14-15,-2 0-23 0,1-10-19 0,-2 17-9 16,-1-11-10-16,0-1-21 0,3-5-12 0,-5 8-22 15,5-8-121-15,-7 1-305 0,7-1 135 16</inkml:trace>
  <inkml:trace contextRef="#ctx0" brushRef="#br0" timeOffset="45616.11">17564 2942 2 0,'4'-15'140'0,"-3"2"-8"0,6 4-3 16,-4-1-12-16,3 0-1 0,-1 3-18 0,1-1-11 15,0 0-6-15,-1 5-10 0,2 0-16 0,1 0 9 16,-8 3-19-16,17 0-4 0,-9 2-3 0,-8-2-6 16,22 9 1-16,-14-3-7 0,-1 2 1 0,-2 2-1 15,2 2-7-15,-4 4 3 0,3-2-2 0,-4 11 0 16,-3-9-2-16,-2 2 2 0,-2-1-2 0,-2 1-3 16,-1-3 0-16,-1 1 2 0,-1-3-4 0,0 1-3 15,2-2-1-15,1-3 5 0,0-2-4 16,-1 0-3-16,3-3 3 0,5-4-1 0,-8 9-5 15,8-9 1-15,-6 7-2 0,6-7 2 0,0 0 1 16,-8 5-2-16,8-5-1 0,0 0 3 0,0 0-4 16,-6 5 0-16,6-5-7 0,0 0 1 0,0 0 1 15,0 0-1-15,0 0 5 0,0 0-1 0,5 17 3 16,-5-17-2-16,8 9 13 0,-3-4 0 0,1 2-2 16,1-1 2-16,3 1-1 0,-3-3-1 0,2 1 3 15,2 2-3-15,-1-2-2 0,1 0 4 0,-2-1-6 16,4 1-9-16,0-1-5 0,-2-2-13 0,0 1-19 15,-1 1-5-15,1-3-8 0,-11-1-11 0,18 0-4 16,-6-1-3-16,-2-2-1 0,0-1 11 0,2-1 5 16,-5 0 4-16,0-3 10 0,-1 1 6 0,2-1 7 15,-3-1 13-15,-1-1 10 0,-3-1 16 0,2-1 5 16,-2 1 11-16,-2-1 0 0,1-4 14 0,0 7 15 16,0 9 8-16,-2-17 16 0,2 17 14 0,-1-12-7 15,1 12 3-15,0 0-8 0,0-12-7 0,0 12-9 16,0 0-5-16,-4-9-8 0,4 9-8 0,0 0-4 15,0 0-10-15,0 0 4 0,0 0 4 0,0 0-4 16,0 0 9-16,-11 30-5 0,8-19-3 16,2 1-2-16,0 6-3 0,-2-2-4 0,3 2 1 0,-3-1-4 15,2 2 4-15,5 8 4 0,-5-2 5 0,2 1 3 16,-1-1-4-16,3-2 0 0,-7 1 1 0,5 1 0 16,-1-4-1-16,1 3 0 0,1-4 1 0,-2-1 2 15,-2 0-2-15,4 0-1 0,-1-2-4 0,2 0-2 16,-6 0-9-16,4 0 5 0,-3-1-4 0,0-3-3 15,2-1-3-15,-1-1-1 0,-2-1-18 0,1 2-7 16,-2-5-13-16,4-7-17 0,-6 17-24 16,1-10-13-16,5-7-41 0,-9 8-44 0,9-8-48 0,-15 7-215 15,15-7-460-15,-20 0 204 0</inkml:trace>
  <inkml:trace contextRef="#ctx0" brushRef="#br0" timeOffset="45783.61">17765 3405 21 0,'0'0'179'0,"7"-8"-14"0,4 0-17 16,-3 1-16-16,5 2-10 0,5-4-13 15,9 1-10-15,-3-3-13 0,5 3-10 0,-1-1-8 0,1 2-24 16,0-4-33-16,5 2-36 0,-1 0-36 0,0 2-24 16,2 0-10-16,-2-1-71 0,-4 1-179 15,1 0 78-15</inkml:trace>
  <inkml:trace contextRef="#ctx0" brushRef="#br0" timeOffset="45917.09">18286 3241 406 0,'12'-4'14'0,"-5"1"36"0,-7 3 26 15,10-6 25-15,-8 3 22 0,-2 3 8 0,0 0 16 16,0 0 7-16,0 0 0 0,-13-11 2 0,13 11-6 16,-11-5-7-16,5 2-16 0,6 3 7 0,-10-2-13 15,10 2-2-15,-7-4-15 0,7 4-8 0,0 0-15 0,-9-3-8 16,9 3-8-16,0 0-18 0,0 0-36 16,0 0-29-16,-7-5-42 0,7 5-54 0,0 0-56 15,0 0-54-15,0 0-143 0,0 0-396 0,0 0 175 16</inkml:trace>
  <inkml:trace contextRef="#ctx0" brushRef="#br0" timeOffset="49566.18">16884 5160 44 0,'0'0'44'0,"0"0"-1"15,0 0-3-15,0 0-3 0,0 0-3 0,0 0 13 16,0 0-4-16,0 0-1 0,0 0-3 0,0 0-2 15,0 0-3-15,0 0 11 0,0 0 0 0,0 0 1 16,0 0-6-16,0 0-4 0,-10 18-2 0,10-18-2 16,0 0-3-16,0 0 2 0,0 0-10 0,0 0 3 15,0 0-5-15,0 0 8 0,0 0 1 0,0 0 10 16,0 0-11-16,0 0 4 0,0 0-3 0,0 0-1 16,0 0 10-16,0 0-4 0,0 0 1 0,0 0 1 15,0 0-3-15,0 0-3 0,0 0-3 0,0 0 1 16,0 0-6-16,0 0 3 0,0 0 0 0,0 0-1 15,0 0 0-15,15-14 6 0,-15 14-4 0,0 0-2 16,0 0 4-16,0 0-2 0,0 0-6 0,0 0-5 16,0 0 2-16,0 0-3 0,0 0-3 0,0 0 1 15,-14-7-3-15,14 7-4 0,0 0 0 0,0 0 8 16,-16 7-12-16,16-7 6 0,-9 5-1 0,5-1-2 16,0 1-3-16,4-5 0 0,-9 8-3 0,4-5 6 15,5-3-4-15,-5 7 0 0,5-7-1 0,-4 3 8 16,4-3-5-16,0 0-2 0,-4 6 0 0,4-6 7 15,0 0-8-15,0 0 3 0,0 0 0 0,0 0 3 16,0 0 1-16,0 0 0 0,0 0 5 0,8 9 4 16,-8-9-5-16,0 0 9 0,0 0-2 0,0 0-5 15,0 0 3-15,19-8-3 0,-19 8 3 0,5-4-3 16,0-1-1-16,-5 5-3 0,4-8-1 0,-4 8 2 16,4-7-2-16,-4 7 0 0,4-8-2 0,-4 8 3 15,2-10-4-15,-2 10 1 0,0-8-6 0,0 8 7 16,-1-10-2-16,1 10-5 0,0 0 2 0,-3-8 0 15,3 8 0-15,0 0 2 0,0 0 9 0,0 0-15 16,0 0-4-16,-6-6 2 0,6 6 0 0,0 0 3 16,0 0 0-16,-13 13-5 0,9-7 2 0,1-1 3 15,3-5 0-15,-7 10 0 0,5-4-2 0,2-6 2 16,-3 10 1-16,2-5 0 0,1-5-2 0,3 10 7 16,-3-10-2-16,2 8 5 0,-2-8-3 0,4 9-2 15,-4-9 0-15,5 4 7 0,-5-4 0 0,8 2 5 16,-8-2-3-16,11 1 4 0,-11-1-1 0,13-3-1 15,-13 3 3-15,10 0 5 0,-10 0 3 0,8-4-5 16,-8 4 0-16,9-5 3 0,-6 1-9 0,-3 4 0 0,4-6 2 16,-4 6-3-16,4-12-1 0,-4 12-3 0,0-9-4 15,0 9 0-15,0-12-1 0,0 12 3 16,-2-10-2-16,2 10 0 0,-2-7-4 0,2 7 3 16,0 0 4-16,-1-10-5 0,1 10-5 0,0 0 1 15,0 0-1-15,0 0-1 0,-9-2 0 0,9 2 0 0,0 0-2 16,-13 8 6-16,8-3-3 0,5-5 0 0,-6 9 2 15,2-5-1-15,3 2-1 0,1-6-1 16,-7 10 2-16,7-10 2 0,-1 7 0 0,1-7 3 16,0 0-2-16,1 10 1 0,-1-10 0 0,0 0 2 0,5 6-2 15,-5-6 4-15,5 3-4 0,-5-3 10 0,7 3-9 16,-7-3 8-16,0 0-4 0,10-2-1 0,-10 2 1 16,0 0-1-16,0 0 0 0,14-4 0 15,-14 4-1-15,5-3 0 0,-5 3-2 0,3-8 3 16,-3 8-4-16,2-9 0 0,-2 9-3 0,2-8 2 0,-2 8-11 15,-3-11 2-15,3 11 6 0,0-10 4 0,0 10-10 16,-2-9 2-16,2 9 0 0,-6-7 1 0,6 7-5 16,-6-3 6-16,6 3-4 0,0 0 2 15,-14 0 0-15,14 0-1 0,-12 5 2 0,9-1 1 16,-5 2-1-16,3-2 4 0,5-4-3 0,-6 10 1 0,2-7-1 16,4-3 1-16,-5 9-1 0,2-4 4 0,3-5-6 15,-1 9 6-15,1-9-4 0,-3 7 8 0,3-7-4 16,0 0 2-16,0 0 0 0,4 8 3 0,-4-8 2 15,0 0 1-15,9 1 6 0,-9-1 0 16,0 0-3-16,14-4 2 0,-14 4-1 0,11-6-2 0,-7 2 0 16,-4 4-1-16,8-8-1 0,-4 4-2 0,-3-2 0 15,-1 6 2-15,7-10-3 0,-4 2 2 0,-1 2-5 16,0-1 1-16,-2 7 0 0,3-10 1 16,-3 10-3-16,1-11-8 0,-1 11-9 0,0-8-4 0,0 8-19 15,0 0-25-15,0 0-23 0,0 0-21 0,0 0-15 16,0 0-24-16,0 0-114 0,-20 12-283 0,12-5 124 15</inkml:trace>
  <inkml:trace contextRef="#ctx0" brushRef="#br0" timeOffset="51315.33">16837 6074 16 0,'0'0'149'0,"0"0"-16"16,0 0-2-16,0 0-16 0,0 0-15 0,-8-8-2 15,8 8-14-15,0 0-1 0,0 0-13 0,0 0-15 16,0 0 0-16,0 0-7 0,0 0-4 15,0 0-5-15,-10 14-3 0,10-14-1 0,-5 7-6 0,1-2-11 16,4-5 7-16,-4 10-22 0,2-4 18 0,2-6-8 16,-3 10 4-16,1-5-4 0,2-5 0 0,0 0-3 15,2 12 2-15,-2-12-7 0,3 6 7 16,-3-6-1-16,0 0 8 0,5 5-6 0,-5-5 3 0,5 4 0 16,-5-4-3-16,0 0-5 0,10-3 1 0,-10 3 7 15,0 0-9-15,12-5 11 0,-12 5-2 0,6-4 3 16,-6 4 2-16,5-4 4 0,-5 4 6 0,0 0 1 15,4-9 4-15,-4 9-6 0,1-7-5 0,-1 7-3 16,-1-10-1-16,1 10-4 0,-3-9-3 0,3 9 0 16,-3-10 0-16,3 10 3 0,-3-7-3 0,3 7-6 15,0 0-5-15,-5-7 4 0,5 7-3 0,0 0 2 16,-10-2-6-16,10 2-3 0,0 0 7 0,0 0-3 16,-16 9-1-16,12-5-2 0,1 1-1 0,3-5 8 15,-7 9-3-15,5-4-5 0,2-5 3 0,-3 11-2 16,3-11 0-16,0 8 0 0,0-8 5 0,0 0-1 15,2 11-2-15,-2-11-5 0,0 0 2 0,5 6 11 16,-5-6-6-16,8 1 0 0,-8-1 1 0,0 0-2 16,12-1-1-16,-12 1-1 0,9-1 2 0,-9 1-3 15,9-6 4-15,-4 4-2 0,0-2 1 0,-5 4 4 16,7-7-3-16,-7 7-1 0,5-8 0 0,-4 3 0 16,-1 5-3-16,0-9 7 0,0 9-1 0,-1-10 1 15,1 10-3-15,0 0 2 0,-3-15-2 0,3 15 1 16,-2-7-2-16,2 7-4 0,-7-4-2 0,7 4 2 15,0 0-2-15,-8-3-2 0,8 3 1 0,-10-1 3 16,10 1-2-16,0 0 0 0,-13 8 2 0,10-5 1 16,-3 1-4-16,4 2 4 0,2-6-4 0,-8 9-1 15,8-9 7-15,-2 7-5 0,2-7 6 0,1 9 0 16,-1-9-2-16,0 0 2 0,8 9-10 0,-8-9 5 16,5 4 3-16,-5-4 7 0,9 1-10 0,-9-1 4 15,0 0-1-15,18-4-2 0,-12 2 4 0,-6 2-4 16,14-7 4-16,-6 3-6 0,-2 1 1 0,-1-1 10 15,0 0-5-15,1-1 4 0,-6 5-4 0,5-11-5 16,0 6 5-16,-5 5 2 0,2-9 1 0,-1 3-2 16,-1 6-1-16,2-13-1 0,-2 13-1 0,-2-11-1 15,2 11-4-15,0 0 9 0,-5-10-5 0,5 10 0 16,0 0-5-16,-5-6 2 0,5 6 2 0,0 0-1 16,0 0-1-16,-16 9-3 0,9-6 1 0,3 2 12 0,4-5-6 15,-8 9 0-15,4-5 1 0,0 0-4 0,4-4 3 16,-5 8-1-16,5-8 2 0,0 7-3 0,0-7 0 15,0 0 3-15,0 0-4 0,4 10 3 0,-4-10 3 16,6 3-1-16,-6-3-3 0,13 1 2 0,-13-1 1 16,13-4 2-16,-13 4-2 0,11-4 1 0,-5 4 1 15,-6 0 2-15,9-6 1 0,-9 6-2 0,7-5 10 16,-7 5-4-16,5-6 5 0,-5 6 1 0,0-8-3 16,0 8-6-16,0 0-2 0,0 0 4 15,-8-11-15-15,8 11-2 0,-8-3-17 0,8 3-9 0,-13 1-31 16,13-1-20-16,-15 4-40 0,8 1-158 0,-5-1-305 15,3 0 135-15</inkml:trace>
  <inkml:trace contextRef="#ctx0" brushRef="#br0" timeOffset="54467.24">22331 7486 69 0,'0'0'194'0,"0"0"-9"0,-3-8-14 16,3 8-14-16,0 0-14 0,0 0-15 0,0 0-16 15,0 0-7-15,0 0-12 0,0 0-13 0,0 0-11 16,0 0-8-16,0 0-4 0,0 0-7 0,0 0-10 15,0 0 0-15,0 0-6 0,13 17-2 0,-6-6-5 16,2 3 1-16,-2 1-1 0,2 1 0 0,4 7-2 16,-1-1-2-16,1 2-1 0,-3-6-1 0,-1 0-3 15,4 4 2-15,-2 3 0 0,0-4-1 0,-2-4-5 16,-1-1 0-16,0 1-2 0,0-1-1 0,0-1-3 16,-3-4-1-16,-1 0-2 0,1 0 3 0,-1-3 3 15,1 1-3-15,-2-1-2 0,-1-2 0 0,-2-6 1 16,4 8-3-16,-4-8 10 0,4 6 4 0,-4-6 12 15,2 7 12-15,-2-7 9 0,0 0 11 0,4 3 6 16,-4-3-4-16,0 0-5 0,0 0-5 0,13-14-7 16,-8 6-1-16,2-3-4 0,2-4 0 0,-2-2-6 15,3 0-2-15,-1 1 1 0,2-10-13 0,0 3 0 16,-1-1-11-16,-1-2-1 0,1 2-3 0,3-2 2 16,-6 0-11-16,3 1-2 0,-4 0-3 0,2 2 6 15,-3 5 1-15,-2-1-5 0,0 2 2 0,-1 3 0 16,-1 3 5-16,-1 0-2 0,1 2-2 0,0 3 2 15,-1 6-5-15,0-14 6 0,0 14-3 0,-1-8 3 16,1 8-1-16,-1-7-1 0,1 7-2 0,0 0 1 16,0 0-4-16,-11 0 3 0,11 0 0 0,-13 10 1 15,4 0-1-15,-1 2-2 0,-1 0 1 0,4-2-1 0,-1 0-2 16,3 0 3-16,2-2-1 0,1 0 2 16,2-1-3-16,0-7-5 0,2 15-9 0,2-5 3 15,5-4-6-15,0 2 0 0,6-2-15 0,5-1-12 16,-3-1-11-16,1-1-16 0,4 0-16 0,7-3-18 15,-2 0-17-15,1-2-23 0,-8 2-7 0,0 0-15 16,-5 2-131-16,-1-2-327 0,-3 0 145 0</inkml:trace>
  <inkml:trace contextRef="#ctx0" brushRef="#br0" timeOffset="54698.36">22955 7622 61 0,'0'0'229'0,"0"0"-1"0,0 0-3 0,0 0-9 0,0 0-7 16,0 0-10-16,0 0-14 0,0 0-15 0,0 0-16 16,0 0-12-16,0 0-17 0,0 0-15 0,0 0-18 15,0 0-4-15,-5 3-11 0,5-3 0 16,-3 17-9-16,3-2-6 0,-1 2-7 0,-2 1-2 0,2-1-8 16,0 1-2-16,-1 1-4 0,2 0-4 0,-1-1-16 15,1 1-33-15,-1-3-42 0,2 1-39 0,0-1-32 16,-2 0-29-16,1-5-46 0,1 3-191 15,-2-3-426-15,1-1 189 0</inkml:trace>
  <inkml:trace contextRef="#ctx0" brushRef="#br0" timeOffset="55266.18">23223 7784 67 0,'0'0'176'0,"0"0"-3"16,0 0-4-16,0 0-21 0,0 0-17 0,0 0-14 16,0 0-19-16,10-14 8 0,-7 8 5 0,1 0-4 15,-1-2-4-15,1-2-17 0,-2-2-5 0,0-4-3 16,1 5-12-16,-3-7-5 0,0 0-5 0,-2 0-9 16,1 2-1-16,-1-1-9 0,-2 0 1 0,2 3 15 15,0 5 7-15,-3-1 4 0,1 3 4 0,2-2-5 16,-1 3-4-16,-1 2-2 0,4 4 4 0,-6-7 2 15,2 1-6-15,4 6-5 0,-8-3-5 0,8 3-7 16,-10 0-3-16,10 0-11 0,0 0 0 0,-14 0-2 16,14 0-4-16,-9 5-4 0,9-5-5 0,-4 4-7 15,4-4-10-15,0 0-5 0,0 0-4 0,0 0-4 0,10 11 3 16,-1-5-8-16,0-1 6 0,3-3-4 16,-1 2 0-16,1-3 3 0,3 0 3 0,-2 1-1 15,0-2 5-15,-1 1 3 0,-1 0-5 0,-1 1 3 16,-2-1 0-16,-1 1-1 0,-7-2 1 0,13 2-1 0,-8 2 2 15,0-1 4-15,-5-3 9 0,9 11 4 16,-4-4 7-16,0 3 9 0,2-1-3 0,-3 3-3 16,-1-2 3-16,3 6-3 0,-1-1 0 0,0 0-5 15,-3-2-16-15,0-1-12 0,0 3-22 0,3-1-28 0,-3 2-40 16,1-5-51-16,-1 1-45 0,2 1-175 0,-2-1-407 16,-1-3 180-16</inkml:trace>
  <inkml:trace contextRef="#ctx0" brushRef="#br0" timeOffset="55552.85">23511 7346 166 0,'-2'-7'260'0,"2"7"-19"0,-1-10-28 0,1 10-22 16,-2-8-24-16,2 8-17 0,0 0-20 0,0 0-7 15,0 0 2-15,0 0 1 0,5 33-14 0,-4-14-10 16,0 8-1-16,3 0-2 0,-4 3-8 0,0-1-6 16,-1-2-8-16,1 2-7 0,-4-1-3 0,5 1-6 15,-5-3-7-15,3 3-3 0,0-5-8 0,0-5-5 16,-1-1-1-16,0-4-11 0,0 1-20 0,2-3-28 16,0-1-21-16,0-1-26 0,0-1-37 0,0 0-33 15,0-9-31-15,0 11-25 0,0-11-30 0,2 10-116 16,-2-10-369-16,0 0 164 0</inkml:trace>
  <inkml:trace contextRef="#ctx0" brushRef="#br0" timeOffset="55982.27">23478 7538 45 0,'0'0'153'0,"0"0"-14"15,0 0-11-15,2-7-18 0,-2 7-10 0,11-4-10 16,-3 2-8-16,2 1-16 0,1 1-5 0,1 1-6 15,-1 1-4-15,1 2-5 0,-1-2-10 0,-5 1 0 16,3 3 13-16,0 1 12 0,-3 3 10 0,1-1 5 0,0 2-2 16,-3 0 7-16,0 5-5 0,-1-4 4 15,-2 5-7-15,0-3-8 0,-1-3-2 0,3-1-10 16,-2 3-4-16,0-1-1 0,2-1-8 0,-2-1-6 16,0-1-2-16,4-2-2 0,-2 1-1 0,-1-3-2 15,2 0-2-15,0-1-1 0,0 1-3 0,-4-5-1 16,8 4-1-16,-8-4 1 0,9 0 0 0,-9 0 1 15,10 0 1-15,-10 0 1 0,13-6-6 0,-4 0 1 16,-2 1 5-16,0-3 0 0,-3-1-4 0,2 2 3 16,-1-6 5-16,-3 3 0 0,1-6-6 0,1-2-1 0,-1 3 0 15,-1 3 4-15,1-1-3 0,-2 4 2 0,0 0 7 16,-1 3 3-16,0 6 3 0,3-13-6 16,-3 13 0-16,0-10-5 0,0 10 1 0,0 0-13 15,2-5-2-15,-2 5 3 0,0 0 0 0,0 0-1 0,5 19-3 16,-5-6 4-16,0-4-3 0,2 8-9 0,-1-3-14 15,-1 1-14-15,2 2-26 0,0-6-30 16,0 7-44-16,1-2-40 0,-1-7-39 0,4 0-36 16,-4 2-132-16,3-4-402 0,3 0 178 0</inkml:trace>
  <inkml:trace contextRef="#ctx0" brushRef="#br0" timeOffset="56367.28">24104 7510 81 0,'-9'-6'234'0,"0"1"-5"16,-2 1-17-16,-2 0-10 0,-4 8-13 0,-1-3-14 16,1 7-14-16,-2 3-11 0,-6 7-18 15,2 2-12-15,1-1-6 0,4 0-16 0,3 2-10 0,3-2-12 16,4-4-5-16,3 3-6 0,3-1-7 0,-2-2-3 16,3 0-4-16,-1 1-8 0,5-5-1 0,-2-2-6 15,3 1-7-15,1-2-4 0,0-2-3 0,2-2-5 16,0 0-2-16,1-3 3 0,0 0 0 0,2-2-6 15,0-1-1-15,0 1 0 0,-1-3 6 0,0 1 6 16,-4-3-4-16,2-1 5 0,-1-3 2 0,-1 1 6 16,0 0 8-16,-2-2 2 0,-1 2 0 15,1-1-6-15,-2-2-3 0,-2 2 2 0,0 0 2 0,1 10 4 16,0-12 8-16,1 6-1 0,-1 6 0 0,-1-11-7 16,1 11-2-16,0 0-8 0,1-7-4 0,-1 7-6 15,0 0-9-15,0 0 7 0,0 0-1 0,0 0-2 16,-4 32 0-16,3-20-1 0,1 5-2 0,0 0-4 15,0-1-2-15,1 1-16 0,2 2-20 0,-2-1-20 16,3 0-27-16,-3-3-31 0,2 0-26 0,-1-1-36 16,0-1-32-16,1-3-31 0,4 0-224 0,-6-2-493 15,3-3 219-15</inkml:trace>
  <inkml:trace contextRef="#ctx0" brushRef="#br0" timeOffset="56583.41">24193 7323 232 0,'0'-9'290'0,"0"1"-17"15,0 8-21-15,-1-13-29 0,1 13-26 0,0-7-23 16,0 7 0-16,0 0-19 0,0 0-12 0,0 0-9 16,1 37-11-16,0-9-13 0,-1 2-11 0,0 2-8 15,2 0-5-15,-2 1-13 0,3 2-6 0,0-4 1 16,-2 2-33-16,3 0-24 0,-3-1-34 0,1-1-36 15,-2-1-28-15,1-1-35 0,0-3-51 0,-2 0-59 16,-2 1-154-16,1-6-418 0,-2-3 185 0</inkml:trace>
  <inkml:trace contextRef="#ctx0" brushRef="#br0" timeOffset="57088.32">24782 7583 2948 0,'-3'-16'16'0,"-4"0"10"0,0 3 39 16,-1-1-20-16,1 4 10 0,-3 1 5 0,2 1 12 15,-1 1 9-15,-1 3-30 0,1-1-10 0,0 2-4 16,-1 2-6-16,-4 2-9 0,5 6 0 0,-5-1-1 0,1 6 1 16,-3 3-8-16,3 0 0 0,-4 5-1 0,11-3 2 15,-4 0-4-15,3 1-8 0,5-3-17 16,-3 0-4-16,6 1-8 0,-1-3-10 0,0-2-3 15,2 0-7-15,1-1-8 0,-1-3-6 0,4-3 7 0,-1 1 5 16,0 1 6-16,-1-5 8 0,-4-1 6 0,0 0 8 16,12-1 5-16,-12 1 5 0,9-5 4 15,-5 1 6-15,3-4 9 0,-1-3 4 0,-3 7 1 16,0-7 2-16,3 3 7 0,-3-2-4 0,1 2 5 0,0-3-7 16,2 4-3-16,-3 0-2 0,0 1 5 0,-3 6-1 15,3-8-6-15,-3 8-3 0,4-7-9 16,-4 7 7-16,0 0-4 0,0 0-8 0,0 0 6 15,18 22 10-15,-13-3 6 0,5 9 6 0,-4 3 1 0,-1 3-2 16,5 10 7-16,-10 2-5 0,2-10-1 0,0 10 0 16,-5 0 4-16,1-11-8 0,-5-1 1 15,5 0 1-15,-5-1 1 0,1 1-8 0,-1-1 0 0,-3-3-1 16,3-1 0-16,-1-2 8 0,-1-1 2 0,0-8 8 16,-4 3-5-16,2-8 5 0,-5 0-2 0,5-1 3 15,-7-3-1-15,3-2-3 0,-2-1-3 0,-1-4-2 16,2-2-2-16,-5-3-13 0,4-4-27 0,-2-1-22 15,-4-4-30-15,7 0-34 0,-5-7-53 0,2 0-54 16,1-4-63-16,0 2-236 0,4-4-555 0,4-1 246 16</inkml:trace>
  <inkml:trace contextRef="#ctx0" brushRef="#br0" timeOffset="58017.6">24786 7592 138 0,'1'-7'222'0,"-1"7"-18"0,0 0-23 0,0 0-20 16,8-2-20-16,-8 2-13 0,0 0-10 0,15 9-5 15,-7-1-7-15,2 3 1 0,-2-2-9 16,2 6-11-16,1-1-8 0,-2 1 0 0,-1-1-3 15,0 0-6-15,-3 0-3 0,1-4-3 0,-2 5 4 0,0-4 1 16,-1 1-4-16,-3-5-3 0,-2 5 1 0,1-4-4 16,-1-1 0-16,2-7-8 0,-3 11-4 0,2-7-7 15,1-4-4-15,0 0 4 0,-4 10-7 16,4-10-3-16,0 0-5 0,0 0 1 0,-4 6-9 0,4-6-11 16,0 0-6-16,0 0-4 0,0 0 0 0,-1-22-3 15,5 13-3-15,-1-2-6 0,0-1-5 0,6-2 4 16,0 0 0-16,1-4 0 0,2 2 3 0,-1-1 1 15,2 4 2-15,-1-1 1 0,-4 1-1 0,3 3 3 16,-3 3 2-16,-1-2 1 0,1 2 6 0,-3 3-3 16,0 0 1-16,-1-1 1 0,-4 5-4 0,5-7-1 15,-5 7 1-15,6-2 1 0,-6 2 6 0,0 0 10 16,0 0 4-16,7 14-1 0,-5-7 12 0,-2-7 0 16,3 13-6-16,-3-2-2 0,1 0 5 0,0 2-8 15,-2-3 0-15,5 3-4 0,-3-3-2 0,1 3 2 16,1-3-2-16,0-1 0 0,-1-3-5 0,4 1-2 15,-4 0-5-15,2-1-2 0,2-1-4 0,-2-1 2 16,1 0-3-16,1-1 4 0,1-1-4 0,2-1-1 16,-9-1 5-16,14-1-5 0,-4-3 3 0,-5 2 0 15,4-3-4-15,-1-2 7 0,-3 5 0 0,-1-6 0 16,1-1-2-16,-2 2 2 0,-1-5-3 16,-4 2-1-16,-1-3 0 0,0 0-2 0,-2-4 8 0,2 8 3 15,-3-4 3-15,1 4-2 0,0-2-1 0,-1 2 2 16,-1 0 1-16,3 0 1 0,2 3 1 0,2 6-2 15,-7-8-4-15,7 8 0 0,-3-7-8 16,3 7-3-16,-3-7-3 0,3 7-3 0,0 0-3 0,0 0 3 16,6-8 1-16,-6 8-2 0,12-4 5 0,-4 3 0 15,5 0 4-15,-2 0-3 0,-2 0 1 0,0 1 0 16,1 2 3-16,-10-2-4 0,15 1 3 0,-8 3-1 16,-2-1 4-16,1 0 0 0,-1 0 3 0,-1 2 9 15,3 4 6-15,-5-1 2 0,2 2 7 0,-3 1-5 16,3-1-3-16,0 3 2 0,-4-4-5 0,4 3 1 15,-2-3 0-15,1 1 1 0,0-1-5 0,-1-1 2 16,-1-1-5-16,3 1 1 0,0-3 0 0,0 0-1 16,-2 0 0-16,-2-5-4 0,7 9 3 0,-1-7 0 0,-6-2-1 15,10 2 0-15,-10-2 1 0,13 0 2 16,-13 0-2-16,12-4-1 0,-6 1 0 0,1 0 5 16,-1 0-5-16,-1-3 2 0,4-1-2 0,-4-1 3 15,-3-1-3-15,1-2 2 0,0 0-3 0,-2 1 0 0,-1-2-3 16,4 5 7-16,-2 0 3 0,2 1 2 0,-3-1 0 15,-1 7-3-15,3-8 0 0,-3 8-3 16,2-6-6-16,-2 6 1 0,0 0-3 0,0 0-1 16,0 0-1-16,0 0 2 0,0 0 5 0,7 21-1 0,-5-12 0 15,0 2-21-15,0 0-25 0,1 1-29 16,-3 1-29-16,3-1-41 0,-1 1-39 0,-1-3-44 16,4 2-158-16,-3 0-418 0,0-4 185 0</inkml:trace>
  <inkml:trace contextRef="#ctx0" brushRef="#br0" timeOffset="58382.38">25581 7609 45 0,'0'0'186'0,"0"0"5"0,0 0-8 15,5 11-11-15,-5-11-23 0,3 15-11 0,-3-8-17 16,0-7 0-16,0 14-14 0,1-10-2 0,-1 6-10 15,0-2-5-15,0-8-11 0,2 10-3 0,-2-10-1 16,2 8 3-16,-2-8 6 0,0 0 6 0,0 7 2 16,0-7 10-16,0 0-2 0,0 0 5 0,0 0 11 15,0 0-1-15,0 0-8 0,0 0-8 0,0 0-16 16,0 0-13-16,0 0-9 0,8-21-11 0,-5 11 1 16,2-2-13-16,-1 2-10 0,1-5-4 0,2 0-7 15,-1 5-7-15,3-1 0 0,-2 2-2 0,-2 0-8 16,1 1 3-16,-2 5 2 0,1-3-6 0,-5 6 6 15,7-7-10-15,-7 7 0 0,4-2 0 0,-4 2 0 16,0 0 1-16,12 10 2 0,-8-2-3 0,-2 1 2 16,3 1 0-16,-1 3-12 0,1 0-27 0,-1 0-31 15,-1 2-44-15,-1 2-45 0,2-7-49 0,0 3-39 16,0-2-180-16,0-1-465 0,1-2 206 0</inkml:trace>
  <inkml:trace contextRef="#ctx0" brushRef="#br0" timeOffset="58817.23">26046 7574 33 0,'-2'-10'289'0,"-2"3"2"15,0-3-11-15,-2 2-18 0,1 4-4 0,-1-2-26 16,1 2-18-16,-2 1-14 0,0 0-21 0,-4 2-16 16,-2 2-15-16,0 2-19 0,-1 6-8 0,-4 1-17 15,0 0-7-15,3 4-12 0,-4 4-9 0,6-1-9 16,4-1-9-16,0-1-5 0,4 0-5 0,1 2-6 15,4-6-11-15,0 1-15 0,0-3-17 0,2 1-6 16,0-5 0-16,3 1 3 0,4 2-3 0,-4-7-2 16,5 3 1-16,1-4 1 0,1-1 0 0,1-2 0 15,1 0-1-15,-3-4 2 0,0-1 3 0,1 2 5 16,-1-8 14-16,-3 1-3 0,0-1 13 0,1-1-2 16,-3-2 0-16,-2-1 6 0,-1-2-3 0,-1 2 2 0,1-10-3 15,-3 2-1-15,0 1-3 0,0-1 5 0,2 1-4 16,-2-2-10-16,2-1 16 0,-2 2 0 15,0 7-2-15,0 0 3 0,0 7 10 0,0 0-2 0,0 0 2 16,0 3 8-16,0 4-25 0,0 5 11 16,0-12-17-16,0 12-14 0,1-6 5 0,-1 6 0 15,0 0 1-15,0 0 4 0,-1 31-1 0,-3-11-1 16,1 7 4-16,1 5 1 0,-3-2-11 0,1 4 6 16,4-3-1-16,-2-1 1 0,2 0-2 0,0-2-1 15,0 2-2-15,6-5-4 0,-4-4-44 0,1-3-31 0,2 0-33 16,-1-1-37-16,1-1-51 0,-1 0-39 0,5-7-57 15,-1 0-236-15,2-3-570 0,-3-1 253 0</inkml:trace>
  <inkml:trace contextRef="#ctx0" brushRef="#br0" timeOffset="59155.14">26479 7551 208 0,'0'0'270'0,"0"0"0"16,0 0-8-16,0 0-9 0,0 0-17 0,0 0-18 16,0 0-18-16,0 0-18 0,0 0-9 0,0 0-18 15,0 0-4-15,0 0-9 0,0 0-7 0,0 0-6 16,0 0-19-16,0 0-4 0,0 0-11 0,0 0-9 16,0 0-5-16,0 0-6 0,0 0-8 0,5-6-7 15,3 6-5-15,2-3-7 0,1 3 1 0,0 0-7 16,-1 0-1-16,-10 0 0 0,15-1-7 0,-9-1-2 15,-6 2 5-15,12 0 15 0,-12 0-8 0,0 0-5 16,11 0 14-16,-11 0 8 0,0 0-6 0,6-3 1 16,-6 3 1-16,0 0 4 0,0 0-9 0,0 0-8 15,0 0-18-15,0 0 12 0,0 0-10 0,10 0-2 16,-10 0-19-16,0 0-25 0,0 0-37 0,0 0-50 16,0 0-78-16,0 0-106 0,0-12-95 0,0 12-234 15,-10-11-670-15,10 11 296 0</inkml:trace>
  <inkml:trace contextRef="#ctx0" brushRef="#br0" timeOffset="60183.46">27076 7751 14 0,'0'0'235'0,"0"0"-19"0,0 0-17 0,0 0-18 0,0 0-14 15,9-20-12-15,1 11-9 0,7-3-8 0,-1-2 2 16,5-4-4-16,-1-3-6 0,0 6-5 0,-5 2-12 16,3-1-8-16,1-5 1 0,-8 6 1 15,0 0-15-15,1 0-5 0,-4-2-1 0,-1 8-2 0,-1-6 0 16,-1 4-5-16,0-4-12 0,-1 3 1 0,1 2 3 16,-5-4 3-16,2 7 0 0,0-3 0 0,-2 8-4 15,0-10-9-15,0 10-4 0,0-8-3 0,0 8-13 16,0 0 0-16,0 0-6 0,0-8-15 0,0 8 8 15,0 0-13-15,0 0 2 0,-15 14-2 0,5 2 1 16,-3 6-4-16,1 1 3 0,-1 2-9 0,0 1 4 16,1 0-5-16,4-3 4 0,3-4-1 0,1 0-6 0,0 0 2 15,6-4-2-15,2 3 4 0,-2-5-14 0,3 0-19 16,5-2-5-16,0 0-8 0,1-2-18 16,8-2-21-16,-2 0-25 0,3-5-36 0,0-1-14 15,9-2-34-15,0-7-29 0,-1 4-21 0,-1-3-199 0,-7-1-472 16,-3-3 209-16</inkml:trace>
  <inkml:trace contextRef="#ctx0" brushRef="#br0" timeOffset="60329.05">27434 7276 70 0,'-4'-5'191'0,"4"5"-13"0,-8-7-23 0,8 7-17 0,-4-7-26 16,4 7-38-16,0 0-28 0,0 0-14 15,0 0-20-15,0 0-29 0,0 0-27 0,0 0-35 0,20 19-66 16,-14-14-157-16,4 1 70 0</inkml:trace>
  <inkml:trace contextRef="#ctx0" brushRef="#br0" timeOffset="60565.98">27654 7239 56 0,'0'0'223'16,"2"-11"4"-16,-2 11-9 0,0 0-5 0,-2-10-19 15,2 10-11-15,0 0-19 0,0-9-15 0,0 9-21 16,0 0-14-16,0 0 6 0,0 0 2 0,0 0-1 16,0 26-2-16,-2-7-3 0,1 5-4 0,0 2-8 15,-4 3-2-15,5-1-5 0,-5 0-11 0,2 0-11 16,2 1-5-16,-2-2-5 0,3 1-10 0,0-2-7 16,0-2 7-16,0 2-11 0,0-6-3 0,0 1-13 15,-2-4-23-15,4 2-31 0,-4-3-45 0,4-3-48 16,-4 3-53-16,4-6-25 0,-2 0-51 0,-2 0-190 15,-2-1-473-15,1 0 211 0</inkml:trace>
  <inkml:trace contextRef="#ctx0" brushRef="#br0" timeOffset="60732.31">27531 7470 49 0,'0'0'224'0,"0"0"-29"0,3-5-8 0,-3 5-31 16,9-2-19-16,-1 0-19 0,5 1-38 0,9-2-44 16,10 1-46-16,6-1-54 0,-2 1-121 0,2 2-201 15,14 4 90-15</inkml:trace>
  <inkml:trace contextRef="#ctx0" brushRef="#br0" timeOffset="61199.55">28295 7837 67 0,'0'0'268'0,"0"0"-15"0,0 0-14 0,0 0-19 16,3-26-7-16,2 11-22 0,0-1-12 0,6-7-16 16,2-1-10-16,1 1-18 0,3 0-9 0,-1-1 1 15,2-4-16-15,2 0-16 0,-4 2-3 0,2-4-10 16,1 1-6-16,-4 0-9 0,1-3-7 15,-1 6 19-15,-3-3-1 0,1 6-4 0,-8 7 12 0,-1-1 4 16,2 2-7-16,-5 3 10 0,1 4 0 0,-2-1-6 16,0 9-13-16,-3-13-2 0,-3 9-22 0,2 1-3 15,-7-2-3-15,-1 6-6 0,-6 3-4 0,-3 3-15 16,-5 6 0-16,0 1 2 0,-1-1-11 0,4 4-5 16,1 0-8-16,7-6-5 0,2 3-18 0,3 0-11 15,2 2 1-15,6-5-9 0,1 5-4 0,3 0-6 16,4 1-3-16,2-2-1 0,1 2 2 0,6-3-6 15,2 3 4-15,6 1 2 0,0-2 8 0,-2 1 1 16,-4-6 6-16,2-2 5 0,3 7 1 0,-5-6 2 16,-4-1 5-16,1-3-1 0,-5 2 6 0,0-1 2 15,-3-1 0-15,0 2 6 0,-2-4 12 0,-1 1 1 0,-3-5 9 16,-2 10-2-16,2-10 4 0,-11 8 2 16,3 1 0-16,-2-6-1 0,-4 1-3 0,3 0 0 15,-7 3-13-15,5-2-17 0,3 0-15 0,-2-2-26 0,2 1-25 16,0-2-40-16,2-2-50 0,8 0-54 15,-11 1-166-15,11-1-432 0,0 0 191 0</inkml:trace>
  <inkml:trace contextRef="#ctx0" brushRef="#br0" timeOffset="61416.2">28776 7441 41 0,'2'-6'299'0,"2"-2"-5"16,-4 8-8-16,4-8-13 0,-4 8-17 0,1-8-27 15,-1 8-30-15,0 0-21 0,4-6-24 0,-4 6-14 0,0 0-11 16,0 0-7-16,3 18-12 0,-2-6-4 0,-1-1-10 16,0 8-11-16,1 9-4 0,-1-3-9 0,4-1-10 15,-3-1-5-15,2-5-14 0,0 2-27 16,-2-1-20-16,4-1-29 0,-4-1-36 0,0 1-35 0,1-1-38 16,0-4-47-16,1-5-23 0,-3 4-38 0,0-2-138 15,0-10-420-15,-3 14 186 0</inkml:trace>
  <inkml:trace contextRef="#ctx0" brushRef="#br0" timeOffset="61565.9">28773 7229 182 0,'-1'-7'186'0,"-1"-1"-31"15,2 8-53-15,-3-8-45 0,3 8-10 0,0 0-22 16,0 0-14-16,6 26-45 0,3-3-36 0,-7 5-41 15,4 6-119-15,1-1 54 0</inkml:trace>
  <inkml:trace contextRef="#ctx0" brushRef="#br0" timeOffset="61816.53">28994 7684 202 0,'0'0'270'0,"0"0"-2"0,0 0-6 15,-12-17-17-15,12 17-18 0,-6-12-12 0,5 3-7 16,-2-2-23-16,3 1-20 0,3-5-11 15,2-2-23-15,0 1-20 0,1 4-3 0,5-3-16 0,0 3-10 16,3-4-9-16,-1 7-5 0,0-1-9 0,-2 2-7 16,0 2-6-16,-1 3-8 0,0 0-2 0,2 3-10 15,-2 0-2-15,-2 3-1 0,1 0-3 0,-2 3-1 16,0 0-4-16,0 3 4 0,-2 1-5 0,1 1 1 16,-1 3-10-16,1 1-4 0,-2-2-14 0,-2-1-16 15,1 0-23-15,-1 4-21 0,0-4-34 0,-1-1-41 16,0 0-51-16,2-1-43 0,-3 1-195 0,0-1-471 15,-1-2 209-15</inkml:trace>
  <inkml:trace contextRef="#ctx0" brushRef="#br0" timeOffset="62066.53">29290 7268 54 0,'-3'-12'306'0,"0"3"-13"0,2 0-16 15,1 9-26-15,0-13-27 0,0 13-26 0,-3-6-25 16,3 6-21-16,0 0-14 0,0 0-14 0,0 0 3 16,3 36-4-16,-2-8-3 0,-1 4-6 0,3 3 5 15,0-3-21-15,-6 14-8 0,2-11-8 0,-2-2-5 16,2 2-8-16,-1 13-4 0,1-15-9 0,-3-3-2 16,-1 2-8-16,3-3-10 0,1-10-31 0,-3-1-33 15,0 1-33-15,3-3-47 0,-2-3-45 0,2-2-44 16,-1-2-33-16,1 1-219 0,-1-5-487 0,2-5 215 15</inkml:trace>
  <inkml:trace contextRef="#ctx0" brushRef="#br0" timeOffset="62654.86">29569 7321 247 0,'0'0'246'0,"-5"-8"-20"16,5 8-24-16,-15-2-13 0,3 5-17 0,-7 2-18 15,-4 7-14-15,-2 3-15 0,-3 0-13 0,1 1-11 16,1 2-13-16,4 1-7 0,-2-1-5 0,2-1-14 16,7-3-8-16,2-3-10 0,2 1-9 0,3-3-2 15,1-4-10-15,3 1-5 0,-1 1-8 0,1-4-8 16,4-3 1-16,-5 6-2 0,5-6 2 0,-8 5 2 16,8-5 1-16,0 0 2 0,-4 6 2 0,4-6-3 15,0 0-2-15,0 0 1 0,9 8-3 0,-9-8-1 16,10 6 2-16,-3-2-1 0,2 0-3 0,2 2 0 15,1 0 2-15,-1 0 1 0,4 3 0 0,2-1-4 16,-2 2 5-16,4-3-1 0,-2-1 1 0,2-1 3 16,2 2 2-16,6-1-1 0,-6-5 1 0,6 0-3 15,-6-3 1-15,5-4 5 0,-5 1 5 0,-3-1-2 0,2 1 9 16,-2-4-5-16,8-3 3 0,-13 3 4 16,4 0 4-16,-6 0 5 0,0 2 4 0,2-5 7 15,-5 5 4-15,-2-6 9 0,2 4-9 0,-5-3-1 16,1-4-7-16,1 1 2 0,-2-1-1 0,0 1-2 0,-3 4-3 15,2 0-4-15,-2 1 3 0,3 0 1 16,-3 5 8-16,0 5-2 0,1-11 5 0,-1 11-7 0,2-8-5 16,-2 8-6-16,0 0-9 0,0 0-2 15,0 0 0-15,0 0 1 0,0 0-13 0,-23 17 2 16,11-4 1-16,0 3-1 0,1 0-2 0,-2 6 0 16,4-7 6-16,0 2-13 0,0-1 4 0,4 1-25 15,2-1-2-15,3-1 7 0,0 0-1 0,0-1-7 16,3-4-19-16,2 7 2 0,3-8 3 0,1 5 3 15,-2-4 3-15,5 3 4 0,-5-5-1 0,-1-2 5 16,1 2 1-16,0 1 2 0,-1-5 1 0,-2 3 2 16,0-1 1-16,0-3-5 0,-4-3-5 0,1 9 6 15,-1-9-2-15,0 0 5 0,-1 10-3 0,1-10-16 0,-8 6-21 16,3-4-27-16,-5 3-30 0,10-5-44 16,-16 2-29-16,6-2-67 0,10 0-133 0,-18-2-418 15,18 2 184-15</inkml:trace>
  <inkml:trace contextRef="#ctx0" brushRef="#br0" timeOffset="63323.18">30309 7452 213 0,'-2'-7'312'16,"2"7"-7"-16,-4-7-16 0,4 7-13 0,0 0-19 0,0 0-22 15,-4-7-12-15,4 7-37 0,0 0-20 0,0 0-21 16,0 0-18-16,0 0-15 0,0 0-10 0,0 0-9 16,0 0-8-16,3 24-12 0,-2-12 0 0,-1 6-13 15,1 1-7-15,-1 5-3 0,-1-4-7 16,0 8-2-16,1-9-4 0,-2-1-4 0,4 0 4 0,-2-3-2 15,0-4-14-15,0 1-1 0,0-3-2 0,-2-1 1 16,2-8 1-16,-1 15-1 0,1-15 9 0,0 9 6 16,0-9 5-16,-1 8 2 0,1-8 24 15,0 0 4-15,0 0-6 0,0 0 2 0,0 0 8 16,0 0-23-16,0 0-10 0,0 0-9 0,0 0-1 0,-7-28-10 16,7 16-7-16,3-3-10 0,2-6-19 15,0-3 9-15,4-1-6 0,4 2-6 0,-3 1-6 0,4-4-4 16,3 1 0-16,-2 2-1 0,1 3 2 0,3-1 5 15,-8 10 0-15,2-2-1 0,2 1 0 0,-4 6 2 16,1 0 0-16,-3 1 2 0,0 3-5 0,3 2 6 16,-3 3-3-16,0 1 6 0,1 4 0 0,0 6 2 15,-1 1 6-15,-1 2 8 0,-2-1 5 0,-1 3 2 16,-2 2-4-16,1-1 2 0,-1 0-1 16,3 2-4-16,-4-2 6 0,-2-1-3 0,3-1 5 0,-3-1 2 15,2-2-7-15,-1-4-31 0,2 0-33 0,-4-1-38 16,1-1-38-16,1-3-43 0,-1-6-36 0,2 12-39 15,1-10-32-15,-3-2-174 0,4 6-497 0,-4-6 221 16</inkml:trace>
  <inkml:trace contextRef="#ctx0" brushRef="#br0" timeOffset="63619.11">30790 7499 229 0,'0'0'241'0,"-5"-11"-16"16,5 11-8-16,0 0-14 0,0 0-10 0,0 0-15 15,-16 19-13-15,15-8-8 0,-3-1-19 0,2 0-12 16,0 1-13-16,2 1-9 0,0 0-13 0,3 2-4 16,2-4 1-16,0 3-4 0,3-3-1 0,1 1-3 15,1-4-4-15,7 0-4 0,1-1-5 0,1-1-7 16,0-2-2-16,0-3-1 0,0-2 3 0,-2 0-8 16,-4-4 13-16,-1 1 0 0,-1-1 12 0,-1 0-4 15,-1-2-3-15,-1-2-10 0,-1-1-11 0,1-2 1 16,-4-4-6-16,-3 5-4 0,2-4-10 0,-6 0-7 15,0 5-12-15,-1-6-22 0,-1 5-4 0,-2 2-20 16,0-1-31-16,-2 4-26 0,-3 0-28 0,-5 1-29 16,-5 4-28-16,1 2-23 0,-8 4-44 0,-5 7-232 15,-3-2-514-15,1 3 227 0</inkml:trace>
  <inkml:trace contextRef="#ctx0" brushRef="#br0" timeOffset="65667.92">28664 8303 118 0,'-16'-7'270'0,"1"3"-3"0,1 3-16 0,-4-2-10 0,-2 3-20 15,2 2-24-15,1 3-20 0,-4 4-18 0,1 6-14 16,-2 4-14-16,-1 6-11 0,5 5-10 0,0 1-9 16,-5 10-11-16,9-9-8 0,3 4-10 0,3-2 3 15,6-1-17-15,-2 0-5 0,5-2-7 0,2-2-1 16,1-1-4-16,4-3-3 0,1-7-1 0,1 0-4 16,1-1 2-16,3-3 1 0,1-2-3 0,0-2-4 15,2-3 2-15,1-3-3 0,2-3-6 0,1-2-1 16,-1-2-2-16,7-4-1 0,-8-3-2 0,0-1 0 15,4-3-3-15,-6-5-1 0,5-2-1 0,-7 1 1 16,-1-2-6-16,3-2 3 0,-4-2 0 0,-3 2-3 16,0-2-2-16,-2-2 1 0,-1 2 6 0,-1 0-11 15,1-3 3-15,-5 11-1 0,2 1 6 0,0 1 0 0,-1 6-3 16,-2 1 7-16,0 1-3 0,-1 8-1 16,3-10-4-16,-3 10-4 0,1-5 0 0,-1 5 6 15,0 0-11-15,0 0 5 0,0 0 3 0,0 0 5 16,3 25-2-16,-4-9-3 0,1 3 4 0,2-3-4 15,-2 4-1-15,0-1 0 0,3-1-2 0,-3 3 6 16,9-6-8-16,-4 2 6 0,1 0-2 0,3-2 4 16,0-7-3-16,-1 3 3 0,0-4-2 0,0 0-2 15,4-2 3-15,-3-1-5 0,2-3-2 0,1-2 2 16,1-2 0-16,1 0 1 0,-3-3 2 0,3-3-2 0,-1 2 2 16,-3-1-5-16,0-2 5 0,1-6-5 15,-4 4 2-15,5-10-1 0,-2-1-2 0,-2-2-4 16,-1 2 0-16,5 0 2 0,-7 7-2 0,4-9 0 15,-4 10 3-15,4-1-1 0,-7 4 3 0,1 2 2 0,0 0-4 16,-2 5 7-16,-1 5 1 0,2-10-2 0,-2 10 1 16,3-8 1-16,-3 8-9 0,0 0 3 15,0 0-4-15,0 0 3 0,0 0 5 0,0 0 1 16,4 20 3-16,-5-4 1 0,-2 2 1 0,3-1-1 0,-1 3 0 16,1 3-6-16,0-4 4 0,0 0-1 0,-2-2 2 15,5 2 3-15,0-7-7 0,1-1-2 16,-1 2 9-16,5-2-5 0,0-2 3 0,1-2 2 0,1 1-6 15,0-2 2-15,2-4 2 0,1 2-6 0,4-3 5 16,2-2-1-16,0-3-5 0,-2-1 16 0,3-3-14 16,-1 2-4-16,-2-5 1 0,0-2-2 0,-3 0-3 15,0 0 0-15,0-3 7 0,-1-7-12 0,1 1 2 16,-5 6-2-16,-3-4 2 0,0 1-7 16,0 1 4-16,-4-2-2 0,-2 4 4 0,0 1 1 0,-1 0 7 15,-3 2-5-15,-1 3 7 0,1 0 7 0,-1 2-2 16,0 0-2-16,0 3 3 0,0 1 0 0,5 4-4 15,-14-4-1-15,7 3-1 0,7 1 0 0,-16 0 0 16,16 0-4-16,-12 4 3 0,12-4-5 0,-11 4 3 16,11-4-5-16,-7 4-11 0,7-4-6 0,-1 8-1 15,1-8-2-15,0 0 3 0,13 8-4 0,-4-4 1 16,4-2 6-16,1-2-1 0,2 0 4 0,3-1-1 16,-6 1 5-16,5-3-1 0,-3 3 2 0,1-2 2 15,-5-1 2-15,1 2-1 0,-2 1 3 0,-3-3 1 16,-7 3 1-16,11-1 0 0,-11 1 1 0,9-1 3 15,-9 1-2-15,0 0-1 0,8-1-1 0,-8 1 1 16,0 0 5-16,8 6 9 0,-4 0 0 0,-4-6 0 16,3 11 11-16,-2 0 0 0,0 5 14 0,1 1-10 15,-2-1 2-15,0-3-4 0,-2 3 0 0,4 2-6 16,-1-1 3-16,-1 0-3 0,3-4-4 0,-2 3 0 16,3-4-4-16,-4-2 1 0,4 1-1 0,1-1 2 15,0-4 0-15,2 2-2 0,-1 0-1 0,3-2-2 16,-1-4 0-16,3 1-5 0,-1-2 3 0,5 0 0 15,-2-3 2-15,6-3-8 0,-2-1 4 0,-1-1-2 16,0-2-3-16,-1 0-10 0,-1-2 7 0,-4 1-5 16,3-2 3-16,1-9-5 0,-5 6-7 0,0-2-1 15,-2-1-3-15,-4 1 4 0,1-1-1 0,-4 1 5 16,-1-2 2-16,-3 3 1 0,2-1 0 0,-4 1 3 16,0 5 6-16,2 1 5 0,-2 0 2 0,-1 5 2 15,1-4 4-15,3 4-4 0,-2 0 3 0,5 5-6 0,-5-9 9 16,5 9-12-16,-6-4 0 0,6 4-3 0,-5-5-10 15,5 5-6-15,0 0 7 0,0 0-2 16,0 0-2-16,0 0 1 0,0 0-1 0,25 5 2 16,-12-4-1-16,-2 1 3 0,2 2 1 0,1-2 8 0,-3 0-7 15,3 1 0-15,-5 0 1 0,1-1 2 0,-3 2-1 16,2 2 1-16,-2-2 2 0,-1 2 3 0,3 2 4 16,-5 1 3-16,0 1 11 0,-2 5 3 15,-2 5 2-15,-1-2-1 0,-2 1 4 0,0-1-1 16,-4 8-2-16,4-7 0 0,1 0-3 0,-2 0-2 0,3-2-2 15,0 1-4-15,1-3 1 0,0-3-1 0,2 1 4 16,2-2-4-16,4 0-2 0,-1-1 2 0,1-2 2 16,2-2-2-16,3 0-2 0,3-3 1 15,-1-1-4-15,2 0 3 0,3-6-4 0,-1 3 5 0,-1-6-5 16,2 2 4-16,-3-2-3 0,2-3-1 0,-2 3 3 16,-2-5-2-16,-2-1 3 0,2 0-6 0,-2-2 4 15,0 0 0-15,-4-10-3 0,-1 9 5 16,-1-2-3-16,-3 0-1 0,-2 0-1 0,1-1 6 0,-3 5 5 15,0 2 13-15,-1 1 9 0,-1 2-2 0,0-2-2 16,-1 6 6-16,3 5 0 0,-6-11-1 0,6 11-7 16,-10-2-6-16,10 2-1 0,-16 6 0 15,4 3-9-15,0 3 3 0,-3 10-3 0,1-3 2 0,5-3-1 16,0 2 0-16,2-3-7 0,4 2-16 0,0 1-19 16,2-2-18-16,1-3-14 0,2-4-23 0,5 7-20 15,-3-6-20-15,3-1-23 0,1 1-24 0,2-3-20 16,0 0-3-16,3-3 0 0,-1 0 10 0,0-1-2 15,1-2 17-15,-2-1 8 0,0 0 18 0,-2 0 16 16,0-4 14-16,0 2 16 0,-3 0 23 0,1-2 16 16,-2-1 35-16,2 3 16 0,1-2 22 0,-2-2 25 15,2 1 26-15,0 2 20 0,-2-2 19 0,-1 2 9 16,3-1 2-16,-8 4 10 0,9-3 1 0,-9 3 5 16,9-1 8-16,-9 1-4 0,9 2-4 0,-9-2 15 15,5 7 13-15,-1-3-19 0,-4-4-2 0,4 11-16 16,-3-5 3-16,-1-6 7 0,0 12-16 0,1-5-7 15,2-1-8-15,-3-6-14 0,0 11-1 0,0-11-14 16,2 8 0-16,-2-8-14 0,1 7 0 0,-1-7-7 16,0 0 7-16,0 0 0 0,0 0 14 0,3 5 9 15,-3-5-14-15,0 0-4 0,0 0-9 0,0 0-10 16,4-23-10-16,-2 14-1 0,4-7-4 0,-4 1-7 16,6-3-6-16,3-5-16 0,-2 5 0 0,3-5-14 15,-1 6 5-15,1 2-5 0,0 0 3 0,0 2 5 16,-2-1-4-16,2 3-3 0,-5 4 2 0,0 1-6 15,-1 4 0-15,2-2 2 0,-3 1 6 0,-5 3-8 0,11 2 2 16,-4 3 7-16,0 0-2 0,-1 2 0 16,-1 2-4-16,-1 2 10 0,1 4 1 0,1 2-5 15,0-1 7-15,-2-1-2 0,0-4-12 0,1 4-23 16,3-1-16-16,-3-3-32 0,1-2-35 0,-1 3-26 0,-1-4-40 16,4-1-43-16,0 0-41 0,-1-6-37 0,0 2-250 15,2-3-604-15,2 0 267 0</inkml:trace>
  <inkml:trace contextRef="#ctx0" brushRef="#br0" timeOffset="65970.11">30999 8051 119 0,'3'-10'286'0,"-2"0"1"0,0 2 0 0,1 0-8 15,-2 8-20-15,1-9-26 0,-1 9-24 0,1-6-28 16,-1 6-21-16,0 0-5 0,0 0 8 0,8 19-10 15,-5-9-7-15,-1 8 12 0,0 2-15 0,1 4-14 16,0 5-2-16,-2 0-4 0,2 1-4 0,-2 0-31 16,1 0 35-16,2 1-10 0,-6-5-18 0,3 1 2 15,-1 1-11-15,1 1-2 0,-1-6-27 0,2-3 10 16,-1 0-11-16,1-4-1 0,2 0-4 0,2-1-8 16,-4-2-2-16,4-4-4 0,-2-2-8 15,1 3 4-15,0-4-5 0,6 0 3 0,-1-2-18 0,3-1-9 16,1-1-39-16,-2-2 5 0,8-1-24 0,-4-5-40 15,2-1-37-15,-1-3-41 0,-2 2-54 0,-2-1-46 16,1-7-47-16,-3 2-284 0,-3-1-653 0,1-3 290 16</inkml:trace>
  <inkml:trace contextRef="#ctx0" brushRef="#br0" timeOffset="66152.2">31017 8206 100 0,'-7'0'318'15,"7"0"-30"-15,-14-1-26 0,14 1-13 0,-11 0-10 16,11 0-16-16,0 0-22 0,0 0-16 0,0 0-20 16,0 0-18-16,21-13-16 0,-1 9-10 0,9-2-10 15,4-2-22-15,2-2-32 0,-1 1-41 0,-1 1-52 16,0 0-61-16,0 4-63 0,2-7-53 0,-3 4-187 16,-3 1-432-16,-1 2 191 0</inkml:trace>
  <inkml:trace contextRef="#ctx0" brushRef="#br0" timeOffset="66296.11">31595 8224 265 0,'0'0'312'0,"0"0"-9"16,0 0 4-16,1 8-8 0,-1-8-21 0,0 0-26 16,0 0-34-16,0 0-42 0,0 0-58 0,0 0-64 0,0 0-67 15,0 0-87-15,7-23-89 0,-6 14-191 16,2-1-412-16,-1-2 182 0</inkml:trace>
  <inkml:trace contextRef="#ctx0" brushRef="#br0" timeOffset="67399.6">22083 9390 118 0,'-4'-12'276'0,"4"12"5"15,-4-10-1-15,4 10-2 0,-3-8-22 0,0 3-15 16,3 5-13-16,-5-6-21 0,5 6-16 0,0 0-20 16,-5-7-26-16,5 7-15 0,0 0-14 0,0 0-17 15,0 0-11-15,0 0-8 0,0 0-9 0,0 0-3 16,6 41-25-16,-1-14-2 0,-2 5-3 0,1 1-4 15,2 14-5-15,-3 0-1 0,1-11-4 0,-3 11 0 16,-1-12-14-16,2-2 12 0,0 1-3 0,-2-2-3 16,1 4 0-16,1-6-7 0,0-1 6 0,-4-3-2 15,0 3-18-15,2-4-18 0,0-7-24 0,0 2-29 16,0-4-43-16,-3 2-34 0,2-2-35 0,0-4-29 16,1 0-33-16,-4 1-189 0,0-2-473 0,-1-2 210 0</inkml:trace>
  <inkml:trace contextRef="#ctx0" brushRef="#br0" timeOffset="67665.14">22096 9367 25 0,'20'-17'191'0,"-3"2"-25"15,6 1-8-15,3 3-10 0,-1 1-17 0,-5 4-12 16,1 4-14-16,1 0-11 0,-3 2-7 0,-1 2-12 15,-6 3-10-15,4 2-9 0,-2 4 2 0,-4 0 2 16,0 4-2-16,-3 2-1 0,-5 1-9 0,-3 1 2 16,-4 8-11-16,-4 0 4 0,-3-2-9 0,-3 0 2 15,1 1-5-15,-5-4-5 0,2 0-7 0,-2-1-11 16,1-4-16-16,4-1-13 0,0-3-27 0,-1 0-20 16,2-3-37-16,3-1-50 0,-6-1-109 0,5-2-286 15,2-1 127-15</inkml:trace>
  <inkml:trace contextRef="#ctx0" brushRef="#br0" timeOffset="68415.14">22560 9333 103 0,'1'-7'260'0,"-1"7"-4"15,0 0-3-15,-1-12-15 0,1 12-20 0,1-7-29 16,-1 7-20-16,0 0-19 0,0 0-17 0,0 0-16 15,0 0-8-15,6 28-8 0,-3-3-11 0,0 5-13 16,-1 6-1-16,5 7-11 0,-6-6-1 0,3 8-10 0,2-11-6 16,-3 0-3-16,-1 0-2 0,-1-1-6 15,1-5 4-15,-2 0-11 0,2-2-1 0,-4-5-3 0,0-2-2 16,4-2-1-16,-4-5 0 0,2 0-6 16,0-2 2-16,-1-1 0 0,1-9-3 0,0 12-2 15,0-12 1-15,0 8 11 0,0-8 9 0,0 0 13 16,0 9 5-16,0-9-6 0,0 0-3 0,0 0-11 15,0 0-16-15,0 0-3 0,0 0-5 0,9-32-7 16,-4 18-4-16,2 0 1 0,1-1-1 0,1-3 1 16,-1 4 1-16,1-1-4 0,-4 5 0 0,3 1 6 0,-4 3-1 15,1 2 7-15,-3-1-8 0,-2 5-3 0,7-9-2 16,-7 9 4-16,4-4-4 0,-4 4-1 16,6-5 1-16,-6 5 2 0,8 0-6 0,-8 0 5 0,10 1 5 15,-10-1-4-15,13 4 4 0,-7-3-2 0,3 2-2 16,0-2 8-16,1 1 0 0,3-1-5 0,-3 0 0 15,-1-2-6-15,1 0 4 0,4-2-2 0,-2 2 3 16,-1-1-3-16,0-1 3 0,-5 0-1 0,1-1 2 16,0-1-1-16,1 0 0 0,-3 0 1 0,0-2 2 15,0 0-1-15,-2 0-1 0,2 1 0 0,-5 6 5 16,4-8 7-16,-3 3 1 0,-1 5-3 0,4-6-3 16,-4 6-4-16,0 0-1 0,0 0-5 0,0 0 9 15,0 0 1-15,0 0-4 0,9 16 1 0,-4-8 2 16,-4 1 2-16,2 3-2 0,2-3-8 0,-3 1 8 15,2-1-3-15,2-1 9 0,1-1-8 0,-2 0-10 16,1-2-2-16,1 1-1 0,-1-3 3 0,2-2-1 16,3-1-4-16,-2-1-1 0,-9 1 3 0,17-5 1 15,-6 3 0-15,-4 0 1 0,-1-3 2 0,1 0 2 16,0 0-2-16,-2 1 11 0,-1-6-1 0,0 1-3 16,0-1 0-16,0 3 5 0,-2-2 1 0,1 2 5 15,-2-1-1-15,2 3 3 0,-3 5 1 0,2-12 1 16,-2 12-5-16,1-7-6 0,-1 7-1 0,0 0-1 15,0 0 3-15,0 0 14 0,0 0 0 0,4 23 5 16,-8-4 8-16,2 8 11 0,-6 3-13 0,5 5 3 16,-8 11-10-16,0 2 2 0,-2 1-3 0,5 0 6 15,-3-1-11-15,1-3-18 0,2 1-8 0,5-10-8 0,1 0-27 16,0-2-34-16,4 1-39 0,-4-1-40 16,5-3-60-16,0-3-40 0,-1-3-256 0,-1-4-555 15,-1-4 246-15</inkml:trace>
  <inkml:trace contextRef="#ctx0" brushRef="#br0" timeOffset="68822.31">23103 9997 280 0,'1'-15'267'0,"2"-3"-23"0,1 0-27 0,2 0-26 0,2-1-16 16,3-5-9-16,3 0-11 0,-2 0-15 15,4 1-9-15,2-2-3 0,1 1-14 0,1 0-10 0,-1 0-1 16,0-2-8-16,-1 2-10 0,-2-4-6 16,0 2-5-16,2 3-11 0,-5 1-5 0,-3 4 4 15,-3 4-13-15,-2-2 8 0,-2 5 0 0,2 3 3 0,-3 1 1 16,0 0-1-16,-2 7-1 0,0-9-14 0,0 9-8 16,0 0-3-16,-8-5 0 0,8 5-9 0,0 0 1 15,-23 12-3-15,14-5-11 0,-2 5-1 0,1 4-9 16,-2-3-7-16,4 0-14 0,1 5-4 0,0-4-11 15,5 2-9-15,2-3-9 0,0 3-2 0,4 0-8 16,2 0-5-16,-1-4 1 0,3 3 2 0,1-2 3 16,0 1 4-16,-2-4 9 0,0 0 1 0,-1 0 6 15,1 0 2-15,0-1 3 0,-2-2 7 16,-2 0 1-16,2-1 6 0,-4 1 5 0,-1 0 7 0,0-7-3 16,0 12 4-16,0-12 1 0,-2 11 3 0,-2-4-6 15,0-3-9-15,4-4-9 0,-9 10-23 0,4-4-13 16,1-3-25-16,4-3-22 0,-6 5-22 0,6-5-21 15,0 0-36-15,-8 1-104 0,8-1-318 0,0 0 141 16</inkml:trace>
  <inkml:trace contextRef="#ctx0" brushRef="#br0" timeOffset="69017.2">23497 9619 210 0,'3'-5'236'15,"-1"-2"1"-15,-2 7-6 0,5-10-16 0,-5 10-26 16,2-5-11-16,-2 5-24 0,0 0-14 0,8-2-7 15,-8 2-6-15,0 0-10 0,6 20-7 0,-2-9-8 16,-2 5-10-16,0 2-10 0,1 1-4 0,-2 1-8 0,0 5-11 16,2-1-21-16,-3 0-22 0,0-5-38 15,1-1-43-15,-2 3-38 0,1-9-52 0,0 5-43 16,-5 0-181-16,2-2-410 0,-1-5 181 0</inkml:trace>
  <inkml:trace contextRef="#ctx0" brushRef="#br0" timeOffset="69198.39">23558 9323 229 0,'0'0'218'0,"-3"-8"-38"0,3 8-26 15,0 0-17-15,0 0-14 0,0 0-41 0,0 0-37 16,0 0-48-16,11 39-42 0,-5-22-44 0,4 5-84 15,-2-3-185-15,6 2 83 0</inkml:trace>
  <inkml:trace contextRef="#ctx0" brushRef="#br0" timeOffset="69415.23">23973 9556 118 0,'0'0'242'0,"0"0"4"0,-15-6 3 0,15 6-6 16,-18 0-12-16,7 4-17 0,-6 0-9 0,2 3-15 15,-3 3-11-15,-3 5-10 0,3-2-12 0,-3 5-14 0,-1 2-19 16,1 0-11-16,4 1-9 0,5-4-13 0,-1 4-9 16,4-2-2-16,4-2-13 0,0 1-10 0,5 0-15 15,-1-1-15-15,3-3-11 0,2 2-40 0,3-5-30 16,1-3-30-16,2 1-26 0,6-1-38 0,-4-3-29 16,8-4-25-16,6-1-29 0,2-3-163 15,0-1-425-15,0-3 188 0</inkml:trace>
  <inkml:trace contextRef="#ctx0" brushRef="#br0" timeOffset="69733.52">24065 9774 65 0,'12'-14'123'0,"-6"-1"18"0,-2-1-3 16,-1 1 0-16,-3 4 16 0,-2-2 16 0,0 2 27 16,-2 1-5-16,-1 3-13 0,-2-1-12 0,-1 3-9 15,-3-1-8-15,2 4-12 0,-3 3-7 0,-5 3-13 16,0 1-11-16,2 4-12 0,-3 0-9 16,4 4-9-16,-1-1-9 0,3 1-8 0,-1 0-7 0,8-2-5 15,-1 4-3-15,5-5-5 0,-1 1-9 0,1 1-9 16,4-2-8-16,0-2-11 0,1-1-4 0,5 0-4 15,1 1-1-15,-1-4-2 0,3 0-3 0,2-3 3 16,-2-1 1-16,-1-1 2 0,-1-1-1 0,0-1-2 16,2 1 3-16,-3-3 6 0,-3 1 2 0,-1 0 4 15,2 0 4-15,-2-3 3 0,-1 0 3 0,-2 1 1 16,0-2-2-16,-2 8 2 0,2-10 9 0,1 3 6 16,-3 7 7-16,0-8-5 0,0 8 2 0,0 0-5 15,1-11-8-15,-1 11-1 0,0 0-3 0,0 0 11 16,0 0-13-16,0 0-1 0,0 0-1 0,-8 26 2 15,6-13-6-15,-1-1-2 0,2 1-7 16,1 2-12-16,0-2-33 0,1-2-40 0,0 1-64 16,1-1-48-16,2 1-54 0,-2-3-222 0,2 1-509 0,-4-10 225 15</inkml:trace>
  <inkml:trace contextRef="#ctx0" brushRef="#br0" timeOffset="69968.89">24288 9340 62 0,'0'-11'301'15,"1"1"-9"-15,0 1-23 0,-1 2-25 0,0 7-28 0,3-10-25 16,-3 10-19-16,0 0-3 0,0 0-10 16,7 25 1-16,-5 2-11 0,2 2-13 0,-3 6-15 15,1-1-12-15,1 2-10 0,-3-1-14 0,4 1-5 16,-2-1-8-16,0-2-2 0,1 0-20 0,4-1-26 0,-6-3-33 15,0-2-45-15,3 3-64 0,-4-5-56 0,0-5-46 16,0-1-223-16,-5 2-479 0,3-2 212 16</inkml:trace>
  <inkml:trace contextRef="#ctx0" brushRef="#br0" timeOffset="70832.37">24952 9611 92 0,'0'0'262'0,"-4"-14"-3"0,3 7-14 16,-4-1-14-16,1 0-17 0,-2 1-4 16,-3-2-21-16,1 2-10 0,-2 0-13 0,0 2-7 15,1 1-15-15,-2 1-11 0,0 2-14 0,-2 3-13 16,-1 2-13-16,-4 1-8 0,2 4-11 0,0 1-9 16,-3 3-6-16,4-1-7 0,1 1-3 0,2 1 1 0,-2-1-12 15,9-3-6-15,-3 0-6 0,6 1-18 0,-1-1-12 16,6-1-8-16,-1 1-10 0,0-1-13 15,3-4-1-15,5 2-1 0,-2-2-1 0,3-2 2 0,3-1 1 16,-1-2 7-16,1-2 1 0,-4 1 6 16,4-3 2-16,-3-1 2 0,-1-1 3 0,-1 0 2 15,0-3 0-15,-3 2 12 0,1-1 11 0,-2-1 1 16,-1 0 8-16,-3 1 0 0,2 1 14 0,-3 7 6 0,4-10 9 16,-2 5 6-16,-2 5-1 0,3-7-16 0,-3 7 6 15,0 0-22-15,0 0-4 0,5-5 1 0,-5 5-8 16,0 0 4-16,6 26 1 0,-1-3-2 15,-1 7 4-15,-2 1-3 0,3 5-1 0,2 16-2 16,-1-1 5-16,-7-2 0 0,7-1-4 0,-4 0-1 0,0-1-3 16,-1-11 0-16,-1 0-1 0,0-2-1 0,-1-2 6 15,-1 1-5-15,-2-5 2 0,-3-1 0 0,0-3 1 16,-2-1 1-16,-1-5 4 0,-3 3 1 0,1-6-6 16,-2-2 4-16,0-2-1 0,3-4 0 0,-5 0-18 15,1-1-9-15,2-2-5 0,-6-4-24 0,0-2-27 16,1-1-38-16,-3-3-35 0,-3-5-42 0,10-3-45 15,-8-6-35-15,-2-1-179 0,5-3-480 0,2-5 213 16</inkml:trace>
  <inkml:trace contextRef="#ctx0" brushRef="#br0" timeOffset="71669.32">24945 9641 49 0,'15'-6'141'0,"-1"0"-13"0,-3 1-5 0,3 3-7 15,-1 1-9-15,-4 1-14 0,5 0-6 0,-1 5 19 16,-3-2-5-16,1 4-9 0,-1 0 10 0,4 4 8 16,-5 3-11-16,0-1-4 0,-3-1-7 0,-1 2-5 15,0 2 2-15,-2 0 0 0,-3 0-11 0,-1-4 0 16,-1 2-6-16,-3-5-6 0,3 2-4 0,-5-1-2 16,1 1-7-16,3-5-4 0,-6 1-2 0,3 0-1 15,0-4-8-15,2 1 1 0,4-4-6 0,-6 5-2 16,6-5-10-16,0 0-5 0,0 0-6 0,0 0-9 15,-9-12-4-15,9 12-9 0,6-20 3 0,2 4 3 16,3-1-13-16,0-4 8 0,5-1 5 0,-1 2 0 16,-3 4-2-16,4-4 3 0,-3 4 3 0,0 2 2 0,-3 1 2 15,4 2 7-15,-8 3 1 0,2 1 5 0,-4 2-2 16,-1 2-1-16,-3 3-3 0,6-6-1 16,-6 6 1-16,6-4 0 0,-6 4 4 0,0 0 5 15,0 0 6-15,7 11 5 0,-6 1-3 0,0-2 2 0,1 3 0 16,0 3 4-16,-4 1-8 0,4-2 1 15,2 3-5-15,-3-1-4 0,1-3 1 0,1 1-2 16,3-1 3-16,0 1-1 0,-1-4-5 0,0-2-1 16,1 0-7-16,0-1 0 0,0-2-1 0,3 0 0 15,-3-1-2-15,2-4-2 0,0 1-3 0,1 0 1 0,-2-1 0 16,-7-1-7-16,13-5-9 0,-4-1-2 0,-3 0-6 16,1-2-3-16,-5 0-3 0,2-1 8 15,0-2-6-15,-2-1 0 0,-4-2-14 0,-1-3 2 16,-2 2 11-16,-1-4-7 0,0 4 10 0,-1-2 5 0,0 0 5 15,-2 0 1-15,2 3 12 0,-1 0 12 0,3 3 15 16,-1 3 4-16,2-2-3 0,0 6 2 0,0-2-4 16,4 6-13-16,-5-7-4 0,5 7-6 0,-4-6-10 15,4 6-1-15,0 0 4 0,0 0-5 0,0 0 11 16,15-1-1-16,-15 1-2 0,20 2 3 0,-11 0 1 16,5 1 2-16,3 0-4 0,-5 0 1 0,1 1 0 15,-2 0 5-15,2 2-1 0,-3 1 3 0,1 2 17 16,-1 1-8-16,-2-1 6 0,-1 2-8 0,2 3 14 15,-4-2 1-15,2-1-1 0,-3 1-4 0,4 3-3 16,-2-3 1-16,-1 1-2 0,-1-2 1 0,2-1-4 16,-2-1-1-16,5 1 0 0,-5-2-1 15,2-5-2-15,-2 3 5 0,1-1-3 0,1-2-1 0,0 0-6 16,-6-3 5-16,12 3 1 0,-5-3-1 0,-7 0 0 16,16-5-1-16,-11 3 0 0,4-3 0 0,-1-3 1 15,0 1 0-15,-2 0 0 0,-1 0-3 0,-2-3 4 16,0 1-6-16,1-2 4 0,-4 0-1 0,2-3-6 15,0 3 15-15,1 0 9 0,-3 1 4 0,0 3 1 16,0 7 3-16,5-11-4 0,-5 11-1 0,0-8-7 16,0 8-6-16,2-6-2 0,-2 6 0 0,0 0-4 15,0 0 4-15,0 0-4 0,0 0 6 0,3 30-8 16,-2-16-15-16,2-4-13 0,-3 3-31 0,4 3-28 16,-2-2-35-16,1-1-27 0,1 3-25 0,-2-4-30 15,0 1-118-15,1-3-347 0,0 0 154 0</inkml:trace>
  <inkml:trace contextRef="#ctx0" brushRef="#br0" timeOffset="72016.23">25837 9746 121 0,'0'16'142'0,"0"-16"1"0,0 10-15 0,0-10-9 15,0 10-14-15,0-10-9 0,0 10-2 0,0-10 10 0,2 8-2 16,-2-8 1-16,0 6 2 0,0-6-5 0,0 0 3 16,0 0 8-16,2 7-1 0,-2-7-4 0,0 0 1 15,0 0-12-15,0 0-12 0,0 0-7 0,0 0-7 16,0 0-6-16,19-19-2 0,-13 10-11 16,-2 1-7-16,5-4-2 0,-2 5-7 0,2-3-4 15,4-3 6-15,1 1-13 0,-5-1-1 0,4 3-5 0,-3 1 3 16,3 1-8-16,-7 2 3 0,2 1-8 0,-2 2 1 15,-1 1-2-15,-1-3-4 0,-4 5 6 16,0 0-7-16,14 5 1 0,-9-1 1 0,-1 4-2 0,0 3 3 16,0-1-3-16,1 5 2 0,-1 1-9 15,1 1-23-15,-4-4-32 0,3 3-37 0,0-1-35 0,0-4-26 16,1 5-36-16,-1-6-164 0,-2 0-390 16,8-4 173-16</inkml:trace>
  <inkml:trace contextRef="#ctx0" brushRef="#br0" timeOffset="72451.92">26342 9717 87 0,'-3'-10'208'0,"-1"-1"17"0,-4 2 9 15,1-1-11-15,-1 2-7 0,0-2-7 0,-1 4-13 16,2 2-20-16,-4 0-17 0,2 2-12 0,9 2-15 16,-18 3-12-16,7 3-8 0,-5 2-15 0,3 3-4 15,2 1-16-15,-1 2-5 0,-1 1-12 0,4-1 0 16,1 1-10-16,6-5-5 0,-2 4-6 0,4-2-7 15,0-3-13-15,4 2-10 0,1-1-11 0,2-3-5 16,4 1-3-16,0-4-3 0,1-1-6 0,-1 0 2 16,7-4 0-16,-5-2 2 0,5-2-2 0,-7 1 4 15,6-5 3-15,-7 2 3 0,-1-2 8 0,-2-1 1 16,2-5 4-16,-4 4 12 0,-1-5-2 0,-2-2 6 16,2-2-6-16,-4-6 2 0,0 7 8 0,-4-7 1 15,0-2 1-15,0 0 0 0,-1-2-8 0,1 2 0 16,-1-1 0-16,2 0 10 0,-1 0-2 0,2 0-10 15,0 3 3-15,-1 1 6 0,3 8-4 0,0 0 7 16,0 8 11-16,-2-1-11 0,2 4-6 0,0 6-5 16,2-10-3-16,-2 10-6 0,0 0-6 0,0 0 13 15,0 0 14-15,9 43-9 0,-5-11-1 0,-4 3-11 16,3 15 9-16,-5 1-6 0,2-1 3 0,2-4-3 16,-5 0 1-16,1-11 1 0,2-3-1 0,0-3-6 15,0 3-17-15,2-2-14 0,-2-5-26 0,3 1-36 16,0-8-44-16,1-6-48 0,0 5-37 0,1-2-50 0,-1-4-203 15,1-1-507-15,-5-10 225 0</inkml:trace>
  <inkml:trace contextRef="#ctx0" brushRef="#br0" timeOffset="72671.23">26710 9750 11 0,'0'0'322'16,"8"-2"-35"-16,-8 2-25 0,0 0-10 0,0 0-5 0,11-2-13 15,-11 2-22-15,6-3-20 0,-6 3-17 0,14-4-16 16,-1 1-12-16,-2-2-13 0,3 2-8 0,5-2-14 16,-2 1-13-16,1 0-9 0,-5 1-6 0,-2 1-10 15,1-1-7-15,-1-1-6 0,-2 0-8 0,2 1-6 16,-2 0-4-16,-2 0-4 0,-1 3-18 0,-6 0-23 16,10-4-24-16,-10 4-35 0,0 0-40 0,8-3-58 15,-8 3-71-15,0 0-266 0,0 0-536 0,0 0 237 16</inkml:trace>
  <inkml:trace contextRef="#ctx0" brushRef="#br0" timeOffset="73201.3">27218 9972 250 0,'-4'6'294'0,"4"-6"-3"0,0 0-10 0,0 0-15 15,0 0-18-15,0 0-20 0,0 0-25 0,0 0-5 16,0 0-22-16,27-19-19 0,-12 7-9 0,2 0-11 16,6-5-16-16,0 3-9 0,0-3-24 0,0 1-8 0,-2 1-5 15,0-2-7-15,-8 4 8 0,1 0-25 16,-1-1-4-16,1-2-6 0,-5 0 7 0,-5 2-11 15,3 0 1-15,-3 1 6 0,-4 4 22 0,5-1 11 16,-5 3 14-16,0 7 0 0,0-10-7 0,0 10-12 16,-5-12-5-16,5 12-1 0,-2-6-15 0,2 6-6 15,0 0-6-15,0 0-8 0,-16 5 2 0,10 4-16 0,-1-1 9 16,0 3-8-16,3-1-3 0,-3 4-4 16,3-1 0-16,-1 1-17 0,2 2-14 0,3-4-22 0,5-2-30 15,-3 2-20-15,5-3-19 0,-1 1-25 0,1-3-32 16,3 0-45-16,1-1-55 0,0-4-52 15,1 1-225-15,0-3-589 0,0 0 260 0</inkml:trace>
  <inkml:trace contextRef="#ctx0" brushRef="#br0" timeOffset="73340.2">27393 9465 79 0,'-5'-2'165'0,"5"2"-43"0,-8-5-40 0,8 5-33 16,0 0-43-16,0 0-39 0,0 0-46 0,0 0-85 16,18 16 38-16</inkml:trace>
  <inkml:trace contextRef="#ctx0" brushRef="#br0" timeOffset="73566.33">27819 9382 20 0,'0'-10'233'16,"0"10"-15"-16,0 0-9 0,0 0-19 0,0 0-13 16,0 0 1-16,0 0 2 0,0 0 6 0,1 38-3 15,-4-19-8-15,1 10-3 0,-2 0-16 0,2 2-15 16,0 1-8-16,-1 0-17 0,3 1-13 0,2-3-9 16,-4 1-4-16,4-2-15 0,-1-1-4 0,0 3-4 15,2-5-13-15,-1-1-11 0,4-5-27 0,-5-4-39 16,3 1-33-16,1-4-51 0,-2 0-45 0,1-4-64 15,-2 2-239-15,2-6-492 0,-4-5 218 0</inkml:trace>
  <inkml:trace contextRef="#ctx0" brushRef="#br0" timeOffset="73732.2">27740 9615 119 0,'0'0'246'0,"3"-6"-28"0,-3 6-16 0,9-6-27 0,0 2-18 16,10 2-10-16,3-1-37 0,8 1-38 16,5 2-65-16,20-2-70 0,-5 2-169 0,2 0-251 15,2 0 111-15</inkml:trace>
  <inkml:trace contextRef="#ctx0" brushRef="#br0" timeOffset="74153.25">28592 10012 54 0,'0'0'302'16,"0"0"-5"-16,-12-13-13 0,12 13-7 0,1-16-30 15,2 4-23-15,1-4 4 0,5 1-29 0,0-1-14 16,0-1-15-16,3 1-12 0,3-7-10 0,2 0-13 16,0 1-17-16,-1 0-1 0,4-2-5 15,-1-3-14-15,0 1-14 0,0-2-9 0,-1 3-2 0,-4 0-7 16,0 2-9-16,-2 0-3 0,-6 6-6 15,-1 5-1-15,2 2-4 0,-3 1 20 0,-2-1-9 0,-1 5-4 16,-1 5-7-16,0-11 9 0,0 11-21 0,-11-6-5 16,2 6-8-16,-3 2 14 0,-3 5-21 15,-4 3-6-15,-5 2-1 0,-1 4-10 0,10-5 0 0,0 4-10 16,4 1-10-16,0-1-7 0,6 0-3 0,1 1-10 16,4 1-17-16,4 1-3 0,1-3-3 0,4 2 2 15,4-2 7-15,2-1 7 0,3 4 4 0,-4-4 7 16,0-1 0-16,2-2 9 0,-1 1-1 0,-4-2 3 15,-1 0 3-15,-2-3 5 0,-3 1 9 0,0-3 9 16,0 1 4-16,-2 0 19 0,0 1-2 0,-3-7 1 16,-3 12 0-16,0-5-6 0,-5 1 0 0,5-3-2 15,-2-1-8-15,-2-1-5 0,1-1-25 0,6-2-25 0,-13 7-31 16,7-5-39-16,6-2-54 0,-9 3-31 16,9-3-58-16,-10 0-165 0,10 0-468 0,0 0 207 15</inkml:trace>
  <inkml:trace contextRef="#ctx0" brushRef="#br0" timeOffset="74353.06">29047 9683 61 0,'4'-2'305'0,"-4"2"-26"0,8-5-29 16,-8 5-19-16,0 0-9 0,8 0-13 0,-8 0-7 16,0 0-4-16,5 8-15 0,-3-1-14 0,-2 3-12 15,2 1-16-15,1 5-15 0,-1 1-10 16,1-2-15-16,-1 2-6 0,1-2-13 0,1 2-11 0,-1 1-28 15,0-6-36-15,1 5-43 0,1-2-51 0,-1-1-49 16,0-3-63-16,1-3-46 0,-5 3-180 16,2-4-459-16,-2-7 204 0</inkml:trace>
  <inkml:trace contextRef="#ctx0" brushRef="#br0" timeOffset="74494.55">29069 9535 203 0,'-1'-10'221'16,"-1"0"-20"-16,0 3-28 0,2 7-36 0,-2-8-49 16,2 8-52-16,0 0-20 0,0 0-31 0,0 0-37 15,0 0-45-15,17 31-56 0,-7-13-164 0,4 4 74 16</inkml:trace>
  <inkml:trace contextRef="#ctx0" brushRef="#br0" timeOffset="74735.35">29297 9855 26 0,'0'0'272'0,"0"0"-21"0,0 0-7 0,0 0-17 16,-4-27-6-16,4 21-3 0,0-3-26 0,2-1-15 15,0 1-15-15,2-3-16 0,2-1-5 0,1 2-4 16,0 2-12-16,1-1-15 0,2 2-6 16,-1 1-11-16,0 1-13 0,3 1-3 0,-3 2-9 0,1 0-11 15,-4 3-9-15,-6 0-3 0,17 5-3 0,-12-2-4 16,2 6-3-16,1-1-4 0,-3 3 0 0,-2 1-4 15,2 0-6-15,-1 4 3 0,-3-5-16 0,2 4-20 0,-2-2-27 16,2-2-52-16,-3 0-58 0,1 0-59 16,3-1-66-16,-4-1-178 0,2-2-487 0,-2-7 215 15</inkml:trace>
  <inkml:trace contextRef="#ctx0" brushRef="#br0" timeOffset="74982.42">29627 9472 70 0,'-3'-12'349'0,"2"1"-3"0,0 4-12 0,-1 1-20 15,2 6-24-15,-2-8-33 0,2 8-28 16,0 0-22-16,0 0-7 0,0 0-13 0,-3 23-20 16,5-3-3-16,-1 9-9 0,0 2-13 0,3 2-13 0,-1 13-12 15,-1-13-10-15,-1 1-17 0,1-1-2 0,0 2-9 16,1-3-7-16,-2 2-7 0,0 0-14 15,-1-1-29-15,2-7-30 0,-1 2-41 0,-4-3-43 16,2-6-36-16,0-1-42 0,-2-2-45 0,3-4-49 0,-2-1-49 16,-1-1-186-16,-1-4-540 0,2-1 238 0</inkml:trace>
  <inkml:trace contextRef="#ctx0" brushRef="#br0" timeOffset="75483.39">29836 9564 28 0,'-1'-15'292'0,"0"5"-1"0,0-2-9 0,1 5-15 0,-3 1-13 16,3 6-17-16,-7-8-19 0,7 8-24 0,-10 0-15 15,1 7-7-15,-4 3-9 0,0 8-13 0,-8 4-20 16,2 3-8-16,0 0-13 0,2-1-11 0,7 0-13 16,0-1-6-16,3-4-6 0,1 0-12 0,4-4-3 15,0 3-3-15,6-2-8 0,1-2-8 0,4 0 6 16,0-5-14-16,4 3-1 0,-3-4-9 0,8 0 4 15,1-5-17-15,4 0 1 0,-1-5 7 0,7-2-16 16,-1-5 3-16,2 2 0 0,-2-3-2 0,-1-1 3 16,-2-2-3-16,-2-1-2 0,-1 0 11 0,-4 2-14 15,-4-3 3-15,4-6-4 0,1 1-4 0,-5-1 3 16,-1-1 3-16,-3 4 2 0,0-4-4 0,-1-2 3 16,-4 8 2-16,-1 0 10 0,-3 4 1 0,-1 0 0 15,0 3 9-15,2-1-2 0,-2 10 7 0,-2-12 2 16,2 12-3-16,2-9-2 0,-2 9-4 0,0 0-3 15,0 0-3-15,0 0-2 0,0 0 7 0,-25 21-5 16,19-7-11-16,-2 1 6 0,1-1-1 0,3 3-4 0,0-2-2 16,2 3-11-16,4-2-7 0,-1 2-3 0,3-2 0 15,1 0-8-15,4 0 2 0,-2 2-3 16,0-2-4-16,2 0 3 0,1-3 0 0,-3-1 6 16,-1-3-1-16,1 2 7 0,-2 0-2 0,-3-1 7 15,2-2-1-15,-3-1-1 0,-1-7-3 0,-2 12 8 0,-2-6 2 16,-4 1 1-16,-1 0-9 0,-1-1 7 0,-2 1 1 15,-1-1-7-15,-4 0-18 0,0 0-15 16,-2-2-31-16,3 2-40 0,-4-2-41 0,1-1-69 0,7 0-57 16,-8-1-159-16,4 0-482 0,-2-2 213 0</inkml:trace>
  <inkml:trace contextRef="#ctx0" brushRef="#br0" timeOffset="76167.2">30978 9471 133 0,'-12'-6'280'16,"2"-1"-13"-16,-2 4-10 0,0-1-12 0,-1 2-16 0,-2 2-21 16,-2 4-20-16,-2 3-16 0,1 1-16 0,-6 9-14 15,2 2-13-15,-1 4-12 0,5 2-10 0,-1-2-13 16,3 1-9-16,4 0-6 0,2 0-10 15,4-4-3-15,4-1-12 0,-2-1-2 0,6 0-3 16,5-1-7-16,-2-2-7 0,2-1 1 0,1-4-5 0,1-1-11 16,4 1-1-16,0-3-10 0,0-2-9 15,3 0 0-15,-4-1 0 0,-1-4 1 0,5-1 1 0,-5-2 1 16,2-3 3-16,-4 1 0 0,1-4 0 16,-1 1 9-16,-1-1-6 0,-2-3 2 0,1-3 4 0,-2 4-1 15,0-5-2-15,-3 2 12 0,1-5-10 0,-1 3 3 16,0 0 3-16,-4 3 2 0,4 3 6 0,-4-2 8 15,2 3 10-15,0 9-4 0,0-13-1 0,0 13-6 16,0-9-8-16,0 9-6 0,0 0-7 0,0 0 6 16,0 0-4-16,0 0-4 0,0 0 0 0,0 0-2 15,3 32 2-15,-2-16-1 0,1 1-6 0,-1 0-28 16,0-1-26-16,0 1-37 0,2 0-48 0,-2 1-44 16,1-2-53-16,0 0-51 0,-2-3-214 0,1-1-536 15,2-4 237-15</inkml:trace>
  <inkml:trace contextRef="#ctx0" brushRef="#br0" timeOffset="77099.36">31103 9628 118 0,'0'0'216'0,"9"3"1"0,-9-3 3 0,6 12-6 16,-2-1-8-16,0 3-12 0,-2 0-23 0,2 3-8 15,-2-1-13-15,-1-2-15 0,0 3-14 0,2-1-13 16,-2 0-11-16,-1-3-8 0,3-1-6 0,-3-4-15 16,0 1-1-16,1-3-5 0,-1-6-8 0,1 10 5 15,-1-10 10-15,3 8 7 0,-1-5 7 0,-2-3 4 16,0 0 3-16,0 0-7 0,0 0-12 0,0 0-8 16,0 0-5-16,0 0 6 0,0 0-17 0,-1-24-11 15,2 14-4-15,4-2-6 0,0-3-7 0,2 1-2 16,-1-4 3-16,6 0-14 0,-1-4 2 0,5 1-7 15,-4 5 9-15,1 3-4 0,-1 0 0 0,-3 4-1 16,1 2-1-16,1 0-5 0,-2 2 2 16,-2 1-2-16,0 3-2 0,-7 1 1 0,14 4-1 15,-7 0 12-15,-2 2-1 0,1 1 3 0,-1 3 3 0,2-1 1 16,-2 4 5-16,-1-3-9 0,2 2-4 0,-1-1 4 16,3 0-2-16,-3 0-1 0,1 0-1 0,2-2 3 15,1 1 9-15,3-4-12 0,-3 3-1 0,2-3-4 16,2-2 2-16,1-2-1 0,-1 1-5 0,-1-2 6 15,8 1-4-15,-8-5 0 0,2 1 2 0,-1-3 1 16,1 3 4-16,-4-4-5 0,2-1-1 0,-2-1 7 16,-2 0-9-16,0-1 7 0,-3-2-9 0,1 0 20 0,-1-1-15 15,-1 1-25-15,0 1 5 0,0 0 14 0,0 3 5 16,-2-1-2-16,-2 8 3 0,5-9-2 16,-5 9-1-16,3-7 1 0,-3 7-3 0,3-3 5 15,-3 3-8-15,0 0 9 0,0 0 1 0,0 0-3 0,4 15 3 16,-1-9-3-16,-1 4 5 0,2-3 3 0,2 3-8 15,1-2 2-15,1 1-1 0,-2-2 7 16,3 0-10-16,3-2 3 0,0 0-2 0,1-2-4 16,5-2-5-16,-4 1 7 0,0-1 1 0,-1-1-1 0,0-4-1 15,-2 3 14-15,1-4-10 0,-5 2-3 16,2-2 0-16,-2 0 6 0,0-1-4 0,-3-1-1 16,0 1 2-16,1-4-2 0,-2 0 7 0,-2 1-3 15,2-1 2-15,-3 1 9 0,1-2 9 0,0 0-10 0,1 2-2 16,-2 1-1-16,1 1 15 0,-1 7 2 0,0-10-9 15,0 10-1-15,1-7 3 0,-1 7-12 0,0 0-1 16,0 0 2-16,0 0-3 0,0 0 9 0,-2 36 2 16,-4-12-1-16,6 7-1 0,-5 5 8 0,4 12 11 15,-3 3-3-15,4 7-6 0,-1 22 3 0,3 2-8 16,0-29 4-16,3 5-1 0,-7 2 9 0,8-2-18 16,0-1 10-16,-2-3-1 0,-2-1 0 0,1-3-6 15,1-5 7-15,0-10-1 0,-3-1-2 0,-2-2-1 16,-1-5-1-16,2-4-8 0,-1-9 2 0,0-4 4 15,-3 1-5-15,0-1-2 0,-3-3 5 0,-3-1 3 16,-1 0-2-16,-8-3-4 0,-3-2-2 0,-6-4 11 16,0-3-12-16,-2-6-7 0,-2-2 4 0,3-3 5 15,2-2-4-15,-2-3-6 0,5-2 8 0,-2-4-4 16,7 4 0-16,2-8-1 0,4-13-4 0,7-5-2 16,9 1-5-16,3-1-12 0,11-5-11 0,6-2-10 15,20-18-8-15,8 0-6 0,8 9-5 0,-12 25-10 0,25-13-6 16,-16 21-5-16,23-13-14 0,-21 17-14 15,1 5-18-15,-1-1-18 0,4 5-41 0,-2 2-20 16,-4 4-29-16,0 0-46 0,-16 9-235 0,-3-2-558 16,-3 5 248-16</inkml:trace>
  <inkml:trace contextRef="#ctx0" brushRef="#br0" timeOffset="78021.13">27599 11080 99 0,'0'-16'272'0,"0"1"-1"0,0-2-8 15,-4-1-14-15,0 3-10 0,0-1-2 0,-1 1-9 0,-2 6-8 16,3-2-24-16,-3 4-10 0,2 1-22 16,-1-2-6-16,-3 3-10 0,0 0-29 0,0 1-9 15,-3 4-12-15,1 5-1 0,-7 3-10 0,-4 9-3 0,-1 5-3 16,-1 5-13-16,-8 9 5 0,5 3-19 0,10-11-11 16,0-1 3-16,2 2-6 0,3-2-9 15,3 2 0-15,1-4-11 0,6-7 3 0,-1 3-4 16,4-5 5-16,1 2-13 0,2-2-6 0,3-1-7 0,1-7 7 15,4 1-14-15,3 0-2 0,-3-4 1 0,6-1-5 16,2-3 2-16,0-2 0 0,2-3 2 16,-3-2 4-16,-2-2 0 0,2-1-1 0,-4 0 2 15,1-3 11-15,-3-1-9 0,-1 0 2 0,-3-2 1 0,-1 0 0 16,-2-2 1-16,0-1-3 0,-1-1 2 0,-1 0-1 16,-4-6 2-16,2 7 2 0,0 2 11 0,-2 4 11 15,0 2 6-15,0 1-7 0,0 9 1 0,0-10-8 16,0 10 1-16,0-9-8 0,0 9-3 0,0 0 0 15,0 0 4-15,0 0 2 0,0 0-1 0,3 39-1 16,-3-20-1-16,1 7 1 0,-1-1 0 0,1 3-10 16,1-1 2-16,0-3-15 0,6 1-18 0,-4 0-17 15,3-2-31-15,-1 3-40 0,1-10-36 0,0 1-36 16,3-1-34-16,-1-4-27 0,1 2-33 0,-4-3-186 16,1-2-510-16,2-4 226 0</inkml:trace>
  <inkml:trace contextRef="#ctx0" brushRef="#br0" timeOffset="78583.25">27844 11217 204 0,'0'-7'225'0,"0"7"-14"0,3-10-10 0,-3 10-11 16,0 0-1-16,0 0 3 0,0 0-1 16,0 0-17-16,0 0-9 0,-2 26-13 0,2-13-13 15,-2 2-13-15,-3 2-8 0,5-1-13 0,-2-2-11 16,0 2-9-16,-1 0 0 0,2-4-20 0,0 1-3 0,1-6-4 15,-2 3-6-15,-1-3-4 0,3-7-4 16,0 10-3-16,0-10 3 0,-2 8 17 0,2-8 14 16,0 0-3-16,0 0 1 0,0 0-4 0,0 0-9 15,0 0-8-15,0 0-6 0,-5-27-6 0,5 16-5 0,2-2-7 16,1-6-8-16,-1 2 1 0,6-10-8 0,0 0-6 16,1 0-7-16,3 0-2 0,-2 0 0 15,2 2 1-15,1 4-4 0,2-1-1 0,0 7 4 16,-4 2-4-16,0 6-3 0,1 0 3 0,-1 4-2 0,0 2 1 15,-2 4-4-15,1 2 4 0,0 4 0 0,1 4-2 16,-2 3 7-16,0 3 0 0,-2 6 2 0,0 2 0 16,-1-3 0-16,-1 0-2 0,-3-7 4 0,0 2-7 15,3-2 7-15,-4-1-2 0,1-5 5 0,-1 0 0 16,1-3 11-16,-1 0-17 0,1-1 2 0,-2-7 4 16,2 10 3-16,-2-10 14 0,3 5-6 15,-3-5 3-15,0 0-2 0,0 0 3 0,0 0-15 16,0 0-2-16,6-19 2 0,-2 8-7 0,0 0-2 15,4-6-5-15,3-1-3 0,3-5-10 0,-1-3 1 0,5 0-7 16,0-2 6-16,4 3 1 0,1 4-1 0,-3 1 2 16,2 1 4-16,-7 7 10 0,1 3-10 0,-5 3 4 15,-1 1 1-15,-1 1 0 0,0 4 6 0,-9 0-1 16,14 5-1-16,-7 1 4 0,-1 2 1 0,1 3-4 16,-4 1 4-16,5 6 2 0,-4-1 1 0,-2 1-1 15,1 0-1-15,-3 1-17 0,4 1-24 0,-3-4-31 16,-1 1-39-16,-1-2-48 0,-1-2-38 0,4-3-32 15,-2-1-45-15,0-1-157 0,0-2-467 0,0-6 206 16</inkml:trace>
  <inkml:trace contextRef="#ctx0" brushRef="#br0" timeOffset="78882.92">28520 11137 275 0,'-4'-8'267'0,"4"8"-9"0,0 0-12 16,0 0-12-16,-15 4-14 0,15-4-8 0,-10 13-20 15,2-4-16-15,3 4-17 0,-2 2-14 0,3-3-15 16,1 3-11-16,2-1-13 0,2 2-18 0,2-2-4 16,0-3-3-16,5 1-9 0,-1-3-8 0,4-1-2 15,2-1-7-15,3 1-9 0,1-3 0 0,1-1-3 16,1-4-12-16,1-3 1 0,-2 1-1 0,0-2-1 0,-6-1-4 16,4-2-1-16,-4 1 0 0,2-3 1 15,-7 0-3-15,2 0 2 0,-1-6 2 0,-4 3 0 0,0 1-8 16,-4-7 0-16,0 6-1 0,-5-5 9 15,-2 0-12-15,2 1-2 0,-3 2-9 0,1-2-1 16,-2 7 3-16,3-3-6 0,-5 4-8 0,1 2-8 0,-1 3-14 16,0 0-20-16,0 3-18 0,-2 3-32 15,-1-1-34-15,0 6-45 0,2-2-50 0,-3 5-53 16,4 1-174-16,-1 0-494 0,6-2 218 0</inkml:trace>
  <inkml:trace contextRef="#ctx0" brushRef="#br0" timeOffset="79218.09">28817 11080 236 0,'0'0'259'0,"0"0"-11"15,0 0-14-15,0 0-9 0,0 0-13 0,0 0-4 16,0 0-23-16,-23 17-9 0,20-5-20 0,0 2-9 16,2 4-16-16,1-5-15 0,0 4-13 15,0-5-6-15,4 6-13 0,-1-6-7 0,2 2 5 0,1-2-13 16,3-3-6-16,-1-2-4 0,3 0-7 0,2-4-3 15,-1 1-2-15,0-4-4 0,5 0-5 0,-4-2-2 16,1-1-7-16,-3-3 7 0,2 1-8 0,1-5 6 16,-4 3-3-16,-1-2 2 0,-4 0 12 0,1-2-3 15,0-3 0-15,-2 2 7 0,1-2-11 0,-1-2 0 16,-2 5 4-16,-1-1-6 0,2 2 13 0,1 1-9 16,-4 3 4-16,1-2-2 0,-1 8-5 0,3-8-12 15,-3 8-1-15,2-6-6 0,-2 6-1 16,0 0-4-16,0 0 7 0,0 0-6 0,3 26-12 0,-2-16-42 15,-2 3-45-15,2 4-39 0,-1-2-50 0,-1 5-63 16,2-4-37-16,2 1-44 0,-2-1-190 0,4-4-551 16,0-1 244-16</inkml:trace>
  <inkml:trace contextRef="#ctx0" brushRef="#br0" timeOffset="79433.09">29192 11275 208 0,'4'-7'231'15,"-1"-2"-23"-15,1 0-16 0,-3-1-5 0,2-3-2 16,-2-2-3-16,1-1-15 0,5 1-4 0,-4-1-14 15,4 0-10-15,1 0 2 0,2-1-6 0,-1 1 9 16,0 3-13-16,-2 3-5 0,3 0-2 0,0 2-10 16,-3 2-16-16,3-1-2 0,-3 4-17 0,-1 3-5 15,-6 0-5-15,15 2-7 0,-8 4 0 0,1 4-2 16,-2 0-5-16,0 4-14 0,-1 0 11 0,-2 3-15 16,-1-1 2-16,0-1-10 0,-2 2-28 0,2 0-22 15,-2-2-33-15,0-3-42 0,-2 4-61 0,0-5-74 16,1-1-67-16,0-1-190 0,1-1-528 0,0-8 234 0</inkml:trace>
  <inkml:trace contextRef="#ctx0" brushRef="#br0" timeOffset="79684.53">29677 10797 35 0,'1'-9'324'0,"-1"-4"-5"0,1 5-4 15,-1 8-17-15,0 0-21 0,3-12-25 0,-3 12-28 0,0 0-19 16,0 0-12-16,0 0 9 0,0 26-8 0,0-10-22 16,0 11-16-16,0 1-20 0,0 6 0 0,4-3-27 15,-6 0-4-15,4 0-17 0,0 0-1 16,-2 1-20-16,3-3 0 0,-1 0-7 0,-2-3-11 16,3 1-20-16,-2-9-17 0,1-1-28 0,-1-1-33 0,0-3-35 15,-2-3-37-15,1 2-49 0,0-12-53 16,-4 19-43-16,-1-12-46 0,-3 1-167 0,3-3-518 15,5-5 229-15</inkml:trace>
  <inkml:trace contextRef="#ctx0" brushRef="#br0" timeOffset="79838.75">29563 11061 223 0,'3'-10'224'0,"-3"10"-23"0,7-6-18 0,0 4-22 0,3-1-16 16,7-1-29-16,0 0-29 0,2 1-38 0,2 1-42 15,8-3-46-15,2 1-54 0,-3 0-118 0,2-1-228 16,0 4 100-16</inkml:trace>
  <inkml:trace contextRef="#ctx0" brushRef="#br0" timeOffset="80451.09">30306 10994 231 0,'0'0'267'0,"0"0"5"0,-15 23 10 0,9-15-3 0,0 0-1 15,-3 2-15-15,-2 3-3 0,4-2-26 0,3 0-23 16,-1-1-29-16,2 1-9 0,1 1-19 0,-1-2-14 16,3 2-13-16,1-2-20 0,2 0-6 0,2-1-11 15,2 0-7-15,1-1-13 0,3-2-8 0,2-1-15 16,0-1-2-16,2-3-12 0,2-1 2 0,-4-1-15 16,0 0-1-16,-1-2-5 0,-3 0-9 0,1-2 1 15,-1-2-8-15,-3-1-4 0,-2-2 1 0,-1 0-12 16,-5-2-4-16,0-5-1 0,-3 0 2 0,-2-1 1 15,-6-4 7-15,1 0-4 0,0 5-1 0,-6-1 6 16,4 3 2-16,0 1-3 0,0 4 9 0,3 3 7 16,3-1 6-16,-2 4-6 0,1-1-1 0,2 3-5 15,1-1 15-15,6 3-18 0,-9-1 2 0,9 1 1 0,0 0-2 16,-8 8 2-16,8-8-3 0,0 0-3 16,17 10-8-16,-7-7-14 0,8 1-4 0,2-4-13 15,1-1-6-15,8-3-2 0,2 0 3 0,-4-2-1 16,0 0 7-16,-2-4 2 0,-7 3 4 0,-1-3 5 0,-7 3 6 15,3 1 2-15,-6-3 12 0,4-5 3 16,-6 5 12-16,0-7 6 0,-3 4 3 0,2-1 6 16,-3-2 1-16,-1 0 7 0,2-3-10 0,-2-2 4 15,-3 2 3-15,6 0 3 0,-2 1 0 0,3 4 0 16,1-2 2-16,-2 3 6 0,-1 0 1 0,2 1-4 16,1 0-1-16,-2 6 0 0,-2-2 0 0,-1 7 4 15,6-7-16-15,-6 7 6 0,0 0 21 0,0 0 6 16,9 17 22-16,-5 0 8 0,2 8 7 0,-3 8 4 15,1 3 2-15,-3 16 1 0,-1-2 13 0,0 5-10 0,0 2 7 16,0 3-6-16,-4-5-4 0,2 0-10 0,0 0-12 16,-4-3-7-16,4-1 5 0,0-3-14 15,-2 2-7-15,2-2 0 0,-2-3-9 0,0-11-1 0,2-1-6 16,0-1-4-16,1-1-17 0,-4-4-11 16,-3 2-13-16,7-3-24 0,1-8-21 0,-1-2-19 0,-2-3-27 15,1-2-20-15,-1-4-12 0,2 1-24 0,-4-2-33 16,5-6-36-16,-8 7-34 0,8-7-37 0,-8-2-33 15,8 2-231-15,0 0-610 0,-15-9 270 0</inkml:trace>
  <inkml:trace contextRef="#ctx0" brushRef="#br0" timeOffset="80615.06">30510 11407 222 0,'0'-12'304'0,"0"12"-34"0,1-7-24 16,-1 7-30-16,1-7-13 0,-1 7-24 0,7-5-12 15,2 1-18-15,2-1-13 0,9-1-31 0,6-4-32 16,5 1-44-16,1-3-51 0,3 0-56 0,3-2-64 16,-2 1-60-16,-2 1-108 0,2 0-334 0,-3 0 148 15</inkml:trace>
  <inkml:trace contextRef="#ctx0" brushRef="#br0" timeOffset="82166.37">31660 11143 230 0,'-6'-4'268'0,"-2"1"-13"16,8 3 1-16,-15 1-18 0,2 2-14 0,-2 3-20 16,1 5 1-16,-6 7-10 0,1 1-24 0,3 4-10 15,-1 0-15-15,0 2-11 0,5 0-13 0,1 2-17 16,2 0-8-16,3 0-7 0,1-1-10 0,5-5-5 16,5-2-7-16,0 1-16 0,5 2-5 0,2-6 1 15,2-3-22-15,8 2 2 0,1-2 0 0,-3-6-7 16,2-4-5-16,6 0 1 0,-7-3-4 0,0-3-2 15,0 2-1-15,-3-4-1 0,1-2 2 0,-4 0-4 16,-1-6 3-16,0 4-10 0,-1-4 11 0,-3 1-8 16,-2-3 1-16,-1 0 3 0,0-4-3 0,-2 3 1 15,-1-1-2-15,-2-2 3 0,1 4 0 0,1-2-1 16,-2 3 3-16,0 2 10 0,0 2 0 0,-1 1 5 16,-1 2 2-16,0 7 3 0,2-12-2 0,-2 12-9 15,1-5-5-15,-1 5-3 0,0 0 4 0,0 0-1 16,0 0 0-16,0 0 9 0,0 0-1 0,4 31 2 15,-4-14-7-15,0 0 3 0,2-1-3 0,2 1-6 16,-1-1 3-16,1 2 0 0,1-8-2 0,2 3-2 16,0-4-3-16,3 7 1 0,-1-5 1 0,2-7-5 15,1 1-2-15,2-1 4 0,3-2-4 0,-3-3-10 16,-2 1-2-16,0-3 6 0,2-1-2 0,-2 1 2 16,-2-2-1-16,0-3 1 0,-1 1 4 0,1-2-2 15,-5-1 5-15,0 0-1 0,2-6-12 0,-2 1 9 16,-1-1 0-16,2 1 2 0,-6-3 6 0,0 0-11 15,3-2 4-15,-3 4 14 0,0-2-18 0,1 2-6 16,-1 4 7-16,0 1 12 0,0 1-12 0,1 1 2 16,0 3-2-16,-1 6-7 0,0-10 9 0,0 10-6 15,0 0 8-15,0 0-6 0,0 0-4 0,0 0 11 16,0 0 3-16,0 0-3 0,-6 38 4 0,5-23 0 16,-2 3-1-16,2-1 0 0,1 1-1 0,-1-1-4 15,3-1 3-15,7-1 13 0,-5 1-12 0,1-5-3 16,0 3 6-16,2-5 10 0,0 3-12 0,7-4-3 15,-6-1 1-15,5-3 0 0,-4-1-3 0,0-3 4 16,5 0-1-16,-1-2-1 0,4-1-6 0,-1-3 2 16,0 0-4-16,-3 2 5 0,0-3-4 0,-4 0 3 15,3-3-3-15,-2 1-3 0,-8-1 4 0,5-5-5 16,-1-1-2-16,-3 1-2 0,-1-1 10 0,-1-2-8 16,-1 2 0-16,-2-1 1 0,-2 0 2 0,-2 0 0 15,2 5 3-15,-1 0-1 0,-2 2 3 0,1 2-3 16,-1-1 4-16,4 4 4 0,-1-1-9 0,0-1 7 15,4 7-2-15,-5-8 2 0,5 8-4 0,-5-4-2 16,5 4 4-16,0 0 0 0,0 0-6 0,0 0-3 16,0 0-5-16,0 0-6 0,0 0 2 0,25 11-9 15,-13-7-2-15,6-2-3 0,1 0 1 0,0-2 6 0,1 0 1 16,1 0 6-16,-4 0-1 0,-3 0 3 16,-3 0 1-16,-1-2 3 0,0 1 4 0,-3 2 3 15,-7-1 6-15,9 2 5 0,-9-2 6 0,9 3 7 16,-9-3 11-16,2 8 8 0,-2-8 6 0,-2 15 4 15,-2-6 0-15,0 4-10 0,-2 3 4 0,-1 1-4 16,3-1-8-16,-1 0 0 0,2 0-2 0,-1-6-2 16,1 10-5-16,2-4-2 0,1-2-6 0,0-2 2 15,3 0-2-15,0 0-2 0,4-4 4 0,-1 4-11 16,2-5 1-16,1 1 0 0,2-3-3 0,2-2 2 16,0-1-6-16,0-2 1 0,-1 0-5 0,1-2 0 15,0-1 0-15,0-1 0 0,1-2-2 0,-3-1-2 0,-1 1-13 16,-1-3 3-16,-1 0 4 0,2-4-4 15,-5 1 39-15,2-4-5 0,-5 1-2 0,0-1-5 16,-2-1-11-16,-2 1 14 0,0 2-3 0,-1-2 6 16,1 5-4-16,-2-2-4 0,1 1 3 0,1 2-4 15,-3 0 6-15,3 4-7 0,2 6 1 0,-1-11-4 0,1 11 4 16,1-9 1-16,-1 9 5 0,9-7-10 16,-4 4-1-16,-5 3 2 0,0 0-1 0,0 0 0 15,0 0 0-15,0 0 0 0,0 0 2 0,72 19-4 16,-72-19 3-16,18 15 2 0,-18-15 0 0,0 0 3 15,19 33 4-15,-19-33 0 0,9 27 16 0,-9-27-9 16,0 0-1-16,4 36-6 0,-4-36-11 0,0 0 14 0,5 37-2 16,-5-37 5-16,0 0-5 0,12 32 8 15,-12-32-8-15,0 0-3 0,15 20 5 0,-15-20 0 16,0 0 0-16,28 12-4 0,-28-12-3 0,0 0 10 16,0 0-8-16,51-7 1 0,-51 7-2 0,0 0 8 15,32-16-1-15,-32 16 2 0,0 0-4 0,28-25 6 16,-28 25-1-16,15-24 2 0,-15 24 1 0,9-29 8 15,-9 29 1-15,6-31-12 0,-6 31 13 0,0 0-5 16,-2-45 12-16,2 45 6 0,0 0 1 0,0 0-5 16,-10-31-3-16,10 31-3 0,0 0-4 0,0 0 0 15,0 0-6-15,0 0 4 0,-40 0-4 16,40 0-11-16,0 0-11 0,0 0 8 0,-39 44-31 0,39-44-48 16,-13 28-42-16,13-28-52 0,-8 30-57 0,8-30-55 15,0 0-60-15,0 0-204 0,13 51-589 0,-13-51 261 16</inkml:trace>
  <inkml:trace contextRef="#ctx0" brushRef="#br0" timeOffset="82401.16">33039 11369 233 0,'0'0'273'15,"0"0"-19"-15,0 0-1 0,0 0-3 0,0 0-7 16,7-47-4-16,-7 47-15 0,0 0-16 0,2-32-15 16,-2 32-22-16,0 0-17 0,14-37-8 0,-14 37-15 15,14-21-12-15,-14 21 1 0,23-19-3 0,-23 19-19 16,21-13-8-16,-21 13-12 0,0 0-9 0,39-9-9 15,-39 9-4-15,0 0-7 0,0 0-8 0,0 0-4 16,54 24 1-16,-54-24-4 0,17 21-2 0,-17-21-2 16,7 26-7-16,-7-26-15 0,0 0 14 0,10 36-9 15,-10-36-31-15,0 0-32 0,4 32-42 0,-4-32-40 16,0 0-47-16,0 0-45 0,3 31-68 0,-3-31-229 16,0 0-562-16,0 0 249 0</inkml:trace>
  <inkml:trace contextRef="#ctx0" brushRef="#br0" timeOffset="82650.23">33379 10973 56 0,'0'0'290'0,"0"0"3"0,0 0-5 16,0 0-20-16,3-47-24 0,-3 47-27 0,0 0-24 15,0 0-4-15,0 0 17 0,0 0-1 16,0 0-16-16,0 0-18 0,0 0-12 0,0 0-12 15,-7 129-16-15,6-99-3 0,1-30-18 0,-6 56-9 16,4-26-11-16,2-30-6 0,4 52-20 0,-4-52-4 16,5 37-9-16,-5-37-22 0,8 34-12 0,-8-34-16 0,6 24-33 15,-6-24-36-15,0 0-35 0,12 26-39 0,-12-26-54 16,0 0-60-16,0 0-60 0,0 0-162 16,0 0-519-16,15 20 230 0</inkml:trace>
  <inkml:trace contextRef="#ctx0" brushRef="#br0" timeOffset="82799.58">33232 11168 63 0,'0'0'229'0,"0"0"-17"0,0 0-13 0,0 0-4 16,0 0-20-16,0 0-17 0,0 0-14 0,0 0-15 16,60-35-46-16,-30 32-35 0,3-3-50 0,1 0-59 15,0 1-66-15,-34 5-115 0,62-8-260 0,-30 4 116 16</inkml:trace>
  <inkml:trace contextRef="#ctx0" brushRef="#br0" timeOffset="82905.13">33696 11178 135 0,'0'0'236'0,"0"0"-22"16,0 0-22-16,0 0-12 0,0 0-41 0,0 0-53 16,0 0-65-16,0 0-80 0,0 0-132 0,0 0-207 15,0 0 92-15</inkml:trace>
  <inkml:trace contextRef="#ctx0" brushRef="#br0" timeOffset="90815.46">15314 4968 16 0,'0'0'23'16,"-13"1"2"-16,13-1 0 0,-7 0-1 16,7 0-44-16,-7 5-19 0,7-5 61 0,-7 4 14 0,7-4 9 15,-4 5-5-15,4-5-10 0,-5 4-5 16,5-4-2-16,0 0-1 0,0 0-3 0,-6 4 5 15,6-4-8-15,0 0-1 0,0 0 0 0,0 0 1 16,0 0 9-16,-6 2-9 0,6-2-1 0,0 0 7 0,0 0-5 16,0 0-5-16,0 0 2 0,0 0-3 0,0 0-8 15,0 0 5-15,0 0-4 0,0 0-2 16,17 6 1-16,-9-6 3 0,4 0-3 0,0 0 5 16,8-1-4-16,-1 1 2 0,2-2-6 0,8 1 7 15,-1-3-7-15,0 1 6 0,0 0-4 0,-6 1-4 16,-2 1 6-16,8-2-5 0,-5 1 3 0,-2 1 5 0,0-4-3 15,0 5-2-15,-1-2 2 0,1 1-3 16,0-1 2-16,-1 0-5 0,-1 1-3 0,0 1 3 16,-1 1 4-16,1-1-1 0,-2 2-4 0,1-4-1 15,1 2 5-15,-7 0 4 0,1 0 3 0,3 2-10 16,-5-2 2-16,3 0 3 0,0-2 0 0,0 1-6 16,-1 1 3-16,-1-2 2 0,0 2-5 0,0-2 0 15,1 2 6-15,-6-2 1 0,-7 2-10 0,16 0 0 16,-10 0-9-16,-6 0-12 0,13 0-7 0,-7-1-16 15,-6 1-32-15,0 0-87 0,13 1 39 0</inkml:trace>
  <inkml:trace contextRef="#ctx0" brushRef="#br0" timeOffset="91182.21">15836 4756 9 0,'32'5'66'0,"-19"-3"1"0,1-1-28 0,5-1 9 0,0 0-10 16,3 1 5-16,0-1-6 0,-2 0 2 0,2 1-6 15,-2 0-4-15,0 1-2 0,0-1-10 0,-1 2 4 16,-2 1-1-16,-3-2-4 0,-3 2-6 0,0 1-1 16,-1-1 0-16,-1 4-4 0,-3 1 9 0,-2 6 1 15,-5 2-8-15,-6 8 0 0,-6 2 1 16,-6 4-14-16,-13 11-30 0,-6 2-63 0,-8-1-106 15,-18 12 46-15</inkml:trace>
  <inkml:trace contextRef="#ctx0" brushRef="#br0" timeOffset="94605.32">16836 5202 64 0,'0'0'110'0,"5"-13"-3"15,-5 13-4-15,0 0-1 0,0 0-6 0,0 0-14 16,0 0-3-16,0 0-9 0,0 0-7 0,0 0-7 15,0 0-16-15,0 0-5 0,0 0-18 0,0 0-18 16,0 0-20-16,0 0-15 0,0 0-18 0,0 0-22 16,0 0-64-16,0 0-150 0,0 0 66 0</inkml:trace>
  <inkml:trace contextRef="#ctx0" brushRef="#br0" timeOffset="94946.2">16791 6227 72 0,'0'0'74'0,"0"0"-15"16,-9-22-14-16,9 22-11 0,0 0-17 0,0 0-20 15,-1-8-20-15,1 8-24 0,0 0-48 0,0 0 21 16</inkml:trace>
  <inkml:trace contextRef="#ctx0" brushRef="#br0" timeOffset="96249.31">16799 5201 16 0,'0'0'36'0,"0"0"-2"0,0 0-2 16,0 0 0-16,0 0-2 0,0 0 1 0,0 0-2 15,0 0-3-15,0 0 0 0,0 0 2 0,0 0-5 16,0 0-1-16,0 0-6 0,0 0 2 0,0 0-7 16,0 0 11-16,0-10-12 0,0 10 1 0,0 0 2 15,0 0-9-15,3-8 6 0,-3 8-2 0,0 0-1 16,0 0 2-16,0 0-2 0,4-6 0 0,-4 6 8 15,0 0-8-15,0 0 0 0,0 0 7 0,0 0 2 16,0 0 4-16,0 0-6 0,0 0 0 0,0 0-3 16,0 0 3-16,0 0-1 0,0 0 2 0,0 0-4 15,0 0-2-15,0 0 0 0,0 0-1 0,-12 19-8 16,12-19 10-16,-4 5-9 0,4-5 5 0,0 0-4 16,-2 8 0-16,2-8-2 0,0 0 3 0,-1 7-4 15,1-7 9-15,0 0-10 0,0 0 4 0,0 0 0 16,7 7 13-16,-7-7-6 0,0 0 1 0,0 0 2 15,0 0 2-15,0 0 0 0,12-2-7 0,-12 2 10 16,0 0 7-16,0 0-10 0,0 0-5 0,9-5 7 16,-9 5-3-16,4-5-5 0,-4 5 2 0,0 0 7 15,4-9 3-15,-4 9-3 0,0 0 2 0,0 0-3 16,0-10 1-16,0 10 7 0,0 0-1 0,0 0 1 16,0 0-4-16,0 0-1 0,0 0-3 0,0 0 0 15,0 0-2-15,0 0-2 0,-8-7-6 0,8 7-2 16,0 0 8-16,0 0-10 0,-16 20 5 0,12-12-8 15,1-3 8-15,1 1-7 0,2-6 7 0,-5 8-8 16,2-3 2-16,3-5 1 0,-1 8-1 0,1-8-2 16,0 0-1-16,0 0 2 0,1 12 4 0,-1-12-3 15,0 0 0-15,5 4-6 0,-5-4 15 0,7 3-9 16,-7-3 7-16,0 0-7 0,11 0 4 0,-11 0 4 16,0 0-2-16,10-7-6 0,-10 7-1 0,7-3-2 15,-7 3 6-15,6-4-1 0,-6 4 0 0,4-5 2 16,-4 5 13-16,0 0-10 0,2-7 14 0,-2 7-3 15,0 0 20-15,0 0-12 0,0 0-2 0,0 0 0 16,0 0-8-16,-1-11-2 0,1 11-4 0,0 0-15 16,0 0-6-16,0 0-17 0,0 0-13 0,0 0-18 15,0 0-16-15,-18 11-28 0,16-3-103 0,-2-2-220 16,-1 1 97-16</inkml:trace>
  <inkml:trace contextRef="#ctx0" brushRef="#br0" timeOffset="101552.32">16824 5208 5 0,'0'0'2'0,"-2"10"2"0,2-10 1 15,0 9-4-15,0-9 7 0,0 11-5 0,0-11-1 16,0 8-2-16,0-8 6 0,1 8-3 0,-1-8-3 16,0 7 3-16,0-7-1 0,1 9 1 0,-1-9 0 15,0 0 0-15,0 12-3 0,0-12 1 0,0 7-2 16,0-7 4-16,-1 9-2 0,1-9 3 0,-1 8-1 16,1-8 4-16,1 8-5 0,-1-8 0 0,0 9-2 15,0-9 0-15,0 8 5 0,0-8-4 0,0 7 2 16,0-7-2-16,0 0 1 0,-1 12 2 0,1-12-5 15,1 9 2-15,-1-9-1 0,0 10 1 0,0-10 1 16,1 9 2-16,-1-9-3 0,0 10 1 0,0-10 4 16,0 8-1-16,0-8-5 0,2 9 1 15,-2-9-3-15,1 10 0 0,-1-10 7 0,1 10-5 0,0-4-1 16,-1-6 3-16,0 12-4 0,0-12 3 0,0 10 0 16,0-10-4-16,0 10 9 0,0-5-10 0,0-5 5 15,0 11-1-15,3-5 0 0,-3-6 0 0,0 11 0 16,0-11 0-16,-3 9 3 0,3-9-1 0,0 10-2 15,0-10 2-15,3 10-2 0,-3-3-1 0,0-7 4 16,0 11-1-16,0-11 0 0,0 11-7 0,1-5 8 16,-1-6-7-16,0 14 3 0,0-14 0 0,-4 12 4 15,7-6 2-15,-3 1-4 0,0-7 2 0,1 12-5 16,-1-12 7-16,0 13-4 0,0-6 0 0,0-7 0 16,-1 12 2-16,1-5 1 0,0-7-2 0,0 13-3 15,0-13 1-15,1 11 1 0,-1-4 1 0,0-7-2 16,-1 11-2-16,1-11 3 0,0 11-1 15,0-4 4-15,0-7-4 0,1 12 2 0,-1-12-4 16,-1 14 0-16,2-7 3 0,-1-7 0 0,-1 13-4 0,1-6 2 16,0-7-1-16,1 11 0 0,-1-5 5 0,0-6 9 15,0 12-17-15,0-5 9 0,0-7-5 0,1 10 4 16,-1-3-6-16,0-7 3 0,0 11 2 16,0-11 4-16,2 11-4 0,-2-4-6 0,0-7 1 15,-2 12 6-15,2-12-5 0,2 12 0 0,-1-6 6 0,-1-6-2 16,0 12 5-16,0-6-7 0,0-6 0 0,1 13-1 15,-1-7-3-15,0-6 5 0,0 12-3 0,0-5 10 16,0-7-11-16,-1 14 6 0,1-8-5 0,0-6 5 16,-1 16-4-16,-1-11 3 0,2 4-1 0,-1-2 7 15,1-7-10-15,0 13 1 0,0-13 6 0,0 13-5 16,0-7-2-16,0-6 0 0,0 12 1 0,0-12-1 16,-1 13 2-16,1-13-3 0,0 10 4 0,0-10-3 15,0 0 3-15,1 15 1 0,-1-15-2 16,0 0 1-16,-1 15 2 0,1-11-6 0,0-4 0 15,0 10 1-15,0-10 3 0,1 9 1 0,-1-9-1 16,0 8 0-16,0-8-6 0,0 7 3 0,0-7 5 16,0 0-4-16,0 11 3 0,0-11-3 0,0 10 2 0,0-10-1 15,0 7-1-15,0-7-1 0,0 8 3 0,0-8-7 16,0 11 7-16,0-11 0 0,-1 8 1 16,1-8 1-16,-3 10-4 0,3-10 0 0,3 9 2 15,-3-9 4-15,0 9-5 0,0-9-2 0,1 8 4 16,-1-8-2-16,1 8 3 0,-1-8 0 0,0 9-6 0,0-9 5 15,0 0-2-15,0 9 0 0,0-9 3 0,0 0-1 16,0 10-5-16,0-10 3 0,0 0-4 0,-1 10 3 16,1-10 1-16,0 0 3 0,-1 7-3 0,1-7 2 15,0 0 3-15,0 0-5 0,0 9-1 16,0-9 3-16,0 0-7 0,0 0 8 0,0 0-4 16,-4 7 0-16,4-7 4 0,0 0-7 0,0 0 5 0,0 0 1 15,0 0 3-15,0 0-6 0,0 0 2 0,0 8-4 16,0-8 7-16,0 0-4 0,0 0 0 15,0 0 0-15,0 0 2 0,0 0-3 0,0 0 8 0,0 0 0 16,0 0 2-16,0 0 0 0,0 0-4 16,0 0-3-16,0 0 9 0,0 0-8 0,0 0 1 0,0 0-4 15,0 0-2-15,0 0 2 0,0 0-3 0,0 0-1 16,0 0-7-16,0 0 1 0,5-22 1 16,-5 22-2-16,1-10 0 0,-1 2 1 0,3 0-4 15,-2 1 3-15,-1 7-2 0,1-14-12 0,1 6 23 16,-1-1-19-16,0-1-21 0,3 1 11 0</inkml:trace>
  <inkml:trace contextRef="#ctx0" brushRef="#br0" timeOffset="102421.06">16774 5206 61 0,'0'0'117'0,"0"0"-20"0,0 0 4 16,0 0-15-16,0 0-20 0,0 0-1 16,0 0-12-16,0 0-16 0,0 0-20 0,0 0-23 15,0 0-16-15,0 0-20 0,0 0-18 0,0 0-35 0,0 0-104 16,0 0 47-16</inkml:trace>
  <inkml:trace contextRef="#ctx0" brushRef="#br0" timeOffset="103172.29">16732 6146 87 0,'0'0'84'16,"0"0"-8"-16,0 0-8 0,0 0-8 0,0 0-8 16,0 0-9-16,0 0-8 0,9-5-20 0,-9 5-3 0,0 0-21 15,0 0-8-15,0 0-16 0,0 0-47 0,0 0-84 16,0 0 37-16</inkml:trace>
  <inkml:trace contextRef="#ctx0" brushRef="#br0" timeOffset="105104.18">16640 6140 2 0,'0'0'-1'0</inkml:trace>
  <inkml:trace contextRef="#ctx0" brushRef="#br0" timeOffset="108510.42">14001 4911 6 0,'0'0'58'15,"0"0"0"-15,0 0-7 0,0 0 4 0,0 0-1 16,0 0 4-16,0 0-10 0,0 0-1 0,0 0 5 16,0 0-3-16,0 0-6 0,0 0 4 0,0 0 6 0,0 0 1 15,0 0-3-15,0 0-11 0,0 0 4 16,0 0 6-16,0 0 3 0,0 0-2 0,0 0-11 15,0 0 1-15,0 0 2 0,0 0-1 0,0 0 5 16,0 0-15-16,0 0-1 0,0 0 2 0,0 0-9 16,0 0 6-16,0 0-7 0,0 0 1 0,0 0-4 15,0 0 2-15,0 0-9 0,0 0-1 0,0 0-4 0,0 0 3 16,0 0 2-16,0 0-9 0,0 0-5 16,0 0 7-16,0 0-3 0,6 3-3 0,-6-3 1 15,6 4 1-15,-6-4-3 0,5 2 7 0,-5-2-11 16,9 3 10-16,-9-3-2 0,9 2 5 0,-9-2-2 15,11 3 7-15,-6-3-4 0,-5 0-2 0,9 3 7 16,-2-2-3-16,-7-1 1 0,11 1 1 0,-11-1-2 0,10-1-3 16,-10 1 4-16,14 0-6 0,-14 0 3 15,11-2 1-15,-11 2 5 0,10-2 12 0,-10 2-11 16,11-5-2-16,-7 2 1 0,-4 3 2 0,9-2 0 16,-3-2 0-16,-6 4 3 0,8-5 2 0,-8 5-2 15,6-5 3-15,-6 5 3 0,5-7-8 0,-5 7-1 16,6-6 1-16,-1 0-2 0,-5 6-1 0,5-8-2 15,1 1 1-15,-3 1-13 0,1 1 8 0,1-1 2 16,-1 2-4-16,1-2-1 0,-5 6-2 0,6-9 1 16,-3 3 0-16,1 2 1 0,-4 4-1 0,6-11-2 15,-3 6 0-15,-1-2 2 0,-2 7-4 0,9-13-1 16,-8 7 2-16,3 1 2 0,1 0 1 0,-5 5-2 16,6-9-5-16,-4 2 5 0,-2 7-3 15,3-13 2-15,-3 13-2 0,3-15 2 0,-3 15 1 0,4-17 2 16,-4 7-6-16,2 1-2 0,-2-2 0 0,0 11 3 15,2-20 0-15,-2 8 1 0,2 2-4 0,0-1 3 16,-2 11-1-16,0-19 0 0,3 7-2 0,-1 2-1 16,-4-2 4-16,2 12 2 0,-1-12-3 0,0 2 2 15,0 3-1-15,-3-1-3 0,4 1 5 0,-2-3-2 16,0 3 1-16,-1-1-1 0,1 0-2 0,2 8-1 16,-2-15 2-16,-3 6 1 0,3 2-2 0,-2-3 2 15,3 3-3-15,-1-1 2 0,-2 2 4 0,2-3-7 16,0 0 4-16,-1 2-1 0,-2-3-6 0,1 2 6 15,2-2-2-15,-1 2-3 0,-1-1 3 0,-1 2 4 16,2-3-2-16,0 1-2 0,-2 3 6 0,3-1-2 16,0 1-1-16,-1-1-1 0,-1 0 1 0,4 7 0 15,-2-10-1-15,0 4 2 0,2 6-1 0,-2-13-6 16,1 7 7-16,1 6-4 0,-6-12 1 0,4 7 7 16,2 5-8-16,-1-14 5 0,-3 7-4 0,3 0-1 15,1 7 1-15,-4-12 4 0,4 5 4 0,-2 0-2 16,2 7-14-16,-2-13 9 0,2 6-1 0,-1-1 0 15,1-1 0-15,-2-2 4 0,2 11-3 0,0-11 0 16,0 2 2-16,-1 1-3 0,1-2 4 16,0 10-4-16,-1-15-2 0,2 8 5 0,-1-1-1 15,0 8-2-15,-1-14 8 0,1 7 1 0,0 7-1 16,0-14-1-16,0 6 2 0,0 8-3 0,2-14 4 0,0 4-4 16,-1 2-2-16,-1-1 1 0,0-3-1 0,4 3-4 15,-4-1 0-15,2 3 0 0,0-3 4 0,0 0-9 16,1 3 10-16,-2-1-2 0,-1-1 3 0,2 1-1 15,0 0-5-15,-2 8 4 0,2-14-4 0,1 7 0 16,-2 0-1-16,-1 7 4 0,3-10-2 16,-3 4 2-16,0 6-5 0,2-12 1 0,0 7 0 15,-2 5 3-15,4-9 2 0,-2 4-3 0,-2 5 3 16,6-8-4-16,-4 2 1 0,-2 6 1 0,5-5 3 0,-5 5-6 16,4-8 3-16,-4 8-2 0,4-5 1 0,-4 5-3 15,6-8 7-15,-1 5-5 0,-5 3-2 0,9-7 3 16,-4 4 2-16,1-1 0 0,1 1-3 15,-1-1 4-15,2 2-1 0,-2-1-3 0,6-1 1 16,-1-1-2-16,-2 1 3 0,2 0 1 0,-4 2-3 16,0-1 1-16,2-1 0 0,2 1 0 0,-1 0 1 0,0 1-5 15,1-2 1-15,-1 4 3 0,0-4-1 0,-1 2 1 16,1 2-3-16,-1-2 5 0,3-2 0 16,-1 2-6-16,1 1 5 0,-3-1 3 0,3 0-3 15,-1 2 1-15,3-3-1 0,-1 1-2 0,0 1 3 16,1-2 22-16,3 1 1 0,-3-1-2 0,-1 2-2 15,4-1-5-15,-4 2-2 0,0-1 1 0,0-1-3 0,2 2 0 16,2-2-2-16,0 0-1 0,0-2-2 0,-1 2 1 16,2 0 0-16,0 0-3 0,1 0-2 0,-2 2 5 15,-1-1-3-15,-3-1-2 0,7 0-3 0,-2 1 6 16,9-3-2-16,-8 3-1 0,-2-1 0 16,1 2 2-16,1-3-4 0,-2 2 4 0,2-1-3 15,-2 1 2-15,-4-1-1 0,7 0-2 0,-2 1 4 16,3 1-4-16,-3-2 0 0,0 1 2 0,1 1-5 0,0-2 2 15,3 2 0-15,-6-3 1 0,3 4 6 16,-3-2-4-16,2 1-4 0,0-1 1 0,-1 1 2 16,-2 0 0-16,-2 0 0 0,0 0 0 0,1-2-3 15,-1 4 1-15,0-4-2 0,2 2 1 0,-1 0 2 16,-1 2-1-16,5-4-1 0,-6 2 1 0,0 0-1 16,0 0 2-16,0 0-1 0,2 2-1 0,-1-2 1 15,1 0-2-15,-1 0 4 0,4 0-2 0,-4 0 2 16,5-2 0-16,-1 2 0 0,1-2 3 0,0 1-4 15,-5 1 3-15,2-2-5 0,2 2 6 0,0-1-5 16,0 1 0-16,1-1 0 0,-2-1 2 0,3 1 1 16,-6 0-2-16,5 1 0 0,-4 0-2 0,-2 0 4 15,2 0-5-15,-1-2 1 0,-1 2 1 0,1 0-3 16,0 0 3-16,-2 0 4 0,0 0-3 0,-1 0-3 16,0 0 2-16,-1 0 2 0,-9 0-1 0,11 0 0 15,-3 0 0-15,-8 0 1 0,10 0-1 0,-10 0 1 16,12 0 0-16,-12 0 1 0,0 0 0 0,11 0 2 15,-11 0-3-15,9 0 2 0,-9 0 0 0,8 0-4 16,-8 0 4-16,11 0-1 0,-11 0-1 0,0 0-3 16,9 0-1-16,-9 0-12 0,8-3-10 0,-8 3-7 15,0 0-14-15,10 0-12 0,-10 0-26 0,0 0-19 16,0 0-25-16,12 1-30 0,-12-1-123 0,0 0-304 16,0 0 135-16</inkml:trace>
  <inkml:trace contextRef="#ctx0" brushRef="#br0" timeOffset="109083.18">15788 3456 73 0,'0'0'107'0,"-12"-1"5"0,12 1-10 16,-10-3-5-16,10 3-20 0,-9-1 13 0,9 1-27 15,0 0-4-15,-15 1-11 0,15-1 5 0,-9 1-14 16,9-1 1-16,-8 2-2 0,8-2-1 0,0 0-1 16,-10 1-1-16,10-1 0 0,0 0-3 0,0 0-4 15,-7 3-9-15,7-3 14 0,0 0-16 0,0 0-6 16,0 0 4-16,0 0-5 0,0 0 7 0,0 0-6 16,0 0-1-16,0 0 11 0,0 0 4 0,0 0 1 15,16 9 5-15,-7-6 3 0,1 2 5 16,4 0-2-16,3-1 1 0,4-1 1 0,0 1-6 0,-1 1-4 15,8-2-3-15,-6-1-4 0,9 3 2 0,-3-2-4 16,-8-1-4-16,1 0-1 0,2 1-1 0,0 0-1 16,4 2-1-16,-6-3-3 0,1 1 2 15,-4-2-2-15,1 2-1 0,-1-1-3 0,-5 1 1 16,-2 0-2-16,1 1 2 0,-2-2-2 0,-3 0-1 0,0 1 2 16,1 0-4-16,-4 3 7 0,1-2-8 0,-4 2 5 15,0 1-5-15,-5 5 8 0,-3 7-1 0,-10 8-2 16,-5 2 1-16,-18 15-2 0,-15 24 3 0,14-22-19 15,-22 21-38-15,6-3-65 0,-3 2-61 0,-8-6-95 16,3-3-295-16,14-18 131 0</inkml:trace>
  <inkml:trace contextRef="#ctx0" brushRef="#br0" timeOffset="153951.24">13495 4275 34 0,'0'0'171'0,"0"0"-3"0,0 0-11 0,0 0-12 15,0 0-19-15,0 0-10 0,0 0-12 0,0 0-11 16,0 0-9-16,13-26-2 0,-8 14-3 0,4-2-4 15,-1-4-16-15,4-9 5 0,-3 2-8 0,4 3-3 0,1-4-5 16,-1-1-2-16,-3 2-2 0,-2-3-8 16,6 2 1-16,-10 2-7 0,8 0 5 0,-6 6-6 15,1 0 4-15,2-6-11 0,-4 8 4 0,1 0 5 16,-2 2 0-16,1-2 0 0,-3 7 3 0,-2-1 3 16,2 4-1-16,-2-2-5 0,0 8-6 0,2-9 1 15,-2 9-6-15,0 0-3 0,0-11-6 0,0 11-1 16,0 0-3-16,0 0-2 0,0 0 2 0,-17 15 0 15,5-1 3-15,-3 8 0 0,-4 1 3 0,2 6 3 16,-5-1-3-16,6 3-1 0,-2-1 0 0,0-1 4 16,2-3-1-16,5 0 0 0,4-9-6 0,0 0 6 15,1 0 1-15,1-2 1 0,1-1-6 0,4-5-1 16,2 3 2-16,1-3 1 0,1 1-1 0,2-2-4 16,5-2 3-16,3 0 1 0,7-2-2 0,10-2-5 15,1-5-14-15,6-1-33 0,14-6-38 0,-1-3-29 16,-2 0-36-16,0-3-31 0,-14 5-29 0,-4 0-120 15,-5 1-350-15,-3-3 155 0</inkml:trace>
  <inkml:trace contextRef="#ctx0" brushRef="#br0" timeOffset="154110.5">13779 3510 142 0,'0'0'158'0,"-8"-4"-29"16,8 4-31-16,-5-4-35 0,5 4-28 0,0 0-10 16,0 0-22-16,0 0-27 0,0 0-26 0,0 0-47 15,14 17-105-15,-9-12 48 0</inkml:trace>
  <inkml:trace contextRef="#ctx0" brushRef="#br0" timeOffset="156683.25">16933 5228 80 0,'0'0'103'0,"0"0"-3"16,0 0-12-16,0 0 0 0,0 0-7 0,0 0-4 15,0 0-5-15,0 0-4 0,0 0-3 0,0 0-1 16,0 0 7-16,0 0-11 0,0 0 1 0,0 0 4 16,0 0-3-16,0 0 0 0,0 0-1 0,0 0 1 15,0 0-5-15,0 0 2 0,0 0 3 0,0 0-6 16,0 0-4-16,0 0 1 0,0 0-6 0,0 0-3 15,0 0-7-15,0 0-2 0,0 0-3 0,-2-10-2 16,2 10-4-16,0 0-2 0,0 0-2 0,0 0-7 0,0 0 2 16,0 0 1-16,0 0 4 0,0 0-10 15,0 0-2-15,0 0 0 0,0 0-3 0,0 0 0 0,0 0 0 16,0 0-2-16,0 0 9 0,0 0-10 16,0 0-1-16,0 0-1 0,0 0-3 0,0 0-6 0,0 0-13 15,0 0-22-15,0 0-29 0,0 0-31 0,0 0-34 16,0 0-20-16,0 0-118 0,0 0-298 0,0 0 132 15</inkml:trace>
  <inkml:trace contextRef="#ctx0" brushRef="#br0" timeOffset="157360.26">16807 6179 45 0,'0'0'37'0,"0"0"-12"0,0 0-22 0,0 0-22 15,0 0-20-15,0 0 10 0</inkml:trace>
  <inkml:trace contextRef="#ctx0" brushRef="#br0" timeOffset="157811.84">16912 5117 43 0,'0'0'64'0,"0"0"-8"0,0 0-7 0,0 0 0 15,0 0-6-15,0 0-10 0,0 0-2 0,0 0-8 16,0 0-15-16,0 0-16 0,-4 22-16 0,1-15-38 15,0 3-66-15,-1 0 30 0</inkml:trace>
  <inkml:trace contextRef="#ctx0" brushRef="#br0" timeOffset="158220.1">16753 6173 42 0,'0'0'44'0,"0"0"-18"0,0 0-15 0,0 0-32 16,0 0-22-16,0 0 9 0</inkml:trace>
  <inkml:trace contextRef="#ctx0" brushRef="#br0" timeOffset="165584.24">22699 8210 1 0,'0'0'111'15,"-14"-1"-12"-15,5 1 0 0,0-2-9 0,9 2-3 16,-18-2-4-16,11 0-5 0,-1 2-4 0,1-3-7 15,7 3-8-15,-15-3-4 0,15 3-1 0,-11-2-8 16,11 2-8-16,-14-2-1 0,7 2-9 0,7 0 1 16,-15-2-6-16,6 2 4 0,9 0 1 0,-14 0 3 15,6-1-6-15,8 1 5 0,-15 0 3 0,7 0-1 16,8 0 3-16,-13 0-2 0,13 0 2 0,-14-2 0 16,14 2 0-16,-10 0 0 0,10 0-2 0,-11 0 9 15,11 0-1-15,0 0-1 0,-11 0 4 0,11 0 0 16,0 0-2-16,0 0-3 0,-7-3-2 0,7 3-6 15,0 0-5-15,0 0 3 0,0 0-2 0,0 0-4 16,0 0 1-16,0 0 2 0,0 0-4 0,0 0-2 16,0 0-3-16,0 0 2 0,0 0 1 0,0 0 0 0,29 3-6 15,-17-3-3-15,-2 0 6 0,5 2-3 0,-2-2-5 16,5 1-2-16,-5 0 2 0,6 2-3 0,1-2 3 16,-2 3-1-16,4-1 3 0,0 0-1 15,-2 1 4-15,8 0-2 0,0 0-1 0,-1 2-1 0,1-4 1 16,3 3-2-16,-9-3 1 0,3 0-1 0,5 2-3 15,-3 4-2-15,-1-5 3 0,1 3 2 0,1-5-1 16,-6 0-4-16,0 2 0 0,-1 0 1 0,0 0-3 16,-1 2 2-16,2-3-3 0,1 2-1 0,-1-1 6 15,-2 0-6-15,7 0 7 0,-7 1-2 0,1 0 2 16,-1 1-4-16,7-2-2 0,-6 0 3 0,-1 0 2 16,2-1 1-16,0 3-3 0,-4-2-1 0,3 3 0 15,6-2 3-15,-8 0-1 0,2-1-3 0,0 2 1 16,0-2 4-16,1-1-6 0,-1 2 3 0,10-1 2 15,-3 2 1-15,-1-4-3 0,4 3-1 0,-3-2 3 16,1 1 0-16,2-2 2 0,-3 1-6 0,5 1 1 16,-1 0 1-16,-5-1-1 0,5 1-2 0,-1-3 2 15,-1 3-3-15,3-1 6 0,-4-1-6 0,1 1 5 16,1 0-1-16,0 1 1 0,-1-1-4 0,2 1 1 0,-2-2-3 16,0 1 5-16,1-1-5 0,-2 1 7 15,1-1-6-15,1 2 0 0,-2-3-2 0,2 0 2 16,1 0 1-16,-2 5 6 0,2-5-6 0,-2 2 0 15,-1-4 0-15,2 5-4 0,-3 0 3 0,0-1 3 0,0-1-6 16,-6-3 3-16,6 3 2 0,0-2 0 16,0 1 3-16,0 1-3 0,-5-2 1 0,4 2 3 0,-5-2-1 15,0 3 0-15,5-5 3 0,0 3-5 0,-6-2 2 16,2 2 1-16,-2-1-2 0,0 0-2 0,8-1 7 16,-11-3-7-16,4 4 2 0,-3 2 2 0,2-5-6 15,5 1 5-15,-4 3-3 0,0-2 2 0,-2 1 0 16,3 2-4-16,-5-2 2 0,2 0 0 0,9 1 2 15,-13-2-2-15,7 2-4 0,-1-2 4 0,-2 3-1 16,1-2 1-16,-3 2-1 0,2-2 1 0,-2-1-2 16,2 1 3-16,-2-1-4 0,1 2 2 0,0 2-3 15,0-2 4-15,-2-2-5 0,1 2 4 0,-2 0-1 16,-1 0 2-16,3 0 1 0,-1 0-5 0,-4-2 1 16,2 2 1-16,-4-1-1 0,3 1 1 0,-1 0 1 15,-1 1-1-15,2-1-2 0,-2-1 4 0,-2 1-3 16,1-1 0-16,-2 2 0 0,0 0 3 0,2-1-1 15,-2 0-2-15,-9 0-1 0,14-1 0 0,-5 1 1 16,-9 0 4-16,13-1-2 0,-13 1 0 0,10-1-2 16,-10 1 1-16,12 0 1 0,-12 0 3 0,7 1-2 0,-7-1 2 15,7 1-5-15,-7-1 5 0,0 0 3 16,0 0 3-16,0 0-1 0,11 0-2 0,-11 0 3 16,0 0 0-16,0 0-3 0,7 1 0 0,-7-1 4 0,0 0-3 15,0 0 0-15,0 0 2 0,0 0-1 0,0 0 2 16,0 0-6-16,0 0 5 0,0 0-1 15,0 0 1-15,0 0-6 0,0 0 3 0,0 0 0 0,0 0-2 16,0 0 1-16,0 0 0 0,0 0-3 0,0 0 5 16,0 0-5-16,0 0 3 0,0 0-5 0,0 0 2 15,0 0-1-15,0 0 3 0,0 0-6 0,0 0-1 16,0 0-5-16,0 0-4 0,0 0-5 0,0 0-6 16,-18-11-9-16,18 11-9 0,0 0-7 0,-5-6 0 15,5 6-8-15,0 0-7 0,-8-3-11 0,8 3-14 16,0 0-12-16,0 0-19 0,-9-5 2 0,9 5-13 15,-5-5-14-15,5 5-7 0,-5-5-22 0,5 5-96 16,-9-2-288-16,9 2 128 0</inkml:trace>
  <inkml:trace contextRef="#ctx0" brushRef="#br0" timeOffset="168958.37">12741 10600 46 0,'0'0'43'0,"0"0"1"0,0 0-4 0,0 0-1 15,0 0 1-15,0 0-5 0,0 0 0 0,0 0-3 16,0 0-2-16,0 0 4 0,0 0-7 0,0 0-1 15,0 0 0-15,0 0-11 0,0 0 8 0,0 0-6 16,0 0 2-16,0 0-5 0,0 0-3 0,0 0 0 16,0 0-4-16,0 0 4 0,0 0-2 0,0 0 4 0,0 0-6 15,0 0 0-15,0 0 4 0,0 0-3 0,0 0-1 16,0 0 1-16,0 0 2 0,0 0-6 16,0 0-1-16,0 0 1 0,0 0 5 0,0 0-6 15,0 0-4-15,0 0 3 0,0 0 5 0,0 0-6 16,0 0 10-16,0 0-7 0,0 0-8 0,0 0-3 0,0 0-3 15,0 0-11-15,0 0-6 0,0 0-17 16,0 0-63-16,0 0-115 0,0 0 51 0</inkml:trace>
  <inkml:trace contextRef="#ctx0" brushRef="#br0" timeOffset="175244.37">13780 3453 64 0,'0'0'110'0,"0"0"-1"0,0 0-8 0,0 0-4 0,0 0-9 15,0 0-4-15,0 0 1 0,0 0-10 0,0 0-4 16,0 0-4-16,0 0-8 0,0 0-5 0,0 0-4 16,0 0-6-16,0 0-7 0,0 0-3 15,0 0-4-15,0 0-2 0,0 0-5 0,0 0-2 16,0 0 0-16,0 0 1 0,0 0-12 0,0 0 2 16,0 0-1-16,0 0 3 0,0 0-2 0,0 0-3 15,0 0-4-15,0 0 2 0,0 0-1 0,0 0 0 0,0 0 10 16,-16 13-10-16,16-13-2 0,0 0 0 15,0 0 2-15,0 0 4 0,0 0-5 0,0 0 1 16,0 0 4-16,0 0 11 0,0 0 1 0,0 0 6 16,0 0 1-16,0 0 4 0,0 0 7 0,0 0-2 15,0 0 2-15,0 0 11 0,0 0-4 0,0 0 0 16,0 0 0-16,0 0-3 0,0 0-3 0,0 0 0 16,0 0-6-16,0 0-3 0,0 0-5 0,0 0-3 15,0 0 0-15,0 0-5 0,0 0-2 0,0 0-4 16,0 0-3-16,0 0 1 0,0 0-6 0,-8 3 1 15,8-3-8-15,0 0 7 0,-3 5-3 0,3-5 2 16,0 0 0-16,-3 7-3 0,3-7 0 0,0 0 0 16,0 0-3-16,0 0-4 0,0 0-4 0,0 0-5 15,0 0 4-15,4 12 8 0,-4-12-2 0,0 0 2 16,0 0-4-16,0 0 6 0,6 4 7 0,-6-4-5 16,0 0 5-16,0 0 3 0,0 0-2 0,0 0-1 15,0 0-1-15,0 0 1 0,0 0 2 0,0 0 0 16,0 0 3-16,0 0 0 0,0 0-2 0,0 0 4 15,4-19-7-15,-4 19 1 0,0 0-1 0,0 0-2 16,0 0-4-16,0 0 1 0,0 0-4 16,0 0-1-16,0 0-5 0,0 0 4 0,0 0-2 0,0 0 5 15,0 0-6-15,0 0 4 0,0 0-8 0,0 0-5 16,0 0-6-16,0 0 11 0,0 0-15 0,0 0 3 16,0 0-5-16,0 0 6 0,0 0 1 0,0 0 4 15,0 0-2-15,0 0 9 0,0 0-1 0,0 0 2 16,0 0 4-16,0 0-2 0,0 0 2 0,0 0 2 15,0 0-3-15,0 0 4 0,0 0-6 0,0 0 2 16,0 0 2-16,7-3 1 0,-7 3-4 16,0 0-2-16,0 0-17 0,0 0-18 0,0 0-25 15,0 0-32-15,0 0-39 0,0 0-133 0,0 0-298 0,0 0 132 16</inkml:trace>
  <inkml:trace contextRef="#ctx0" brushRef="#br0" timeOffset="176346.23">13652 4050 50 0,'0'0'63'0,"0"0"-15"16,0 0 5-16,-5-5 0 0,5 5-10 0,0 0 1 15,0 0-6-15,0 0-3 0,0 0-6 0,0 0-4 16,0 0-4-16,0 0-3 0,0 0 3 0,0 0-3 16,0 0-2-16,0 0 5 0,0 0-10 0,-6 15 9 15,4-9-15-15,2-6 11 0,-5 15-2 0,1-5 8 16,-1-1-15-16,-2 2 11 0,5-1 10 0,-3 3-5 16,-1 0-7-16,2-1 3 0,-2 0 1 0,0 0-5 15,1 0 1-15,-3 1 3 0,4-2 18 0,-4 0-13 16,1 0 9-16,-1 3-15 0,1-6 5 0,1 3 1 15,-2-3 1-15,2 1 2 0,-1-1-14 0,1-1 4 16,0 0-3-16,6-7 3 0,-8 8 1 0,1-2-5 16,7-6-5-16,-4 7 9 0,4-7-4 15,-7 7 0-15,7-7-2 0,-9 6 1 0,9-6 5 16,0 0 2-16,-9 5 2 0,9-5 0 0,0 0 0 16,0 0-2-16,0 0 4 0,0 0-6 0,-5 7-6 0,5-7 4 15,0 0-1-15,0 0 2 0,0 0 0 0,0 0-4 16,0 0 2-16,0 0-4 0,-10 2 2 0,10-2-4 15,0 0 6-15,0 0-17 0,0 0-14 0,0 0-18 16,0 0-23-16,0 0-45 0,0 0-24 0,0 0-74 16,0 0-216-16,-12-11 97 0</inkml:trace>
  <inkml:trace contextRef="#ctx0" brushRef="#br0" timeOffset="176683.11">13465 4289 45 0,'0'0'72'0,"0"0"-8"0,3-12-3 16,-3 12-5-16,0 0 1 0,2-11 6 0,-2 11 0 0,0 0-10 15,5-6 1-15,-5 6-12 0,0 0 1 0,0 0 6 16,0 0-15-16,0 0 7 0,-3-14-12 16,3 14-8-16,0 0-6 0,0 0-16 0,0 0-9 15,0 0-13-15,-9-3-17 0,9 3-8 0,0 0-13 16,0 0-53-16,-19 12-122 0,13-8 54 0</inkml:trace>
  <inkml:trace contextRef="#ctx0" brushRef="#br0" timeOffset="177536.04">13356 4355 87 0,'0'0'105'0,"0"0"-1"0,0 0-15 0,0 0-10 0,0 0-6 16,19-22 2-16,-14 16-6 0,-5 6-6 0,10-13-2 15,0 5-5-15,-5-1-8 0,1 0 7 0,2 1-12 16,0-1-6-16,-1-3-2 0,5-1 1 0,-4 1-4 16,1-3-2-16,3 1-1 0,-3-2-4 0,-1 2-1 15,1 1 6-15,1-2-3 0,-1-1-7 0,-3 0 1 16,1 1 2-16,2 0-9 0,-2-2 6 0,-1 0 6 15,-1 1-7-15,2-1-2 0,0 1 0 0,-1 1-8 16,-1 1 1-16,1-3-3 0,-2 7 2 16,2-3-3-16,-2 4 1 0,0-2-7 0,-1 3 17 15,1 1-17-15,0-2 3 0,-1 2 2 0,-1 0 5 16,0 2-3-16,-2 5 2 0,5-11-1 0,-5 11 3 16,2-7 11-16,-2 7-5 0,3-7 1 0,-3 7 3 0,0 0 6 15,0-8-6-15,0 8 6 0,0 0-6 0,0 0 0 16,0 0-1-16,0 0-1 0,4-7 2 0,-4 7-1 15,0 0 0-15,0 0-3 0,0 0 2 0,0 0-1 16,0 0-7-16,0 0 1 0,0 0-4 16,0 0 0-16,0 0-4 0,0 0 4 0,0 0-5 15,0 0 3-15,0 0-4 0,-11 20 4 0,11-20-5 0,-5 9 5 16,4-3-2-16,1-6-2 0,-4 8 6 0,4-8-7 16,-2 8 2-16,2-8-1 0,-2 7 1 0,2-7-5 15,-2 5 1-15,2-5 0 0,0 0 1 16,-5 8-3-16,5-8 4 0,0 0 1 0,-2 8 1 15,2-8-2-15,0 0 0 0,-2 8 1 0,2-8-3 0,-4 8 0 16,4-8 3-16,0 5 2 0,0-5-1 0,0 0-4 16,0 0 1-16,0 0 3 0,0 11-6 0,0-11 4 15,0 0-1-15,0 0 8 0,-6 6-11 0,6-6 6 16,0 0 0-16,-2 9-2 0,2-9 1 16,-2 9-4-16,2-9 1 0,-4 8 4 0,4-8-3 15,-2 9-3-15,2-9 4 0,-5 11 2 0,3-5 0 0,-2 0-2 16,4 2-2-16,-2 0 3 0,-1 3-3 0,-2-2 0 15,1 2 6-15,3-1-6 0,-3-1 4 0,0 2-6 16,2 0 3-16,0 0-3 0,-1-1 0 0,1 1 5 16,2 0-4-16,-4 0 4 0,2 2-3 0,2-4 2 15,-3 1 2-15,2 0 0 0,-1-1-1 0,2 1-2 16,0-1 1-16,0-9 0 0,0 13-1 0,0-13 0 16,0 11 0-16,0-11-2 0,0 9 1 0,2-4 3 15,-2-5-1-15,1 10 0 0,-1-10 0 0,3 6-1 16,-3-6 1-16,4 6-2 0,-4-6-1 0,2 6 3 15,-2-6 0-15,4 5-1 0,-4-5 3 0,3 5-5 16,-3-5 7-16,6 4-8 0,-6-4-4 16,5 2 3-16,-5-2-4 0,12 2-4 0,-12-2 4 0,10-3-7 15,-10 3-4-15,13-3-15 0,-5 0-11 0,1-1-16 16,1 1-32-16,0-3-11 0,-1 1-13 16,0-1-13-16,-1-1-110 0,2-1-260 0,-2 1 115 15</inkml:trace>
  <inkml:trace contextRef="#ctx0" brushRef="#br0" timeOffset="-211207.48">4793 9649 111 0,'0'0'181'0,"0"0"-10"0,0 0-10 0,0 0-14 16,-14-17-12-16,14 17-9 0,-6-3-5 0,6 3-5 15,-7-3-5-15,7 3-2 0,0 0-8 0,0 0-5 16,0 0 3-16,-12 0-7 0,12 0-15 0,0 0-1 15,0 0-9-15,-14 2-8 0,14-2-5 0,-8 7-4 16,2-5-7-16,1 2 2 0,-1 1-9 0,2 1-5 16,-2 0-3-16,-4 3 1 0,4-2-7 15,-2 2 1-15,1 2-4 0,1 0 1 0,-2-1-1 0,2 3-5 16,1-2-1-16,0 1 0 0,-2 2-1 0,0 2 2 16,2-1 0-16,1 3 6 0,0-1 2 0,0-1-1 15,0 1-3-15,0-1-1 0,1-4-3 0,3 3 1 16,-4 2-4-16,4 0-3 0,1-5 3 0,-1 6-5 15,3-6-1-15,-2 0 5 0,3 3-2 0,-2-2-1 16,2-1-3-16,-1-1 0 0,0 1 3 0,4-1 11 16,-1 1 3-16,2-2 0 0,-2 2 0 0,2-2 0 15,0-1 1-15,2-2-2 0,-2 1-3 0,-1-1 3 16,2-1-2-16,3 2-4 0,-3-5 3 0,0 3-1 16,1-2 5-16,1-2-8 0,-2 0-2 0,0 0 2 15,3-1-1-15,-2-1 0 0,1-1 4 0,-3-1-2 16,2 0 0-16,3-2 1 0,-3-2-2 0,4 1 4 15,-6-2-3-15,1 0-2 0,4 0 0 0,-3-5 2 16,-1 1-7-16,2 0 6 0,0-6-4 0,-2 3 3 16,0 0-4-16,1-5 0 0,-1-5-2 0,-3 6 1 15,-1-1-1-15,2 0 1 0,-2 0-3 0,-3 1 1 16,1-1 0-16,-2 1 1 0,-1 0-1 0,0 2 2 16,-2 1-2-16,2 1 0 0,-3 2 4 0,2 3 5 15,-2-2 2-15,1 0 1 0,-2 1 0 0,-3 1-2 16,1-1-5-16,0 2 3 0,-1-2 0 0,-3 2-2 15,1-1-7-15,-1 1 4 0,-2 2 0 0,2-1-3 16,1 1-2-16,-2-1 0 0,0 2 0 0,1 0 0 16,-1 1 0-16,0 1-12 0,1-1 0 0,0 2-10 15,0-1-6-15,2 2-12 0,-3 1-10 0,0-1-21 16,11 1-29-16,-14 4-27 0,5-1-26 0,0 1-23 16,2 3-29-16,-1-2-22 0,1 3-184 0,-1-1-442 15,3 2 195-15</inkml:trace>
  <inkml:trace contextRef="#ctx0" brushRef="#br0" timeOffset="-210545.43">4893 9907 79 0,'0'0'150'0,"-7"-3"-7"0,7 3-2 16,0 0-6-16,-8-3-5 0,8 3-12 0,0 0-10 15,0 0-9-15,0 0-10 0,0 0-7 0,0 0-4 16,0 0-4-16,0 0-4 0,0 0 2 0,0 0-6 0,0 0-4 16,0 0-7-16,0 0-10 0,0 0 0 0,0 0-6 15,0 0 0-15,0 0-4 0,0 0-1 16,32 4-2-16,-17-2 0 0,4 0-4 0,0-2 0 16,2 2-2-16,-1 2-2 0,12-2 1 0,-4-1-1 15,0 2-1-15,4-2-1 0,2-1 3 0,0 0 3 0,-1 0-6 16,-1 4 4-16,0-6-4 0,0 4-1 15,0-2-2-15,0 2-1 0,1-4-2 0,0 7-1 16,-1-4-2-16,2 0 1 0,2 1-3 0,-2 0 1 16,-1 0-1-16,2-1-2 0,-2 0-1 0,3 3 1 0,-3-3-2 15,0 3 1-15,2-2 1 0,-2 0-3 0,-1-2-1 16,1 3-1-16,0 0 1 0,-1-1-2 16,3 1 0-16,-3 0 6 0,2 0-4 0,-1-3 2 15,1 3-2-15,-1-5 0 0,0 7 1 0,-1-3 0 0,-3 1 3 16,1 0-1-16,-2-3 0 0,-5 1 2 0,5 3 0 15,-9-4 6-15,2 0-5 0,-3-2 1 0,-1 2 0 16,1 2 3-16,-1-2-3 0,-3 1 3 16,-4-2-1-16,2 1 2 0,-2 0 1 0,-10 0 4 0,11 0 1 15,-11 0-2-15,11 1 5 0,-11-1 6 0,7-1 0 16,-7 1 7-16,0 0 1 0,11 0 5 0,-11 0-4 16,0 0 0-16,0 0 1 0,0 0-6 0,6-5-9 15,-6 5-14-15,0 0-18 0,0 0-15 0,0 0-22 16,0 0-34-16,0 0-44 0,0 0-40 0,0 0-47 15,-22 9-236-15,12-6-479 0,1 3 213 0</inkml:trace>
  <inkml:trace contextRef="#ctx0" brushRef="#br0" timeOffset="-209480.94">6721 9547 137 0,'0'0'153'0,"0"0"-7"0,-11-1 0 16,11 1-13-16,-9 0-14 0,9 0-2 0,-15 3-11 0,6 0-9 15,-1 1-7-15,-2 1-3 0,-1 5-8 0,-2-1 0 16,1 1-11-16,-2 4 2 0,0-1-6 0,-7 5 1 16,7-6-10-16,-2 9-5 0,-1-3 2 15,2 1-9-15,4-2-2 0,3 0-4 0,0-1 1 0,-4 4-5 16,2 5-1-16,1-11 4 0,2 11-3 0,0-8-4 15,1 7-2-15,-2 0-1 0,2 1-3 0,2 0-2 16,2-1 12-16,-1 2-4 0,2-1 1 0,2 0-5 16,1 0 1-16,0 2-5 0,1-2 0 0,4 2 1 15,-2 0 8-15,2-1 8 0,3-1-4 0,-2 3-2 16,3-1 0-16,1 0 2 0,2 0 3 0,-1 0 0 16,3-3 2-16,3 0 2 0,-2-2-3 0,3 0-8 15,-1-1 7-15,-2-6-4 0,3 2 5 0,-4-1 5 16,7 3-7-16,-4-6-6 0,1-1-1 0,-1-1 0 15,7 0-1-15,-3-3 1 0,-2-1 0 0,6 2-4 16,2-3-1-16,-5-3-4 0,4-2 1 0,3-2-3 16,-2-2-1-16,2 0 1 0,2-4-1 15,0 3-3-15,1-4 0 0,-2-3-7 0,1-2 2 0,1 1 1 16,-4-2-1-16,-3 0-3 0,0-1-1 0,-1-2 6 16,-3 0-5-16,0 1 2 0,-2-1-2 0,-1-2-4 15,0-1 1-15,-5 3 0 0,2-3 5 0,-3-3-3 16,-1 0-1-16,-1-2-2 0,-1 1-3 0,0 1 2 15,-1-5 14-15,-2 3-15 0,-3 1 3 0,0-5-3 16,-3 4 4-16,-3-2-3 0,-1 2 2 0,0-1-3 16,-2 0 0-16,-2 1 0 0,2-3 2 0,-3 4-5 15,-4 1 9-15,4 5 1 0,-1-6-5 0,0 5 1 0,-3-1 0 16,0 4 1-16,-2-4-2 0,-3 1-2 16,4 4 4-16,-6-5-5 0,3 8 3 0,-6-5-2 15,-3 3 1-15,2 0-1 0,-2 0-3 0,-1 3-4 16,-2 3 7-16,1-2-2 0,0 4 0 0,-1 2-2 0,0 0 1 15,-3 0-8-15,4 3 0 0,-2 1-5 0,2 0-5 16,-2 0 4-16,10 1-13 0,1 1-6 16,-4 0-14-16,5 2-17 0,-1-1-20 0,6 1-27 15,-3-1-31-15,1 3-27 0,4-2-41 0,2 3-20 0,-3 1-172 16,1-1-439-16,2 0 194 0</inkml:trace>
  <inkml:trace contextRef="#ctx0" brushRef="#br0" timeOffset="-208024.53">6768 10084 111 0,'-9'-3'174'0,"9"3"-8"0,-8-3-2 15,8 3-9-15,-11-4 1 0,11 4 0 0,-9-3-5 16,9 3-2-16,-10-4-2 0,10 4-3 0,-8-2-13 15,8 2-9-15,-7-3-8 0,7 3-8 0,0 0-5 16,0 0-10-16,-10-2-8 0,10 2-5 0,0 0-4 16,0 0 3-16,0 0-2 0,0 0-6 0,0 0-6 0,0 0-10 15,0 0-7-15,0 0-5 0,0 0-9 16,0 0 4-16,0 0-8 0,0 0-1 0,26 0-5 16,-15 1-2-16,3-2 3 0,5 2-13 0,-2-2-4 15,2-1-12-15,-2 2-5 0,1 0-11 0,0 0-15 0,-6 0-18 16,3 0-14-16,-1 0-18 0,-2 0-19 15,2 0-22-15,-2 0-16 0,-2 0-25 0,2 0-6 0,-5-2-14 16,1 4-146-16,-8-2-360 0,11-2 159 16</inkml:trace>
  <inkml:trace contextRef="#ctx0" brushRef="#br0" timeOffset="-207797.97">6885 9887 81 0,'0'0'214'0,"-8"-4"-7"0,8 4-5 16,-6-5-7-16,6 5-13 0,0 0-13 0,0 0-18 16,-6-4-13-16,6 4-17 0,0 0-14 0,0 0-12 15,0 0-9-15,0 0-9 0,0 0-8 0,-7 13-4 16,7-13-8-16,-1 18-6 0,0-2-2 0,0 0-7 16,-1 1-1-16,2 3-5 0,-2 3-5 0,2-2 0 15,2 3-6-15,-4 3-22 0,-1-2-34 0,2-5-39 16,4 6-34-16,-5-1-33 0,2 1-39 0,0 0-159 15,2-1-362-15,-1-6 160 0</inkml:trace>
  <inkml:trace contextRef="#ctx0" brushRef="#br0" timeOffset="-206676.14">7442 10152 118 0,'-6'-5'132'16,"6"5"0"-16,0 0-5 0,0 0-7 0,-6-3 1 15,6 3-5-15,0 0-2 0,0 0-2 0,-5-5-11 16,5 5-2-16,0 0-6 0,0 0-6 0,-8-4-1 15,8 4-4-15,-5-6-3 0,5 6-5 0,0 0 1 16,0 0-6-16,-8-6-2 0,8 6-2 0,0 0-9 16,0 0-1-16,-5-4-7 0,5 4-3 0,0 0-4 0,0 0-10 15,0 0 5-15,-6-4-9 0,6 4 0 16,0 0-2-16,0 0-7 0,0 0 0 0,0 0-1 16,0 0 2-16,0 0 0 0,0 0-3 0,0 0 2 15,-4-6 2-15,4 6-2 0,0 0-2 0,0 0 2 16,0 0-3-16,0 0 5 0,0 0 1 0,0 0-3 15,0 0 5-15,0 0 3 0,0 0-2 0,0 0 1 16,0 0-2-16,0 0-3 0,0 0-2 0,0 0-6 0,0 0-2 16,0 0-3-16,0 0 0 0,0 0-3 0,0 0 1 15,0 0-1-15,0 0-1 0,22 2 2 16,-22-2 2-16,20 2-4 0,-7-1 0 0,5 0 1 16,-2-1-3-16,2 2 1 0,3-1 1 0,0-1-2 0,6 2 5 15,-6-3-4-15,7 2 0 0,3 1 1 0,-1 1 3 16,-2-3-6-16,4 1 3 0,0 1-4 0,0-2 0 15,0 1 2-15,-1 1-2 0,-3 0 3 16,1 0-5-16,2 0 0 0,-2 0 3 0,-1 1 0 0,1 0-1 16,-1-1-4-16,0 2 1 0,1 0 0 0,-7-3 2 15,7 1-2-15,3 1 1 0,-2-1 3 0,2 0 3 16,1-2-3-16,-2 3-1 0,4-2-1 16,-2-1 0-16,3 0 1 0,-2 0-2 0,0 0 1 0,-1 0 3 15,1 0-2-15,0 0 1 0,1-1-3 0,0 1 0 16,0-1 4-16,2 1-3 0,-3-3 3 0,2 2 2 15,0 1-1-15,3-2-4 0,-4 0 11 0,3-2-11 16,2 1 1-16,12 2-2 0,-13 0 3 0,12-2 3 16,-13 2-4-16,2-1 1 0,-2 0 1 0,2 2-1 15,-2-2 1-15,-1 2-3 0,1-1 3 0,0-1-3 16,-3-2 4-16,0 2-3 0,0-1 3 0,-4 3-3 16,1-1 4-16,0 0-4 0,-2 0 4 0,0 1-2 15,1-2-2-15,-4 1-1 0,1-1 6 0,-6 2-3 16,4 0-3-16,3-2 3 0,-8 2-1 0,8-3 1 15,-1 3-1-15,-7 0-1 0,1 2 2 0,-1-2-1 16,-1-3 3-16,2 3-5 0,-4 0 1 0,1-1 2 16,-1 2 1-16,-4-1-5 0,4-1 3 0,-4 1-1 15,0-2 3-15,0 4-3 0,-3-2 6 0,2 1-4 16,-1-1-1-16,-2 1 0 0,1-2 6 0,-1 1-8 16,1 0 4-16,0 0-2 0,-3 0-3 0,-8 0-7 15,14 3-8-15,-8-3-9 0,-6 0-16 0,9 0-13 16,-9 0-19-16,0 0-20 0,9 1-29 0,-9-1-25 15,0 0-20-15,0 0-25 0,0 0-142 0,0 0-364 16,0 0 161-16</inkml:trace>
  <inkml:trace contextRef="#ctx0" brushRef="#br0" timeOffset="-205914.06">10328 9484 102 0,'2'-9'217'0,"-2"9"-7"16,3-6-7-16,-3 6-10 0,0 0-6 0,0 0-13 15,0 0-13-15,0 0-7 0,0 0-21 0,0 0-16 16,3-8-14-16,-3 8-9 0,0 0-12 0,0 0-10 16,0 0-3-16,0 0 1 0,0 0 0 0,-5 40-4 15,1-14-4-15,-1 5-3 0,-1 3-6 0,-1 16-5 16,1 2-3-16,-4 2-4 0,1 26-1 0,1 3-1 15,-1-1 3-15,4 0-1 0,0 1 5 0,0-1 4 16,-1-2 9-16,4-19-10 0,1 20 7 0,-4-26-1 16,3 5 2-16,2 23 2 0,-3-28-2 0,3-2-2 0,0-2-3 15,0 1-10-15,0-3 0 0,-2-4 4 16,4-9-15-16,-1-2 5 0,3-4-5 0,-4 2-3 16,1-3-1-16,3-4-6 0,-4-5 4 0,1-3-4 15,-1-1 0-15,1-5-21 0,0 0-2 0,-1-5-24 16,2-1-10-16,-2-5-16 0,1 9-12 0,-1-9-15 15,0 0-36-15,0 0-64 0,0 0-48 0,0 0-42 16,-18-16-209-16,12-1-517 0,-2-9 229 0</inkml:trace>
  <inkml:trace contextRef="#ctx0" brushRef="#br0" timeOffset="-203828.81">11899 10023 58 0,'-1'-10'239'0,"-2"0"-6"16,3-2-9-16,-2 2 15 0,2 0 4 0,0 10-4 16,-2-17-10-16,0 12-5 0,2 5-17 0,-3-12-11 15,3 12-22-15,-1-6-18 0,1 6-18 0,0 0-16 16,-1-8-17-16,1 8-15 0,0 0-11 0,0 0-12 15,0 0-4-15,0 0-7 0,0 0-6 0,0 0-4 16,-2 26 2-16,2-8-6 0,-2 0-3 0,0 7-10 16,-1 0 2-16,-1-2-5 0,1 2 1 0,1-5-18 15,0 5-1-15,-1-6-2 0,0-1-12 0,1 0-18 16,-1-1-20-16,0-1-18 0,1 1-17 0,0-1-19 16,1-5-40-16,0 5-35 0,-2-5-30 0,1-1-20 15,-1 0-17-15,3 0-169 0,-1-1-443 0,0-3 196 16</inkml:trace>
  <inkml:trace contextRef="#ctx0" brushRef="#br0" timeOffset="-203413.55">11947 9827 137 0,'11'-10'173'0,"4"-1"-15"16,-1 4-14-16,-1 0-8 0,-3 1-17 15,3 4-8-15,-3 0-14 0,-1-2-10 0,0 3-11 16,2 1-5-16,-11 0-9 0,15 4-8 0,-8-2-2 0,-2 2-3 16,0 5 6-16,1-1 4 0,-4 3-3 15,-1 1-5-15,1 3-2 0,-5 1-6 0,-1 3 1 16,-3-2-4-16,0 2-7 0,-4 3 0 0,3-4-5 16,3 0-2-16,-5-4-2 0,2 1-9 0,6-2-9 0,-1-2-11 15,-1 2-5-15,4-2-5 0,-2 1-5 0,4 0-15 16,0 0-6-16,3-2 0 0,1 2-6 15,0-3 5-15,2 2 4 0,5 2 3 0,-7-5 6 16,7 6-4-16,-3-4 6 0,-3-1 7 0,2 1-4 0,0 0 8 16,-2-1-3-16,1-1 14 0,-4 1 4 0,2 0 18 15,-2-1 10-15,-3 1 3 0,0-2 4 0,-1 1 2 16,0-8 7-16,-2 14 2 0,-2-5 7 16,-4-3-5-16,2 3-4 0,-3-2 2 0,0 1-6 0,0-2 1 15,-2 0-9-15,2 1-1 0,-3-1-5 0,2-2-18 16,1 1-20-16,-1-1-23 0,0 0-26 0,3-1-29 15,-3-3-38-15,10 0-179 0,-13 0-333 0,13 0 148 16</inkml:trace>
  <inkml:trace contextRef="#ctx0" brushRef="#br0" timeOffset="-202746.66">12410 10029 219 0,'0'-5'236'0,"0"5"-7"15,0-11-10-15,0 11-12 0,-6-8-2 0,1 3-17 16,5 5-8-16,-12-3-15 0,3 3-13 0,1 4-10 16,-2 2-7-16,-1 4-15 0,-2-1-11 0,-1 4-8 15,1 1-8-15,-1 0-12 0,3 2-5 0,2 2-11 16,2-2 3-16,0-1-17 0,3 2-9 0,2-1 0 16,0-3-3-16,4-1-16 0,0-3 3 0,0 2-12 15,2-2-3-15,1 3-8 0,3-6-6 0,0 2-6 0,-1-2 3 16,2-3-5-16,2 1 1 0,-4-3 3 15,3 0-1-15,2-2 5 0,-12 1-3 0,16-6 1 16,-8 2 8-16,2-2-1 0,-3-2 3 0,-1-1 5 16,-1-2 1-16,2 1 0 0,-2-1-5 0,1 0 4 15,-2-4-2-15,-1 3-3 0,-2-5 1 0,0 5 3 0,1 2 8 16,0-1 4-16,-2 4-2 0,0-1 0 16,0 8 2-16,2-10-5 0,-2 10-5 0,0-9-1 15,0 9-4-15,0 0-4 0,0 0 6 0,0 0-1 0,0 0 1 16,0 0 3-16,-2 27-3 0,2-12 2 15,0 3-1-15,-2 0-4 0,-1 1 5 0,3-1-2 0,0-1-2 16,1 0-2-16,1-5 3 0,0 1-3 0,3-4 1 16,-2 3-4-16,3-3-3 0,-1-2-2 15,3 0 0-15,-2-2 2 0,6-3-1 0,-1 1 2 16,-1-3-1-16,7-5 4 0,2 0-1 0,-2-3 0 0,2-3 0 16,-2 0-2-16,-1-2 8 0,-3-1-7 0,1 2-1 15,-5-4-4-15,0-2 6 0,1 0 0 0,-2-1-5 16,-3 0 1-16,1-5-5 0,2 0 4 0,-6 8-2 15,2 2 3-15,-2-3 1 0,-2 7 16 0,2 1-4 16,-2 2 0-16,0 7-4 0,-2-11-2 16,2 11 0-16,0-11-10 0,0 11-5 0,0 0-1 0,0 0 0 15,0 0-3-15,0 0 16 0,-16 17-13 0,11-7-3 16,1 6-9-16,0-4 4 0,1 3 2 0,1 2 6 16,0 2-11-16,3-4 4 0,0 2 0 0,1-1 1 15,-1 0 1-15,1-3 4 0,2 3 0 0,-1 1-1 16,1-2-1-16,-2 1 7 0,2 0-5 0,-4-5-4 15,3 1 0-15,-3-1 3 0,0 0-1 0,-3 0 0 16,-1 0-15-16,2-2-8 0,-1 1-12 0,-1 1-20 16,2-3-23-16,-2 1-21 0,1-3-27 0,1 0-32 15,2-6-31-15,-9 7-163 0,4-5-397 0,5-2 175 16</inkml:trace>
  <inkml:trace contextRef="#ctx0" brushRef="#br0" timeOffset="-202547.52">12823 10094 39 0,'5'-7'214'0,"-5"7"-24"0,0 0-12 15,0 0-3-15,0 0-3 0,0 0-6 16,0 0-13-16,4 21-11 0,-4-9-14 0,-2-1-9 16,4 5-10-16,-2 0-11 0,-1 1-12 0,0 0-6 15,2 0-8-15,-4 0-8 0,3-1-21 0,0-1-18 0,0-1-28 16,0-3-37-16,0-1-35 0,0 0-28 0,0-2-32 15,0-8-16-15,0 12-140 0,0-12-316 16,0 9 140-16</inkml:trace>
  <inkml:trace contextRef="#ctx0" brushRef="#br0" timeOffset="-202413.55">12818 10037 48 0,'-2'-27'163'0,"0"8"14"15,-2 2-8-15,0 1-11 0,3 3-5 0,-1 3-16 16,0 3-19-16,2 0-22 0,0 7-44 0,-4-8-31 15,4 8-32-15,0 0-11 0,0 0-22 0,0 0-37 16,0 0-108-16,0 30-205 0,4-14 90 0</inkml:trace>
  <inkml:trace contextRef="#ctx0" brushRef="#br0" timeOffset="-202164.46">13162 10074 233 0,'0'0'231'0,"0"0"-3"0,0 0-3 0,0 0-10 16,0 0-18-16,0 0-12 0,0 0-10 0,-20-2 0 16,20 2-18-16,-16 13-6 0,3-2-5 0,3 2-5 15,-3 0-13-15,1 2-10 0,2-1-16 0,-1 2-15 16,4-2-6-16,1 2-4 0,-2-2-5 0,2-2-14 16,3 0 0-16,1 4-6 0,2-6-4 0,0 1-9 15,5 0-13-15,-3-3-19 0,4 2-9 0,4-1-23 0,-3-2-27 16,4 0-45-16,1-2-57 0,7-1-60 15,-1-1-67-15,-2 0-151 0,4-5-467 0,-2 1 208 16</inkml:trace>
  <inkml:trace contextRef="#ctx0" brushRef="#br0" timeOffset="-201547.58">13756 10182 17 0,'0'0'243'0,"0"-7"-27"0,0 7-20 15,0 0-18-15,0 0-12 0,0 0-9 0,0 0-11 16,0 0-9-16,-14 19-9 0,9-9-15 0,1 1-9 16,-2 3-10-16,1-2-10 0,0 1-10 0,0 0-5 15,3-3-6-15,-2 0-8 0,0-1 0 0,4-1-8 16,-1-2 3-16,1-6 4 0,-4 9 10 0,4-9 9 15,0 7 13-15,0-7 13 0,0 0 11 0,-4 7 16 16,4-7 20-16,0 0-27 0,0 0-8 0,0 0-6 16,0 0-17-16,4-26-12 0,0 10-10 15,-3-3-3-15,5 1-4 0,0-7-13 0,-1-1-4 0,0-2-7 16,4-3-10-16,0 0-4 0,-1-4-7 0,2 3 3 16,-1-1-1-16,2 1-4 0,3 0-9 0,-6-1-2 15,6 5 1-15,-3 1-3 0,0 5 7 0,-3 5-13 16,0 3 1-16,-3 3 4 0,-1 4 1 0,0-1-4 15,1 1-4-15,0 4-3 0,-5 3-3 0,9-1 4 16,-9 1 1-16,13 14 1 0,-4-3 1 0,2 11 5 16,-2 4 1-16,3 7 6 0,-3 0 5 0,-3 0-2 15,-1 0 6-15,-1 1 5 0,1-2-8 0,1 0 3 16,-1-2 4-16,-3-1-4 0,2-1-8 0,-2-1 4 16,1-2-4-16,-3-6 1 0,4 0-2 0,-1-2 3 15,0-2-21-15,-1-3-27 0,0 0-22 0,0-1-30 16,0 0-30-16,-2-1-34 0,2-4-37 0,0-1-39 15,-2-5-11-15,3 10-25 0,-3-10-179 0,0 7-485 0,0-7 215 16</inkml:trace>
  <inkml:trace contextRef="#ctx0" brushRef="#br0" timeOffset="-200863.79">13750 10194 28 0,'0'0'212'16,"-8"-4"-33"-16,8 4-33 0,0 0-20 0,-5-5-6 15,5 5-19-15,0 0-14 0,0 0-6 0,0 0-6 0,30-7-5 16,-12 4-9-16,4-1-8 0,5 1-9 0,4-1-4 16,-2-2-5-16,0 2 0 0,-3-1-5 15,-4 1 0-15,-2 1-1 0,-2 1 0 0,-5 1-2 16,1-1-13-16,-5 1 2 0,2 0-6 0,-3 1 1 0,-8 0-1 16,10 1 2-16,-3 0 3 0,-1 1 10 15,0 1 3-15,2 2 5 0,-4 2 9 0,1 0 6 16,0 3 3-16,-1 0-7 0,1 0-3 0,1 0 7 15,-3 0 3-15,1 2 1 0,-2-2-6 0,2 2-3 16,-1-3-3-16,-3-1-2 0,2 1-2 0,0-4-1 0,1 2 1 16,-3-7 6-16,1 8 6 0,-1-8 4 0,2 8 9 15,-2-8 6-15,0 0 12 0,1 8 7 0,-1-8 4 16,0 0-7-16,0 0-9 0,0 0-11 0,0 0 7 16,0 0-15-16,0 0-4 0,-11-30 5 0,9 20-20 15,1-3-5-15,1 1-8 0,-1 1 8 0,1-5-21 16,2 0-8-16,0-2-3 0,5-2-9 0,-3 3 3 15,3 0-6-15,0 3 0 0,2 0 7 0,0 0-9 16,-2 4 1-16,1 3 0 0,4 1 1 0,-5 4-2 16,4 0 1-16,-3 2-1 0,4 4 4 0,-3 2-3 15,5 5 4-15,-1 2 4 0,0 2-5 0,-1 0 15 16,-1 2-14-16,0-1 4 0,-6 4 3 0,4-3-3 16,-5 0 5-16,4-2-1 0,-2 1 11 0,-1-1-6 15,-4-3 0-15,2-4 5 0,-1 0 5 0,0-1 8 16,-2-7 7-16,2 9-4 0,-2-9 3 0,3 8-2 15,-3-8-3-15,0 0 5 0,0 0-1 16,0 0-3-16,0 0-8 0,0 0-2 0,0 0-7 0,0 0-4 16,0 0 7-16,-5-33-8 0,5 19-10 0,0-3-2 15,4 0-8-15,-2-2-9 0,5-6-6 0,2 1 6 16,0 1-6-16,-2 6 2 0,5-1 4 0,-3 2 3 0,4 3-1 16,-1 0 7-16,-4 5-1 0,3 1 0 0,0 3 9 15,-2 0-8-15,0 1 1 0,3 4 2 0,-3 5-1 16,2 0 3-16,-1 0-3 0,-4 8 6 15,0-2 1-15,1 3 2 0,-3 1 0 0,3 1 4 0,0 0 0 16,-5 0 4-16,1 1 0 0,1-1 1 0,-4 2-2 16,2-3-4-16,-2-4-24 0,0 0-38 0,-2 2-41 15,2-3-43-15,0 1-41 0,-2-3-62 16,0-1-139-16,2-8-426 0,0 10 189 0</inkml:trace>
  <inkml:trace contextRef="#ctx0" brushRef="#br0" timeOffset="-200597.22">14746 9891 53 0,'0'-11'265'0,"0"4"-6"0,0-1-13 16,0 8-14-16,3-9-23 0,-3 9-22 0,0-9-19 16,0 9-18-16,0 0-10 0,0 0 4 0,0 0-1 15,0 0 1-15,6 35-4 0,-2-10 1 0,-1 4 9 16,-2 2-27-16,-2-2 4 0,-2 4-13 0,3-1-9 15,0-1-7-15,-2 0-7 0,0 0-15 0,1 0 1 16,-1 0-19-16,1-4 4 0,-1 2-8 0,-1-5-6 16,1-5-4-16,1-1-11 0,0 0-24 0,1-2-11 15,-2-2-36-15,2-3-41 0,-3 1-40 0,-2 1-36 16,3-4-41-16,0-2-31 0,0-1-29 0,-1 1-214 16,-3-2-509-16,6-5 225 0</inkml:trace>
  <inkml:trace contextRef="#ctx0" brushRef="#br0" timeOffset="-200380.67">14851 10029 178 0,'10'-6'179'0,"1"0"-4"16,-3-1-4-16,-1 4-10 0,5 1-12 0,-4 0-6 15,-8 2-9-15,12 1 0 0,-12-1-4 0,11 5-9 16,-6-1-7-16,-5-4 2 0,4 11-5 0,-2-4-6 15,0 1-3-15,-4 2-12 0,0 1-4 0,-3-2-8 16,-1 4-10-16,2-3-13 0,-6 4-15 0,2-3-20 16,1-2-29-16,-3 2-44 0,3-3-34 0,-1-1-59 15,-1-1-59-15,0 1-155 0,0-1-390 0,9-6 172 16</inkml:trace>
  <inkml:trace contextRef="#ctx0" brushRef="#br0" timeOffset="-199980.55">15089 9682 186 0,'0'0'259'0,"0"0"-27"0,3-6-26 15,-3 6-16-15,0 0-23 0,0 0-17 0,13 10-15 16,-5-3 1-16,-2 1-12 0,5 5-12 0,1 2-9 0,1-1-11 15,-3 1-9-15,2 0-4 0,-1-1-10 0,1 2-2 16,-2-1-7-16,-4-5-9 0,2 4-1 0,0-2-3 16,-5-3-10-16,0 1 7 0,2 0 0 0,-3-3 9 15,0 2 3-15,-1-3 5 0,-1-6 1 0,0 12 1 16,0-12-2-16,-3 9-5 0,-1-6-7 0,4-3-5 16,-9 4-3-16,9-4-2 0,-8 3-5 0,8-3 1 15,0 0-7-15,-14-3 1 0,14 3-5 0,-8-9-8 16,1 1-6-16,4-1-3 0,1-2-4 0,-2-2-1 15,4-2-1-15,2 3-1 0,2-5-1 16,4 0-4-16,2-2 4 0,0-5-5 0,7 3 0 0,1 0 5 16,1 2-9-16,0 0-8 0,-5 6-3 0,3-1-17 15,-3 3-17-15,-3 4-40 0,1-1-53 0,2-2-50 16,-3 3-57-16,-2 1-186 0,2 1-476 0,-1 0 212 16</inkml:trace>
  <inkml:trace contextRef="#ctx0" brushRef="#br0" timeOffset="-199832.2">15592 9735 228 0,'3'8'256'0,"-3"-8"-19"0,0 0-2 0,5 6-16 16,-5-6-17-16,0 0-17 0,0 0-18 0,0 0-34 16,0 0-44-16,0 0-50 0,0 0-62 0,0 0-72 15,0 0-217-15,0 0-338 0,0 0 149 0</inkml:trace>
  <inkml:trace contextRef="#ctx0" brushRef="#br0" timeOffset="-198314.06">13196 10783 56 0,'0'0'258'0,"0"0"-6"16,0 0-8-16,0 0-10 0,0 0-11 0,0 0-19 15,0 0-28-15,0 0-16 0,0 0-16 0,0 0-14 16,0 0-16-16,0 0-11 0,0 0 1 0,0 0-2 16,0 0-11-16,-14 30-6 0,6-14-10 0,1 1-4 15,-2 1-6-15,0 6-10 0,-4 0-4 0,3-7 3 16,4 2-16-16,-1-2 4 0,-1 1-10 0,2 0 2 0,0-2-8 16,1-3-2-16,-1-1 0 0,4 0-3 0,-3-3-3 15,2 0-1-15,-1-1-2 0,2-2-4 16,-1 2 3-16,3-8-1 0,-2 7-3 0,2-7 0 15,-2 9 3-15,2-9 0 0,0 0 1 0,-4 6 1 0,4-6 18 16,0 0 14-16,0 0 7 0,0 0 12 16,0 0 5-16,0 0-5 0,0 0-3 0,0 0-5 15,0 0-7-15,0 0-10 0,0-29-10 0,4 14-4 16,0-1-3-16,-1-3-6 0,3 0-7 0,4-7-9 0,-1-1 1 16,3-1-18-16,-2 1 8 0,1-1-4 0,1-2-9 15,3 2 13-15,-4 1-8 0,3-2-2 0,1 6 5 16,-1-3-7-16,-3 4 7 0,-4 6-2 15,4 0 3-15,-4 4 0 0,-1 2 5 0,-1 0-3 0,-1 4 2 16,4-2 0-16,-6 2-2 0,0 1-1 0,-2 5 4 16,7-8-1-16,-5 4 1 0,-2 4-2 0,0 0-6 15,0 0 3-15,11-2 0 0,-11 2 7 0,9 13 4 16,-4-5 3-16,1 6 5 0,-1 5 3 0,4 5 18 16,-4 0-7-16,1 2 4 0,1-2-3 0,-3 3 5 15,0-1 0-15,4 1 1 0,-6-2-2 0,2 1 0 16,1 0 2-16,-3-7-11 0,4 2 16 0,-1-2-19 15,0-3-1-15,-1 2 0 0,1-1-4 0,-1-2 2 16,1 0-5-16,-1 0 7 0,0-4-4 0,1-2 4 16,0 1-6-16,-3-1 0 0,2 1 5 0,-1-3-7 15,-1-2 0-15,0 2 0 0,0 0 0 0,-2-7-22 0,4 7-6 16,-4-7-11-16,4 6-12 0,-4-6-18 16,2 5-7-16,-2-5-33 0,0 0-23 0,0 0-42 15,0 0-39-15,0 0-46 0,0 0-43 0,0 0-194 16,0 0-530-16,-21-19 234 0</inkml:trace>
  <inkml:trace contextRef="#ctx0" brushRef="#br0" timeOffset="-198080.48">13169 10923 245 0,'0'0'212'0,"-9"-1"-17"16,9 1-20-16,0 0-16 0,0 0-12 0,0 0-8 15,0 0-9-15,0 0-1 0,27-10-8 0,-11 8-13 0,2 0-7 16,2-1-6-16,3 1-10 0,-4-2-9 0,4 2-9 16,-4 0-5-16,2-2-5 0,-5 3-5 15,-3 1-7-15,1-2-6 0,-3 2-3 0,0-2-6 0,-5 1-15 16,-6 1-13-16,15 1-20 0,-15-1-31 0,8 1-41 16,-8-1-23-16,8 1-39 0,-8-1-47 0,0 0-119 15,9 2-343-15,-9-2 153 0</inkml:trace>
  <inkml:trace contextRef="#ctx0" brushRef="#br0" timeOffset="-196760.89">16232 10210 14 0,'0'0'90'0,"0"0"7"0,0 0-9 0,0 0 3 15,0 0-13-15,0 0 2 0,0 0 3 0,0 0-1 16,0 0-8-16,0 0-4 0,0 0-5 0,0 0-1 16,0 0-6-16,0 0-13 0,0 0 5 0,0 0-11 15,0 0-3-15,0 0 5 0,0 0-9 0,0 0-2 16,0 0-6-16,0 0 1 0,0 0-2 0,0 0 7 16,-24 1 2-16,24-1 2 0,0 0-2 0,-11 4 8 15,11-4-8-15,-8 1-7 0,8-1 4 0,0 0 2 16,-11 1-9-16,11-1 9 0,0 0 0 0,-11 1 0 15,11-1 3-15,0 0-4 0,-8 1 3 0,8-1 0 16,0 0-11-16,0 0 3 0,0 0-3 0,0 0 1 16,0 0-6-16,0 0 0 0,0 0-1 0,-11 0-2 15,11 0 1-15,0 0 2 0,0 0 6 0,0 0 2 16,0 0-2-16,0 0-1 0,0 0 1 0,0 0-1 16,0 0 6-16,0 0 0 0,26 7-5 0,-12-5 2 15,5-1 5-15,8 1-2 0,2-1-1 0,6-4 0 16,0 5-2-16,6-4-1 0,10-1 0 0,4 1-1 15,0 0-3-15,4 1-4 0,1-2 1 0,5 0-1 16,-3 1-1-16,-2-2-2 0,0 2-1 0,1-1-2 16,-1-1 1-16,0 3 3 0,0-2 3 0,-1 1-2 15,-3-2 7-15,1 2-6 0,-1 0-2 0,-1-1-4 16,-2 1 3-16,0 2-1 0,2-1 1 0,-4-1-3 16,-13-1 2-16,15 1 0 0,-2-3 3 0,2 0-5 0,2 0 1 15,-2 1 0-15,1-5-1 0,0 6-5 0,-3 0 6 16,0-3-5-16,-11 5 3 0,10-8-2 0,-13 5-3 15,4 2 0-15,9-1 0 0,-13 0-1 16,-1 0 1-16,-2-2-1 0,5 1 2 0,-2 1-4 0,4-1 5 16,-4 2-8-16,0-1 6 0,1 1-1 0,0 1 1 15,-1-2-2-15,-2 1 1 0,-2 0-3 0,-1 0 2 16,-1 0 0-16,-4 0-2 0,-4 2 6 0,-4 0 0 16,1-2-6-16,2 1-1 0,-4 2 7 0,-4-2-3 15,0 0-3-15,4-1 0 0,-5 2 0 0,1-1 5 16,-3 1-2-16,1-2 4 0,-1 2-3 0,-3 0 2 15,0-1-2-15,-8 1 0 0,15 0-1 0,-9-1 0 16,-6 1-1-16,11-2 1 0,-11 2-4 0,10 0 4 16,-10 0 1-16,9-2-1 0,-9 2 0 0,7-1 3 15,-7 1-4-15,0 0-2 0,14 1 1 0,-7-1-2 16,-7 0 4-16,9 2-3 0,-9-2 3 0,11 0-3 16,-11 0-1-16,14 0 3 0,-7 2-2 0,-7-2 1 15,14 1 1-15,-14-1-2 0,10-1 0 0,-10 1-2 16,0 0 2-16,10-2-1 0,-10 2 0 0,0 0-3 15,8 2-11-15,-8-2-8 0,0 0-5 0,0 0-13 16,0 0-15-16,10 0-16 0,-10 0-24 0,0 0-27 16,0 0-38-16,0 0-30 0,0 0-30 0,0 0-124 15,0 0-372-15,0 0 166 0</inkml:trace>
  <inkml:trace contextRef="#ctx0" brushRef="#br0" timeOffset="-195680.89">18501 9952 18 0,'-12'-5'150'15,"12"5"-9"-15,0 0-2 0,-6-2-7 0,6 2-3 16,0 0-10-16,0 0-2 0,-8-4-9 0,8 4-1 16,0 0-3-16,0 0-8 0,0 0-1 0,0 0-1 0,0 0 0 15,0 0-9-15,-6-2 0 0,6 2-4 0,0 0-4 16,0 0 1-16,0 0-7 0,0 0-4 15,0 0-2-15,0 0-1 0,0 0-2 0,0 0-5 0,0 0-5 16,0 0-5-16,0 0-1 0,0 0-4 0,0 0-7 16,0 0-3-16,0 0 1 0,0 0-3 0,0 0-4 15,0 0-4-15,0 0-5 0,0 0 2 16,0 0 0-16,0 0-2 0,0 0 1 0,0 0-5 0,9 18-1 16,-1-10 4-16,-1-2-4 0,3 0 1 0,-2 2 1 15,2 0-3-15,0 0-2 0,-1-2 2 0,2 2-2 16,1 0-1-16,3-2 0 0,-3 2-2 15,-1-2-2-15,-2 1 2 0,2-1-2 0,-1 2 0 0,-3-3-2 16,0 1 5-16,1 2-14 0,-2-2 2 0,1 1-2 16,-1 0 5-16,-3-1-5 0,2 0 5 0,-3 1-1 15,1 3 11-15,-3 0 0 0,0 2 7 0,-3 2 5 16,-4 3 2-16,-1 2 7 0,-5 3 2 0,-1 3-3 16,-4-4 1-16,-3 2-5 0,-4 1 2 0,2 0-6 15,-2 0-2-15,0-1-9 0,1-3-25 0,-1 2-18 16,4-4-39-16,1 0-40 0,3-5-39 0,6 0-63 15,0 0-237-15,3-3-490 0,0-1 218 0</inkml:trace>
  <inkml:trace contextRef="#ctx0" brushRef="#br0" timeOffset="-194862.51">18584 9418 67 0,'0'0'218'0,"0"0"-9"0,0 0-11 0,-4-8-7 0,4 8-8 15,0 0-11-15,0 0-8 0,0 0-9 0,0 0-6 16,0 0-11-16,0 0-5 0,0 0-7 0,0 0-10 16,0 0-4-16,0 0-8 0,0 0-13 0,0 0-6 15,0 0-7-15,0 0-11 0,0 0 0 0,0 0-13 16,0 0-3-16,0 0-9 0,0 0-2 0,0 0-7 16,0 0-2-16,18 13-3 0,-13-7-7 0,2 2-6 15,-1 3-3-15,0-1-1 0,1 1-4 0,-1 5-1 0,3-1 1 16,1-2 1-16,-1 1 2 0,-1 0-3 15,1-4 3-15,1 3-10 0,0 1 5 0,-2-5 0 16,5 4 9-16,-4-4-9 0,5 4-2 0,-5-6 4 16,-2 3-28-16,2-3-17 0,0 0-24 0,-2 0-29 0,-1 2-33 15,-2-4-45-15,1-1-27 0,0 1-34 16,-2 0-158-16,-3-5-419 0,2 7 185 0</inkml:trace>
  <inkml:trace contextRef="#ctx0" brushRef="#br0" timeOffset="-194647.52">18795 9403 158 0,'0'0'259'16,"-1"-12"-18"-16,1 12-21 0,-2-8-26 0,2 8-14 16,0 0-8-16,0 0 6 0,0 0-3 0,-15 18-7 15,0 3-9-15,-1 3-12 0,-2 3-14 0,2 3-14 16,-2-2-11-16,0 2-13 0,3 1-4 0,-3 0-9 15,0-2-13-15,1 1-20 0,-1-3-24 0,2-3-32 16,2-1-48-16,2-5-63 0,2-1-44 0,2-1-56 16,-1 0-193-16,4-4-445 0,-2-3 198 0</inkml:trace>
  <inkml:trace contextRef="#ctx0" brushRef="#br0" timeOffset="-194297.13">18848 9609 79 0,'7'-6'242'15,"-7"6"-29"-15,0 0-15 0,0 0-13 0,0 0-2 16,0 0-7-16,0 0-15 0,5 14-20 0,-4-7-12 16,2 4-10-16,-3-4-16 0,2 3-6 0,1-1-10 15,2 1-8-15,-1 0-8 0,4-1-5 0,-2-3-6 16,3 2-1-16,0 0-6 0,0-2 0 0,3-4-7 15,0 1-10-15,2 0 0 0,-1-3 6 0,1 0-8 16,0 0-5-16,0-3 8 0,-3-1-8 0,1-1-1 16,0 0 3-16,-2-1-2 0,-1-1 2 0,-3-2-3 15,2 0 6-15,-4 0 0 0,-2-1-2 0,-1 0 4 16,-2 0-1-16,0-3-5 0,-3 3-3 0,-3-1-2 16,3 3-7-16,-3-2-5 0,1 1 1 0,-1 2-6 15,-3 0-7-15,1 2-5 0,0 4-5 0,-3-3-15 16,-1 5-15-16,-1-1-23 0,1 3-35 0,0 0-30 0,-1 3-44 15,2-2-37-15,0 3-218 0,0-2-462 16,2 2 204-16</inkml:trace>
  <inkml:trace contextRef="#ctx0" brushRef="#br0" timeOffset="-194099.35">19296 9588 180 0,'0'0'253'16,"0"0"3"-16,7-1-2 0,-7 1-12 0,0 0-15 16,0 0-19-16,0 0-24 0,8-2-16 0,-8 2-24 15,18-3-19-15,-8 2-21 0,3-2-29 16,5 3-36-16,-5 0-44 0,1 0-59 0,-3 0-54 0,8-1-67 16,-7 2-164-16,2-1-376 0,-4 0 167 0</inkml:trace>
  <inkml:trace contextRef="#ctx0" brushRef="#br0" timeOffset="-193926.62">19390 9699 28 0,'0'0'313'0,"0"0"-13"0,-6 4-2 0,6-4-8 0,0 0-10 16,0 0-21-16,-5 4-23 0,5-4-19 0,0 0-32 15,0 0-38-15,0 0-33 0,0 0-36 0,0 0-37 16,0 0-43-16,20 0-40 0,-8-2-59 0,2 0-56 15,3 0-59-15,-4 1-162 0,7-2-410 0,-4 2 181 16</inkml:trace>
  <inkml:trace contextRef="#ctx0" brushRef="#br0" timeOffset="-193447.17">19844 9523 271 0,'-2'-8'266'0,"2"8"-12"15,-4-7-15-15,4 7-19 0,0 0-22 0,0 0-20 16,-7-2-17-16,7 2-2 0,0 0-8 0,-14 19-13 16,9-7 0-16,-3 1-20 0,1 2-11 0,-2 2-8 15,1 0-8-15,3 0-9 0,-3-1-9 0,3-1-6 16,0-4-8-16,0 0-6 0,3-1-8 0,-2 1 0 16,2-6-8-16,0 3-3 0,2-8 1 0,-3 9-3 0,3-9 16 15,-1 8 7-15,1-8 11 0,0 0 16 0,-3 6 13 16,3-6 12-16,0 0 0 0,0 0-8 15,0 0-16-15,0 0-8 0,0 0-4 0,0 0-15 16,3-29-6-16,0 19 4 0,0-3-9 0,1-4-6 0,1 1-8 16,2-3-1-16,0-4-18 0,2-2 0 15,3 0-8-15,-2 2-2 0,-1-3 4 0,0 1-4 16,2 1-6-16,1 2-4 0,-4 6 4 0,0 3 6 16,-1 3-2-16,-1-1 2 0,-2 3-1 0,0 2 7 0,-1 1-6 15,2 0-13-15,-5 5 11 0,5-5-9 0,-5 5 0 16,6-5 1-16,-6 5 1 0,0 0-1 0,13 10 8 15,-4 2-8-15,0 3 8 0,0 3-5 0,0-1 11 16,1 8-2-16,-1-2 12 0,-1-4-4 0,3 5 6 16,-3-1-2-16,-3-4 0 0,1-1-6 0,3 0 6 15,-4-1-1-15,2-1 1 0,-2 1-13 16,-1-1 2-16,1 0-19 0,-3-7-26 0,1 1-31 0,-1 0-37 16,1 0-36-16,-2-5-36 0,3 5-41 0,-4-3-38 15,0-7-22-15,-1 12-41 0,1-12-183 0,-4 9-547 16,0-5 242-16</inkml:trace>
  <inkml:trace contextRef="#ctx0" brushRef="#br0" timeOffset="-193297.35">19858 9617 20 0,'0'0'244'0,"0"0"-16"0,0 0-13 0,-4-6-15 15,4 6-15-15,0 0-19 0,0 0-20 0,0 0-24 16,0 0-24-16,0 0-43 0,16-10-24 0,-4 8-46 15,1 0-45-15,8-2-66 0,-2 1-126 0,3 0-272 16,4-4 120-16</inkml:trace>
  <inkml:trace contextRef="#ctx0" brushRef="#br0" timeOffset="-193026.66">20293 9418 166 0,'0'0'315'0,"0"0"-5"0,-3-9-14 16,3 9-19-16,0 0-18 0,-1-6-29 0,1 6-21 15,0 0-27-15,0 0-16 0,0 0-23 0,0 0-12 16,0 0-13-16,0 0-9 0,17 21-14 0,-7-8-10 16,-3 0-3-16,1 2-9 0,2 1-8 0,0 0-2 15,-1 0-12-15,-1-2 0 0,2 1-8 0,-2-1 8 0,-3-2-17 16,4 1-3-16,0 2-6 0,-3-4 12 15,-1-2-38-15,3 1-30 0,-4-1-44 0,2-2-45 16,-3 1-51-16,1-3-39 0,-2 1-38 0,-2-6-226 16,4 8-513-16,-4-8 228 0</inkml:trace>
  <inkml:trace contextRef="#ctx0" brushRef="#br0" timeOffset="-192830.91">20484 9450 244 0,'0'0'263'0,"-1"-11"-8"0,1 11-14 16,0 0-19-16,-4-7-19 0,4 7-12 0,0 0-10 16,0 0-11-16,-21 13-9 0,10-2-16 0,-4 4-17 15,2 0-13-15,-1 5-7 0,-5 2-10 0,2-1-14 16,1 1-16-16,2-1-29 0,0 1-50 0,2-5-53 16,-2 3-66-16,5-4-58 0,0-1-233 0,0-1-456 15,3-1 203-15</inkml:trace>
  <inkml:trace contextRef="#ctx0" brushRef="#br0" timeOffset="-192497.15">20590 9735 169 0,'8'-6'236'0,"0"1"-6"0,0-2-9 0,0 0-7 16,1 1-6-16,-1-2-12 0,0 2-15 0,0-5-5 15,2 3-8-15,-3-1-8 0,0 1 2 0,0-3-8 16,0 3-16-16,-2-4-7 0,0 2 4 0,-1 1 1 16,1-1 2-16,-3 4-7 0,0-1-3 0,0 1-9 15,-2 6-7-15,3-10 1 0,-3 10 5 0,1-10-19 16,-1 10-8-16,0 0-8 0,3-8-13 0,-3 8-12 16,0 0-4-16,0 0-4 0,0 0 2 0,0 0 1 15,0 0 12-15,0 0-14 0,-11 27-3 0,5-16 0 16,2 1-6-16,-2 2-4 0,2 1-1 0,0 1-7 0,3-5-4 15,-2 1-4-15,2-1 3 0,2 0-4 0,0-4-14 16,3 2-20-16,0 0-38 0,1-2-40 16,2 0-36-16,0-2-42 0,2-1-39 0,3 0-62 0,3-4-54 15,2 0-292-15,1-2-666 0,-5-2 295 0</inkml:trace>
  <inkml:trace contextRef="#ctx0" brushRef="#br0" timeOffset="-192338.05">20799 9357 187 0,'-7'-8'298'0,"4"2"-9"0,-1-1-16 15,-2 3-24-15,6 4-23 0,-5-9-16 0,5 9-28 16,-3-7-18-16,3 7-31 0,-4-6-39 0,4 6-48 16,0 0-55-16,0 0-65 0,0 0-68 0,0 0-213 15,0 0-384-15,0 0 171 0</inkml:trace>
  <inkml:trace contextRef="#ctx0" brushRef="#br0" timeOffset="-190231.53">8512 10619 40 0,'-1'-7'196'0,"1"7"-8"0,0 0-16 16,0 0-12-16,-2-7-13 0,2 7-14 0,0 0-12 15,0 0-13-15,0 0-12 0,0 0-13 0,0 0-10 16,0 0-8-16,0 0-7 0,21 9-4 16,-16-4-10-16,2 2-4 0,0 4-4 0,-2-2 8 0,3 5 5 15,-4-2 3-15,1 5-4 0,-2-5 11 0,-1 4-2 16,1 2-1-16,-6-3 0 0,1 0-1 15,-2 2-8-15,-1-2 2 0,0 1-10 0,-4-3 3 0,-3 0-3 16,3-3-6-16,1-1-3 0,-3 1-4 0,3-3 0 16,3-3 0-16,0 2-2 0,0-3-4 0,-1 0-3 15,6-3 4-15,-5 4-1 0,5-4 10 0,-6 5 6 16,6-5-3-16,0 0-7 0,0 0-13 16,0 0-9-16,0 0-4 0,6-24-3 0,0 10 3 0,4 1-13 15,2-3-4-15,0 2-10 0,2 0-1 0,4-8 6 16,-2 3-3-16,3 0-3 0,-2 0 4 0,-2 4 3 15,2-4-5-15,-1 0 5 0,2 0-1 0,-5 4 4 16,-3 2 1-16,3-3 0 0,-4 6 3 0,-3 0 2 16,1 2 6-16,0 1 4 0,-3 3 5 0,0 0 8 15,-4 4-2-15,6-7 4 0,-6 7 6 0,3-5-1 16,-3 5-6-16,0 0 4 0,0 0 1 0,0 0-1 16,0 0-1-16,0 0 2 0,-13 32 8 0,3-18 3 15,2 2-1-15,-2 6 0 0,0-3-1 0,2-2 5 16,-1 8 0-16,1-8 0 0,2 1-1 0,1 0-4 15,0-2-2-15,1 0 0 0,3-4-7 0,-1-2 0 16,1 2-1-16,2-2 0 0,1 1-4 0,-1-1 0 16,4-1-4-16,0 1-14 0,3-3 2 0,-1 0-25 15,1 1-32-15,2-3-50 0,2 2-66 0,1-5-51 16,-2 1-190-16,2-1-452 0,-2-2 199 0</inkml:trace>
  <inkml:trace contextRef="#ctx0" brushRef="#br0" timeOffset="-189929.91">8852 10994 70 0,'0'0'216'0,"10"-9"-6"0,-6 6-1 0,-4 3-8 16,7-7-14-16,-2 1-11 0,-1 2-15 16,3-3-9-16,0 0-14 0,-1-1-10 0,2 0-5 15,-1-1-4-15,0 1-2 0,-1 0-2 0,-2 2-10 16,0-3-9-16,0 1-9 0,-2-3-12 0,-2 4-8 15,2 0 4-15,-2-3 14 0,0 10 5 0,0-11 5 0,0 11 0 16,0-9-5-16,0 9-1 0,-3-8 5 16,3 8-8-16,-2-8-9 0,2 8-3 0,0 0-6 15,-4-5-12-15,4 5-2 0,0 0-3 0,0 0-7 0,0 0 0 16,0 0-3-16,-8 18-11 0,5-12-1 0,2 1-8 16,1 3 0-16,-1-2 0 0,1 1-5 0,-2 0 0 15,4 1-8-15,0-1-30 0,1-1-30 16,-2-3-34-16,2 3-52 0,5 0-58 0,-3-5-70 0,2 0-64 15,-7-3-192-15,10 4-565 0,-10-4 250 0</inkml:trace>
  <inkml:trace contextRef="#ctx0" brushRef="#br0" timeOffset="-189745.33">8972 10615 123 0,'-5'-5'381'0,"1"0"-27"0,-1 0-19 15,5 5-3-15,-6-7-11 0,2 4-16 0,4 3-29 16,-5-7-29-16,5 7-28 0,0 0-23 0,-4-6-53 16,4 6-39-16,0 0-56 0,0 0-56 0,0 0-50 15,0 0-57-15,0 0-62 0,0 0-65 0,0 0-222 16,24 9-503-16,-13-5 222 0</inkml:trace>
  <inkml:trace contextRef="#ctx0" brushRef="#br0" timeOffset="-185908.98">6611 9604 72 0,'0'0'183'0,"0"0"-7"0,0 0-5 16,0 0-6-16,0 0-10 0,0 0-10 0,0 0-7 15,0 0-6-15,0 0-7 0,0 0-5 0,0 0-4 16,0 0-12-16,0 0-9 0,0 0-10 0,-11-19-8 16,11 19-9-16,-7-10-2 0,3 4-5 0,-3-2-9 15,1-1-3-15,-4 1-11 0,-3-4 1 0,0-2-4 16,-1 0-3-16,-1 1-3 0,-3-6-1 0,-1 1-3 16,0 1 1-16,0-1-3 0,-2-1 2 0,1-2-3 15,-1 2-2-15,0-2-2 0,0 4-3 0,-1-5 1 16,1 2-1-16,1 0-5 0,-4-3 2 0,0-1-3 15,1-2 2-15,-1 2-6 0,0-2 2 0,2-2-2 16,1-2-3-16,-8-8-4 0,8 8-7 0,-8-10-2 16,3-2-2-16,-3-1-4 0,2-4 3 0,-1 3 0 15,2-2 3-15,-2-6 2 0,5 7 1 0,-1-1-2 16,2-2 5-16,-1 5-2 0,7 12 4 0,-7-11-3 16,-2 3 1-16,7 9-1 0,-2-1 2 0,2 2-1 15,-4-1 3-15,1 2 0 0,0-1 15 0,-2 0-4 16,1 3 1-16,0 0 3 0,-3 0 3 0,2 3-7 15,-2 0-3-15,-1 0 0 0,1 2 0 0,-1 0-3 16,2-1 1-16,-5 3 2 0,4 1-4 0,-2 0 0 16,3 1-1-16,-2 2 5 0,2 2 2 0,-2 1-1 15,7 3 0-15,-5-2 4 0,5 3 2 0,-2-2-3 16,2 2-1-16,3 2 1 0,-2 0-4 0,5 3 3 16,-1-2-4-16,1 3-2 0,3-2 2 0,-3 1-3 15,5 1 1-15,1 1-2 0,7 1-4 0,-12-3-19 16,12 3-17-16,-9-3-24 0,9 3-41 0,-7 0-28 15,7 0-10-15,0 0-6 0,0 0-10 0,0 0-16 16,2 16-143-16,-2-16-341 0,7 13 152 0</inkml:trace>
  <inkml:trace contextRef="#ctx0" brushRef="#br0" timeOffset="-185611.62">5113 7797 16 0,'0'0'199'0,"0"0"-17"0,-3-9-17 0,3 9-9 0,0 0-10 15,0 0-11-15,0 0-3 0,0 0-11 16,-15 15-13-16,10-5-3 0,-2 1-8 0,0 2-11 15,-5 4-11-15,3-2-4 0,-1 2-5 0,-1 0-12 16,2-1-1-16,-3 1-5 0,-1-3-6 0,3 3-5 16,6-6-3-16,-6 2-9 0,0 0-22 0,2-3-20 0,2-2-33 15,-2-1-38-15,2 2-24 0,2-5-15 16,0 1-26-16,4-5-116 0,-8 10-290 0,3-6 129 16</inkml:trace>
  <inkml:trace contextRef="#ctx0" brushRef="#br0" timeOffset="-185380.32">5041 7780 194 0,'0'0'180'0,"5"-5"-21"0,-5 5-17 0,7-4-7 0,-7 4-21 16,10-1-5-16,0-1-12 0,0 1-13 15,2 2-6-15,3-2-8 0,6-1-3 0,4 1-5 16,3 2-14-16,2-1-16 0,-1 2-41 0,4-4-47 16,-2 4-43-16,-1-2-39 0,-2 3-74 0,0 2-229 15,-8-2 102-15</inkml:trace>
  <inkml:trace contextRef="#ctx0" brushRef="#br0" timeOffset="-184430.49">3248 7270 105 0,'0'0'224'0,"0"0"-24"0,0 0-20 16,0 0-17-16,0 0-11 0,0 0-10 0,0 0-11 0,0 0-10 16,-11 25-11-16,9-14-9 0,-1-2-13 0,0 3-10 15,2-1-9-15,-1-1-4 0,0 0-9 0,1 0-3 16,-2-1-5-16,3-9-6 0,0 13-4 16,0-8-4-16,0-5-1 0,-1 8-2 0,1-8 13 0,0 0 2 15,1 10 5-15,-1-10 8 0,0 0 5 0,0 0 6 16,-4 7 4-16,4-7 5 0,0 0 6 0,0 0 7 15,0 0 1-15,0 0-5 0,0 0-4 0,0 0-14 16,0 0-11-16,0 0-11 0,-11-23-2 16,8 15-7-16,2-4-4 0,0 2-10 0,1-9-2 0,-3 0-5 15,2 0-4-15,3 0-3 0,0-5-5 0,3-1 6 16,0 7-11-16,1 0 0 0,4 1-2 0,-1 5 1 16,-2 2-1-16,3 2-6 0,-1 0 0 15,-1 4-3-15,4 0 0 0,0 3 6 0,0 2-7 0,0 3 2 16,0 2 1-16,2 4 3 0,-1 4 2 0,-1-1 0 15,1 3-3-15,-1 0-19 0,-3-2 1 0,1 2 7 16,-3-1-1-16,2-1 3 0,-5-2 2 0,3-2 4 16,-4 1-4-16,0-2 5 0,0-3 4 0,-1 2 0 15,-1-2 2-15,-1-6-1 0,2 8 7 0,-2-8 0 16,2 6 0-16,-2-6 4 0,0 0 1 0,3 6-2 16,-3-6 0-16,0 0-4 0,0 0 3 0,0 0-1 15,0 0-2-15,0 0-3 0,-10-18-3 0,10 18-2 16,1-22-1-16,0 7-9 0,2-2 1 0,1-1-3 15,3-8 0-15,2 8 2 0,1 1-3 16,1 1 1-16,3 1 2 0,-3 1-1 0,3 1 3 0,-5 6-1 16,3 1-1-16,-1 1 2 0,2 1 3 0,-2 4 0 15,1 3 0-15,0 0-1 0,-1 5 3 16,-1 0-1-16,3 5 1 0,-2 1 7 0,0 4-5 16,-2-3 4-16,1 9-2 0,-4-7 3 0,-1 4-6 0,1 2-8 15,-4-4-11-15,3-1-27 0,-4 0-36 0,1-1-40 16,-2 1-48-16,1-3-45 0,-1 1-180 0,-1-3-435 15,-1-4 192-15</inkml:trace>
  <inkml:trace contextRef="#ctx0" brushRef="#br0" timeOffset="-184229.01">3818 7186 231 0,'0'0'231'0,"0"-9"-15"15,0 9-24-15,-1-10-12 0,1 10-26 0,0 0-13 16,0 0-11-16,0 0-12 0,0 0-5 0,0 0-8 16,0 0-10-16,0 0-2 0,2 39-17 0,-2-24-1 15,-1 1-18-15,2 1-27 0,-1-3-32 0,0 1-33 16,0 4-42-16,2-3-41 0,-2-2-37 0,0 2-154 16,-2-4-334-16,2-2 148 0</inkml:trace>
  <inkml:trace contextRef="#ctx0" brushRef="#br0" timeOffset="-184075.91">3733 6991 8 0,'0'0'39'15,"-2"-9"-20"-15,2 9-24 0,0 0-6 0,0 0-11 16,0 0 6-16</inkml:trace>
  <inkml:trace contextRef="#ctx0" brushRef="#br0" timeOffset="-183864.22">3965 7099 44 0,'0'0'151'0,"8"0"-8"15,-8 0-20-15,0 0 19 0,9 4 0 16,-9-4-6-16,9 6-1 0,-4-3-1 0,1 3-7 0,3 1-8 15,3 0-6-15,-5 2-3 0,2 1-16 16,3 3-5-16,-2 0-12 0,0-1-7 0,-1-2-6 0,1-1-5 16,-1 1-12-16,0-1-18 0,0 1-26 0,-2 0-38 15,0-2-52-15,0 1-44 0,0 0-56 0,-3-2-99 16,1-1-308-16,-2-3 136 0</inkml:trace>
  <inkml:trace contextRef="#ctx0" brushRef="#br0" timeOffset="-183680.48">4176 7065 188 0,'0'0'197'0,"0"0"-9"0,0 0-2 16,-18 14-4-16,12-1-4 0,-7 9-9 0,0 4-10 0,-3 4-15 16,2-1-12-16,-3 4-14 0,3-1-11 15,-3 0-19-15,3-1-37 0,0-3-38 0,-1 3-55 16,3-7-72-16,0 3-62 0,3-10-119 0,-1-4-319 15,3-1 140-15</inkml:trace>
  <inkml:trace contextRef="#ctx0" brushRef="#br0" timeOffset="-182991.57">4269 7286 64 0,'9'-15'220'0,"2"1"-3"0,2 2-12 0,-1-5-13 16,6-3-10-16,-3 1-7 0,-1 4-10 0,-5 0-11 15,3-1-12-15,0-8-11 0,-2 8-13 0,-1-1-6 16,1 0-7-16,-5 1-7 0,-1-2-10 0,-2 1-4 16,-2 5-3-16,0-1-5 0,0 2 3 0,-2 1-3 15,0-1 3-15,0 3-7 0,-2-1-1 0,0 3-5 16,-1 0-9-16,5 6-6 0,-11-7-2 0,3 7-9 15,-4 0-6-15,3 7 1 0,-2-1-5 0,-1 1-5 0,2 5-2 16,-3 3-3-16,2 2 3 0,-3 5-3 0,0-1-2 16,2 2-1-16,4-4-3 0,5-1 2 0,-4 5-5 15,4-4-1-15,3-2-2 0,1 1 1 0,0-1-1 16,4-4-3-16,1-4 2 0,0 2-2 16,3 2 0-16,0-3 0 0,2-1 0 0,-1-2-1 0,1 0-1 15,6-1 6-15,1-3-4 0,-2 0-1 16,3-2 5-16,-2-1-5 0,2 0 6 0,0-2-5 0,-3-1 4 15,3-2-4-15,-2-2 2 0,1 2-6 0,-4-4 5 16,3 3-2-16,-7-1 3 0,4-3-7 0,-4 3 3 16,2-5-1-16,-2 2 0 0,-5 1-4 0,1-3 3 15,0 1-5-15,-4-5-12 0,2 0-1 0,-1 0 1 16,-1 0-3-16,-4 0 1 0,0-2 6 16,1 7 1-16,-1-2-3 0,0 3 3 0,0-3 3 0,-1 5 1 15,0 0 1-15,2 1 4 0,1 7 1 0,-4-10 2 16,2 6 5-16,2 4 0 0,-3-8 2 0,3 8 2 15,-4-8-1-15,4 8-4 0,0 0 1 0,-8-4-2 16,8 4-2-16,0 0-2 0,-6-2 1 0,6 2-3 16,0 0-1-16,0 0 0 0,0 0-2 15,0 0-4-15,0 0-1 0,0 0 0 0,0 0 3 0,0 0-10 16,0 0-5-16,0 0-1 0,32 4 1 0,-16-6 0 16,-4 0 2-16,6-3 3 0,-5 4-1 0,0-3 3 15,2 4 1-15,-3 0-1 0,-1-2 3 0,-2 2 1 16,-1 2 5-16,-8-2-2 0,14 6 4 0,-5-1 0 15,-4 4 4-15,1-1 6 0,-2 3 2 0,0 0-1 16,1 6 6-16,-2 1 0 0,-1-1-3 16,0 7 2-16,-1 1-5 0,1 0-19 0,0-4-40 15,-4-2-48-15,2 5-57 0,2-5-83 0,-2 5-229 16,4-4-508-16,-3-4 225 0</inkml:trace>
  <inkml:trace contextRef="#ctx0" brushRef="#br0" timeOffset="-174579.64">10246 9484 47 0,'0'0'102'0,"0"0"11"0,0 0-20 0,0 0-4 16,-5 5-6-16,5-5 4 0,0 0 0 0,0 0-3 15,0 0-5-15,0 0 2 0,0 0-6 0,0 0-6 0,0 0-1 16,0 0-7-16,0 0-7 0,0 0-6 16,0 0-4-16,0 0-6 0,0 0-2 0,0 0 1 15,0 0-7-15,0 0 5 0,0 0-11 0,0 0 2 0,0 0-2 16,0 0-2-16,14 4-1 0,-6-3-1 0,5 2-2 15,1-1 4-15,6-1-7 0,10 0 1 0,-1 1 1 16,3-2-3-16,1 1-2 0,3-1 4 0,0-1-2 16,1 1-2-16,3 0 0 0,10-4 1 0,-11 1-6 15,1 3 2-15,10-4-3 0,5 3 4 0,-2-1 1 16,2-2 0-16,3-2 6 0,2 2-4 0,-3 1-1 16,6-1 2-16,1 0-4 0,0-2-2 0,-1 2 5 15,3-2 2-15,0 1-5 0,24-2 1 0,-26 4-2 16,25-4 0-16,-24 1 4 0,27-2-3 0,-1-1-2 15,1 3 0-15,-3-8 0 0,-27 9-2 0,30-1-4 16,-26-1 1-16,31 1 0 0,-5-1 3 0,-27 1 0 16,25-1-1-16,-23 3-2 0,27-5 2 0,-4 4-1 15,-25 0-2-15,0 2 0 0,4 3-4 0,-7-2 3 16,6-2 3-16,24 2-2 0,-34 1 5 0,3-2-6 16,0-1 1-16,4 4 1 0,0 0-1 0,-2-1 1 15,4 2 0-15,-6-1-3 0,-1 3-2 0,-1 0 4 16,-1-2-1-16,1 0-5 0,-3 0 6 0,2 2 2 15,-4 1-2-15,0-4 1 0,-2 3-5 0,-2-1 5 16,-9 2 0-16,7 0-4 0,5 2 4 0,-2-3-2 16,-13 1 0-16,0-1 2 0,13 1-5 0,-12-1 8 15,1-2-8-15,0 1 7 0,0 0-5 0,-3-2 2 16,3 0 0-16,0 1-2 0,-2 3 1 0,-1-4 3 16,-4 2-5-16,4 0 3 0,-5 0-3 0,1 0 2 15,-2-1 5-15,-3-1-4 0,1 3-1 0,0-3-1 0,-1 0-1 16,-1-2 4-16,1 4-2 0,-7-2 1 0,-2 0-3 15,1 0 1-15,-1 0 0 0,-5 0 2 16,-3 1 4-16,2-1-4 0,-1-1 4 0,-2 1-3 16,-3 0 0-16,-7 0-1 0,12 0 1 0,-7 1-3 0,-5-1-3 15,13 2 2-15,-13-2 4 0,9 0-2 0,-9 0 0 16,9 2-2-16,-9-2 4 0,11 1-2 16,-11-1-2-16,10 1 4 0,-3 0 0 0,-7-1-3 15,14 0-2-15,-6 2 4 0,2-2 0 0,1 0 1 0,0 1-3 16,-1-1 0-16,0 0 0 0,-1 1-5 0,0 0 5 15,4 1-8-15,-3-1 10 0,-2 0 1 0,-8-1-7 16,15 2 5-16,-7-2 3 0,-3 1-3 0,-5-1 0 16,9 0-5-16,-9 0-1 0,10 2 2 0,-10-2-2 15,7 2 3-15,-7-2-1 0,7 2-1 0,-7-2 2 16,0 0 4-16,8 4-2 0,-8-4-2 0,5 4-1 16,-5-4 0-16,0 0 5 0,5 4-4 0,-5-4 0 15,0 0 1-15,4 4-5 0,-4-4 3 0,2 6 3 16,-2-6-2-16,0 0 2 0,4 7 0 0,-4-7 2 15,1 9 1-15,-1-9-1 0,2 8-4 0,-2-8-1 16,0 12 3-16,0-12-2 0,0 10-1 0,0-4 9 16,0-6-3-16,0 15-1 0,-2-5-1 0,2 0 2 15,-1-1-1-15,1-1 4 0,0 5-1 0,-1-4 2 16,1 4 1-16,-2-3 0 0,1 3 5 0,1-1 8 16,1 0-2-16,-1 0 0 0,0 2-1 0,2-3-1 15,-1 0 1-15,-1 1-2 0,0 1 1 0,1 3 2 0,-1-3 0 16,2-1-1-16,-1 0-2 0,2 2 2 15,-3-3 1-15,0 6-4 0,1-3-1 0,0 2 4 16,3 1 0-16,-3-5 0 0,0 0-1 0,2 0-3 16,-3 1-1-16,1-1 0 0,0-1-4 0,1 1 0 15,-1-1 1-15,2 5 5 0,-2-6-1 0,3 3 0 16,-3-3 0-16,0 2-2 0,2-1 5 0,-1-1-9 16,1 2 4-16,1-2-4 0,-2 0 1 0,1 0 0 15,-2 1-1-15,0-1-3 0,2 2 3 0,-2-1-5 0,1 0 2 16,0-2-2-16,-1-2 1 0,-1 5 1 15,2-3 2-15,-2 2-2 0,1-1 1 0,2-1-4 0,-1 5 1 16,-1-4-2-16,3-1-1 0,-1 2-1 16,-3-1 3-16,1 1 0 0,0-1 1 0,0 1-1 0,1 0 0 15,0 0 1-15,0-1-2 0,-1 1 3 0,0 0-1 16,0 1 3-16,1-1-1 0,-1 0-2 0,0 0 5 16,2 1-4-16,-2-2 4 0,1 3-1 0,-1 0 2 15,0-3-6-15,0 7-1 0,2-6 2 0,-2-1-1 16,-1 0 0-16,0 6 2 0,1-6 0 0,1 2-1 15,-2-2 3-15,1 1 2 0,-1-1-4 0,1 2 2 16,-2-2-3-16,3 0 1 0,0 2 1 0,-5-1-1 16,4 4 1-16,-1-3 6 0,0-1-1 0,0 1 3 15,-1-1-4-15,1 0 3 0,3 5-3 0,-3-7 9 16,0 2-9-16,-2 1 1 0,2 0-1 0,-1-2 2 16,4-1-2-16,-3 3 2 0,1-2-1 15,-2 0-1-15,1 0 1 0,-2 1 3 0,2-1-1 0,2 0 3 16,-5 3-3-16,3-2-2 0,0 0 3 0,-1 0 6 15,1 1-10-15,0-2 1 0,0 1-4 0,0 0 3 16,0 0 2-16,0 0 2 0,0-1-3 16,0-1-2-16,0-1 0 0,0 1 0 0,0 2 4 0,-1-5-4 15,1-6 3-15,0 14-2 0,0-7-2 0,-2 1 2 16,2-8 8-16,0 11-11 0,-1-3-5 0,1-8-2 16,-1 13 2-16,1-7 2 0,0-6-2 0,-3 11 1 15,3-11 2-15,-1 12-4 0,1-12 2 0,-1 9-2 16,1-9 3-16,-1 11-1 0,1-11-4 0,-3 7-1 15,3-7 4-15,0 8 0 0,0-8 0 0,-1 7 3 16,1-7-4-16,-3 8 1 0,3-8 1 0,0 0 6 16,-3 6-7-16,3-6 2 0,0 0 0 0,0 0-2 15,0 0 0-15,0 0 3 0,0 0 0 0,0 0-3 0,0 0 3 16,-5 5-1-16,5-5 1 0,0 0 11 16,0 0-11-16,0 0-1 0,0 0-5 0,0 0 2 15,-17-9-1-15,17 9-1 0,-7-4 3 0,7 4 1 0,-6-6-4 16,6 6 3-16,-8-5-4 0,8 5 4 15,-9-5-3-15,4 1 5 0,5 4-8 0,-9-5 3 16,9 5 0-16,-10-3-1 0,2 1-8 0,8 2 3 16,-11-4-1-16,5 2 2 0,6 2-6 0,-12-4 1 0,5 3 2 15,7 1-2-15,-11-4 7 0,4 2-6 0,7 2-3 16,-11-3 14-16,5 0-14 0,6 3-2 0,-9-3-2 16,9 3 1-16,-12-3-1 0,12 3-6 15,-6-2 9-15,6 2-11 0,-8-2 3 0,8 2-3 0,-9-1-3 16,9 1 5-16,-10-2-6 0,10 2 0 0,-8-2-2 15,8 2 3-15,-10-2-3 0,10 2 5 0,-10-3 0 16,10 3 3-16,-12 0-2 0,12 0-1 0,-11-1-1 16,11 1-6-16,-14-2 1 0,14 2-4 0,-9 0-6 15,9 0-7-15,-13 0-5 0,13 0-13 0,-12-1-1 16,12 1-16-16,-11-1-8 0,11 1-17 0,-14-3-6 16,8 2-19-16,6 1-16 0,-11-3 3 0,11 3-24 15,-12-4-99-15,6 3-292 0,6 1 130 0</inkml:trace>
  <inkml:trace contextRef="#ctx0" brushRef="#br0" timeOffset="-172817.5">10309 11282 45 0,'0'0'78'0,"0"0"-13"0,-13 0-15 15,13 0 10-15,0 0 2 0,-11 0-3 0,11 0-5 16,-8 2 2-16,8-2-5 0,-10 1-6 0,10-1-3 15,-9 2 3-15,9-2-3 0,-10 4 3 0,3-3 0 16,7-1 4-16,-12 2 3 0,12-2-1 0,-9 3 0 16,9-3-8-16,-13 1-4 0,8 1 7 0,5-2 1 15,-8 1 3-15,8-1-4 0,0 0 7 0,-6 2-12 16,6-2-3-16,0 0 0 0,0 0-6 0,0 0 0 16,0 0-5-16,0 0-4 0,0 0 2 0,0 0-6 15,0 0-4-15,-12 0 2 0,12 0-10 0,0 0 5 16,0 0-2-16,0 0-4 0,0 0 3 0,0 0-3 15,0 0 1-15,0 0 0 0,0 0 2 0,0 0-12 16,0 0 9-16,22 8 2 0,-16-5-8 0,4-2 1 16,0 2 3-16,1-1-5 0,2 0 6 0,1-1 3 15,0 2-5-15,3-2 0 0,3 2 2 0,-3-3-1 0,3 3 3 16,2-1-6-16,8-2 0 0,1 1-2 16,-2-1 6-16,3 1-4 0,-1-1-1 0,2-1 7 15,1 1-8-15,1 0 3 0,0 0 1 0,1-1-2 16,-3-1 5-16,4 2-5 0,0 0-2 0,1-1 11 0,-2-1-8 15,1 2-5-15,1 0-1 0,1-2 6 0,-3 1 3 16,2 0-4-16,2-2 1 0,-2 5-6 0,2-4 3 16,11 0 0-16,-14 2 7 0,0-1-3 15,14 0 2-15,-13 0-7 0,0 1 2 0,1-1 5 0,-1-1-4 16,13-2 1-16,-12 6-8 0,-1-2 11 0,2-2 2 16,12 4-5-16,-1-4 4 0,-12 2-2 0,13-2-2 15,-14 2 5-15,16-1-4 0,-3 3-2 0,-14-3-3 16,5 3 10-16,7-2-6 0,-8-1 3 0,10 1-1 15,-12-1-5-15,1 1 1 0,0 1-1 0,-1-1 2 16,12 1 3-16,-1 1-1 0,-10-1 2 0,-2-1 4 16,16 1-2-16,-16 2 0 0,16-3 4 0,0 1-5 15,-2 3-1-15,1-1-2 0,-1 1 0 0,2-4 6 16,0 2-7-16,-4-2 3 0,4 0 0 0,2-2-4 16,-3 2 7-16,-1 0-4 0,0 2-1 0,1 1 6 15,-1-3-6-15,-16-2-1 0,18 2-3 0,-2 2 4 16,-1-1-2-16,-12 2 0 0,12-3 4 0,-1 0 3 15,2 1-3-15,-14-1-5 0,2 0 5 0,10 4-1 16,-12-4 4-16,2 2-4 0,-1-2-2 0,10 1-4 16,-10-1 4-16,12 0-2 0,-11-1 2 0,1 2 1 15,11-2 0-15,1 0 0 0,-1 1 3 0,0-1-4 16,-12 0-3-16,10-2 2 0,-11 5 0 0,0-1 0 16,-1 0-3-16,2 0 0 0,-2-1 4 0,-1 0 2 15,-1 1-2-15,-1 2-5 0,0-2 2 0,0 0 0 16,-1-1 3-16,-1 2-4 0,1-2 3 0,0 3-3 15,-2-1 12-15,0-1-10 0,1 1-4 0,-3-1 8 16,2 0-2-16,1 0 0 0,-3 0 1 0,1 1-5 16,0-1 1-16,-1 2 1 0,0-3-2 0,1 0 2 0,-3 0 2 15,1 0-4-15,-2 1 4 0,-5 0-2 0,-2 1-8 16,2-2 6-16,-2 0 4 0,1 0-2 0,-2 0 1 16,-1 0 1-16,1-2-4 0,-1 1 0 0,-3 1 0 15,2-1 1-15,-3 1 2 0,4 0-1 0,-8 0 0 16,2-2 2-16,0 2-3 0,0-1 6 0,2 1-5 15,-4-1 3-15,1-2-3 0,0 3-6 0,-1 0 7 16,-2 0 4-16,1-1-8 0,-9 1 5 0,13 0-1 16,-13 0 1-16,10-1-2 0,-10 1-2 0,9-1 5 15,-9 1 0-15,0 0-1 0,9 0-3 0,-9 0 2 16,0 0-4-16,0 0 5 0,0 0-1 0,7-2-3 16,-7 2-5-16,0 0-1 0,0 0-10 0,0 0-4 15,0 0-11-15,0 0-20 0,0 0-23 0,0 0-40 16,7-4-30-16,-7 4-125 0,0 0-291 0,0 0 129 15</inkml:trace>
  <inkml:trace contextRef="#ctx0" brushRef="#br0" timeOffset="-171830.83">15935 10915 26 0,'0'0'101'0,"-7"-7"5"0,3 4-4 16,4 3-4-16,-6-9-12 0,6 9-1 0,-5-5-3 0,5 5-15 16,0 0-9-16,-4-5 8 0,4 5-24 0,0 0 5 15,-4-8-5-15,4 8-5 0,0 0-7 0,0 0-3 16,0 0-12-16,0 0-15 0,-2-7-11 0,2 7-3 15,0 0-17-15,0 0 0 0,0 0-5 0,0 0 2 16,0 0 0-16,0 0 1 0,0 0 6 0,7-9 2 16,-7 9 8-16,0 0-5 0,0 0 0 0,7-2 10 15,-7 2-5-15,0 0-1 0,0 0-8 16,7-3 3-16,-7 3 1 0,0 0 1 0,9-3 2 0,-9 3 0 16,0 0 1-16,11-1 4 0,-11 1 3 0,0 0-3 15,0 0 14-15,9 0 0 0,-9 0 15 0,0 0 7 16,0 0 5-16,0 0 10 0,0 0 0 0,0 0-7 15,3-6 12-15,-3 6 2 0,0 0 0 0,0 0 7 16,0 0 5-16,0 0 6 0,0 0-3 0,0 0-3 16,0 0 1-16,2-10-9 0,-2 10-3 0,0 0-5 15,0 0 0-15,0 0-7 0,0 0-6 0,0 0-6 16,0 0-12-16,0 0 13 0,0 0-6 0,0 0-11 16,0 0 10-16,0 0-2 0,0 0-2 0,0 0-10 15,5 20 15-15,-6-13-12 0,1 3 7 0,0 1 1 16,0-1-8-16,0 2 7 0,1 4-7 0,-1 0 7 15,-1 1-5-15,2-5-7 0,-2 5 9 0,1-1 6 16,-2 1-1-16,0 0 1 0,0-2 2 0,1 3 5 16,-1-3-6-16,-1 2 10 0,3-1-3 0,-1-4-9 15,-1 5 4-15,4-2 0 0,-2 1-4 0,0-3 3 16,0-1-5-16,1 4 0 0,-1-1-1 0,1 1 0 16,-1-2-1-16,0-3 2 0,0 1 0 0,-1 4 6 15,1-3 3-15,0-1-9 0,0 1 0 0,-1 1 0 16,1-3 4-16,0 3 0 0,-2-4-1 0,2 3 3 15,-1-3-7-15,0 0 0 0,0 1 0 0,-1-3-2 0,1 3 4 16,1-2-2-16,-1 2-5 0,1-3 2 16,0 2-1-16,0-10 2 0,-3 15-8 0,2-9 6 15,1-6-3-15,0 14 5 0,-1-8 5 0,2 1-2 16,-1-7-2-16,0 11-7 0,0-11 7 0,-3 11-3 0,3-11 4 16,-1 6-3-16,1-6 3 0,0 0 0 0,-1 8 3 15,1-8 5-15,0 0 1 0,0 0 4 16,0 0 4-16,0 0 5 0,0 0 1 0,0 0 9 15,-3 8-4-15,3-8-4 0,0 0-1 0,-11-3-5 16,11 3 3-16,-17-3-12 0,6 3 1 0,-7-3-8 16,-2-1 3-16,-6-2-2 0,-1-1 2 0,-4 1-5 15,-1 0-1-15,-2-4-8 0,0 1-6 0,-4 0-8 0,1 1-5 16,1 2-8-16,2-2-13 0,-3-2-13 0,1 4-24 16,-1-2-20-16,4-2-43 0,1 3-29 0,4 0-179 15,7-1-376-15,-6 1 167 0</inkml:trace>
  <inkml:trace contextRef="#ctx0" brushRef="#br0" timeOffset="-169436.67">5770 7114 8 0,'0'0'166'0,"0"0"-14"0,0 0-25 0,0 0-32 16,5-5-42-16,-5 5-52 0,0 0-58 0,2-7-35 15,-2 7-97-15,0 0 43 0</inkml:trace>
  <inkml:trace contextRef="#ctx0" brushRef="#br0" timeOffset="-166697.72">5382 6787 59 0,'0'0'188'16,"-15"-1"-9"-16,15 1-14 0,-14 0-8 0,8 2-9 0,-4 2 0 15,0-1 5-15,0 4-13 0,-2-2-10 0,-3 5-8 16,4-2-11-16,-2 4-13 0,2-2-9 0,1 3-5 16,0 1-8-16,3 0-12 0,0-2-3 0,4-2-6 15,-1 2-5-15,1 0-8 0,2-1-5 0,2 0 0 16,1 0-7-16,1-1-2 0,0-2 1 0,4-1-3 16,1 2-3-16,3-4-3 0,1 0-1 15,1-1 1-15,2-1 2 0,1-2-5 0,1-1-1 16,0-1 3-16,-4 1-1 0,4-4 4 0,-3 1 1 15,-3-3 6-15,-1 2 8 0,2-2 18 0,-3 1 7 0,-1-2 20 16,-3 1-17-16,2-2-3 0,-3-2-10 0,-3-2-1 16,1 3-5-16,-2-4 2 0,-2 3-10 0,0-4-3 15,-2 2-6-15,-4 2-12 0,2-1-12 0,-3 2-3 16,0 0-18-16,0 4-10 0,0 0-24 0,-1 0-26 16,-2 2-32-16,2 6-25 0,0 0-38 0,-1 2-14 15,0 2-24-15,1 4-16 0,0 4-149 0,0-2-405 16,3 1 180-16</inkml:trace>
  <inkml:trace contextRef="#ctx0" brushRef="#br0" timeOffset="-166313.72">5521 7090 133 0,'11'-3'196'0,"-6"0"-1"0,0-3-8 0,0 2-7 15,1-2 0-15,-1-5-12 0,1 3-10 0,-1-4-7 16,1 0-10-16,2 2-9 0,-3-6-5 0,0 0-6 15,-1 0-5-15,0 0-1 0,0-3-14 0,-3 2-8 16,2-2-12-16,-3 0 2 0,1-1 0 0,-2 1-7 16,-3 3-7-16,1-2 7 0,-1 3-8 0,-1 3-1 15,-2-2-7-15,2 3 4 0,-1 1-2 0,1 1 0 16,1 4-1-16,1-1-8 0,-2 0-1 0,5 6-12 16,-7-8-4-16,5 4-14 0,2 4-6 0,-6-5-11 15,6 5-14-15,0 0-13 0,0 0-4 0,0 0 0 16,0 0-3-16,0 0 5 0,0 0-10 0,0 0 0 15,39 3-5-15,-20 0-2 0,3-2-3 0,5-1 3 16,2 3 5-16,-7-2 4 0,1 2-2 0,-8-3 6 16,-1 2 0-16,-1 1 2 0,0 0 4 0,-2 1 1 15,-2-1 8-15,0 4 4 0,-1-1 9 0,-2 3 3 16,1-2-1-16,-4 3 3 0,6 4-1 0,-4-3 2 16,-1 1 0-16,-1-1-11 0,1 5-6 0,-2 0-18 15,2 1-40-15,-1-5-54 0,0 4-39 0,0-3-41 16,-1 2-203-16,2-3-441 0,-1-1 195 0</inkml:trace>
  <inkml:trace contextRef="#ctx0" brushRef="#br0" timeOffset="-164981.53">5912 7112 5 0,'-8'-4'228'0,"0"1"-18"0,-3 0-9 0,0 3-14 15,0 1-7-15,-3 2-14 0,0 2-7 0,-3 2-14 16,1 4 0-16,0 2-12 0,-1 5-8 0,0 4 7 16,0-1-14-16,4 1-14 0,1 3-6 0,4-8-12 15,3 2-9-15,0-1-9 0,3 0-6 0,1-1-5 16,2 1-7-16,5-2-3 0,-3-2-2 0,6 2-3 16,3-2-6-16,-1-2-9 0,0-3-6 0,5 1-7 15,2-1-5-15,0-5-7 0,1 2-9 16,0-5-15-16,3-1-11 0,0 0-9 0,-3-1-1 0,1-1 14 15,1-2-21-15,-2-2-6 0,-1-1-9 0,0 0 3 16,-3-3 0-16,-1 1-1 0,2-3 0 16,-5-2 7-16,0 3 8 0,-3-4 2 0,0-1 7 15,-3 3 8-15,-1-5 12 0,-2 1 7 0,-2 0 15 0,0 7 19 16,0-1 8-16,2 1 19 0,-4 4 11 0,2 6 5 16,-1-13-1-16,1 13-6 0,-1-10-7 0,1 10-11 15,0 0-4-15,-3-6-5 0,3 6-2 0,0 0 5 16,0 0 2-16,-11 24-2 0,7-13-3 0,0 5-4 15,-2 1-1-15,1 0-4 0,1 2 0 0,4-4-1 16,1 0-6-16,0-2 1 0,2-1-4 0,1-1 0 16,-1 0 1-16,1-1-2 0,4-2-1 0,-2 2 0 15,5-3-6-15,-2-1-8 0,0-2 1 0,2 1-10 16,-1-5 2-16,1 1-1 0,1-2 0 0,-3 1 4 16,2-4-4-16,-4 2-6 0,2-2 7 0,-3-1-13 15,-2-3-4-15,3 0 0 0,-2-1 1 0,-3-2 4 16,-2 1-4-16,0-2 7 0,-2 1-3 0,-2-1 7 15,-2-3-3-15,-2 0 5 0,-2 1-4 0,0-1 4 16,0 2 6-16,3 3 7 0,-5-5 1 0,5 8-1 16,-2-1 1-16,2 0 0 0,1 4 5 0,1-3-2 15,2 3 0-15,3 4-1 0,-6-8-2 0,6 8-2 16,-4-5-5-16,4 5-2 0,0 0-1 0,0 0-3 16,0 0 1-16,0 0 4 0,9-11-4 0,-1 11 5 0,4 0-3 15,1-3-1-15,5 3 2 0,-1 3 1 16,1 0 2-16,-6-2-4 0,1 2 0 0,-1 1 2 15,0 3-3-15,0 0 3 0,0 1 0 0,-1-1 4 16,2 4 0-16,1-1 6 0,-5 0-5 0,-2-1 8 16,0-1-2-16,-1 2 0 0,3-1 0 0,-4 0 5 0,0-1-8 15,-2-2 3-15,1 0 0 0,0-2 6 0,-1 2 5 16,-3-6-2-16,4 7 6 0,-4-7 8 16,4 3 9-16,-4-3 11 0,0 0 14 0,4 8 5 15,-4-8 6-15,0 0-2 0,0 0-8 0,0 0-6 0,0 0-17 16,0 0-5-16,0 0-6 0,0 0-2 0,-5-27-9 15,3 18-3-15,2-1-5 0,2-3-4 16,2-2-2-16,1 0-12 0,-1-1-4 0,-1 5-4 16,5-2 3-16,0 2 1 0,-1 2 0 0,1 1-2 15,1 4 3-15,-1 1 1 0,-1-1-2 0,5 2 1 0,-3 4 2 16,-9-2 2-16,17 7 1 0,-7-3-3 0,-3 3 3 16,1 2 1-16,0-2 0 0,1 2 1 0,-6 0 0 15,4 1 4-15,-3 0-1 0,0-1 0 16,-1-2 1-16,0 3 1 0,1-4 1 0,-3-1-3 15,-1-5 12-15,4 11-8 0,-4-11-1 0,4 6 4 0,-4-6-1 16,1 6 2-16,-1-6 3 0,0 0-3 0,0 0 4 16,0 0-16-16,0 0 2 0,0 0 0 0,0 0-2 15,0 0 1-15,-5-30 1 0,5 19-6 16,4-5-9-16,-4 0 0 0,5-1 3 0,-1-1-1 0,1 1 0 16,5-1 2-16,0 4 6 0,0 0-2 0,2 0 2 15,-6 4 0-15,3 3 2 0,-2-1 1 16,1 3 4-16,-1 2-6 0,1 2 1 0,-8 1-1 15,14 2 4-15,-5 1-3 0,-3 5 8 0,2 0-6 16,1 1 4-16,-3 4 2 0,2 3 3 0,-3 0 0 16,0 0 7-16,2 0 0 0,-4 3-7 0,0-2-7 15,-2 0-20-15,0 1-29 0,2-2-33 0,-4 0-52 16,2-5-56-16,-4 2-183 0,3-3-409 0,-1-4 180 16</inkml:trace>
  <inkml:trace contextRef="#ctx0" brushRef="#br0" timeOffset="-164730.83">6902 6815 194 0,'1'-4'246'0,"-1"4"-25"0,3-9-19 0,-3 9-18 15,0 0-3-15,0 0 2 0,0 0 1 0,0 0-11 16,5 43-13-16,-1-12-10 0,-7 3-8 15,3 11-11-15,-1-9-10 0,-3 11-11 0,5 2-9 0,-7-1-14 16,3-1-2-16,1-2-12 0,1-11-6 0,-1 2-2 16,0-1-10-16,0 0-5 0,1-2-6 15,1 0-18-15,-2-3-22 0,2-2-25 0,-2 1-34 16,2-2-39-16,-1-1-41 0,2-8-59 0,-1 1-42 0,-1-1-182 16,-1-4-452-16,-1-2 201 0</inkml:trace>
  <inkml:trace contextRef="#ctx0" brushRef="#br0" timeOffset="-164497.65">6942 7092 163 0,'8'-6'184'15,"-2"-3"-13"-15,-1 2-25 0,-1 4-11 0,1 0-17 16,-5 3-9-16,11-4-17 0,-11 4 3 15,12 5 4-15,-7 0-5 0,1 3-2 0,1 2-5 0,-4 1-3 16,1 4-7-16,-2 2-6 0,-1 1-10 0,-2-2-16 16,-3 0-4-16,-1 2-23 0,-4-2-20 0,-2 3-33 15,2-3-40-15,-1-1-33 0,-2-1-49 0,-6 6-111 16,4-8-290-16,1-2 128 0</inkml:trace>
  <inkml:trace contextRef="#ctx0" brushRef="#br0" timeOffset="-163758.43">7381 7005 4 0,'-12'-2'228'0,"3"8"-13"15,-2-1-11-15,1 2-16 0,-3 4-17 0,-2 1-5 16,3 1-16-16,0 4-15 0,-1-2-11 0,3 4-12 15,1-2-14-15,0-1-5 0,4 2-12 0,1-7-9 16,1 5-10-16,2-3-4 0,1-6-6 0,0 5-8 16,0-3-14-16,4 0-6 0,0-2-4 15,0 0-17-15,1-3 5 0,0-1-8 0,1 0-6 16,1-2-2-16,-7-1 0 0,19-1-2 0,-13-3 6 0,3 2-5 16,0-5 1-16,1-1 13 0,-3 1 0 0,0-3-1 15,0 0-1-15,-2 0-1 0,0-2 7 0,-1 1 11 16,-2-1 2-16,1-1-1 0,2-3 0 0,-5 6 2 15,0-1 13-15,1 2 12 0,1 1 6 0,-2 8 1 16,-2-11 0-16,2 11-5 0,2-10-6 0,-2 10-4 16,1-6-8-16,-1 6-4 0,0 0-6 0,0 0 7 15,0 0-4-15,0 0-1 0,0 0-4 0,-3 26 4 16,2-14-2-16,1 0-5 0,0 3 0 0,-1-2-2 16,5 3-2-16,-2-3-1 0,2-3-2 0,2 3-1 15,2-4-1-15,-3 1 4 0,2 0-6 0,1-4 1 16,1 2-1-16,2-2 2 0,1-2-4 0,1-2-4 15,6 0 4-15,-6-2-4 0,4-3 2 0,-5 1-3 16,6-2 3-16,-7-2-2 0,1 0-3 0,-2-1-2 0,5-3 2 16,-6 0 1-16,1 1 0 0,-4-2-1 15,2-2-5-15,-3-5-2 0,0 3-1 0,-1-2-3 16,-3 0 0-16,-1-2 4 0,-1 3-1 0,0-2 2 16,-3 0-1-16,-3 2 0 0,0 3 3 0,2 0-3 15,-2 3 4-15,1 0 5 0,0 1-6 0,-1 0 9 16,2 3-4-16,-2 2 1 0,1-1-1 0,0 2 2 15,6 3 0-15,-10-5-2 0,6 2 1 0,4 3-4 16,-9-4-8-16,9 4 5 0,0 0-9 0,0 0-2 16,0 0 0-16,0 0-1 0,0 0-3 0,0 0-5 15,0 0 0-15,23 16-1 0,-11-13 10 0,1 0 4 16,6 0-6-16,-6 0 2 0,3-2 2 0,-5 0 0 16,2 2 1-16,0 3 1 0,-2-4 0 0,1 3 3 15,-5 1 2-15,2 1 14 0,-1 0 3 0,0 2 12 16,-2 1 5-16,0 1 8 0,0 4-2 0,0 0 3 0,-1 1 4 15,-1-1-5-15,0 3-2 0,-3 1 0 16,0-3-1-16,-1 2-21 0,0 0-20 0,2-2-30 16,-2-1-44-16,0-1-47 0,1-2-44 0,0-1-47 15,-1 0-156-15,1 0-411 0,1-2 182 0</inkml:trace>
  <inkml:trace contextRef="#ctx0" brushRef="#br0" timeOffset="-163360.89">8027 7031 11 0,'-3'-6'264'0,"-2"-1"-7"0,0 4-15 15,5 3-16-15,-10-6-16 0,3 3-11 16,7 3-18-16,-15 4-13 0,6 1-14 0,-1 2-14 16,-4 3-15-16,6-1-11 0,0 1-15 0,1 3-9 15,2-4-7-15,-1 6-11 0,4-4-7 0,3 0-6 0,-1 0-14 16,3-1-17-16,-1 0-13 0,3-1-9 0,-2-2-12 15,3 0-8-15,2 0-7 0,-2-1-1 0,3-4 0 16,-1 0 0-16,0 0 3 0,-2-1 7 16,-6-1-1-16,12-1-1 0,-5-2 4 0,-7 3 7 0,10-7 2 15,-6 1 6-15,0 0-9 0,0-1 6 0,-1 0 4 16,0-2 6-16,0-1-6 0,-2 1 0 16,0 2 4-16,1 1 22 0,-2 6 12 0,2-13 10 15,-2 13-2-15,3-7-5 0,-3 7-4 0,2-7-6 0,-2 7-6 16,0 0-1-16,0 0-6 0,0 0 4 0,0 0-5 15,0 0 2-15,0 0 5 0,0 0-5 0,2 29-1 16,-2-18-2-16,1 1-5 0,-1 0-4 16,0 1-17-16,1-2-14 0,1 2-34 0,0-1-39 15,-1-1-38-15,2 0-47 0,1-1-48 0,-1 0-214 0,0-5-474 16,1 2 210-16</inkml:trace>
  <inkml:trace contextRef="#ctx0" brushRef="#br0" timeOffset="-163108.52">8235 6792 188 0,'0'-6'265'0,"0"6"-13"0,1-12-22 0,-1 12-21 16,4-6-16-16,-4 6-27 0,0 0-3 15,0 0 4-15,0 0-10 0,0 0 2 0,5 20-4 0,-4-4-14 16,1 2-5-16,0 7-16 0,1 2-5 0,-3-1-10 15,1 3-13-15,-2-5-3 0,2-5-18 0,-1 8-1 16,0-8-7-16,0 5-12 0,0 1 2 0,0-8-11 16,0-4-25-16,1-1-41 0,-1 2-29 0,-1-2-36 15,1 0-41-15,-1-2-38 0,2 0-41 0,-1-3-31 16,0-7-186-16,-2 12-462 0,2-12 204 0</inkml:trace>
  <inkml:trace contextRef="#ctx0" brushRef="#br0" timeOffset="-162691.47">8130 7032 109 0,'7'-1'134'0,"3"-5"-14"0,3 3-13 0,2-1-8 0,3 0-7 16,1 0-11-16,-1 0-10 0,2 1-4 0,-2-1-9 15,3 2-8-15,-6 0 3 0,-2 2-5 0,-2-2-12 16,1 2-11-16,-3 2 4 0,-3-1 11 0,3 2 24 15,-4 0 8-15,-5-3 9 0,7 9 3 0,-5-4 6 16,1 1-3-16,-2 3 4 0,0 0 1 0,-1 1-4 16,-1-1-6-16,0 2-3 0,-1-2-11 0,1 2-6 15,1 1-9-15,-1-3-4 0,1 1-4 0,0 0-5 16,1-3-3-16,2-2-4 0,1 3-3 0,-2 0-3 16,1-3-6-16,3 0-3 0,-2 0-1 0,2-1-3 15,3-2-1-15,0-1-2 0,-1 0 4 0,-8-1-3 16,14-2 0-16,-3-1 0 0,0-1 1 0,-5-2 0 15,0-2 3-15,1 0 7 0,-4-1 3 16,1-1 0-16,0 1 2 0,-2-3 3 0,-2 0 3 0,0-1-7 16,-2 0-2-16,0-3-1 0,-2 0 0 0,1 2-6 15,1 2-1-15,-2 3-2 0,0-2 1 0,2 4-2 16,2-2-5-16,-4 4 0 0,4 5-4 0,-4-9-16 16,4 9-21-16,-7-4-27 0,7 4-36 0,-11 0-29 15,11 0-47-15,-14 9-44 0,6-1-189 0,-2-3-438 16,2 3 193-16</inkml:trace>
  <inkml:trace contextRef="#ctx0" brushRef="#br0" timeOffset="-162343.46">8611 6944 66 0,'0'0'229'0,"0"0"-22"0,6-5-17 15,-6 5-15-15,0 0 8 0,0 0 4 0,13 10-8 16,-9-4-10-16,5 2-12 0,-2 2-9 0,1 0-6 16,0 3-17-16,0-3-9 0,-2 2-9 0,1-2-10 15,0 0-11-15,2-1-9 0,-4 3-6 0,-1-2-5 16,2 0-8-16,-1 0-4 0,-1 0-2 0,1-1 0 16,-2-3 4-16,-2 2-8 0,1-2 4 0,1 0-6 15,-3-6-1-15,-3 11-2 0,3-11-2 0,-3 9-4 16,-4-4-4-16,2-3 2 0,0 2-8 0,5-4-2 15,-9 2 2-15,9-2-9 0,-11 2 2 0,11-2 3 16,0 0-8-16,-12-4-12 0,12 4-12 0,-9-14-4 16,5 9 3-16,2-6-6 0,-1 1-7 0,2-4-2 15,5-1-6-15,1-3 0 0,3 0-7 0,3 2-13 0,4-4-15 16,3-3-29-16,3-1-37 0,3 3-51 16,4 0-46-16,0-2-211 0,2 2-476 0,0 0 211 15</inkml:trace>
  <inkml:trace contextRef="#ctx0" brushRef="#br0" timeOffset="-162211.72">9160 6811 2829 0,'0'0'302'15,"3"4"-171"-15,-3-4-64 0,4 7-34 0,-4-7-27 16,0 0 0-16,0 0-5 0,0 0-3 0,2 6-21 16,-2-6-30-16,0 0-55 0,0 0-93 0,0 0-91 0,0 0-158 15,0 0-487-15,0 0 216 0</inkml:trace>
  <inkml:trace contextRef="#ctx0" brushRef="#br0" timeOffset="-157630.68">6795 10641 5 0,'0'0'99'0,"0"0"-9"0,0 0-7 16,0 0 3-16,0 0 1 0,0 0-8 15,0 0-14-15,0 0 6 0,0 0-2 0,0 0-4 0,0 0-9 16,0 0 6-16,0 0-3 0,0 0 4 0,0 0-7 16,0 0 5-16,0 0-8 0,0 0 5 0,0 0 1 15,0 0 2-15,0 0-8 0,0 0-4 0,0 0-1 16,0 0-6-16,0 0 0 0,0 0-5 0,0 0-1 16,0 0-3-16,0 0-1 0,0 0-4 0,0 0-1 15,0 0 4-15,0 0-1 0,0 0 0 0,0 0 3 16,0 0 2-16,0 0 4 0,0 0 2 0,0 0 3 15,0 0-4-15,0 0 8 0,0 0-6 0,0 0 10 16,0 0-6-16,0 0 1 0,0 0 0 0,0 0 0 16,0 0-2-16,0 0 0 0,0 0-1 0,0 0 4 15,0 0-5-15,0 0-1 0,0 0 1 0,0 0-4 16,0 0-3-16,0 0-2 0,0 0-2 0,0 0-3 16,0 0-2-16,0 0-5 0,0 0 1 0,0 0-5 15,0 0-5-15,0 0 0 0,0 0-4 0,0 0-3 16,0 0 0-16,0 0 4 0,0 0-12 0,0 0 1 15,0 0-1-15,0 0 3 0,-3 5 0 0,3 5-3 16,-2 1 2-16,-1 5 0 0,3 1 0 0,-2 2 1 16,0 6 4-16,0 0-5 0,-2 3 0 0,2-1 1 15,-1 2-2-15,-1-1 1 0,0 1 0 0,-1 4-3 0,2-3 2 16,0 2 2-16,1 2-4 0,-2-1 2 16,1-1 2-16,-3 0-1 0,1 0 2 0,0 0-1 15,3-2-1-15,-2-1-3 0,0 2 4 0,-1 1-2 16,2-1 0-16,-2-3 0 0,4 5 1 0,-3 0 5 15,-1 14-5-15,4-15 5 0,-2 1-1 0,2 0-4 0,0 0 2 16,-2 1 2-16,3 1-3 0,-1-3 3 16,-1 1-3-16,2-1 2 0,2 1 1 0,-1-2 1 15,-2-2-2-15,-2-2 2 0,2 1 1 0,-2-2-1 16,-1 0-1-16,2-1-5 0,-1-8 3 0,0 0 3 16,0 2 1-16,1 0-5 0,-1-2 0 0,2-4-2 15,-2-1 4-15,2 4 0 0,0 0-2 0,-2-3 1 16,2-4 2-16,-1-1-1 0,1 1-3 0,0 1 1 15,-2 0 0-15,4-1 2 0,-1-9-6 0,0 13-1 0,0-13-9 16,-1 8-12-16,1-8-20 0,-2 7-18 16,2-7-23-16,-5 4-25 0,5-4-26 0,0 0-37 15,0 0-40-15,0 0-171 0,0 0-416 0,0 0 185 16</inkml:trace>
  <inkml:trace contextRef="#ctx0" brushRef="#br0" timeOffset="-156883.72">6764 10758 36 0,'0'0'45'0,"0"0"-7"0,-1-13 18 0,1 13-5 15,0 0-4-15,0-8 7 0,0 8 12 0,0 0-12 16,0 0 3-16,0-10 1 0,0 10-5 0,0 0-3 0,1-8-9 16,-1 8 3-16,0 0 0 0,0 0 11 0,-1-11-11 15,1 11 0-15,0 0 1 0,2-7-2 0,-2 7 1 16,0 0-1-16,0 0 7 0,0 0-5 0,0 0 7 16,0 0-1-16,0 0 9 0,0 0-4 0,0 0-3 15,0 0-1-15,0 0-4 0,-2-9-3 0,2 9-5 16,0 0 0-16,0 0-7 0,0 0-4 15,0 0-1-15,0 0-3 0,0 0 6 0,0 0 7 0,0 0-3 16,0 0 4-16,-13 21 3 0,8-11 2 16,-4 6-4-16,-1-1 0 0,-3 0-4 0,-5 7-4 0,-1 0 5 15,-2-2-5-15,2 4-5 0,3-3 5 0,-6 0-3 16,5-1-6-16,1 0 0 0,3-4-4 0,-5 4 1 16,5-6-2-16,0 0-2 0,2 0 0 0,-2-2-4 15,0-1 0-15,2 2-3 0,2-5 3 0,3-1-6 16,0 0 3-16,1-2-4 0,1-2 0 0,0 2 1 15,4-5-4-15,-7 6 0 0,7-6-7 0,-4 5-9 16,4-5-12-16,0 0-8 0,0 0-11 0,-5 4-21 16,5-4-9-16,0 0-23 0,0 0-38 0,0 0-36 15,0 0-145-15,-3-18-342 0,3 18 152 0</inkml:trace>
  <inkml:trace contextRef="#ctx0" brushRef="#br0" timeOffset="-156362.72">6774 10656 164 0,'0'0'176'0,"0"0"-4"0,0 0-8 0,0 0-3 15,0 0-5-15,0 0-9 0,0 0-6 0,0 0-9 16,0-8-11-16,0 8-2 0,0 0-3 0,0 0-11 16,0 0-7-16,0 0-10 0,0 0-4 0,0 0-5 15,0 0-10-15,0 0-6 0,0 0-11 0,0 0-4 16,0 0-7-16,0 0-3 0,0 0-3 0,0 0-2 16,0 0-11-16,0 0 2 0,0 0-9 0,0 0 2 15,0 0-8-15,0 0 0 0,0 0-1 0,11 14 0 16,-6-8 3-16,5 1-5 0,-1 4 2 15,2 3-2-15,10 4 1 0,-2 3 0 0,1-1-1 0,3-1-1 16,0 0 0-16,1 3 4 0,-3-2-10 0,2-1 9 0,-1 0-4 16,-4 0 0-16,1 0-2 0,1-2 2 15,-6-3 0-15,0-1-3 0,0 1 2 0,-2-2-2 16,2 2 1-16,-2-4 1 0,0 2-1 0,-4-5-3 16,0 1 6-16,-3-4-5 0,1 2 2 0,-2-1 0 0,-4-5 12 15,6 7 10-15,-3-3 11 0,-3-4 7 0,4 5 4 16,-4-5 6-16,0 0 3 0,4 5-1 15,-4-5 4-15,0 0-7 0,2 6-2 0,-2-6 1 0,0 0-8 16,0 0-5-16,0 0-12 0,0 0-17 0,0 0-23 16,0 0-23-16,0 0-28 0,0 0-36 0,-19-14-37 15,11 12-40-15,8 2-29 0,-10-4-45 16,4 1-160-16,-2 1-445 0,8 2 198 0</inkml:trace>
  <inkml:trace contextRef="#ctx0" brushRef="#br0" timeOffset="-154554.66">6728 12127 42 0,'0'0'52'0,"0"0"-5"0,0 0-3 0,0 0-1 16,0 0-4-16,0 0-11 0,0 0-5 0,0 0-4 16,0 0-2-16,0 0-2 0,0 0-2 0,0 0-4 15,0 0-3-15,0 0-6 0,0 0-4 0,-11 0 2 16,11 0-4-16,0 0 6 0,0 0-15 0,0 0-12 15,0 0-31-15,0 0-61 0,0 0 27 0</inkml:trace>
  <inkml:trace contextRef="#ctx0" brushRef="#br0" timeOffset="-153246.62">6663 12094 14 0,'0'0'70'0,"0"0"-1"0,0 0 2 0,-4-6 5 16,4 6-10-16,0 0-7 0,0 0 11 0,0 0-14 16,0 0 9-16,0 0-6 0,0 0-2 0,0 0 7 15,0 0-5-15,0 0-13 0,0 0 2 0,0 0-9 16,0 0-2-16,0 0-6 0,0 0 5 0,0 0-13 16,0 0 6-16,-2-7-5 0,2 7 2 0,0 0-9 15,0 0 6-15,0 0 1 0,0 0 3 0,0 0-17 16,0 0 7-16,0 0-11 0,0 0 2 0,0 0-3 15,0 0 2-15,0 0 0 0,0 0-4 0,0 0-3 16,0 0 13-16,0 0-13 0,0 0-3 0,0 0 2 16,0 0 4-16,1 27-3 0,-1-27 3 0,1 16 4 15,-1-8-3-15,-1 3 0 0,1-3 17 0,0 3-4 16,0 0 4-16,0 0 1 0,-1 5 16 0,-2-1-9 16,3-3-1-16,-2 0 1 0,2 4 2 0,-3 0-1 0,0-5 6 15,1 5-6-15,-2 0-1 0,0-4-6 16,3-1 0-16,1 2-3 0,-4 3 1 0,0 0 4 15,2-4-5-15,2 4-3 0,-2-4-3 0,1 3 3 0,0-1-6 16,1 2 1-16,-3-1 2 0,2 3-6 0,1-5 1 16,1 2-3-16,-2 2 2 0,0-1 1 0,1 1-1 15,1-1-2-15,0 1-4 0,-2-2 2 16,2 2 1-16,1 0 1 0,-1 0-1 0,3 0 1 0,0 0-3 16,-3-1 1-16,0 3 1 0,0-3-2 0,2 1-2 15,-2-2 1-15,3 2-3 0,-3-2 4 0,-1 0 2 16,1 1 1-16,2-4-6 0,-3 1 0 0,0 2 0 15,3 0 3-15,-3-3-2 0,0 1 1 0,0 0-2 16,0 0-2-16,-2-1 13 0,4 0-8 16,-1-1-4-16,-1 0 3 0,-3 1 1 0,3-2-1 15,2 2-3-15,-4-2 4 0,4 2-1 0,-5-1-2 16,3-2 1-16,1 4 0 0,-1-3 5 0,3 0-5 0,-4 2-1 16,1-3 5-16,-2 2-6 0,2 0-3 0,0-4 1 15,0-7 6-15,0 14-1 0,2-6-1 0,-2-8-2 16,-2 14 0-16,2-7 6 0,0-7-6 0,2 12 1 15,-2-7-1-15,0-5 0 0,1 11 0 0,-1-11 4 16,1 11-3-16,1-7-1 0,-2-4 1 0,0 12 3 16,0-12-1-16,0 6-3 0,0-6 1 0,2 9 7 15,-2-9-7-15,1 7 1 0,-1-7 0 0,2 6-1 16,-2-6 7-16,0 0-9 0,2 10 1 0,-2-10 3 16,0 0-4-16,0 7 1 0,0-7 3 0,0 0-1 15,3 7 3-15,-3-7-7 0,2 6 3 0,-2-6-1 16,3 6 2-16,-3-6 6 0,0 0 1 0,6 10 6 15,-6-10-3-15,3 6 3 0,-3-6 17 0,5 7-1 16,-5-7-3-16,5 9 0 0,-1-5-4 0,0-1 8 0,2 4-2 16,3-2 1-16,-3-2-3 0,1 2 3 15,4-2 0-15,0 3 0 0,-1-3 3 0,2 4-3 16,3-4 2-16,-1 1-4 0,4 1 3 0,-2 0-6 16,3 0-1-16,-1-2-2 0,3 1 3 0,-2 0-4 0,1 0 0 15,7 0-1-15,-6-3-1 0,8 4-1 16,-7-4 1-16,7 0-1 0,-7 0 1 0,6 0-4 15,-8 1 5-15,1-2-4 0,0 0-1 0,-1 1-3 16,0-1 0-16,-1 1 0 0,-1-1 1 0,3 0 6 16,0 0 10-16,0 1-1 0,8-2-6 0,1 1 1 0,3-1-3 15,0 0 5-15,5-2-2 0,-3 2-2 0,15-1 0 16,-9 0 1-16,11 0-3 0,2 2 4 16,1-2-6-16,0 0-3 0,-2 0-2 0,2 2-1 15,2-1-2-15,-1-2 1 0,1 3 3 0,1-1-3 0,-2 1 2 16,2 0-7-16,2 3 7 0,2-2-1 15,-2-1-6-15,3 1-1 0,0 1 4 0,-1-2-4 16,30 3 0-16,-33 1 0 0,1-3 5 0,1 0-5 16,1 1 1-16,2 3 2 0,-4-2 12 0,2-3-8 15,4 3 0-15,23 3 7 0,-29-4 3 0,1 2 1 16,3 0-3-16,0-2-1 0,1 3-3 0,-5-2 9 0,2 1-11 16,-2-2-3-16,-3 5 2 0,-2-3 0 0,-1-2 3 15,1 3 3-15,0-1-3 0,2 4 2 16,-2-4 3-16,-1 0-7 0,1 1 3 0,1 0-4 15,-1-1 1-15,-4-2-4 0,2 3-2 0,-14-2 4 0,12 0-4 16,-14-1 4-16,3-1-4 0,-2 1-1 0,0-1-8 16,1 0 12-16,-3-1 7 0,-4 2-5 0,-2-2 5 15,-9 0 2-15,-1 0 9 0,-2 0 2 0,-6 0 5 16,-1 0 13-16,-1 0-2 0,-2 0 12 0,-8 0-3 16,10-2 12-16,-10 2-1 0,9-1-1 0,-9 1-6 15,0 0 0-15,9-1-11 0,-9 1 2 0,0 0 3 16,0 0-6-16,9 1-8 0,-9-1 0 15,0 0-3-15,0 0-7 0,0 0 0 0,0 0-6 16,0 0-12-16,0 0-10 0,0 0-15 0,0 0-16 0,0 0-24 16,0 0-29-16,0 0-35 0,0 0-40 0,0 0-42 15,0 0-46-15,-18-15-47 0,18 15-34 0,-10-7-262 16,5 2-636-16,2 0 282 0</inkml:trace>
  <inkml:trace contextRef="#ctx0" brushRef="#br0" timeOffset="-151878.65">11131 13029 38 0,'-3'-7'114'0,"2"-2"-3"16,-5 1-8-16,3-1 12 0,-1 1-6 0,0-1 5 15,1-1-5-15,0 5-1 0,-1-2 10 0,3 0 3 16,-3 0 0-16,4 7-6 0,-4-12-5 0,2 8-5 16,2 4-4-16,-4-9-11 0,4 9-6 0,-1-7-12 15,1 7-7-15,0 0-12 0,0 0-9 0,-4-7-3 16,4 7-3-16,0 0-5 0,0 0 7 0,-4 24 3 15,1-5-2-15,0 9-2 0,-1 6 1 0,0 15-3 16,-1 0-1-16,-2 3-2 0,-3 3-1 0,3 4-7 16,-1 0-3-16,0 0 1 0,-1 0-1 0,3-4-8 15,1 2-1-15,0 0-2 0,3 0 1 16,1-2 0-16,-3-2-2 0,5-3-4 0,2-2 1 0,1-3-4 16,-2-10 0-16,0-1 0 0,3 1 1 0,-3-3 0 15,1 3 2-15,2-3-4 0,-4-3 2 0,2 0-1 16,-3-3 0-16,1-1-1 0,-1-6 0 0,0-2 0 15,0-2-2-15,-1-2-10 0,1-1-6 0,-3-4-15 16,2 3-18-16,-3-5-15 0,4-6-12 0,-2 10-12 16,-2-6-20-16,4-4-21 0,-7 3-39 0,7-3-30 15,0 0-119-15,-12-10-342 0,5 0 151 0</inkml:trace>
  <inkml:trace contextRef="#ctx0" brushRef="#br0" timeOffset="-150778.4">11240 12979 16 0,'0'0'172'16,"-2"-8"-21"-16,2 8-16 0,0 0-14 0,3-11-12 16,1 8-11-16,-4 3-15 0,14-7 11 0,-4 4-15 15,5-1-17-15,4-2 0 0,3 4-13 0,10-2-2 16,0 3-6-16,1 1-5 0,3-2-3 0,15 1 3 16,0 0-6-16,0-2-4 0,3 6-6 0,2-3 5 15,1 1 0-15,1 0-7 0,3 1 1 0,-4-2-4 16,3 1-1-16,3 1 0 0,-2 1-4 0,-1 0 2 15,4-2-4-15,0 0-3 0,28-1-2 16,-27-2 7-16,28 4 1 0,-1-4-2 0,-29-2 0 0,34 2-2 0,-5 0 0 16,-1 1 0-16,-25-3 1 0,29-1-2 15,-3 1-2-15,0 4 6 0,-31 0 2 0,33-5 2 16,-29 4 0-16,25-3-4 0,-23 2 5 0,27 0-6 16,-35-1 1-16,4 1 3 0,2-1 0 0,-1-1 1 0,-3-1-2 15,4 1 6-15,-6 1-3 0,0-1 5 0,-3 4-3 16,4-6 1-16,-5 5-2 0,-2-3 2 15,1 2-1-15,0-2-3 0,-14 2-3 0,12 0-1 16,-14-1-1-16,12 1 2 0,-13 0-5 0,14 1 0 16,-17-1-1-16,-1-1 0 0,-1 3 0 0,-3-1 0 0,2 0-2 15,-2 3 0-15,-1-2 1 0,-1 2 0 0,1-2-1 16,-6 1-1-16,1-1 5 0,-2 1-4 16,0-1-2-16,2 1 0 0,-5-2-1 0,2 2 2 15,0-1 0-15,-7 1 0 0,1 1 2 0,-2-2-1 0,-1 0-2 16,0 0 4-16,-3 0 2 0,-8 0 2 0,11 0 6 15,-11 0 8-15,10 0 6 0,-10 0 5 0,0 0 5 16,11-2 5-16,-11 2 9 0,0 0 1 16,8-1 2-16,-8 1 0 0,0 0 0 0,0 0-5 0,0 0-3 15,0 0-5-15,0 0-1 0,0 0-2 0,0 0-6 16,0 0-7-16,0 0 4 0,11 1-7 0,-11-1-1 16,0 0-3-16,0 0-5 0,0 0 1 15,0 0-3-15,0 0-1 0,0 0-3 0,0 0 0 16,0 0-2-16,0 0-2 0,0 0-1 0,0 0 0 0,0 0-1 15,0 0 1-15,0 0-2 0,0 0-1 0,0 0 0 16,0 0-3-16,0 0 5 0,0 0-2 0,0 0-1 16,0 0-2-16,0 0 1 0,0 0-2 15,4 4 3-15,-4-4 3 0,0 0-8 0,0 0 2 0,2 6 0 16,-2-6 1-16,0 0-1 0,4 7 3 16,-4-7 0-16,3 5 0 0,-3-5-1 0,2 9-2 0,-2-9 4 15,3 8 2-15,-2-3 6 0,-1-5-1 16,3 9 0-16,-3-9 1 0,2 11 5 0,-2-5-4 0,0-6-1 15,3 13 0-15,-2-4 2 0,-1-2 3 0,3 2 2 16,-3 2-4-16,-2 0 0 0,4 1 1 0,-2 4 0 16,-2 0-5-16,4 2 1 0,-2-2 5 0,-2-3-5 15,4 5 0-15,-2 0 3 0,0 1 5 0,-2-1 2 16,2 0 1-16,0 1 1 0,0 0-7 0,0 0 2 16,0 1 1-16,-2 4 3 0,-1-5 0 0,1 0 1 15,-1 6-1-15,1-5 0 0,-1-1-4 0,2 6 6 16,-3 1-9-16,1-7 8 0,1 6-3 0,0 0 5 15,-1 4-4-15,-2-5 1 0,1 3 5 0,-1 0-1 16,2-1-3-16,-2 2-6 0,2-3-2 0,-1-2-2 16,1 4 6-16,-2 2-5 0,1-4-4 0,3-5 3 15,-1 6-2-15,1 1 0 0,1-3-2 0,0 0-2 16,1-5-2-16,-1 0 3 0,2-1-4 0,0 0 6 16,1 1-3-16,-2-1-4 0,5-2 0 0,-1 0 4 15,-3-1 2-15,3 0-6 0,0-4 4 0,-1 5 1 16,2-5-3-16,-2 1-4 0,0-3-13 0,-2 0-26 15,0-2-32-15,-2 0-35 0,0-7-39 0,-4 11-46 16,4-11-54-16,-4 10-43 0,-4-7-187 0,-1 1-514 16,-2-3 227-16</inkml:trace>
  <inkml:trace contextRef="#ctx0" brushRef="#br0" timeOffset="-149630.79">10995 14312 65 0,'0'0'98'15,"0"0"-7"-15,0 0 4 0,0 0-5 0,0 0 5 16,0 0-3-16,0 0 2 0,0-9-4 0,0 9-2 0,0 0-8 16,0 0 1-16,0 0-6 0,0 0 0 0,0 0-3 15,0 0-5-15,0 0-2 0,0 0-3 16,0 0-9-16,0 0 0 0,0 0-12 0,0 0-2 16,0 0-3-16,0 0-6 0,0 0-4 0,0 0-3 0,0 0-3 15,0 0 0-15,0 0 7 0,0 0-9 16,0 0 0-16,0 0-3 0,18 13 1 0,-10-11 6 15,1 0 4-15,4 1-2 0,0 0 0 0,2 1-2 0,4-2-3 16,1 2 1-16,2 0 1 0,6-1-1 16,1 1-3-16,1 0 0 0,0 1 0 0,-1-4-1 0,2 2 2 15,-2 0-3-15,3 0 1 0,-1 0-1 0,-1-2 1 16,1 1 4-16,4 1 8 0,-1-2 0 0,5 3 1 16,13-4-2-16,-13 2 1 0,15-2 2 0,0 0-3 15,-1 0-1-15,3 0-4 0,2 2 1 0,0-2-4 16,0 0-2-16,5-2 10 0,3 2-12 0,-8 0-1 15,5 3-3-15,-5-2 1 0,3 1 4 0,0-4-4 16,1 4 2-16,3-1-4 0,1-1-1 0,-1 0 0 16,0 0 2-16,0 0 1 0,27-1 1 0,-31 2-1 15,6-1-1-15,-4 0-1 0,27 2 2 0,-29 0-5 16,2-1 3-16,4 0 2 0,-2-2-4 0,27 2 1 16,-27-2 0-16,27 4 2 0,-29-3-1 0,1 1-3 15,25-1-2-15,1 1 2 0,-30 0 0 0,1 2 4 16,2-3-2-16,2 1 1 0,1 2 0 0,23-2-4 15,-30 2 1-15,3-2 10 0,4 0-7 0,-6 0 3 16,4 0-4-16,-6 0 5 0,-1 4 1 0,-2-4-4 16,-1 3-1-16,2 0 3 0,-4 0-4 0,3-3 0 15,-15 1-1-15,13 2 1 0,-14-2-3 0,-1-1 1 16,14 3-3-16,-19-4 2 0,0 2-2 0,1 0 0 16,-4-2 2-16,-3 0-1 0,-6 0-2 0,0 2 1 15,-4-4-2-15,-2 2 0 0,-2 0 0 0,-1 0 0 16,-1-2 3-16,-4 4 3 0,-7-2-5 0,13-2 4 15,-13 2-5-15,8 2 1 0,-8-2 2 0,9-2 0 16,-9 2-7-16,0 0-7 0,0 0-21 0,7-2-21 16,-7 2-37-16,0 0-40 0,0 0-56 0,0 0-47 15,0 0-184-15,-15-18-447 0,6 14 198 0</inkml:trace>
  <inkml:trace contextRef="#ctx0" brushRef="#br0" timeOffset="-148713.65">15575 13763 83 0,'0'0'144'0,"-2"-9"-4"0,2 9-4 15,-1-7-8-15,1 7 4 0,0 0-1 0,-2-10-7 16,2 10-3-16,0 0-5 0,0 0-5 0,-1-9-13 15,1 9-11-15,0 0-9 0,0 0-6 0,0 0-8 16,-4-6-5-16,4 6-10 0,0 0-5 0,0 0-10 16,0 0-10-16,0 0-14 0,0 0-9 0,0 0-7 15,0 0-6-15,0 0-9 0,-7-2-6 0,7 2-6 16,0 0 1-16,0 0-6 0,-13 2 2 0,13-2-16 16,0 0 4-16,-9 6-4 0,9-6-1 0,-4 6-2 15,4-6-2-15,-6 7-3 0,6-7-7 0,-9 6-5 16,2-2 4-16,-2 1 2 0,3-2 5 0,1 2 5 15,-2-3 3-15,7-2 9 0,-12 7 2 0,9-4 6 16,3-3 5-16,-7 3 8 0,7-3 4 0,-7 3 19 16,7-3-1-16,0 0 8 0,-4 5 16 0,4-5 8 15,0 0 10-15,0 0 5 0,0 0 9 0,0 0 1 16,-9 3 9-16,9-3 1 0,0 0 10 0,0 0-10 16,0 0 0-16,0 0-2 0,0 0-5 0,0 0-10 15,0 0 1-15,0 0-11 0,0 0-8 0,0 0 0 16,0 0-4-16,-5 3-9 0,5-3 5 0,0 0-8 15,2 11 8-15,-2-11-1 0,1 15 7 0,1-3 14 16,-2 4 0-16,2 3 2 0,-2 0 6 0,5 5 0 16,-4 3 0-16,1 0 3 0,1 2 4 0,-3 1 6 15,1-1-8-15,-2 2 0 0,0-4 1 0,3 3 1 16,-2-3-7-16,-1 0 0 0,0-2-6 0,-2 1-2 16,2-2 4-16,1-4-6 0,-1-3 0 0,-3 3-2 15,4-4-5-15,-1 2-2 0,-2-4-1 0,2 4-5 16,-2-4 1-16,3-1-2 0,0-3-2 0,0-2-2 15,-1 3-6-15,1-4 0 0,0-7 1 0,0 12 2 0,0-12-8 16,0 11 0-16,0-11 0 0,-2 9-1 16,2-9-1-16,-2 7 1 0,2-7-1 0,0 0 1 15,0 0-7-15,-1 9-9 0,1-9-13 0,0 0-20 16,0 0-29-16,-5 3-35 0,5-3-44 0,0 0-50 16,-14-3-50-16,14 3-154 0,-18-3-436 0,6-1 193 0</inkml:trace>
  <inkml:trace contextRef="#ctx0" brushRef="#br0" timeOffset="-147413.75">12157 13130 140 0,'0'0'179'16,"-21"-7"3"-16,21 7-9 0,0 0-9 0,-11-2-10 16,11 2-15-16,-10-1-8 0,10 1-5 0,-10 0-9 15,10 0-1-15,0 0-1 0,-11 1-2 0,11-1 0 16,0 0-7-16,0 0-5 0,-10 1-4 0,10-1-10 15,0 0-8-15,0 0-6 0,0 0-1 0,0 0-8 16,0 0-2-16,0 0 0 0,0 0-6 0,-9-2-7 16,9 2 9-16,0 0-13 0,0 0-7 0,0 0-2 15,0 0-2-15,0 0-5 0,0 0 2 0,28-11-6 16,-15 9-2-16,1-1-2 0,6 0-3 0,-3 0-2 16,0-1 1-16,-2 1-4 0,1-1-2 0,-5 1 0 0,2 1-1 15,-3-1-12-15,0 1-7 0,-3 1-13 16,2 0-19-16,-9 1-22 0,11-3-25 0,-11 3-22 0,11-1-23 15,-11 1-22-15,8 0-19 0,-8 0-14 16,0 0-11-16,0 0-155 0,13 0-383 0,-13 0 169 0</inkml:trace>
  <inkml:trace contextRef="#ctx0" brushRef="#br0" timeOffset="-147080.65">12079 13130 50 0,'0'0'143'0,"0"0"-11"0,0 0-10 0,0 0-6 15,0 0-17-15,-6 2-4 0,6-2 3 0,0 0 4 16,-2 13 7-16,2-3 3 0,-3 1 3 0,0-2-6 16,2 7-11-16,-1-2-9 0,0-1-2 0,-2 2 7 15,2 2 5-15,-2-1-9 0,2 0-5 0,0 0-10 16,-3 1 7-16,4 0-8 0,-2-1-7 0,-1 1-5 15,4 0-9-15,-2-5-3 0,0-1-4 0,0 1-2 16,0 1-3-16,0-2-5 0,2 2-5 0,-2-3-3 16,0 2-6-16,2-2 2 0,-2 1-3 0,0-1-1 15,1-1-2-15,0 1-4 0,0-3-14 0,-1 0-20 16,2-7-27-16,-4 13-27 0,2-6-26 0,2-7-22 16,-4 9-29-16,3-3-12 0,1-6-29 0,-5 7-139 15,5-7-358-15,-8 1 158 0</inkml:trace>
  <inkml:trace contextRef="#ctx0" brushRef="#br0" timeOffset="-145980.35">11994 13422 127 0,'0'0'124'0,"0"0"-2"0,8-2-3 16,-8 2-3-16,0 0-2 0,17 1 0 0,-5-2-3 15,-1-1-6-15,1 2-6 0,7-1-3 0,-3-2-8 16,1 0 1-16,2 1-1 0,-2-2-4 0,2 0-7 16,1 1 3-16,-3 0-15 0,2-2-4 0,-3 1-8 15,1 0-3-15,1 1 2 0,-6-1 0 0,-1-2-4 16,0 2 4-16,-1-1-1 0,0 0 1 0,-4 1-1 16,3-1-4-16,-1-1-3 0,-3 0-3 0,-1 1-2 15,2 1 6-15,-2 0 14 0,0-3 0 0,-2 0 0 16,-2 7-4-16,4-12 0 0,-4 6-7 0,0 6 2 15,0-10-6-15,0 10 6 0,0-10-7 0,0 10 2 16,-2-9-9-16,2 9 1 0,-5-7-4 0,5 7-2 16,-7-6-3-16,7 6 3 0,-7-4-5 0,7 4-8 15,-10 2-2-15,10-2 4 0,-16 7-7 0,7-2 5 16,0 2-8-16,-2 0 2 0,4 3-2 0,0-1 1 16,-2 5-1-16,2-1-2 0,1-1-3 0,3-1 0 15,1 4-1-15,0-3 4 0,4 0-6 0,-2 1 3 16,4-1 0-16,1-1 3 0,1 0-5 0,4 0-2 15,-1 1 5-15,0-5-3 0,4 0 1 0,1 2-11 16,4-4-1-16,-3 0-4 0,3-2 0 0,1-1-2 16,-2-3 1-16,4 1 3 0,-4-6-6 0,4 1 2 15,-5-2-1-15,2 1 3 0,2-2-1 0,-3-2 0 16,-1 0 2-16,-2 1-2 0,-2-3 2 0,-2 0 6 16,-3 3 0-16,0-1 0 0,0-3-4 0,-5 3 5 15,0-1 0-15,1 2 5 0,-1-1 4 0,-3 0 7 16,0 0-2-16,0 4 2 0,1 6 1 0,-2-13 4 15,2 13-1-15,-4-9-1 0,4 9-5 0,-10-6-1 16,10 6-2-16,-11-2-2 0,11 2 0 0,-16 6 1 0,5 0 4 16,-2 4-2-16,-1 0 0 0,1 3 3 15,-1 0-4-15,5 3-2 0,1-1-2 0,-1-1 0 16,3-4 0-16,2 2 0 0,2 1-1 0,0-2 1 16,2 1 1-16,0-2-5 0,4 1-14 0,-1-2-9 15,4-1-19-15,4-1-21 0,-2-1-16 0,3 0-21 0,0-4-20 16,7-1-20-16,0 0-20 0,4-2-4 15,-4 0-5-15,2-2-12 0,7-2 7 0,-8 0 1 16,0-2 12-16,0 0 8 0,-1-1 11 0,-2 1 18 16,3 0 10-16,-7-1 13 0,-1 0 18 0,-1 1 10 15,-4-1 19-15,3-1 14 0,-4 0 18 0,-2 0 28 0,0 2 30 16,-1-3 32-16,-1 4 20 0,-2 0 17 16,0 6 11-16,2-11 9 0,-2 11 1 0,-7-12-2 15,3 9 1-15,4 3 3 0,-10-7-1 0,0 4-4 16,3 0-3-16,-2 2-2 0,1-1-9 0,-4 1 1 0,1 2-3 15,1 3-11-15,-3 1-1 0,2-2-6 16,-3 2-8-16,1 6-7 0,1-3-12 0,2 1-5 16,1-1-5-16,3 3-5 0,-2-4-7 0,2 2 0 15,1 0-6-15,0-2-1 0,2 3 0 0,2-3 0 16,1-1-10-16,0-6 2 0,0 10-4 0,0-10-7 0,4 10-11 16,-1-7 0-16,3-1-3 0,-6-2 4 0,14 3-5 15,-5-2 1-15,2-1 0 0,1-1-4 16,-3-2-3-16,2-1 5 0,2-1-3 0,-4-2 1 15,2 0 1-15,-1-2 1 0,1-4 1 0,-1 0-1 16,0-3 0-16,-3-1 1 0,-1-1 3 0,-1-1-2 0,4-5-1 16,-5-1 0-16,-1 6-6 0,1-5 0 0,0-1-2 15,1-2 2-15,-5 8 3 0,2-8 0 0,0 3-2 16,-2 5 10-16,0 3 9 0,-2 0 6 0,2 5 9 16,0 2 3-16,0 2-2 0,0 7-4 0,0-14-2 15,0 8-10-15,0 6-4 0,0 0-2 0,0 0-4 16,0 0 3-16,0 0-4 0,0 0 6 0,0 0-2 15,-4 35-3-15,3-16 4 0,-3 8-6 0,0-1 1 16,2-1 4-16,-1 0-2 0,1-6-7 16,0 2-21-16,2 3-14 0,-3-5-29 0,1 5-23 0,2-4-26 15,0-2-38-15,2 1-31 0,1-4-31 0,-3 2-35 16,2-2-181-16,-1-3-467 0,1-2 207 0</inkml:trace>
  <inkml:trace contextRef="#ctx0" brushRef="#br0" timeOffset="-145514.68">13061 13071 220 0,'-2'-5'241'16,"2"5"-18"-16,-2-9-18 0,2 9-26 0,0-9-20 15,0 9-19-15,0 0-10 0,0 0-11 0,0 0-3 16,-2 34-10-16,-1-15-10 0,1 1-6 0,0 4-9 15,0 3-5-15,-3-4-9 0,2 3-8 0,-3-7-3 16,4-1-6-16,-2 1 3 0,3-2-14 0,-1 0-2 16,0-4-3-16,2-1 0 0,0-2-3 0,-4-1 5 15,4-2 3-15,-2 0-1 0,2-7 4 0,-1 10 0 16,1-10-6-16,-3 8-1 0,3-8 2 0,0 0 5 16,0 7 10-16,0-7 5 0,0 0 0 15,0 0-10-15,0 0-11 0,0 0-7 0,0 0 1 0,0 0-10 16,3-26-13-16,0 18-8 0,1-2 0 0,1 1-6 15,3-1-3-15,-3 3 3 0,4 0-3 0,0 1 0 16,-3 0 2-16,3 4-2 0,-3 0 0 0,-6 2-2 16,13 0 3-16,-13 0 0 0,16 4-1 0,-6 2-1 15,-5 2 5-15,3-1 0 0,-2 3 1 0,-2 0 0 16,-2-1 9-16,1 2 0 0,1-1 2 0,-4 0 5 16,-2 2 2-16,-3-1-1 0,3 0-1 0,-8 2 0 15,4-2 0-15,-1-1-1 0,-7 0-4 0,4-1-1 16,1-1 1-16,0 0-5 0,-1-3-8 0,4 2-2 15,-1-3-18-15,1-1-16 0,-2 1-16 0,2-2-23 16,6-2-25-16,-11 3-32 0,11-3-61 0,-10-1-44 16,10 1-151-16,-8-7-429 0,8-1 190 0</inkml:trace>
  <inkml:trace contextRef="#ctx0" brushRef="#br0" timeOffset="-145147.31">13344 13231 2 0,'2'-5'222'0,"-2"5"-7"16,0 0-2-16,0 0-1 0,0 0-12 0,-21-2-4 16,21 2-6-16,-19 9-14 0,10-3-12 0,0 0-12 15,-2 2-16-15,0 1-16 0,-1 1-10 0,1 1-14 16,5-1-8-16,-1-2-9 0,2 0-9 0,0 1-8 16,1 0-3-16,2-2-9 0,-2 0-6 0,4-7-9 15,0 13-4-15,0-13-7 0,6 11-3 0,-1-8-4 16,-3 2-3-16,-2-5-3 0,11 3-4 0,-4-2 1 15,-7-1-1-15,13-6-3 0,-5 3 0 0,0-3 0 16,-3 3 2-16,3-5-2 0,-5 3 1 0,4-2 0 16,-1-2-1-16,-3 1-2 0,1-1 2 0,0 1-3 15,-2-1 5-15,1 2 1 0,-1 1 0 0,0 0 2 16,-2 6 7-16,5-11 2 0,-4 7 0 0,-1 4-6 16,0 0 2-16,4-9-8 0,-4 9-5 0,0 0 1 15,0 0-1-15,0 0 2 0,0 0-2 0,0 0 1 16,0 0-3-16,0 0 3 0,8 18-8 0,-5-10-17 15,-3-2-18-15,2-1-24 0,0 3-38 0,2-1-32 16,2 1-39-16,-2-2-22 0,3-1-31 0,-1 0-145 16,3-3-402-16,3-1 178 0</inkml:trace>
  <inkml:trace contextRef="#ctx0" brushRef="#br0" timeOffset="-144697.96">13559 13192 196 0,'0'0'230'0,"-6"-5"-14"0,6 5-14 0,-7-1-11 16,7 1-13-16,0 0-11 0,-16 8-10 0,8-2-14 15,3 3-11-15,-3 0-11 0,-2 3-15 0,1-2-11 16,1 3-11-16,3 0-6 0,0-3-9 0,3 1-7 16,0 0-2-16,2 2-5 0,4-3-14 0,-1-1-9 15,1 1-5-15,3-2-7 0,1-1-3 0,1 0-5 16,3-3-13-16,-1-1-13 0,-1-1-15 0,3-1-9 15,-2-2 0-15,1-1-13 0,0 0-6 0,-1-2 3 16,3-1-7-16,-3-2 12 0,-4 0-4 0,3-1 8 16,0-2 4-16,-3 1 6 0,3-4 2 0,-4-2 5 0,1 1 6 15,-1-3 1-15,-2 6 7 0,2-6 5 0,-2-1 7 16,1 0 8-16,-3 2 8 0,0-1 4 16,2 1 17-16,-2 1 13 0,0 2 4 0,-1 0 4 15,-2 3 11-15,2-2 15 0,-1 6 12 0,0 6 2 16,2-14-1-16,-2 7-12 0,0 7-9 0,2-9-10 0,-2 9-10 15,0 0-3-15,0 0 8 0,0 0 11 0,0 0 9 16,-4 33-2-16,4-17-5 0,-1 0-5 16,-1 3 2-16,0 0 2 0,0 7-6 0,-2-3-8 15,2-4-2-15,-1 7-8 0,1-6-10 0,0-1 5 0,-3 0-5 16,2-1-2-16,1-1-17 0,0 0-31 0,-2-1-36 16,4-3-33-16,0-3-44 0,-2 2-60 0,2-2-57 15,2-3-41-15,-2-7-210 0,0 12-534 16,0-12 237-16</inkml:trace>
  <inkml:trace contextRef="#ctx0" brushRef="#br0" timeOffset="-144429.53">13926 13100 106 0,'0'0'244'0,"-2"-8"-19"0,2 8-17 0,0 0-14 15,-9-7-15-15,9 7-9 0,-12 1-16 0,12-1-15 16,-20 6-12-16,8 0-9 0,-2 0-13 0,-3 4-11 15,2-2-9-15,-3 2-10 0,7 1-6 0,0-4-10 16,-3 5-4-16,5-5-6 0,0 0-5 16,2-2-7-16,1 0-4 0,1-1-1 0,1 0-5 0,4-4-8 15,-7 6-8-15,7-6-6 0,-5 5 1 0,5-5-1 16,0 0-2-16,0 0 2 0,10 13-5 0,-6-9 1 16,2 1 2-16,3-1 0 0,1 2 0 0,-1 0 2 15,4 1-5-15,3 1-5 0,-1 0-22 0,1-1-38 16,3-1-32-16,-2 1-41 0,3-3-35 0,0 0-36 15,0 0-122-15,-1-1-358 0,1-1 158 0</inkml:trace>
  <inkml:trace contextRef="#ctx0" brushRef="#br0" timeOffset="-144311.08">14135 13305 121 0,'0'0'163'0,"0"0"-17"0,-2 10-8 0,2-10-20 15,0 0-10-15,-4 9-13 0,4-9-9 0,-7 6-26 16,2-3-44-16,5-3-50 0,-7 6-136 0,3-4-184 15,4-2 82-15</inkml:trace>
  <inkml:trace contextRef="#ctx0" brushRef="#br0" timeOffset="-143612.66">14167 13175 83 0,'0'0'181'0,"3"-7"-6"0,-3 7-18 16,0 0-14-16,0 0-9 0,0 0-1 0,0 0 4 16,0 0 1-16,0 0-9 0,1 24-8 0,-1-13 2 15,0-2-6-15,0 3-8 0,0 0-7 0,0 2 13 16,0-2-11-16,0 5-2 0,0-1-9 0,-3 0-11 15,2-2-4-15,-2 0-8 0,1-3-7 0,0 1-6 16,2 2-7-16,0-4 0 0,-2 2-8 0,1-1-10 16,0-2-24-16,-1 1-29 0,-2-1-29 0,2-2-42 15,0 0-26-15,2-7-36 0,-7 11-44 0,5-7-185 16,2-4-414-16,-8 7 183 0</inkml:trace>
  <inkml:trace contextRef="#ctx0" brushRef="#br0" timeOffset="-143429.68">14156 13247 109 0,'1'-8'194'0,"-1"8"-8"0,0 0-7 0,1-8-11 16,-1 8-13-16,6-4-12 0,-6 4-18 0,11-4-8 16,-2 2-15-16,3 0-8 0,8 2-12 0,0-2-7 15,9-1-17-15,0 3-21 0,-1-2-21 0,0 2-29 16,-5 2-38-16,-5-2-30 0,6 0-36 0,-5 2-21 15,1-2-102-15,-7 0-260 0,0 0 115 0</inkml:trace>
  <inkml:trace contextRef="#ctx0" brushRef="#br0" timeOffset="-143197.34">14566 13092 52 0,'0'0'214'0,"-4"-11"9"16,1 6 6-16,3 5-1 0,-1-9-14 0,1 9-12 15,0 0-17-15,0 0-19 0,-2-8-17 0,2 8-20 16,0 0-14-16,0 0-5 0,0 0-1 0,0 0 0 16,0 0-9-16,-6 32-11 0,4-19-8 0,2 3-8 15,-1 1-4-15,0 2-9 0,-1 0-4 0,1 0-8 16,0 1-6-16,-2-1-3 0,1 0-2 0,0 1-15 16,1-2-19-16,0-1-33 0,-1 1-36 0,1-2-50 15,-3 0-41-15,7-5-45 0,-2 2-45 0,-2 0-143 16,1-4-421-16,-3-1 186 0</inkml:trace>
  <inkml:trace contextRef="#ctx0" brushRef="#br0" timeOffset="-142930.75">14724 13105 36 0,'0'-5'284'16,"0"5"-7"-16,2-11-13 0,-2 11-10 0,2-7-21 15,-2 7-21-15,2-7-24 0,-2 7-17 0,0 0 2 16,0 0-3-16,0 0-4 0,-6 28-6 0,3-11-5 16,1 2-21-16,-5 8-8 0,0-1-12 0,1 1-10 15,1 3-11-15,-3-2-9 0,1 0-7 0,0-2-8 16,0 3-7-16,1-3-4 0,-2 1-11 0,2-3-5 16,-1 1-14-16,3-6-20 0,-3 7-37 0,2-9-31 15,-1 0-39-15,2 2-46 0,-1 0-46 0,2-5-45 16,1 1-53-16,-2-1-168 0,3-4-495 0,-1-1 219 0</inkml:trace>
  <inkml:trace contextRef="#ctx0" brushRef="#br0" timeOffset="-142479.78">14836 13421 160 0,'2'-8'234'0,"-2"8"-3"0,0 0-14 15,0-8-13-15,0 8-17 0,0 0-16 0,0 0-20 16,0 0-16-16,5-4-17 0,-5 4-4 0,0 0-17 16,0 0-14-16,0 0-5 0,0 0-3 0,0 0-13 15,4 21-3-15,-2-16-6 0,1 0-5 0,-3-5-7 16,4 11-5-16,-3-7-3 0,-1-4-7 0,4 8-1 16,1-5-3-16,-5-3-3 0,6 6-4 0,-6-6-1 15,7 2-2-15,-7-2-1 0,8 2-4 0,-8-2 4 0,12-5-7 16,-6 1 1-16,3-1 1 0,-3-2-1 15,2 0 0-15,1-1-1 0,-3-2-2 0,0 3 2 16,1-4-1-16,-1 3-4 0,0 1 3 0,-2 0-2 16,0 2 8-16,-1 0-2 0,-3 5-4 0,7-7-1 15,-7 7-3-15,4-5-3 0,-4 5 1 0,0 0 1 0,0 0-2 16,0 0 3-16,0 0 2 0,12 9-2 16,-8-3 0-16,-4-6 1 0,6 9 0 0,-2-4 1 15,2 0-3-15,-2-1 4 0,1-1 2 0,0 1-1 16,-5-4 6-16,13 6-3 0,-6-6 1 0,4 0 4 0,-1 0 2 15,-10 0 4-15,14-2 9 0,-7-2 3 16,-1-3 0-16,2 1 9 0,-1 0 7 0,-2-1-2 0,2-1-4 16,-2-1-4-16,0-2 0 0,-4 1-9 15,-1-1-5-15,0 0-12 0,1-1-27 0,-2 3-27 16,-1-2-38-16,-4 3-32 0,4-2-46 0,-2 1-67 16,0 3-196-16,-1 1-459 0,5 5 204 0</inkml:trace>
  <inkml:trace contextRef="#ctx0" brushRef="#br0" timeOffset="-139798.08">13126 13872 45 0,'0'-9'267'0,"0"9"-8"0,-2-8-3 0,2 8-16 15,-2-8-4-15,2 8-6 0,-5-10-1 0,5 10-8 16,0 0-14-16,-2-7-15 0,2 7-13 0,0 0-20 16,-2-7-24-16,2 7-17 0,0 0-7 0,0 0-15 0,0 0-11 15,0 0-14-15,0 0-6 0,0 0-8 0,0 0-3 16,-4 26-6-16,2-9-4 0,-2 8-2 15,0 2-5-15,-2 3-3 0,1-1-2 0,1-1-6 16,-2 4 4-16,0-1-12 0,2-4-24 0,-3 1 0 16,3-1 4-16,-1-1-4 0,1-1-1 0,0-8 8 0,1 4-3 15,0-5 3-15,-1 1-3 0,2 0-1 0,0-5 0 16,2-1 0-16,-3 0-1 0,1 0 8 16,2 0-2-16,0 0-11 0,0-4-16 0,0 0-18 15,0-7-19-15,-2 12-25 0,2-12-21 0,-2 10-24 16,2-10-23-16,0 7-20 0,0-7-11 0,0 0-9 0,-2 8-7 15,2-8-16-15,0 0-147 0,0 0-396 16,0 0 175-16</inkml:trace>
  <inkml:trace contextRef="#ctx0" brushRef="#br0" timeOffset="-139314.95">13113 13917 156 0,'0'-13'199'0,"0"13"-11"16,0-13-2-16,2 8-12 0,-2 5-7 0,3-15-12 15,1 9-10-15,0-4-12 0,1 4-7 0,4 0-11 0,2-1-4 16,-2 1-12-16,3 2-8 0,-2 0-12 0,-1 1-4 16,5 3-10-16,-5-1-5 0,2 2-8 15,-2 2-4-15,4 0-8 0,-4-1-4 0,-1 1 1 16,-2-2-9-16,-1 4-3 0,-1 0 0 0,0 1-2 15,-2 0-1-15,1 1 1 0,-3 2-3 0,0 1 2 0,0-1 0 16,-5-1-3-16,1 1 2 0,0 0-4 16,-3 1-3-16,0-3 1 0,-2 2-4 0,2-2-3 15,3-2-8-15,0 0-6 0,-1-2-4 0,5-3-2 16,-9 7 2-16,9-7-1 0,-5 4 1 0,5-4-18 16,-4 5-6-16,4-5-8 0,0 0-7 0,0 0 2 0,0 0 14 15,0 0-4-15,0 0 3 0,9 13 5 0,-4-11 8 16,1 2-3-16,-1-1 8 0,-1 1-4 15,3-1 1-15,-1 3 4 0,2-2-2 0,-6-1 0 16,4 3 6-16,-1-3-3 0,-5-3 5 0,4 9-1 16,-2-4 11-16,-2-5 7 0,3 9 8 0,-3-9-6 0,2 8 13 15,-2-8-1-15,-5 10 0 0,5-10 1 0,-6 11 4 16,1-7-8-16,-1 0-1 0,1 2 1 0,-4-1-11 16,0-1-15-16,0 1-13 0,-2 0-31 15,2-1-49-15,0 0-51 0,-3-2-64 0,1 2-109 16,1-2-350-16,-2 0 156 0</inkml:trace>
  <inkml:trace contextRef="#ctx0" brushRef="#br0" timeOffset="-138037.78">15522 13741 48 0,'0'0'119'0,"0"0"4"16,-7-2 5-16,7 2-12 0,0 0 0 0,0 0-7 0,0 0-6 15,-10-2 0-15,10 2-1 0,0 0-1 16,0 0-1-16,0 0-3 0,-7-3-2 0,7 3-10 16,0 0-1-16,0 0-11 0,0 0-2 0,0 0-1 0,0 0-5 15,0 0 3-15,-8-2-2 0,8 2-4 0,0 0-1 16,0 0-1-16,0 0-7 0,0 0-6 0,0 0 0 16,0 0-5-16,0 0-3 0,0 0-1 15,0 0-4-15,0 0-4 0,0 0 0 0,0 0 3 0,0 0-4 16,0 0 3-16,27 4-1 0,-16-4-2 0,8-2 5 15,-1 2-2-15,3 0-2 0,-1 0-1 0,10 0 0 16,-4-3 0-16,-5 2 0 0,7-3-2 16,-1 3 6-16,-4-2-5 0,4-1 1 0,2 4-8 15,3-4-1-15,-1 1 2 0,1-1-3 0,0 1 0 0,1-2 1 16,0 4-2-16,-1-5-3 0,4 4 6 0,-4-2-4 16,-2-2 3-16,4 5-3 0,-1-2-1 0,-1-1-1 15,0 0-2-15,-1 4 20 0,0-2-2 0,1-1-4 16,-1 2 4-16,-2-2-5 0,1 4-2 0,-3-2 1 15,2-3-3-15,-9 4-4 0,1 0 3 0,1-2-3 16,-1 2 0-16,7-3-1 0,-8 3-4 0,7-1 1 16,-6 1-2-16,0-1 0 0,-1 1 0 0,1-1 1 15,-1 0 6-15,-3-1-3 0,3 2-7 0,-1-1-2 16,0 1 3-16,-1 0 1 0,-1-2-4 0,2 1 4 16,-2 0-4-16,-3 1 3 0,-1-2-2 0,4 2 4 15,0 0 6-15,-3-1-3 0,3-1-7 0,2 0 4 16,-1 2-3-16,0-2 2 0,1 1 0 0,-1 1 13 15,1-2-9-15,-1 0-9 0,1 2 5 0,-6-1 0 16,5-1-1-16,-1-1 0 0,-4 2 2 0,6-2-2 16,-1 1-1-16,-4 1 5 0,4 0-5 0,0 1-1 15,0-3 2-15,0 2-6 0,0-1 12 0,-5 1-6 16,4-1 1-16,-4 0-9 0,1 0 7 0,0 2-1 16,2 0-5-16,-3-2 2 0,-2 0 2 0,4 1-2 15,-3-1 0-15,3 1-1 0,-3 1 1 0,-1-1 0 16,2 0-5-16,0-1 4 0,1 1 2 0,-4 1 0 15,3-2 4-15,-3 1-6 0,3 0 9 0,0-1-15 16,-1 2 4-16,-1 0 2 0,0-2-3 0,-1 0 2 16,1 0-3-16,-1 1 2 0,-2 1 8 0,-8 0-6 15,16 0 4-15,-16 0-3 0,9-1 6 0,-9 1-10 16,8-2-1-16,-8 2 2 0,0 0 3 0,9-1 4 16,-9 1-6-16,0 0-1 0,7-2 2 0,-7 2-5 15,0 0 1-15,9 0 5 0,-9 0-5 0,0 0 1 16,0 0-6-16,14 0-4 0,-14 0-27 0,10 2-24 15,-10-2-33-15,10 0-38 0,-10 0-47 0,6 1-69 16,-6-1-58-16,0 0-238 0,0 0-587 0,0 0 259 0</inkml:trace>
  <inkml:trace contextRef="#ctx0" brushRef="#br0" timeOffset="-132114.48">17781 10219 27 0,'0'0'105'0,"0"0"-9"15,0 0 4-15,0 0 1 0,0 0 8 0,-10-10-4 16,10 10-3-16,0 0 3 0,-5-6 2 0,5 6 0 16,0 0-3-16,0 0-2 0,0 0-1 0,-4-6-8 15,4 6-1-15,0 0-5 0,0 0-3 0,0 0-4 16,0 0-7-16,0 0-6 0,-5-5-7 0,5 5-4 16,0 0-6-16,0 0-6 0,0 0-3 0,0 0-6 15,0 0 0-15,0 0-8 0,0 0 1 0,0 0-5 16,0 0-1-16,0 0-5 0,0 0 2 0,0 0-5 15,0 0 0-15,-5-6-2 0,5 6-1 0,0 0 0 16,0 0-4-16,0 0 3 0,0 0-4 0,0 0-2 16,0 0 2-16,0 0 0 0,0 0-1 0,0 0 0 15,0 0 1-15,0 0 0 0,0 0-2 0,0 0 4 16,0 0-2-16,0 0 2 0,0 0-2 0,0 0-1 16,0 0 4-16,0 0 3 0,0 0 0 0,0 0 3 15,0 0 5-15,0 0 1 0,0 0-2 0,0 0-1 16,0 0 3-16,0 0 0 0,0 0 0 0,0 0-4 15,0 0 0-15,0 0-3 0,0 0-3 0,0 0-1 16,0 0-3-16,0 0 1 0,0 0-7 0,0 0 2 0,0 0-2 16,0 0-3-16,0 0-1 0,0 0 1 0,0 0-1 15,0 0 0-15,0 0-2 0,0 0 2 0,0 0 3 16,0 0-6-16,5 30-5 0,-5-20 4 0,0 3 2 16,-1-1 0-16,2 1 0 0,-1-1 0 0,-1 3 2 15,2 3-1-15,-2-1 1 0,1-1 3 0,-3 0-2 16,3 1 2-16,0 2-2 0,-2-3 3 0,1 1-1 15,-2 0 1-15,0 0-1 0,2 0-1 0,0-1 2 16,-1-5 1-16,1 7-2 0,0-2 1 0,0 2 2 16,2 0 2-16,0-2-2 0,0 3-1 0,-1-3-1 15,0 0 0-15,-1 0 2 0,1 1 0 0,-2-1 3 16,2-4-3-16,0 7 1 0,0-1 3 0,0 0-4 16,2-1 1-16,-2-2 0 0,0 2 0 0,3-1 0 15,-2 0-3-15,-1-1 4 0,1-1-1 0,2 1 1 16,-2 2-4-16,2-2 0 0,-2 1 3 0,3-4-7 15,-2 0 5-15,2 4-2 0,-3-4 1 0,-1 1 2 16,2 2 1-16,-1-1-4 0,3 0 2 0,0 5-2 16,-3-8 6-16,2 5-7 0,-3-1 10 0,1 1-4 15,0-3 4-15,2 4-1 0,-2-5 1 0,3 3-2 0,-3 1 0 16,1-2 5-16,0-3-7 0,-2 5 0 16,0 0 5-16,1 0 0 0,-2-3 1 0,3 4-3 15,-4-2 2-15,2-3-3 0,0-1 2 0,0 2-4 0,0 2 1 16,-2 2-3-16,0-1 9 0,1-4-9 0,2 3-1 15,-2-1-1-15,2-3 1 0,1 5 1 16,-2 1-1-16,0 1-2 0,0-2 5 0,2 0-5 16,-2-3 1-16,1 3 0 0,0-4-2 0,1 3 1 0,-1 3 1 15,-2-4-2-15,2 2 2 0,-1 1-2 0,3 1 3 16,-2-1-2-16,0 0 1 0,0 0 4 0,-1-1-4 16,0-1-2-16,2 3 2 0,0-1-4 0,-2-2 4 15,2 3 0-15,-1-1 2 0,0-1-5 0,0 1 2 16,1 0 2-16,-2-2-5 0,-2-1 1 0,4 3 4 15,-2 0-4-15,-2-1 3 0,2-4-3 0,0-2 2 16,2 2 1-16,-2 1-3 0,2-3 3 0,-4 2-3 16,0-1 2-16,2 1 0 0,-1 0-1 0,1-1 7 15,0 0-6-15,-1 0 0 0,0-1-1 0,1 1 2 16,0-1 5-16,0 0-4 0,0-1-4 0,0 1-1 16,0-3-4-16,0 5 8 0,-2-2-1 0,2 1 5 15,-1-1 2-15,1 1 3 0,1-2-6 0,-2 0 3 16,0 3 0-16,-1-3 1 0,1 2 0 0,0 1 5 15,0-1-5-15,1 1 0 0,-2 0 4 0,1-2-1 0,1 3-6 16,-3-3 5-16,1 1-6 0,2 0 3 16,-2-1 0-16,0 0-3 0,2 2 3 0,-1-2 0 15,-1 1-4-15,2 1 1 0,-3-2 2 0,3 4-3 0,-3-2 0 16,3-2 3-16,0 4-4 0,-2 1 1 0,-1-4-1 16,3 0 2-16,0 5-1 0,-1-4-1 0,-2 3-1 15,3-2 1-15,-2 3-2 0,-1-4 2 0,2 1-1 16,-1 0 2-16,1-2-6 0,0 1 6 0,-3 4-2 15,0-4 2-15,1 1-3 0,0-2 4 0,3 2-3 16,-1-1 0-16,-3 3-4 0,2-4 5 0,2 2-1 16,-3 3-5-16,1-3 6 0,0 2-1 0,0-4 2 15,2 2-5-15,-1 0 5 0,0 3 3 0,1-4-5 16,-3-2 4-16,0 7-3 0,1-5-1 0,1 5 1 16,0-1-1-16,0 0 0 0,2-4-1 0,-1 4 0 15,0-4-1-15,0 3 1 0,0 2 2 0,1-5 6 16,0 2-9-16,1-2-3 0,-2 4 4 0,5 0 1 15,-4-3 0-15,-1 0-2 0,1-3 0 0,0 4 2 16,-1 0-1-16,2-2 0 0,-4-1 2 0,4 4-2 16,-1-5 0-16,-1 4-2 0,1-2 0 0,3 0 2 15,-4-1 1-15,1 1 0 0,-1-1 2 0,0-1-4 16,0 1 1-16,2-1-1 0,-1 1 0 0,-4 1 2 16,2-2 3-16,2 0-4 0,-1 0 0 0,-1 0 0 0,2 2 0 15,-2-3 0-15,1-1-2 0,0 3 0 0,-2-3 2 16,2 2 0-16,0-1-1 0,0-9 1 15,-2 15 0-15,2-7 2 0,0 1-2 0,0-9-2 16,-1 13 4-16,1-13-5 0,0 11 1 0,-1-6 0 0,1-5 4 16,0 9-4-16,0-9 1 0,-2 9 3 0,2-9-3 15,-2 9 5-15,2-9-2 0,1 9-3 0,-1-9 4 16,0 8-3-16,0-8 0 0,0 0 0 0,1 8-1 16,-1-8 4-16,0 0-2 0,0 0 2 0,0 0 0 15,0 0-5-15,-2 9 4 0,2-9-2 0,0 0-1 16,0 0 1-16,0 0-2 0,0 0 1 0,0 0 5 15,2 6-4-15,-2-6 4 0,0 0-2 0,0 0-1 16,0 0 7-16,0 0-10 0,0 0 0 0,0 0 3 16,0 0-2-16,0 0 0 0,0 0 1 0,0 0 0 15,0 0-1-15,0 0 0 0,0 8 0 0,0-8-1 16,0 0 3-16,0 0-2 0,-3 7 0 0,3-7 1 16,0 0-1-16,0 0 0 0,0 9 3 0,0-9-2 15,0 0-2-15,-3 8 3 0,3-8-3 0,-2 8 1 16,2-8 2-16,0 0 1 0,0 0-2 0,0 9 3 15,0-9-6-15,0 0 3 0,0 0 2 0,0 0 0 16,-4 5 0-16,4-5 1 0,0 0-3 0,0 0 3 16,0 0-8-16,0 0-8 0,0 0-13 0,0 0-22 15,0 0-34-15,0 0-54 0,-5 5-50 0,5-5-47 16,0 0-200-16,-17-17-470 0,7 10 208 0</inkml:trace>
  <inkml:trace contextRef="#ctx0" brushRef="#br0" timeOffset="-129197.1">3986 9016 130 0,'0'0'217'0,"-7"-6"-21"0,7 6-12 0,0 0-5 16,0 0-13-16,0 0-13 0,-4-5-17 16,4 5-15-16,0 0-11 0,0 0-16 0,0 0-6 15,0 0-10-15,0 0 1 0,0 0-7 0,14 24-5 0,-9-14-5 16,1 1-4-16,0 3-4 0,3 1-6 0,1-1-7 15,0 3-2-15,1-3-6 0,0 1 4 0,1 0 3 16,-2-1-3-16,-1 2-5 0,0-1-1 0,0-1-4 16,1-2 1-16,1 2-5 0,-3-4-3 0,0-1-2 15,-1 0-11-15,1-2-18 0,0 2-14 0,-2 0-29 16,-1-4-32-16,2 3-32 0,-2-3-42 0,-1 1-30 16,0 0-154-16,-4-6-372 0,2 7 165 15</inkml:trace>
  <inkml:trace contextRef="#ctx0" brushRef="#br0" timeOffset="-128997.7">4213 9010 8 0,'-4'-7'208'0,"4"7"-20"0,0 0-9 15,-4-6-14-15,4 6-3 0,0 0 2 0,-14 12-2 16,8-3-16-16,-4 6-8 0,-4 9-11 0,-3-2-14 15,0 4-13-15,0-2-4 0,-1 5-12 0,2-2-8 16,1 3-3-16,0-1-11 0,-1 1-6 0,-1-1-10 16,1-1-17-16,0 0-25 0,3-1-31 0,-1-4-40 15,3 0-38-15,4-5-35 0,-1-1-37 0,-1 0-135 16,4-2-338-16,1-5 150 0</inkml:trace>
  <inkml:trace contextRef="#ctx0" brushRef="#br0" timeOffset="-128581.04">4511 9163 143 0,'0'0'282'0,"2"-13"-11"0,-2 13-26 16,-5-11-6-16,5 11-3 0,-3-7-15 0,3 7-10 15,-7-4-20-15,7 4-21 0,-9-2-16 0,9 2-13 16,-14 3-16-16,4 3-13 0,0 2-9 0,-3 4-15 16,4-3-7-16,-3 2-11 0,4 0-10 0,-1 2-1 15,1-1-6-15,3 0-9 0,0 0-4 0,2-1-3 16,3 1-3-16,-1-1-5 0,3 0-5 0,2 1 0 16,2 2-6-16,1-3-11 0,-3 0-11 0,4-1-5 15,0 3 1-15,1-5-2 0,2 2 3 0,0-2-11 0,-2 2 0 16,0-4-2-16,-1 4-1 0,0-3 1 0,2-2-1 15,-4 3 5-15,-1-3 3 0,1-1-3 16,-3 1 5-16,1-1 0 0,-4-4 5 0,4 6 0 16,-4-6 3-16,-2 9 3 0,2-9 3 0,-9 9-3 15,1-2-1-15,-3-2-1 0,-3 0-2 0,3-1-4 0,-6 1-11 16,-1 1-19-16,5-3-20 0,-7 1-34 16,0 1-45-16,2-1-53 0,-3 1-64 0,-7 2-159 15,6-3-446-15,-7 3 197 0</inkml:trace>
  <inkml:trace contextRef="#ctx0" brushRef="#br0" timeOffset="-127943.74">3542 10886 242 0,'0'0'267'0,"0"0"-19"0,0 0-23 16,0 0-18-16,0 0-7 0,0 0-15 0,1-21-12 15,5 10-14-15,0 0-18 0,4-4-4 0,-1 0-15 16,3-1-5-16,0-1-11 0,1-4-5 0,2 1-3 16,-3 2 1-16,-3 1-9 0,2 0 0 0,-3 3-6 15,-1-1-9-15,-1-4-7 0,-1 4-5 0,-1-1 5 16,-2 1 1-16,0 3 11 0,-2 2-13 0,-2-2-8 16,1 2-5-16,0 1-3 0,-1 2 2 0,2 7 9 15,-2-10 3-15,2 10-6 0,-3-9-5 0,3 9-6 16,-3-7-7-16,3 7 13 0,0 0-13 0,0 0-9 15,0 0-3-15,0 0 0 0,-16 12-5 0,10-2-2 16,-3 7 4-16,1 1-12 0,3-1 0 0,-1 1 2 16,1 0-5-16,2 1-2 0,-1-4 0 0,4 3 1 15,4 0-6-15,1-1 18 0,2-1-19 0,0-1-1 16,1-1-27-16,1-5-17 0,1-2-24 0,2 1-19 16,-1-3-20-16,2 0-29 0,5 0-24 0,-5-2-43 15,4 0-35-15,1-6-35 0,3 0-44 0,-10 2-162 16,2-3-517-16,-1-1 229 0</inkml:trace>
  <inkml:trace contextRef="#ctx0" brushRef="#br0" timeOffset="-127776.64">3739 10332 36 0,'-4'-5'248'16,"2"1"-26"-16,2 4-25 0,-4-6-15 0,4 6-32 15,0 0-24-15,0 0-28 0,0 0-32 0,0 0-38 16,0 0-54-16,0 0-40 0,9 24-46 0,-3-14-80 16,0-1-207-16,3 0 91 0</inkml:trace>
  <inkml:trace contextRef="#ctx0" brushRef="#br0" timeOffset="-127514.54">4028 10418 43 0,'0'0'245'0,"0"0"-8"16,6-3-2-16,-6 3-8 0,0 0-7 0,0 0-11 16,0 0-18-16,0 0-13 0,0 0-9 0,4 8-3 15,-4-8 4-15,1 16-8 0,-1 0-1 0,0 1-7 16,-2 1-13-16,0 2-20 0,0 6-1 0,1 3-12 0,-2 0-11 16,-1 1-12-16,-1 1-3 0,5-1-9 15,0-1-11-15,-6-1 0 0,5 2-14 0,-2-3 1 16,-1-2-3-16,3-6-3 0,-3 0 0 0,3 2-22 15,-1-1-25-15,1-3-39 0,-2 0-37 0,1-1-38 16,1 0-44-16,-3 1-41 0,3-4-39 0,-1-3-41 0,2 0-190 16,-2-2-511-16,2-2 227 0</inkml:trace>
  <inkml:trace contextRef="#ctx0" brushRef="#br0" timeOffset="-127263.58">4184 10669 283 0,'1'-5'302'0,"2"0"-12"0,-3 5-13 16,2-10-1-16,-2 10-8 0,3-6-11 0,-3 6-29 15,0 0-22-15,0 0-20 0,0 0-23 0,0 0-11 16,0 0 21-16,0 0-25 0,6 42-10 0,-7-18-7 16,-2 4-17-16,-1 0-10 0,-1 3 0 0,3-1-20 15,0 1-12-15,-2-3-2 0,2 0-9 0,-2 2-6 16,0-5 1-16,2 3-10 0,-1-2-8 0,-2-1-15 15,6-7-42-15,1-2-32 0,-5 0-35 0,2 0-34 0,0-5-28 16,1 1-34-16,-2-2-43 0,2-1-33 0,0-2-31 16,0-7-200-16,-1 13-528 0,1-13 235 15</inkml:trace>
  <inkml:trace contextRef="#ctx0" brushRef="#br0" timeOffset="-127013.86">4161 10605 32 0,'5'-11'200'0,"-1"-5"-16"0,3 7-7 0,1-1-5 15,1 1-6-15,0 0-14 0,2 1-11 0,0 1-8 0,0 3-9 16,1 0-15-16,-1 2-7 0,2 0-13 16,-3 2-8-16,2 0-8 0,-2 2-4 0,-3 0 2 15,0 2 1-15,-2 0 6 0,0 2 3 0,-1-2 0 16,-4 6 4-16,0-10-7 0,-3 16-7 0,-4-7-6 0,2 2-8 15,-1 0-19-15,-4 1-21 0,0-4-30 0,0 5-33 16,-4 0-43-16,0-3-61 0,2-4-48 16,-3 6-186-16,3-7-416 0,-4-2 184 0</inkml:trace>
  <inkml:trace contextRef="#ctx0" brushRef="#br0" timeOffset="-121078.85">8751 13794 36 0,'0'0'206'0,"0"0"1"0,0 0-6 15,-2-4-4-15,2 4-8 0,0 0 6 0,0 0-9 16,0 0-10-16,-4-6-9 0,4 6-16 0,0 0-8 15,0 0-10-15,0 0-6 0,0 0-7 16,0 0-3-16,0 0-13 0,0 0-8 0,0 0-6 0,0 0-4 16,0 0-9-16,0 0-7 0,0 0-3 0,0 0-11 15,0 0-4-15,0 0-5 0,0 0-12 0,0 0-3 16,0 0-3-16,0 0-2 0,0 0-7 0,0 0-2 16,0 0-2-16,0 0-2 0,0 0-2 15,0 0 1-15,20 18-3 0,-12-7-4 0,4 3 3 0,-1-1 4 16,-2 2 0-16,1-1 0 0,2 3 1 0,-2-2 2 15,0-1-2-15,0 3-20 0,2 0 0 0,-3 0 0 16,2-1 4-16,0 0-4 0,-4-1 4 0,3-2-1 16,-1 1-2-16,0 0 2 0,-1-4 3 15,0 2-2-15,-1-2-1 0,0-1-12 0,0 3-11 0,0-3-29 16,-2-2-25-16,1 0-26 0,-3-1-31 0,1-1-28 16,-2 2-22-16,-2-7-14 0,4 9-16 0,-4-9-16 15,1 7-126-15,-1-7-390 0,0 0 173 0</inkml:trace>
  <inkml:trace contextRef="#ctx0" brushRef="#br0" timeOffset="-120864.53">9009 13797 89 0,'-3'-8'224'0,"3"8"-8"15,-3-10-9-15,3 10-13 0,0 0-8 0,-5-6-10 16,5 6-13-16,0 0-12 0,0 0-9 15,-22 13-9-15,13-5-13 0,-1 7-13 0,-3 1-11 0,3 0-4 16,-5 5-14-16,-3-1-4 0,5 3-10 16,-4-1-8-16,6 1-4 0,-4 2-9 0,2 2-18 0,1-3-34 15,-2 1-43-15,-1 1-44 0,3-1-52 0,0 1-44 16,-4 0-174-16,3-1-395 0,0-2 175 16</inkml:trace>
  <inkml:trace contextRef="#ctx0" brushRef="#br0" timeOffset="-120395.73">9287 14002 219 0,'2'-4'284'0,"-2"4"1"16,1-9-1-16,-1 9 0 0,0 0-10 0,-1-12-20 0,1 12-14 16,0 0-14-16,0 0-20 0,-2-10-20 0,2 10-16 15,0 0-8-15,0 0-21 0,0 0-14 0,0 0-15 16,-7-5 1-16,7 5-21 0,0 0-3 16,-11 13-6-16,4-6-7 0,-1 3-8 0,-1 5-6 15,-3 2-8-15,-1 5 6 0,1 1-18 0,-1 1 1 0,0 0-3 16,1 0-4-16,1 1-4 0,2-1 1 0,0 2-9 15,5-2 4-15,-1-5-2 0,0 6-9 0,0 0 0 16,2-7-1-16,2 6 2 0,1-6-3 16,-1 3-3-16,1 3-1 0,1-4 0 0,-1-4 2 15,4 10-4-15,-3-2 4 0,2 0-7 0,-2-5 4 0,2-1 1 16,-1 1 1-16,-2-1-10 0,0-1 4 0,0-1-6 16,-4-4 6-16,4 3-15 0,-3 2-2 15,-1-2 2-15,0-5-11 0,-1 1-10 0,-1 0-14 16,3-2-6-16,-4 0-12 0,1 0-12 0,2-4-15 15,-2-1-20-15,1-1-32 0,-3 0-24 0,8-3-42 0,-14 3-39 16,6-4-40-16,8 1-232 0,-18-9-562 16,9 2 249-16</inkml:trace>
  <inkml:trace contextRef="#ctx0" brushRef="#br0" timeOffset="-120154.24">9100 14332 55 0,'0'0'226'0,"5"-6"-23"0,-5 6-17 0,4-5-12 16,-4 5-12-16,0 0-12 0,0 0-8 0,3-6-18 16,-3 6-3-16,6-3 0 0,-6 3 4 0,18-4-4 15,-7 1 1-15,7 1-8 0,-1-2-6 0,3 3-7 16,1-3-9-16,6-2-6 0,-7 2-8 0,0 0-9 16,0 1-7-16,-1-1-6 0,-2 0-3 0,-5 1-8 0,1 3-5 15,-4-2-3-15,0-1-4 0,-3 2-2 16,-6 1-9-16,12-2 4 0,-12 2-5 0,10-3-12 15,-10 3-13-15,6-1-21 0,-6 1-24 0,0 0-32 16,8-3-32-16,-8 3-41 0,0 0-35 0,0 0-228 16,0 0-452-16,0 0 200 0</inkml:trace>
  <inkml:trace contextRef="#ctx0" brushRef="#br0" timeOffset="-118834.75">5937 10822 196 0,'0'0'196'0,"0"0"-6"16,0 0-4-16,0 0-10 0,0 0-11 0,0 0-8 15,-4-6-4-15,4 6-13 0,0 0-8 0,0 0-8 16,0 0-5-16,0 0-6 0,0 0-8 0,0 0-3 15,0 0-8-15,0 0-5 0,0 0-2 0,0 0-2 16,0 0 3-16,0 0-7 0,0 0 4 0,0 0-9 16,0 0-4-16,0 0-5 0,0 0-3 0,0 0-3 15,-16 5 0-15,16-5-2 0,0 0-12 0,-12 3 9 16,12-3-4-16,0 0 1 0,-9 2 3 0,9-2-2 16,0 0-3-16,-9 0-2 0,9 0 7 0,0 0-1 15,-5 3 6-15,5-3-1 0,0 0-4 0,0 0 0 16,0 0-2-16,0 0-2 0,-10 1-16 0,10-1 16 15,0 0-16-15,0 0 5 0,0 0-10 0,0 0-2 16,0 0-2-16,0 0-2 0,0 0-7 0,0 0 4 16,0 0-4-16,0 0-1 0,29 3-2 0,-15-3 4 15,7 0-4-15,-3 2-4 0,3-2 2 0,0 1-6 16,-1-1 7-16,0-1-9 0,1 3 6 0,-2-3 0 16,-1 2-2-16,-1-1 5 0,-3 0-6 0,-1 2 2 15,-1-2-6-15,-1 0 3 0,-1 0-1 0,-1 0 0 16,-1 0 4-16,-8 0-7 0,11 0 6 0,-11 0-4 15,10 1 3-15,-10-1 1 0,8 0 8 0,-8 0 6 16,0 0 5-16,0 0 7 0,9 0-4 0,-9 0 1 16,0 0 3-16,0 0 1 0,0 0-5 0,0 0-6 15,6 2 0-15,-6-2-5 0,0 0-5 0,0 0 2 16,0 0-8-16,0 0-21 0,0 0-28 0,0 0-39 16,0 0-38-16,0 0-57 0,0 0-50 0,0 0-63 0,0 0-63 15,0 0-295-15,0 0-699 0,0 0 309 0</inkml:trace>
  <inkml:trace contextRef="#ctx0" brushRef="#br0" timeOffset="-72064.39">5943 10840 39 0,'0'0'45'0,"0"0"-17"0,0 0 4 0,-6-5 9 15,6 5-1-15,0 0-2 0,0 0 3 0,0 0-5 16,0 0 0-16,0 0-13 0,0 0 11 0,0 0-3 16,0 0 3-16,0 0-8 0,0 0 1 0,0 0-10 15,0 0 10-15,0 0-3 0,0 0-1 0,-3-6-3 16,3 6-1-16,0 0-3 0,0 0 7 0,0 0 1 15,0 0-8-15,0 0-5 0,0 0 3 0,0 0-4 16,0 0 2-16,0 0-4 0,0 0 4 0,0 0-8 16,0 0 1-16,0 0 0 0,0 0-1 0,0 0 8 15,0 0-9-15,0 0 4 0,0 0-2 0,0 0-8 16,0 0 6-16,0 0-3 0,0 0 5 0,0 0-7 16,0 0-3-16,0 0 0 0,0 0-7 0,0 0-2 15,0 0-3-15,0 0-3 0,0 0 5 0,0 0-9 16,0 0 4-16,0 0-3 0,0 0 0 0,0 0 3 15,0 0-7-15,0 0 1 0,0 0-2 0,0 0 1 16,0 0-5-16,0 0 7 0,0 0-2 0,-10 14 6 16,10-14-2-16,0 0-3 0,0 0 8 0,0 0 5 15,-2 7 1-15,2-7-2 0,0 0 3 0,0 0 0 16,0 0 3-16,0 0-7 0,0 0 5 0,0 0 3 16,-4 4 1-16,4-4 2 0,0 0-2 0,0 0 3 15,0 0-2-15,0 0 1 0,0 0 6 0,0 0 1 16,0 0-6-16,0 0 7 0,0 0-5 0,0 0 3 15,0 0 2-15,0 0 2 0,0 0 2 0,0 0-5 16,0 0 5-16,0 0-2 0,0 0 2 0,0 0 4 16,0 0 2-16,0 0-4 0,0 0-7 0,0 0 6 15,0 0 2-15,0 0 1 0,0 0 1 0,0 0 2 16,0 0 0-16,0 0 2 0,0 0-2 0,0 0 2 16,0 0 1-16,0 0 1 0,0 0-3 0,0 0 7 15,0 0-6-15,0 0-2 0,0 0 9 0,0 0 0 16,0 0 4-16,0 0 2 0,0 0-4 0,0 0-7 15,0 0 8-15,0 0-3 0,0 0-5 0,0 0 1 16,0 0-3-16,0 0 0 0,0 0 0 0,0 0-9 16,0 0 12-16,0 0-14 0,0 0 8 0,0 0-10 15,0 0 15-15,0 0-13 0,0 0 0 0,0 0 5 16,0 0-8-16,0 0-5 0,0 0 10 0,0 0-4 16,0 0 0-16,0 0 6 0,18 0 0 0,-18 0-6 15,0 0 4-15,0 0 0 0,15-2 3 0,-15 2-10 16,10-2 4-16,-10 2 1 0,11 0 3 0,-11 0 14 15,11-3-10-15,-3 2-3 0,-8 1 3 0,13-1-10 16,-7-1 8-16,0 0 3 0,-6 2-2 0,13-4-12 16,-6 4 4-16,-7 0 3 0,10-2 7 0,-10 2-7 0,11 0-14 15,-11 0 8-15,9-2 12 0,-9 2-1 0,9 0-9 16,-9 0-1-16,12 0 6 0,-12 0-2 16,10 0 4-16,-10 0-6 0,13-1 7 0,-6-2 2 15,-7 3-2-15,16-1 0 0,-9-1-1 0,5 2 1 0,-3-2 6 16,1 0 0-16,1 2-4 0,-11 0-1 15,15-3 2-15,-8 1-3 0,2 2 0 0,-9 0-3 16,13-3 2-16,-7 3-3 0,-6 0-3 0,13-1 1 16,-13 1 2-16,9 0-4 0,-9 0 5 0,0 0-5 0,10-2 0 15,-10 2 2-15,0 0 9 0,8-4-7 0,-8 4 6 16,0 0-5-16,0 0-2 0,0 0 0 0,0 0 2 16,8 0 1-16,-8 0 2 0,0 0 1 15,0 0-3-15,0 0 1 0,0 0 4 0,0 0 1 0,0 0-3 16,0 0 3-16,0 0 5 0,0 0 0 0,0 0-10 15,0 0 5-15,0 0-1 0,0 0-1 0,0 0 4 16,0 0-3-16,0 0-2 0,0 0 1 16,0 0 0-16,0 0-1 0,0 0 3 0,0 0-8 0,0 0 8 15,0 0-5-15,0 0 1 0,0 0-1 0,0 0-4 16,0 0 6-16,0 0-1 0,0 0-2 0,0 0-4 16,0 0 1-16,0 0 4 0,0 0-10 0,0 0 4 15,6-3-1-15,-6 3-2 0,0 0 3 16,0 0-2-16,0 0-1 0,0 0 5 0,0 0-4 0,0 0-5 15,0 0 4-15,0 0 1 0,0 0-1 0,0 0-1 16,0 0 0-16,0 0 6 0,0 0-4 0,0 0 1 16,0 0-2-16,0 0 0 0,0 0 2 0,0 0-3 15,0 0 2-15,0 0 4 0,0 0-9 0,0 0-3 16,0 0 7-16,0 0 0 0,0 0 4 0,0 0 4 16,0 0-12-16,0 0 2 0,0 0 2 0,0 0-1 15,0 0-1-15,0 0 0 0,0 0 2 0,0 0 5 16,0 0 0-16,0 0 0 0,0 0 1 0,0 0 0 15,0 0-1-15,0 0 0 0,0 0 5 0,0 0-12 16,0 0 1-16,0 0 2 0,0 0 5 0,0 0-2 16,0 0-5-16,0 0-1 0,0 0 2 0,0 0 0 15,0 0 1-15,0 0-1 0,0 0-2 0,0 0 3 16,0 0-6-16,0 0-5 0,0 0 4 0,0 0-9 16,0 0-7-16,0 0-10 0,0 0-4 0,0 0-19 15,0 0-21-15,0 0-8 0,0 0-16 0,0 0-14 16,0 0-9-16,0 0-112 0,-15 13-253 0,8-8 112 15</inkml:trace>
  <inkml:trace contextRef="#ctx0" brushRef="#br0" timeOffset="-68548.66">8830 10954 32 0,'0'0'41'0,"0"0"-12"0,0 0-10 0,0 0-12 15,0 0-15-15,0 0-12 0,0 0-22 0,0 0 9 16</inkml:trace>
  <inkml:trace contextRef="#ctx0" brushRef="#br0" timeOffset="-68198.9">8804 11010 66 0,'0'0'74'0,"0"0"-20"0,0 0-17 15,0 0-18-15,0 0-19 0,0 0-23 0,0 0-16 16,0 0-40-16,0 0 18 0</inkml:trace>
  <inkml:trace contextRef="#ctx0" brushRef="#br0" timeOffset="-68071.86">8804 11010 28 0,'0'0'36'0,"0"0"-11"0,0 0-18 16,0 0-23-16,-4 7-18 0,4-7 8 0</inkml:trace>
  <inkml:trace contextRef="#ctx0" brushRef="#br0" timeOffset="-65114.65">8058 11421 22 0,'-10'-5'220'0,"10"5"-4"0,-7-2-9 0,7 2 9 0,-7-7-7 15,7 7-7-15,-7-3-9 0,7 3-11 0,-7-7-6 16,7 7-8-16,-5-3-1 0,5 3-5 0,0 0 10 15,-5-6-19-15,5 6-9 0,0 0-10 0,0 0-10 16,0 0-14-16,-5-3-8 0,5 3-10 0,0 0-10 16,0 0-9-16,0 0-6 0,0 0-9 0,0 0-13 15,0 0 0-15,0 0-11 0,0 0-5 0,0 0 0 16,0 0-8-16,0 0 5 0,0 0-6 0,0 0-7 16,0 0 4-16,0 0-3 0,19 16-2 0,-11-8 3 15,-1-1-3-15,2 3-3 0,0-3-4 0,-1 1 1 16,1 2 5-16,0-1-7 0,0 0 4 0,1 4-4 15,-1-5 3-15,1 2 5 0,-2-2-7 0,-2-2 4 16,2 1-6-16,0-1 0 0,-3-1-5 0,0 0-27 16,-1 1-29-16,0-3-30 0,-1 1-35 0,-3-4-33 15,4 6-28-15,-4-6-28 0,5 9-32 0,-5-9-35 16,1 7-170-16,-1-7-487 0,0 0 215 0</inkml:trace>
  <inkml:trace contextRef="#ctx0" brushRef="#br0" timeOffset="-64880.57">8138 11343 4 0,'-3'-6'236'0,"3"6"-13"16,0 0-12-16,-4-7-6 0,4 7-16 0,0 0-5 16,0 0-9-16,0 0 1 0,0 0-9 0,-9 15-14 15,6-5-15-15,-2 2-12 0,1 3-13 0,-3 2-9 0,1-2-10 16,1 3-8-16,-2-3-5 0,1 0-9 15,1 4-11-15,0-4 5 0,1 2-17 0,-1 1-5 16,0-1-9-16,-2-1-24 0,2-2-27 0,3-1-41 16,-2-1-44-16,0 0-67 0,1-1-30 0,1 0-213 0,-2-1-444 15,2 1 196-15</inkml:trace>
  <inkml:trace contextRef="#ctx0" brushRef="#br0" timeOffset="-64476.78">8359 11414 197 0,'0'0'276'16,"4"-7"-6"-16,-4 7 0 0,0 0-10 0,0 0-17 16,0 0-14-16,0 0-18 0,0 0-20 0,0 0-3 15,0 0-32-15,0 0-15 0,-25 12-14 0,20-4-14 16,-2 0-12-16,2 0-9 0,-1 3-9 15,3 0-10-15,-1 0-4 0,1 0-9 0,1-2-8 0,0-1-4 16,2 2-5-16,2 0-2 0,-4-3 6 0,5-1-7 16,-3-6-19-16,4 13-3 0,1-4-4 0,-1-3-2 15,0 1-1-15,1-1-2 0,4 1 0 0,-3 0-2 16,0-1-4-16,-2-1 2 0,3 0-4 0,0-2 0 16,-2 3 0-16,1-1 1 0,-1-1 5 0,0 0-8 15,-1 1 2-15,1-1-1 0,-2 1 0 0,-3-5-1 16,2 10 4-16,0-5 3 0,-2-5-6 0,-2 13 6 15,2-7-3-15,-5 2-2 0,-3 0 1 0,-1 1 4 16,1-1-4-16,-3-2 3 0,2 0 1 16,-1 1-8-16,-2-2 4 0,2 1-2 0,2-2-6 0,-1 1-15 15,1-2-13-15,0 1-18 0,-1-3-24 0,0 1-39 16,3 0-43-16,6-2-57 0,-15-2-60 0,15 2-197 16,-15-5-511-16,10 2 226 0</inkml:trace>
  <inkml:trace contextRef="#ctx0" brushRef="#br0" timeOffset="-64227.7">8503 11527 191 0,'0'0'241'0,"6"-1"2"16,-6 1-2-16,0 0-6 0,0 0-10 0,10-7-16 15,-10 7-15-15,0 0-14 0,9-2-16 0,-9 2-10 16,7-3-10-16,-7 3-8 0,12 0-6 0,-12 0-8 15,14-1-12-15,-8 1-11 0,6-1-8 0,-5-1-7 16,-7 2-6-16,20-3-7 0,-12 3-12 0,1-4-3 16,-1 4-13-16,-8 0 7 0,14-2-10 0,-6 1-4 15,-2-1-10-15,1 0-24 0,-7 2-27 0,10-1-40 16,-10 1-47-16,0 0-60 0,10-1-65 0,-10 1-59 16,0 0-163-16,0 0-495 0,0 0 219 0</inkml:trace>
  <inkml:trace contextRef="#ctx0" brushRef="#br0" timeOffset="-63945.53">8719 11339 106 0,'0'0'280'0,"0"0"1"0,0-9-10 15,0 9 2-15,0 0-10 0,0 0-21 0,0 0-14 16,0 0-32-16,4-4-20 0,-4 4-20 0,0 0-15 0,0 0-14 15,0 0-7-15,12 13 10 0,-6-7-1 0,0 3-7 16,1-1-4-16,2 2-17 0,-2-1-3 16,2 0-16-16,-1 1-2 0,-3 0-10 0,4 1-6 15,-2-2-10-15,2 0 5 0,1 3-13 0,-5-3-4 0,1 0-3 16,1 0-27-16,-1 0-30 0,0-1-43 0,-2-2-30 16,0 0-53-16,-1 0-53 0,-3-6-50 15,5 11-38-15,-4-6-226 0,-1-5-553 0,1 8 245 16</inkml:trace>
  <inkml:trace contextRef="#ctx0" brushRef="#br0" timeOffset="-63747.68">8921 11327 154 0,'-2'-13'247'16,"2"13"-4"-16,-2-10-2 0,2 10-13 0,0 0-18 15,0 0-13-15,-5-3-8 0,5 3-6 0,0 0 5 16,-12 18-18-16,5-7-9 0,-3 3-20 0,2 3-16 15,-3 7-13-15,3-6-13 0,-5 6-8 0,4 0-7 16,-1-2-16-16,0 1-28 0,2-5-35 0,2-1-42 16,-4-2-55-16,2 1-74 0,2 0-60 0,-1-3-217 15,2-1-479-15,0-4 212 0</inkml:trace>
  <inkml:trace contextRef="#ctx0" brushRef="#br0" timeOffset="-63431.28">9103 11350 13 0,'2'-7'310'0,"-2"7"-14"0,3-6-7 0,-3 6-8 16,0 0-5-16,0 0-16 0,0 0-18 0,0 0-16 16,0 0-20-16,0 0-18 0,0 0-8 0,0 0-20 15,-13 25-10-15,9-12-7 0,2-2-7 0,0 0-7 16,-1 6-10-16,0 2-7 0,0-2-3 0,2 2 2 15,1 8-7-15,-2-2-13 0,2-6 0 0,0 6-17 16,0 0 5-16,0-6-9 0,1-1-7 0,0 1-13 16,0-1 6-16,2 0-8 0,0-1-1 0,-2 1-6 15,-1-2-2-15,2-2-5 0,0-2-4 0,-1 4 1 16,-1-5-2-16,1-2-4 0,1 1-2 0,-1-1-2 16,-1-1 1-16,1 0-23 0,-1-8-19 0,0 13-14 15,-1-7-43-15,-2 1-34 0,1-1-34 0,2-6-43 0,-8 10-53 16,2-7-50-16,-2-1-41 0,0 0-262 15,-1-2-644-15,9 0 285 0</inkml:trace>
  <inkml:trace contextRef="#ctx0" brushRef="#br0" timeOffset="-63264.4">9009 11610 32 0,'0'0'234'15,"7"-7"-26"-15,-5 4-10 0,-2 3 5 0,11-10-1 16,-5 5-8-16,3-2-13 0,1 0-20 0,0 1-20 0,7-3-10 15,-2-1-13-15,4 0-15 0,-1 0-24 0,0-1-40 16,8-1-54-16,-11 2-55 0,4 0-68 16,-1 0-196-16,-8 4-362 0,0-1 161 0</inkml:trace>
  <inkml:trace contextRef="#ctx0" brushRef="#br0" timeOffset="-54179.2">7434 11662 115 0,'-9'5'145'0,"9"-5"6"0,0 0-16 0,-8 2-7 16,8-2-2-16,-5 3-15 0,5-3-5 0,0 0-6 16,0 0-7-16,0 0-5 0,0 0-4 0,0 0-10 15,-6 3-7-15,6-3-3 0,0 0-7 0,0 0-6 16,0 0-2-16,0 0-6 0,0 0 0 0,0 0-6 16,0 0-1-16,0 0-2 0,0 0-3 0,0 0-4 15,0 0 1-15,0 0 0 0,0 0-4 0,0 0 0 16,0 0-3-16,24-2 9 0,-15-2-2 15,0 3-4-15,2-3-2 0,1 2-4 0,-1-2 1 0,1 2-3 0,-1-1 0 16,-1-3 1-16,1 4-4 0,0 1 3 16,-1 0-5-16,-3 0 0 0,4-2 2 0,-3 3-3 15,-8 0-1-15,13-6-2 0,-6 5 2 0,-7 1-4 16,9-2 1-16,-9 2 1 0,11-2-2 0,-11 2-5 0,7-1 4 16,-7 1 0-16,0 0 0 0,9-1-3 0,-9 1-14 15,0 0-20-15,9 0-25 0,-9 0-23 16,0 0-27-16,0 0-32 0,8 2-17 0,-8-2-28 15,0 0-94-15,0 0-302 0,-3 14 135 0</inkml:trace>
  <inkml:trace contextRef="#ctx0" brushRef="#br0" timeOffset="-53897.48">7506 11823 147 0,'0'0'198'0,"0"0"-7"0,0 0-4 15,0 0-19-15,0 0-9 0,0 0-18 0,0 0-15 16,0 0-10-16,0 0-7 0,0 0-13 0,0 0-9 16,0 0-10-16,0 0-3 0,0 0-8 0,0 0-9 15,0 0-4-15,0 0-5 0,25-6-6 0,-18 4-6 16,4-2-13-16,-2 0-15 0,-1 0-18 0,3 1-24 15,-1-1-19-15,1 1-32 0,0-3-26 0,0 2-26 16,3 0-23-16,-1 2-111 0,1 0-291 0,-2-1 129 16</inkml:trace>
  <inkml:trace contextRef="#ctx0" brushRef="#br0" timeOffset="-34221.78">9555 14334 145 0,'0'0'188'0,"0"0"-6"0,0 0-8 0,0 0-9 16,0 0-9-16,0 0-9 0,0 0-9 0,0 0-5 16,0 0-7-16,0 0-2 0,0 0-6 0,0 0-4 15,0 0-7-15,0 0-5 0,0 0-9 0,0 0-5 16,0 0-6-16,0 0-1 0,0 0-6 15,0 0-10-15,0 0 4 0,0 0-15 0,0 0-2 0,0 0 3 16,0 0-14-16,0 0-6 0,0 0-3 0,0 0-5 16,0 0 1-16,15-2-3 0,-8 1-2 15,1-2-16-15,-8 3-10 0,13-1-16 0,-7-1-17 0,-6 2-25 16,10 0-27-16,-10 0-25 0,9 1-32 16,-9-1-37-16,10 0-19 0,-10 0-167 0,8 5-398 15,-8-5 177-15</inkml:trace>
  <inkml:trace contextRef="#ctx0" brushRef="#br0" timeOffset="-34033.78">9550 14430 148 0,'0'0'195'16,"0"0"-6"-16,0 0-9 0,0 0-14 0,0 0-6 0,0 0-16 15,0 0-11-15,0 0-10 0,0 0-11 0,0 0-8 16,0 0-5-16,0 0-24 0,24 0-14 0,-13 0-30 15,0-4-28-15,1 3-22 0,-1-2-38 16,3-1-37-16,-2 1-43 0,2 1-133 0,-4 0-292 16,1-2 130-16</inkml:trace>
  <inkml:trace contextRef="#ctx0" brushRef="#br0" timeOffset="-33581.49">9905 14131 59 0,'0'0'245'0,"-2"-8"-4"15,2 8-4-15,0 0-11 0,0 0-10 0,-4-7-20 16,4 7-20-16,0 0-13 0,0 0-19 16,0 0-15-16,0 0-17 0,0 0-12 0,0 0-9 15,0 0-11-15,0 0-13 0,0 0-6 0,0 0 1 0,0 0 1 16,0 0-3-16,0 28-4 0,0-14 1 0,-1 3-8 16,-1 0 0-16,2 3-5 0,-1-1 4 15,0-1-7-15,0 6 1 0,-3 1-2 0,4 2 1 0,-2-2-4 16,1-2-3-16,-1 2-4 0,0-6-1 15,1 1-6-15,-2-1 3 0,2 4-4 0,-1 2 0 16,0-5-2-16,-1-3-4 0,1 1-2 0,0-2-3 0,1-4 0 16,-1 3 1-16,1 1-3 0,0-4 9 15,-2-2-11-15,2 2-6 0,-1-6-17 0,2 2-15 16,0-8-17-16,-1 13-17 0,1-13-32 0,-2 12-36 16,0-8-42-16,2-4-45 0,-2 9-37 0,2-9-160 15,-4 8-450-15,4-8 200 0</inkml:trace>
  <inkml:trace contextRef="#ctx0" brushRef="#br0" timeOffset="-33022.75">9838 14157 158 0,'0'-8'190'0,"0"8"-1"0,1-14-15 16,-1 9-11-16,0 5-13 0,5-13-9 0,-3 8-14 0,1 0-13 15,-3 5-7-15,8-9-7 0,-3 3-12 0,1 1-12 16,1 3-4-16,0-2-10 0,0 3-4 16,-7 1-13-16,14-3-5 0,-8 3-2 0,-6 0-6 15,14 4-2-15,-9-2-8 0,4 1 3 0,-4 1-3 16,2-1-1-16,-2 2-2 0,-2-1-4 0,2 1 1 15,0-1-2-15,-2 1 1 0,1 1 1 0,-2 0 2 16,1 0 0-16,-3-6 0 0,3 13-4 0,-3-8 1 16,0-5-4-16,-3 14 2 0,2-8-1 0,-3 1-2 15,-1 0-2-15,3 0 1 0,2-7 0 0,-7 11-3 16,5-6-2-16,2-5-2 0,-5 8 0 0,2-4-2 16,3-4-8-16,-3 6 0 0,3-6-1 0,0 0 1 15,-1 8 1-15,1-8-1 0,0 0-3 0,4 9 3 16,-4-9-4-16,8 5 1 0,-4-1 2 0,3 0 0 15,0-2-2-15,-1 1 4 0,2 1 2 0,-2-2 2 16,0 3-1-16,-2-1-3 0,1-1 1 0,4 3-4 0,-5-1 5 16,2-1 2-16,0 0-3 0,-4 2 3 15,1 0 0-15,1-1 3 0,-2 0 0 0,-2-5 1 16,2 7 8-16,-2-7 2 0,-2 11-2 0,2-11-1 16,-4 8 0-16,0-4 5 0,-1 1-2 0,0-1-1 15,5-4 1-15,-10 6-2 0,4-2 2 0,-2-1 1 16,2 1-2-16,-2 1-2 0,8-5-14 0,-12 3-8 0,6 0-7 15,6-3-26-15,-9 3-13 0,9-3-39 0,-11 2-31 16,11-2-29-16,-9 1-31 0,9-1-101 16,-8 1-315-16,8-1 141 0</inkml:trace>
  <inkml:trace contextRef="#ctx0" brushRef="#br0" timeOffset="-32630.72">10184 14221 113 0,'-4'-7'255'0,"4"7"-7"0,-4-9-4 15,4 9-9-15,-5-7-9 0,5 7-7 0,-2-5-15 16,2 5-13-16,0 0-16 0,0 0-16 0,-3-7-16 16,3 7-18-16,0 0-13 0,0 0-13 0,0 0-18 15,0 0-6-15,0 0-6 0,0 0-9 0,0 0-5 16,0 0-10-16,15 21 11 0,-10-10-6 0,3 2 0 16,0 3-3-16,1-2-6 0,-3 2 1 0,1-3-1 15,-2 2-9-15,1 0-1 0,3 1-3 0,-4-5-1 0,1 1-4 16,0-1-6-16,-1 1 2 0,1-2-4 15,0 0-1-15,1-1 0 0,-1-1-12 0,1 0-25 16,-2 0-24-16,-1-2-34 0,-1 0-36 0,1 1-34 16,-1-3-42-16,-3-4-40 0,5 8-26 0,-2-5-171 15,-3-3-465-15,0 0 205 0</inkml:trace>
  <inkml:trace contextRef="#ctx0" brushRef="#br0" timeOffset="-32397.05">10367 14189 143 0,'0'0'265'0,"-3"-8"1"0,3 8-5 15,0 0-14-15,-4-8-18 0,4 8-7 0,0 0-27 16,0 0-13-16,0 0-9 0,0 0-14 0,0 0-7 16,-16 21-15-16,9-10-10 0,-2 5-10 0,0 0-14 15,-2 5-9-15,-3 1-7 0,1 1-1 0,-2 0-15 16,1 1-8-16,0-1 7 0,5-6-41 0,-3 0-28 15,3-1-26-15,-1 0-35 0,0 2-38 0,2-2-44 16,-1 0-57-16,3-3-53 0,-1 3-199 0,1-4-488 16,1-3 216-16</inkml:trace>
  <inkml:trace contextRef="#ctx0" brushRef="#br0" timeOffset="-32044.72">10475 14407 152 0,'0'0'232'0,"0"0"-7"0,0 0-5 15,0 0-10-15,0 0-7 0,0 0-14 0,5 11-4 16,-5-2-20-16,-1 1-17 0,1 1-13 0,-1 1-12 16,2-1-16-16,-1 2-11 0,-1-3-9 0,3 4-10 15,0-3-7-15,4 1-6 0,-3-2-8 0,3 1-2 16,-1-3-3-16,2 1-6 0,0-2-6 0,3-1-4 15,-2 1 1-15,1-5-2 0,2 0-4 0,0-2 1 16,-3 0-6-16,3-3 2 0,-1-2-2 0,-2 1 10 16,1-4 4-16,-2 1 9 0,-1-2-5 0,-3-3-2 15,1 1-5-15,-1 1 1 0,-2-2 4 0,-2-1-4 16,-2 0 0-16,1-2-1 0,-3-2-5 0,-3 3 0 16,0 4-7-16,1-2-3 0,-2-1-3 0,-3 1-10 15,2 4-9-15,1 0-8 0,-3 3-14 0,1-1-15 16,-1 4-26-16,-2 1-29 0,-2 1-36 0,-5 6-38 15,1 0-49-15,-3 5-54 0,-3 2-186 0,7-1-492 16,-4 0 219-16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6:34:57.5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9923 9767 2 0,'0'0'109'15,"0"0"-7"-15,0 0-23 0,0 0 12 0,0 0-6 16,-5-3-10-16,5 3 1 0,0 0-4 0,0 0-12 16,0 0-6-16,0 0-6 0,0 0-12 0,0 0 4 15,0 0-9-15,0 0-9 0,0 0-13 0,0 0-2 16,0 0-12-16,0 0-17 0,0 0-9 0,0 0-11 15,0 0 11-15,0 0-9 0,-15 8 0 0,10-6-7 16,5-2 13-16,-7 9-3 0,5-6-5 0,2-3 4 16,-5 8-2-16,5-8 3 0,-3 6 5 0,3-6 6 15,0 0-3-15,-4 6 3 0,4-6 2 0,0 0 1 16,0 0 7-16,-4 5 0 0,4-5 0 0,0 0 4 16,0 0 3-16,0 0 1 0,0 0-4 0,0 0 4 15,0 0 2-15,0 0 1 0,0 0-5 0,-3 8 9 16,3-8 7-16,0 0 6 0,0 0 5 0,0 0 7 15,0 0 12-15,0 0 7 0,0 0 8 0,0 0 0 16,0 0-2-16,0 0-10 0,0 0-5 0,-9 0-3 16,9 0 6-16,0 0-10 0,-9 1-4 0,9-1 4 15,0 0-2-15,-11 2 4 0,11-2-10 0,-8 1 1 16,8-1-3-16,0 0-3 0,-11 0 9 0,11 0 13 0,0 0-8 16,-8 3-3-16,8-3 1 0,0 0 7 0,0 0-2 15,-8 1 1-15,8-1-6 0,0 0 4 16,0 0-9-16,-9 1-2 0,9-1-6 0,0 0 11 15,0 0 9-15,0 0-3 0,-8 1 9 0,8-1 2 0,0 0 3 16,0 0-15-16,0 0-107 0,-4 10-5 16,4-10 66-16,4 10 73 0,-4-10 23 0,4 9 0 15,-4-9-9-15,1 6-10 0,-1-6-4 0,0 0-8 16,1 7-8-16,-1-7 1 0,0 0-7 0,0 0-4 0,3 6 0 16,-3-6-6-16,0 0-3 0,0 0-1 0,0 0-4 15,0 0 2-15,4 4-5 0,-4-4-4 16,5 4 1-16,-5-4 2 0,0 0-3 0,11 2-1 15,-11-2 2-15,13 3-2 0,-5-2-2 0,3 0-2 0,0 1-3 16,0-2 7-16,1 0-4 0,-1 2 0 0,0-2 1 16,1 1 0-16,1-2-3 0,0-1 3 0,-4 2-6 15,-2 0 2-15,5 0 1 0,-5-2 2 16,2 1 1-16,-9 1-5 0,12 0 3 0,-12 0-4 0,13-1-6 16,-6 1 8-16,-7 0 1 0,17-2 0 0,-17 2-2 15,15 2 1-15,-7-1-2 0,2-2 3 0,-10 1-2 16,14 4 1-16,-5-2 2 0,-1-1-3 0,-2-1 0 15,-6 0 2-15,14 3-4 0,-7-2 2 0,-7-1-3 16,9 4 2-16,-4-2 2 0,0 1-4 0,-5-3 5 16,10 6-3-16,-5-4-1 0,-5-2 1 0,7 6-2 15,-7-6 0-15,7 4-3 0,-7-4 3 0,4 7-1 16,-4-7 2-16,3 7 2 0,-3-7-4 0,0 10 3 0,0-3 3 16,0-7 5-16,-7 17 4 0,2-5 1 15,-5 5 7-15,-4 6 5 0,-1 3 0 0,-5 2 4 16,-10 9 3-16,9-7-6 0,-10 8 1 0,1 1 2 15,2 0-2-15,6-8-3 0,-2-1-5 0,-4 11-3 0,8-9-1 16,-9 8 0-16,4-1-2 0,4-10-1 16,-3 11-12-16,3-9-14 0,2-2-23 0,-4 10-29 15,7-10-35-15,0-1-19 0,2 1-30 0,1 0-37 16,-2 0-110-16,2-3-322 0,1-1 143 0</inkml:trace>
  <inkml:trace contextRef="#ctx0" brushRef="#br0" timeOffset="10249.49">8726 15059 51 0,'-3'-6'109'0,"-1"0"23"0,4 6 4 0,-5-10-13 16,3 5 7-16,2 5-15 0,-4-7-5 0,4 7-4 16,-5-7-3-16,5 7-13 0,0 0-12 0,-5-5-4 15,5 5-10-15,0 0-6 0,0 0 0 0,0 0 1 16,0 0-2-16,0 0-7 0,0 0 3 0,-7 21-6 16,6-12-12-16,2 6-2 0,-2 2 0 0,1 2-2 15,-3 5 1-15,3 5 5 0,-2-5-4 0,-2 7-7 16,-3-3 3-16,4 0-4 0,-2 1-2 15,1-3-4-15,1-2 2 0,1-4-2 0,-1-1-6 0,1-1 1 16,2-1-4-16,0-2 23 0,-2 2-3 16,1-6-13-16,2 1-10 0,-1-2-10 0,2 0-20 15,-2-2-22-15,1 0-24 0,-1 1-31 0,1-2-31 16,-1-7-22-16,1 11-27 0,-1-11-91 0,0 0-291 16,-2 11 129-16</inkml:trace>
  <inkml:trace contextRef="#ctx0" brushRef="#br0" timeOffset="10533.78">8460 15221 152 0,'0'0'150'0,"-8"-6"-15"0,8 6-9 0,0 0-17 16,0 0-10-16,0 0-8 0,0 0-7 0,0 0-4 15,-2 26-3-15,7-9-6 0,0 6-7 0,0 5-2 16,0 0-7-16,2 3-5 0,-1 0-7 0,1-5-3 15,0 2-1-15,-1-11-9 0,0 3-2 0,-1-5 7 16,2 1-5-16,-2-4-4 0,3-1-3 0,-3-1 2 16,3-3-1-16,1 1-8 0,-2-2 2 0,4-4 6 15,0 0-6-15,6-5-3 0,2-1 7 0,1-4-10 16,5-1 2-16,3-9 2 0,-1 3-10 0,-1 0-4 16,-3-1-6-16,-2 1-20 0,-4 5-28 0,-3-4-62 15,-3 6-35-15,-2 3-113 0,-4 1-283 0,-5 4 126 16</inkml:trace>
  <inkml:trace contextRef="#ctx0" brushRef="#br0" timeOffset="10978">8344 15953 213 0,'0'0'212'0,"-6"-5"-12"16,6 5-13-16,0 0-17 0,-3-5-18 0,3 5-14 16,0 0-16-16,0 0-13 0,-16 10-9 0,12 0 1 15,-1 8-9-15,-1 9-3 0,1 0-9 0,1 7-1 16,0-1-5-16,2 12-4 0,0-11-6 0,2 3-5 16,2 8 0-16,0-11-8 0,0 0-1 0,-1-3 1 15,1 1-1-15,1-2-2 0,2 1-6 0,-3-3-4 16,0-3-8-16,2 1 5 0,-3-9-4 0,0 2-2 15,0 0-5-15,1 0-2 0,-1-2-10 0,-1-1-2 16,0 0-18-16,-3-3-22 0,3 0-35 0,0-3-39 16,-3 0-34-16,3-10-30 0,-3 14-25 0,3-14-15 15,-3 9-123-15,3-9-356 0,-7 5 158 0</inkml:trace>
  <inkml:trace contextRef="#ctx0" brushRef="#br0" timeOffset="11511.42">8285 16519 67 0,'0'0'105'0,"18"-8"-6"15,-7 2 15-15,8-3-16 0,-1-1 2 0,7-6-14 16,-1-1-6-16,0-2-10 0,-1 0-1 16,3-3-8-16,-1 4 7 0,-4-1-11 0,-6 4-5 0,5-1-9 15,-8 2-4-15,1 1 0 0,-6-2-18 0,4 2 8 16,-5-3-6-16,0 9 0 0,-2-3-4 15,-4 10-2-15,0-16 1 0,0 16 1 0,-1-12-3 0,1 12-5 16,-9-11 7-16,9 11-4 0,-11-5 4 16,11 5-2-16,-13 0 2 0,13 0-2 0,-18 3 3 15,10 2 0-15,-2 1-3 0,1 2 1 0,1 2-2 16,-2 3 6-16,1 2-6 0,3 0 0 0,1-3 0 16,1 5 4-16,1-5-5 0,3 5-3 0,0-2-1 15,1-2 1-15,6 2 0 0,-3-4 4 0,5 4-16 0,0-7 14 16,1 2 1-16,4-2-5 0,3-2-1 15,-5-2-1-15,8-1 6 0,-1-3-6 0,0-4-2 16,1-1 2-16,-2-1-5 0,3-2 4 0,-1-1 1 16,-3-1-7-16,2-2-1 0,1-4-7 0,-7 3 10 15,-1 0-1-15,-1 0 0 0,-2-3-1 0,-4 2-3 16,-1 2-3-16,-1 0 3 0,-3-1 6 0,0 3-4 16,0 10 4-16,-8-18-1 0,4 9 1 0,-5 3-1 15,9 6-1-15,-14-10 6 0,6 6 1 0,2 4-5 16,6 0 6-16,-17 1 2 0,10 2-7 0,0 1 1 15,1 3-3-15,-4 3 1 0,5-1 3 0,-1 4-4 16,4 3 4-16,-1-4-5 0,5 4-1 0,-1 1 1 16,1-1-3-16,5-1 1 0,-2-4-10 0,5 3-8 15,0-2-12-15,-1-1-7 0,5-1-25 0,-3-5-22 16,6 0-23-16,0-1-3 0,1-3-7 0,0-5-12 16,1-2-75-16,0 0-223 0,1-5 99 15</inkml:trace>
  <inkml:trace contextRef="#ctx0" brushRef="#br0" timeOffset="11881.88">9012 16308 372 0,'10'-14'-15'0,"-3"4"12"0,-2 1 7 15,-3 0 9-15,2-3 12 0,-4 12 5 0,0-13 2 16,0 13 8-16,-9-9 23 0,9 9 1 0,-10-7-4 16,10 7 12-16,-15 0-1 0,15 0-3 0,-17 4-8 15,10-1-2-15,-1 6 7 0,-4 4-9 0,3 0 2 16,-2 0-12-16,3 1 0 0,0 0-1 0,2 0-12 16,1-2 3-16,4-1-8 0,-1 1 9 15,2 0-12-15,2-1-4 0,3-2-1 0,-3 1-3 16,3-2-1-16,0-2-5 0,-1-2 5 0,3 0-12 0,3-3 12 15,-4-1-6-15,-6 0 3 0,21-6 0 16,-14-1-4-16,4-2-5 0,-4-1 0 0,3-4 1 16,-3 0 3-16,1-3-4 0,-3-2-1 0,2-5 0 15,-3 5 6-15,-1-10-8 0,-1 12 3 0,0-9 1 16,-4-4-5-16,1 12 6 0,0-7-3 0,1 8 1 16,-3-10-3-16,6 6-6 0,-5 4 11 0,1-1 1 15,0 6-7-15,1-1 4 0,-1 4 6 0,1 9 6 16,-3-12-1-16,3 12-7 0,0 0 2 0,-2-12 3 15,2 12-7-15,0 0 1 0,0 0-3 0,0 0 7 16,8 32-1-16,-5-13 3 0,1 6 5 0,1 2-5 16,-1-2-1-16,1 2-12 0,0-2 6 0,1 1-3 15,0-1-15-15,-4-6-14 0,2 7-26 0,2-9-47 16,-2 0-59-16,1 1-103 0,-2-1-281 0,-1-8 126 16</inkml:trace>
  <inkml:trace contextRef="#ctx0" brushRef="#br0" timeOffset="12260.94">9237 15959 125 0,'0'0'156'0,"0"0"2"16,0 0-4-16,0 0-7 0,0 0-4 0,0 0-16 15,-7 41-10-15,7-21-6 0,0 0-15 0,-1 6-6 16,0-2-9-16,3-5-4 0,-3 10-8 15,1-14-7-15,3 2-3 0,-6-6-5 0,4 1-7 16,-1-12 0-16,-3 18-7 0,3-11-1 0,0-7-3 16,1 11-2-16,-1-11-6 0,0 0-1 0,0 0-7 15,1 10-4-15,-1-10-1 0,0 0 2 0,0 0-3 16,0 0-4-16,0 0-1 0,0 0-2 0,0 0 1 16,33-17-2-16,-24 13 0 0,2 1-8 0,-1-1 3 15,-10 4-3-15,20-2-2 0,-20 2-1 0,16 3 3 16,-10-3-4-16,3 7 6 0,-3-2-5 0,1 2 5 15,-2-3 1-15,-1 5 2 0,-3-2 1 0,0 1 7 16,-2 3 1-16,-3 3 2 0,0-5-5 0,-3 7 4 16,-3-2-5-16,-1 1 0 0,2-2-6 15,-2 1-6-15,1 1 5 0,-2-5-7 0,-1 2-13 0,6-5-14 16,3 0-18-16,-1-2-35 0,5-5-29 0,0 0-43 16,-7 6-21-16,7-6-98 0,0 0-301 0,0 0 133 15</inkml:trace>
  <inkml:trace contextRef="#ctx0" brushRef="#br0" timeOffset="12594.61">9555 16111 79 0,'3'-11'228'0,"-3"11"-9"0,0 0-12 0,0 0-14 0,-13-6-12 16,13 6-9-16,0 0-9 0,-23 19-15 0,11-7-12 16,1 2-15-16,1 1-14 0,3-4-9 0,1 5-10 15,1-1-8-15,0-3-9 0,1-1-9 0,3-1-7 16,-1 0-4-16,2 0-5 0,2-3-8 15,0 0-3-15,1 0-5 0,2-2-5 0,0-1 2 16,1-3-5-16,-6-1-3 0,14 4 0 0,-5-7-11 16,0-1-2-16,0 0-1 0,-1-2-6 0,1 0-1 15,-4-1 10-15,-1 0-11 0,1-1 4 0,-2-1 1 16,-2 0-2-16,-1 0-2 0,0 9 3 0,1-14-2 16,-1 9 5-16,0 5-5 0,0 0 4 0,0-12 1 15,0 12-4-15,0 0-2 0,0 0-6 0,0 0 5 16,3-4-2-16,-3 4 6 0,0 0-5 0,0 0 1 15,10 19-2-15,-9-12-1 0,2 2-8 0,2 0-14 16,-1 1-10-16,1-1-24 0,0-1-55 0,0-2-69 16,1 3-193-16,-1-2-410 0,-5-7 181 0</inkml:trace>
  <inkml:trace contextRef="#ctx0" brushRef="#br0" timeOffset="12814.87">9733 16062 19 0,'0'0'194'0,"-12"-5"-15"0,12 5-4 0,0 0-16 16,0 0-12-16,-18 16-5 0,16-6-16 0,-2 1-8 15,3 0-10-15,-1 2-11 0,2 3-7 0,2 0-14 16,0 1 3-16,3-3-15 0,1 2-7 0,-1-5-4 16,2 3-8-16,0-2-2 0,0-5-4 0,1 3-5 15,1-3-6-15,0-1-3 0,0 0-10 16,4-6-16-16,-4 1-36 0,-9-1-44 0,22-8-28 0,-11-1-24 15,0-1-16-15,3-3 1 0,-5-2-95 0,0 0-263 16,4-9 118-16</inkml:trace>
  <inkml:trace contextRef="#ctx0" brushRef="#br0" timeOffset="12995.68">9910 16094 658 0,'2'-18'-53'0,"-2"-6"11"0,1 6 22 15,-5-7 13-15,3 8 8 0,-2 0 13 16,-2 5 23-16,3-3 8 0,-1 2 19 0,1 4 33 0,-2-1 8 16,4 10 9-16,-5-11 3 0,5 11-5 15,-6-9-11-15,6 9-8 0,0 0-3 0,-2-2 4 16,2 2 23-16,0 0 1 0,0 0 1 0,2 35-7 0,-2-15-9 15,3 4-7-15,0 5-8 0,-2 0-10 0,0 1-3 16,2-3-11-16,-2 3-8 0,2-4-8 16,-1 3-7-16,-1-1-17 0,1-3-18 0,-2-4-27 15,-2-4-54-15,-1-1-69 0,3-4-70 0,-2 1-172 16,0-2-417-16,2-11 185 0</inkml:trace>
  <inkml:trace contextRef="#ctx0" brushRef="#br0" timeOffset="13194.27">9996 15944 135 0,'-13'9'200'0,"8"-1"-10"0,0 1 0 16,-3 1-7-16,2 2-3 0,2 0-12 0,2 4-9 16,-2-3-5-16,2 2-15 0,2-2-9 0,3-3-18 15,-3 2-8-15,3-1-13 0,-2 0-7 0,4-3-8 16,3 1-10-16,1-2-10 0,0-2-7 15,1-1-28-15,-3 1-36 0,-7-5-66 0,26 2-83 0,-9 0-208 16,-5-2-402-16,-12 0 179 0</inkml:trace>
  <inkml:trace contextRef="#ctx0" brushRef="#br0" timeOffset="13695.71">9402 17497 53 0,'-4'-20'186'15,"0"-6"0"-15,5-3-6 0,1-3-5 0,3 0-1 16,4-2-14-16,0-13-13 0,0 12-15 0,2-9-11 0,-1 11-14 16,-2-2-7-16,5-9-11 0,-6 11-10 15,1-1-5-15,-3 2-6 0,0-1-4 0,-2 4-8 16,-2 2-3-16,-1 8 9 0,-1 3 1 16,0 4 5-16,-2 1-7 0,-1 1-6 0,-3 2-9 0,-1 4-7 15,8 4-2-15,-18-3-3 0,18 3-8 0,-22 10-1 16,13-1-4-16,-1 8-7 0,1-3-2 0,7 2 0 15,2-3-7-15,2 4 6 0,4 1-6 16,6-2 3-16,0 0-8 0,5 3 6 0,6-2-6 0,3-3 7 16,-3 1-4-16,3-2 0 0,-2-1-5 0,0 0 3 15,-7-3-1-15,2 0 4 0,-5-1-3 0,1 2 0 16,-4-1-1-16,1 3 3 0,-3-2-4 0,-2 1 35 16,-2 0-5-16,-3 0-4 0,2-1 0 0,-1 4-6 15,-6-2-6-15,7 0-7 0,-8-1-15 0,2 2-17 16,-1-3-30-16,1 2-40 0,-4-3-40 15,6-9-36-15,-3 14-40 0,3-14-168 0,-3 10-412 16,3-10 183-16</inkml:trace>
  <inkml:trace contextRef="#ctx0" brushRef="#br0" timeOffset="13862.15">9794 16984 201 0,'1'-13'201'15,"-1"13"-11"-15,0 0-8 0,2-13-11 0,-2 13-11 16,0 0-15-16,0 0-13 0,0 0-14 15,0-10-6-15,0 10 1 0,0 0-4 0,0 0-10 16,7 36-11-16,-4-17-9 0,-2 2-4 0,2-2-16 16,0 5-11-16,1 2-21 0,-4-1-17 0,3-2-29 15,1-4-41-15,-2-3-77 0,1 1-69 0,0-1-111 16,-2-5-342-16,-1-11 152 0</inkml:trace>
  <inkml:trace contextRef="#ctx0" brushRef="#br0" timeOffset="14261.33">10027 16863 130 0,'0'0'194'16,"-19"10"-4"-16,19-10-21 0,-18 13-12 0,10-7-17 16,8-6-8-16,-13 12-16 0,9-5-10 0,4-7-12 15,-6 15-3-15,6-15-18 0,0 15 0 0,0-15-12 16,6 18-7-16,-1-8-2 0,-1 0-11 0,5 1 3 15,-2 1-6-15,3 2-2 0,-2 0-3 0,2-1-5 16,-5-1 0-16,4 2-5 0,-4 3-1 0,3-2-5 16,-4 2 1-16,1 2-1 0,-2 0-4 0,-3-2-6 15,0 9-8-15,-1-5-25 0,-3-3-21 0,1 7-53 16,0-5-66-16,-1-1-144 0,-4-4-336 0,6 1 150 16</inkml:trace>
  <inkml:trace contextRef="#ctx0" brushRef="#br0" timeOffset="14461.75">10133 16987 81 0,'0'0'183'0,"4"-14"5"0,-4 14-7 0,6-11-8 0,-6 11-11 16,10-10-16-16,-10 10-11 0,12-7-10 15,-2 6-5-15,-10 1-18 0,22 0-9 0,-22 0-8 16,24 1-7-16,-14 5-8 0,-10-6-7 0,21 8-6 15,-12-2-10-15,2-2-11 0,-2 3-16 0,-9-7-26 16,17 12-31-16,-11-7-54 0,2 2-93 0,-8-7-121 16,9 11-330-16,-9-11 146 0</inkml:trace>
  <inkml:trace contextRef="#ctx0" brushRef="#br0" timeOffset="14802.28">10465 16822 147 0,'0'0'222'0,"0"0"0"0,-22-1 5 16,22 1-6-16,-16 8-15 0,6-2-24 0,2 3-7 16,-2 1-29-16,-1 6-2 0,2-1-13 0,2 2-16 15,2-3-11-15,-2 4-10 0,5-4-11 0,1-1-12 16,1-3-8-16,0 2-5 0,1-2-4 16,1-1-10-16,2-2 0 0,-4-7-8 0,9 13 1 0,-9-13-8 15,10 5 0-15,-10-5-5 0,14 0-2 0,-14 0-2 16,18-8-2-16,-9 1-2 0,0-3-5 15,-1 1 1-15,0-4-2 0,-2-2-1 0,0 1 1 16,-2-3-2-16,-3 3 0 0,2-2-1 0,-2 4-3 16,-1 12 6-16,1-22-6 0,-1 22-10 0,3-13 15 15,-3 13-3-15,0 0-6 0,1-13 0 0,-1 13 1 16,0 0-2-16,0 0 4 0,0 0-4 0,0 0 4 16,0 0-2-16,18 32 1 0,-14-21-1 0,1 6-1 15,2-1 1-15,-2-1-4 0,1-3-8 0,-1 0-21 16,-1 0-31-16,2 0-40 0,1-3-84 0,-2 1-263 15,-5-10-487-15,9 7 216 0</inkml:trace>
  <inkml:trace contextRef="#ctx0" brushRef="#br0" timeOffset="14967.26">10770 16590 284 0,'-8'-5'270'0,"8"5"-16"16,0 0-21-16,0 0-18 0,0 0-27 0,-13 28-11 15,13-10-18-15,0 9-16 0,1-2-17 0,2 3-12 16,1-1-15-16,-1 1-22 0,4 1-34 16,-2 2-47-16,1-5-105 0,2 1-270 0,-7-7-409 15,4 0 181-15</inkml:trace>
  <inkml:trace contextRef="#ctx0" brushRef="#br0" timeOffset="21895.22">10323 14704 90 0,'-15'-9'86'0,"15"9"3"16,0 0-17-16,0 0 2 0,0 0-3 0,0 0-6 15,0 0 5-15,-14-1 0 0,14 1-13 0,0 0 1 16,0 0-13-16,0 0 11 0,0 0-7 0,-13-2-5 16,13 2-7-16,0 0 8 0,0 0-4 0,0 0-5 15,-13-1-2-15,13 1-4 0,0 0 2 0,0 0-2 16,0 0 6-16,0 0-2 0,-15 0 5 16,15 0-5-16,0 0 1 0,-8 1-2 0,8-1-1 0,0 0 5 15,0 0-8-15,-7 2 0 0,7-2-13 0,0 0 6 16,0 0-1-16,0 0-5 0,0 0 7 0,0 0-11 15,0 0-2-15,0 0 2 0,0 0-5 0,0 0 0 16,0 0 2-16,0 0-4 0,29-3 1 16,-14 2 2-16,6-2-2 0,-2 1 2 0,4-2-2 15,4-1-1-15,0 1 1 0,2-1 0 0,-5-3-6 0,-2 3 9 16,0 1-3-16,-3 1-6 0,1-4 4 0,-1 4-3 16,0 0 2-16,-4-3 6 0,-4 4-5 15,3 0-1-15,-6-1 3 0,-8 3 5 0,14-3 4 16,-8 2 9-16,-6 1 13 0,8-4 5 0,-8 4 3 15,0 0 4-15,9 2 4 0,-9-2-3 0,0 0 2 16,0 0 0-16,0 0 1 0,0 0-1 0,0 0-4 0,0 0-5 16,0 0-6-16,0 0-3 0,0 0 2 15,0 0-9-15,0 0-3 0,0 0-9 0,0 0-3 0,0 0-7 16,0 0-16-16,0 0-26 0,0 0-30 16,0 0-54-16,0 0-53 0,0 0-52 0,0 0-117 15,-25 13-371-15,21-5 164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4T10:17:36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17 36 0 0,'0'0'72'0'0,"-15"-4"-92"0"0,6-2-20 0 0,3-1 12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2T10:30:47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1 116,'0'0'166,"17"25"1249,-9-20-1515,-1-1 0,1 0 0,0 0 0,0 0 0,0-1-1,1 0 1,-1 0 0,1-1 0,11 2 0,-14-3-95,5 1-90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2T10:30:48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8,'0'0'160,"-1"6"-127,-2 18-11,3-18 24,1-1-50,0-1 0,0 1 0,-1-1 1,1 1-1,-1 0 0,0 0 1,0-1-1,0 1 0,-2 6 0,-1-3-84,2-6 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6:35:32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25971 5703 41 0,'0'0'44'0,"0"0"-5"0,0 0 3 16,0 0-6-16,0 0-8 0,0 0 1 0,0 0-4 15,0 0-2-15,0 0-1 0,0 0-8 0,0 0 5 16,0 0-5-16,0 0-8 0,0 0 3 0,0 0-8 16,0 0-2-16,0 0 3 0,0 0-8 0,0 0-5 15,0 0 15-15,0 0-13 0,0 0 1 0,0 0 2 16,0 0-1-16,0 0-9 0,0 0-2 0,0 0-3 16,0 0-29-16,0 0-53 0,0 0 24 15</inkml:trace>
  <inkml:trace contextRef="#ctx0" brushRef="#br0" timeOffset="13586.82">18458 4623 11 0,'0'0'89'16,"0"0"-4"-16,0 0 3 0,0 0-14 0,0 0 6 0,0 0-12 15,0 0 0-15,0 0-3 0,0 0-13 0,0 0 6 16,0 0-2-16,0 0 5 0,0 0-7 16,0 0 1-16,0 0 0 0,0 0-5 0,0 0 1 15,0 0-1-15,0 0-2 0,0 0 2 0,0 0-6 16,0 0-1-16,0 0-5 0,0 0 3 0,0 0-10 0,0 0 2 15,0 0-10-15,0 0-4 0,0 0-1 0,0 0-10 16,0 0 0-16,0 0 4 0,0 0-14 16,8 1 11-16,-8-1-9 0,0 0 7 0,3 10-3 15,-3-10-4-15,2 11 7 0,0-5-5 0,-2-6-4 16,4 12 2-16,-2-6 0 0,-1-1 2 0,2 0-1 0,-3-5 1 16,3 14-10-16,-2-9 13 0,1 1 1 15,-2-6 1-15,4 8-1 0,-4-8 0 0,4 7 9 16,-4-7-8-16,3 5 3 0,-3-5-4 0,0 0 8 15,0 0 0-15,0 0 0 0,2 7 2 0,-2-7-2 16,0 0 4-16,13-4-11 0,0-8-28 0,9-5-36 16,6-8-31-16,15-15-30 0,27-20-131 0,1 2-268 0,8-4 118 15</inkml:trace>
  <inkml:trace contextRef="#ctx0" brushRef="#br0" timeOffset="14902.6">11146 4864 45 0,'0'0'107'0,"0"0"-5"0,0 0-16 0,0 0-10 16,0 0-6-16,0 0-10 0,0 0-5 0,0 0 2 15,-4-4-12-15,4 4-5 0,0 0-20 0,0 0 13 16,0 0-2-16,0 0-3 0,0 0-7 0,0 0 5 16,0 0-2-16,0 0 4 0,0 0 4 0,0 0 12 15,16-7 1-15,-2-2-8 0,11-8 2 0,7-1-4 16,18-18-5-16,32-20 1 0,1-4-30 0,9-6-31 16,8-5-45-16,5-1-37 0,9-3-61 0,5-9-185 15,1-2 83-15</inkml:trace>
  <inkml:trace contextRef="#ctx0" brushRef="#br0" timeOffset="72135">22399 12662 78 0,'0'0'109'0,"0"0"-11"0,0 0-10 15,0 0-5-15,0 0-3 0,0 0-2 0,1-8-2 16,-1 8-6-16,0 0 8 0,0 0-14 0,0 0 6 15,0 0-9-15,-6-9 8 0,6 9-10 16,0 0-1-16,0 0-2 0,0 0 5 0,-2-9 2 0,2 9-1 16,0 0 1-16,0 0-2 0,-2-6 5 0,2 6-5 15,0 0-1-15,0 0-5 0,-3-8-1 0,3 8-7 16,0 0 1-16,0 0-1 0,0 0-4 0,0 0-6 16,0 0 2-16,0 0-1 0,0 0 1 0,0 0-3 15,0 0 4-15,0 0 1 0,-2-8 3 0,2 8-2 16,0 0 2-16,0 0-3 0,0 0 0 0,0 0-8 15,0 0 19-15,0 0-8 0,0 0-5 0,0 0-2 16,0 0-3-16,0 0-5 0,0 0-1 0,0 0-3 16,0 0-4-16,0 0-1 0,0 0 2 0,0 0-1 15,15 16 1-15,-12-11 21 0,3 3 5 0,-4-2-4 16,5 3-3-16,-1 2 9 0,2-1-5 0,3 2 0 16,0 4 5-16,-1-4-2 0,0 2-5 0,0-1 2 15,-2 3-6-15,1-3-7 0,0 1 1 0,-3-3-5 16,3 2 3-16,-2-4-4 0,0 2-12 0,1-3 1 15,-1 4 2-15,1-4-3 0,-1 0 0 0,-1 1-7 16,-1-2 6-16,2-1-4 0,-2-2 1 0,-1 1-2 16,-1-1-3-16,-3-4 0 0,4 7 5 0,-4-7 1 15,5 3-8-15,-5-3 5 0,0 0-2 0,0 0-4 16,12-13 2-16,-8 7 2 0,-1-2-4 0,1-1 5 16,-1-5-2-16,1 4-3 0,1-7 5 0,-1 1-7 15,2-1 4-15,-2 0-4 0,0-1 3 0,-2 2 0 16,3-3 3-16,1 2-5 0,-4-2 0 0,1 4 1 15,2-3-1-15,-1 2-4 0,-3 4 1 0,0 2 2 16,-1 1 1-16,0 2-2 0,1 0-2 0,-1 7 5 16,2-10-2-16,-2 10-4 0,2-7-12 0,-2 7-3 15,0 0-21-15,0 0-22 0,0 0-21 0,0 0-20 0,0 0-15 16,0 0-29-16,0 0-62 0,-9 27-34 16,4-15-28-16,3-2-168 0,-2 1-474 0,1 0 210 15</inkml:trace>
  <inkml:trace contextRef="#ctx0" brushRef="#br0" timeOffset="72535.28">22838 12800 24 0,'2'-8'246'0,"-2"8"-1"0,0 0 5 15,0 0-7-15,0 0-12 0,0 0-18 0,0 0-19 16,0 0-19-16,0 0-16 0,0 0-11 0,0 0-17 16,0 0-11-16,0 0-15 0,0 0-10 0,0 0-2 0,-23 9-9 15,19-5-14-15,0 2-9 0,4-6-9 16,-8 10-7-16,7-4-2 0,1-6-1 0,-1 12-3 16,1-12-9-16,1 14 1 0,0-9-8 0,2 3-3 15,1-1-1-15,-1-1-2 0,3 2 0 0,-2-3-3 0,2 2-1 16,0-2 0-16,1 2-4 0,-4-4-1 0,1 2 2 15,1 2-3-15,1-3-3 0,-2-1 3 16,2 3-4-16,-6-6 1 0,7 7 2 0,-7-7-1 16,4 7 3-16,-1-3-4 0,-3-4-2 0,4 6-8 0,-4-6-3 15,1 6-2-15,-1-6 7 0,0 0-3 0,-5 10 4 16,5-10-7-16,-7 7 1 0,7-7 0 0,-7 4-3 16,7-4-7-16,-10 5-6 0,4-4-8 15,6-1-11-15,-9 4-15 0,9-4-22 0,-6 4-24 0,6-4-33 16,-7 1-45-16,7-1-61 0,0 0-152 0,0 0-428 15,-13-5 190-15</inkml:trace>
  <inkml:trace contextRef="#ctx0" brushRef="#br0" timeOffset="72746.14">23007 12836 138 0,'0'0'180'0,"0"0"3"0,9 0 2 0,-9 0-17 0,0 0-3 16,13-4-8-16,-5 2-1 0,1-2-17 0,1 1-14 16,1 0-8-16,1 1-14 0,0-2-13 0,0 1-9 15,1 1-7-15,-3 0-26 0,-1-1-32 0,-3 0-35 16,2 3-44-16,-8 0-29 0,10-3-49 0,-10 3-40 16,8 0-91-16,-8 0-294 0,0 0 130 0</inkml:trace>
  <inkml:trace contextRef="#ctx0" brushRef="#br0" timeOffset="73132.95">23224 12616 140 0,'0'0'259'0,"0"0"-5"0,2-11-12 15,-2 11-14-15,0 0-21 0,0 0-20 0,1-7-19 16,-1 7-20-16,0 0-19 0,0 0-15 0,0 0-1 15,0 0-7-15,0 0-8 0,11 16-5 0,-6-6-4 16,-2-1-8-16,2 3-5 0,-1-2-4 0,0 1-7 16,0 0-4-16,1 0-10 0,0 1 3 0,-1-4-7 15,0 1-1-15,-2-1-6 0,1-2-5 0,1 2-6 16,-2-3 2-16,1 0-3 0,-3-5-7 0,5 9 1 16,-5-9-5-16,4 4 5 0,-4-4-7 0,3 6 0 15,-3-6 3-15,0 0 11 0,6 7 6 0,-6-7 10 16,0 0 9-16,0 0 4 0,0 0-4 0,0 0-7 15,14-10 2-15,-8 4 0 0,-1-3 6 0,-1 0-16 16,1-2 15-16,3-2-17 0,-6 0-2 0,5-2-4 16,-2-1-7-16,-1 5 4 0,-1-1-8 0,1 1-3 15,-1 2-3-15,-2 2-14 0,1 0-15 0,-2 7-26 16,3-9-30-16,0 3-27 0,-3 6-41 0,0 0-44 16,0 0-37-16,0 0-27 0,0 0-29 0,0 0-209 15,0 0-524-15,0 0 232 0</inkml:trace>
  <inkml:trace contextRef="#ctx0" brushRef="#br0" timeOffset="73509.87">23581 12679 86 0,'0'0'286'15,"4"-7"0"-15,-4 7-3 0,0 0-2 0,0 0-14 16,0 0-11-16,0 0-17 0,0 0-22 0,0 0-18 15,0 0-23-15,0 0-16 0,5-3-15 0,-5 3-23 16,0 0-3-16,0 0-18 0,0 0 1 0,0 0-12 16,0 0-3-16,-5 21-12 0,2-13-7 0,-1 2-7 15,2 1-7-15,-2 1-5 0,2 0-7 0,-2 3 1 16,2 0-7-16,0-3-3 0,0 4 0 0,1 1-3 16,-1-3 0-16,3 3-13 0,-1-2-4 0,1 1 6 15,-2 1 5-15,1 0 2 0,1-1 3 0,2 1 15 16,-2 2-29-16,-1-3-1 0,3 0 2 0,-2-5 1 15,0 3-1-15,1-3 1 0,0 1 4 0,-2 0-2 0,1-3 3 16,2 1-6-16,-3-2-2 0,1-1 2 0,-1-7-1 16,0 12 9-16,0-5-14 0,0-7-11 15,-1 9-16-15,1-9-13 0,-3 8-34 0,3-8-29 16,-6 4-38-16,6-4-52 0,-13 1-61 0,5-2-54 16,8 1-273-16,-23-6-616 0,11 0 273 0</inkml:trace>
  <inkml:trace contextRef="#ctx0" brushRef="#br0" timeOffset="73649.86">23497 12918 72 0,'0'0'175'0,"5"-4"-17"15,-5 4-2-15,0 0-11 0,0 0 0 0,6-6 0 16,-6 6 1-16,0 0-12 0,9-4-13 0,-4 1-11 16,4 2-10-16,1-4-10 0,4 2-14 15,-1-2-23-15,4-1-53 0,-1 0-50 0,2-3-61 16,-2 1-167-16,0 0-301 0,-3-1 134 0</inkml:trace>
  <inkml:trace contextRef="#ctx0" brushRef="#br0" timeOffset="75555.84">22887 12340 109 0,'0'0'141'0,"0"0"-6"0,0 0 0 16,0 0 0-16,0 0-3 0,0 0-8 0,0 0-3 0,0 0-5 16,0 0-7-16,0 0-9 0,0 0-2 15,0 0-10-15,0 0-3 0,0 0-6 0,0 0-9 16,0 0-9-16,0 0-3 0,0 0-9 0,0 0-4 16,0 0-7-16,0 0 2 0,0 0-6 0,0 0-1 0,0 0-9 15,17-4 2-15,-17 4-4 0,16-3-1 16,-3 2-11-16,-2-1-11 0,2 0-30 0,0 0-30 15,-1 0-24-15,2-1-41 0,-3 0-29 0,2 2-142 16,-3 0-321-16,0-1 142 0</inkml:trace>
  <inkml:trace contextRef="#ctx0" brushRef="#br0" timeOffset="75723.83">22874 12431 87 0,'0'0'175'0,"0"0"-11"0,0 0-3 0,0 0-7 16,0 0-16-16,0 0-12 0,0 0-10 16,0 0-17-16,0 0-23 0,31-9-27 0,-18 5-23 0,4-1-40 15,2-1-48-15,1 0-43 0,0 0-94 0,0 0-215 16,-1 0 96-16</inkml:trace>
  <inkml:trace contextRef="#ctx0" brushRef="#br0" timeOffset="102672.79">23264 12011 9 0,'0'0'44'0,"-4"-6"1"0,4 6-9 0,0 0 0 0,0 0-9 16,0 0-2-16,0 0 2 0,0 0-1 0,0 0-3 15,0 0 8-15,0 0-23 0,0 0-22 0,0 0 5 16,0 0-1-16,0 0-4 0,0 0 5 0,0 0 20 15,0 0 16-15,0 0 5 0,-4-6 0 0,4 6-6 16,0 0 0-16,0 0-3 0,0 0-3 0,0 0-1 16,0 0-6-16,0 0 1 0,0 0 5 0,0 0 5 15,0 0 3-15,0 0-13 0,0 0 1 0,0 0-2 16,0 0 5-16,0 0-13 0,0 0 10 0,0 0-5 16,0 0 0-16,0 0 8 0,0 0-16 0,0 0 6 15,0 0-4-15,0 0-1 0,0 0 8 0,0 0-3 16,0 0 7-16,0 0 4 0,0 0-2 0,0 0 6 15,13-5 0-15,-13 5 0 0,0 0-8 0,5-8 0 16,-5 8-4-16,7-8 8 0,-4 5-4 0,1-1 4 16,0-2-5-16,-4 6-1 0,8-9-5 0,-4 3-4 15,-1 0 8-15,0-1-4 0,1 2 7 0,-4 5-4 16,5-10 7-16,-2 5-5 0,-3 5 11 0,3-12 9 16,-1 8 0-16,-2 4-5 0,3-7 0 0,-3 7 1 15,0 0-4-15,0-12-6 0,0 12 1 0,2-7 0 0,-2 7-7 16,0 0 2-16,0 0 1 0,0-13 6 15,0 13-9-15,0 0-8 0,0-7 4 0,0 7-1 16,0 0-2-16,0 0 2 0,-2-10 0 0,2 10-4 16,0 0 4-16,2-8-2 0,-2 8-1 0,1-7-4 0,-1 7 1 15,0 0 8-15,0-11-6 0,0 11-3 16,0 0 1-16,0-11-2 0,0 11 8 0,0 0 1 0,1-5 2 16,-1 5-16-16,0 0 15 0,0 0-3 15,0 0 3-15,1-9-5 0,-1 9-1 0,0 0-1 0,0 0 4 16,0 0-6-16,0 0 4 0,0 0 16 15,0 0-18-15,0 0-6 0,0 0 11 0,0 0-5 16,0 0 0-16,0 0 5 0,0 0 1 0,0 0-2 16,0 0 5-16,0 0-2 0,0 0 0 0,0 0-3 0,0 0 0 15,0 0-1-15,0 0-4 0,-8-6 7 0,8 6-6 16,0 0-3-16,0 0-2 0,0 0 1 16,0 0 1-16,0 0 3 0,0 0-3 0,-11 15-3 15,11-15 0-15,-2 7 3 0,2-7-3 0,-3 9 7 0,3-9-5 16,-1 13-7-16,0-6 11 0,1-7-8 0,-2 12 10 15,2-12-7-15,2 11-2 0,-4-5 3 0,2-6 2 16,0 13-2-16,2-8-5 0,-2-5 2 16,1 11 9-16,-1-11-5 0,0 8-13 0,0-8 9 0,1 8 9 15,-1-8-9-15,0 0 6 0,2 9-4 0,-2-9-1 16,0 0 0-16,0 8 0 0,0-8 7 0,1 7 0 16,-1-7 0-16,2 6 0 0,-2-6-2 0,0 0-6 15,3 7-10-15,-3-7-5 0,0 0-15 0,5 5-34 16,-5-5-4-16,10 2-14 0,-10-2-21 0,12 1-105 15,-6-1-229-15,-6 0 102 0</inkml:trace>
  <inkml:trace contextRef="#ctx0" brushRef="#br0" timeOffset="102877">23350 11600 56 0,'0'0'152'0,"0"0"-23"0,-5-6-18 0,5 6-22 16,0 0-18-16,0 0-41 0,0 0-17 0,0 0-6 16,0 0-36-16,0 0-77 0,0 0-113 15,0 0 51-15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6:38:25.7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21497 9458 24 0,'0'0'62'0,"0"0"-9"0,0 0-1 0,0 0-7 15,0 0-3-15,0 0-11 0,0 0 0 0,0 0-9 16,0 0-2-16,0 0-5 0,0 0-15 0,0 0-3 15,0 0-3-15,0 0-9 0,0 0-7 0,0 0-6 16,0 0-27-16,0 0-57 0,6 23 26 0</inkml:trace>
  <inkml:trace contextRef="#ctx0" brushRef="#br0" timeOffset="668.39">21514 9504 34 0,'0'0'50'0,"0"0"-8"0,0 0 8 0,0 0-4 15,0 0 0-15,0 0 2 0,0 0-5 0,0 0 6 0,0 0-3 16,0 0-5-16,0 0 10 0,0 0-7 16,0 0-3-16,0 0-4 0,0 0 4 0,0 0 10 15,0 0-11-15,0 0 1 0,0 0-2 0,0 0-15 16,0 0 8-16,0 0 13 0,12-14-3 0,-8 9-7 15,-4 5-3-15,5-8-4 0,-2 2-4 0,3 0-6 0,-4 1 7 16,2-2-7-16,0 0 3 0,0 2-1 0,-4 5 8 16,6-12-2-16,-3 9-1 0,-1-4-4 15,3 1-3-15,-2 0 0 0,-3 6 0 0,5-10 6 0,-1 6-4 16,-1-1-4-16,-3 5 1 0,3-9 3 16,-3 9-3-16,6-7-4 0,-6 7 4 0,2-4 0 15,-2 4-4-15,0 0 10 0,1-10 1 0,-1 10 3 16,0 0-12-16,0 0-2 0,4-9 5 0,-4 9-5 0,0 0 7 15,0 0-15-15,0 0 12 0,3-7-2 0,-3 7 1 16,0 0-2-16,0 0-3 0,0 0-2 0,0 0 6 16,0 0 1-16,0 0 5 0,0 0-13 15,0 0 3-15,0 0-5 0,0 0 8 0,2-6-6 0,-2 6 3 16,0 0-3-16,0 0-2 0,0 0 2 0,0 0-1 16,0 0-4-16,0 0 4 0,0 0-6 0,0 0 3 15,0 0-2-15,0 0-7 0,0 0 9 0,0 0-1 16,0 0-1-16,-19 13-3 0,19-13 6 0,-4 5-2 15,4-5-2-15,-4 7-2 0,4-7-2 0,-2 10 6 16,2-10-5-16,-4 7 1 0,4-7 5 0,-5 12-2 16,5-12 1-16,-1 10-4 0,-1-3-4 0,2-7 5 15,-1 11 0-15,0-5 1 0,1-6-8 0,-1 12 8 16,-1-6 1-16,2-6-3 0,0 9 0 0,0-9-2 16,0 9 2-16,0-9-4 0,2 8 3 0,-2-8 3 15,1 9-3-15,-1-9-2 0,1 8 1 0,-1-8 4 16,0 0-6-16,1 9 3 0,-1-9 1 0,3 6 4 0,-3-6-3 15,0 0 8-15,5 6-11 0,-5-6 6 16,6 3 0-16,-6-3-3 0,4 4 1 0,-4-4-6 16,4 5-13-16,-4-5-16 0,8 4-17 0,-8-4-8 15,10 0-22-15,-10 0-15 0,10 1-11 0,-10-1-23 0,11 0-101 16,-11 0-250-16,11-4 112 0</inkml:trace>
  <inkml:trace contextRef="#ctx0" brushRef="#br0" timeOffset="871.45">21678 9208 75 0,'0'0'108'0,"0"0"-5"0,0 0-19 16,-8-4-1-16,8 4-21 0,0 0-9 15,0 0-24-15,0 0-30 0,0 0-16 0,0 0-31 16,-5 15-41-16,4-9-96 0,-2 1 43 0</inkml:trace>
  <inkml:trace contextRef="#ctx0" brushRef="#br0" timeOffset="3321.27">27292 11117 14 0,'-4'-4'169'0,"-1"-5"-3"0,5 2-5 16,-6 0 0-16,4-3-6 0,-4 2 1 0,6 1-4 16,0 7 6-16,-6-7-9 0,6 7-11 0,-2-9-4 15,2 9-9-15,-5-7-14 0,5 7-10 0,-2-5-9 16,2 5-7-16,0 0-15 0,0 0-4 0,0 0-6 16,0 0 8-16,-18 18 6 0,13-1-1 0,-3 1-5 15,-1 8-5-15,-3 1-9 0,1 1-4 0,-3-2-6 16,6 1-5-16,1-2-2 0,-6 1-5 0,8-7-2 15,-2-2-2-15,2 0-5 0,1-2 5 0,0 0-9 16,2-2-2-16,-2-4-2 0,0-3-2 0,2 2-1 16,2-8-1-16,-4 9-1 0,2-5-1 0,2-4 0 15,0 0 3-15,0 7-1 0,0-7 2 0,0 0-4 16,0 0 2-16,0 0-3 0,0 0 1 0,0 0-7 16,13-29 2-16,-8 13-2 0,-3 0 4 0,7-7-7 0,0-3 0 15,0 4 3-15,0-5-5 0,-2 1-5 0,-1-3 7 16,4 0-5-16,-4-1 0 0,1 0-2 15,-1-3-2-15,2 5 1 0,0 1 1 0,-1 3 5 16,-1 6 3-16,-1 2-8 0,2 4-2 0,-5 2 14 0,1 0-9 16,-1 4-1-16,0 1 3 0,-2 5-5 15,4-9 5-15,-4 9-5 0,7-3 4 0,-7 3 2 16,0 0 2-16,12 10-1 0,-8 1 5 0,2 1-1 0,-1 4 3 16,1 3 3-16,0 6 3 0,0 1 0 0,3 3 0 15,-3-2-1-15,-1 1 13 0,3-2-15 0,-4-7 4 16,2 6-3-16,-1-1 6 0,-1-8-2 0,0 2-4 15,1-3 3-15,-2 1-2 0,3-4-1 0,-2 0 6 16,-1-1-12-16,-1-1 7 0,3-1-4 0,-1 2-6 16,1-3 11-16,-5 0-10 0,4 1-5 0,-3 0-8 15,0-4-8-15,-1-5-8 0,3 11-13 0,-3-11-38 16,0 8-44-16,0-8-50 0,0 9-10 0,0-9-19 16,0 0-29-16,-3 9-169 0,3-9-430 0,-6 4 190 15</inkml:trace>
  <inkml:trace contextRef="#ctx0" brushRef="#br0" timeOffset="3490.1">27183 11289 11 0,'0'0'165'0,"-8"-5"-4"0,8 5-6 16,-6-3-13-16,6 3 0 0,-3-6-19 0,3 6-12 15,0 0-9-15,11-10-9 0,-3 5-12 0,3 0-6 16,1-1-9-16,3 0-26 0,5 0-27 0,-3 0-48 15,4 1-31-15,-2-2-44 0,0 3-102 0,1-1-229 16,-4 2 102-16</inkml:trace>
  <inkml:trace contextRef="#ctx0" brushRef="#br0" timeOffset="3629.21">27626 11149 56 0,'5'-2'169'0,"-5"2"0"0,14-4-2 0,-5 1-8 16,1 0-9-16,1 1-22 0,-1 2-25 15,1 1-43-15,1 0-26 0,-5 1-40 0,-7-2-26 16,14 0-36-16,-6 1-39 0,-3 4-57 0,-1-1-178 0,-4-4 80 16</inkml:trace>
  <inkml:trace contextRef="#ctx0" brushRef="#br0" timeOffset="3778.46">27654 11309 53 0,'-6'8'182'0,"6"-8"-13"0,0 0 1 0,0 0-5 15,-3 4-8-15,3-4-11 0,0 0-20 0,0 0-11 16,0 0-13-16,0 0-17 0,20-3-28 16,-7 2-27-16,-2-1-43 0,8 0-51 0,1-1-56 0,0 2-107 15,-1-3-246-15,0 0 110 0</inkml:trace>
  <inkml:trace contextRef="#ctx0" brushRef="#br0" timeOffset="4401.55">28186 10833 17 0,'0'0'215'0,"-2"-5"-5"0,2 5-8 15,0 0-10-15,-3-9-4 0,3 9-17 16,0 0-17-16,0 0-12 0,0 0-17 0,0 0-15 16,0 0-16-16,0 0-11 0,0 0-6 0,0 0-8 15,0 0-1-15,17 26-7 0,-9-9-5 0,1 0-8 16,0 1-1-16,5 5-5 0,-4 0-4 0,1-1-1 16,-3-4-4-16,1-1 0 0,-1-3-4 0,0 0-5 15,-2-3-3-15,-1 1 0 0,1-4-3 0,-1 2-1 16,-3-1-1-16,3-5-2 0,-3 1 2 0,-2-5 9 0,5 8 8 15,-3-4 11-15,-2-4 12 0,0 0 10 0,5 5 7 16,-5-5 23-16,0 0-4 0,0 0 1 16,0 0-5-16,0 0-9 0,0 0-7 0,0 0-6 15,8-21-8-15,-6 11-7 0,-1-2-9 0,4-5 2 0,-1 0-9 16,-2 0-2-16,1-3 7 0,1-5-9 0,0 6-13 16,1 2-1-16,0-4-2 0,-1 3-6 15,2 0 11-15,-2 1-19 0,-1 2 6 0,3 5-11 0,-3 1-9 16,-1-1-9-16,0 6-19 0,-2 4-24 15,0-10-32-15,0 10-44 0,0 0-37 0,6-5-18 0,-6 5-29 16,0 0-1-16,14 4-10 0,-14-4-8 0,17 9-140 16,-8-1-416-16,5 0 184 0</inkml:trace>
  <inkml:trace contextRef="#ctx0" brushRef="#br0" timeOffset="4668.22">28624 10965 98 0,'0'12'140'0,"0"-3"-11"15,0 2 5-15,0 0-6 0,0 0 4 0,0-1-12 16,0 1-8-16,0-1-5 0,3-1-11 0,-1-1 0 16,2 2 0-16,-1-2-6 0,0-2 1 0,0 0 1 15,2 0 0-15,1 0 0 0,3-1 3 0,-1-3 8 16,-1-1-4-16,5 0-9 0,-2-2-5 0,0-2-6 16,3 0-11-16,-1-3-4 0,-2-2-8 0,2 2-2 15,1-5-6-15,-1 0-3 0,-6 3-2 0,-1-2-3 16,0 1-3-16,-3-1-2 0,0-1-7 0,-2 0-4 15,2 0 2-15,-4-2-6 0,1 2-2 0,-3-2-2 16,-1 1-10-16,-3 3-9 0,1 0-14 0,1 1-9 16,-2 2-24-16,-1 1-44 0,-4 2-25 0,3 3-37 15,-4 2-21-15,-2 1-31 0,-4 6-155 0,-2 4-393 16,3-1 175-16</inkml:trace>
  <inkml:trace contextRef="#ctx0" brushRef="#br0" timeOffset="4868.54">28337 11339 12 0,'-3'4'179'15,"3"-4"-11"-15,0 0-5 0,-4 7 2 0,4-7 1 16,0 0-1-16,0 0-1 0,11 8-3 0,1-7-11 16,-2-2-13-16,9 1-13 0,2-2-8 0,7-3-13 15,4 3-14-15,-3-4-11 0,2 0-16 0,-2 1-18 0,-2-1-26 16,-7 2-42-16,-2 2-68 0,1-1-35 15,-4 1-39-15,-3 1-144 0,-4 1-334 0,-8 0 148 16</inkml:trace>
  <inkml:trace contextRef="#ctx0" brushRef="#br0" timeOffset="5218.08">28450 11445 55 0,'0'0'180'0,"5"10"-2"16,-2-5 11-16,2 0-3 0,3 8-9 0,-1-2-5 16,-1 0-9-16,3 4-16 0,-5-3-17 0,4 2-11 15,-1 0-2-15,0 0-2 0,-1 1-13 0,-1-5-8 16,2 1-7-16,-1 1-4 0,-1-3-4 16,2 0-2-16,-3-1 0 0,-2-2-4 0,6 0-1 0,-5 0-6 15,0-2 3-15,2 2-7 0,-1-2-3 16,-4-4-1-16,4 6-1 0,-4-6 2 0,5 6 9 15,-5-6 9-15,0 0-2 0,6 4 8 0,-6-4 3 0,0 0 7 16,0 0-14-16,0 0 11 0,9-10-25 0,-4-2-6 16,3-4-4-16,0-2-4 0,5-9-4 15,-2 1-3-15,0 0-9 0,2 0-5 0,0 3-9 0,0-3-4 16,0 4-11-16,-1 6-9 0,-5 6-21 0,-2 0-30 16,-1 1-41-16,0-1-51 0,-4 6-58 0,0 4-61 15,7-8-43-15,-7 8-206 0,0 0-558 0,0 0 247 16</inkml:trace>
  <inkml:trace contextRef="#ctx0" brushRef="#br0" timeOffset="5418.08">28818 11632 75 0,'0'0'237'0,"0"0"-13"16,2 7-1-16,-2-7 9 0,0 0 17 0,0 0-2 15,4 4-9-15,-4-4-9 0,0 0-21 0,0 0-16 16,0 0-19-16,2 8-14 0,-2-8-14 0,2 8-15 15,-2-8-10-15,-1 16-10 0,2-5-8 0,-1 0-8 16,-2-1 0-16,0 1-18 0,4 1-10 0,-4-1-2 16,4 1-11-16,-2-3-18 0,1 1-25 0,1 1-34 15,-2-1-57-15,-1-3-89 0,4 0-94 0,-3-7-277 16,1 14-587-16,-1-14 260 0</inkml:trace>
  <inkml:trace contextRef="#ctx0" brushRef="#br0" timeOffset="5554.09">28849 11451 119 0,'-3'-6'280'0,"3"6"-49"15,-5-10-41-15,5 10-41 0,-4-7-48 16,4 7-70-16,-4-5-79 0,4 5-128 0,0 0-190 16,0 0 84-16</inkml:trace>
  <inkml:trace contextRef="#ctx0" brushRef="#br0" timeOffset="28534.78">28699 4687 16 0,'-1'-9'78'0,"1"9"-6"0,-2-8-3 0,2 8 8 16,-2-7-1-16,2 7-8 0,0 0-11 0,0-10 2 16,0 10-9-16,0 0-4 0,0 0-6 0,0 0 0 15,0 0-12-15,0 0-5 0,0 0 3 0,0 0-10 16,0 0-10-16,0 0 8 0,0 0-2 0,0 0 9 16,0 0-3-16,0 0 8 0,0 0 0 0,0 0 6 15,0 29-12-15,0-22-5 0,2-1-4 0,-2-6 0 16,2 9-4-16,-2-9 2 0,4 7 11 0,-4-7-5 15,2 6 10-15,-2-6 3 0,8 1 0 0,-8-1 0 16,27-9-6-16,0-4-7 0,17-8-5 0,8-5-8 16,32-19-28-16,1 4-29 0,1-3-19 0,1 2-22 15,-3-1-73-15,-3 2-183 0,2-5 82 16</inkml:trace>
  <inkml:trace contextRef="#ctx0" brushRef="#br0" timeOffset="35846.5">17590 10064 38 0,'0'0'124'0,"0"0"-13"16,0 0-9-16,0 0-8 0,0 0-10 0,0 0-8 15,7 1-9-15,-7-1-2 0,0 0-10 0,0 0-5 16,0 0-7-16,0 0-6 0,0 0-1 0,0 0-7 16,0 0-1-16,0 0 0 0,0 0-8 0,0 0 0 15,0 0-8-15,0 0 0 0,0 0-2 0,0 0 6 16,0 0-5-16,0 0 0 0,0 0-5 0,0 0-2 15,0 0 7-15,0 0-6 0,0 0 3 0,0 0-3 16,0 0 4-16,0 0 0 0,0 0-4 0,0 0 3 16,0 0-10-16,0 0 16 0,0 0-11 0,0 0 2 15,0 0-2-15,0 0-2 0,0 0 4 0,0 0 0 16,0 0-8-16,0 0 6 0,0 0 6 0,0 0 3 16,0 0-5-16,0 0 8 0,0 0-1 0,0 0 0 15,0 0 2-15,0 0 2 0,0 0-11 0,0 0 4 0,0 0 2 16,0 0-6-16,0 0 0 0,0 0 4 15,0 0-3-15,0 0 2 0,0 0-2 0,0 0 1 16,0 0-2-16,0 0 0 0,0 0-5 0,0 0 11 16,0 0-10-16,0 0 0 0,0 0 3 0,0 0-5 0,0 0 1 15,0 0 1-15,0 0 2 0,0 0-2 0,0 0-2 16,0 0 2-16,0 0-7 0,0 0 2 0,0 0-4 16,0 0 5-16,0 0-4 0,0 0 1 0,0 0 4 15,7 4 4-15,-7-4 2 0,9 0 2 0,-9 0 2 16,16-2 4-16,-4 3-1 0,-3-1 4 0,2-3-2 15,3 3 0-15,-2-3 3 0,6 2-2 16,-2-2 10-16,-2 1-8 0,-1 1 3 0,1-1-2 0,-2 2-3 16,-2-2-1-16,1 1-6 0,0-1 5 0,-4 2-5 15,-7 0 5-15,17 0-7 0,-11 0 1 0,-6 0-2 16,9-2 4-16,-9 2-5 0,9 0 3 0,-9 0-5 16,0 0 1-16,10 0-12 0,-10 0-7 0,0 0-10 15,0 0-19-15,0 0-19 0,8-1-26 0,-8 1-28 16,0 0-27-16,0 0-83 0,0 0-245 0,0 0 109 15</inkml:trace>
  <inkml:trace contextRef="#ctx0" brushRef="#br0" timeOffset="37099.61">17651 9756 45 0,'0'0'47'0,"0"0"-2"16,0 0-8-16,0 0 0 0,0 0-3 0,0 0-1 15,0 0-7-15,0 0-4 0,0 0-1 0,0 0-12 16,0 0 8-16,0 0-5 0,0 0-3 0,0 0 0 16,0 0-5-16,0 0-1 0,8-2-2 0,-8 2-1 15,0 0-2-15,0 0-4 0,0 0-4 0,0 0-9 0,0 0-6 16,0 0-4-16,11 8-25 0,-11-8-58 15,0 0 26-15</inkml:trace>
  <inkml:trace contextRef="#ctx0" brushRef="#br0" timeOffset="37679.11">17757 9764 13 0,'0'0'94'0,"0"0"6"0,0 0 4 0,0 0-5 16,0 0-4-16,0 0-1 0,0 0-8 0,0 0-9 15,0 0 5-15,0 0-3 0,0 0 0 0,0 0-10 0,0 0 3 16,0 0-13-16,0 0-9 0,0 0 6 0,0 0-2 16,-22-11 1-16,22 11 0 0,0 0-5 15,-9-3-1-15,9 3-6 0,0 0-4 0,-11-1-5 0,11 1 1 16,-9 0-5-16,9 0-3 0,0 0-5 0,-18 2 0 15,12 0-4-15,6-2-1 0,-12 3 0 0,7-1 0 16,-3 2-9-16,8-4 1 0,-10 5 2 0,6-3-6 16,4-2-2-16,-7 6 3 0,4 0 1 0,3-6 0 15,-6 8-1-15,3-3 1 0,3-5-6 0,-5 9 2 16,5-9-3-16,-4 8 0 0,4-8-8 0,-1 11 10 16,1-11 0-16,0 10-2 0,0-10 3 0,0 0-2 15,1 10-5-15,-1-10 0 0,4 7 5 0,-4-7 2 16,7 7 1-16,-5-5-1 0,4 3 0 0,-6-5-3 15,12 6 0-15,-7-4-3 0,1 1 7 0,3 0-1 16,-1-3-4-16,1 3 0 0,4-1-1 0,-4-1-3 16,1 2 4-16,1-3 12 0,0 2-13 0,-5-2 2 15,1 3-3-15,-7-3 2 0,13 1 1 0,-7 1-2 16,-6-2 2-16,9 3 3 0,-9-3-1 0,6 2-2 16,-6-2-2-16,0 0-4 0,9 2 11 0,-9-2-2 15,0 0 9-15,0 0 1 0,0 0 4 0,2 6-1 16,-2-6 3-16,0 0 6 0,0 0-3 0,-16 9-3 15,7-3-2-15,-1-2-2 0,-2 2-2 0,2-2 0 16,-2 0-4-16,1-1 0 0,1 0 2 0,1 1-1 16,-1-1-5-16,-1-2 2 0,4 3-14 0,-1-2-7 15,0-1-11-15,8-1-19 0,-11 3-8 0,11-3-29 0,-8 1-21 16,8-1-27-16,0 0-32 0,-10 2-108 0,10-2-290 16,0 0 128-16</inkml:trace>
  <inkml:trace contextRef="#ctx0" brushRef="#br0" timeOffset="48602.01">20772 10200 171 0,'0'0'175'0,"0"0"-1"0,0 0-4 0,0 0-6 16,-4-8-8-16,4 8 4 0,0 0-10 0,0 0-7 15,-2-6-7-15,2 6-9 0,0 0-9 0,0 0-5 16,0 0-9-16,0 0-3 0,0 0-9 0,0 0-9 0,0 0-6 15,0 0-9-15,0 0-8 0,0 0-1 0,0 0-14 16,0 0-4-16,0 0-6 0,0 0-2 0,0 0-6 16,0 0-5-16,0 0-2 0,0 0-6 15,0 0 0-15,0 0 0 0,0 0-5 0,0 0 1 0,0 0-3 16,16 15 1-16,-11-3-3 0,2-3 1 0,-1 6 0 16,2-3 0-16,-1 4 0 0,1-2-1 15,-2 2-2-15,3-1 2 0,-1-1-4 0,-2-3 4 16,-2 0 0-16,0-1 1 0,4-1-6 0,-6 1 3 15,2-1-1-15,-1-2-1 0,1-1 4 0,-4-6-1 16,3 11-5-16,-1-8 4 0,-2-3-5 0,2 8 5 0,-2-8 1 16,2 7-2-16,-2-7-1 0,0 0 2 15,3 4 2-15,-3-4 0 0,0 0 1 0,0 0-2 0,0 0 5 16,4 7 9-16,-4-7 10 0,0 0 7 0,0 0-4 16,0 0-3-16,0 0-3 0,0 0-2 0,5-22-3 15,-4 10-1-15,3 0-7 0,-1-2 4 0,1-5-2 16,-3 3-3-16,3-2 1 0,-3 1-4 0,3 1-1 15,2 1 2-15,-3-1-2 0,-1 1-4 0,1 2 4 16,0 0-5-16,-1 1 1 0,-1 2 0 0,1-1-1 16,0 2 0-16,0-1 1 0,-1 2 3 0,0 1-7 15,2 1 1-15,-3 6 6 0,1-9-5 0,-1 9-3 16,4-8-6-16,-4 8-10 0,0 0-6 0,2-7-15 16,-2 7-23-16,0 0-27 0,0 0-38 0,0 0-30 15,0 0-13-15,0 0-4 0,0 0-5 0,0 0-17 16,0 0-160-16,-4 32-385 0,2-21 171 0</inkml:trace>
  <inkml:trace contextRef="#ctx0" brushRef="#br0" timeOffset="49018.71">21094 10343 64 0,'0'0'195'0,"3"-8"7"16,-3 8 4-16,0 0-5 0,0 0-5 0,0 0-16 0,0 0-13 16,0 0-12-16,0 0-15 0,0 0-8 15,0 0-8-15,-17-4-14 0,17 4-7 0,0 0-13 16,-21 11-6-16,16-7-9 0,-2 0-8 0,2 1-7 16,-1 1-8-16,1 0-7 0,0-1-3 0,3 1-7 0,2-6-2 15,-7 11-7-15,5-6-4 0,2-5-4 0,-1 10-4 16,1-10-4-16,1 11-2 0,0-5-17 15,3 0 1-15,-4-6-10 0,6 12-4 0,-2-7 3 16,1 0 1-16,4 2 1 0,-4-2 4 0,4 1-2 16,-2-1 7-16,-2 0-2 0,0-1-1 0,2 0-3 0,0-2 6 15,-3 3 4-15,-4-5-3 0,7 5 0 16,-3-2 1-16,-4-3 2 0,5 7 9 0,-5-7 11 16,5 7 2-16,-5-7-1 0,0 10-1 0,0-10 8 15,-11 12-6-15,5-5-3 0,-4 0-1 0,-5 2-2 0,6-1-1 16,-2-1 2-16,1-3-3 0,-5 5-2 0,3-5-6 15,1 2-10-15,0 0-13 0,2-2-20 16,0-1-10-16,1 0-27 0,3-2-28 0,5-1-22 16,-11 4-44-16,11-4-47 0,0 0-117 0,0 0-363 0,-8-13 160 15</inkml:trace>
  <inkml:trace contextRef="#ctx0" brushRef="#br0" timeOffset="49317.68">21255 10291 137 0,'0'0'154'0,"0"0"-6"16,0 0-11-16,0 0-10 0,0 0-11 0,0 0-11 16,4-5-3-16,-4 5-5 0,0 0 3 0,0 0-11 15,0 0 3-15,0 0-4 0,0 0 2 0,0 0-2 16,0 0-4-16,9-3 3 0,-9 3-6 0,0 0-2 15,10-4-6-15,-4 4-4 0,-6 0-6 0,13-1-3 16,-7-1-6-16,3 0-2 0,1 0-5 0,-2 1-5 16,3 1-2-16,-1-4-5 0,1 2-6 0,-2 1-9 15,-1-2-13-15,-8 3-26 0,15-1-30 0,-8 1-32 16,-7 0-47-16,11-1-16 0,-11 1-12 0,10 0-29 16,-10 0-120-16,0 0-331 0,5 5 146 0</inkml:trace>
  <inkml:trace contextRef="#ctx0" brushRef="#br0" timeOffset="49550.74">21350 10204 189 0,'-4'-5'197'0,"4"5"-1"0,0 0-7 0,0 0-7 16,0 0-12-16,0 0-20 0,0 0-7 15,-3-7-16-15,3 7-14 0,0 0-14 0,0 0-13 16,0 0-4-16,0 0-7 0,0 0-8 0,0 0-4 15,3 30-6-15,-2-19-7 0,0-2-5 0,-1 4-1 0,3-1-7 16,-2-1 0-16,2 1-5 0,-2 1-2 16,3 2-4-16,-2-1-2 0,-2 0-12 0,2-4-18 15,-2 6-29-15,1-3-33 0,0-2-37 0,0-2-30 16,3 3-11-16,-2-3-32 0,-1 0-131 0,1 0-333 16,-2-9 147-16</inkml:trace>
  <inkml:trace contextRef="#ctx0" brushRef="#br0" timeOffset="49965.66">21511 10178 50 0,'0'0'198'15,"0"-7"-4"-15,0 7-3 0,0 0-4 0,0 0-10 0,0 0-13 16,2-7-17-16,-2 7-17 0,0 0-12 0,0 0-15 15,0 0-5-15,0 0-6 0,10 14-10 0,-6-6-3 16,0 0-10-16,1 1-10 0,0-2-1 0,2 4-8 16,-4 0-4-16,4-1-4 0,-1 1-7 0,-2 0-1 15,2-1-6-15,-2 1 1 0,1-5-1 0,1 3-5 16,-3-2-2-16,0-1-5 0,1-1 4 16,-4-5-4-16,7 8-2 0,-7-8-3 0,5 6 2 15,-5-6 19-15,4 5 11 0,-4-5 8 0,5 2 19 16,-5-2 2-16,0 0 3 0,0 0-1 0,0 0-10 0,0 0 6 15,16-15-17-15,-11 5-2 0,-1 0-3 16,0-3-9-16,2-1 1 0,0-4-8 0,2 0 2 0,-2-1-7 16,0 1 0-16,-3 6-3 0,1 0-1 15,-1 1-4-15,1 3-2 0,-1-2-1 0,0 1-1 0,-1 4-1 16,-2 5-5-16,2-11-9 0,-2 11-15 0,4-7-14 16,-4 7-26-16,0 0-25 0,1-6-38 0,-1 6-35 15,0 0-46-15,0 0-14 0,0 0-8 0,0 0 5 16,0 0-178-16,0 0-426 0,0 0 188 0</inkml:trace>
  <inkml:trace contextRef="#ctx0" brushRef="#br0" timeOffset="50304.18">21833 10197 91 0,'0'0'205'0,"0"0"0"0,0 0 5 0,0 0-3 16,0 0-1-16,0 0-4 0,6-3-7 0,-6 3-10 15,0 0-13-15,0 0-19 0,0 0-10 0,0 0-15 16,0 0-12-16,0 0-14 0,0 0-12 0,0 0-8 16,-9 22-11-16,5-16-8 0,-1 4-4 0,1-1-9 15,2 1 4-15,-1 0-14 0,-1 0-3 0,3 4-6 16,-1 0-2-16,-1 1-5 0,3-2-1 0,0 5-4 16,1-5-1-16,-1 1-1 0,0-2-1 0,3 4-2 15,-3-5-1-15,4 5 1 0,-4-4 2 0,1 1-4 16,-1-3 4-16,1 1 1 0,-1-1-1 0,0 1 4 15,0-2-2-15,-1-2-5 0,1-7 1 0,-1 16 3 16,1-9-1-16,-2 0-1 0,2-7-4 0,0 13 13 16,0-13-22-16,-2 11-15 0,-1-6-18 0,3-5-29 15,-6 10-30-15,3-6-35 0,-1 1-35 0,4-5-41 16,-8 3-30-16,8-3-203 0,-9 4-469 0,9-4 207 16</inkml:trace>
  <inkml:trace contextRef="#ctx0" brushRef="#br0" timeOffset="50505.75">21713 10433 61 0,'-3'-7'195'0,"3"7"-18"0,0 0-14 0,0 0-3 15,3-9-6-15,-3 9-3 0,6-4 4 0,-6 4-9 16,13-6-6-16,-6 2-6 0,2-2-8 16,4 1-11-16,0-1-11 0,0 2-8 0,2-3-9 15,-5 3-8-15,3 1-10 0,-3 0-8 0,1-1-8 0,-1 1-9 16,-4 1-11-16,-6 2-15 0,10-5-24 0,-10 5-28 15,7-2-25-15,-7 2-43 0,8-3-31 0,-8 3-30 16,0 0-24-16,0 0-120 0,0 0-331 0,0 0 147 16</inkml:trace>
  <inkml:trace contextRef="#ctx0" brushRef="#br0" timeOffset="55785.75">20573 11021 88 0,'-8'-4'154'0,"8"4"4"0,-10-7-9 15,5 5-11-15,-1-2-6 0,1 0 5 0,5 4 10 0,-9-8-3 16,4 5-3-16,5 3-15 0,-6-7 0 16,2 2-6-16,4 5-2 0,0 0-5 0,-6-6-5 0,6 6-6 15,0 0-5-15,-4-6-5 0,4 6-5 0,0 0-11 16,0 0-8-16,0 0-3 0,0 0 2 0,0 0-10 15,0 0 17-15,0 0 4 0,0 0-11 0,18 24-32 16,-11-16-2-16,0 2-5 0,-1-3-3 0,-1 1-5 16,0 2 2-16,3-2-8 0,0 3 4 0,-1 0-4 15,4 2-2-15,1-1-2 0,-4-2 1 0,1 4 1 16,0-4-1-16,-3-1-3 0,1 0 0 0,0-1-3 16,-3-2-1-16,2 0 2 0,-2-1 0 0,-1 0-2 15,-3-5 0-15,6 7 3 0,-3-4-4 0,-3-3 4 16,4 6-1-16,-4-6 2 0,0 0 2 15,0 0 0-15,4 5 3 0,-4-5 6 0,0 0 8 16,0 0 4-16,0 0-3 0,0 0-2 0,0 0-1 0,0 0 0 16,0 0-6-16,0 0-4 0,7-23 0 15,-7 14 0-15,1-2-3 0,-1-1-5 0,2 0 3 0,-1 2-4 16,0-3-4-16,1 1 1 0,-1 2 0 0,1-3-2 16,0 4 1-16,0-2-2 0,0 2-3 0,0-1 3 15,1 1-1-15,-3 1-3 0,2 2-1 0,1-1 11 16,-2 0-11-16,-1 7-3 0,1-11 3 0,-1 11-1 15,3-9 1-15,-3 9-7 0,1-7-5 0,-1 7-6 16,0 0-4-16,3-7-15 0,-3 7-12 0,0 0-23 16,0 0-27-16,0 0-31 0,0 0-42 0,0 0-9 15,0 0-22-15,0 0-16 0,0 0-172 0,0 0-428 16,0 0 190-16</inkml:trace>
  <inkml:trace contextRef="#ctx0" brushRef="#br0" timeOffset="56267.39">20866 11181 171 0,'0'0'201'15,"0"0"-4"-15,0 0 2 0,4-6-3 0,-4 6-8 16,0 0 0-16,3-10-8 0,-3 10-3 0,0 0-5 15,0 0-6-15,1-7-11 0,-1 7-9 0,0 0 2 16,0 0-23-16,0 0 2 0,0 0-7 0,0 0 6 16,0 0-22-16,-10-7-11 0,10 7-6 0,0 0-11 15,0 0 3-15,-17 4-3 0,17-4-14 0,-10 7-10 16,2 0-9-16,3-3-2 0,0 4-9 0,0-2-2 16,0-2-3-16,1 3-1 0,2 0-4 0,-1-2-5 0,2 3 0 15,1-8 0-15,0 13-7 0,1-7 3 0,2 2-4 16,0-4-2-16,1 2-1 0,0-1 3 15,1 0-5-15,0 1 2 0,3-2 0 0,-2 2 8 16,1-2-12-16,-2 0 0 0,3 1 0 0,-2-1 1 0,0 1-6 16,-1-1 4-16,-5-4 3 0,8 6 2 15,-5-4-5-15,-3-2 1 0,5 5 3 0,-5-5 4 0,7 3-5 16,-7-3 0-16,0 0-6 0,2 7 1 16,-2-7 2-16,0 0-3 0,-10 12-1 0,3-8 2 15,1 1-3-15,-3-1-4 0,-1 0 0 0,2 0-5 0,-1 0-17 16,-1 0-2-16,2-3-9 0,2 0-17 0,-1 2-14 15,7-3-23-15,-14 2-21 0,14-2-38 0,-10 2-38 16,10-2-30-16,0 0-46 0,-12 0-180 16,12 0-486-16,-5-5 215 0</inkml:trace>
  <inkml:trace contextRef="#ctx0" brushRef="#br0" timeOffset="56460.08">20953 11190 157 0,'0'0'186'0,"0"0"-8"0,8-2-1 0,-8 2-5 16,0 0-3-16,0 0-6 0,6-3-9 0,-6 3-13 15,9-4-14-15,-9 4-12 0,13-5-14 0,-8 1-7 16,2 3-12-16,3-2-6 0,-4 0-13 0,3 0-22 16,0 0-28-16,-2 2-40 0,-7 1-41 0,14-6-38 15,-5 3-39-15,-2 0-36 0,0 2-100 0,-7 1-303 16,12-8 134-16</inkml:trace>
  <inkml:trace contextRef="#ctx0" brushRef="#br0" timeOffset="56871.1">21154 10936 76 0,'-4'-9'220'0,"4"9"-12"15,-4-5-11-15,4 5-7 0,0 0-16 0,0 0-12 16,0 0-17-16,0 0-14 0,0 0-9 0,0 0 8 15,0 0-8-15,0 0-6 0,17 13 5 0,-13-7-8 16,3 3-13-16,4 5-5 0,-5-3-13 0,3 1-8 16,-3 0-3-16,-1-2-8 0,2 1-8 0,1-2-3 15,-3 2-5-15,4-1-2 0,-6-2-5 0,1-1-4 16,0 0-3-16,0-1 0 0,-1-1-4 0,0 2-2 0,2-3-3 16,-5-4-3-16,5 6-1 0,-5-6-3 15,0 0-1-15,4 7 11 0,-4-7 8 0,3 3 7 16,-3-3 7-16,0 0 9 0,0 0 1 0,0 0-3 15,0 0-1-15,0 0 1 0,0 0-8 0,8-16-4 0,-6 4-9 16,1 2 6-16,1-6-3 0,-2-1-13 16,2 0 21-16,-2 0-20 0,4 1-3 0,-3 0-3 15,0 1 5-15,0 3-5 0,-2 3-4 0,2 3 18 16,0-2-14-16,-3 2-9 0,4-1 3 0,-4 7-2 0,3-7-10 16,-3 7-11-16,0 0-21 0,1-10-26 15,-1 10-29-15,0 0-27 0,1-6-36 0,-1 6-28 16,0 0-7-16,0 0-20 0,0 0-12 0,0 0-12 15,12 23-31-15,-10-11-149 0,2-2-442 0,0 1 196 16</inkml:trace>
  <inkml:trace contextRef="#ctx0" brushRef="#br0" timeOffset="57201.6">21447 10997 148 0,'2'-6'192'0,"-2"6"-3"15,0 0 1-15,0 0 3 0,4-6-1 0,-4 6-3 16,0 0-4-16,0 0-12 0,0 0-12 0,0 0-10 15,0 0-10-15,0 0-10 0,0 0-4 0,0 0-11 16,0 0-6-16,0 0-6 0,0 0-5 0,0 0 1 16,0 0-4-16,0 0 0 0,-4 26-9 0,4-14-11 15,-1 0 0-15,0-1-1 0,-2 7-12 0,2-1 12 16,0-1-4-16,1 1-3 0,-3 1-6 16,3-3-6-16,1 0-14 0,-1-2 5 0,0 2-3 15,-1-1 3-15,1-3-7 0,1 1-5 0,-2 0-1 0,2-1 1 16,-1-1-1-16,2 1 7 0,-2-1-4 0,1-2-5 15,0 1 4-15,-1-2-2 0,1 1 3 0,-1-8 2 16,-1 12-8-16,1-12 3 0,1 11-5 16,-1-11 0-16,2 7-10 0,-2-7 7 0,0 8-6 0,0-8-2 15,0 7-20-15,0-7-8 0,0 0-23 0,-5 7-18 16,5-7-32-16,-6 7-34 0,6-7-37 0,-6 6-47 16,6-6-38-16,-13 0-37 0,13 0-20 0,-11-2-229 15,11 2-569-15,-12-3 251 0</inkml:trace>
  <inkml:trace contextRef="#ctx0" brushRef="#br0" timeOffset="57450.97">21337 11246 19 0,'0'0'177'15,"0"-7"-16"-15,0 7-2 0,0 0-3 0,0 0-2 16,2-10 1-16,-2 10-2 0,0 0-1 0,5-6-2 16,-5 6-7-16,9-5-6 0,-2 2-9 0,-1 1-9 15,1-1-4-15,3-2-7 0,1 0-7 0,1 0-9 16,-1 1-8-16,1 1-8 0,-2 1-5 0,-1-2-10 15,0 3-6-15,-3-2-1 0,-6 3 0 0,14-2-2 16,-7-1-2-16,-7 3-4 0,10-2-4 0,-10 2 8 16,6-3-12-16,-6 3-9 0,7-1 4 0,-7 1-10 0,0 0 4 15,0 0-5-15,0 0-3 0,10-3-11 16,-10 3-20-16,0 0-23 0,0 0-41 0,0 0-48 16,0 0-42-16,0 0-44 0,0 0-35 0,8-2-157 15,-8 2-434-15,0 0 193 0</inkml:trace>
  <inkml:trace contextRef="#ctx0" brushRef="#br0" timeOffset="57701.13">21707 11101 18 0,'0'0'206'0,"0"0"-2"0,0 0-2 16,0 0 7-16,8-1-1 0,-8 1 0 0,0 0-5 15,0 0-12-15,8-3-6 0,-8 3-5 0,7-2-7 16,-7 2-9-16,7-3-9 0,-1 1-9 15,-6 2-7-15,9-4-9 0,-4 0-5 0,3 0-2 0,-8 4-26 16,9-3-13-16,-4 1-12 0,1 0 1 0,-6 2-7 16,13-6-9-16,-9 3-5 0,0-1-3 0,-4 4-2 15,8-4-25-15,-8 4-21 0,5-4-36 0,-5 4-38 16,0 0-56-16,0 0-52 0,0 0-54 0,8-1-60 16,-8 1-179-16,0 0-513 0,0 0 228 0</inkml:trace>
  <inkml:trace contextRef="#ctx0" brushRef="#br0" timeOffset="57906.53">21618 11354 178 0,'10'-4'213'0,"3"-1"-8"0,-3-1-15 0,0 3-17 15,1-1-18-15,-1 0-16 0,-1 1-10 0,0 0-14 16,-3 0-11-16,-6 3-13 0,12-4-12 0,-7 3-31 16,-5 1-34-16,9-4-36 0,-9 4-55 0,9-1-48 15,-9 1-144-15,0 0-290 0,0 0 129 0</inkml:trace>
  <inkml:trace contextRef="#ctx0" brushRef="#br0" timeOffset="65882.77">8572 9836 27 0,'0'0'49'0,"0"0"-10"0,0 0 1 0,0 0-15 0,0 0-12 16,-9-8-15-16,9 8-12 0,0 0-16 0,0 0-32 16,0 0 15-16</inkml:trace>
  <inkml:trace contextRef="#ctx0" brushRef="#br0" timeOffset="68331.47">10036 9688 20 0,'0'0'25'15,"0"0"-21"-15,0 0-13 0,0 0-8 0,0 0 3 16</inkml:trace>
  <inkml:trace contextRef="#ctx0" brushRef="#br0" timeOffset="68818.06">10851 9110 30 0,'0'-7'82'0,"0"7"-6"0,0 0-14 16,0 0 0-16,0 0 1 0,0 0-12 0,0 0-10 15,0 0 4-15,0 0-9 0,0 0-2 0,0 0-5 16,4-8-7-16,-4 8-10 0,0 0 4 0,0 0-2 0,0 0 2 16,0 0-2-16,0 0 1 0,14 12 7 15,-14-12-4-15,0 0-4 0,6 6-5 0,-6-6 7 16,6 5 2-16,-6-5-13 0,7 8 4 0,-3-3 42 15,1-1 11-15,-5-4 11 0,8 6 7 0,-8-6 6 16,5 5-3-16,-5-5 0 0,6 3-6 0,-6-3-8 16,0 0-5-16,17-7-7 0,-5-6-7 0,4 2-7 0,6-8-18 15,3-4-19-15,4-2-23 0,10-13-22 0,3 0-29 16,0-2-29-16,0-1-40 0,0 2-94 0,-4-2-250 16,1 0 112-16</inkml:trace>
  <inkml:trace contextRef="#ctx0" brushRef="#br0" timeOffset="69033.92">11271 8463 65 0,'-2'-5'113'0,"2"5"1"0,0 0-12 0,-5-4-4 16,5 4-10-16,0 0-15 0,0 0-6 0,10-16-6 16,0 9-13-16,7-5-19 0,8-1-40 0,5-3-42 15,2-1-80-15,13-9-143 0,0 2 64 0</inkml:trace>
  <inkml:trace contextRef="#ctx0" brushRef="#br0" timeOffset="75734.36">16937 11344 93 0,'0'0'129'0,"0"0"-18"16,0 0-8-16,0 0-5 0,0 0-10 0,0 0-25 15,0 0 15-15,0 0-14 0,0 0-3 0,0 0-14 16,0 0 3-16,0 0-7 0,0 0 4 0,0 0-18 16,0 0 1-16,6-2 1 0,-6 2-12 0,0 0 1 15,0 0-2-15,0 0-4 0,0 0-3 0,0 0 5 16,0 0-5-16,0 0-5 0,0 0 4 0,0 0 0 15,0 0-2-15,0 0-4 0,0 0 4 0,0 0-5 16,0 0-2-16,0 0 9 0,0 0 4 0,0 0 9 0,0 0 1 16,0 0-2-16,0 0 5 0,0 0-7 0,0 0 2 15,0 0 1-15,0 0-4 0,0 0-6 16,0 0-4-16,0 0 2 0,0 0-6 0,0 0-2 0,9-3-1 16,-9 3 4-16,10-6-12 0,-5 3-8 0,4-5-4 15,3 1-13-15,1-3-7 0,-1-1-6 0,4-1-9 16,-1 1-11-16,7-7-13 0,-1 2-14 15,-1-2 0-15,0 0-84 0,0 2-191 0,-5 2 85 0</inkml:trace>
  <inkml:trace contextRef="#ctx0" brushRef="#br0" timeOffset="76455.59">16920 11264 80 0,'0'0'114'0,"0"0"-10"15,0 0-13-15,0 0-1 0,0 0-4 0,0 0-2 16,0 0-11-16,1-10-10 0,-1 10-1 0,0 0-6 15,0 0-8-15,0 0 2 0,0 0-11 0,0 0-1 16,0 0 2-16,0 0-7 0,0 0-16 0,0 0 6 16,0 0 5-16,0 0-11 0,0 0-3 0,0 0-5 15,0 0-1-15,0 0 1 0,0 0-2 0,0 0 1 16,0 0-4-16,0 0 4 0,0 0 0 0,0 0-6 16,0 0 5-16,8 21 1 0,-8-21 8 0,1 6-15 0,-1-6 5 15,5 6-2-15,-5-6-8 0,3 7 9 16,-3-7-6-16,2 7-5 0,-2-7 8 0,0 0 1 15,2 8-2-15,-2-8 5 0,4 5-7 0,-4-5-2 16,2 5 0-16,-2-5 6 0,0 0-5 0,8 4 9 0,-8-4-7 16,0 0 6-16,7 0 13 0,-7 0-4 0,12-2-6 15,-1-2 6-15,1-2-5 0,0-1-3 0,5-3-6 16,6-6-5-16,0 0-17 0,4-3-16 0,0-1-25 16,4-3-25-16,8-8-119 0,0-2-223 0,-4 0 99 15</inkml:trace>
  <inkml:trace contextRef="#ctx0" brushRef="#br0" timeOffset="82159.16">10281 13158 15 0,'0'0'77'0,"0"0"-20"0,0 0-9 16,0 0-12-16,4-4-14 0,-4 4-14 0,0 0-7 15,0 0-21-15,0 0-21 0,0 0-45 0,0 0 21 16</inkml:trace>
  <inkml:trace contextRef="#ctx0" brushRef="#br0" timeOffset="89971.31">21879 12904 169 0,'0'0'190'16,"0"0"-8"-16,0 0-9 0,0 0-3 0,0 0 5 16,-7-5-2-16,7 5-7 0,0 0-5 0,0 0-10 15,0 0-12-15,0 0-12 0,0 0-8 0,0 0-5 16,0 0-6-16,0 0-2 0,0 0-5 0,0 0-8 15,0 0-6-15,0 0 0 0,0 0-9 0,0 0-8 16,0 0-14-16,0 0 1 0,0 0-3 0,0 0-8 16,0 0-5-16,0 0-6 0,14-4 1 0,-14 4-3 15,0 0-2-15,11 2-3 0,-11-2 2 16,12 1-13-16,-3-2-7 0,1 1-22 0,-10 0-40 0,18 0-14 0,-7 2-18 16,-4-2-20-16,-2 2-23 0,-5-2-31 15,14 3-20-15,-14-3-25 0,9 1-32 0,-9-1-131 16,6 4-396-16,-6-4 175 0</inkml:trace>
  <inkml:trace contextRef="#ctx0" brushRef="#br0" timeOffset="90145.47">21870 13034 50 0,'0'0'135'0,"0"0"3"0,0 0 0 0,0 0-8 0,0 0 2 16,0 0-10-16,0 0-2 0,0 0-15 15,0 0-8-15,28-10-11 0,-19 5-5 0,2-1-14 16,1 2-23-16,-3 0-23 0,2 2-28 0,-1-3-31 0,1 1-30 16,1 1-28-16,0-1-114 0,-1 2-227 0,2-1 101 15</inkml:trace>
  <inkml:trace contextRef="#ctx0" brushRef="#br0" timeOffset="90568.37">22170 12785 121 0,'0'0'239'0,"-1"-9"-5"15,1 9-3-15,0 0-14 0,-2-9-5 0,2 9-15 16,0 0-11-16,-2-8-14 0,2 8-13 0,0 0-14 16,-3-8-11-16,3 8-16 0,0 0-14 0,0 0-10 15,0 0-11-15,0 0-10 0,0 0-7 0,0 0-10 16,0 0-6-16,0 0-8 0,0 0-2 0,0 0-7 16,0 0 0-16,0 0-6 0,5 25 1 0,-3-15-2 15,-1 2 2-15,2 1-7 0,-2 3 3 0,1 1 1 16,-3 0 5-16,1 1-2 0,0 0-6 0,0-3-1 15,1 3-2-15,-2-5-3 0,4 2 2 0,-5-2-5 16,2 3 12-16,2 1-14 0,-1-2 3 0,-1-3-6 16,-1 0 2-16,2-1-5 0,-1 1-4 0,0-1-15 15,-1-2-12-15,1 3-23 0,1-3-25 0,-1 1-28 16,0-4-33-16,0-6-31 0,-1 13-34 0,1-13-39 16,0 11-170-16,-2-4-444 0,2-7 197 0</inkml:trace>
  <inkml:trace contextRef="#ctx0" brushRef="#br0" timeOffset="90985.1">22211 12782 15 0,'-1'-9'206'0,"-2"-1"-5"0,3 3-7 0,1-3-14 15,1 1-12-15,-1-2-6 0,2 2-9 0,-2 0-7 16,3-1-14-16,1 2 3 0,0 0-14 0,0 2-9 15,1-1-11-15,1 3-12 0,-1 1-9 0,0-1-9 16,1 1-11-16,-7 3-5 0,11-3-7 0,-11 3-6 0,12 2 1 16,-12-2-8-16,8 6-10 0,-5-2-6 15,-1 3-2-15,-2-7-4 0,-2 17-1 0,0-7-3 16,-2 0-1-16,0 3-1 0,0-3-3 0,-2 0-15 16,2-2-3-16,2 2-11 0,-1-3-3 0,0 0-11 0,2 2-4 15,0-2-11-15,1-7-13 0,2 12 0 16,1-5-3-16,0-1 3 0,3 1 5 0,0-1 10 15,3 0 2-15,-2 0 5 0,-1-1 4 0,4 0 3 16,-2 0 3-16,0 0 4 0,-2-1 3 0,0 2 5 0,2-2 5 16,-3-1-6-16,0 1 4 0,-5-4 10 0,8 5-2 15,-8-5 24-15,6 5 7 0,-6-5 9 16,0 0-2-16,-5 10-1 0,5-10-3 0,-9 8-3 16,3-4-4-16,-3 0 1 0,-1 1-1 0,-1 0-1 15,1 0-19-15,-2 0-18 0,3 2-24 0,0-3-30 0,-2 1-41 16,5-2-38-16,-2 2-90 0,-1-1-266 0,1-2 118 15</inkml:trace>
  <inkml:trace contextRef="#ctx0" brushRef="#br0" timeOffset="91393.4">22492 12719 142 0,'1'-7'271'0,"-1"7"-6"0,0 0-6 0,3-8-10 16,-3 8-13-16,0 0-14 0,5-6-23 0,-5 6-15 15,0 0-22-15,0 0-17 0,0 0-15 0,4-4-14 16,-4 4-13-16,0 0-14 0,0 0-9 0,0 0-7 16,6 14-7-16,-3-4-5 0,-1-1-11 0,0 3 1 15,2-2-7-15,-3 3-4 0,3 2-4 0,-1-3-4 16,0-1-1-16,1 4-2 0,-2 2-2 0,2-5-7 15,-1 0 0-15,2 0-5 0,0-1-1 0,-1-1 0 16,1-1-1-16,-3-2-2 0,1 0-1 0,0-2 3 16,0 1-4-16,-3-6 0 0,7 7-1 0,-7-7 14 15,5 3 9-15,-5-3 13 0,8 0 5 0,-8 0 6 16,0 0-6-16,10-6 3 0,-6 0-5 0,0-1-6 16,-1-2-4-16,2-2-1 0,-1-2-7 0,3-2 0 15,-5 0 1-15,1-4-5 0,1 0 1 0,0 0-9 16,3-6-3-16,-4 9 0 0,-1-1-3 0,1 6-19 15,-2 0-6-15,2 2-36 0,-2 2-30 0,0 0-38 16,-1 7-38-16,0-8-46 0,0 8-46 16,0 0-25-16,0 0-7 0,0 0-184 0,0 0-500 0,0 0 221 15</inkml:trace>
  <inkml:trace contextRef="#ctx0" brushRef="#br0" timeOffset="91684.2">22723 12828 4 0,'0'0'186'0,"0"9"-5"0,0-9-8 15,0 10 4-15,0-10 0 0,-2 10-3 0,-1-1 4 16,3-9-13-16,-2 12-4 0,0-7-19 0,2-5-13 16,-2 11-14-16,2-11-11 0,-1 9-9 0,1-9 5 15,1 11-5-15,-1-11-1 0,4 8-2 0,-4-8 1 16,3 6 3-16,-3-6 7 0,8 3-9 0,-8-3-1 16,11 2-5-16,-11-2-10 0,15-3 2 0,-8 0-13 15,3-2-9-15,1-1 2 0,-5-1-10 0,5-1-5 16,-1-1-2-16,-4 0 2 0,1 1-14 0,-2-4-2 15,-1 3-2-15,-3-2 12 0,1 0-1 0,-2 0-5 16,-1-1-1-16,-1 3-4 0,-2-1 1 0,0 1-6 16,0 0 0-16,-1 3-9 0,0-1-8 0,-5 1-15 15,4 3-22-15,6 3-17 0,-19-4-25 0,8 7-28 16,-2 2-42-16,-4 1-55 0,2 2-57 0,0 3-267 16,1 1-565-16,-2-2 251 0</inkml:trace>
  <inkml:trace contextRef="#ctx0" brushRef="#br0" timeOffset="94039.43">22130 13294 115 0,'0'0'108'0,"0"0"-5"0,0 0 4 15,0 0-3-15,0 0 6 0,0 0-11 0,0 0 6 16,0 0-14-16,0 0 7 0,0 0 2 0,0 0-12 0,-30-1-10 16,30 1-5-16,0 0-7 0,0 0-6 15,0 0-12-15,0 0 0 0,0 0-5 0,0 0-3 16,0 0-4-16,0 0-4 0,0 0 0 0,0 0-7 15,27-14-7-15,-11 4-15 0,3 1-13 0,4-8-17 0,7 0-21 16,3-5-31-16,10-4-19 0,0-1-34 16,-9 8-108-16,-2-2-259 0,13-6 115 0</inkml:trace>
  <inkml:trace contextRef="#ctx0" brushRef="#br0" timeOffset="105022.93">9380 14339 22 0,'0'0'82'0,"0"0"-16"0,0 0-28 0,0 0-16 16,10 0-6-16,-10 0-12 0,0 0-24 0,9 1-19 0,-9-1-42 15,9 4 20-15</inkml:trace>
  <inkml:trace contextRef="#ctx0" brushRef="#br0" timeOffset="106937.38">11951 14395 16 0,'0'0'16'0,"0"0"-12"16,0 0-10-16,0 0-7 0,0 0 3 0</inkml:trace>
  <inkml:trace contextRef="#ctx0" brushRef="#br0" timeOffset="112418.45">5630 15708 9 0,'-2'-7'100'0,"2"7"-4"0,0 0-7 16,0 0-14-16,0 0-3 0,0 0-2 0,-4-6-4 16,4 6-7-16,0 0 3 0,0 0-9 0,-9-3-3 15,9 3-14-15,0 0 8 0,-6-4 7 0,6 4 1 16,0 0-6-16,-5-7-4 0,5 7 0 0,-4-5-5 16,4 5-7-16,-5-6 2 0,5 6 2 0,-7-8-6 15,7 8 3-15,-7-8-3 0,1 5-2 0,6 3 0 16,-7-10-5-16,2 5 13 0,-2 0-14 0,2 0 2 15,0-1 13-15,0 1-7 0,-2-1-3 0,0-1 0 16,3 2-4-16,4 5 0 0,-11-7 3 0,5 2 0 16,0 2-6-16,-2 0 2 0,3-1-2 0,-1-1-3 15,-1 2 3-15,-1 0 0 0,1 0 5 0,-2-1-9 16,3 1-1-16,6 3 2 0,-15-5-6 16,7 3 3-16,0 2-5 0,-2-4 3 0,0 2 3 15,-1 1-1-15,4 1 1 0,7 0-4 0,-18-2 2 0,8 2 3 16,0 2 5-16,-1-4 3 0,1 4-7 15,-1-2-4-15,0 1 1 0,1 1 1 0,-3 0-4 16,0 1 0-16,1 1-4 0,0-1 1 0,1 2 3 0,1-1-1 16,-2 2-3-16,2 3 2 0,-3 0 0 15,-1 1-1-15,1 3 0 0,2-2 2 0,-2 3 1 16,3 1 1-16,-1-2-3 0,4 0-1 0,-3 3-1 0,3-1-1 16,1 0 1-16,1-4 4 0,-2 2-10 0,3-2 3 15,2 2-1-15,1-1-2 0,-1 4 0 0,1-6 1 16,0 3-1-16,1-1 5 0,-2 5-4 15,2-2-1-15,3 3 0 0,-2 0 1 0,1-2 1 0,-2 1 3 16,1 1-6-16,1 1 3 0,0-1-5 0,0 0 4 16,2 1 0-16,-1-2 0 0,-1 2 0 15,1-3 7-15,-1 1-5 0,3 2-1 0,1-1 0 16,-3 0-3-16,1 0 7 0,0 1 4 0,0 0 3 0,2 6 0 16,1-1 1-16,-6-4-2 0,3-1-28 0,-2-2 3 15,5 1 2-15,-5 8 5 0,3-9-2 0,-1-1 3 16,0 0 4-16,0 3 3 0,0 0-2 15,-2-2 8-15,6 0 9 0,-3 2-12 0,1-4 3 16,0 0 3-16,-1-3-5 0,1-1-1 0,-2 1 2 16,2 2 1-16,-1-3-3 0,1 2 1 0,-1-3 4 15,2 8 8-15,-2-7-2 0,0 8-1 0,2-6 1 16,1 1-2-16,-1 2 2 0,2 1-1 0,-1-1-1 0,2-2-3 16,-1 0 4-16,-1-1-6 0,2 3 7 15,0-1-7-15,2 0 7 0,-1-3-7 0,2 3 3 16,-4-4 0-16,2 1 9 0,0 1-7 0,0-2 1 15,2 1 6-15,-4-3-8 0,1-1 0 0,4 3 2 16,-4-4-3-16,1 0 3 0,0 1-6 0,-1-1 4 16,3 0 0-16,-3-1-2 0,1 1 1 0,-1-3-2 15,0 2-1-15,2-4 0 0,0 2 0 0,1-1 7 16,1 0-1-16,-2-1-2 0,-1-1 2 0,2-1-3 16,4-1 0-16,-4-1 1 0,4-1-4 0,-4 0-2 15,0 2 2-15,-2-3 1 0,2 3-4 0,0-4 1 16,-1 1-4-16,0 0 2 0,1 1 1 0,-2-1-2 15,1 0 4-15,0-1-5 0,-1-1-1 0,0 2 4 16,1-5-4-16,1 4 4 0,-2-2-4 0,4-4 4 16,-2 1-6-16,3 1 1 0,-6 0 2 0,5-1-1 15,-5 2 3-15,4-2-3 0,-2 1-2 0,1-3 2 16,-3 4 2-16,-1 0-1 0,1-2-1 0,0 0 0 16,1-1-2-16,0-1 3 0,-1 3-2 0,-1 1 1 15,1-4-2-15,-1 2-1 0,-1 1-1 0,0-3 3 16,-2 2-2-16,4-4 3 0,-3 4-1 0,-1-5-3 15,3 1 1-15,-3 3 2 0,-2-1 0 0,3-2 0 16,-4 1-1-16,1 2 3 0,0-2-1 16,-1 0 0-16,-1 0-1 0,2 1 0 0,0-4 2 0,-2 6-1 15,-2-2-2-15,2 0 3 0,-2 0-2 0,1 0 2 16,0 0-3-16,1 0 2 0,-2-3-1 0,0 3 2 16,-3-3 4-16,0-2-9 0,1 6 4 0,-1-6-2 15,-2 1-1-15,3 1 0 0,-1 0 0 16,1-3 2-16,-2 3-4 0,1-2 3 0,-1 1 1 15,-1 0-2-15,1-3 2 0,1 2 1 0,-1-2-2 16,0 2 0-16,1-2 4 0,0-1-3 0,-3 9 3 16,2-9-5-16,-2 3 2 0,1 1 2 0,1-3-4 15,0 2 3-15,1-1-2 0,-1 2 0 0,-3 0-3 16,0 1 5-16,2 3-1 0,-2-3 2 0,-1 1-2 0,1-2-2 16,1 6 2-16,-5-4-3 0,5 0 5 15,2 1-2-15,-4 3-2 0,2 0 1 0,0-3 1 16,-1 3 2-16,1 1-2 0,-1 0 1 0,1-1 0 15,1-2-1-15,-2 4-4 0,1-2 3 0,-1 1 0 16,3 0 0-16,-3 0 0 0,-1-1 1 0,1 0 2 16,-1 1-5-16,1 0 4 0,0 0 2 0,-2 0-4 15,2 2 4-15,-1-2-3 0,-1 3 3 0,0-2 0 16,1 2-4-16,-1 2 3 0,0-4-4 0,-2 4 3 16,1-2 2-16,1-1 2 0,0 1-2 0,1 0-1 15,-2 2 2-15,1-2-3 0,0 2 4 0,9 4 0 16,-17-9 1-16,9 8 3 0,8 1 8 0,-13-7 0 15,4 3 0-15,9 4-1 0,-17-4 7 0,8 2-11 16,-2-1 5-16,11 3-10 0,-18-4 4 0,8 2-3 16,10 2 1-16,-20-3-1 0,9 3 2 15,11 0-5-15,-17 0 2 0,17 0-1 0,-16-2 1 16,16 2 0-16,-18 2-4 0,18-2 2 0,-17 0 0 16,17 0 2-16,-13-2-1 0,13 2-1 0,-14 0-2 0,14 0 2 15,-11 2 0-15,11-2-4 0,0 0 2 0,-17-2-2 16,17 2 0-16,0 0-1 0,-13 0-4 15,13 0 2-15,0 0 4 0,-17 0 6 0,17 0-9 16,-12 2 0-16,12-2 1 0,-14 1-2 0,14-1 1 16,-15 3 0-16,4 1 0 0,1 0 2 0,-1 1 2 15,-1-4-5-15,2 3 1 0,-2 3 6 0,1-1-3 16,-4 1-3-16,-1 0-1 0,0 2 4 0,3 0-2 16,-2 0-3-16,-1 0 3 0,5 0 0 0,-3 0-3 15,-2 2 2-15,4 1 0 0,-4-3 5 0,5 2-5 16,-2 1-2-16,2-2 5 0,1-3-4 0,3-1 0 15,-2 0 0-15,3-2-1 0,6-4-5 0,-9 9-10 16,9-9-3-16,-7 7-21 0,7-7-22 0,-6 9-19 16,6-9-32-16,-4 10-28 0,4-10-29 0,-3 13-31 15,3-13-27-15,-1 20-119 0,-1-7-376 0,3 2 167 16</inkml:trace>
  <inkml:trace contextRef="#ctx0" brushRef="#br0" timeOffset="114201.53">9628 15129 99 0,'-6'-3'134'0,"6"3"-6"0,-11-7 3 16,6 4 2-16,5 3-14 0,-10-5 1 0,4 2-16 16,-1-1-2-16,1 2-15 0,6 2 11 0,-12-5-4 15,6 1-3-15,6 4-11 0,-12-5-10 0,7 3-4 16,5 2-8-16,-11-2-6 0,11 2-6 0,-12-1-6 15,12 1 0-15,-15 2-10 0,4-1 2 0,0 3-6 16,0 3-5-16,-2-1-1 0,-2 2-4 0,-1 0 5 16,2 3 1-16,-2 0 1 0,0 4-5 0,-3 2 0 15,0 3-1-15,1-2-5 0,2 5 2 0,0-3 0 16,0 2 0-16,3 1 8 0,0 3-6 0,4-10 2 16,1 2-2-16,3-1-6 0,-2 1 1 0,2 0-2 15,1 7 16-15,2-5 8 0,2-1-2 0,4 7-2 16,-1-8 0-16,-1 2-2 0,3-2 0 15,-1 3-1-15,1-4-7 0,3 5-1 0,-1-5-3 0,4 2 2 16,-2-1 1-16,0-1 11 0,3-1 2 0,0 0-2 16,1 0-2-16,0-3-4 0,1 0 2 0,2-1 29 15,0-1-4-15,2 1-5 0,-2-1-11 0,2 1 4 16,0-3-2-16,-1 2-5 0,2-2-1 0,-3-1-5 16,2-3-1-16,-2 2-1 0,3-1-1 15,0 1-5-15,-4-4-3 0,4 2-1 0,-2-2-4 0,2 1 4 16,0-3-2-16,-1 2-3 0,1-2 1 0,-1-1 3 15,3 2-9-15,-1-2 6 0,1-6-6 0,-1 3 5 16,2 0-1-16,-2-2 0 0,6-6-3 0,-2 1-2 16,2-4-3-16,-1-1-4 0,-3-1 2 0,4-3 0 15,-2 0-1-15,0 1 0 0,-1-3-4 0,-5 1 5 16,-4 3-4-16,1-5-1 0,2 2 3 0,-5 5-6 16,-2-2 5-16,0-1 0 0,1 1 0 0,0-5 1 15,-1 5-1-15,-5-2 1 0,1 3 2 0,0-1 1 16,-1-1-2-16,0 1 4 0,0-1 0 0,-3 0-2 15,0-1 1-15,-2-7 2 0,-2 6-1 0,1 1 1 16,0 1-1-16,-3 1 4 0,-2-1-3 0,-1 2 4 16,0-3-4-16,0 1 6 0,-3-1 4 0,1 4 3 15,0 0 2-15,-4-1-1 0,1 0-1 0,-6-3 0 16,0 1 0-16,2 4 2 0,1 1-1 16,-3-1 2-16,-5-1-5 0,7 5 0 0,-10-3 0 15,6 6 0-15,2-2 2 0,-3 4-4 0,-6-1-3 0,7 1-4 16,-2 4 8-16,-5-1-2 0,-1 4-4 0,-1-1-2 15,1 6 0-15,-2 0-2 0,1-1 1 16,0 3-5-16,2 2 4 0,-2 3 1 0,3-2 1 0,-2 1-9 16,3-1 6-16,1 4-7 0,1-1-4 15,0 1-6-15,3 0-10 0,4-3-8 0,-4 5-14 16,7-2-7-16,-7 2-12 0,8-3-14 0,1 2-12 16,3-1-30-16,1 1-26 0,0-3-33 0,3 3-32 15,2-1-186-15,0 1-435 0,6-2 193 0</inkml:trace>
  <inkml:trace contextRef="#ctx0" brushRef="#br0" timeOffset="114854.37">10405 15302 218 0,'0'0'212'0,"0"0"-6"16,0 0-5-16,0 0-3 0,0 0-9 0,-13 0-4 0,13 0-32 16,0 0-9-16,0 0-9 0,0 0-13 0,0 0-7 15,0 0-14-15,0 0-4 0,0 0-9 0,0 0-11 16,0 0-6-16,0 0-7 0,0 0-8 15,0 0-7-15,0 0-2 0,0 0-2 0,0 0-6 16,0 0-4-16,28-2-2 0,-15 1-5 0,1 0-2 0,5-1-3 16,2-3-4-16,-3 0 0 0,3 2-2 15,5-4-2-15,-8 2 1 0,2 1-10 0,1 0 0 16,-2-1 6-16,-1 1-7 0,-1 0-2 0,0 1-3 16,0-3 2-16,-4 5-2 0,-3-2 0 0,4 0 0 15,-4 2-1-15,1-2 2 0,-3 1-3 0,0 0 3 0,-8 2 2 16,13-2-4-16,-7 2 2 0,-6 0 4 0,0 0-6 15,13-2-1-15,-13 2 7 0,0 0 9 0,9 0 1 16,-9 0 9-16,0 0 5 0,6 6 7 16,-6-6 6-16,-3 9 4 0,-4 1 0 0,1 0 3 15,1 3-4-15,-4-4-2 0,1 8-5 0,-2-1-2 0,-3 6-6 16,3-6-8-16,-4 6-2 0,2-4-3 0,3 0-9 16,0-4-23-16,-1 3-15 0,2-3-32 0,1 0-34 15,-1 2-41-15,1-1-39 0,4-5-46 0,2 0-25 16,-1 1-197-16,1-2-480 0,1-9 212 15</inkml:trace>
  <inkml:trace contextRef="#ctx0" brushRef="#br0" timeOffset="115035.39">10767 15217 247 0,'-18'-13'334'0,"-6"2"-32"15,-2 2-21-15,5 4-8 0,-7-4-15 0,0 5-10 0,0-1-17 16,0 1-15-16,6 0-13 0,2 1-11 0,-2 0-24 15,4 3-9-15,7-4-18 0,-1 2-13 0,1 1-20 16,4 1-36-16,7 0-33 0,-9-2-49 16,9 2-54-16,0 0-50 0,0 0-46 0,0 0-48 15,0 0-49-15,0 0-208 0,27-9-503 0,-10 6 222 0</inkml:trace>
  <inkml:trace contextRef="#ctx0" brushRef="#br0" timeOffset="115734">11454 15320 38 0,'-1'-5'216'0,"1"5"-3"16,-5-10-2-16,2 5-5 0,3 5-8 0,-6-7-11 15,2 3-1-15,4 4-17 0,0 0-7 0,-5-6-18 16,5 6-12-16,0 0-15 0,0 0-15 0,0 0-10 16,0 0-7-16,-4 15-9 0,4-4-9 0,3 7-7 15,-1-1-4-15,2 2-6 0,1-1-7 0,1-1-3 16,1-2-4-16,-1-4-3 0,1 0 4 0,3-2-11 16,0 0-4-16,-1-3 0 0,4-1-2 0,-3-2-2 15,3-2-2-15,1-3-1 0,-1-1-1 16,5-6-2-16,-4-1-5 0,2-1 2 0,1-7-1 0,-5 2 1 15,-1 0-1-15,-3 1 0 0,-2-3-2 0,-2 2 1 16,-2-2 3-16,-4 1-3 0,-2 1-5 0,-5-1 3 16,2 1 1-16,-4 0 0 0,-3 4 0 0,1 1 0 15,-1-1 1-15,-2 2-10 0,-1 1 6 0,2 2-5 16,-2 1 1-16,0 2 1 0,4 3-5 0,0 0-4 16,0 3-4-16,1 2-20 0,-1 0-18 0,2 2-19 15,2 3-30-15,0 0-29 0,5 1-46 0,-2 3-39 16,6 3-29-16,0 2-123 0,1-8-396 0,7 3 176 15</inkml:trace>
  <inkml:trace contextRef="#ctx0" brushRef="#br0" timeOffset="115986.19">11831 15051 61 0,'-1'-7'234'0,"-1"-1"7"0,2 8 3 0,-6-11-13 15,2 5-4-15,4 6-4 0,-5-8-13 0,0 5-20 16,5 3-16-16,0 0-21 0,-2-7-13 0,2 7-22 16,0 0-5-16,0 0-13 0,-3 26-9 0,3-6-6 15,3 6-12-15,-2 3-11 0,2 1-4 0,0 4-3 16,-3-1-7-16,5 1-3 0,3 0-5 0,-4-1-3 16,5 1-10-16,-2-5-5 0,2 1-13 0,-3-2-19 15,1-2-22-15,3-1-31 0,-4-6-24 0,1-1-25 16,1 7-26-16,0-8-34 0,-1-2-31 0,-1-2-28 15,-1-2-147-15,-4-2-408 0,2-1 180 0</inkml:trace>
  <inkml:trace contextRef="#ctx0" brushRef="#br0" timeOffset="116434.52">11895 15231 77 0,'5'-9'143'0,"3"-2"4"0,-2 3 4 15,1 2-1-15,3-1-15 0,-5 5-11 0,-5 2-11 16,12-3-10-16,-12 3-4 0,15 6-5 0,-6 1-10 16,-3 2-9-16,-1 3-5 0,1 3-2 0,-4 5-12 15,-1-1-3-15,-2 8-6 0,-1-1-9 0,-1-2 0 16,-2-4-6-16,2-5 2 0,-1-5 0 0,3 2-1 16,-2-7-11-16,3 1 1 0,0-6-5 0,-2 10 7 15,2-10 6-15,-5 6 0 0,5-6-3 0,0 0-5 16,0 0 4-16,0 0-8 0,0 0 5 0,20-23-2 15,-13 14 3-15,3 0 2 0,0-5-3 0,1 2-4 16,3 1 0-16,-3-4-5 0,3 3-2 0,-1 1 1 16,3-2 1-16,-7 6-4 0,4-6 0 0,3 3-3 15,-5-2 3-15,3 2-1 0,1 1 0 0,-6-1-2 16,-1 3-2-16,0-1 0 0,-2 0 0 0,-1-1 5 16,-1 4 9-16,-3-2 11 0,-1 7 2 15,2-13 7-15,-2 13 3 0,-3-11 2 0,3 11 2 0,-9-8 4 16,3 3 5-16,0 2 3 0,6 3-3 0,-17-3-5 15,6 3 2-15,-1 0-2 0,0 3-10 16,3 3-3-16,-3 0-1 0,1 7-8 0,2 0-4 0,0 1-2 16,2 2-5-16,3 0 0 0,-1 4 0 15,5 6-24-15,0-8-29 0,3 2-44 0,1-3-45 0,3 0-39 16,4 1-46-16,1-3-47 0,1-2-174 0,-1-2-464 16,5-5 206-16</inkml:trace>
  <inkml:trace contextRef="#ctx0" brushRef="#br0" timeOffset="116751.55">12351 15284 213 0,'0'0'205'0,"0"0"-11"15,-2-9 0-15,2 9-4 0,0 0-1 0,0 0-6 16,0 0-11-16,0 0-15 0,0 0-7 0,0 0-12 16,-6 23-7-16,6-23-20 0,-2 11-10 0,2-2-1 15,0-9 8-15,2 9-9 0,-2-9-5 0,0 7 1 16,0-7-5-16,2 7-2 0,-2-7 1 0,0 0 1 15,0 0-4-15,0 0-3 0,0 0-10 0,0 0-11 16,0 0-12-16,0 0 1 0,0 0-12 0,-2-34 0 16,4 23-1-16,0-2 6 0,0 1-22 15,0 0-6-15,3 0-1 0,-3 0-6 0,2 3-4 0,-2 1 0 16,4-1-7-16,-2 3 1 0,-1 3 1 16,-3 3-2-16,6-5 0 0,-6 5 0 0,0 0 0 0,18 7-1 15,-14-1 4-15,1 4-7 0,2-1-3 0,-1 7-19 16,3 2-16-16,-4 1-38 0,1 6-30 15,1-5-44-15,-1 5-36 0,4-2-60 0,-3-3-236 16,-5-4-527-16,2-3 233 0</inkml:trace>
  <inkml:trace contextRef="#ctx0" brushRef="#br0" timeOffset="116984.4">12785 14959 185 0,'-4'-10'296'0,"1"4"-6"0,1 0-9 16,0 0-16-16,2 6-23 0,-4-8-17 0,4 8-27 15,0 0-7-15,0 0-11 0,-3 20-6 16,0-1-17-16,-1 9-12 0,4-1-18 0,0 6-7 16,0 0-14-16,0-4-14 0,0 4-9 0,0-1-9 15,4 0-17-15,0 0-21 0,0-4-35 0,2-3-28 16,-4-1-52-16,1-5-40 0,1 0-62 0,3 0-42 0,0-7-30 15,-2-3-188-15,3 2-477 0,1-5 211 0</inkml:trace>
  <inkml:trace contextRef="#ctx0" brushRef="#br0" timeOffset="117401.31">12915 15250 141 0,'-2'-7'241'0,"-3"1"-9"0,3 2 1 0,2 4-8 15,-4-9-6-15,4 9-13 0,-6-6-11 0,6 6-20 16,0 0-8-16,0 0-26 0,0 0-10 15,0 0-16-15,0 0-10 0,0 0-2 0,0 0-17 16,0 23-14-16,4-12-2 0,0-5-13 0,1 2-6 16,1-2-4-16,2-1-4 0,-2 1-2 0,0-2-2 15,1 0-5-15,-1 0-4 0,2-3-3 0,-8-1-3 16,11 2-5-16,-4-2 0 0,-7 0-5 0,13-3-1 16,-13 3 2-16,11-5-5 0,-8 2 0 0,-3 3-4 15,6-6 0-15,-2 1-2 0,-4 5-3 0,8-6 5 16,-8 6-3-16,6-7-5 0,-6 7 1 0,2-5-2 15,-2 5 2-15,5-4-2 0,-5 4-2 0,6-2 0 0,-6 2 2 16,0 0 3-16,15 2-7 0,-15-2 5 16,13 4 0-16,-4-3 5 0,2-1-3 0,-2 2 1 15,3-2-8-15,-2 1 2 0,3-4-6 0,-1 1 3 16,-1-1-5-16,0 2 3 0,-1-5 2 0,-2 2 1 16,-1 1 1-16,-1-3 5 0,0-1-2 0,-2 2 1 15,-1-4 11-15,-1 3 3 0,0-1 13 0,-2 7-9 0,0-17 2 16,-2 10-7-16,2 7 2 0,-3-14 3 0,-1 6-10 15,0 1-10-15,-2 1-19 0,0 3-17 16,-1 2-26-16,7 1-19 0,-16 0-28 0,7 1-37 16,3 2-36-16,2 3-41 0,-3 0-190 0,-1 1-450 15,4 2 199-15</inkml:trace>
  <inkml:trace contextRef="#ctx0" brushRef="#br0" timeOffset="117618.14">13300 14986 16 0,'-1'-7'266'16,"1"-6"-11"-16,0 13-1 0,-2-12 2 0,2 12 0 16,-2-10-3-16,2 10-9 0,-2-7-17 0,2 7-18 15,0 0-24-15,0 0-18 0,0 0-2 0,0 0-12 16,0 0-5-16,4 36-16 0,1-10-20 0,-1 1 2 16,0 3-13-16,-1 2-5 0,-1-1-17 0,2 0-16 15,-1 0-7-15,-1-1-18 0,1 0-24 0,1 2-30 16,0-7-31-16,-2 3-38 0,3-2-45 0,-5 2-55 15,0-10-47-15,0 2-49 0,-2-1-200 0,-3-3-521 16,3-3 232-16</inkml:trace>
  <inkml:trace contextRef="#ctx0" brushRef="#br0" timeOffset="117833.78">13360 15154 163 0,'2'-13'201'0,"1"2"-5"0,1 0-2 0,0 0-8 15,1 2-6-15,2 0-3 0,-5 4-13 0,1-1-7 16,3 0-18-16,0 0-9 0,-1 3-4 0,4-1-16 16,-9 4-7-16,11-3-8 0,-11 3-9 0,11-1-7 15,-11 1-12-15,0 0 6 0,12 4-19 0,-10 2-4 16,-2-6-16-16,5 11-19 0,-8-2-30 0,1 0-40 16,0 1-54-16,-2 0-57 0,-2 0-61 0,-4 3-142 15,3-3-398-15,-2 0 177 0</inkml:trace>
  <inkml:trace contextRef="#ctx0" brushRef="#br0" timeOffset="118474.36">14196 14903 239 0,'-5'-5'284'0,"-6"2"-11"0,-2 1-2 15,-6-2-7-15,6 4-3 0,-6 2-23 0,0 3-12 16,-8 6-16-16,4 0-18 0,0 6-5 0,1-3-32 16,2 3-13-16,0 3-16 0,7-5-12 0,2 1-8 15,3 1-15-15,1-1-12 0,3 0-3 0,2 1-12 16,6-2-8-16,-2-5-3 0,5 3-5 0,0-5-5 15,3 1-4-15,0-2-13 0,4-2-3 16,-1-1-4-16,5-2-9 0,-6-4-1 0,6-2-6 0,0 1 5 16,-7-3-4-16,2 2 1 0,-4-4 2 0,1 1-2 15,-1-3 0-15,-1 2 0 0,-2-1-4 0,-3 0 4 16,4-2-4-16,-4 2 4 0,-2 0-2 0,0 3 7 16,-1 6-3-16,2-13 3 0,0 9 6 0,-2 4-12 15,4-5-6-15,-4 5 2 0,0 0-3 0,0 0-2 16,0 0 5-16,9 14-2 0,-3 1 0 0,-2 3 3 15,4 9-1-15,-4-2 2 0,1 5-4 0,1 0 4 16,-2 3-1-16,0 0 0 0,-4 0-2 0,4-2-1 16,-3 0 2-16,-6 0 2 0,1-2 2 0,-1 1-9 15,-2-3 8-15,0 1 6 0,-3-4-9 16,-7-1 13-16,7 0-1 0,-9-4-9 0,6-4-1 0,-1-1-4 16,-3-3-4-16,2 0-13 0,3-6-28 0,-5 3-35 15,4-4-39-15,-3-4-46 0,5 0-50 0,2-3-56 16,-2-4-249-16,4-2-564 0,3-7 251 15</inkml:trace>
  <inkml:trace contextRef="#ctx0" brushRef="#br0" timeOffset="119306.68">14378 15002 183 0,'0'-8'240'0,"0"8"3"0,0-10 0 0,0 10-1 16,-3-9-5-16,3 9-10 0,0 0-18 15,-16-5-12-15,16 5-15 0,-15 7-6 0,6 0-25 0,-3 3-13 16,2 5-11-16,0-2-12 0,-1 1-12 0,5 4-12 16,1 0-10-16,-2-4-10 0,10 2-8 15,-3-3-4-15,0 2-13 0,4-5 0 0,1 0-3 16,1-1-14-16,5-1-2 0,-1-3-5 0,0-1-5 16,2 0-11-16,2-5-2 0,-1-2-1 0,-1-1 3 15,0-1-3-15,2-2 2 0,-5 0 0 0,0 1-5 0,3-4 6 16,-6 0-9-16,1 1 16 0,-1 2-1 0,-3-3 0 15,0 2 2-15,-2 0 22 0,-1 0-10 0,0-2 2 16,0 10 6-16,-1-13 0 0,1 13 7 0,-6-13 9 16,6 13-9-16,-6-10 4 0,6 10-3 15,-2-6-7-15,2 6-2 0,0 0-6 0,0 0-9 16,0 0 4-16,0 0 5 0,0 0 1 0,0 0-5 0,0 0 1 16,-9 29-4-16,9-19-2 0,0-10-8 0,4 22 6 15,1-10-5-15,-1-3-1 0,3 0 0 0,-1-2-1 16,3-1-5-16,0-1 3 0,0-1 10 15,3-1-7-15,-1 1-3 0,-2-6-2 0,4 0-8 16,-1-2 0-16,-1-1 5 0,-2-1-3 0,1 1 12 16,-1-1-22-16,-1-1 14 0,1-2-1 0,-1 0-1 0,-5 4 1 15,4-3 12-15,-7-2-9 0,5 1-1 0,-4 2-2 16,-1 7-7-16,3-13 13 0,-3 7-11 16,0 6 1-16,0-14 3 0,0 14 3 0,0-9-10 15,0 9 10-15,0 0 1 0,-3-10 1 0,3 10-4 16,0 0 2-16,0 0-10 0,0 0 2 0,0 0 2 15,0 0 12-15,0 0-3 0,0 0 1 0,9 20-4 16,-6-12 4-16,-2-1-2 0,2 2-7 0,4-2 3 0,-3-1 0 16,1 0-3-16,0-2 5 0,0 3-6 15,3-3 7-15,1 1-3 0,0-3-8 0,-3-1-4 16,-6-1 0-16,14 1-5 0,-7-1 2 0,-7 0-1 16,15-4 5-16,-5-2-3 0,-3 3 5 0,1-3-2 15,-2 2 4-15,0-2-6 0,-2 0 8 0,1 0-3 0,-1-1 9 16,-4 7-5-16,6-8 4 0,-4 3-1 15,-2 5 17-15,5-8-10 0,-5 8 6 0,5-5 1 16,-5 5 6-16,0 0 0 0,2-5-7 0,-2 5-2 16,0 0 1-16,0 0-1 0,0 0 2 0,0 0-5 15,0 0-1-15,0 0-2 0,0 0 0 0,0 0 5 16,0 0-7-16,0 0-8 0,16 8 11 0,-16-8-6 16,6 1 5-16,-6-1-3 0,10 2 10 0,-10-2-7 15,11 0-3-15,-11 0-2 0,10-2-2 0,-10 2 2 16,11-1-3-16,-11 1 4 0,10 1 10 0,-10-1-11 15,11 2 6-15,-4 1 0 0,0 1-1 0,-2-2 8 16,1 2-11-16,1-1 0 0,-1 0 0 0,0 3-1 0,-6-6-10 16,10 8-19-16,-5-5-39 0,-1 1-33 15,3-2-36-15,-7-2-45 0,7 6-51 0,-7-6-60 16,7 3-66-16,-7-3-198 0,0 0-602 0,0 0 266 16</inkml:trace>
  <inkml:trace contextRef="#ctx0" brushRef="#br0" timeOffset="119456.39">14800 14808 94 0,'-9'-7'243'0,"0"-1"-24"16,4 4-20-16,-3-2-22 0,2 0-17 0,0 1-22 16,3 1-34-16,-5 0-38 0,8 4-45 0,0 0-60 15,-9-11-57-15,9 11-119 0,-7-4-232 0,7 4 103 16</inkml:trace>
  <inkml:trace contextRef="#ctx0" brushRef="#br0" timeOffset="120953.98">5403 16901 110 0,'0'0'163'0,"1"-8"0"16,-1 8 2-16,0 0-1 0,0 0-3 0,0 0-8 15,0 0-6-15,0 0-15 0,0 0 0 0,0 0-7 16,0 0 2-16,0 0-5 0,-4 29-1 0,1-10-13 15,-3 9-6-15,4 3 19 0,-2 3-10 0,0 1-13 16,2-1-10-16,-2 0-4 0,-1-5-12 0,0 2-9 16,1-3-15-16,0-4 7 0,0 2-6 0,0-1-14 15,0-6 1-15,3 0-22 0,-4-2-39 0,3-3-46 16,-2 1-49-16,-2 2-55 0,0-2-59 0,-3 2-174 16,-1-3-441-16,0-1 195 0</inkml:trace>
  <inkml:trace contextRef="#ctx0" brushRef="#br0" timeOffset="121201.34">5196 17145 28 0,'0'0'218'0,"-5"-11"-14"16,5 11 0-16,-7-7-7 0,7 7-10 0,0 0-8 16,-5-7-6-16,5 7-18 0,0 0 6 0,0 0-10 15,-2 31-13-15,3-15-18 0,2 9-8 0,2 2-11 16,1-1-12-16,2 6-8 0,-2-4-8 0,3 0-8 15,1-3-7-15,-3-6-9 0,3-1-3 0,-2-1-4 16,2-4-4-16,-3-4-3 0,5 6-3 0,2-6 1 16,-4-2-1-16,3-2 1 0,4-5-6 0,4 0-6 15,0 0-4-15,-1-7-22 0,6-2-14 0,-1 0-36 16,2-4-40-16,-9 3-37 0,3 1-59 0,-2-1-57 16,-5 2-145-16,-1 4-425 0,-3 0 188 0</inkml:trace>
  <inkml:trace contextRef="#ctx0" brushRef="#br0" timeOffset="121622.2">4743 17958 48 0,'-7'-10'249'0,"-1"3"4"16,1 0-14-16,1 2-8 0,6 5-12 0,-7-10-11 15,7 10-18-15,-7-4-11 0,7 4-17 0,0 0-18 16,0 0-14-16,0 0-4 0,-7 29-10 0,7-29-11 16,2 66-13-16,2-18-13 0,1 0 0 15,3 0-11-15,0-1-2 0,0-12-12 0,1-1-5 16,2-1-5-16,0-2-3 0,-2 0-7 0,3-3 0 16,-5-2-6-16,6-3 1 0,-13-23-4 0,14 41 0 15,-14-41-4-15,14 36 0 0,-14-36-4 0,9 26 1 16,-9-26-36-16,0 0-34 0,9 32-46 0,-9-32-49 15,0 0-47-15,0 0-52 0,0 0-199 16,0 0-482-16,-15 39 214 0</inkml:trace>
  <inkml:trace contextRef="#ctx0" brushRef="#br0" timeOffset="124952.3">4918 16303 79 0,'0'0'137'0,"0"0"4"0,-1-13 13 0,1 13-14 16,0 0-3-16,0 0-15 0,1-11-8 16,-1 11-15-16,0 0-11 0,0 0-8 0,0 0-6 15,0 0-6-15,0 0-7 0,0 0-14 0,0 0-7 16,0 0 4-16,0-13-14 0,0 13-2 0,0 0-7 15,7-8-2-15,-7 8 0 0,8-7-4 0,-8 7-4 16,7-10-6-16,-2 4-7 0,-5 6-8 0,16-6-21 16,-11 1-4-16,6 0-13 0,-2 1-12 0,-2 0 10 15,3 0-29-15,0 0 3 0,-10 4 3 0,16-6 14 16,-8 4-4-16,-8 2 13 0,12-7-2 0,-12 7 10 16,10-5 1-16,-10 5 4 0,0 0 16 0,13 0 23 15,-13 0 22-15,0 0 11 0,0 0 0 0,0 0 11 16,0 0 14-16,0 0 20 0,0 0-3 0,0 0 27 15,-42 5-11-15,28-3 0 0,-5 2-5 16,1-2-2-16,-4 3 0 0,-6 1 0 0,1 2-4 0,8-2-9 16,-8 3-7-16,1-1-6 0,-2 2-34 0,3 0 0 15,-3 2 2-15,1 1-6 0,1 1-5 0,-1-5-1 16,-1 5-9-16,-1-1-12 0,3-1-30 0,-1 0-32 16,8-2-27-16,1-2-41 0,1 0-23 0,0-1-27 15,0 2-96-15,3-3-304 0,1 0 135 0</inkml:trace>
  <inkml:trace contextRef="#ctx0" brushRef="#br0" timeOffset="125234.73">4516 16045 100 0,'0'0'167'0,"0"0"-13"0,0 0 1 0,0 0-13 15,0 0-5-15,0 0-5 0,-13 21-9 0,7-4-5 16,-3-1-12-16,-1 10-10 0,-2-1-7 15,2-3-9-15,1 5-7 0,0-1-7 0,0-2-8 16,3 3-3-16,-2-2-8 0,4-7-8 0,2 0 0 16,-1-4-8-16,1-1 0 0,0-2-5 0,1-3-1 15,1-1-6-15,1 1-15 0,-1-8-4 0,3 11-12 16,-2-7-13-16,-1-4-13 0,7 8-9 0,-2-7 5 16,-5-1-8-16,17 2-4 0,-17-2-1 0,25-2-5 15,-11-1-10-15,4 3-1 0,1-3-17 0,3 2-25 16,-1-2-12-16,6 4-86 0,-8-1-228 0,-1 3 102 15</inkml:trace>
  <inkml:trace contextRef="#ctx0" brushRef="#br0" timeOffset="125785.51">2209 15973 61 0,'0'0'220'0,"-4"-5"0"16,4 5-2-16,-10-6-12 0,5 3-5 0,5 3-11 16,-10 0-11-16,10 0-14 0,-14 4-12 0,7 3-10 15,-2 2-2-15,0 4-15 0,0 13-3 0,3 4-6 16,-1 5-11-16,1 12-12 0,4-11 23 0,2 13-13 0,1 0-6 16,4-2-29-16,3 0 8 0,-2-12-7 15,1 10-5-15,1-12-5 0,-1-1-8 0,3 2-6 16,-3-1-5-16,1-2-1 0,0-1-10 0,-1 0-2 15,0-1 1-15,1-3-3 0,-5-1-6 0,3 0 1 16,-5 0-1-16,3 3-12 0,-4-2-28 0,0-9-30 16,0 2-34-16,-3-1-34 0,2-4-34 0,-1 0-55 15,0-6-46-15,-1 2-214 0,-3-1-506 0,0-4 225 16</inkml:trace>
  <inkml:trace contextRef="#ctx0" brushRef="#br0" timeOffset="126684.39">2093 16656 42 0,'0'0'220'0,"-4"-12"-24"0,4 12-18 16,-3-9-18-16,3 9-22 0,0 0-5 0,-1-10-21 0,1 10-8 15,0 0-11-15,7-10-10 0,-1 4-8 16,3-2-4-16,3 0-4 0,3-4-3 0,4-6-6 16,1-1-4-16,0-1-1 0,-2-1-3 0,-2 1-7 15,-5 6 1-15,2-1-5 0,-2-1-5 0,0 4-3 16,-6 2 2-16,0-1 2 0,-1 3-5 0,0-3 0 15,-4 11-3-15,4-17-3 0,-4 17-2 0,-4-16-3 16,4 16 8-16,0 0-6 0,-10-16 5 0,10 16-1 16,-8-9 3-16,8 9 2 0,-13-2-7 0,13 2-3 15,-11 1 2-15,11-1 1 0,-17 6-5 0,7 1 1 16,4 1-2-16,-1 2 1 0,-2 3 3 0,3-1-2 16,2 3-4-16,1 2 1 0,0-1-4 15,3 4 1-15,3-4-5 0,4 0 1 0,-2 0-1 0,3 1-6 16,1-3 7-16,0-6-2 0,2 1 1 15,6-2 1-15,2-4-12 0,1-2 0 0,8-2-5 16,1-5-8-16,-1-4-3 0,-3 0 5 0,2-6-3 16,-3 0 3-16,-3-2-1 0,-7 4 3 0,4-4 2 15,-4 3 0-15,-5 0 3 0,0-2 7 0,-2 1-4 16,-2 3 1-16,-1 2 1 0,-2 0-1 0,-2-6 8 16,0 17 6-16,-7-19 7 0,2 9-1 0,5 10 2 15,-14-13 9-15,6 6-3 0,-1 2 12 0,9 5-1 16,-16-7 4-16,4 4 6 0,12 3 1 0,-16-2-5 15,16 2-8-15,0 0-3 0,-20 3-4 0,20-3-3 16,-10 9-4-16,10-9 2 0,-5 14-5 0,5-14-3 16,1 21-11-16,-1-21 4 0,8 22-1 0,0-12-20 15,-1 0-16-15,2-2-24 0,4 0-22 0,2-1-20 16,-3-3-27-16,5 1-13 0,2-4-4 0,-3-2-4 16,6-2-22-16,-5 0-1 0,10-7 5 15,-3-1 12-15,0-4 10 0,-7 3 19 0,6-3 9 16,-8 3 16-16,-2-3 19 0,0 5 15 0,-3-5 21 15,-4 5 13-15,-6 10 25 0,9-19 10 0,-9 19 28 16,2-18 6-16,-1 9 18 0,-1 9 5 0,0 0 11 0,-11-19 10 16,11 19 10-16,-9-10 3 0,9 10-12 15,-15-3 3-15,15 3-2 0,0 0-2 0,-20 0 9 0,20 0-8 16,-14 9-10-16,7 0-9 0,0 1-7 16,-1 4-6-16,2 2-9 0,0 0-1 0,5 3-7 15,0-3-4-15,1-4-4 0,2 3 0 0,4 0-6 16,-1-5-2-16,4 2 1 0,-2-4-18 0,1-3-11 15,2 0-1-15,2 0-3 0,-12-5 0 0,24-1-3 16,-11-4 1-16,-3 0-1 0,8-4 3 0,-4-2-3 16,-1-3 1-16,-2 1 6 0,-3-1-2 0,-2-1 2 15,-1-1 7-15,-3-1 0 0,-2-1 3 0,-3-1 8 16,-1-1 0-16,-3 1 3 0,-1 1-2 16,-4-4-1-16,0 0-5 0,1 6 8 0,-3-6 10 15,2 6 3-15,0 2 3 0,2 2 8 0,-2 0 9 0,5 1 11 16,0 5-4-16,7 6 3 0,-10-11-3 0,10 11-5 15,-8-8-13-15,8 8-1 0,0 0-9 16,0 0-2-16,0 0-4 0,0 0 3 0,3 37-3 0,5-10-16 16,2 5 6-16,-1 0-21 0,2-2-18 0,1 2-28 15,-1-3-32-15,5 0-23 0,-4 0-49 16,5-3-64-16,-3 0-215 0,-2-2-477 0,0-10 212 16</inkml:trace>
  <inkml:trace contextRef="#ctx0" brushRef="#br0" timeOffset="127084.34">2990 15891 289 0,'-6'-8'276'0,"6"8"-21"16,0 0-27-16,-9-12-25 0,9 12-19 0,0 0-23 15,0 0-10-15,0 0-8 0,0 0-11 0,-2 35-16 16,5-14-7-16,2 6-12 0,0-1-23 15,2 3 3-15,2-1-2 0,1-4-8 0,-1 1-10 16,-3-9-6-16,2 4-4 0,-5-4-4 0,1-3-4 16,2-4-3-16,-3 1-4 0,-3-10 1 0,6 13-6 15,-6-13-2-15,3 11 1 0,-3-11 2 0,0 0-9 16,5 11 1-16,-5-11 5 0,0 0-4 0,0 0-4 16,0 0-7-16,0 0-16 0,0 0-4 0,0 0-10 15,0 0-3-15,20-29 0 0,-13 14 1 0,5 4 3 16,-2 1 4-16,-1 3-1 0,5-4 3 0,-14 11-7 15,24-10 5-15,-10 7 3 0,-14 3 6 0,26-1-3 16,-26 1 5-16,22 5-6 0,-22-5 6 0,19 9 19 16,-14 0 0-16,-5-9 4 0,9 21 0 0,-7-6 2 15,-3-2-4-15,1-13 1 0,-6 28-2 16,-1-14-10-16,2-2 3 0,0 1-16 0,-1 1-23 0,1-5-32 16,5-9-32-16,-14 20-32 0,14-20-32 0,-9 11-55 15,3-8-190-15,6-3-434 0,0 0 192 0</inkml:trace>
  <inkml:trace contextRef="#ctx0" brushRef="#br0" timeOffset="127418.23">3330 15925 191 0,'0'0'247'0,"0"0"-19"0,-13-13-13 0,13 13-7 16,0 0-12-16,0 0-13 0,0 0-10 0,-29 22-12 15,22-12-16-15,7-10-14 0,-15 22-13 0,11-11-14 16,4-11-9-16,-6 25-8 0,6-25-7 0,0 20-13 15,0-20-8-15,9 19-13 0,-3-10-16 0,-6-9-24 16,19 9-11-16,-19-9-7 0,22 4-11 16,-22-4 1-16,24-4 3 0,-7-3-7 0,-4 0 5 15,-13 7 2-15,23-12-1 0,-14 5 3 0,-9 7 8 16,14-15 6-16,-10 10-1 0,-4 5 1 0,2-14 10 16,-2 14 5-16,0 0 8 0,0 0 2 0,-1-19 8 15,1 19 9-15,0 0 7 0,0 0-8 0,0 0 2 16,-7-11-11-16,7 11 1 0,0 0-7 0,0 0-2 15,0 0-5-15,0 0-1 0,0 0 0 0,0 0-3 16,13 41 1-16,-8-31-15 0,4 1-27 0,-9-11-26 16,18 23-36-16,-9-16-22 0,3 0-32 0,1-2-23 15,-13-5-17-15,31-2-30 0,-11-4-117 0,-4-4-360 16,2-1 159-16</inkml:trace>
  <inkml:trace contextRef="#ctx0" brushRef="#br0" timeOffset="127790.66">3671 15884 19 0,'-6'-22'132'0,"6"22"5"0,-9-19-1 15,1 10 6-15,2 0 18 0,6 9 16 0,-13-10-4 16,13 10-2-16,-11-10-4 0,11 10-15 16,-9-3-9-16,9 3-15 0,0 0-13 0,0 0 0 15,0 0-7-15,0 0-6 0,0 0-5 0,-13 20-13 16,13-20-8-16,2 19-5 0,-2-19-7 0,8 18-8 16,-1-10-2-16,1 1-6 0,1-2-2 0,0 0-7 15,0 0-18-15,-9-7-12 0,22 6-8 0,-11-4-18 16,-11-2-14-16,0 0-27 0,36-11-22 0,-24 2-22 15,2 0-25-15,-4-5 2 0,-1 2 9 0,1-4 18 16,-1-1 3-16,1 0 6 0,-6-2 14 0,0 1 6 16,-3-8 12-16,-1 2 15 0,-1-1 18 0,-3 7 12 15,2 1 11-15,-6-2 22 0,1 0 9 0,-1 2 29 16,0 2 23-16,2 4 16 0,-1 1 27 0,7 10 13 16,-11-15 6-16,11 15-5 0,0 0-11 0,-8-12-22 15,8 12-9-15,0 0-5 0,0 0 4 0,0 0 6 16,0 0 0-16,0 0-9 0,4 48-25 0,0-19 5 15,1 2 2-15,1-1-9 0,-2 0-21 0,2-2 8 16,0 0-7-16,0 1-19 0,0-1 6 16,-1-10-26-16,1-1-37 0,-1-2-48 0,-3-4-51 15,-2-11-56-15,9 21-63 0,-9-21-272 0,5 13-565 16,-5-13 249-16</inkml:trace>
  <inkml:trace contextRef="#ctx0" brushRef="#br0" timeOffset="128017.4">3929 15557 210 0,'-6'-16'260'0,"6"16"-17"0,0 0-20 0,-12-7-21 16,12 7-16-16,0 0-8 0,0 0-16 0,-22 20-16 15,15-11-16-15,1 7-13 0,-1 1-10 0,0-1-10 16,2-1-12-16,2-3-8 0,0 0-10 0,3-12-10 16,-2 19-3-16,2-19-3 0,2 18-7 0,-2-18-5 15,7 14-4-15,-7-14 1 0,15 10-8 0,-5-5-7 16,-10-5-5-16,26 6-8 0,-13-4-14 0,6-2-25 15,-19 0-21-15,28 0-44 0,-28 0-38 0,29 2-39 16,-17 0-41-16,1 4-149 0,-13-6-392 0,12 16 174 16</inkml:trace>
  <inkml:trace contextRef="#ctx0" brushRef="#br0" timeOffset="128517.65">3308 16895 138 0,'-19'-9'279'0,"19"9"7"0,-16-10 6 0,7 7-25 16,-3 0-6-16,12 3-19 0,-23-7 3 15,10 5-20-15,13 2-18 0,-23-1-6 0,23 1-25 16,-25 7-10-16,12-1-20 0,1 5-16 0,0 2-14 15,3 1-10-15,0 4-8 0,0-2-15 0,4 3-7 0,0 0-4 16,3-2-13-16,4 0-8 0,0-5-2 16,2 0-8-16,1-1-3 0,4 2-3 0,-1-4-5 15,2-3-6-15,5 1-16 0,-1-3-1 0,-1-2-14 16,-13-2 3-16,29-4 1 0,-16 1 4 0,4-2-3 16,-7 0 7-16,1-1-1 0,-3-1-3 0,0-2 2 15,-2 0-5-15,-6 9 3 0,10-15 3 0,-10 15 0 16,8-11 0-16,-8 11-3 0,4-8 3 15,-4 8-16-15,0 0 7 0,0 0-3 0,5-9-2 16,-5 9 9-16,0 0-4 0,0 0 3 0,0 0 2 0,22 14-6 16,-11 0 6-16,1 3-6 0,3 8 3 0,-2 5 2 15,-3-2-1-15,2 5 4 0,-1-2-4 0,-3 2 0 16,-3 3 7-16,0-7 2 0,-4 1 7 0,-1-1-6 16,-3 0 6-16,-3 0 8 0,0-4-2 0,-5 2-3 15,-2-1-3-15,-1-4 4 0,-2-1-5 0,2-6-3 16,-1-1-3-16,2-4-4 0,-2-2-17 0,2-2-32 15,-1-3-45-15,-4 0-48 0,0-6-50 0,0 0-48 16,4-6-50-16,1-4-259 0,-2-9-591 16,5-5 261-16</inkml:trace>
  <inkml:trace contextRef="#ctx0" brushRef="#br0" timeOffset="129289.14">3546 16665 18 0,'0'0'263'0,"-1"-14"-20"0,1 14 23 15,0 0-11-15,-12-11-2 0,12 11-5 16,0 0-7-16,-24 3-18 0,24-3-19 0,-20 11-5 16,11-2-21-16,-3 1-9 0,1 7-23 0,-1 6-7 15,3-7-16-15,3 0-14 0,1 2-10 0,3-1-13 16,1-1-3-16,4 1-8 0,0-6-15 0,4-3-5 16,0 1-9-16,2-2-14 0,3-1-5 0,3-6-13 15,3-2 0-15,0 1-4 0,0-6-7 0,-1-2 1 16,2 0-1-16,-4-2-3 0,-1-1 3 0,-2 2-3 15,0-4 1-15,-4 5 1 0,-2-3 3 0,-2 2-7 16,1 0 6-16,-5 10 3 0,4-16-1 0,-4 16 2 16,-1-17 1-16,1 17 1 0,-8-19 5 15,8 19 8-15,-6-10 4 0,6 10 8 0,-4-10 1 16,4 10-7-16,0 0 0 0,0 0-6 0,0 0-5 0,-6-9-2 16,6 9 1-16,0 0-7 0,0 0-1 0,0 0 3 15,0 0 2-15,0 0-14 0,0 0 8 0,20 31-5 16,-11-22 11-16,0-4-9 0,-9-5 2 15,17 9-4-15,-7-4-3 0,0-2-6 0,-10-3-17 16,24 0 15-16,-24 0-6 0,25-10 8 0,-15 4-4 16,-1-2-2-16,1 1 9 0,-2-1-14 0,-2-3 20 15,2 1-2-15,-2-2 0 0,-1 2-6 0,-5 10 9 16,5-24-1-16,-3 14-2 0,-2 10 2 0,0-22 0 16,-2 11-2-16,2 11 7 0,-2-16 2 0,2 16 3 15,0 0-3-15,-3-16 1 0,3 16-7 0,0 0 3 16,-2-11 3-16,2 11-3 0,0 0 1 0,0 0 0 15,0 0-3-15,0 0 0 0,0 0 1 0,0 0-3 16,0 0-3-16,15 36 9 0,-9-29-13 0,2 2-1 16,0-2 7-16,1-1-5 0,-9-6 8 15,20 7-4-15,-11-4 5 0,-9-3-1 0,22 1-5 16,-22-1-4-16,22-8 6 0,-22 8 0 0,21-8-3 16,-12 1 2-16,1-2-3 0,-3-1-4 0,-7 10 9 0,11-20 1 15,-4 10 0-15,-7 10-1 0,5-20 4 16,-4 6-3-16,-1 14-6 0,0-20 16 0,0 20 11 15,1-16 8-15,-1 16-11 0,0 0 15 0,0 0 14 16,-4-20-2-16,4 20 9 0,0 0-15 0,0 0 7 16,-7-12-6-16,7 12-14 0,0 0 3 0,0 0 2 15,0 0-5-15,0 0-12 0,0 0 3 0,0 0-1 16,0 0-7-16,0 0-1 0,0 0 0 0,0 0-2 16,0 0 2-16,9-21-3 0,-9 21-4 0,0 0 4 15,15-6-7-15,-15 6 4 0,0 0-3 0,18-4 2 16,-18 4-7-16,0 0-6 0,17-1 8 0,-17 1 0 15,0 0-1-15,0 0 2 0,30 5-5 16,-30-5 3-16,20 5 1 0,-20-5-7 0,20 6-32 0,-20-6-28 16,17 6-45-16,-11-3-44 0,-6-3-61 0,0 0-65 15,20 3-94-15,-20-3-257 0,0 0-686 16,0 0 304-16</inkml:trace>
  <inkml:trace contextRef="#ctx0" brushRef="#br0" timeOffset="129458.11">3938 16271 3376 0,'-10'-4'157'0,"-1"0"-61"0,0-2-73 15,11 6-16-15,-15-4-16 0,15 4 24 0,-11-4 1 16,11 4-6-16,-8-4 7 0,8 4-9 0,0 0-8 16,-10-7-24-16,10 7-39 0,0 0-44 0,0 0-61 15,0 0-89-15,0 0-260 0,0 0-558 0,14-22 247 16</inkml:trace>
  <inkml:trace contextRef="#ctx0" brushRef="#br0" timeOffset="144554.54">19706 16964 42 0,'0'0'93'0,"0"0"-9"0,0 0 0 16,0 0-7-16,0 0 8 0,0 0-21 15,10 6-9-15,-10-6-3 0,3 5-4 0,-3-5-6 16,4 5-8-16,-4-5 3 0,6 6 0 0,-6-6-13 15,3 6 4-15,-3-6-4 0,6 5-2 0,-6-5-2 16,8 5 7-16,-4-4-8 0,-4-1 16 0,12 0-23 16,-12 0 3-16,17-3-11 0,-6-3-6 0,5-2-17 15,-1-2-20-15,2-1-20 0,4-7-99 0,2 2-171 16,-3-3 76-16</inkml:trace>
  <inkml:trace contextRef="#ctx0" brushRef="#br0" timeOffset="144818.01">20388 16354 30 0,'0'0'134'16,"0"0"-26"-16,0 0-12 0,0 0-24 0,7-19-39 16,2 10-27-16,0-1-21 0,4-3-63 0,3 2-84 15,1-1 38-15</inkml:trace>
  <inkml:trace contextRef="#ctx0" brushRef="#br0" timeOffset="-173912.68">10216 16232 24 0,'0'0'42'16,"0"0"12"-16,2-7-22 0,-2 7 1 0,0 0-8 15,0 0-1-15,0 0-2 0,0-13-3 0,0 13 1 16,0 0 6-16,0 0 2 0,0 0 9 0,0 0-4 15,-6-17-1-15,6 17 0 0,0 0-4 0,0 0 1 16,-8-12-2-16,8 12 5 0,0 0-1 0,-7-10-8 16,7 10 8-16,0 0 2 0,-9-10 7 0,9 10-4 15,-7-8 5-15,7 8-11 0,0 0 3 0,-12-8-13 16,12 8 6-16,-8-7 1 0,8 7-1 0,0 0-5 16,-15-7 0-16,15 7-1 0,-12-7-9 0,12 7 4 15,-10-4 1-15,10 4 7 0,0 0-16 0,-21-6 12 16,21 6-9-16,-14-3-5 0,14 3 3 0,-16-2-1 15,16 2-3-15,-17-4 11 0,17 4-14 0,-19 0 3 16,19 0-10-16,-19 1 6 0,19-1 8 0,-18 3-8 16,18-3-4-16,-21 4 7 0,12-2-10 15,9-2 9-15,-15 2 0 0,15-2 1 0,-15 6 2 16,8-4-4-16,7-2 3 0,-15 6-4 0,7-4-4 16,-2 3 7-16,10-5-3 0,-15 8 0 0,6-2-4 15,1-2 1-15,-1 3-4 0,2-2 8 0,-1 2-11 0,0-1 2 16,-1 1 8-16,0-1 1 0,2 0 0 15,-5 3-3-15,3-4-4 0,0 4 2 0,-1 0-9 16,1-3 14-16,0 2-3 0,-1-2 9 0,2 2-8 16,-1 0 5-16,-2 1-4 0,2-1 1 0,0 0-11 15,1 2 10-15,-1-2-10 0,2 0 10 0,-1 1-6 16,3-1 8-16,-4 1 5 0,1 1-5 0,2-2-7 16,-1 0 4-16,2 3-4 0,-2-2 10 0,0 0-5 15,2 1-4-15,-1 0 9 0,-2-1 2 0,2 1-6 16,1 1-2-16,-2-2 2 0,1 3-1 0,0-1 0 15,2-1 1-15,-1 1-8 0,-3-1 7 0,3 0 0 16,-2 0 0-16,1 2-1 0,0-1-2 0,-2 2 1 16,0 1 3-16,2-4-2 0,0 1-4 0,-1 1 11 15,1-2-4-15,-1 5 0 0,-2-6 1 0,3 2-2 16,0 1 0-16,-5 1-4 0,5-1-4 0,1-3 7 16,1 3-2-16,-1-3 9 0,1 1-9 15,0 1 2-15,-1-2-10 0,0 3 10 0,3-1-1 16,0 0-5-16,1 1 1 0,0 0 5 0,-2 4-3 0,2-3 10 15,0-2-11-15,2 2 2 0,-2-1 0 0,1-3 6 16,1 2-3-16,0 1 8 0,-1 0 2 0,4 0-7 16,-1 1 3-16,-1-1-2 0,1 0 0 15,3 2-4-15,-4-2 4 0,5 3 8 0,-3-5-4 0,-2 2 2 16,4 0-2-16,-1-3 1 0,1 3-6 0,-1-4 10 16,0 3-5-16,0-1-4 0,3 0 4 15,-2-1-2-15,1 1 2 0,-1-2 0 0,2 1 5 0,1 1-3 16,0-1 10-16,1 4-5 0,1-5 4 0,0 0-9 15,0 3 5-15,1-4-14 0,-3 1 6 16,1 0 4-16,0-2 0 0,0 1 3 0,1 0-4 0,0 1 6 16,-1-2-3-16,2 0-1 0,0 0 5 15,-1-1-7-15,3 1 7 0,-3-2-2 0,3 4 4 16,3-4 2-16,-4 0 2 0,5-2-4 0,1 3 4 16,-6-2-16-16,3 0 5 0,0-1-1 0,-4 1 0 15,2-2 1-15,3 0-2 0,-3-1-3 0,3 2-1 16,-5-1 3-16,1-1-7 0,1-1 5 0,4-2-3 0,0 2 3 15,4-4 1-15,-7 2 2 0,4-4-12 16,-1 1 12-16,0-2-2 0,0-1 0 0,1-1 2 16,7-4-2-16,-3-1 2 0,-1 1 0 0,-2-3 3 15,-5 5-11-15,1-2 8 0,-1 0 0 0,0 1-1 16,1-6 1-16,-2 6-1 0,-4 0 2 0,0-2 7 16,-1 1-7-16,1 1 9 0,2-5-7 0,-3 1-1 15,1 0 6-15,-5 1-5 0,4-2-2 0,-1 4 4 16,-2-1 3-16,0-1 3 0,2-1-4 0,-3-2-3 15,2 3 2-15,-2-2-3 0,0 1-4 0,4 0 4 16,-4 1-5-16,0-2-1 0,0 2 1 0,-1 4-3 16,0-2 1-16,0-2 2 0,1 5-8 15,-4-2 4-15,0 1 1 0,0-1-3 0,-2 1 3 0,1 1 8 16,0-2-3-16,0 3-5 0,1-3-3 0,-1 13 6 16,-3-22 0-16,3 6-5 0,-2 3 6 0,0 0-6 15,1 2 0-15,-1-1 4 0,-1 1 0 16,0-1 1-16,2 1 1 0,-1-1-4 0,1 1 1 0,-3 0-3 15,3-2 2-15,-3-2 0 0,1 0-2 0,0 3 1 16,-4-2-6-16,1-1 7 0,-2 1-4 0,3 2-1 16,-4-2 3-16,0-1-2 0,0 1 3 15,-3 0-2-15,1 0-3 0,1-1 5 0,-1 1-2 0,-1 0 0 16,3 3 0-16,-4-3 0 0,2 1 0 0,-4 0 1 16,3 1-2-16,3 3 0 0,-5-4-2 15,4 7 5-15,-3-6-5 0,0 0 0 0,3 4 4 16,10 8 1-16,-22-15-2 0,12 9-1 0,10 6 4 15,-19-10-1-15,9 5-4 0,10 5 4 0,-21-7-1 16,21 7 2-16,-18-4-1 0,18 4-8 0,-19-4 0 16,19 4-1-16,-21 1 3 0,8 2-6 0,1 1-8 15,-1-1 0-15,1 1 5 0,-4 5-7 0,2 0-2 16,3-1-1-16,0-2-21 0,-3 4-4 0,0 0-11 16,4-2-23-16,0 2-10 0,1 3-29 15,0-4-18-15,0-1-16 0,2 4-20 0,0-3-87 0,2 1-280 16,5-10 123-16</inkml:trace>
  <inkml:trace contextRef="#ctx0" brushRef="#br0" timeOffset="-172959.54">10304 17202 73 0,'0'0'128'0,"0"0"-14"0,0 0 6 15,0 0-4-15,0 0 0 0,0 0 1 0,0 0-12 16,-10-12-3-16,10 12-1 0,0 0-11 0,-7-3-2 16,7 3-6-16,0 0-9 0,0 0-2 0,-5-4-8 15,5 4-1-15,0 0-8 0,0 0-7 0,0 0-1 16,-6-6-11-16,6 6-1 0,0 0-6 16,0 0-10-16,0 0 6 0,0 0-7 0,0 0 2 15,0 0-9-15,0 0 2 0,0 0-6 0,15 13 5 16,-8-6-6-16,3 2 1 0,4 0 2 0,0 2-7 15,0 3 34-15,4 0-5 0,2 2 1 0,2 2-3 0,0 1-3 16,0-2-5-16,-1 2 2 0,1-4-4 16,-3 3 1-16,-2-5-3 0,6 4-1 0,-5 1-2 15,-3-7-1-15,-1 1 2 0,3 1-3 0,-4-3-5 16,0 0 0-16,0 0 2 0,-2-2-5 0,-1 0 4 16,-3-2-2-16,0-1-2 0,-1 0 0 0,-6-5 4 15,12 9-5-15,-12-9-1 0,9 8 7 0,-9-8 1 16,6 5-6-16,-6-5 2 0,8 3 10 15,-8-3 10-15,2 2 14 0,-2-2 7 0,0 0 4 0,0 0-4 16,0 0-5-16,0 0 0 0,0 0-7 0,0 0-8 16,3-19 3-16,-3 19-4 0,-3-15 0 15,2 6-3-15,1-4-2 0,1 3-1 0,-2-6-4 0,1 3-1 16,-1 0-2-16,-2-1-1 0,3 2 2 0,0-5-6 16,3 0 0-16,-3 6 2 0,0-5-5 0,1 3 1 15,0 5 4-15,2-3-12 0,-2 5 9 0,0-2-3 16,1-1 1-16,-2 9 0 0,1-11-2 0,-1 11-2 15,1-9 3-15,-1 9-8 0,0-8-6 16,0 8-9-16,0 0-21 0,0 0-20 0,0 0-20 16,0 0-20-16,0 0-24 0,0 0-14 0,0 0 5 15,0 0-35-15,0 0-14 0,0 0-142 0,0 0-350 16,0 0 155-16</inkml:trace>
  <inkml:trace contextRef="#ctx0" brushRef="#br0" timeOffset="-172774.53">10740 17443 101 0,'-13'4'180'0,"7"-3"3"0,-5 2-17 0,-1 0-4 0,1-3-6 15,-6 3 2-15,4 0-7 0,-5-1-11 0,5-1-6 16,-5 1-15-16,5-2-9 0,1 2-11 0,0-2-11 16,1 3-5-16,0-3-15 0,11 0-10 0,-15 0-20 15,15 0-30-15,0 0-28 0,-14 0-41 0,14 0-29 16,-8-2-46-16,8 2-181 0,0 0-341 0,0 0 152 15</inkml:trace>
  <inkml:trace contextRef="#ctx0" brushRef="#br0" timeOffset="-171059.44">11108 17922 68 0,'0'0'139'0,"0"0"3"0,0 0-3 0,0 0-6 16,0 0-8-16,0 0-9 0,0 0-8 0,0 0-7 15,0 0 2-15,0 0 3 0,0 0-3 0,0 0 1 16,0 0-8-16,0 0-12 0,0 0-8 0,0 0-3 16,11-24-8-16,-5 12-5 0,0-5-9 0,4-1 0 15,-2-7-5-15,1 2-4 0,-1-1-4 16,-2 0 0-16,-1 4-2 0,1-7-7 0,0 8-3 16,1-8 1-16,-4 3-1 0,-1-3-2 0,-1 2-6 15,1 0 3-15,-2 8 0 0,2-2-4 0,1 0-3 16,-6 3 6-16,3-1-1 0,0 5 0 0,0 12-7 15,-5-22 5-15,5 22 0 0,-2-14 0 0,2 14-5 16,0 0 0-16,-3-14-2 0,3 14-1 0,-2-8-4 16,2 8-1-16,0 0 0 0,0 0-1 0,0 0-1 15,0 0 0-15,-4-9-3 0,4 9 1 16,0 0-1-16,0 0 1 0,0 0-2 0,0 0-1 0,-11 31-2 16,11-19 3-16,0-12-3 0,-3 28 1 0,6-10 1 15,-3 0 3-15,3 1-1 0,1 6-3 0,2 4 2 16,-1-4-4-16,0 1 6 0,2 2-3 0,-1-4-1 15,2 1-3-15,0-1 6 0,-1 1 3 0,0-6-3 16,2 4 2-16,-1-5-1 0,-1-3-1 0,2 1 5 16,-3-4 0-16,4-3-3 0,-3 1-2 15,1 0 5-15,-2-4-4 0,3-1 0 0,-1 1 4 0,-2-3-2 16,-6-3 2-16,13 4 1 0,-13-4 6 16,13-1-8-16,-13 1-1 0,14-9 1 0,-4 4 2 15,-3-3-3-15,1 0 0 0,0-2 4 0,-3-1-2 16,1 0-1-16,-2-5-2 0,-3 4-2 0,3-3 4 15,-2-1-1-15,-1 1-3 0,-1 1 2 0,-4-1 3 16,4 15 2-16,-3-19 0 0,3 19-2 0,-3-19 0 16,3 19 2-16,-4-12 2 0,4 12-3 0,0 0 0 15,-4-14 2-15,4 14 4 0,0 0-12 0,0 0 2 16,-3-10-1-16,3 10-1 0,0 0 0 0,0 0-3 16,0 0-2-16,0 0 5 0,0 0-6 0,0 0 5 15,0 0-3-15,0 0 1 0,0 0 3 0,9 35 0 16,-5-29-2-16,-1 2-4 0,2 2 4 15,0-4-1-15,0 3 1 0,0-1 5 0,-5-8-5 16,9 11 2-16,-1-4 0 0,-1-1 4 0,0-2-3 16,-7-4 3-16,13 8-3 0,-6-6 2 0,-7-2 0 15,16 2 0-15,-16-2 3 0,0 0-2 0,25-6 1 0,-17 3-2 16,-8 3-2-16,19-9 1 0,-11 5 2 16,-8 4 2-16,10-10-8 0,-2 4 3 0,-8 6-1 15,10-14-2-15,-10 14 2 0,4-13-5 0,-4 13-9 16,1-17 1-16,-1 17 3 0,-7-18-4 0,7 18 2 15,-10-17 3-15,1 10-1 0,3-3 0 0,-1 2 6 16,7 8-1-16,-16-9-2 0,8 4 2 0,8 5 2 16,-11-7-1-16,11 7-1 0,-13-7-1 0,13 7 4 15,0 0-2-15,-10-4-1 0,10 4 2 0,0 0-3 16,0 0-8-16,0 0-5 0,0 0 3 0,0 0-1 16,0 0 5-16,0 0 0 0,0 0 4 15,0 0-2-15,0 0 4 0,32-8-3 0,-32 8 1 16,26-2 2-16,-13 2 2 0,-13 0 0 0,23 0 0 15,-23 0-4-15,21 1 2 0,-12 1 2 0,-9-2 1 16,14 4-2-16,-14-4 5 0,12 7-6 0,-12-7 6 16,12 12 0-16,-12-12-3 0,7 16 4 0,-2-5 4 15,0 0-2-15,4 1 2 0,-7 0 0 0,-2-12-2 16,5 20 4-16,-1-8 0 0,-4-12-3 0,8 19-2 16,-6-9 0-16,-2-10 2 0,8 14-3 0,-4-8 2 15,-4-6-4-15,10 10 5 0,-10-10-8 0,14 6 4 16,-14-6 8-16,13 4-3 0,-13-4-1 0,16 0 1 15,-16 0 0-15,17-4 0 0,-5-2 1 0,-12 6-1 16,18-14 2-16,-7 5 0 0,-2-1-4 0,-4 0 0 16,3-5 2-16,-3 1 3 0,2-2-1 0,-5 4-2 15,-2-5-7-15,-2 2 5 0,2 15-4 0,-8-27-2 16,0 11 8-16,3 6 0 0,-4 0-5 16,0 1 0-16,0 0 1 0,-3 4 0 0,-1 0-3 15,-2-2 0-15,3 2 0 0,12 5-2 0,-21-5-1 0,21 5 1 16,-19-2 4-16,19 2-4 0,0 0-1 15,-17 2-2-15,17-2 2 0,0 0-2 0,-10 7-1 16,10-7 6-16,0 0-1 0,0 0-3 0,-4 12 1 16,4-12 4-16,0 0-3 0,0 0-3 0,0 0-1 15,0 0 1-15,27 14 1 0,-14-14 4 0,-13 0 1 16,24-2-6-16,-24 2 5 0,26-6 1 0,-15 2 1 16,2 1 0-16,-3-2-3 0,-10 5 0 0,19-5 1 15,-19 5 0-15,12-10 5 0,-12 10 0 0,11-7-5 16,-11 7 11-16,0 0-11 0,9-10 3 0,-9 10 4 15,4-9 5-15,-4 9-2 0,0 0 4 0,5-13-2 16,-5 13-5-16,0 0 3 0,-5-16 0 0,5 16 5 16,0 0 6-16,0 0 0 0,-4-17 0 15,4 17-3-15,0 0 2 0,0 0-5 0,0 0 0 16,-4-12-4-16,4 12-2 0,0 0-2 0,0 0-2 16,0 0-6-16,0 0 4 0,0 0-2 0,0 0-1 0,17 29 1 15,-13-10 6-15,6 4-8 0,-1 5 4 0,-1 3 3 16,2 3-2-16,2 11 2 0,-2-11 1 15,-8-1 0-15,6 3-2 0,-2-4-1 0,3 0 1 16,-3-1-2-16,-3 1 2 0,5 0 1 0,-3-3 3 16,0 1-23-16,0-1-21 0,-5-29-19 0,10 53-23 15,-8-29-34-15,-2-24-27 0,6 34-17 0,-6-34-23 16,0 0-104-16,2 41-307 0,-2-41 137 0</inkml:trace>
  <inkml:trace contextRef="#ctx0" brushRef="#br0" timeOffset="-170824.68">12023 17744 94 0,'0'0'97'0,"10"-9"-8"0,-10 9-10 0,10-6-5 15,-10 6-6-15,0 0-13 0,21-7 0 0,-21 7-1 16,0 0-4-16,20 0-5 0,-20 0-6 0,0 0 9 15,19 8 13-15,-19-8 5 0,10 11-5 0,-10-11-7 16,3 11 4-16,-3-11 0 0,-1 22-4 0,1-22-7 16,-4 20-7-16,-1-8 0 0,-1 3-5 0,-1-6-13 15,3 1-30-15,-3-1-27 0,7-9-39 0,-9 15-32 16,2-6-98-16,7-9-220 0,0 0 98 0</inkml:trace>
  <inkml:trace contextRef="#ctx0" brushRef="#br0" timeOffset="-169087.1">12714 17562 79 0,'-15'-8'136'0,"15"8"-4"0,-24 0 3 0,24 0-16 0,-26 5-3 16,9 0-7-16,2 2 0 0,1 5-8 0,3 2-10 16,-1-2-4-16,3 3-8 0,-1 2-1 15,3-3-11-15,0-2-6 0,4 0-6 0,3 5-5 16,-2 0-7-16,2-5-5 0,0-12 0 0,2 23-8 16,1-14 1-16,-3-9-3 0,9 14-5 0,-9-14 2 15,13 13-2-15,-13-13-3 0,14 3-9 0,-14-3 5 16,0 0 2-16,0 0-1 0,0 0-8 0,0 0 5 15,29-16-3-15,-29 16 3 0,9-15 3 0,-5 3 0 16,-4 12 8-16,5-24 10 0,-3 9-6 0,0-1-5 16,-2 16 6-16,0-23 4 0,0 23 3 0,0-17 0 15,0 17-3-15,0 0-6 0,0-19-1 0,0 19-7 16,0 0-3-16,0 0-6 0,0 0 3 16,-4-17-8-16,4 17 0 0,0 0-1 0,0 0-2 15,0 0 4-15,27 36-2 0,-14-11 0 0,3 2 0 16,-7 2-2-16,5 4-1 0,1 10 5 0,-3 2-6 15,-3-13 3-15,4 15-1 0,-7-14-6 0,0 0 6 0,0-2 3 16,-2 2-3-16,-4-33-3 0,3 56 2 0,-3-30 3 16,0-26-5-16,-3 52 0 0,3-52 2 0,-6 39 2 15,6-39-5-15,-14 34 5 0,5-14 0 16,9-20-3-16,-18 28-1 0,18-28 4 0,-20 20-2 16,20-20 2-16,0 0 5 0,-31 19-7 0,31-19 1 15,-29 3-2-15,29-3-7 0,0 0-7 0,0 0-3 16,-67-22-6-16,50 9-2 0,-5-6-4 0,7-3 2 15,0-1-3-15,4-2 8 0,11 25 1 0,-13-57 2 16,9 29 5-16,4 2-4 0,4-2 0 0,1 2 5 16,1 2 3-16,3 0 0 0,5 0-11 0,-3 2 11 15,5 0-1-15,1 1-2 0,6 1-2 0,-2-1-2 16,0 0-1-16,5-3 0 0,1 7 1 0,-2-7-3 16,2 4 2-16,0-1 4 0,-1 2-6 15,-1-1 8-15,1 2-2 0,-1-1 2 0,-4-1 4 16,1 6 0-16,-6 0-1 0,-1 1 1 0,1 2 2 15,-5-4 5-15,3 5-5 0,-7 1 5 0,2-1 7 16,-3 3 17-16,-6 7-3 0,8-12 6 0,-8 12 3 16,0 0 2-16,6-12-3 0,-6 12 1 0,0 0-1 15,0 0-8-15,0 0-1 0,0 0 0 0,-23-9-5 16,23 9 0-16,-25 4 0 0,10 2-1 0,15-6-3 16,-33 11 4-16,16 0-3 0,0 0-5 15,-4 4 5-15,5-1 1 0,3 5-3 0,0-3 0 16,-1 4 2-16,5-1 2 0,3-1-4 0,1 0 2 0,0-1-3 15,3 0-1-15,2-1-3 0,0-16 1 16,0 24-4-16,5-16 2 0,0 3-1 0,3-4 2 0,-1 1-3 16,-7-8 3-16,18 9 0 0,-7-6-4 15,-11-3 5-15,23-3 2 0,-23 3-5 0,29-8 2 16,-13 2 4-16,2-4 1 0,-3 1-7 0,1-3 0 0,-3 1 8 16,-1 0 6-16,-5 3-1 0,1-2-1 15,1 0 1-15,-5 2 4 0,-4 8 0 0,10-18 5 16,-6 11 1-16,-4 7-1 0,1-12 1 0,-1 12-2 15,0 0 2-15,4-14-1 0,-4 14-5 0,0 0-3 16,0 0-1-16,2-15-4 0,-2 15-3 0,0 0-6 16,0 0 2-16,0 0 1 0,0 0-4 0,0 0 0 15,0 0 0-15,0 0 0 0,0 0-1 0,0 0-2 16,14 34 2-16,-10-26 0 0,-4-8-2 0,7 13-1 16,-1-4 1-16,-6-9 4 0,9 12-2 0,-9-12-1 15,12 10-2-15,-12-10 3 0,15 5 1 16,-3-3 1-16,-12-2 1 0,20-3 0 0,-6-1-2 15,-14 4 2-15,24-10 0 0,-15 0 4 0,0 5-4 16,3-4-1-16,-3-1 2 0,-9 10-4 0,10-13 3 16,-10 13-2-16,10-16 3 0,-10 16 6 0,4-16-6 15,-4 16 1-15,0-17 2 0,0 17-1 0,0 0-1 16,0 0 3-16,0-19 2 0,0 19-1 0,0 0-1 16,0 0-9-16,0 0 4 0,0 0-4 0,0 0 0 15,0 0-1-15,0 0 0 0,0 0-1 0,0 0-1 16,0 0-1-16,0 0 3 0,0 0 0 15,0 0-1-15,0 0-1 0,9 44 0 0,-5-34-1 16,-1 1 0-16,-3-11 0 0,13 15 2 0,-8-8 0 16,-5-7-1-16,9 11 6 0,-1-5-2 0,-8-6-3 15,14 7 2-15,-14-7 4 0,13 4 2 0,-13-4-5 16,19-2 5-16,-19 2-3 0,0 0 0 0,29-8-3 16,-20 3 6-16,-9 5-5 0,18-15 0 0,-11 6 6 15,-7 9-2-15,15-14-5 0,-8 6 2 0,-7 8 5 16,7-13-3-16,-7 13 0 0,4-15 0 0,-4 15-3 15,5-13 0-15,-5 13 7 0,0 0-3 0,0-16 4 16,0 16 1-16,0 0 3 0,0 0-1 0,0 0-2 16,0 0 0-16,0-19-1 0,0 19-4 0,0 0 0 15,0 0-1-15,0 0-5 0,0 0-3 0,0 0 0 16,0 0 3-16,0 0 1 0,0 0-1 0,0 0-2 16,0 0 4-16,0 0-2 0,0 0-1 0,0 0 2 15,0 0 0-15,0 0 5 0,0 0-6 0,0 0 2 16,0 0 2-16,0 0-7 0,0 0 2 0,0 0 2 15,0 0 3-15,0 0-2 0,0 0 1 0,0 0-2 16,0 0 0-16,0 0 3 0,35 11 6 0,-35-11-3 16,14-5-6-16,-14 5 1 0,16-4-1 15,-16 4 1-15,16-4 0 0,-16 4-1 0,17-5 2 16,-17 5-3-16,16-4-3 0,-16 4 1 0,0 0-1 16,20-2 1-16,-20 2 0 0,0 0-1 15,21 3 1-15,-21-3 1 0,0 0 1 0,16 10-5 0,-16-10 3 16,10 8 3-16,-10-8-1 0,7 12-4 0,-7-12 5 15,6 13 3-15,-6-13-3 0,8 15 3 0,-8-15-5 16,2 15-7-16,-2-15-14 0,3 16-23 0,-3-16-24 16,0 0-27-16,0 22-27 0,0-22-41 15,0 0-42-15,-7 15-206 0,7-15-447 0,-16 10 198 16</inkml:trace>
  <inkml:trace contextRef="#ctx0" brushRef="#br0" timeOffset="-168921.07">13195 17538 249 0,'-13'-4'288'0,"3"0"-29"15,10 4-21-15,0 0-24 0,-19-4-18 0,19 4-21 16,0 0-14-16,-13-4-21 0,13 4-15 0,0 0-38 16,0 0-49-16,0 0-67 0,0 0-119 0,0 0-185 15,0 0-359-15,0 0 159 0</inkml:trace>
  <inkml:trace contextRef="#ctx0" brushRef="#br0" timeOffset="-140287.98">21410 9829 45 0,'0'0'39'0,"0"0"0"0,0 0-10 0,0 0-6 16,0 0-7-16,0 0-4 0,0 0-10 0,0 0-5 0,0 0 0 15,-4 6-11-15,4-6-18 0,0 0-32 16,0 0 14-16</inkml:trace>
  <inkml:trace contextRef="#ctx0" brushRef="#br0" timeOffset="-132413.87">22281 13214 19 0,'0'0'48'0,"0"0"-19"15,0 0-18-15,0 0-30 0,0 0-18 0,0 0 8 16</inkml:trace>
  <inkml:trace contextRef="#ctx0" brushRef="#br0" timeOffset="-131749.58">22249 13240 20 0,'0'0'27'0,"0"0"-1"0,0 0 2 0,0 0-6 16,0 0-3-16,0 0-3 0,0 0-4 0,0 0 0 15,0 0-6-15,0 0-9 0,-2 7-5 0,2-7-6 0,0 0-14 16,0 0-29-16,0 0 13 0</inkml:trace>
  <inkml:trace contextRef="#ctx0" brushRef="#br0" timeOffset="-131194.84">21775 13367 10 0,'-6'1'9'0,"6"-1"-2"0,-9 1-5 16,9-1 3-16,-9 3-2 0,9-3 3 0,-9 1 1 15,9-1 3-15,-10 3-7 0,10-3-5 0,-13 3 7 16,8-3-2-16,5 0 5 0,-13 3-8 0,5-3 0 15,8 0 4-15,-12 3-6 0,4-2 4 0,-1 0-1 16,9-1 1-16,-13 2 2 0,5-2 1 0,8 0-9 16,-15 1 4-16,5-1 0 0,10 0-2 0,-17 0 1 15,10 0-2-15,-2 0-1 0,-2-1-2 0,-1 1 3 0,0 0-9 16,1 0-12-16,0 1 5 0</inkml:trace>
  <inkml:trace contextRef="#ctx0" brushRef="#br0" timeOffset="-131061.89">21503 13390 5 0,'-12'1'9'0,"0"-1"5"0,-1 0-1 15,0 0-4-15,2 1 8 0,-1-2-5 0,-1 0-1 16,3 2 3-16,-2-1-2 0,0 0-4 0,0-1 0 15,2 0-2-15,-3 1 0 0,3-2-4 0,-4 2 2 16,4-2 0-16,-1 1 5 0,-1-1-4 0,3 1 2 16,-2-1 0-16,-1-1 2 0,0 3-1 0,2-3-5 15,0 1 3-15,0 0-2 0,-2 1-8 0,-1 0-6 16,0-1-3-16,1 2-4 0,-1-2-11 0,-1 1-31 0,2 2 14 16</inkml:trace>
  <inkml:trace contextRef="#ctx0" brushRef="#br0" timeOffset="-129290.41">20762 13398 2 0,'0'0'3'0,"-11"0"5"15,11 0-2-15,0 0-2 0,0 0 1 16,-14 0 3-16,14 0-3 0,0 0 0 0,-9-2-4 0,9 2-2 16,0 0-3-16,-10-1 4 0,10 1-2 0,0 0-2 15,-11-3 4-15,11 3 0 0,-9-2 4 0,9 2-5 16,-9-1 6-16,9 1-7 0,-10-2-1 16,10 2 0-16,-11-1 6 0,11 1 2 0,-10-1 3 0,10 1 1 15,-13 1-3-15,13-1 5 0,-10-4-10 0,10 4 3 16,-9-1 2-16,9 1-4 0,-12-2-2 15,4 0 0-15,8 2 10 0,-13-2-5 0,5-1 5 0,8 3-3 16,-11-4 5-16,4 3-3 0,7 1 0 0,-12-4-2 16,4 3 6-16,8 1-6 0,-13-3-4 0,7 2 4 15,6 1-2-15,-13-3-4 0,7 1-1 0,6 2 1 16,-14-3 1-16,7 0-7 0,7 3 9 0,-13-4 1 16,7 0 1-16,0 1 0 0,-1-1 4 0,0 2-1 15,1-3-1-15,6 5-5 0,-12-4 4 0,7 1-3 16,5 3 1-16,-9-6-7 0,2 3 9 0,7 3-3 15,-9-5 5-15,9 5-7 0,-7-6 2 0,7 6 1 16,-9-7-2-16,9 7 2 0,-8-4 2 0,4 2 0 16,4 2 1-16,-6-6-2 0,6 6 7 0,-7-6-3 15,7 6 1-15,-6-7-3 0,6 7-5 0,-5-6 3 16,0 4 5-16,5 2-2 0,-7-8-1 0,7 8 0 16,-6-5-2-16,2 0 4 0,4 5-1 0,-5-7-3 15,5 7-3-15,-9-5 5 0,3 0-2 0,6 5 1 16,-7-7-5-16,2 2 1 0,3-1 0 0,2 6 0 15,-8-11 0-15,5 7-1 0,-2-1-2 16,2-1 3-16,-1 0 2 0,0-1-1 0,0-2 5 0,0 3-5 16,0 0-7-16,2 0 3 0,-5-3 0 0,4 4 3 15,0-2-5-15,3 7 6 0,-6-15-5 0,3 4 1 16,-1 3-1-16,2 3-1 0,0-6 3 0,-3 2-4 16,1 0 4-16,1 2 0 0,1-2-5 0,-2 0 2 15,1-1 2-15,0 0-3 0,0 1 0 0,1 2 4 16,-1 0-6-16,0-2 2 0,1 2 2 0,0 0 0 15,1-2-10-15,-3-1 0 0,4 3-3 0,-4-2-1 16,3-1 2-16,-2 1 5 0,2-1-5 0,-2 1-1 16,0-2 7-16,2 0 2 0,-1 2-2 0,2-2-3 15,-2 1 1-15,0 1 6 0,1-1 0 0,-1 0-2 0,1 3 7 16,1 7-8-16,-1-16-5 0,1 9 0 16,-3-2 1-16,2 2-4 0,-2-3 7 0,2 1-7 15,0 1 3-15,0-2 0 0,-2 0-1 0,3 1 3 16,-1-1 5-16,-2-1-5 0,3 1 7 0,-1 0-9 0,1 0 10 15,0 1-2-15,0-1-2 0,-1 0-1 16,1 1 3-16,-3 2 2 0,-1-2-2 0,4 0-1 0,0 9 5 16,0-17-4-16,-1 8 4 0,0 0-2 0,1 9 2 15,-2-17-4-15,2 17 7 0,0-11-5 0,-1 5 0 16,1 6 2-16,1-15 1 0,-1 8-3 16,0 7 0-16,-2-16 1 0,2 9 7 0,0 7 0 0,0-13-6 15,0 4 1-15,0 0 4 0,0 9-4 0,0-13-1 16,1 8 1-16,-1 5 2 0,0-15-8 15,0 5 2-15,0 10 4 0,-1-13-2 0,1 6 0 0,0 7 1 16,1-12 0-16,-1 12-8 0,-1-12 6 0,0 5 0 16,1 7-2-16,-2-11 3 0,2 11-1 0,-2-13 0 15,0 5-1-15,1 1-1 0,1 7-4 16,-1-14 6-16,0 6-3 0,-1-3-1 0,2 2-2 0,0 9 1 16,-1-14 8-16,0 4-3 0,1 2-6 0,0-1 7 15,-2 0 4-15,2 9-2 0,0-14-2 0,2 9 6 16,-2 5-8-16,-3-15-2 0,2 8 1 0,1 7 4 15,-1-16 1-15,1 9-2 0,0-2-2 0,-2 0 0 16,2 9 0-16,0-14 2 0,-1 8-2 0,0-4-2 16,1 10 5-16,-3-14-2 0,3 4 9 0,0 0-8 15,0 10 1-15,3-16-2 0,-6 6 4 0,2 0-1 16,0 0 2-16,0 0-6 0,1 0 11 0,-4 0-3 16,2 0 1-16,1-1 6 0,0 0-8 0,-1 3 2 15,1 0 7-15,0-2 9 0,-2 1-14 0,2-1 5 16,-2 1-3-16,2-1-4 0,0 0 1 0,0 1-1 15,1 0 0-15,0-1-6 0,-2 1 6 0,2-2 0 16,-1 1-1-16,1 1 1 0,0 0 1 0,0-1 6 16,0-1-9-16,-2-1 3 0,2 1-8 0,0 0 10 15,-2 2 1-15,1-2-6 0,1 1-1 0,-1-4-2 16,1 3 6-16,0-6-4 0,0 5 0 0,-3 0 5 16,3 2-6-16,-1-4 7 0,0 4-7 0,-1-1-2 15,2 0 4-15,0-1-5 0,0 0 2 0,-1 0-1 16,1 2 2-16,1-2-3 0,-1 2 2 0,-1-3-1 15,1 3 0-15,1-2 9 0,-2 0-10 0,1 0 3 16,0 0 0-16,0 1-3 0,0 2-2 0,0-4 2 16,-1 3 0-16,2-2 1 0,-1 1 2 0,-1-1-2 15,1 1-2-15,0 0-4 0,0-2 3 0,0 2-2 16,1-1 1-16,-1 1 0 0,-1 0-1 0,1 1 1 16,-1 0-1-16,1 1-3 0,-2-1-1 0,2 0 0 0,0 2 0 15,0-1-3-15,-1-1 5 0,1 1-2 16,-1 0-2-16,1-1 3 0,-2 0 0 0,2 10 9 0,-1-18-2 15,0 11-3-15,1 7 1 0,-1-13-1 16,1 6-1-16,0 7 1 0,-4-16-3 0,4 6 1 16,-3 3 2-16,3-2 2 0,-1-1-5 0,0 2-2 15,-1-3 5-15,1 1 2 0,0-2-3 0,1 3-4 16,-1-2 3-16,-1 1 2 0,1 1 0 0,0-1-3 16,-1 1-2-16,1 0 8 0,1 9-10 0,-1-14 5 15,0 5 1-15,1 9-2 0,-2-14 3 0,2 7-2 0,-1 0 6 16,0-3-4-16,1 10-4 0,-2-12 1 0,2 12 2 15,-1-12 3-15,-1 6-4 0,2 6 1 0,-2-13-2 16,2 7 5-16,0 6-6 0,-1-13 3 16,0 6-1-16,1 7 0 0,0-12 2 0,0 12 3 15,-3-13-4-15,6 8 3 0,-3 5-8 0,-3-14 2 0,3 14-6 16,3-11 5-16,-3 11-1 0,-3-13 5 0,3 7 1 16,0 6 6-16,3-10 4 0,-3 10-3 0,0-11 1 15,0 11-5-15,-3-11 0 0,3 11 7 0,0-10-9 16,0 10 5-16,0-9-5 0,0 9-2 0,3-9 4 15,-3 9 1-15,0-9 1 0,0 9-5 0,1-8-3 16,-1 8 2-16,3-8-1 0,-3 8-1 0,2-9-1 16,-2 9 7-16,1-9-5 0,2 5-1 15,-3 4 1-15,0 0 2 0,3-12 2 0,-3 12-4 0,1-7 0 16,-1 7 3-16,2-9 0 0,-2 9 0 0,2-7-4 16,-2 7 12-16,1-9-4 0,-1 9-2 0,0 0-4 15,3-10 0-15,-3 10-10 0,0-7-15 0,0 7 7 16</inkml:trace>
  <inkml:trace contextRef="#ctx0" brushRef="#br0" timeOffset="-126674.33">19614 10828 13 0,'0'0'15'16,"0"0"-16"-16,0 0 2 0,0 0 7 0,0 0 40 16,0 0 14-16,0 0-10 0,0 0 9 0,0 0-15 15,0 0-4-15,0 0 5 0,0 0-14 0,14 13-3 0,-14-13-3 16,0 0-3-16,0 0 3 0,0 0-4 0,0 0-7 15,0 0 1-15,1 8-3 0,-1-8-3 0,0 0 9 16,0 0-7-16,0 0-2 0,-7 9-3 16,7-9 3-16,0 0-3 0,-7 4-7 0,7-4 4 15,0 0-1-15,0 0-2 0,-5 5 0 0,5-5 0 0,0 0-2 16,0 0 0-16,0 0 3 0,0 0-1 0,0 0-3 16,0 0-3-16,0 0 9 0,0 0-2 15,0 0-5-15,0 0 8 0,0 0-3 0,0 0-3 16,0 0 3-16,-4 5 3 0,4-5 4 0,0 0-1 0,0 0-4 15,0 0 2-15,0 0 0 0,0 0-1 16,0 0 5-16,0 0-9 0,0 0 5 0,0 0-2 16,0 0-2-16,0 0 10 0,0 0-12 0,0 0 5 15,0 0-1-15,0 0-9 0,0 0 6 0,0 0 1 16,0 0 0-16,22-4-9 0,-22 4-17 0,0 0-9 0,13 0-1 16,-13 0-14-16,13 0-4 0,-7 0-55 15,-6 0-116-15,13 1 52 0</inkml:trace>
  <inkml:trace contextRef="#ctx0" brushRef="#br0" timeOffset="-126394.95">19778 10775 4 0,'0'0'83'15,"0"0"-4"-15,0 0-9 0,0 0-7 0,0 0-6 16,0 0-18-16,0 0-7 0,0 0 14 0,0 0-10 16,-7 22-5-16,5-12-4 0,-2 2-12 0,1 4-1 15,-1 1-10-15,-1 2-17 0,2-2-11 0,-3 2-23 16,1 5-39-16,-2 1-94 0,0-6 42 0</inkml:trace>
  <inkml:trace contextRef="#ctx0" brushRef="#br0" timeOffset="5575.28">30252 4706 14 0,'0'0'181'0,"-1"-6"-20"0,1 6-11 15,0 0-20-15,0 0-11 0,-2-8-13 0,2 8-10 16,0 0-9-16,0 0-5 0,0 0-10 0,0 0-6 16,-9 17 4-16,7-7 1 0,-5 7-4 15,0 0-4-15,-2 8-16 0,1 2 6 0,0-2-8 16,0-2-2-16,1-3-7 0,1 4 0 0,2-6-4 0,-1-1-6 15,0-2-1-15,3-3-3 0,1 0 2 0,-3 0-9 16,3 0 1-16,-2-3 0 0,1 1-6 16,1-5 5-16,1-5-3 0,-2 14-2 0,2-7 0 15,0-7 0-15,-2 8 1 0,2-8-2 0,0 8 0 16,0-8 4-16,0 0 0 0,-3 8 16 0,3-8 14 16,0 0 0-16,0 0-5 0,0 0-3 0,0 0-8 0,4-26-8 15,1 9-1-15,0-8-7 0,7-2 5 0,-5-1-7 16,2 1 3-16,-1-5-3 0,3 0-4 15,-3 2-2-15,3-1-3 0,-3-1-1 0,3 4 5 0,-4 0-10 16,1-3 3-16,3 2 0 0,-2 1 1 16,-3 8 4-16,-1 2-5 0,1 3 6 0,-2 2-5 15,-2 7 1-15,2-3-1 0,-1 2-1 0,-2 1-6 0,-1 6 4 16,4-9-1-16,-4 9 1 0,6-2 0 0,-6 2 1 16,0 0-2-16,16 15-2 0,-9-2 6 15,0 4 1-15,4 7 1 0,-4 0-3 0,2 3-2 16,-2 2 11-16,-1 1 4 0,-2 0 9 0,3 0-4 15,-3-2 0-15,1 0 0 0,-4-1-1 0,-1-4 4 16,4 3-9-16,-2-8 3 0,1 1-4 0,-2-2 0 16,3 1 1-16,-3-3 1 0,1 1-4 0,-1-3 3 15,1 1-4-15,0-2 4 0,-1-2-6 0,0 0-3 16,1 2-12-16,-2-1-35 0,4-2-25 0,-4-9-28 16,-3 18-19-16,3-18-38 0,-1 12-23 0,-2-7-129 15,3-5-333-15,0 0 149 0</inkml:trace>
  <inkml:trace contextRef="#ctx0" brushRef="#br0" timeOffset="5758.14">30169 4860 64 0,'-8'-5'161'0,"8"5"-23"0,0 0-13 0,0 0-9 15,0 0-4-15,0 0-3 0,0 0-16 0,15-9 0 16,-4 6-12-16,3 2-8 0,5-3-11 0,1 2-10 15,10 0-36-15,0-2-38 0,-3 1-39 0,3 3-31 16,-9 0-95-16,0 3-202 0,-1 1 89 0</inkml:trace>
  <inkml:trace contextRef="#ctx0" brushRef="#br0" timeOffset="6074.87">30653 4831 91 0,'0'0'189'15,"0"0"-2"-15,-1-11-9 0,1 11 7 0,0 0 2 16,-1-11-1-16,1 11-5 0,0 0-11 0,0 0-14 16,0 0-12-16,-3-8-11 0,3 8-16 0,0 0-11 15,0 0-9-15,0 0-10 0,0 0-11 0,0 0-6 16,0 0-6-16,-14 16 3 0,4-1-13 0,3 2-1 16,-4 6-7-16,-2 4-5 0,3-1 3 0,-2 2-14 15,5-4-1-15,-1 4 2 0,0 0-6 0,1-1 5 16,-1 1-7-16,3-2 2 0,1-1 1 0,2 0 4 15,-2 0-5-15,2 0-4 0,0-6-3 0,0 0 3 16,1 0 1-16,1 2-10 0,1 2 1 16,-1-4 3-16,3-2-3 0,-3 2 3 0,-1-3-5 0,3-1 0 15,-3 2-9-15,1-6-18 0,0 1-18 0,1-3-28 16,-1-9-32-16,0 14-38 0,0-14-34 16,2 10-31-16,-2-10-16 0,0 0-195 0,0 0-441 15,0 0 195-15</inkml:trace>
  <inkml:trace contextRef="#ctx0" brushRef="#br0" timeOffset="6257.37">30429 5137 20 0,'0'0'174'0,"7"-8"-24"0,-7 8-13 0,9-5-10 15,-2-1-17-15,4 1-14 0,5-1-7 16,1-2-24-16,9 0-15 0,3 0-23 0,2-1-27 0,-2 1-24 15,3 1-30-15,-5-2-17 0,2 5-79 0,-1-4-162 16,-1 3 72-16</inkml:trace>
  <inkml:trace contextRef="#ctx0" brushRef="#br0" timeOffset="6392.82">30895 4995 106 0,'0'0'202'0,"11"-3"-5"0,-11 3-10 0,5-3-12 16,-5 3-1-16,0 0-8 0,0 0-8 0,0 0-8 15,8-2-9-15,-8 2-10 0,0 0-13 0,0 0-12 0,0 0-7 16,0 0-19-16,10 0-7 0,-10 0-22 0,5-4-24 15,-5 4-21-15,10-2-31 0,-10 2-13 16,13-2-47-16,-5 1-22 0,1 0-39 0,1 1-24 16,-10 0-126-16,14 2-321 0,-9 1 141 0</inkml:trace>
  <inkml:trace contextRef="#ctx0" brushRef="#br0" timeOffset="6555.38">31021 4995 408 0,'0'7'-11'0,"0"-7"29"0,0 0 14 0,-6 12 24 16,2-9 10-16,4-3 19 0,-9 7 6 0,3-3 4 0,-1 1 8 15,1-2 5-15,1 1-2 0,5-4 5 16,-13 5-2-16,9-2-4 0,4-3-7 0,-6 3-8 15,6-3-10-15,0 0-2 0,-5 4-17 0,5-4-5 16,0 0-1-16,-3 6 0 0,3-6-7 0,0 0-2 16,0 0-16-16,26-2-13 0,-14 0-30 0,10-2-47 15,7-1-48-15,2-3-74 0,0 1-124 0,2-2-331 16,-2-3 147-16</inkml:trace>
  <inkml:trace contextRef="#ctx0" brushRef="#br0" timeOffset="7105.72">31668 4608 144 0,'0'0'286'0,"3"-9"-22"0,-3 9-15 0,0-8-18 0,0 8-18 16,0 0-21-16,0 0-28 0,1-9-10 0,-1 9-21 15,0 0-17-15,0 0-9 0,0 0-9 0,0 0-11 16,0 34-4-16,-1-15-10 0,-2 9-7 0,-2-2-7 16,2 3-5-16,-1-4-6 0,4-1 0 15,-2 4-10-15,-3-3-1 0,2-7-5 0,-1-1-1 16,2-2-4-16,-1 0-3 0,2-1-3 0,1-2 2 0,-1-2-7 16,-1 1 1-16,1-2-2 0,1-9 2 15,-1 10-3-15,1-10 0 0,0 9-4 0,0-9 6 16,-3 6-1-16,3-6 6 0,0 0-4 0,0 0 0 15,0 0-8-15,0 0-4 0,3-27-5 0,1 8-3 16,6-8 3-16,-3 0-4 0,4-5-4 0,-1-2-8 16,5-10-3-16,1-3-3 0,2-2-1 0,-2 3 1 15,-1 1 2-15,-3 12 5 0,6-11-32 0,-7 15 6 16,2-3 3-16,-1 5 4 0,-1 4 4 0,-5 6 12 0,0 5 9 16,-2 1 0-16,-2 4 5 0,2-2-4 15,-3 5 4-15,2-1-9 0,-3 5 3 0,5-7-2 16,-5 7-2-16,0 0 2 0,0 0 3 0,13 9 2 15,-10 4 1-15,3 5 2 0,0 9 8 0,0 3 4 16,1 2 7-16,-3 2-3 0,1 0 9 0,-1 1 1 16,1-3-1-16,-2 3-1 0,1-4-3 0,-3-1 0 15,2-1 1-15,1 1-1 0,-4-5-3 0,3 0 1 16,-2-5-2-16,1 3 0 0,-2-2-3 0,3-3 1 16,-3 0 0-16,3-4-14 0,-2 3-29 0,0-6-37 15,3 0-49-15,-3-2-47 0,-1-9-60 0,3 14-191 16,-3-14-450-16,0 0 200 0</inkml:trace>
  <inkml:trace contextRef="#ctx0" brushRef="#br0" timeOffset="7271.07">31692 4709 117 0,'-9'-8'231'15,"9"8"-25"-15,0 0-15 0,-9-6-19 0,9 6-22 0,0 0-15 16,0 0-13-16,0 0-9 0,0 0-13 0,18-14-12 15,3 9-10-15,8-1-27 0,2 0-39 0,2-1-52 16,3 2-71-16,1 2-159 0,0 1-291 0,-4-2 129 16</inkml:trace>
  <inkml:trace contextRef="#ctx0" brushRef="#br0" timeOffset="7557.75">31399 5285 76 0,'-10'2'341'16,"5"2"-38"-16,0-3-36 0,5-1-22 0,0 0-24 16,26-10-19-16,5-2-16 0,19-6-23 0,13 0-16 15,35-5-16-15,-2 1-16 0,-3 1-8 0,-1-2-13 16,-28 7-6-16,30 0-14 0,-33 4-5 0,2-3-9 15,-7 6-32-15,-5-3-4 0,-13 7 2 0,-1-2-14 16,-6 2 4-16,0 2-1 0,-12 1-1 0,3-3-1 16,-3 3-4-16,-6 2-4 0,-1 1-24 0,-1-1-32 15,-5 3-25-15,2-3-29 0,-8 0-32 0,9 7-45 16,-11-1-42-16,2-6-153 0,-17 21-407 0,-1-10 181 16</inkml:trace>
  <inkml:trace contextRef="#ctx0" brushRef="#br0" timeOffset="7957.19">31785 5356 73 0,'0'0'270'0,"0"0"-6"0,-1-11-13 0,1 11-11 0,0 0-16 16,0 0-19-16,0-13-20 0,0 13-19 0,0 0-20 15,0 0-11-15,0 0-20 0,0 0-10 0,0 0 2 16,0 0-1-16,-1 38-10 0,-3-12-3 0,1 1-9 15,2-3-11-15,-1 3-6 0,-1 1-7 16,-1-1-3-16,3 0-3 0,-1-2-7 0,2-1 4 16,-3-6-9-16,3 0-1 0,-1 0-3 0,1-1-7 0,1-2-2 15,-1 1-1-15,0-4 1 0,1 3-6 16,2-5-22-16,-2 2-31 0,0-1-43 0,2-1-56 0,-3-10-58 16,5 19-71-16,-3-11-219 0,-2-8-516 15,4 12 228-15</inkml:trace>
  <inkml:trace contextRef="#ctx0" brushRef="#br0" timeOffset="8122.24">31981 5598 160 0,'0'0'197'0,"11"-6"-20"15,-11 6-15-15,12-7-18 0,-1 3-9 0,0 0-12 16,0-2-13-16,7-2-16 0,1 2-6 0,8-2-14 15,-1-3-34-15,2 2-52 0,0-2-59 0,-3 3-167 16,-3 3-256-16,3-1 114 0</inkml:trace>
  <inkml:trace contextRef="#ctx0" brushRef="#br0" timeOffset="8589.65">32428 5427 263 0,'0'0'251'0,"0"0"-28"16,0 0-20-16,0 0-17 0,0 0-19 0,0 0-10 16,0 0 4-16,0 0-7 0,0 0-4 0,-15 36-10 15,7-22-10-15,2 4-15 0,-2 5 12 0,3-6-14 16,-2 0-7-16,3 0-7 0,0-1-6 0,-1-2-6 16,2-3 6-16,2-2-7 0,-1 1-3 15,2-10-5-15,-5 12 2 0,5-12-12 0,-1 10 2 16,1-10-9-16,0 0 3 0,-2 12 5 0,2-12-2 15,0 0 1-15,0 0-5 0,0 0-5 0,0 0-9 0,0 0-5 16,0 0-5-16,0 0 0 0,0 0-12 0,0-48-8 16,2 29-11-16,3 0-3 0,0-7-7 0,6 0-6 15,-4 0-7-15,1-7-9 0,1 4-1 16,0-2 4-16,4 3-1 0,-2 0-5 0,1 2 6 0,-2 4 1 16,-2 5 3-16,-1 2 0 0,2 2 1 15,-4 5 9-15,0-1 5 0,-2 4-5 0,1-1-4 0,-4 6-1 16,5-6 2-16,-5 6 1 0,10 1-4 15,-10-1 3-15,9 13 1 0,-4-3-1 0,3 6 10 16,-1 7-4-16,-3-7 0 0,4 10 2 0,-3-1 1 0,0 0 6 16,-1-7-6-16,1 9 6 0,-1-8-4 15,-2 5-2-15,2-4 4 0,-1-1 4 0,-1-3-3 16,2 1 0-16,-1 1 0 0,-2-3 0 0,3 0-3 16,0-3-37-16,-2 0-55 0,1-3-55 0,-2 1-58 15,-1-10-47-15,3 17-57 0,-3-17-162 0,-4 14-509 16,4-14 226-16</inkml:trace>
  <inkml:trace contextRef="#ctx0" brushRef="#br0" timeOffset="8738.1">32364 5531 213 0,'0'0'194'0,"-6"-6"-27"0,6 6-12 0,0 0-19 15,0 0-14-15,0 0-22 0,17-15-22 0,-5 10-26 16,5-1-37-16,2 0-25 0,8-4-38 0,2 4-37 15,1-3-97-15,-1 4-197 0,-2-1 88 0</inkml:trace>
  <inkml:trace contextRef="#ctx0" brushRef="#br0" timeOffset="8943.16">32758 5345 8 0,'0'0'203'0,"0"0"1"0,0 0-11 0,0 0-11 15,0 0-18-15,0 0-11 0,0 0-16 0,0 0-16 16,0 0 0-16,0 0 14 0,0 0-2 0,0 0-8 15,0 0-9-15,0 0-5 0,0 0-4 0,0 0-4 16,-18 91-10-16,13-64-11 0,0-10-3 0,5-17-14 16,-9 41-3-16,9-41-8 0,-4 38-3 0,3-20-8 15,0-2-4-15,-2-4-12 0,2 1-23 0,-1-2-37 16,2-11-40-16,0 21-33 0,0-21-49 0,0 0-38 16,0 0-23-16,0 0-141 0,0 0-386 0,0 0 170 15</inkml:trace>
  <inkml:trace contextRef="#ctx0" brushRef="#br0" timeOffset="9304.86">32763 5279 25 0,'0'0'211'0,"0"0"6"0,0 0-18 0,0 0-9 16,7-47-11-16,-7 47-15 0,0 0-16 0,0 0-17 15,0 0-12-15,0 0-16 0,0 0-13 0,0 0-8 16,0 0-10-16,0 0-6 0,0 0-7 15,0 0-8-15,0 0 2 0,0 0-10 0,0 0-2 0,0 0-4 16,0 0 3-16,0 0-1 0,0 0-2 0,0 0-4 16,0 0 0-16,0 0-11 0,0 0-2 15,-7 106-14-15,7-106 0 0,-15 21-14 0,8-11-16 0,2-3-18 16,5-7-12-16,0 0-3 0,0 0 2 16,0 0-7-16,0 0 7 0,0 0-3 0,-1 53 0 15,1-53 12-15,0 0-3 0,0 0 10 0,29 26 0 0,-29-26 8 16,0 0 2-16,25 15 3 0,-25-15 3 0,0 0 3 15,0 0 5-15,21 19-4 0,-21-19 14 0,0 0 10 16,0 0 11-16,0 0 4 0,0 0 2 0,0 0 0 16,0 0-4-16,0 0 1 0,0 0-8 15,-31 49-13-15,18-44-29 0,1 1-26 0,-1-4-43 0,1-1-175 16,-6 0-297-16,0-1 132 0</inkml:trace>
  <inkml:trace contextRef="#ctx0" brushRef="#br0" timeOffset="10142.44">32798 5259 135 0,'0'0'152'0,"0"0"-6"0,0 0 4 0,0 0-4 0,0 0 2 15,0 0-6-15,0 0-6 0,-13-44-6 0,13 44-13 16,0 0-9-16,0 0-5 0,0 0-11 0,0 0-4 15,0 0-8-15,0 0-7 0,0 0-1 0,0 0-10 16,0 0-1-16,0 0-12 0,0 0-3 0,0 0-5 16,0 0-9-16,0 0-1 0,0 0-3 0,20-41-4 15,-20 41 0-15,0 0-5 0,0 0-3 0,0 0-6 16,28-8-2-16,-28 8 1 0,0 0 2 0,0 0-4 16,0 0 0-16,0 0-2 0,0 0-1 0,0 0-2 15,0 0 2-15,0 0-2 0,0 0 0 0,54 30-2 16,-54-30-5-16,0 0 1 0,0 0 3 0,0 0-1 15,1 35 0-15,-1-35 2 0,0 0-3 16,0 0 3-16,0 0-1 0,-42 45-3 0,42-45 3 16,-28 22-3-16,28-22 6 0,0 0-4 0,-27 13-4 15,27-13-6-15,0 0-4 0,0 0-16 0,0 0-9 16,-21 14 0-16,21-14-6 0,0 0 13 0,0 0-4 16,0 0 10-16,0 0-2 0,0 0 2 0,0 0 0 15,0 0-6-15,0 0-1 0,60 23 3 0,-60-23-4 16,0 0 4-16,28 13-15 0,-28-13 1 0,0 0-5 15,0 0-5-15,0 0 4 0,16 23-8 0,-16-23 2 16,0 0-10-16,0 0 5 0,0 0-25 0,0 0-18 16,0 0-103-16,0 0-225 0,0 0 99 0</inkml:trace>
  <inkml:trace contextRef="#ctx0" brushRef="#br0" timeOffset="11155.6">32878 4521 104 0,'0'0'159'0,"0"0"-3"0,0 0 2 0,0 0-17 16,0 0-6-16,0 0-11 0,0 0-1 0,0 0-7 15,0 0-9-15,0 0-9 0,0 0-5 0,0 0-10 16,0 0-6-16,0 0-6 0,0 0-6 0,0 0-7 0,0 0-8 15,0 0-7-15,0 0-1 0,0 0-4 16,0 0 0-16,0 0-7 0,0 0-2 0,0 0-2 16,0 0 3-16,0 0-8 0,0 0 1 0,0 0-6 15,0 0 2-15,0 0-2 0,0 0-5 0,0 0 0 16,0 0-3-16,0 0 2 0,0 0-8 0,0 0 4 16,0 0-4-16,0 0 3 0,0 0-4 0,0 0 4 15,0 0-2-15,0 0 7 0,0 0-2 0,0 0 6 16,69 38-2-16,-69-38 1 0,36 9-4 0,-36-9 7 15,36 10-6-15,-36-10 0 0,34 5-1 0,-34-5-3 16,30 8 0-16,-30-8 2 0,29 10-6 0,-29-10 7 16,0 0-7-16,32 17 3 0,-32-17-3 15,0 0 1-15,22 12-4 0,-22-12 1 0,0 0 1 0,0 0-2 16,0 0 1-16,24 17-2 0,-24-17-1 0,0 0 4 16,0 0 32-16,0 0-3 0,0 0-3 0,10 27-4 15,-10-27-1-15,0 0 5 0,0 0 0 0,0 0 4 16,-25 51-7-16,25-51 1 0,-27 36-2 0,15-14 0 15,-8 1-5-15,3-2 0 0,-1-2-7 0,2 1 6 16,16-20-4-16,-27 33-6 0,14-17-24 0,13-16-30 16,-20 30-50-16,20-30-46 0,-16 21-61 0,16-21-208 15,0 0-443-15,-11 25 196 0</inkml:trace>
  <inkml:trace contextRef="#ctx0" brushRef="#br0" timeOffset="11387.78">33475 4370 202 0,'0'0'245'16,"0"0"-21"-16,0 0-31 0,0 0-15 0,0 0-23 15,0 0-15-15,0 0-15 0,0 0-10 0,0 0-7 16,0 0-11-16,0 0-7 0,0 0-9 0,22 96-2 15,-17-44-9-15,-1 0-16 0,-1 2-31 0,1 0-46 16,-1 4-39-16,0-1-43 0,-2 0-45 0,0-1-157 16,-6 2-332-16,1-3 147 0</inkml:trace>
  <inkml:trace contextRef="#ctx0" brushRef="#br0" timeOffset="12079.49">31320 6135 58 0,'-11'3'113'0,"1"0"0"0,3-2-16 0,-1 2-8 16,8-3-7-16,-11 1-4 0,11-1-5 0,-6 3-14 15,6-3 4-15,-7 2-8 0,7-2-12 0,0 0 4 16,0 0 6-16,0 0 5 0,21 5 4 0,-2-4 0 16,15-4 5-16,17 0 3 0,11-1-10 0,34-6-3 15,3-6 12-15,7-3-10 0,9 6-6 0,-1-6-1 16,8-1-4-16,-6 4 1 0,4 0-10 0,-1-1 23 15,-8 0-1-15,0 3 1 0,-14-2-5 0,-30 10-2 16,-3-4-1-16,-3 3 2 0,-1-1-29 0,-7-1 0 0,-16 2 0 16,-4 2 2-16,-4-2 3 0,-29 7 1 15,41-6 2-15,-41 6 0 0,29-4-4 0,-29 4-5 16,0 0-1-16,0 0 0 0,35-8-2 0,-35 8-12 16,0 0-19-16,0 0-34 0,0 0-63 0,0 0-73 15,0 0-204-15,0 0-413 0,0 0 183 0</inkml:trace>
  <inkml:trace contextRef="#ctx0" brushRef="#br0" timeOffset="18357.38">30791 7400 157 0,'0'0'198'0,"0"0"-4"0,0 0-8 0,0 0-4 16,0 0-17-16,-2-8-16 0,2 8-12 0,0 0-22 0,0 0-12 16,0 0-10-16,0 0-12 0,0 0-8 15,0 0-6-15,0 0 6 0,-11 30-1 0,4-17-7 16,0 2-10-16,1 2-4 0,1-2-4 0,-3 2-7 16,0-2-3-16,2-5-4 0,2 1-2 0,3-1-4 0,-3-1-3 15,0-2-1-15,3 2 5 0,1-9-12 0,-2 8 0 16,2-8 1-16,-2 9 0 0,2-9 0 0,0 0 11 15,-4 6 12-15,4-6 14 0,0 0 7 16,0 0 6-16,0 0-6 0,0 0-3 0,0 0-5 16,0 0-3-16,0 0-11 0,-2-25 0 0,1 14-8 0,-1-2-2 15,6-4-3-15,-3-1-3 0,1-2-6 16,2-5-5-16,-2 5-1 0,4-4 0 0,-1 4-2 16,3-6-7-16,-3 2-2 0,3 1 1 0,1-2-1 15,-4 6 2-15,0 3-5 0,0 0 2 0,2 0-1 16,-1 5 0-16,-3 2-1 0,-1 3-2 0,1 2-5 0,-3 4 1 15,5-6-1-15,-5 6-1 0,8-3 0 16,-8 3-14-16,8 9-1 0,-1-1 5 0,-2 4 3 16,3 4 5-16,-2 3-5 0,4 4 7 0,-3 2-2 15,-1-1 3-15,0-1 7 0,-1-4-5 0,-1 0 1 16,0 1 1-16,1-1 1 0,-1-2 1 0,0 1-4 16,0-2 4-16,0 1 0 0,1 1 0 0,-3-8-8 0,2 1-33 15,-1 0-36-15,1 0-39 0,-3-2-39 0,4 0-27 16,-2 0-32-16,-2-4-152 0,-1-5-401 15,0 14 179-15</inkml:trace>
  <inkml:trace contextRef="#ctx0" brushRef="#br0" timeOffset="18521.48">30732 7577 60 0,'0'0'177'0,"-9"-1"-17"16,9 1-15-16,0 0-16 0,0 0-18 0,0 0-14 15,25-15-10-15,-9 9-12 0,5 1-14 0,6-4-41 0,3 1-40 16,3-3-31-16,-2 4-32 0,1 1-79 0,-5 0-175 16,2-2 78-16</inkml:trace>
  <inkml:trace contextRef="#ctx0" brushRef="#br0" timeOffset="19082.9">31167 7435 93 0,'0'0'109'0,"-13"-7"-4"16,13 7-14-16,0 0 6 0,0 0 0 0,0 0-9 15,0 0 5-15,0 0 1 0,0 0-3 0,-6-5-2 0,6 5 4 16,0 0-4-16,0 0 4 0,0 0-2 0,0 0-4 16,0 0-3-16,0 0-4 0,0 0-2 15,0 0-4-15,0 0-2 0,-4-6-6 0,4 6-2 16,0 0-4-16,0 0-7 0,0 0-6 0,0 0-6 15,0 0 0-15,0 0-7 0,0 0 0 0,0 0-5 0,0 0-5 16,0 0-2-16,0 0-1 0,0 0-4 0,-3-8-2 16,3 8-3-16,0 0 2 0,0 0-7 15,0 0-1-15,0 0-6 0,0 0-6 0,0 0-2 16,0 0-3-16,0 0-2 0,0 0-1 0,0 0-3 16,0 0-2-16,0 0-2 0,0 0 6 0,0 0-8 0,0 0 1 15,-5-5-7-15,5 5 2 0,0 0-5 16,-4-9 4-16,4 9 3 0,0 0 12 0,0-10 11 15,0 10 5-15,-1-8 1 0,1 8 1 0,-3-9-1 16,3 9 3-16,-1-10 7 0,1 10 6 0,-1-8 10 16,1 8-1-16,-3-7-2 0,3 7-1 0,0 0 2 0,0 0-5 15,-1-8 0-15,1 8-1 0,0 0-6 0,0 0-3 16,0 0-3-16,0 0 0 0,0 0-6 0,0 0-2 16,0 0-3-16,0 0 5 0,0 0-2 15,0 0 2-15,1 28-1 0,-1-15 2 0,0 4 0 16,0 3 0-16,-1 0 0 0,-1 4 0 0,0 1-1 15,2-7 1-15,0-2-1 0,-1-1 1 0,1 1-6 0,1-4 5 16,-1 2 1-16,2-2 1 0,-2 2-5 16,0-3 2-16,2 1 1 0,-2-3-1 0,1 0-1 15,-1 1 2-15,0-3-1 0,2 0-1 0,-2-7 1 16,2 11-1-16,-2-4-6 0,0-7-27 0,0 8-25 16,0-8-29-16,0 0-25 0,1 7-35 0,-1-7-33 15,0 0-17-15,0 0-102 0,0 9-322 0,0-9 142 16</inkml:trace>
  <inkml:trace contextRef="#ctx0" brushRef="#br0" timeOffset="19470.44">31141 7278 117 0,'0'0'139'0,"4"-13"-13"0,0 4-14 0,1 0 5 16,1 3-8-16,0 1-7 0,1-2-12 0,-2 3-12 15,3 1-2-15,2 0-6 0,-3-1-9 0,2 4-3 0,5 0-9 16,-4 0-10-16,1 3-6 0,-3 0 1 16,-2 0-6-16,4 2 0 0,0 2-2 0,-5 0-6 15,-1 0 1-15,-1 0 0 0,0 3 1 0,-4 0-5 16,-1 0-2-16,0 2-3 0,-3-2 2 0,1 1-10 16,-1-2-9-16,-1 1-2 0,2-2-12 0,-2-1 0 0,4 0-10 15,1 0-13-15,1-7-1 0,-2 12-2 0,2-12 2 16,3 12 3-16,-1-7 10 0,1 2-3 15,-3-7 4-15,7 11 7 0,-4-6-14 0,4-1 13 16,-1 1 1-16,-2 1 8 0,0-3 0 0,0 1 1 16,-4-4 0-16,7 7 1 0,-3-2 4 0,-4-5 8 15,4 7 4-15,-4-7 11 0,0 6-1 0,0-6 5 0,0 0-5 16,-2 12 5-16,2-12 3 0,-6 10-1 0,0-4-4 16,2-4-7-16,4-2-29 0,-6 9-32 15,2-5-30-15,4-4-100 0,-9 6-194 0,9-6 86 16</inkml:trace>
  <inkml:trace contextRef="#ctx0" brushRef="#br0" timeOffset="19610.68">31563 7405 113 0,'5'-2'118'0,"-5"2"-6"0,12-3-11 0,-6 0-27 16,-6 3-29-16,12-2-32 0,-12 2-34 15,11 2-72-15,-11-2-100 0,8 5 44 0</inkml:trace>
  <inkml:trace contextRef="#ctx0" brushRef="#br0" timeOffset="19774.68">31545 7531 31 0,'0'0'169'0,"-5"5"-15"0,5-5-9 15,0 0-5-15,0 0-8 0,0 0 0 16,0 0-18-16,0 0-5 0,0 0-13 0,0 0-1 15,14 3-20-15,-2-4-46 0,4-2-25 0,5-1-38 16,8-2-48-16,3-1-37 0,0-1-80 0,4 2-215 0,1-7 96 16</inkml:trace>
  <inkml:trace contextRef="#ctx0" brushRef="#br0" timeOffset="19940.43">32128 7206 124 0,'0'-11'265'16,"1"2"-12"-16,-1 9-11 0,0-9-5 0,0 9-13 0,0-13-13 15,0 13-25-15,0 0-14 0,0-8-19 16,0 8-21-16,0 0-17 0,0 0-11 0,0 0-8 16,0 0-12-16,-2 30-8 0,-1-6-5 0,2 4-16 15,1 2-45-15,0 1-53 0,1 1-54 0,0 0-52 16,6-2-56-16,-1 4-181 0,-1-6-419 0,3 0 186 0</inkml:trace>
  <inkml:trace contextRef="#ctx0" brushRef="#br0" timeOffset="23671.55">31258 8661 146 0,'-4'-6'215'0,"4"6"-21"0,0 0-22 16,0 0-20-16,0 0-11 0,0 0-12 0,0 0-9 15,-8 24-11-15,7-13-7 0,-5 5-10 0,3 0-9 16,-1 1-7-16,2 1-6 0,-2 1-7 0,2-4-8 16,-2 0-4-16,3-3-4 0,-1-1-5 0,0-1 5 15,-1-1-7-15,3-2 1 0,0-7 6 0,-3 12 5 16,3-12 10-16,0 7 8 0,0-7 1 0,1 8 2 16,-1-8 6-16,0 0 0 0,0 0 1 0,0 0 6 15,-2 8-7-15,2-8-7 0,0 0-11 0,0 0-4 16,0 0-6-16,-4-27-11 0,4 11 5 0,1-2-13 15,1-1-5-15,5-5-4 0,-4-2-7 0,-2-1-7 16,3 1 2-16,1-2-9 0,0 0 1 0,3 2-3 16,-2 7 2-16,0 2-5 0,-2 1 5 0,0 6-3 15,5-5 2-15,-5 5-1 0,1 1 0 0,-2 5-2 16,-3 4-3-16,5-10 2 0,0 8-2 0,-5 2 0 16,9 0 4-16,-9 0-9 0,12 12 5 0,-2-5-4 15,-3 8 4-15,5 1 1 0,-3-1 2 0,1 3-3 16,4 5 4-16,-8-3 1 0,3-3-1 0,-5 1 0 0,4 1 0 15,-1-3-2-15,1 1 8 0,-1 0-4 16,-2 0-1-16,1-1 2 0,0-1 1 0,-1 1 0 16,-1-4-6-16,-1-2-37 0,0 2-43 0,0-2-55 0,1 2-64 15,-3-1-56-15,-1 0-182 0,-1 1-476 0,-3-3 211 16</inkml:trace>
  <inkml:trace contextRef="#ctx0" brushRef="#br0" timeOffset="24054.67">31214 8889 123 0,'0'0'169'0,"0"0"-14"0,0 0-18 0,13-15-18 16,-4 8-16-16,7-2-11 0,6-2-22 0,5-1-15 0,3-1-29 16,2 0-19-16,1 0-23 0,2-1-18 0,0-1-12 15,-1 0-2-15,1 2 5 0,-3-2-2 16,-3 2 6-16,-3 1 12 0,-9 3 11 0,-1 1 10 15,-6 3 30-15,-3-3 15 0,-1 3 14 0,0 1 13 0,-3-1 14 16,-3 5 11-16,4-10 8 0,-3 6 8 0,-1 4 3 16,0 0-1-16,0 0-1 0,0 0-3 15,-5-13-12-15,5 13-4 0,0 0-11 0,0 0-4 16,0 0-9-16,0 0-7 0,0 0-3 0,-19 15 3 0,14-2-6 16,0 4-2-16,-1 0-5 0,0 2-1 0,0 8 1 15,2 2-3-15,0-1-2 0,2-1-3 0,-2 2 3 16,0-1-2-16,0-2-1 0,0 0-4 15,2-8-4-15,-1 8-3 0,1-7-2 0,0-2-6 0,1 3 1 16,0-4-1-16,1-1-1 0,-2 2-4 0,2-4 1 16,0-2-13-16,0 2-18 0,0-4-29 0,0 1-35 15,0-10-38-15,0 14-38 0,0-14-40 0,2 11-28 16,-2-11-132-16,0 0-385 0,-2 11 170 0</inkml:trace>
  <inkml:trace contextRef="#ctx0" brushRef="#br0" timeOffset="24203.68">31557 8942 75 0,'1'-7'205'0,"-1"7"-24"0,1-8-16 0,-1 8-18 0,7-11-16 16,-1 3-11-16,2 1-10 0,6-3-29 0,-1 1-40 16,4-1-41-16,6-2-43 0,3 2-44 0,0 2-101 15,2 2-204-15,-2-1 91 0</inkml:trace>
  <inkml:trace contextRef="#ctx0" brushRef="#br0" timeOffset="24330.37">31936 8867 108 0,'4'5'95'0,"-4"-5"-3"0,0 0-6 16,13-3-22-16,-13 3-31 0,11-2-27 0,-11 2-33 15,16-4-50-15,-9 2-82 0,1-1 37 0</inkml:trace>
  <inkml:trace contextRef="#ctx0" brushRef="#br0" timeOffset="24475.2">31941 8932 91 0,'-3'5'170'0,"-1"0"-12"0,4-5-12 16,-7 5-8-16,3-1-8 0,4-4-2 0,-5 7-5 0,5-7-7 16,0 0-3-16,0 0-10 0,8 9-11 15,-2-7-33-15,3 0-38 0,5-2-47 0,7-4-58 16,7-2-55-16,1 0-85 0,2-2-242 0,4-2 108 15</inkml:trace>
  <inkml:trace contextRef="#ctx0" brushRef="#br0" timeOffset="24954.88">32587 8586 39 0,'0'0'226'0,"0"0"-9"0,0 0 7 16,0 0 3-16,-3 23-9 0,-3-12-12 0,-1 4-1 0,-3-1-20 15,-1 4-4-15,-1 5-6 0,-4-2-12 16,5-4-13-16,-1 0-15 0,0-2-12 0,-2-2-4 16,1 1-16-16,4-5-1 0,-3 1-16 0,3-1-1 0,0-2-8 15,-3 0-5-15,4-4 4 0,-1 2-7 0,2-3 3 16,-1-2-1-16,8 0-4 0,-14 2-7 0,14-2 9 16,-13-2-22-16,13 2-6 0,-10-8-4 15,5 3-5-15,4-2-13 0,-3-2-5 0,0-2 1 0,4-6-10 16,0 3-8-16,0-3-7 0,3 5-8 0,0-5 6 15,3 6 11-15,-3 0-14 0,1 1 6 16,0 5-10-16,2-1-7 0,1 2 4 0,-7 4 2 16,10-2-2-16,-10 2 2 0,15 4 1 0,-6-1 0 15,2 3 6-15,0 0 1 0,-1 2 9 0,3 5-5 0,1-3 3 16,-1 2-1-16,2-2-4 0,1 0 4 0,1-4-10 16,-1 1 34-16,3-2-6 0,3-2-16 0,-3-3 0 15,-19 0-4-15,0 0 4 0,59-5 1 0,-59 5 3 16,32-12-8-16,-32 12 2 0,0 0 0 15,28-20-10-15,-28 20 15 0,0 0 3 0,20-26 2 0,-20 26 16 16,0 0 5-16,4-35-2 0,-4 35-9 16,0 0 0-16,-12-45 5 0,5 30-6 0,0 3 0 0,-3-1-4 15,1 6-4-15,2 0-10 0,-4 2-13 0,-1 4-18 16,-5 6-18-16,-11 0-36 0,1 7-45 16,-4 4-54-16,2 4-68 0,-11 10-251 0,12-6-550 0,3 0 243 15</inkml:trace>
  <inkml:trace contextRef="#ctx0" brushRef="#br0" timeOffset="25206.31">32131 9239 257 0,'0'0'269'0,"0"0"-25"15,0 0-17-15,0 0-13 0,0 0-21 0,35 2-20 16,-4-10-13-16,5 0-17 0,15-9-17 0,6 0-35 16,0-3-39-16,1 4-47 0,-1-2-67 15,-5-1-75-15,0 4-190 0,-2 3-352 0,-15 3 156 0</inkml:trace>
  <inkml:trace contextRef="#ctx0" brushRef="#br0" timeOffset="25332.21">32812 9160 57 0,'0'0'41'0,"0"0"-44"15,0 0-14-15,0 0-16 0,0 0 8 0</inkml:trace>
  <inkml:trace contextRef="#ctx0" brushRef="#br0" timeOffset="32021.4">31040 9739 219 0,'-2'-6'218'0,"-1"1"-8"0,3 5-15 0,-4-10-15 0,4 10-16 15,-5-6-13-15,5 6-16 0,0 0-11 16,-5-5-19-16,5 5-13 0,0 0-10 0,0 0-1 0,-17 17-1 16,7 1-2-16,-2 7-5 0,-4 4-8 0,3 4-3 15,-1 16-9-15,-2-4-2 0,4 0-6 0,5 1-4 16,0-14-6-16,5 0-2 0,0-3-6 0,2-3 0 16,4 0-1-16,-1-7-6 0,1 0-1 15,3 0 1-15,1-2-7 0,1 1-8 0,4-2-13 16,-2-1-19-16,2-2-18 0,2 2-30 0,-2-5-35 0,5-1-46 15,-3-1-29-15,3-2-170 0,-5-3-382 16,5-3 169-16</inkml:trace>
  <inkml:trace contextRef="#ctx0" brushRef="#br0" timeOffset="32309.14">31217 10028 19 0,'-2'-10'183'0,"2"10"-19"0,0 0-21 0,0 0-7 15,-5-6 1-15,5 6-8 0,0 0-4 0,0 0-11 16,0 0-12-16,-10 24-6 0,8-15-11 0,-1 2-7 16,3 0-9-16,-1 0-5 0,2 1-5 0,2-1-12 15,-1-2-1-15,2 1-7 0,0-2 3 0,3 1-9 16,-2-4 1-16,1 0-4 0,1 2-6 16,1-3 0-16,1-3 3 0,-3 1-6 0,2-2 2 0,-8 0 3 15,19-6-5-15,-10 1 6 0,-2-3-2 0,1 3-4 16,-3-4 5-16,-2 0-4 0,0-2-3 0,-1 2 2 15,-3-4-2-15,0 0-5 0,-2 2-6 0,-2-5 2 16,-3 2-9-16,3-1-6 0,-1 3 0 0,1 2-11 16,-3 1-14-16,-2 0-15 0,2 3-14 0,0-1-24 15,8 7-15-15,-13-6-27 0,7 3-14 16,6 3-12-16,-11 2-116 0,11-2-288 0,-12 4 128 0</inkml:trace>
  <inkml:trace contextRef="#ctx0" brushRef="#br0" timeOffset="32857.54">31360 9985 8 0,'0'0'144'0,"11"-2"-13"0,-11 2-3 0,0 0 0 15,0 0-1-15,0 0-2 0,5 3-3 0,-5-3-11 16,4 4-10-16,-4-4-10 0,3 13-9 0,-2-6-11 16,0 3 1-16,2-1-14 0,-3-1-2 0,3 1-6 15,0-1-8-15,4 0-1 0,-2-1-3 0,0-1-5 16,-1-3-1-16,1 5-2 0,0-4-4 0,1-2-2 15,2 0 2-15,0 0-4 0,-8-2-4 16,15-2 5-16,-7 2-1 0,-2-4 2 0,3-1 0 0,-3 2 14 16,0-1-4-16,1-3 1 0,-4 1-2 0,1-1 1 15,-3 0-6-15,3-3-1 0,-2 0 1 0,0 1 5 16,-2 0 5-16,0 9 0 0,2-13 0 0,-2 13-9 16,-2-9-1-16,2 9-4 0,0 0-1 0,0-9-9 15,0 9-4-15,0 0 0 0,0 0-5 0,0 0 2 16,0 0-2-16,0 0-1 0,0 0 0 0,0 0 3 15,5 28-4-15,-2-19 1 0,1 0 0 0,-1 2-1 16,1-4 2-16,1 2-2 0,1-2 1 0,1-1-2 16,-1 1 1-16,-1-1 6 0,0-2-7 0,2 0-1 15,0-3-5-15,-7-1 4 0,11 0 0 0,-11 0-3 16,11-5-3-16,-5 2 6 0,1-2-2 0,-2-1-2 16,-1-3 2-16,0 0 0 0,1-2-1 0,0-2 0 0,-3-3 4 15,1 4-1-15,-3-3 2 0,1 3 0 16,0-7 1-16,-2 4 4 0,-1-1 8 0,0 5 4 15,1-3 1-15,0 2-3 0,-3 3 13 0,2-1 9 16,-1 3 1-16,3 7-21 0,-3-9-7 0,3 9-1 16,-1-8 2-16,1 8-8 0,0 0-2 0,0 0 4 0,0 0 1 15,0 0 4-15,-5 21-5 0,2-8 3 16,2 10 0-16,1-6 0 0,0 10-2 0,1-1 0 16,-1-1-4-16,0 2 1 0,2-1 0 0,2-2 0 0,1 2-13 15,-1-7-28-15,-1 5-43 0,2-8-59 0,2 1-48 16,-2 0-56-16,-1 2-139 0,0-4-413 15,-3-5 182-15</inkml:trace>
  <inkml:trace contextRef="#ctx0" brushRef="#br0" timeOffset="33000.33">31599 10003 35 0,'4'-6'114'0,"5"0"-20"15,2 3-31-15,5-3-39 0,1 3-44 0,1 0-32 16,3-1-56-16,-1-1 25 0</inkml:trace>
  <inkml:trace contextRef="#ctx0" brushRef="#br0" timeOffset="33602.46">31934 9913 90 0,'0'0'131'0,"-7"2"-3"0,7-2-16 0,0 0-2 16,0 0-9-16,0 0-10 0,-7 6 2 0,7-6-12 16,-3 5-5-16,3-5-10 0,-4 7-1 0,4-7-7 15,-1 8-9-15,1-8 0 0,-1 9-2 0,1-9 5 16,0 9-10-16,0-9 5 0,-3 12 2 0,3-6 4 15,0 4-4-15,0-10-2 0,0 16 2 0,1-6-5 16,1-1-5-16,-1 0-5 0,0 2-1 0,2-3-1 16,-1 2-11-16,3-2 6 0,0 2-5 0,-1-4-6 15,0 0 4-15,0 0-2 0,0-2-1 0,0 0 0 16,3 0-5-16,-7-4 1 0,8 6 1 0,-3-5-2 16,-5-1 0-16,9 3 1 0,-9-3-2 0,12-3 3 15,-12 3 9-15,9-7-6 0,-6 2-3 0,3-4 4 16,-3 1-5-16,2-1-1 0,-3 1 4 0,0 0 6 15,-3-4 4-15,2 2-12 0,-1-1 4 0,0 0-4 16,-1-1-2-16,-2 3 1 0,0 0 0 0,0 0-2 16,1 2-1-16,2 7 0 0,-7-10-2 0,3 3-2 0,4 7-3 15,-4-7 1-15,2 2-2 0,2 5 4 16,0 0-5-16,-9-6-3 0,9 6-1 0,0 0 0 16,-6-3-1-16,6 3-4 0,0 0-13 0,0 0-16 15,0 0-23-15,0 0-17 0,0 0-27 0,0 0-29 16,-12 10-22-16,12-10-9 0,0 10-122 0,0-10-308 15,0 0 136-15</inkml:trace>
  <inkml:trace contextRef="#ctx0" brushRef="#br0" timeOffset="34125.21">31953 9960 57 0,'-12'-5'117'0,"12"5"-1"0,-3-3-4 0,3 3 6 16,0 0-11-16,0 0-9 0,-7-3 13 0,7 3-6 16,0 0 7-16,0 0-5 0,-8-4-4 15,8 4 0-15,0 0-11 0,0 0-2 0,0 0-13 16,0 0-8-16,0 0-1 0,0 0-9 0,-5-5-13 15,5 5-4-15,0 0-2 0,0 0-9 0,0 0-9 0,0 0 7 16,0 0-7-16,-1 18-6 0,1-8 12 0,0 5 1 16,-1 5-2-16,2 6 7 0,-2-1 3 15,1 4-2-15,1-1-5 0,-1 0 3 0,-1 4-4 0,2-6-5 16,-3 0-2-16,4 0-1 0,-2-7-5 0,1 0-1 16,1-1-3-16,3 0 2 0,-4-6-3 0,0 4 3 15,2 1-3-15,-2-4-1 0,0 2 0 0,2-4-10 16,-2 0-17-16,2-2-37 0,-2-1-44 15,0-1-50-15,2-2-23 0,-2 3-170 0,-1-8-369 16,3 10 164-16</inkml:trace>
  <inkml:trace contextRef="#ctx0" brushRef="#br0" timeOffset="34738.25">32141 10010 118 0,'0'0'220'0,"1"-11"-9"0,-1 11-19 0,1-6-16 16,-1 6-17-16,0 0-16 0,3-7-16 15,-3 7 1-15,0 0-6 0,0 0-12 0,0 0-11 0,4 24-6 16,-2-14-18-16,0 1-2 0,1 1-6 0,1-2-9 16,0 1-2-16,1-2-6 0,0 1-7 0,0-1-4 15,0-2-5-15,2 1 1 0,-2-4-8 0,4 3-2 16,-1-2 0-16,-3-2-1 0,-5-3-2 0,12 5-1 15,-8-4-2-15,-4-1 0 0,12-1-2 0,-12 1-3 16,10-9 7-16,-4 4-7 0,-2-2-1 16,0 0-5-16,-1-2 0 0,0-1 6 0,-1-1-5 0,0 0-1 15,0 0 4-15,-2 1-6 0,-2-2-1 0,2 1 0 16,0 0 6-16,-2 1-10 0,2 3 2 0,0 7-1 16,-2-11-1-16,2 11 1 0,-1-7-5 0,1 7-2 15,0 0 3-15,0 0-4 0,0 0 1 0,0 0-2 16,0 0 4-16,0 0 3 0,-1 31-2 0,5-21-1 15,-2 0 2-15,2 0-4 0,1 3 1 0,4-4-4 16,0 0-5-16,0-1-17 0,3-3-16 0,3 2-18 16,-1-6-20-16,3 0-25 0,2 0-10 0,-1-2-23 15,0-3 2-15,1 0-5 0,-8-1-5 0,0-1 13 16,0-3-3-16,-2 1 15 0,0-6 8 0,-5 2 15 16,1 2 12-16,-3 0 12 0,-2-4 22 0,0-2 26 15,-1 2 6-15,-3-3 11 0,2 0 26 0,-2 0 20 16,1 2 16-16,2-2 17 0,-2 4 3 0,1-2 7 15,-1 3 25-15,1 0 8 0,0 1 3 0,0 1 1 16,1 5 0-16,1 5-7 0,-3-12-12 0,3 12-18 16,0 0-9-16,-1-8-4 0,1 8 5 0,0 0 9 15,0 0-1-15,0 29 1 0,1-11-7 0,-2 8 1 16,1 4-1-16,0 5-8 0,-3 1-9 0,1 1-2 16,2-1-3-16,-1-4-3 0,-1 4-9 0,2-3-2 0,-1-4-8 15,2-2-18-15,-1-1-33 0,2-2-46 16,-1-4-65-16,0-4-59 0,0 1-219 0,-1-4-448 15,0-2 199-15</inkml:trace>
  <inkml:trace contextRef="#ctx0" brushRef="#br0" timeOffset="34880.32">32488 9999 30 0,'3'-11'149'0,"-1"6"-17"0,-2 5-12 0,6-9-14 15,-1 6-15-15,4 0-21 0,2-1-25 0,4 1-53 16,5 1-55-16,1 0-49 0,-21 2-122 0,0 0 54 16</inkml:trace>
  <inkml:trace contextRef="#ctx0" brushRef="#br0" timeOffset="36055.36">32760 9825 213 0,'0'0'250'16,"0"0"-10"-16,0 0-10 0,0 0-19 0,0 0-25 15,0 0-16-15,0 0-24 0,0 0-18 0,0 0-4 16,0 0 1-16,0 0 2 0,0 0-8 0,0 0-15 16,0 0-1-16,-1 101-14 0,0-53-5 0,3-13-13 15,-2-1-3-15,2 0-10 0,-2-34-2 0,2 63-8 16,1-36-5-16,-3-27-4 0,-1 42-5 0,1-42-1 16,2 32-1-16,-2-32-3 0,0 0-5 0,0 0-2 15,0 33 0-15,0-33 3 0,0 0 7 0,0 0-1 16,0 0-3-16,0 0 1 0,0 0-4 0,0 0-2 15,0 0-10-15,0 0 10 0,0 0-12 0,0 0 1 16,0 0-13-16,0 0 4 0,0 0-5 0,0 0 2 16,0 0-2-16,0 0-2 0,0 0 1 0,14-101-10 15,-14 101 4-15,0 0-5 0,17-23 0 0,-17 23 3 16,0 0-1-16,23-18 0 0,-23 18 0 0,0 0 4 16,0 0-3-16,0 0 2 0,33-5 1 0,-33 5-1 15,0 0 3-15,0 0 1 0,0 0 0 0,0 0-3 16,0 0-5-16,28 41-2 0,-28-41-7 0,0 0-6 15,0 0-10-15,0 0-9 0,-36 49 0 0,36-49-1 16,0 0 3-16,-34 20 3 0,34-20 4 0,0 0 9 16,-28 10 1-16,28-10 1 0,0 0 2 0,0 0 5 15,0 0 3-15,-36 5 6 0,36-5-7 0,0 0-1 16,-13-3 5-16,13 3-4 0,0 0 3 0,0 0 1 16,0 0 1-16,0 0 0 0,0 0 4 0,0 0 1 15,0 0 0-15,0 0-1 0,0 0 0 0,0 0 3 16,0 0-1-16,0 0 1 0,73-44 0 0,-73 44 5 15,35-11 1-15,-35 11 1 0,33-11-4 0,-33 11 0 16,32-14-2-16,-32 14-1 0,27-18 6 16,-27 18 3-16,21-14-5 0,-21 14 1 0,0 0-3 0,23-26 6 15,-23 26-3-15,0 0 6 0,13-27 4 0,-13 27 1 16,0 0-3-16,12-33 2 0,-12 33 6 0,0 0 6 16,2-29 3-16,-2 29-4 0,0 0 6 0,0 0 4 15,0 0-2-15,-2-37 2 0,2 37-7 0,0 0-1 16,0 0-2-16,0 0-5 0,0 0-4 0,0 0 5 15,0 0 3-15,0 0 1 0,0 0-4 0,0 0-6 16,-72 50 5-16,72-50 1 0,-11 26-5 0,11-26 1 16,-7 30-3-16,7-30-3 0,0 0-11 0,0 0-20 15,7 44-24-15,-7-44-30 0,0 0-48 0,26 23-53 16,-26-23-53-16,0 0-156 0,45 9-420 0,-45-9 186 16</inkml:trace>
  <inkml:trace contextRef="#ctx0" brushRef="#br0" timeOffset="36275.98">33222 9933 88 0,'0'0'215'0,"0"0"-13"0,0 0-9 0,0 0-10 16,0 0-3-16,0 0-2 0,0 0 4 0,0 0-16 16,-75 28-16-16,75-28-15 0,-13 30-13 0,13-30-13 15,-7 35-12-15,7-35-9 0,-4 34-6 0,4-34-8 16,0 0-7-16,3 43-2 0,-3-43-11 0,0 0-20 15,15 32-26-15,-15-32-47 0,18 16-33 0,-18-16-40 16,0 0-37-16,36 14-35 0,-36-14-21 0,0 0-114 16,44-2-345-16,-44 2 153 0</inkml:trace>
  <inkml:trace contextRef="#ctx0" brushRef="#br0" timeOffset="37122.45">33299 10129 281 0,'0'0'20'0,"25"-38"30"0,-25 38 23 0,0 0-4 16,8-35 32-16,-8 35 6 0,0 0 22 0,1-33 1 15,-1 33 10-15,0 0 18 0,0 0 6 0,0 0-3 16,1-36-11-16,-1 36-11 0,0 0-20 0,0 0-10 15,0 0-13-15,0 0 10 0,0 0-11 0,0 0-2 16,0 0-14-16,0 0-10 0,0 0-9 0,0 0-5 16,-41 78-7-16,41-78-6 0,0 0-3 0,-1 38-2 15,1-38-4-15,0 0-4 0,0 0-3 0,11 42-4 16,-11-42-2-16,0 0-9 0,16 22-11 0,-16-22 0 16,0 0-7-16,0 0-4 0,27 10-4 0,-27-10 2 15,0 0-3-15,0 0-6 0,0 0 5 0,0 0-3 16,0 0 2-16,0 0 1 0,0 0 0 0,41-49 1 15,-41 49 2-15,0 0 0 0,2-36-1 0,-2 36 3 16,0 0-4-16,-1-37 5 0,1 37-4 16,0 0 0-16,-4-38 1 0,4 38 0 0,0 0 3 0,0 0 2 15,0 0 2-15,2-36-1 0,-2 36-2 16,0 0 1-16,0 0-2 0,0 0 5 0,0 0-3 0,0 0 4 16,0 0-6-16,0 0 5 0,0 0-2 15,0 0 2-15,0 0-1 0,0 0 0 0,71 48 4 16,-71-48 2-16,11 21 8 0,-11-21 4 0,0 0-2 0,13 27 3 15,-13-27-5-15,0 0 8 0,0 0 7 0,0 0 7 16,12 26 7-16,-12-26 3 0,0 0 4 0,0 0 1 16,0 0-3-16,0 0-1 0,0 0-5 0,0 0-1 15,0 0-6-15,0 0 3 0,0 0-6 0,0 0-5 16,0 0-3-16,0 0-3 0,0 0-2 0,0 0-4 16,0 0-11-16,14-77 0 0,-14 77-3 15,0 0 0-15,13-33-7 0,-13 33 3 0,12-19-1 0,-12 19 1 16,0 0-2-16,0 0-4 0,18-21 7 0,-18 21 0 15,0 0-1-15,0 0 2 0,0 0-1 16,0 0 5-16,0 0-4 0,0 0 5 0,0 0-2 16,0 0 2-16,0 0-1 0,0 0 2 0,0 0-1 15,42 51 1-15,-42-51-12 0,0 0 5 0,0 0-8 16,0 0 3-16,0 0-1 0,6 28 4 0,-6-28 0 16,0 0 0-16,0 0 3 0,0 0-5 0,0 0-11 15,0 0-1-15,0 0-3 0,0 0 4 0,0 0 0 16,0 0-4-16,0 0 2 0,0 0 0 0,0 0 2 15,0 0 2-15,0 0-1 0,0 0 3 0,0 0 2 16,0 0-1-16,32-51 4 0,-32 51-3 0,0 0 3 16,0 0-3-16,0 0 3 0,0 0 3 0,0 0 2 15,0 0 2-15,0 0 0 0,0 0 3 0,0 0 2 0,44 29 0 16,-44-29-3-16,0 0 4 0,16 19 0 0,-16-19 2 16,0 0 5-16,0 0-3 0,0 0 3 15,0 0 8-15,0 0 3 0,30 8 1 0,-30-8-2 16,0 0 3-16,0 0 3 0,0 0-1 0,0 0 2 15,34-40 4-15,-34 40-1 0,0 0 1 0,9-30-4 16,-9 30 1-16,0 0 5 0,3-36-3 0,-3 36-6 0,0 0-4 16,4-37 1-16,-4 37-1 0,0 0 8 15,0 0 2-15,0 0 8 0,-4-36-9 0,4 36 0 16,0 0-3-16,0 0 1 0,0 0-3 0,0 0-1 16,0 0 1-16,0 0-2 0,0 0 4 0,0 0-6 15,-39 73-5-15,39-73-7 0,-5 34-18 0,5-34-11 16,0 45-30-16,0-45-34 0,7 35-39 0,-7-35-35 15,13 30-53-15,-13-30-184 0,13 31-435 0,-13-31 193 16</inkml:trace>
  <inkml:trace contextRef="#ctx0" brushRef="#br0" timeOffset="38429.56">30859 11219 126 0,'-8'4'118'0,"8"-4"-11"16,0 0-2-16,0 0-7 0,0 0-2 0,0 0 0 15,0 0-8-15,-4 6 4 0,4-6 4 16,0 0 2-16,0 0 8 0,0 0-1 0,0 0 5 16,0 0 4-16,0 0 0 0,0 0-1 0,0 0-1 0,0 0-1 15,0 0 4-15,0 0-9 0,0 0-5 0,0 0-10 16,0 0-12-16,0 0-6 0,12-26-11 0,-6 14-2 16,2-3-24-16,2-1 4 0,-1 1-4 15,1-4-5-15,-1 3-3 0,0-2-3 0,3-6-3 16,-2 0-4-16,-1 0-1 0,-3 5 0 0,1-7-4 0,0 9 1 15,-3-2-3-15,4-6 2 0,-6 10-2 0,1 3 1 16,0 2 4-16,-3 1-1 0,0 0-4 16,0 9 3-16,0-13-5 0,1 7 1 0,-1 6-4 15,0-8 0-15,0 8-4 0,0 0 7 0,0 0-11 16,0 0 1-16,0 0 1 0,0 0 11 0,-18 32-9 0,8-6 2 16,-1 1 1-16,5-1-3 0,0 4-3 0,2-2 1 15,0-1-1-15,4 0 5 0,0-7-5 16,1-1 1-16,6-4 0 0,-1 2 0 0,-1-6 1 15,3 1 0-15,2-3 1 0,-1-2-2 0,5 1 3 16,0-2-1-16,-1-3 0 0,7-2-7 0,-2-3-5 0,0-1 2 16,3-3-6-16,-3-1 2 0,-1-1-6 15,-2-2 1-15,1-1 8 0,-4-2-4 0,0 0 7 0,-3-2-1 16,2-2 2-16,-3 3-2 0,-1-3-1 16,-2-1 11-16,0 2-8 0,-2-3 3 0,-1 3-1 15,-2 5 0-15,2-1 3 0,-2 3 3 0,1 2-5 0,-1 7 5 16,2-12-7-16,-2 12-2 0,3-7-2 0,-3 7 0 15,0 0 7-15,0 0-7 0,0 0 4 0,0 0-1 16,0 0 3-16,0 0-3 0,6 26 0 0,-5-19 1 16,1 0 2-16,-1 2 1 0,3-1-4 15,-4-2 6-15,0-6-1 0,2 9 1 0,-2-9-1 0,3 7 1 16,-3-7-1-16,3 5 2 0,-3-5-5 0,0 0 1 16,7 1 1-16,-7-1 3 0,0 0-5 0,14-9 4 15,-6 3-1-15,0-1 0 0,2 1-3 0,-2-2 1 16,2 3-3-16,-1 0 4 0,0-1-4 0,-2 2 4 15,0 1-5-15,-7 3 3 0,14-1-2 0,-14 1 1 16,13 3 4-16,-8 0-4 0,4 2-1 16,-4 3 0-16,-1 1-7 0,1 1-14 0,-3-1-24 0,-2 3-26 15,3 2-36-15,-3-3-58 0,0 3-24 16,-1-1-184-16,-3-4-409 0,1 4 181 0</inkml:trace>
  <inkml:trace contextRef="#ctx0" brushRef="#br0" timeOffset="38586.54">31167 10733 19 0,'-4'-4'81'0,"4"4"-41"0,0 0-12 15,0 0-28-15,0 0-28 0,0 0-31 0,29 1 14 16</inkml:trace>
  <inkml:trace contextRef="#ctx0" brushRef="#br0" timeOffset="38841.71">31682 10656 19 0,'0'0'251'0,"1"-10"-4"0,-1 10-1 0,0 0-4 16,-6-11-6-16,6 11-12 0,-8-6-18 0,8 6-17 15,-8-3-21-15,8 3-13 0,0 0-17 0,-14 16-12 16,7 0 10-16,2 1-19 0,-3 13-7 0,3 5-12 15,0 0-10-15,-3 16-4 0,3-15-14 0,4 12-3 16,-2-2-12-16,2-12-2 0,0-2-7 16,2 2-2-16,0 0-2 0,-1-2-10 0,0-1 3 15,0 2-5-15,1-5-6 0,2 1 2 0,0 0-1 0,-3-3-4 16,2-1 0-16,-1-6-7 0,1-6-19 0,-2 3-29 16,3-5-37-16,-3 1-45 0,2-3-38 15,-2-2-43-15,0-7-39 0,0 11-39 0,-5-6-159 16,5-5-468-16,-8 6 208 0</inkml:trace>
  <inkml:trace contextRef="#ctx0" brushRef="#br0" timeOffset="39137.6">31445 11173 167 0,'-1'-4'178'0,"1"4"-22"0,0-10-15 0,0 10-18 16,7-10-7-16,-2 4-15 0,5 2-11 15,0 0-12-15,8-2-4 0,1 1-9 0,3 0-9 0,6 0 1 16,1-2-8-16,2 0-8 0,-2 1 7 0,1-1-12 15,-3 1-5-15,-7 2-4 0,2-1 0 0,-4-2-5 16,-5 3-2-16,2-2 3 0,-2 4 14 0,-6-4 7 16,1 3 12-16,-3 2 12 0,1-2 8 0,-6 3 7 15,7-3 8-15,-7 3 0 0,5-4-1 16,-5 4-5-16,0 0-8 0,0 0-9 0,9-1-5 16,-9 1-15-16,0 0-2 0,0 0-11 0,0 0-2 15,8 7 10-15,-7 0-14 0,-1-7-1 0,2 17 0 16,0-5-11-16,0 0-16 0,1 5-22 0,-2-2-36 15,0 2-35-15,-1-6-22 0,3 2-46 0,-2-2-31 16,1 1-29-16,-1 0-132 0,0-2-380 0,-1-1 168 0</inkml:trace>
  <inkml:trace contextRef="#ctx0" brushRef="#br0" timeOffset="39670.74">32040 11173 196 0,'0'0'253'0,"0"0"1"0,0 0-3 0,0 0-12 15,0 0-15-15,-10-18-12 0,10 18-20 16,-6-10-7-16,5 4-15 0,2-4-20 0,-1-1-19 16,6-6-14-16,-3 1-15 0,5 0-13 0,2 0-13 15,-1 0-3-15,2 4-9 0,1 0-9 0,-3 2-5 0,6 1-13 16,-4 4-3-16,0 0-4 0,-1 3 1 16,-1 1-6-16,-1 1-8 0,-8 0 0 0,14 4-5 15,-6 2 5-15,-2 2-6 0,-1 1 2 0,1 2-4 16,0-3-2-16,-2 4 1 0,1-1 0 0,-1 0-2 15,-1 0 1-15,4-3-1 0,-1-1-1 0,2 1 3 0,-2 0 0 16,3-4 0-16,1 2-1 0,2-3 0 0,0-2-5 16,1-2 4-16,4-1 0 0,0-3-3 15,-2-4-1-15,0 1 0 0,-4 1 1 0,3-3 2 16,-5 0 0-16,-3 1-3 0,3-5 7 0,-3 2-7 16,-1 1 4-16,-2-1-2 0,0-4 0 0,-2 4 11 0,-1 1 2 15,0-1 13-15,0 2 4 0,-1 3 6 16,1 7-8-16,-3-13-8 0,3 13-1 0,0-11-9 15,0 11 3-15,-3-5-6 0,3 5 0 0,0 0-3 16,0 0 3-16,0 0-2 0,-5 19-4 0,3-7-9 16,2 5-19-16,-2-4-29 0,5 2-32 0,-2 3-38 15,2 0-51-15,1-3-51 0,0 1-58 0,-1 0-189 16,3-5-508-16,1-1 225 0</inkml:trace>
  <inkml:trace contextRef="#ctx0" brushRef="#br0" timeOffset="39832.71">32334 10744 139 0,'-3'-5'170'0,"1"-1"-34"0,2 6-40 16,-4-6-24-16,4 6-27 0,0 0-41 0,0 0-25 15,19 1-32-15,-5 3-45 0,-1 0-107 0,8 0 48 16</inkml:trace>
  <inkml:trace contextRef="#ctx0" brushRef="#br0" timeOffset="40040.04">32629 10715 238 0,'0'0'237'15,"2"-10"14"-15,-2 10-5 0,2-5-3 0,-2 5-6 16,0 0-8-16,0-10-18 0,0 10-17 0,0 0-25 0,0 0-14 16,0 0-21-16,0 0-18 0,0 0 0 15,0 0 3-15,0 0-4 0,5 32-10 0,-5-12-7 16,0 6-6-16,0 2-10 0,0-3-6 0,0 3-11 15,0-2-3-15,1 0-5 0,-1 0-7 0,3 0-4 16,-2-2-3-16,3-4 31 0,-2-2-24 0,0 3-62 16,0-3-47-16,1-1-72 0,-2-2-63 0,2 0-84 15,-3-2-262-15,0-4-584 0,0-9 259 0</inkml:trace>
  <inkml:trace contextRef="#ctx0" brushRef="#br0" timeOffset="40179.06">32608 10932 22 0,'0'0'199'0,"6"-6"-22"0,-3 2-21 15,5 1-27-15,-8 3-43 0,15-1-49 0,-15 1-62 16,0 0-44-16,0 0-50 0,0 0-129 0,49 27 58 16</inkml:trace>
  <inkml:trace contextRef="#ctx0" brushRef="#br0" timeOffset="40437.89">32754 11088 5 0,'0'0'230'0,"0"0"-25"0,0 0-10 16,0 0 0-16,0 0-1 0,0 0-8 0,0 0-9 15,0 0-12-15,44-49-4 0,-44 49-16 0,16-29-16 16,-16 29-7-16,19-25-7 0,-19 25-5 0,17-30 0 16,-17 30-13-16,10-28 8 0,-10 28-1 0,0 0 12 15,9-30 3-15,-9 30-13 0,0 0 29 0,0 0-19 16,0 0-8-16,0 0-11 0,0 0-5 0,-15-42-8 15,15 42-6-15,0 0 0 0,0 0-13 0,0 0-11 16,0 0 10-16,0 0-13 0,0 0-8 0,-62 67 1 16,62-67-15-16,-5 32-26 0,5-32-22 0,0 0-13 15,8 47-31-15,-8-47-31 0,18 27-36 0,-18-27-45 16,26 21-47-16,-26-21-39 0,34 13-56 16,-34-13-170-16,31 3-527 0,-31-3 233 0</inkml:trace>
  <inkml:trace contextRef="#ctx0" brushRef="#br0" timeOffset="40637.89">33094 10720 180 0,'0'0'271'16,"0"0"-23"-16,0 0-24 0,0 0-18 0,0 0-1 16,0 0 9-16,0 0-8 0,0 0 1 0,0 0-31 15,0 0 0-15,60 55-18 0,-52-23-16 0,-6 0-8 16,2 3-15-16,0 10-13 0,-6 1-7 0,-5-11-28 15,1 1-35-15,-4-3-34 0,-5-2-57 0,-8 10-58 16,8-11-70-16,-8 0-79 0,-11 2-167 0,5-9-463 16,-1-1 206-16</inkml:trace>
  <inkml:trace contextRef="#ctx0" brushRef="#br0" timeOffset="41791.14">30029 2029 7 0,'0'0'193'0,"0"0"-10"0,0 0-1 16,-9 0-4-16,9 0-6 0,0 0-15 0,0 0 0 16,0 0-12-16,0 0-7 0,0 0-19 0,0 0-10 15,0 0-12-15,0 0-13 0,0 0-6 0,31-9-11 16,-13 3-6-16,9-1-6 0,-2-2-21 0,-4 3-23 15,-1-1-20-15,-2 1-32 0,-6 3-22 0,0 0-28 16,0 0-39-16,-2 1-12 0,-1 2-15 16,-9 0-109-16,13-2-288 0,-13 2 127 0</inkml:trace>
  <inkml:trace contextRef="#ctx0" brushRef="#br0" timeOffset="42022.39">30069 2017 53 0,'-15'0'140'0,"15"0"-15"0,-12 0-11 16,12 0-22-16,0 0 6 0,-14 3-24 0,14-3 6 16,-5 6 5-16,5-6 4 0,-6 11 8 0,3-2-1 15,-1 2 2-15,2 6 3 0,1 3-7 0,1-1 1 16,0 6 4-16,0 0-7 0,-2 1-7 0,2 4-6 16,0-3-9-16,0 3 1 0,0-4-8 0,2 0-5 15,-2-1-4-15,0-5-4 0,-2 5-6 0,4-4-2 16,-2-4-5-16,0 0-3 0,1 1-5 0,0-1-6 15,-1 0-24-15,0-5-32 0,1 1-42 0,4-1-38 16,-3-2-40-16,-1 2-40 0,1-2-123 16,-2-10-342-16,0 0 151 0</inkml:trace>
  <inkml:trace contextRef="#ctx0" brushRef="#br0" timeOffset="42574.48">29954 2381 121 0,'0'0'169'0,"0"0"-23"15,-5-9-11-15,5 9-19 0,0 0-2 0,0 0-14 16,0 0-16-16,17-10-2 0,-17 10-15 0,28-9 0 16,-8 5-8-16,7 1-7 0,1-4-2 0,2 3-6 15,-4-1-5-15,1 2 0 0,-6-1-10 0,-3 1 6 16,1 2-11-16,-8-1 0 0,-11 2-6 0,24-5 0 16,-24 5-3-16,17 0 9 0,-17 0 3 0,10-5 6 15,-10 5 13-15,9-2 4 0,-9 2 4 0,0 0 7 16,0 0 3-16,0 0-5 0,13-1 7 0,-13 1-12 15,0 0-6-15,0 0-3 0,0 0-3 0,0 0-9 16,0 0-2-16,0 0-7 0,0 0-3 0,0 0-2 16,0 0-4-16,0 0-7 0,-20 22 5 0,14-13 1 15,1 2 1-15,-1 3-3 0,2 1-1 16,2 2 0-16,-1-1-2 0,2-4-6 0,1 0 2 16,0-1-1-16,1-1 2 0,0 0 3 0,3 0-5 15,0-2 2-15,-4-8-4 0,9 10 5 0,-9-10-3 16,10 6 2-16,-5-2 0 0,-5-4-1 0,13 1-2 15,-13-1 0-15,0 0-5 0,15-4-5 0,-15 4 6 16,13-7 0-16,-8 1-5 0,-5 6 0 16,10-15-2-16,-6 8 3 0,2-3-1 0,-4 1 1 0,2 1-3 15,-4 8 3-15,2-22-1 0,0 13-1 0,-1-2-1 16,-1 11 0-16,4-15 2 0,-3 8 0 0,-1 7-3 16,0 0-5-16,1-12 0 0,-1 12 1 0,0 0 2 15,0 0-1-15,0 0 3 0,0 0-2 0,0 0 1 16,0 0 4-16,0 0-1 0,14 19-1 0,-14-19 5 15,9 15-2-15,-8-11-1 0,-1-4 3 16,6 13-4-16,-6-13 1 0,5 9 3 0,-5-9 3 16,4 7 2-16,-4-7-1 0,7 6 1 0,-7-6-2 15,0 0 4-15,23-3-2 0,-23 3-8 0,21-11-25 16,-6 3-38-16,4 0-55 0,5-4-60 0,-2-1-144 16,-4 1-356-16,5-3 158 0</inkml:trace>
  <inkml:trace contextRef="#ctx0" brushRef="#br0" timeOffset="42804.78">30985 2281 268 0,'0'0'265'0,"0"0"-21"0,0 0-28 16,0 0-18-16,0 0-21 0,0 0-17 0,0 0-15 15,9 2-14-15,-9-2-14 0,29-14-8 0,-13 7-17 16,2-3-6-16,8 0-8 0,-7 2-10 0,6-2-8 16,-5 6-20-16,0 0-23 0,2 3-25 15,-3-3-31-15,0-1-37 0,-1 3-37 0,-2-1-46 16,-4 0-31-16,-2 2-125 0,-10 1-341 0,12-3 152 16</inkml:trace>
  <inkml:trace contextRef="#ctx0" brushRef="#br0" timeOffset="43021.27">31132 2072 84 0,'-4'-3'218'0,"4"3"-14"0,-8-7-12 15,8 7-13-15,-5-2-25 0,5 2-16 0,0 0-14 16,0 0-20-16,0 0-8 0,0 0-9 0,-11 9 9 16,11-9 4-16,0 22 15 0,0-6-6 0,3 7-6 15,-2-4-13-15,0 6-5 0,2 4-9 0,0-2-4 16,-2 2-7-16,0-4-8 0,5 2-3 0,-4-1-7 15,0-7-24-15,3 8-40 0,-3-9-54 0,1 0-53 16,4 0-66-16,-3 0-189 0,2-4-410 0,-3-2 182 16</inkml:trace>
  <inkml:trace contextRef="#ctx0" brushRef="#br0" timeOffset="43341.36">31500 2113 126 0,'3'-6'262'0,"-3"6"-28"15,0 0-24-15,0 0-34 0,0 0-5 0,0 0-8 16,0 0-16-16,13 10-8 0,-9 0-1 0,3-1-15 16,-2 1-11-16,-2 3-9 0,6 2-11 0,-3-5-9 15,3 3-6-15,1 1-9 0,0 2-7 0,-3-6-7 16,-1-1-6-16,-2-2-3 0,1 2-4 0,1-5-1 15,-3 1-5-15,-3-5-1 0,5 8-3 16,-3-3 0-16,-2-5 15 0,0 0 6 0,0 0 6 16,0 0 5-16,9 8-1 0,-9-8 1 0,0 0-5 0,0 0-7 15,0 0-17-15,9-13-9 0,-4 2-14 16,1-1-17-16,0-4-27 0,2-1-20 0,4-1-37 16,3-5-24-16,3 2-39 0,0 2-30 0,1-2-33 15,0 1-205-15,-4 6-454 0,5-2 201 0</inkml:trace>
  <inkml:trace contextRef="#ctx0" brushRef="#br0" timeOffset="43639.12">31935 2117 161 0,'20'-7'159'0,"-11"0"-3"0,-1 1-6 16,2 0-7-16,3-6 1 0,-4 4-5 0,5-4-16 15,-4-1-3-15,2 1-8 0,-5 2-4 0,0-1-3 16,-1 1 1-16,-2 1-5 0,0-2-1 0,-4-1-8 16,1 3-4-16,-1 9 3 0,-1-13 3 15,1 13-5-15,-5-14-4 0,1 11-11 0,4 3-14 16,-13-5-5-16,2 6 4 0,-1 3-11 0,-2 2-6 16,-4 3 0-16,-4 6 0 0,1 2-7 0,4 2 2 15,3-4-3-15,3 0-4 0,3 3-2 0,-1-2-4 16,5 1-3-16,3 1-5 0,1-1-8 0,4-1-10 15,3-2-18-15,2 3-30 0,7-3-42 0,5 2-43 16,4-2-54-16,3-2-60 0,0 1-149 0,-1-1-430 16,-8-5 190-16</inkml:trace>
  <inkml:trace contextRef="#ctx0" brushRef="#br0" timeOffset="44224.25">30715 2585 33 0,'-6'-7'226'0,"6"7"-19"0,0 0-15 0,-6-5-21 16,6 5-15-16,0 0-5 0,0 0-4 0,-17 25-8 15,10-2-3-15,-1 3-16 0,2 2-1 0,-2 4-7 16,6 0-8-16,-2 3-14 0,0-2-9 0,0-2-4 16,4 0-5-16,-1-2-3 0,-1 0-1 0,2-3-6 15,2 3-1-15,-2-1-10 0,5-1-4 0,-4-2-5 16,0-2-5-16,2-3-2 0,2-2-5 0,-4-2-21 16,4-2-25-16,-3 6-44 0,-1-8-62 0,-1-12-55 15,1 24-62-15,-1-12-133 0,0-12-403 0,-5 20 178 16</inkml:trace>
  <inkml:trace contextRef="#ctx0" brushRef="#br0" timeOffset="44758.51">30560 3095 87 0,'13'-10'195'0,"-2"4"-20"15,1-3-21-15,9-5-12 0,5 0-9 0,-3-1-6 16,2 2-11-16,1 0-8 0,2 0-9 0,2 0-3 15,-1 0-11-15,0-1-7 0,-1 2-4 0,-1 4-9 16,-9-1-6-16,-1 0-8 0,1 0-1 16,-3 3-2-16,-6-2-5 0,1 0 2 0,-1 2-2 15,-4-3-1-15,0-2-3 0,2 1-4 0,-6 0-3 0,-1 0 5 16,0 10 4-16,-4-19-6 0,-1 10 1 16,5 9-3-16,-11-15-4 0,4 8 2 0,2 2 9 0,5 5 3 15,-13-9-2-15,7 6-10 0,6 3-3 16,-12-3-5-16,12 3 6 0,-19 9-15 0,10-1 6 15,-5 6-4-15,4 0-5 0,-2 1 2 0,2-3 0 16,1 3-5-16,4 1 0 0,4 1 6 0,1-1-9 16,1 0 0-16,3-5 2 0,4 3-2 0,-3-2-2 0,8 1 3 15,1-3-6-15,2 0-19 0,4-1-16 16,5-1-23-16,2-2-13 0,0-3-15 0,1-2-10 16,0-3 0-16,-8 0-4 0,9-2 6 0,-10-2 11 15,0-1 7-15,-1-2-1 0,-2 3 7 0,-4-4 3 16,-2 2 11-16,0-1 16 0,-2-1-3 0,-2-5 14 15,0-1 14-15,-5 5 14 0,0-1 28 0,-1-1 6 16,0 0 3-16,-4 3 19 0,0-1 12 0,-2 0 5 16,1 0-6-16,5 11-1 0,-10-14-12 15,3 4 3-15,1 5-5 0,-1 1 0 0,7 4-8 0,-14-2-3 16,14 2 4-16,0 0-4 0,-21 9 4 16,12-4-1-16,1 6-7 0,2-2-5 0,-1 2-3 0,2 0 5 15,0 2-8-15,5-1-4 0,0-12 0 16,5 26-11-16,0-15-35 0,3 0-22 0,4 0-30 15,1 1-27-15,3-2-37 0,2-4-22 0,2 2-23 16,1-3-145-16,11-1-358 0,0-1 159 0</inkml:trace>
  <inkml:trace contextRef="#ctx0" brushRef="#br0" timeOffset="45139.41">31586 2837 112 0,'-5'-17'179'0,"5"17"1"0,-9-16-3 16,4 10 9-16,-3-1-10 0,-1 1-7 0,-1 3-19 15,-2 2-15-15,12 1-9 0,-30 1-7 0,11 4-11 16,-5 5-2-16,5-3-5 0,2 4-8 0,3-2-7 16,0 2-12-16,5-1-8 0,2-2-4 0,2 1-9 15,5-9-3-15,-5 19-11 0,5-19-1 16,1 17 2-16,-1-17-7 0,16 16-1 0,-9-9-5 0,7 1-5 16,-2-4-7-16,6-3-7 0,-2 4-5 15,2-5-9-15,-1 0-5 0,1-2-3 0,2-1 1 16,-3-2-8-16,-6 1 5 0,-1-4 6 0,1 2-3 15,-5-5 1-15,2 0 1 0,-3 1 2 0,-3-3-3 16,1-2 5-16,-4-3 3 0,1-1-1 0,-2 1 3 16,-1-8 4-16,0 2 4 0,-4-3 0 0,0-1-1 15,4 3 6-15,0 6 4 0,-3 1 13 0,1 3 8 16,4 2 9-16,-4 4 3 0,3 1-4 0,2 8-3 16,-3-11-9-16,3 11-7 0,-4-9-9 0,4 9 1 15,0 0-5-15,0 0 4 0,0 0 5 0,0 43-3 16,1-16 2-16,1 3-2 0,-1 1-3 0,-1 1 1 15,0 1-21-15,4-2-21 0,1-2-29 0,2 0-29 16,0-4-43-16,1 1-29 0,3-1-57 0,-5-5-195 16,3 2-442-16,-1-7 196 0</inkml:trace>
  <inkml:trace contextRef="#ctx0" brushRef="#br0" timeOffset="45520.78">31874 2694 138 0,'0'0'248'0,"0"0"-29"0,1-7-26 0,-1 7-9 0,0 0-22 15,0 0-15-15,0 0-5 0,0 0-13 16,0 0-16-16,1 26-1 0,0-12-17 0,2 0-9 16,-2-2-7-16,1 4-12 0,-1-4-5 0,2 5-5 15,-2-6-3-15,0 0-4 0,0-3-8 0,-1-8 0 16,4 13-11-16,-4-13 3 0,3 10-3 0,-3-10-8 15,0 0 2-15,1 11-6 0,-1-11-3 16,0 0-11-16,0 0-2 0,1 9-12 0,-1-9-2 0,0 0-4 16,0 0-2-16,0 0-2 0,12 0 4 0,-12 0 2 15,17-6 4-15,-6 3-8 0,-2 0 4 0,-9 3-1 16,21-2-7-16,-21 2 9 0,13 0 0 0,-13 0 2 16,14 2 5-16,-14-2-4 0,8 3 12 0,-8-3 6 15,5 9 2-15,-5-9 6 0,-1 14 5 0,1-14-5 16,-9 16-3-16,2-5-6 0,0-2-3 0,-6 3-9 15,4-4-21-15,-4 4-26 0,4-3-45 16,-1-4-51-16,1 2-58 0,-2 1-123 0,11-8-355 16,-14 5 157-16</inkml:trace>
  <inkml:trace contextRef="#ctx0" brushRef="#br0" timeOffset="45874.89">32147 2747 42 0,'0'0'226'0,"-14"2"-9"0,5 2-15 0,-1 0-3 16,0 4-8-16,1-2-19 0,0 1-14 0,0-1-10 15,0 1-17-15,2 0-14 0,4 1-11 0,-1 0-14 16,4-8-7-16,-2 14-8 0,2-14-15 0,4 15-20 16,0-9-25-16,3 0-26 0,3-2-8 0,0-1-20 15,3 1 1-15,5-4-14 0,-2 0-5 0,-3-2-5 16,0 0 13-16,0-1-1 0,-2-1 9 0,0-2 18 15,-3 2 6-15,-3-2 10 0,-5 6 13 16,4-14 5-16,-4 14 13 0,3-12 5 0,-3 12 8 0,0-14 13 16,0 14-3-16,-4-11 1 0,4 11 2 0,-4-10 6 15,4 10-2-15,0 0-4 0,-5-9-1 0,5 9-2 16,0 0-11-16,0 0-2 0,0 0 0 0,0 0 0 16,0 0-3-16,0 0-4 0,-19 26 1 0,16-16-5 15,-1 0-4-15,4-1 3 0,0-9-6 0,3 22-4 16,-3-11-31-16,5 0-39 0,3-1-43 15,2-3-62-15,5-1-58 0,4 0-152 0,3-6-399 0,0-2 176 16</inkml:trace>
  <inkml:trace contextRef="#ctx0" brushRef="#br0" timeOffset="46107.49">32490 2614 2 0,'0'0'217'0,"-16"2"-6"16,16-2-3-16,-11 13-6 0,3-4-1 0,3 4-11 16,-3 0-19-16,1 1-12 0,0 3-5 0,3 1-15 15,2-6-13-15,2 4-12 0,0-1-10 0,1-5-13 16,2 3-3-16,2 2-15 0,3-2-6 0,2-4-4 16,0-1-16-16,0 0-23 0,7-1-29 0,-2-4-34 15,4 0-37-15,0-3-31 0,-1-3-47 0,4-1-27 16,-4-1-168-16,-18 5-376 0,0 0 166 0</inkml:trace>
  <inkml:trace contextRef="#ctx0" brushRef="#br0" timeOffset="46292.48">32698 2524 9 0,'0'0'215'16,"0"-15"-3"-16,0 15-9 0,0-12-14 0,0 12-9 15,0 0-18-15,0 0-15 0,0 0 4 0,0 0 0 16,0 0 3-16,0 0-2 0,-3 36-5 0,2-16-18 15,0 6 0-15,-4 4-13 0,2-4-10 0,1 3-6 16,-1-2-11-16,0-1-11 0,2 0-12 0,-1-9-31 16,-1 1-46-16,3-2-32 0,0-5-44 0,0-11-68 15,0 15-52-15,0-15-197 0,0 0-435 0,0 15 192 16</inkml:trace>
  <inkml:trace contextRef="#ctx0" brushRef="#br0" timeOffset="46520.8">32945 2473 123 0,'0'0'186'16,"-63"60"-6"-16,48-47-7 0,-5 5-1 0,20-18-5 16,-28 27-8-16,28-27-9 0,-20 21-6 0,20-21-16 15,-14 18-10-15,14-18-14 0,0 0-8 0,-15 23-12 16,15-23-8-16,0 0-5 0,0 0-6 0,0 0-3 15,0 0-11-15,29 48-21 0,-29-48-32 0,37 9-38 16,-37-9-53-16,50 9-62 0,-22-5-187 0,-28-4-370 16,36 7 164-16</inkml:trace>
  <inkml:trace contextRef="#ctx0" brushRef="#br0" timeOffset="47105.8">30240 3751 127 0,'-7'-1'244'0,"7"1"-24"0,-14-1-25 15,14 1-25-15,0 0-16 0,0 0-8 0,26-4-12 16,27-3-10-16,37-4-10 0,19-5-10 0,14-2-11 0,17-2-9 15,11-4-34-15,5 3-9 0,8 4-3 0,-3-1-4 16,1 3-3-16,-6 2-9 0,-17 3 3 0,-8 2-2 16,-2-2-6-16,-18 2 0 0,-1 2 37 0,-10-2 0 15,-7 2 2-15,-2-1-1 0,-30 3-14 16,-1-1 1-16,1 0-1 0,-6 0-8 0,-16 1 0 16,-2 0-6-16,-3 3-4 0,-34 1-10 0,41-3-15 15,-41 3-10-15,0 0-5 0,35-3-17 0,-35 3-43 16,0 0-53-16,0 0-64 0,0 0-176 0,0 0-399 0,0 0 177 15</inkml:trace>
  <inkml:trace contextRef="#ctx0" brushRef="#br0" timeOffset="47671.68">31350 3695 50 0,'0'0'277'16,"-4"-10"-26"-16,4 10 1 0,-3-7-4 0,3 7-12 15,-4-5-9-15,4 5-24 0,0 0-19 0,-5-7-23 16,5 7-15-16,0 0-19 0,0 0-18 0,0 0-11 0,0 0-13 15,0 0-10-15,0 0-3 0,0 0-8 0,0 0-7 16,3 38-4-16,1-19-6 0,-1 5 1 0,1 2-7 16,0-8-5-16,-1 0-1 0,-2-2-5 0,2 0-1 15,1-5-7-15,-2 0-2 0,2-1-2 16,-2 0-4-16,3-2 0 0,-2 3-4 0,0-3 4 16,0 3-3-16,4-2 0 0,-2 2 2 0,3-1 0 15,-2 2-4-15,-1-3 3 0,2 1-3 0,0 0-2 16,-2 0-21-16,0 2-20 0,-1-2-20 0,3 0-25 15,-3-1-20-15,2 1-36 0,-4-1-39 0,2-1-38 0,1 0-35 16,0 2-152-16,-2-3-432 0,1-1 193 16</inkml:trace>
  <inkml:trace contextRef="#ctx0" brushRef="#br0" timeOffset="47905.38">31233 3932 145 0,'0'0'236'0,"0"0"-23"0,0 0-28 0,0 0-16 15,-7-2-18-15,7 2-3 0,0 0-4 0,0 0-8 16,0 0-8-16,9 26-12 0,-3-17-11 0,-1 1-12 16,4 3-5-16,-3-3-8 0,2-1-8 0,0-1-7 15,-1 0-7-15,0 1-5 0,1-3-1 0,-3-2 11 16,3 1 4-16,-1 0-1 0,1-1 1 0,-1-1-7 15,5-2 1-15,6-1-2 0,0 2-8 0,1-5-5 16,-1 3-7-16,8-8-14 0,4 0-30 0,-2-1-36 16,-1-1-46-16,2-1-56 0,3-5-65 0,-1 2-219 15,1 0-461-15,1-4 204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4T05:25:55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5377 3105 25 0,'2'-8'202'0,"-2"8"-10"0,1-12-9 16,-1 12-4-16,0-6-3 0,0 6-7 15,1-9-9-15,-1 9-11 0,0 0-16 0,0 0-12 16,0 0-14-16,0-9-17 0,0 9-2 0,0 0-15 15,0 0-2-15,0 0 0 0,0 0 3 0,1 35 5 16,-2-17-3-16,1 0-8 0,-1 10-6 0,0 0-28 16,-2 1-2-16,3 3 0 0,0 1-1 0,0-4 1 15,0 4-1-15,0 0 2 0,3-4-3 0,-2 2-1 16,1-4-6-16,-2 1 2 0,2-8-2 0,0 6-4 16,-2-9 1-16,4 1 3 0,-3 0-8 0,2-2 0 15,-2-4-3-15,-1-3-2 0,2 2 2 0,-1-4-3 16,0 0 0-16,-1-7 2 0,1 10-3 0,-1-10 1 15,3 7 2-15,-3-7-1 0,5 7 1 0,-5-7 1 16,6 3 0-16,-6-3 2 0,8 4-2 0,-8-4 4 16,12 0-2-16,-12 0-3 0,16-2 2 0,-7 0 0 15,5 0-5-15,-1-1 1 0,5 0-1 0,0 0-2 16,1-1-1-16,0 0-6 0,2 0-18 0,5 0-17 16,4-2-12-16,-1 5-15 0,-2-4-30 0,-8 1-34 15,11 1-20-15,-10 1-47 0,3 0-24 0,-4 0-168 16,0 1-418-16,2-1 185 0</inkml:trace>
  <inkml:trace contextRef="#ctx0" brushRef="#br0" timeOffset="691.2">6087 3320 166 0,'-12'1'183'16,"12"-1"-4"-16,-22 6-1 0,10 0-3 0,-3 7-9 15,2 0-3-15,-5 7-13 0,1 2-2 0,7-6-6 16,-3 7-14-16,5-6-10 0,-1 1-13 16,5 2-6-16,1-3-9 0,1 2-2 0,0-5-8 15,6 1-7-15,1 0-4 0,-1-1-5 0,1-3-9 16,0 0-1-16,3-1-7 0,2-1-4 0,0 2-4 16,0-6-3-16,3 2-5 0,0-4 3 0,2-2-6 15,3 2-3-15,-1-2-3 0,3-3-3 0,-3-1-6 16,-3 0-5-16,2-1-3 0,1-2-2 0,-3-4 2 15,1 2-2-15,-4 0-6 0,-2 0-2 0,2-5-5 16,-5 4 3-16,0-4-1 0,-3-2-2 0,0-3 5 16,-2 2-9-16,-3-3 4 0,0 4-2 0,-3-3 1 15,-1 1 3-15,-3 0-1 0,-1 2 1 0,-3 2-2 16,-1 1 5-16,-4 1 1 0,-1 2 1 0,1 4 5 16,5 0 3-16,0 1-3 0,3 2 2 15,1-4-2-15,3 4-3 0,6 2-2 0,-10-3-1 0,10 3-4 16,0 0 3-16,0 0 1 0,0 0 1 0,0 0 1 15,0 0 5-15,0 0-7 0,34 8 4 0,-13-5-2 16,7-3 2-16,0-2 1 0,1 1-3 0,2 1 1 16,-3-3 3-16,0 5-2 0,-9-1-1 0,3 0-1 15,-4 1 3-15,-1 0-2 0,-5-1 0 0,0 2 0 16,-2 2-1-16,0 1-1 0,-3 1 2 0,-1 2 1 16,-1 0 1-16,-2 1-2 0,-1 2 6 0,1 0-4 15,-3 5 3-15,-3-2 0 0,2 1-4 0,0-1 0 16,-1 0 6-16,2 2-1 0,2-5-2 0,-2-2-1 15,1-1 6-15,3 1-6 0,-2 0-2 0,3-2 2 16,1 0 1-16,-3-3 1 0,4-1 1 0,3 1-2 16,0-1 3-16,3-2 0 0,1-3 0 0,0 1-1 15,4-3 2-15,0-1-1 0,0-1-1 0,0 0 0 16,0-2 2-16,1 0-1 0,-4-1-3 16,3-3 5-16,-3-2 0 0,-5 5-5 0,-1-5 0 15,-1 1 9-15,-3-2-10 0,-1-1 1 0,-3-2-6 0,-3 1 3 16,-3-1 3-16,-3-1-2 0,-2 2 1 0,-3 1-6 15,0-2 7-15,-2 4-8 0,1-1 2 16,0 4 0-16,-3 0-2 0,4 6-12 0,-5-1-12 16,7 2-13-16,-3 2-14 0,1 1-26 0,-1 2-26 15,1 2-39-15,3 1-47 0,0-1-195 0,1 4-422 16,4-3 188-16</inkml:trace>
  <inkml:trace contextRef="#ctx0" brushRef="#br0" timeOffset="964.44">6942 3137 216 0,'-2'-16'248'0,"0"4"-10"0,1 2-3 0,-2-1-1 16,0 1-15-16,2 1-16 0,-1 3-25 0,2 6-12 16,0 0-28-16,0 0-13 0,0 0-5 0,0 0-5 15,3 44-6-15,0-10-12 0,1 1-7 0,0 17-9 16,-2-1-9-16,2 3-5 0,-4-3-6 0,5-3 3 15,-2-12-14-15,-1 0-4 0,0-3-3 0,0 2-5 16,2-1-3-16,-3-3 3 0,2-2-8 0,-2 1-4 16,3 1 1-16,0-6-12 0,-1 1-18 0,-1 1-20 15,0-11-25-15,-2-3-17 0,2 3-34 0,-1-4-29 16,0-2-44-16,0-1-34 0,-1-9-39 16,-1 12-162-16,1-12-438 0,0 0 193 0</inkml:trace>
  <inkml:trace contextRef="#ctx0" brushRef="#br0" timeOffset="1188.4">7061 3303 140 0,'17'-1'148'0,"3"1"-5"0,-4 3-3 0,2 2-7 15,-1 5 8-15,-1 2-4 0,-2 2-14 0,-1 3-9 16,-3-2-7-16,1 2-7 0,-5 1-8 0,-2 2-7 15,0-2-6-15,-3 0-7 0,-4-2-5 0,2 0-8 16,-5 0-7-16,-1 0-2 0,0-2-4 0,-4-1-7 16,-1-1-26-16,0-1-20 0,-3-1-31 0,-1 0-48 15,-1-2-45-15,0-2-172 0,-2-3-329 0,6 0 145 16</inkml:trace>
  <inkml:trace contextRef="#ctx0" brushRef="#br0" timeOffset="1794.75">7942 3207 203 0,'0'-9'230'16,"-2"-2"-2"-16,-1 3-7 0,1 3-8 0,2 5-14 15,-9-12-21-15,2 9-15 0,-2-1-19 0,-1 2-7 16,-4 4-10-16,-5 2-9 0,2 5-4 0,-7 5-4 16,-1 4-14-16,3 2-4 0,0-1-14 0,2 2-7 15,4-2-5-15,0 3-10 0,8-6-4 16,0 1-6-16,-1-2 0 0,7 2-6 0,-1-6-4 15,3-1-3-15,2 1-4 0,0-4-5 0,2 2-4 16,1-3-9-16,3 1 0 0,-2-4-11 0,6 0-3 16,2-3-5-16,-2-1-1 0,4-1-1 0,-1-4 2 15,2-2 4-15,-2-1-4 0,0 1 3 0,-3-4-3 16,1-1 4-16,-7 2 1 0,3-5 0 0,-1 2 2 16,-3 2-2-16,-2 2 2 0,0 1 4 0,-2 2 6 15,1 1 1-15,0 0-2 0,-2 6-7 0,0 0-6 16,0 0-2-16,0 0 6 0,0 0-1 0,12 25 0 15,-8 1 2-15,1 6 2 0,-2 3 2 0,0 13 4 16,1 0 0-16,-3 0-1 0,0-15-2 0,1 16 0 16,-1-15 4-16,2-2-1 0,-3 16-1 0,1-14 5 15,0-2 0-15,2 2-1 0,-2-3 6 0,-1 0 2 16,0-2-2-16,-3-2 3 0,0-1 5 0,-3-6 1 16,-3-4 5-16,-2 8 5 0,-3-3-4 0,0-5-1 15,0-3 1-15,-4-1-2 0,1-2-2 0,-2-3 3 16,1-3-2-16,0-1-2 0,-2-5 0 0,2 1-5 15,-2-4-22-15,2-3-21 0,0 0-13 0,-6-6-37 16,8 0-35-16,-3-6-49 0,2-2-42 0,9-5-47 16,1 2-236-16,7-1-520 0,5-3 230 0</inkml:trace>
  <inkml:trace contextRef="#ctx0" brushRef="#br0" timeOffset="2739.14">8317 3195 191 0,'-9'-8'205'0,"0"0"-3"0,-1 4-16 0,-3 2-2 16,-1 3-13-16,-5 4-15 0,-1 4-12 0,-5 7-10 0,3 1-10 16,-1 5-11-16,1 2-8 0,5 1-12 15,0 0-4-15,2-3-13 0,6 2-5 0,1-7-10 0,4 1-5 16,3-2-7-16,-1 0 0 0,5 0-7 15,1-3-2-15,0-3-2 0,6 2-6 0,0-4-4 16,0 0-6-16,3-4 2 0,5 1-7 0,-1-1-1 16,-1-3-4-16,3-1-6 0,0-2 0 0,-4-1 3 15,-5-2 3-15,4 1-5 0,-4-5-1 0,-1 2 3 16,4-6-2-16,-5 2-1 0,-1-3 1 0,0-1 2 16,-3-2 4-16,1 1-3 0,-4-2 5 0,0 1 5 15,-1-1 0-15,0 3-1 0,0 2 3 0,-2 2-3 16,2 2 5-16,0 9-2 0,-5-11-10 0,3 5 0 15,2 6-7-15,0 0-2 0,0 0-1 0,0 0 1 16,0 0-6-16,0 0 5 0,0 26-1 0,0-9-1 16,0-4 2-16,0 3 2 0,2 1-3 0,1-1-2 15,0 0 4-15,-1-4 0 0,2-1-1 0,1 1 4 16,1 0-1-16,0-2 0 0,3-2 4 0,0-1 0 16,2-1 6-16,2-1-2 0,0-1-2 0,5-2-1 15,-4-2 3-15,2-2-4 0,1-2 1 0,0 1 2 16,-1-2 0-16,-3 0-2 0,3-4 1 0,-5 1-2 15,-1-1 2-15,-1 1 1 0,0-1-1 0,0-5-2 16,-4 2 5-16,-1 0-9 0,0 0 4 0,0-3-4 16,-3 2 2-16,-1-2-4 0,-1 3 0 0,1 2 1 15,0 1 2-15,0 9-1 0,-2-12-2 0,2 12 0 16,-1-10-9-16,1 10 0 0,0 0 0 0,0 0-3 16,0 0-1-16,0 0 5 0,0 0 0 0,-10 26-1 15,7-14 2-15,-1 1-5 0,2 1 8 0,1-2-3 16,1 4 4-16,0-4-2 0,1 0 0 0,1-2 3 15,1 1-1-15,2-3 1 0,2 2 5 16,-1-2-1-16,3 0-1 0,0-3 0 0,1-2 6 16,3-2-7-16,-2 2 4 0,3-2-3 0,3-2 0 0,1 0-1 15,-5-2 0-15,4 0 2 0,-5-2-2 0,2 1 3 16,-2-2-3-16,-1 0-1 0,1-2 0 0,-3 0 0 16,-2-2 0-16,1 0 1 0,-2 0 1 15,2 0-5-15,-4-1 6 0,0 0-4 0,1 3-2 16,-3 1 2-16,3 1-1 0,-5 6-3 0,5-9-1 15,-5 9-3-15,3-6-8 0,-3 6 1 0,0 0 7 16,0 0-3-16,0 0-1 0,0 0 3 0,9 18-1 16,-9-11 0-16,3 3 2 0,-2 0 1 0,-1-1 5 0,2 1-4 15,-2-3-2-15,0-7 6 0,3 12-2 16,-2-6 3-16,-1-6 0 0,4 9 1 0,-4-9 3 16,0 0 3-16,1 8-1 0,-1-8 2 0,0 0 5 15,7 1 0-15,-7-1 7 0,0 0-5 0,0 0 2 16,19-7 2-16,-10 2-5 0,1-1 0 0,0 0-5 15,2 1 3-15,-2 0-5 0,0 2-2 0,0-3-2 16,1 6-1-16,-1 0-3 0,-1 0-2 0,-9 0 1 16,13 6 0-16,-8-1 2 0,2 0 6 0,0 3-7 15,-2 0-1-15,-1 0 1 0,1 1-2 0,-4 2 1 16,2 0 1-16,-2-4-10 0,-1 1-12 0,1 3-13 16,1-1-15-16,-2-1-14 0,0-1-22 0,-3-2-45 15,3-6-48-15,-6 14-54 0,2-6-196 0,4-8-465 16,-14 10 206-16</inkml:trace>
  <inkml:trace contextRef="#ctx0" brushRef="#br0" timeOffset="2935.87">8667 3110 1746 0,'-19'-21'34'0,"1"2"44"0,6 5-44 0,1 2-10 0,2 2 4 15,4 4-5-15,-2 1-6 0,3 1-1 0,4 4-7 16,-7-8-13-16,7 8-32 0,-4-3-17 16,4 3 0-16,0 0-17 0,0 0-43 0,21 13-45 15,-7-4-96-15,5-1-275 0,9 3 121 0</inkml:trace>
  <inkml:trace contextRef="#ctx0" brushRef="#br0" timeOffset="3117.37">9321 3201 187 0,'12'1'249'0,"-12"-1"-7"0,0 0-15 15,0 0-23-15,0 0-22 0,0 0-20 0,8-1-20 16,-8 1-35-16,0 0-35 0,0 0-25 0,0 0-29 16,2 9-44-16,-2-9-43 0,0 15-51 0,1-3-34 15,1 4-91-15,-4 0-266 0,2 0 117 16</inkml:trace>
  <inkml:trace contextRef="#ctx0" brushRef="#br0" timeOffset="3251.55">9366 3495 180 0,'1'6'194'0,"-1"-6"-2"0,0 0-1 0,0 0-4 16,3 8-13-16,-3-8-11 0,0 0-17 0,0 0-12 16,0 0-14-16,0 0-15 0,0 0-25 0,4 3-25 15,-4-3-41-15,0 0-49 0,0 0-66 0,16-7-77 16,-16 7-93-16,13-7-292 0,-2 2 129 15</inkml:trace>
  <inkml:trace contextRef="#ctx0" brushRef="#br0" timeOffset="3414.28">9651 3368 166 0,'6'-5'270'0,"-6"5"0"16,0 0 11-16,7-4-12 0,-7 4-9 0,0 0-11 15,0 0-24-15,0 0-24 0,6-6-24 0,-6 6-19 16,0 0-19-16,0 0-40 0,0 0-39 0,0 0-45 15,0 0-20-15,0 0-36 0,0 0-34 0,13 10-38 16,-13-10-61-16,5 7-60 0,-5 0-133 0,0-7-396 16,0 0 175-16</inkml:trace>
  <inkml:trace contextRef="#ctx0" brushRef="#br0" timeOffset="3898.1">5785 4112 216 0,'-20'-1'223'16,"2"1"-10"-16,4-1 16 0,3-2-11 0,-1 5-18 16,4-4-18-16,8 2-19 0,-13 0-20 0,13 0-17 15,0 0-12-15,-9 4-13 0,9-4-8 0,0 0-9 16,18 12-5-16,10-4-3 0,9-2 0 0,27 4 0 16,43-5-8-16,6-2-1 0,16-5-8 0,1-1-4 15,17-2-7-15,4-4-3 0,6 0-2 0,4-1-3 16,-2 0 2-16,-2 7-7 0,-5-5 3 0,4 5 3 15,-3-5-7-15,3 6 0 0,-9-3-2 0,0-3 0 16,-10 6 5-16,-5-4-5 0,-6 0-8 0,-6-1 12 16,-5-2 4-16,-10 3-1 0,-8-3 4 15,-6 5-10-15,-35-2 12 0,6 1 3 0,-6-3-2 0,-4 3 1 16,-16 0 2-16,-4 1-5 0,-3 1-5 0,-11 0-2 16,-5 1 7-16,-5 1-7 0,3 0-26 0,-11 1 24 15,12-4-8-15,-8 3-3 0,-4 1-19 0,0 0-27 16,5-7-25-16,-5 7-31 0,0 0-33 15,0 0-39-15,0 0-47 0,0 0-64 0,-26-5-287 16,26 5-591-16,-17-2 261 0</inkml:trace>
  <inkml:trace contextRef="#ctx0" brushRef="#br0" timeOffset="98027.87">13769 3727 43 0,'0'0'60'15,"0"0"4"-15,0 0-7 0,0 0-5 0,0 0 14 16,0 0-11-16,-13-6 12 0,5 10-5 0,-3 1 4 16,3-1-2-16,-6 0 4 0,5-1-5 0,0 1 1 15,-3 0-1-15,6-3-2 0,-3 2 14 0,3-1-17 16,6-2-8-16,-10 4 5 0,10-4-5 16,-9 4 4-16,9-4-3 0,0 0 0 0,-4 3-3 15,4-3 6-15,0 0 1 0,0 0 7 0,0 0 4 0,38-2-1 16,-5-3 5-16,3-1-5 0,16-2 5 0,2-4-4 15,1-1-1-15,0-2-1 0,-1 2-5 0,2 1-1 16,-16 5-5-16,13-5-8 0,-14 4-3 0,-5 2-2 16,0 1-6-16,-2 0-2 0,-3 0-5 15,-9 3-3-15,-1 0 1 0,-9 1-8 0,1-1 0 16,-2 2-5-16,-9 0 5 0,11-2-3 0,-6 0-1 16,-5 2-3-16,10 0 2 0,-10 0 1 0,0 0-1 15,8-2-1-15,-8 2 1 0,0 0-4 0,0 0 1 16,0 0 0-16,0 0-5 0,0 0-14 0,0 0-22 15,0 0-23-15,0 0-50 0,0 0-42 0,-24 20-51 16,15-13-178-16,4 0-406 0,5-7 180 0</inkml:trace>
  <inkml:trace contextRef="#ctx0" brushRef="#br0" timeOffset="98631.54">14898 3559 186 0,'0'0'201'16,"-2"-9"-8"-16,2 9-10 0,0 0-21 0,-4-4-10 16,4 4-17-16,0 0-13 0,0 0-20 0,0 0-10 15,0 0-5-15,0 0 1 0,-12 19-11 0,10-2-8 16,-2 1-9-16,0 6-1 0,0-5-10 0,1 6-2 15,-4 3-5-15,7-3 0 0,-5 3-5 0,1 1-5 16,2-5 3-16,-2 2-10 0,1-7 3 0,1-1-4 16,0-1 0-16,1 1-2 0,-2-3-2 0,0-3-2 15,0-2-2-15,3-1 0 0,-2 1-3 0,2-3-1 16,0-7-2-16,-2 10 0 0,2-10 0 0,-1 9 1 16,1-9 6-16,-3 7 3 0,3-7 0 0,0 0-1 15,0 0 2-15,0 0-2 0,0 0-6 16,0 0 2-16,-2-24-2 0,2 12-1 0,1-4-6 0,0-4-1 15,3 1 3-15,0-8-2 0,4-4-4 0,-4 1-2 16,5-1 1-16,0 1-4 0,-2-4 0 0,3 3-2 16,2-2 0-16,2 1-4 0,-6-2 2 0,1 4-24 15,2-2 2-15,-2 2 1 0,-2 3 5 16,1 1 0-16,0 7 3 0,-3 4-1 0,-1 1 9 0,1 4 7 16,-2 0 4-16,-1 1-4 0,-1 5 0 0,1-3 0 15,-2 7-4-15,0 0-3 0,6-6 0 16,-6 6 6-16,0 0 3 0,8 17 7 0,-4-6 7 0,3 6 1 15,0 8 2-15,3 0-1 0,-2 3 2 0,-1-2 4 16,2 0-1-16,-3 1-1 0,1-2 1 16,1 2 4-16,-2-4-2 0,0-4 5 0,3 5 0 0,-4-5-4 15,-1-2 0-15,3-1-2 0,-2-4-2 0,1 4-1 16,-2 1-1-16,-1-2 4 0,2 0 0 16,-3-3-6-16,2 3-11 0,-4-4-18 0,0-11-38 15,6 21-12-15,-6-21-20 0,-2 17-23 0,2-17-13 16,-5 18-49-16,0-9-26 0,-3-2-137 0,-2 0-361 15,-2-2 160-15</inkml:trace>
  <inkml:trace contextRef="#ctx0" brushRef="#br0" timeOffset="98817.17">14870 3696 54 0,'29'-11'134'15,"-2"-1"-20"-15,4 2-5 0,-2 0-8 0,3 0-12 16,-1-1-8-16,1 3-15 0,4-1-23 0,-3 1-12 16,0 1-35-16,-3 0-30 0,0 2-13 0,-8 0-20 15,-3 3-45-15,0-2-121 0,-2 0 54 0</inkml:trace>
  <inkml:trace contextRef="#ctx0" brushRef="#br0" timeOffset="99045.42">15422 3525 4 0,'7'-10'10'15,"-5"0"5"-15,3-4 25 0,-2 1 2 0,1-3 8 16,-3-1 17-16,-1 0 1 0,0 5-2 0,4 0 29 15,-4 0-1-15,1 2 15 0,0 1-4 16,0 1 5-16,-1 8 0 0,0-13-11 0,0 13-12 16,0 0-8-16,0 0-13 0,0-6-6 0,0 6 5 15,0 0 20-15,4 34 20 0,-1-8-4 0,-3 5-2 16,0 0-12-16,4 2 0 0,-3 2-6 0,-2 0-5 16,0 0-7-16,-2-4-11 0,3 0-5 0,0-1 1 15,0-3-6-15,4 1-6 0,-3-2-4 0,-1 0-3 16,0-1-3-16,1-7-6 0,-1 1-30 0,2-1-7 15,-1-1-12-15,0-2-17 0,2 1-7 0,-3-3-20 16,0-13-21-16,4 20-36 0,-6-12-21 0,2-8-37 16,2 13-133-16,-2-13-341 0,0 0 152 0</inkml:trace>
  <inkml:trace contextRef="#ctx0" brushRef="#br0" timeOffset="99457.71">15489 3394 52 0,'5'-16'159'0,"1"1"-3"0,2 3-12 15,2-1-16-15,-1 5-6 0,0 1-13 0,3-1-7 16,0 1-6-16,1 4-16 0,-2-1-5 0,1 1-9 16,3 3-5-16,-2 0-9 0,3 4 0 0,-4 0-12 15,1 0-2-15,-3 3-2 0,-2 3-2 0,1-1-3 16,-4 1-4-16,-1 4 2 0,-4 0-1 0,-3 1 4 15,-1 2-5-15,-3 0-2 0,0 0-3 16,0-2 2-16,-1-1-4 0,-2-1-4 0,2-2 1 16,3-2-8-16,-1 1 4 0,2-5-6 0,0 2-3 15,2-1-5-15,2-6-4 0,0 0 2 0,-2 16 2 0,3-10-8 16,-1-6 9-16,11 12-3 0,-2-6 1 16,0-1 2-16,2 2-1 0,-1-1-4 0,1-1 0 15,1 2 0-15,-2-1 2 0,2 1-1 0,-2-1 3 16,-1-1 1-16,-1 1 3 0,-3 0-6 0,-5-6 1 15,7 10 5-15,-7-10 4 0,2 13 2 0,-2-13 1 16,-12 11 11-16,3-6-6 0,-2 2 0 0,-6 0-4 16,-3 0 2-16,1-1-1 0,-9 1-1 0,1 0 1 15,5-5-5-15,-5 1-16 0,6 0-21 0,1 0-26 16,1-2-60-16,0 1-61 0,-1-2-97 0,3 2-297 16,2-2 133-16</inkml:trace>
  <inkml:trace contextRef="#ctx0" brushRef="#br0" timeOffset="100771.04">16516 4112 185 0,'0'0'213'16,"0"0"-21"-16,12-21-19 0,0 8-24 0,4-2 3 15,3-3-24-15,4-3-11 0,0-1-15 0,-1 0-8 16,1-1-9-16,-3 2-2 0,2-1-5 0,-4-1-3 16,-4 7-1-16,-3 1-1 0,1-2-6 0,-2-1-1 15,-4 4-6-15,0-4 1 0,-1 3-7 0,-3 1 0 16,-2 1 1-16,3 1 1 0,-4 1 1 0,-1 0-2 16,0 1-2-16,0 5-4 0,2 5-6 0,-2-10-1 15,2 10-8-15,-1-7-6 0,1 7-7 0,0 0-1 16,-6-5-2-16,6 5-4 0,0 0-3 0,-11 19 3 15,6-8-2-15,-2 4-1 0,5 3-4 0,1 2 3 16,-1-2 0-16,2-1-3 0,2-1 2 0,0 0 0 16,1 1-2-16,2-5 0 0,2 2-1 15,0-4-1-15,1-2 0 0,1-1 2 0,3 0-2 0,-2-2 2 16,11-1-4-16,-4-3 7 0,2-1-3 0,2-4 1 16,-3 1-1-16,1-5 2 0,-3-1-3 0,3-1 0 15,-2 0-1-15,-1-4 2 0,-3 0-3 16,1 0 1-16,-4-1 0 0,-2-1 3 0,0 0-2 15,-3 0-3-15,-1-1-1 0,-3 0-1 0,-1 0-2 16,1 6 4-16,-1-1 0 0,-1 2 0 0,1 2 0 0,-1 0-3 16,1 8 2-16,0-9-6 0,0 9-3 0,0 0 4 15,0 0-2-15,0 0-1 0,0 0 1 0,0 0 2 16,-4 38 0-16,4-19 4 0,-2 9-5 0,1 4 6 16,0-8-1-16,-2 3 2 0,3-6 0 0,0 4 1 15,3-1-2-15,-1-5 0 0,0-3-17 16,-1 4-15-16,2-4-21 0,-2-3-29 0,0-3-39 15,0 2-50-15,2-2-26 0,-2 0-47 0,1-1-129 16,-2-9-401-16,0 0 178 0</inkml:trace>
  <inkml:trace contextRef="#ctx0" brushRef="#br0" timeOffset="101202.02">18026 3527 107 0,'-7'-3'245'0,"-5"0"-15"0,0 1-11 0,2 3-10 16,-3 0-13-16,-3 2-18 0,2 2-14 0,-6 3-15 15,2 3-13-15,3 1-13 0,-6 6-13 0,10-1-11 16,-6 3-7-16,7 4-11 0,1 0-6 0,5-5-9 15,0-2-6-15,4 4-5 0,8 2 0 0,1 2-7 16,4-5-22-16,2 3-18 0,3-5-19 16,4 0-21-16,3-2-27 0,2-6-23 0,1 0-27 15,3-4-18-15,-1 1-23 0,4-5-16 0,-1 1-2 16,-1-3-7-16,1-3-101 0,-2 0-298 0,-2-3 132 0</inkml:trace>
  <inkml:trace contextRef="#ctx0" brushRef="#br0" timeOffset="102546.79">18302 3863 836 0,'17'-13'-70'0,"0"1"16"15,-3-3 23-15,-2-1 22 0,-5-2 15 0,3 2 8 16,-3-4 20-16,-2 1 22 0,-2-6-2 0,-2 5 16 15,-4 1 15-15,3 2 23 0,-4 2 10 16,1 4-1-16,-1 1-1 0,-3-1-4 0,1 3-3 16,0 1-9-16,-1 4-5 0,7 3-15 0,-18-1-4 0,7 5-6 15,-5 5-1-15,-4 6-3 0,0 3-5 0,2 2-9 16,1 1-1-16,3 1-8 0,4-7-7 16,1 4 1-16,4-3-4 0,0 2-2 0,5-4-4 15,1 1-1-15,0-3-4 0,3-2 1 0,1-1-7 16,2 1-7-16,1-1-7 0,1-2-2 0,2-4-5 15,0-1 5-15,-1 0-2 0,2-2 1 0,1-1-2 16,-4-3 3-16,1-1 2 0,1-2 4 0,1-4 0 0,-4 1 3 16,-1 0 2-16,-1-6 2 0,1 1-6 15,-2-1 1-15,-1 1 0 0,0 0 5 0,-3 3 2 16,0-1 2-16,-1 3 5 0,3 0 1 0,-3 3 3 16,0 7-5-16,1-11 1 0,-1 11-8 0,-1-8-4 15,1 8-4-15,0 0-2 0,0 0 0 0,0 0 2 16,0 0-1-16,-5 34-1 0,2-19 1 15,2 5 1-15,0 3-3 0,2-5-2 0,2 0 1 0,-2-1 1 16,6-3 3-16,0 2-1 0,-2-6 0 0,3 0 1 16,2-1-1-16,1-1 4 0,1-2-1 0,2-2-4 15,-3-3-5-15,10-2 3 0,-3-1-6 0,1-4 7 16,6-4-4-16,-8 0 1 0,2-2 3 0,-2-1-1 16,1-5 1-16,-8 2-1 0,1-1 2 0,-3-6-3 15,0-1 1-15,-4-1-3 0,1 0 4 16,-4-4-1-16,-2 3-2 0,-2-3 4 0,-2-2-2 0,3 2-1 15,-1 1 4-15,2-1 2 0,-3 1 6 0,4 10 2 16,0 2 11-16,-3 2 3 0,2 5 0 0,0 1-2 16,1 8-8-16,-2-11-2 0,2 11-5 0,-1-7-4 15,1 7-3-15,0 0-1 0,0 0 2 0,1 32 0 16,2-6 0-16,0 2-2 0,2 4-1 0,0-1 2 16,-3 2-4-16,3-3 4 0,2-1-2 0,-1-1 1 15,3-1-1-15,1-1-1 0,2-3 0 16,-6-5 2-16,7 5 0 0,-4-9 2 0,0 1-1 15,4-4 3-15,1 0-1 0,-4-4 1 0,1-4 0 0,2 3 1 16,1-5 3-16,-2-1 1 0,2-4-7 0,1-2 8 16,2-2-8-16,-7 0 3 0,4-5 1 0,-2 2 2 15,-2-6-4-15,-2 0 3 0,0 0-5 16,-1-7-2-16,-2 0 0 0,-2-4 2 0,0 2-3 16,-3-2-1-16,2-1-30 0,-2-1 0 0,-2 1 5 15,0 2-2-15,-1 1 3 0,1 8 9 0,-1 1 0 16,2 6 11-16,-2 1 0 0,2 2 0 0,1 8-1 0,-1-9-8 15,1 9 2-15,0 0-1 0,0 0-4 0,0 0 11 16,1 34-3-16,0-9-2 0,0 5 3 16,-2 0-2-16,1 0 3 0,3-2 3 0,1 3-4 15,0-5 6-15,-1-1-3 0,5 0 1 0,0-6 5 16,-1 0-6-16,2-3 4 0,4 0 2 0,-3 0 2 16,4-5 0-16,0 4-2 0,2-5 4 0,2-6-5 15,-2 2 0-15,2-5 0 0,0 1 0 0,0-5 0 16,1-4 0-16,-1 0-1 0,1-3 1 0,-2-1-5 15,-3 2 2-15,-1-2 2 0,1-5 2 0,-3 2-5 16,1-1 1-16,-5-2 2 0,1 2-2 0,-2-4-5 16,-3 2-1-16,1 0 4 0,-4 0 0 0,0 5-2 15,-5 2-2-15,2-1-2 0,3 4 5 0,0 7-3 16,-5-10-5-16,5 10 2 0,-9-4-6 0,9 4 3 16,-15 10 0-16,6-3 4 0,-4 7-2 0,0 1 3 15,3 0-1-15,2 0-4 0,-1 0-13 16,6 2-6-16,0-4-17 0,4 2-10 0,1-3-17 0,1 0-19 15,6 2-12-15,0-4-15 0,5-1-21 0,6 0-15 16,0-3-8-16,9 2 21 0,-1-6 3 0,3 0 9 16,2-6 7-16,-1 0 16 0,-5 0 8 0,1-3 9 15,-7 2 13-15,-3-2 9 0,-2 0 14 0,-4 2 7 16,-2-2 18-16,-1-3 14 0,2-2 10 16,-4 2 9-16,-3-1 25 0,-1 0 1 0,1-2 21 0,-4 1 17 15,2 1 5-15,-4 0 18 0,0 1 11 0,-1 3 4 16,-1-1-4-16,0 3-6 0,4 5-6 15,-8-6-8-15,0 5-4 0,8 1-8 0,-13 4-1 0,3 2-2 16,1 2 1-16,0 1-8 0,-1 3-1 16,0 2-5-16,2-4-2 0,0 6-4 0,3-5-6 0,1 1 1 15,1-1-10-15,3-2-2 0,0-9-2 0,0 18-4 16,2-8 0-16,2-1-2 0,1-4 1 16,1 1-4-16,-6-6-1 0,16 10-7 0,-5-9-3 15,1-2-1-15,0-1-9 0,1-1-7 0,-1-1 3 16,0 0 1-16,-1-2 4 0,3-6-4 0,-3-1 1 0,-2 4 0 15,-4-4 0-15,3 0 2 0,-3-3 1 0,0-2 2 16,-2 0-3-16,-1 0 1 0,0-10 2 0,-2 4 0 16,0-3-4-16,-3 1-2 0,1-3 2 15,0 2 9-15,2 7 14 0,-1 2 8 0,0 2 13 16,-2 6 7-16,0-1 0 0,3 5-5 0,0 6-5 16,-1-11-11-16,1 11-1 0,0 0-8 0,0 0 0 15,0 0 0-15,0 0-2 0,-12 46 1 0,4-22-4 16,3 4-1-16,-2 3 4 0,0-2-3 0,4 1 1 15,-1 0-4-15,2-2-17 0,3 1-28 0,-1 0-18 16,1-3-37-16,3 0-40 0,4 2-47 0,1-4-53 16,2-2-185-16,2-5-450 0,8 1 200 0</inkml:trace>
  <inkml:trace contextRef="#ctx0" brushRef="#br0" timeOffset="102816.17">20567 3397 2113 0,'-6'-18'105'0,"-2"0"-37"15,2 3 17-15,1 2-1 0,1 5-20 0,0 0-17 16,2 1-12-16,2 7-14 0,-4-9-10 0,4 9-1 16,0 0 11-16,0 0 9 0,-10 24 2 15,6-5 4-15,-3 6-2 0,3 5-6 0,1 1 2 16,1-1-2-16,-1 3-7 0,5 1 4 0,-2-1-4 15,3-2-1-15,-2-1-4 0,0-1 3 0,2-1-1 16,-1-4-2-16,1 4-2 0,-1 1-24 0,2-6-20 16,-2-5-26-16,0 1-32 0,2-2-38 0,1 0-32 15,-2-6-46-15,-1-1-34 0,-1 0-119 0,-1-10-387 0,6 12 171 16</inkml:trace>
  <inkml:trace contextRef="#ctx0" brushRef="#br0" timeOffset="103315.43">20694 3598 204 0,'0'0'235'16,"0"-10"-17"-16,0 10-14 0,-3-7-19 0,3 7-20 15,0 0-5-15,0 0-8 0,0 0-17 0,-16 17-9 16,9-6-11-16,2 0-13 0,-1 2-11 0,2 0-10 16,-1 2-8-16,4 2-5 0,-1-6-7 0,5 5-8 15,-2-3-3-15,5-1-3 0,-2-2-3 0,4 1-3 16,-1-2 1-16,3 0-2 0,-3 0-2 0,2-6-1 15,3 1 7-15,-2-1-13 0,0-2 1 0,3-1-3 16,-3-1-2-16,-2 0 1 0,0-1 4 0,2-2-5 16,-5-2-3-16,1-1 2 0,1-2-9 0,-1 0-1 15,-1-2-2-15,-1 0 0 0,-3-2-9 16,3 0-8-16,-1-4-4 0,-1 1-3 0,1 0 2 0,1 1-3 16,1 4 1-16,0-2-4 0,0 2-4 0,1 3-4 15,2 1 2-15,2 0-6 0,-2 1 0 0,2 4 2 16,2 2-1-16,-2 1 2 0,-1 3 0 0,2 2 4 15,0 1-1-15,-2 0 3 0,-1 1-3 0,0 1 9 16,0 1 4-16,0-1-4 0,4 3 6 16,-4-2-4-16,1-1 5 0,0-2 0 0,0-1 4 15,1 1-1-15,-1-3 3 0,1-1 2 0,0 2 0 16,2-5 2-16,-12 0 5 0,19-1-3 0,-9-2 8 16,0-2 5-16,-1 1 5 0,-3-1 1 0,1-4 1 0,2 0 3 15,-5-1-3-15,-3-2 0 0,2 1 0 16,-2 0-6-16,-2-1-2 0,-2-2-3 0,-3 0-2 15,-2-1-1-15,-1 0 9 0,-1 1-12 0,0 2-3 16,1 3-1-16,3 1-6 0,-2 1-12 0,-1 1-21 16,3 3-23-16,0 0-31 0,6 3-31 0,-16 0-48 15,7 3-35-15,1 4-213 0,-2-2-447 0,1 1 198 16</inkml:trace>
  <inkml:trace contextRef="#ctx0" brushRef="#br0" timeOffset="103562.03">21366 3378 53 0,'3'-15'259'0,"-2"1"11"0,-1 3-8 15,0 0 5-15,1 1-1 0,-1 10-1 0,-1-15-15 16,1 15-26-16,0-10-24 0,0 10-30 0,1-5-15 16,-1 5-17-16,0 0-14 0,3 23-15 15,-1 1-7-15,1 10-7 0,-4 13-10 0,-2 2-10 16,3 1-6-16,-4 3-2 0,0-3-3 0,2-1-8 0,-2 3-3 15,3-4-8-15,-3-12-3 0,4-1-15 0,0-1-24 16,1-3-31-16,3-1-19 0,-1 3-20 16,-2-5-42-16,0-3-21 0,3-5-23 0,-1-3-48 0,0-6-52 15,-1 1-216-15,-2-5-506 0,0-7 224 16</inkml:trace>
  <inkml:trace contextRef="#ctx0" brushRef="#br0" timeOffset="103771.69">21449 3539 33 0,'9'-8'178'15,"-2"0"-18"-15,-2 4-17 0,0-1-15 0,0 3-7 16,-5 2-9-16,13 2-13 0,-13-2-3 0,11 7-8 16,-4 1-3-16,0 1-8 0,0 2-7 0,-4 4-5 15,0-2-9-15,0 2 1 0,-3 2-9 0,-2 1-5 16,-3-2 2-16,0 4-4 0,-3-3-27 0,-2-2-39 15,1 1-65-15,-1-3-68 0,-4 1-90 0,2-2-269 16,0 0 120-16</inkml:trace>
  <inkml:trace contextRef="#ctx0" brushRef="#br0" timeOffset="104263.2">22151 3403 218 0,'-21'-16'248'0,"4"8"-15"16,-4 2-20-16,2 1-16 0,-3 3-18 0,2 2-15 16,0 8-17-16,-5 0-13 0,1 9-12 0,1-1-11 15,5 3-13-15,4-4-8 0,1 2-10 0,4-1-6 16,1 0-10-16,5 0-4 0,1 0-6 0,5 0-6 15,1-5-2-15,3 4-4 0,2 0-4 0,4-4-2 16,4-1-7-16,-2-1-9 0,5-3-6 0,0-2 1 16,0-3-1-16,-1 1 0 0,-6-5-4 0,1 3 0 15,3-4 1-15,-3-2-1 0,-4 0-1 16,-1-2 8-16,1-2 1 0,-2 1 7 0,0 0 11 0,-3-1 0 16,1 0-1-16,-4 1 6 0,2 1 11 0,-1 4 3 15,-1-2-12-15,-2 6-7 0,6-8-11 16,-6 8-5-16,0 0-6 0,0 0-3 0,7 16 1 0,-2 1-1 15,-1 11-2-15,-4 8 4 0,4 10-4 0,-1 6 2 16,0-1 2-16,-5 4-3 0,4-4 1 16,1 1 3-16,-3-3-7 0,0-1 4 0,-1 2-1 0,-1-2 4 15,0-15-1-15,-1 2 0 0,1-2 3 0,-3 0 5 16,-3-3-6-16,-1 2-3 0,1-6 6 0,-4-1 2 16,1 0-1-16,2-9-4 0,-2 1 1 0,-2-3-15 15,4-5-9-15,-1 0-28 0,0-4-18 0,2 0-30 16,-5-2-39-16,13-3-45 0,-22-9-76 15,17 2-38-15,-7-6-161 0,5-6-477 0,7-6 211 16</inkml:trace>
  <inkml:trace contextRef="#ctx0" brushRef="#br0" timeOffset="105139.2">22708 3562 154 0,'6'-12'230'0,"-2"3"2"0,-3 1-15 0,1 0-16 15,-2 8-6-15,-4-10-17 0,4 10-5 0,-18-1-19 16,7 6-5-16,-5 1-11 0,-2 6-8 0,-5 3-9 0,-2 2-18 16,4-2-14-16,3 4 0 0,3-3-12 15,4-1-5-15,0 1-9 0,1-1-7 0,5-3-5 16,1-7-13-16,3 6 3 0,-2-2-3 0,5 3-3 16,-1-3-4-16,2 1-5 0,0-4-5 0,3-2-4 15,2 0 0-15,1-1-2 0,3-2-3 0,-1-1-2 16,1-2 3-16,-1-2-3 0,1-2 4 0,1-3 4 15,-4 0-5-15,1-1 1 0,-1-3 2 0,-3-1 7 16,4-1-4-16,-5-3-1 0,-1 0 2 0,0 2-3 16,-1-1-1-16,-1 5 7 0,2-2 2 0,-1 6 23 15,-2-1-11-15,-1 4-2 0,0 5-9 0,5-10-5 16,-5 10-8-16,0-8-2 0,0 8 1 0,0 0-9 16,0 0 1-16,0 0-4 0,0 0 4 15,5 29-3-15,-5-18 5 0,0 2-1 0,3-2-1 16,-2 6 0-16,3-2-1 0,2-4 2 0,-2 1-4 0,4-2 2 15,-2-3 1-15,3 2-1 0,-1-3 6 0,2 1-1 16,3-2-2-16,-2-3 3 0,2 0-1 0,1-2-4 16,4-3 5-16,-5 1 1 0,1-3 1 0,1-4 0 15,-3 4-4-15,-2-3-1 0,0-4 3 0,-1 2-5 16,0-3 2-16,-4 2-7 0,-1-1 6 0,2-1 0 16,-3-4-1-16,2-1-6 0,-4 1 1 0,3 1 5 15,-3 0-6-15,-1 6 3 0,0-1-4 0,0 1-3 16,2 5 6-16,-2 5-4 0,0-12-8 0,0 12-4 15,0 0-1-15,0 0 1 0,0 0 5 0,0 0-2 16,0 0 6-16,0 0-4 0,0 0-7 0,-6 35 12 16,8-22 0-16,-2-2 3 0,2 1 0 0,0 1 0 15,0 0-2-15,3-3-1 0,-1 1 7 0,1-2-4 16,3 0 5-16,0-2 0 0,1-1-4 0,1 0-1 16,1-3 6-16,2 0 0 0,1 0-1 0,4-6-1 15,-1 3 0-15,2-3-1 0,-4-2 2 0,2 0-12 16,-6 0 14-16,-2-1 0 0,3 1-1 0,-3-2-1 15,0-1 0-15,-2 0 3 0,0-2-5 0,-2 1 0 16,0-1 3-16,-3 1-3 0,2 1 2 0,-1 2-2 16,-1 0-3-16,-2 6 2 0,3-7-4 15,-3 7-2-15,0 0-7 0,4-8 0 0,-4 8 3 0,0 0-3 16,0 0 3-16,0 0 0 0,0 0-9 0,0 0 19 16,-3 25-3-16,3-25 2 0,-1 14 2 0,1-6-5 15,0-1 1-15,0-7-6 0,4 11 5 0,-4-11 2 16,2 10 2-16,1-6-1 0,-3-4-1 0,5 6 0 15,-5-6 12-15,9 4-9 0,-4-4 5 16,-5 0-3-16,19 0-1 0,-8 0 2 0,-1-3-10 16,0 2 8-16,1-1-2 0,1 1 1 0,-2 0-2 15,-1 0-1-15,-1 3-6 0,-1-1-8 0,1 2 7 16,0 0-1-16,-1 1 3 0,1 2 0 0,0 0-1 16,-3 4-4-16,0 0 11 0,1 1-3 0,-3 0 10 15,-1 0-13-15,1 1-19 0,-2 1-21 0,2 1-17 16,-3 1-28-16,0 1-28 0,0-16-52 0,-1 21-62 15,-3-10-210-15,4-11-483 0,-7 12 214 0</inkml:trace>
  <inkml:trace contextRef="#ctx0" brushRef="#br0" timeOffset="105331.4">23091 3223 2523 0,'-7'-9'39'0,"-2"1"-16"0,2 3-2 0,1 2-21 16,2-2-3-16,4 5-21 0,-9-5-10 0,9 5-11 15,-3-3 2-15,3 3-13 0,0 0-32 0,0 0-38 16,0 0-44-16,0 0-167 0,0 0-363 0,0 0 161 16</inkml:trace>
  <inkml:trace contextRef="#ctx0" brushRef="#br0" timeOffset="106140.62">24501 3209 47 0,'0'0'211'0,"-1"-7"-2"15,1 7-22-15,0 0-11 0,-6-7-17 0,6 7-11 16,-7-2-12-16,7 2-9 0,0 0-8 0,-7-5-17 0,7 5-7 15,0 0-9-15,0 0-14 0,0 0-2 0,-16 9 3 16,10-1-3-16,-2 1-1 0,-5 6-1 16,4 2-9-16,-4-1-3 0,1 5-6 0,3 3-4 15,3-4-4-15,0-4-5 0,1 1-6 0,2 0 0 16,3 0-4-16,1-5-1 0,2 1-2 0,1-2-3 16,2-2-1-16,1 1 0 0,2 0-1 0,2-5-5 15,2 4 3-15,1-4-1 0,4-4-2 0,2 1-2 0,0-2 2 16,-2-3-1-16,5 0 3 0,-4-3 0 0,0 0-4 15,0 0 1-15,-3-2-2 0,0-1 6 16,-7 1 0-16,1-3 10 0,-3 1-2 0,2-3-1 16,-3-3-1-16,-2 0-5 0,-1-1-1 0,-2 1 2 15,-4 4 7-15,0-4-1 0,-5-1-4 0,-3 1-3 16,3-3-3-16,-5 5-4 0,-6-5-3 0,3 9 1 16,1-2-4-16,-2 5 0 0,-1 1-4 0,3 0-15 15,-4 6-11-15,0 2-12 0,2 0-10 0,-3 4-18 16,-1 3-25-16,5 2-26 0,-6 5-39 0,9 0-38 15,-1 5-37-15,3 1-147 0,1 1-409 0,9-3 182 16</inkml:trace>
  <inkml:trace contextRef="#ctx0" brushRef="#br0" timeOffset="106669.11">24915 3625 147 0,'0'0'242'0,"5"-5"-4"0,-5 5-19 0,5-10-4 16,-2 5-15-16,1 0-18 0,-4 5-18 0,4-16-11 15,-2 9-19-15,1-1-10 0,1-1-3 0,-2 1 3 16,-1 1-17-16,3-4-6 0,-1 1-12 0,-2-2-9 16,3 1-9-16,-4-1-5 0,2 1-7 15,0-4-7-15,0-2-6 0,-1 1-6 0,2 0-4 0,-3-2-7 16,-3 0-5-16,1 0-4 0,-1 0-4 0,1 1 0 15,0-1 0-15,0 5-2 0,-2-2-3 0,0 0-1 16,3 6-5-16,-3-1 0 0,3 2 3 0,-2 0-3 16,0 3-1-16,3 5 0 0,-7-10 1 15,3 5 0-15,4 5-5 0,-7-7-1 0,2 3 7 16,5 4-11-16,-11-1-1 0,11 1 3 0,-11-2 0 16,11 2 1-16,-14 0-3 0,14 0-3 0,-11 3-3 15,5-1 8-15,6-2-10 0,0 0-3 0,-9 2 1 16,9-2 0-16,0 0 2 0,0 0-1 0,0 0 3 0,23 15-6 15,-10-13 0-15,9 0 0 0,6 0 0 16,2-2 0-16,2-2 3 0,-1 2 0 0,1-1 2 16,-5 2-1-16,-6-3 5 0,-1 3-5 0,0 0 5 15,-7-1 3-15,0 3-4 0,1 0 1 0,-4-1 2 16,3 3-3-16,-3-1 1 0,-1 1-2 0,1 4 4 16,-3-2 0-16,-1 4 2 0,1-2 0 0,-5 3-2 15,2-2 4-15,1 6 2 0,-5 0 3 0,2 0-1 16,0 1 3-16,-1 2-5 0,0-2 5 0,2-2-1 15,-3-2 4-15,2 2-5 0,0 2-9 0,0-4-25 16,1 1-25-16,1 2-35 0,0-4-39 0,4-1-57 16,-4 0-205-16,3 0-423 0,1-2 187 0</inkml:trace>
  <inkml:trace contextRef="#ctx0" brushRef="#br0" timeOffset="107335.49">25922 3488 214 0,'3'-9'229'0,"-1"5"-11"0,2-5-9 0,-2 2-9 15,3-3-14-15,-3 0-8 0,2-6-18 0,1 4-15 16,2-4-15-16,-5-1-9 0,7 0-16 0,-3 2-5 0,2-4-9 15,-2 5 2-15,3-3-16 0,-2 2-2 0,0-2-12 16,0 0-2-16,-1 3-7 0,-2-2-6 16,-1-1-4-16,-1 0 1 0,2 2-9 0,-4-1 2 15,0 2-11-15,0-3 2 0,0 6-4 0,-4 0 5 16,4 1-4-16,-2 1 3 0,-1 3-4 0,-1 0-3 16,4 6-5-16,-4-8-5 0,4 8-4 0,-9-3-2 15,9 3-4-15,-16 6-1 0,11-3-4 0,-3 4 3 16,0 0-4-16,4 1-5 0,2 0-6 0,-2 0-5 15,4 2-3-15,4 0-2 0,2 4 2 0,4-1-2 16,3-2 5-16,5 1-10 0,0-1 0 0,2-1 7 16,-1 0-5-16,7 0 3 0,-8-2 0 0,-1 0 3 15,-2-1-1-15,1 2 2 0,-1 0 0 0,-6 1 4 16,0-1 4-16,2 5-4 0,-4-1 2 0,-1-4 3 16,2 7 2-16,-2-1 2 0,-3-4 0 0,1 2 2 15,0-1-1-15,-1 5 5 0,1-6-4 0,1-1 1 16,-1-1 2-16,3 3 0 0,-3-6 4 0,3 3-1 15,0-2 6-15,0-2-1 0,4 0-3 0,3-1 5 16,3-4-1-16,0-2 1 0,2-3-1 0,10 1 2 16,-8-2-2-16,4-3 4 0,2 0-4 0,-5-4 9 15,-2 4-2-15,-2-2 1 0,-5 0 1 0,1-1 0 16,0-2 2-16,-4-1 2 0,4 0-8 16,-7-3 3-16,-1 0 0 0,-1 0-3 0,-1-7 1 0,-4 7-2 15,-4-3-1-15,-1 5 5 0,1-1 4 0,-2 6-2 16,-4-5 1-16,3 5-7 0,1 2-1 0,-3 1-3 15,-1 1-2-15,-2 6 1 0,-1 2-4 0,-6 4-1 16,1 6 2-16,-4 5-5 0,1 2 4 0,5-4-1 16,5 11-4-16,3-5-9 0,3 2-9 15,3-3-8-15,4 2-18 0,0 3-30 0,1-6-28 0,10 5-32 16,-4-6-31-16,9 1-31 0,0-5-165 0,-3-2-393 16,6-4 175-16</inkml:trace>
  <inkml:trace contextRef="#ctx0" brushRef="#br0" timeOffset="107571.77">26915 3052 103 0,'0'-11'254'0,"0"0"7"0,0 4-14 16,0 7-22-16,0-12-26 0,0 12-24 0,0 0-26 15,2-8-9-15,-2 8-22 0,0 0 1 0,2 27-3 16,-2 2-3-16,0-1-7 0,0 5-6 0,-2 0-5 15,2-1-7-15,-2-2-9 0,2 3-4 0,-2-3-10 16,2 2-6-16,-2-4-6 0,4 2-3 0,-2-3-23 16,2-2-25-16,0-7-22 0,0 0-21 0,0-1-40 15,0-2-49-15,-1-3-46 0,-1-2-49 0,0-1-167 16,0-9-422-16,0 0 186 0</inkml:trace>
  <inkml:trace contextRef="#ctx0" brushRef="#br0" timeOffset="108250.97">26816 3229 84 0,'7'-8'136'0,"3"2"-5"0,5 1-10 16,2-3-17-16,1 1-1 0,5 3-14 0,-3-2-2 16,7 0-6-16,-5 5-10 0,-1-3-2 15,-2 1-11-15,0 3-4 0,-2 0-6 0,-5 2 0 16,-3-1-11-16,2 3-1 0,-4-1 12 0,2 4 16 15,-2 0 21-15,-3 4 8 0,0 0 2 0,1 2-2 16,-2 2-8-16,-3 2-4 0,2-6 3 0,0 4-10 0,-2-2-6 16,0-1-7-16,0 0-7 0,2-3-6 0,1 1-3 15,1-2-6-15,0 1-2 0,0-4-3 16,-1 3 1-16,4-4-3 0,-2 0-4 0,1-2 3 16,3-1-5-16,1 2-1 0,0-4-3 0,1-1 1 15,1 1-2-15,-3-3 1 0,2-1 4 0,0-1-5 16,-4 0-1-16,2-4 3 0,3-2-2 0,-8 1-6 15,3 1 2-15,-5-2-3 0,2 0 2 0,2-5-1 16,-3 3 5-16,2-2-2 0,-3 0-2 0,-4 4-3 16,2 1 0-16,0-1 3 0,0 5 5 0,0 7-2 0,2-13 0 15,-2 13-10-15,-2-9-4 0,2 9-5 16,0 0-4-16,0 0 3 0,0 0 1 0,0 0-3 16,0 0-1-16,0 0 2 0,-5 32 2 0,5-16 0 15,3 1-1-15,-1-1-2 0,-2 0 2 0,4-3-1 16,-2-1 1-16,3 4 3 0,-1-6-3 0,2 1 3 15,-1-1-2-15,1-1 1 0,2 0 5 0,-1-2-1 16,1-4-1-16,2 4 3 0,-1-2 0 0,2-3-1 16,1 0 2-16,-2-2 1 0,-1 0 3 0,3 0-3 15,-3-5 4-15,-1 1 0 0,2-1 7 0,-3 0-9 16,-1-2-5-16,1-2 11 0,-3 1-14 16,4-1 6-16,-5-2-7 0,0 0 4 0,-1 1 4 15,0-6-12-15,-2 4 2 0,0-5-1 0,2 6-5 0,-2 0 0 16,2-1-2-16,-2 0-2 0,1 2-3 0,-1 0 3 15,1 1 0-15,0 1 1 0,-1 8-5 0,4-11 0 16,-4 11-3-16,5-7 5 0,-5 7-4 0,7-1 3 16,-7 1-3-16,0 0 2 0,17 9 0 0,-11-3 1 15,0 4 1-15,1-1 4 0,-1 4 0 0,-1-1 1 16,-1 3 2-16,1-3 3 0,-1 3 0 0,-3-3 0 16,3 2 1-16,1 2-7 0,-4 0-22 0,1-5-23 15,-1 2-24-15,-1-1-49 0,0-2-61 16,0 0-54-16,-1-2-151 0,1-8-422 0,-2 14 186 15</inkml:trace>
  <inkml:trace contextRef="#ctx0" brushRef="#br0" timeOffset="108595.23">27735 3225 105 0,'2'-8'196'0,"-2"8"-27"0,3-5-17 0,-3 5-19 16,0 0 4-16,0 0 7 0,0 0-4 0,8 15-5 15,-4-8-5-15,-3 5-14 0,2-2-7 0,0 1-9 16,-3 0-8-16,0 2-6 0,0-6-11 0,0 3-7 16,2-1-6-16,-2-2-4 0,0-7-2 15,0 9-6-15,4-3-4 0,-4-6 4 0,0 0 1 0,0 0 14 16,-4 10 7-16,4-10 13 0,0 0-3 0,0 0-2 16,0 0-14-16,0 0-11 0,0 0 1 0,0 0-16 15,4-36-2-15,-3 24-9 0,0 0 1 0,3-5-5 16,6-6-7-16,0 1-7 0,-1 5-2 15,2 0-4-15,-2 2-1 0,3 1-2 0,-2 7-2 16,-1 1-3-16,-3 1 0 0,0 1-8 0,-1 3 7 0,-5 1-4 16,12 4-2-16,-4-2 4 0,0 7 0 0,-1-1-1 15,-1 6 6-15,1 1-1 0,0 2-23 0,-4 1-21 16,5 0-22-16,-3 1-30 0,1 7-42 16,-3-7-54-16,0 4-41 0,4 3-160 0,-3-7-427 0,7 4 190 15</inkml:trace>
  <inkml:trace contextRef="#ctx0" brushRef="#br0" timeOffset="109021.8">28221 3614 52 0,'3'-4'238'0,"-3"4"-8"0,11-12-13 16,-4 3-6-16,-2-2 1 0,1-4-4 0,2 0-17 16,-2 0-15-16,0-3-17 0,2 1-15 0,-3-2-13 15,4-4-13-15,-2 5-6 0,2-10-14 0,-1 2-9 16,1-1-9-16,-1-2-10 0,-1 3-5 0,3-3-9 15,-3 2 1-15,0-4-12 0,-1 4-2 16,-2-2-4-16,1 0-6 0,-5 10-3 0,0 4-5 16,0-1-4-16,0 5-2 0,0 3-4 0,-3 0-1 0,3 8-5 15,-1-9-3-15,1 9-1 0,-6-3-5 16,6 3 2-16,-17 8 4 0,3 5-6 0,3-1 0 16,-3 2 1-16,1 1-2 0,2-1 0 0,4-3-1 15,0 1 0-15,5 1 1 0,2-1-4 0,2-2 1 16,6 3 4-16,1-3 1 0,5 1-4 0,5-3 4 15,8 2-2-15,2-4-1 0,0-1 1 0,-2-4 1 16,1 2 1-16,-1-2-4 0,-6 1 2 0,0-4-1 16,-2 4-1-16,-1-2-2 0,-5 1 1 0,-1 0 2 15,0 1-4-15,-3 2-3 0,2-1 1 0,-3 5-2 16,-2-1 3-16,2 3 2 0,-2-2 3 0,1 4 0 16,-6-2 3-16,4 3 6 0,-1 2-2 0,-3-3 0 15,1 5 0-15,-1-5-3 0,-1 0 2 0,3-2-25 16,-2 3-25-16,1-3-13 0,1 2-43 15,-1-2-31-15,1 0-66 0,2-1-59 0,-5-9-134 0,8 12-424 16,-2-12 188-16</inkml:trace>
  <inkml:trace contextRef="#ctx0" brushRef="#br0" timeOffset="109383.21">28916 3214 215 0,'-9'-5'222'0,"2"2"-10"0,7 3-12 0,-20 1-6 0,7 3-8 16,-2 2-13-16,-2 4-11 0,4 0-17 16,-1 3-12-16,3 1-15 0,4 0-12 0,-2 0-6 15,3-4-13-15,1 2-9 0,3 1-7 0,2-2-4 16,0 0-9-16,1 0-3 0,3-1-9 0,1-1-5 16,4-1-4-16,1 0-7 0,0-4-4 0,3 0 0 15,-2-2-2-15,-1-1-4 0,0 0-5 0,-2-1 4 0,0-3-4 16,2 0-1-16,-4-2 1 0,2-3-2 15,-2 2-2-15,2-2-3 0,-2-1-2 0,1-3 2 16,-4 1-3-16,1-1 0 0,-1 2-4 0,2 0 3 16,-1 3 12-16,-3 0-2 0,3 2 5 0,-4 5-11 15,5-9-1-15,-5 9-4 0,3-7-3 0,-3 7-3 16,0 0 0-16,0 0-2 0,0 0 5 0,2 25 5 16,-2-15-5-16,0 1 3 0,3 5-3 0,-3-4 6 15,2 5-11-15,0-4-20 0,0 2-22 0,-1-3-35 16,3 1-45-16,0-2-37 0,1-3-79 0,-1-1-149 15,2-1-423-15,3 0 187 0</inkml:trace>
  <inkml:trace contextRef="#ctx0" brushRef="#br0" timeOffset="109647.72">29166 3010 92 0,'-2'-18'292'0,"1"3"11"0,0 4-3 15,-1-2-13-15,2 8-20 0,0 5-29 0,0-11-30 16,0 11-26-16,0 0-20 0,0 0-23 0,0 0-12 16,0 0-2-16,3 36 5 0,-2-7-12 15,1 2-5-15,-2 2-11 0,2 2-13 0,-2-3-5 16,1 1-10-16,1 2-7 0,0-2-4 0,-2 2-7 16,2-6-3-16,0 3-5 0,4-2-2 0,-3-3-1 15,2 0-2-15,-2-2-16 0,2-8-25 0,-1 0-27 16,-3-5-41-16,0 1-26 0,2-2-31 0,-1-1-30 15,1 1-37-15,-3-11-47 0,2 11-39 0,-2-11-178 16,0 0-491-16,0 0 218 0</inkml:trace>
  <inkml:trace contextRef="#ctx0" brushRef="#br0" timeOffset="109936.85">29068 3284 61 0,'4'-10'161'15,"-1"6"-19"-15,2-1-8 0,5-1-9 0,-1 2 3 16,7-3-9-16,4 0-18 0,2 4-11 0,6-1-3 16,1 0-7-16,0 2-9 0,-2-2-5 0,-5 1-5 15,0 1-9-15,-4 0 4 0,2 0 0 0,-3 1-4 16,-4 1 0-16,-3-2-6 0,2 1-4 0,-4 2 1 16,-8-1-4-16,12 2-6 0,-5-2 10 15,-7 0 3-15,9 3 3 0,-5 1 11 0,-4-4 12 0,9 13 1 16,-6-5 1-16,2 0-1 0,-4 4 2 0,0-1-4 15,0 1-3-15,-1 4-5 0,3 0-7 0,-3 1-5 16,0 0-4-16,0-2-19 0,1 3-29 16,-2-3-30-16,1-3-28 0,0 1-47 0,0-2-56 15,1 0-76-15,-1-11-138 0,0 20-405 0,0-20 180 0</inkml:trace>
  <inkml:trace contextRef="#ctx0" brushRef="#br0" timeOffset="110102.54">29434 3020 19 0,'0'-13'175'0,"0"13"-35"0,1-11-49 0,-1 11-38 16,0 0-41-16,0 0-28 0,0 0-63 0,10-1-87 15,-10 1 39-15</inkml:trace>
  <inkml:trace contextRef="#ctx0" brushRef="#br0" timeOffset="110662.36">29690 3174 199 0,'-7'7'207'0,"-2"1"1"0,0 1-4 16,-2 3-3-16,-2-2-11 0,0 4-9 0,2 1-12 15,1 0-18-15,-1-1-12 0,1-1-14 0,1 2-10 16,4-4-15-16,2 0-9 0,0 0-12 15,3-1-4-15,1 2-7 0,0 0-5 0,3-3-3 16,0 0 1-16,2 1-11 0,2-4-5 0,1 2-1 0,2-3-3 16,2-2-4-16,0 1-1 0,1-1 1 0,-1-3-12 15,1 0 3-15,-4 0-2 0,-10 0-4 16,20-7 0-16,-12 1 0 0,1-2-1 0,-2-2-7 16,0-4-4-16,-3-2 2 0,-3 0-3 0,0 1-6 15,-3-4-6-15,-2 0 3 0,-1 1 0 0,0-2-2 16,0 1 1-16,0-7-2 0,-2 13-2 0,1-3 0 15,0 4-1-15,2 1 3 0,-1 3 2 0,5 8 3 16,-7-11 6-16,4 4 9 0,3 7-6 0,-3-9 2 0,3 9-3 16,0 0-3-16,-3-10-1 0,3 10 1 15,0 0-3-15,0 0 2 0,14-9-6 0,-3 8 3 16,1-3-3-16,1 4 0 0,0 0 1 0,1 1 0 16,-1-2-3-16,-5 4 4 0,4-3-5 0,-3 2 1 15,0-2-1-15,-9 0 3 0,11 3-3 0,-5-2-3 16,-6-1 4-16,10 4-1 0,-6-2 3 0,-4-2-3 15,0 0 1-15,9 0 5 0,-9 0-3 0,0 0 0 16,0 0 0-16,0 0 4 0,9 0-6 0,-9 0 5 16,0 0-3-16,0 0 4 0,0 0-3 0,0 0 7 15,0 0-5-15,0 0 1 0,0 0 1 0,5 3 1 16,-5-3-2-16,0 0-1 0,0 0-1 0,0 0 0 16,0 0 1-16,0 0 2 0,0 0-2 0,0 0 7 15,0 0-6-15,0 0-1 0,0 0 5 0,0 0-8 16,0 0 9-16,0 0-7 0,0 0-1 0,0 0-23 15,0 0-27-15,0 0-30 0,0 0-39 0,0 0-51 16,0 0-62-16,0 0-213 0,0 0-480 16,0 0 213-16</inkml:trace>
  <inkml:trace contextRef="#ctx0" brushRef="#br0" timeOffset="110892.36">30142 3375 348 0,'2'5'388'0,"-2"-5"-12"0,4 8 3 0,-4-8 2 16,3 6 2-16,-3-6-16 0,0 0-22 16,0 0-26-16,2 5-32 0,-2-5-28 0,0 0-31 0,0 0-20 15,0 0-25-15,0 0-40 0,0 0-60 16,0 0-70-16,4 5-75 0,-4-5-90 0,0 0-80 15,0 0-89-15,0 0-334 0,0 0-707 0,0 0 313 16</inkml:trace>
  <inkml:trace contextRef="#ctx0" brushRef="#br0" timeOffset="112180.48">13656 4785 108 0,'-9'-3'120'0,"3"2"11"15,6 1-7-15,-11-3-2 0,11 3-17 16,-10-4-10-16,10 4-8 0,0 0-14 0,-6-2-7 16,6 2-8-16,0 0 0 0,0 0-12 0,0 0 8 15,0 0-11-15,31 7 1 0,-8-5 1 0,6 0 8 0,3-1 5 16,6 1 3-16,16-4-3 0,2 3 6 16,-1-2-9-16,6-5-3 0,4 2-3 0,1-1-3 0,28-5-1 15,-1-3-6-15,-2 8 4 0,4-5-7 0,2-2-1 16,3 0-3-16,3 0-5 0,1-1-4 15,-1 0 1-15,7-4 2 0,3 4-6 0,7-1-2 16,-3 0 0-16,6 0-8 0,-3 0 3 0,2 8-2 0,2-8 2 16,3 2 0-16,5 4-3 0,1-1-1 0,1 0 1 15,-2 3-3-15,3-3-3 0,-3 6 5 0,11-3 0 16,-4 1-1-16,-1-3-2 0,4 3-3 16,0-4 2-16,4 4 5 0,1-3 0 0,4 2-1 15,3-1-2-15,1-4 0 0,2 1 2 0,6 1-2 16,6 2 0-16,-1-2 2 0,3 2 1 0,1 0 1 0,1 0 2 15,1 1-1-15,1 2 0 0,1-1 2 16,-1 0 5-16,5 3 2 0,-1 2-2 0,0-3-1 0,7 0 1 16,-10 3 3-16,13 2-2 0,0-4-2 15,0-1-2-15,7 0 1 0,5 1-1 0,2 2-3 16,8-2-1-16,0-4 0 0,8 1 0 0,6 1-6 0,4 0 1 16,-7-3 1-16,7-1-2 0,6 5 3 0,-3-5-5 15,-1 2 3-15,4 3 0 0,-2-1-2 0,-3 1 3 16,1 3-4-16,3-2 1 0,-5 2 0 0,-2-3 2 15,-1 3-2-15,-1-4 1 0,0 3 1 16,-3 2 9-16,0 0-9 0,-4-3 29 0,-11-1-5 16,0-1 5-16,-3 2-4 0,0-1 3 0,-10 3 3 0,-2-10 3 15,-3 6 5-15,-3-4 3 0,-12-3 1 0,0-1-2 16,-12 2 8-16,-4-2 3 0,-2 4 1 0,-7-4-1 16,-10-1 10-16,-6 0-23 0,-9 2 25 15,-10-2-5-15,-4 2-4 0,-8 1 7 0,-5 4-5 16,-33-1-8-16,-1 3-5 0,-3-2-7 0,-3 2 8 15,-7 4-19-15,-10-1-8 0,-8 0 1 0,2 1-5 16,-3 0-28-16,-11 0-33 0,-2 1-43 0,-7 0-43 16,-3 0-38-16,-4 1-64 0,-4-2-100 0,0 0-237 15,0 0-611-15,-42 4 271 0</inkml:trace>
  <inkml:trace contextRef="#ctx0" brushRef="#br0" timeOffset="120216.16">12071 5853 141 0,'-11'-1'148'0,"-1"1"-3"0,1-1-1 0,-3 0-7 16,1 0 2-16,0-1-11 0,1 1 2 0,1 0-8 16,0-1-10-16,-1 4-6 0,6-2-4 15,6 0-2-15,-14 0-6 0,14 0-8 0,-10 0-9 16,10 0-6-16,0 0-6 0,0 0-9 0,-11 0-1 15,11 0-1-15,0 0-3 0,0 0-6 0,0 0 0 0,48-4 1 16,-14 3-9-16,7-5-6 0,15-1-2 16,1-2-4-16,0 1 5 0,1-3-16 0,-5 3-19 15,-16 3-15-15,1 1-20 0,-2 2-18 0,-6 0-36 16,-1-1-36-16,-7 5-22 0,-11-1-31 0,3 1-132 16,-5 3-339-16,-3-1 150 0</inkml:trace>
  <inkml:trace contextRef="#ctx0" brushRef="#br0" timeOffset="120460.43">12208 5857 81 0,'0'0'186'16,"-5"-3"-11"-16,5 3-13 0,0 0-12 0,-8-3-19 15,8 3-18-15,0 0-12 0,0 0-12 0,0 0-10 16,-7 10-11-16,9 0-1 0,-2 2-13 0,4 5-3 15,-3 4-6-15,5 5 0 0,0 1-4 0,-3 4-3 16,4-2-3-16,-5 0-4 0,1 0-1 0,0-2 0 16,2 1-4-16,-1 0-2 0,-2-1 2 0,1-1-4 15,2-3-8-15,-3-2-25 0,0-2-23 0,-1 0-26 16,0-2-22-16,2 1-6 0,-3 0-39 0,0-2-125 16,0 0-273-16,0-5 120 0</inkml:trace>
  <inkml:trace contextRef="#ctx0" brushRef="#br0" timeOffset="120944.68">12415 5931 27 0,'0'-12'220'16,"0"4"-24"-16,0 1-19 0,0 7-23 0,-1-9-21 15,1 9-12-15,0 0-15 0,0 0-4 0,0 0-12 16,0 0-4-16,9 26-9 0,-4-7-4 0,-2 10-3 15,1-3-8-15,0 6-14 0,-1-2 0 16,1-1 0-16,0 0-9 0,-2-2-5 0,0-2 1 0,4-5-5 16,-2-2-2-16,0 0 0 0,1-3-1 0,-3-3-2 15,-2-1-6-15,2-2-3 0,0-1-2 0,-2-8-5 16,0 11-2-16,0-11-1 0,2 7 1 0,-2-7-1 16,2 5 2-16,-2-5-5 0,0 0-8 0,0 0-7 15,19-15 1-15,-10 8-6 0,5 0 8 0,-1-2-6 16,5 0 5-16,-3 1 1 0,4 0 0 0,-6 4 1 15,5-2 4-15,-1 1-3 0,2 0 2 0,1 0-2 16,2 1 4-16,-1 0 3 0,8-2-4 0,-2 0 4 16,0 1 0-16,1-4 3 0,-9 4 2 0,1 0-1 15,1-3 9-15,-3 1 1 0,0 2 0 0,-3-3 1 16,-1-1 2-16,-5 1 5 0,-1 2-3 0,-1-3 7 16,-2 2 2-16,0-2 2 0,-3 3 3 0,0-2-3 15,-2-1-8-15,-2-4 5 0,0 3 5 0,-3 2 3 16,0 3 4-16,3-4 5 0,-2 5-7 0,4 4-3 15,-7-11-5-15,2 9-6 0,5 2-1 0,-16 5-1 16,5 1 2-16,-2 3-12 0,-7 9 1 16,2 6-2-16,4-2-11 0,3 1-25 0,0 0-23 0,6-4-28 15,1 5-33-15,8-6-47 0,-1-2-48 0,5 3-148 16,4-3-381-16,10 1 169 0</inkml:trace>
  <inkml:trace contextRef="#ctx0" brushRef="#br0" timeOffset="121255.61">14395 5686 70 0,'-4'-10'295'0,"-3"1"-29"0,3 2-22 0,1 0-27 15,3 7-19-15,-6-8-23 0,6 8-21 0,-6-7-22 16,6 7-12-16,0 0-13 0,0 0-8 0,-10 15-14 16,10 2-8-16,-2 8-8 0,0 2-5 0,-3 4-7 15,1 2-3-15,2 0-5 0,-1 1-6 0,-2 0-3 16,3-3-4-16,-2 1-4 0,2-1-4 0,1-1-3 16,0-3-13-16,2-2-29 0,-2 1-14 0,-4-7-23 15,5-2-24-15,-2 0-30 0,0-5-27 0,2-2-20 16,0-10-23-16,0 17-18 0,-2-12-104 0,2-5-324 15,0 0 144-15</inkml:trace>
  <inkml:trace contextRef="#ctx0" brushRef="#br0" timeOffset="121497.83">14265 5727 72 0,'14'-10'160'0,"3"2"7"0,4 4-3 0,2 4-12 16,6 2-8-16,-3 4-15 0,6 3-17 0,-4 6-3 15,-1 1-6-15,1 4-12 0,-3 2-1 0,-2-1-14 16,-4 3-4-16,1 0-7 0,-6 3-10 0,-3-4-2 16,-4 4-6-16,-2-3 1 0,-4-3 6 0,-5 3-4 15,2-6-2-15,-6 5 0 0,-5-6 2 0,-2 4-13 16,-6 0 2-16,6-10-4 0,-3 3-5 0,-5 1-2 16,4-5-17-16,-8-1-16 0,11-2-25 0,-6-1-24 15,5-3-27-15,2-1-23 0,2-2-24 0,13 0-33 16,-18-5-135-16,13 1-321 0,5 4 141 0</inkml:trace>
  <inkml:trace contextRef="#ctx0" brushRef="#br0" timeOffset="121684.64">14822 5877 78 0,'10'-6'257'0,"-4"3"-19"0,1-1-12 0,-7 4-12 16,7-5-12-16,-7 5-15 0,7-3-10 0,-7 3-14 15,7-2-22-15,-7 2-20 0,0 0-13 0,0 0-13 16,0 0 1-16,6 9-12 0,-4-3-3 0,-2-6-5 15,0 16-13-15,0-5-2 0,0 2-7 0,0 3-6 16,0 0-24-16,0 0-28 0,0-3-35 16,0 1-23-16,0 3-37 0,0-1-25 0,0-5-63 0,0 2-29 15,0-1-129-15,0 1-372 0,0-4 166 0</inkml:trace>
  <inkml:trace contextRef="#ctx0" brushRef="#br0" timeOffset="122070.14">15246 5607 137 0,'-1'-11'191'0,"1"11"-2"0,-7-9-3 0,7 9 0 15,-5-9-13-15,5 9-5 0,-6-3-21 0,6 3-13 16,0 0-15-16,0 0-1 0,0 0 0 0,-14 17 3 16,11 1-14-16,-3 10-3 0,-2 8-8 0,-2 11-6 15,2 0-6-15,2 1-10 0,-2-3-3 0,3 1-11 16,0 0-2-16,1-13-7 0,0 2-4 0,4 1 0 15,-1 9-8-15,-1-10-3 0,1 1-2 0,1-3-1 16,-1 2-4-16,1 0-6 0,0-3 1 16,-1-2-24-16,-1-1-23 0,2-3-32 0,-2-1-30 0,0-5-36 15,2 6-41-15,-2-11-42 0,1-2-204 0,-4-3-441 16,0-2 195-16</inkml:trace>
  <inkml:trace contextRef="#ctx0" brushRef="#br0" timeOffset="122414.64">15016 6169 2106 0,'5'-19'28'0,"3"3"-20"0,-6 3-8 16,6 3-8-16,2-2-5 0,1 0 1 0,1-1 4 15,3 2-1-15,1-2 3 0,-1 0-5 16,3 1 3-16,1 4-4 0,7-4-10 0,-1 0-12 0,1 2-11 16,-2 0-16-16,-4 2-8 0,1 0 4 15,-4-1-8-15,0 1 10 0,-1 0-7 0,-4 1 15 16,-1-1 3-16,-2-2 12 0,0 2 4 0,-4-3 11 15,2-4-4-15,-1-1 22 0,-3 1 8 0,0-3 15 16,1 2 6-16,-2 0 30 0,-2 1 8 0,2 2 6 0,-2 2-1 16,0 2 4-16,0 3 3 0,0 6-7 0,2-11-7 15,-2 11-16-15,0-7-1 0,0 7-6 16,0 0 4-16,0 0 7 0,-2 35 12 0,2-8 2 16,-3 6 9-16,2 1-13 0,-4 2 2 0,2 10-7 15,-1-10-7-15,-1 11-3 0,3-11-3 0,-2-3-2 16,2 2-3-16,0-1-3 0,-1-3-1 0,2-2-5 15,0 1 1-15,1-5-18 0,-3 1-24 0,3-6-36 0,0-1-35 16,-2-2-47-16,2-2-39 0,-1-2-201 0,-5-3-407 16,5 0 180-16</inkml:trace>
  <inkml:trace contextRef="#ctx0" brushRef="#br0" timeOffset="123052.26">15330 6128 179 0,'7'-12'188'16,"3"-2"-22"-16,2 1-12 0,1 1-14 0,1-2-9 16,6-3-2-16,-4 5-15 0,0 2-6 0,7-5-12 15,1 2-9-15,0 0-6 0,-1 0-10 0,3 0-11 0,-3-1 1 16,-7 3-7-16,0 3-1 0,0-4-7 0,-3 0-5 16,0-1-8-16,-4 3-4 0,-3 0-1 15,0-6 1-15,1 2-7 0,-3 1 1 0,-2 3-6 16,1-2 2-16,-3 2-2 0,-3 0 1 0,3 10 10 15,-2-12-1-15,1 6-3 0,1 6-4 0,-8-7-3 16,8 7-4-16,0 0-2 0,0 0-3 0,-14 10-1 16,6 0-3-16,0 2 6 0,0 4 1 0,0 2 3 15,1 1 3-15,2-1-3 0,0 0-1 0,3 1 0 16,2-2-3-16,0 1-3 0,2 0-2 0,1-3-4 16,-1-3 6-16,4 2 3 0,1-3 0 0,-1-2-1 15,2 0 5-15,1-2-5 0,2 0-2 0,0-2 4 16,3 0 5-16,-1 0-7 0,-2-1 2 0,3-3-2 15,-1-1 0-15,1-1 0 0,0-2 1 0,0-3-3 16,-1 1 0-16,1-2-4 0,3 0 0 0,-7-1-2 16,4-3-2-16,-1 1-10 0,1-4-1 0,-3 1-3 15,1-2-6-15,-1 2 4 0,1 0-5 0,-6 6 2 16,3-1 3-16,-3 4-7 0,0 0 5 0,0 1 3 16,-6 3-1-16,11-3 2 0,-11 3 0 0,11 5 4 15,-11-5 0-15,7 8-2 0,-3-2 1 0,0 0 6 16,2 4-4-16,2-4 2 0,-2 1 4 0,1 0-4 15,-1-1 8-15,2 1 11 0,-2-4 3 0,5 1 9 16,0-1 1-16,1 1-1 0,5-4 4 0,0-2-3 16,1 0-5-16,-1-5 2 0,0 4-2 0,1-4 0 15,-2-2-3-15,-2 1 4 0,1-3 0 0,-3 0-8 16,-5 3 3-16,3 0-3 0,-4-2-2 0,-1-2 0 16,-1 2 1-16,-1-4-4 0,-3 4 0 0,0-2 1 15,-1 2-1-15,0 1 2 0,-2-1-1 0,1 4-2 0,2 6-2 16,-7-7-2-16,7 7-2 0,-10 0-2 0,10 0 1 15,-19 11-1-15,5 2-1 0,-5 6 4 16,7-3-13-16,-3 5-27 0,3 1-35 0,1 2-25 16,1 0-44-16,4-5-45 0,4-1-172 0,-3 1-390 15,6-7 172-15</inkml:trace>
  <inkml:trace contextRef="#ctx0" brushRef="#br0" timeOffset="123261.75">16353 6015 5 0,'2'-12'231'0,"1"-3"-6"16,2-3-6-16,-1 1-16 0,2-2-1 0,0-5-16 16,1 6-12-16,1 0-5 0,0 1-11 0,0 3-17 15,0 5-13-15,-1 0-16 0,4 3-15 0,-2 1-2 16,1 2-20-16,1 3-9 0,1 4-4 0,-1-1-8 16,1 4-1-16,-2 3-10 0,4 2-1 0,-4 2-7 15,-1 2-18-15,-1-1-16 0,-1 0-20 0,-1 1-26 16,-1-2-29-16,0 3-31 0,-1-4-41 0,2-3-44 15,-3 1-179-15,-1-2-400 0,2-3 177 0</inkml:trace>
  <inkml:trace contextRef="#ctx0" brushRef="#br0" timeOffset="123644.06">16914 5688 215 0,'0'0'243'0,"-3"-11"-23"15,3 11-20-15,-5-3-21 0,5 3-16 0,-13 12-1 16,0 1-2-16,-2 6-12 0,-3 5-11 0,4 1-13 16,-1 1-9-16,3-1-14 0,-2 0-9 0,9-4-10 15,0-3-6-15,1-1-7 0,4-2-2 0,3 2-8 16,1-6-1-16,1 1-13 0,2 3-3 0,9-5 4 16,3-3 11-16,5 2 3 0,4-7-1 0,4 1 0 15,1-4-6-15,1-6-5 0,-4 3 2 0,2-5-8 16,-2 2-2-16,-2 0-5 0,-1-5-2 0,-2-1-1 15,-1 0-6-15,-6 1 3 0,3-4-3 0,-6 0-5 16,-3 1 7-16,-2-2-12 0,1-7-2 16,-4 6 5-16,-2-6-2 0,-4 5-6 0,-1-1 3 0,-1 3-5 15,-3 3 1-15,-1 4-3 0,-3 0-2 0,-1 4-1 16,-2 1 9-16,-4 7-13 0,-4 3 5 0,-9 6-4 16,0 9 2-16,-2 2 0 0,-9 8 5 0,14-5-3 15,3 0 0-15,4 0 0 0,0 0-22 0,5-4-28 16,3 3-21-16,5-5-40 0,4 2-29 0,2-2-48 15,6-1-60-15,3 5-237 0,-1 0-520 0,4-8 230 16</inkml:trace>
  <inkml:trace contextRef="#ctx0" brushRef="#br0" timeOffset="125005.53">14935 7303 33 0,'-2'-12'222'15,"-1"1"8"-15,-1 1-1 0,3 1-8 0,-2 4-16 16,3 5-21-16,-5-9-22 0,5 9-20 0,-3-8-19 15,3 8-13-15,0 0-12 0,0 0-8 0,0 0-5 16,0 29-4-16,0-10-7 0,2 7-7 0,-1 0-5 16,1 3-5-16,-2-1-8 0,3 0-3 0,0 2-6 15,-2-6-1-15,1 3-5 0,1-1-1 0,-1-7-5 16,0 5 1-16,2-5-3 0,-2 2-4 0,3-2-1 16,-4-1 0-16,0 0-6 0,0-1-13 0,3-2-17 15,-4-3-26-15,0 0-27 0,0 1-38 0,-3-1-30 16,3-2-29-16,-2 1-36 0,0-2-157 0,-7-2-389 15,3-2 172-15</inkml:trace>
  <inkml:trace contextRef="#ctx0" brushRef="#br0" timeOffset="125289.51">14781 7314 123 0,'21'-15'152'0,"-3"5"-8"16,8 0-1-16,0 5 4 0,3 4 4 0,0 4-10 15,4 1-9-15,-1 5-8 0,-4 6-10 0,2 2-8 16,0 3-9-16,-1-1-1 0,-3 3-5 0,1 2-7 16,-4 2-6-16,-1 2-3 0,-8-3-9 0,3 4-3 15,-7-2-6-15,-2 0-4 0,-2 0 5 0,-6 0 6 16,-3-2-2-16,-3 1 11 0,-3 0 0 0,-4-3-3 16,-8 1-2-16,-4-1-9 0,-4 1-3 0,-11 5-8 15,7-9-2-15,-12 5-2 0,2-2-6 0,8-11-5 16,2 1 1-16,-1-1-5 0,-1-2-9 0,6-2-21 15,-1-3-13-15,3-3-18 0,7 1-21 0,3-3-21 16,2-1-42-16,5-2-63 0,0-1-63 0,1-2-159 16,2-3-433-16,5-1 192 0</inkml:trace>
  <inkml:trace contextRef="#ctx0" brushRef="#br0" timeOffset="125464.26">15420 7588 1960 0,'24'-11'6'0,"-2"4"-9"0,-5-2-6 0,-1 3 11 16,2-2 1-16,-2 0-3 0,1 4 6 0,0-3-5 0,0 1 1 16,0-1-5-16,-3 1 4 0,-1 1-5 15,1 1-10-15,-1 0-26 0,-2 3-30 0,1-4-20 16,-1 4-23-16,1 0-18 0,-2 2-14 0,-4 0-82 16,2 2-245-16,-8-3 109 0</inkml:trace>
  <inkml:trace contextRef="#ctx0" brushRef="#br0" timeOffset="125607.75">15678 7599 98 0,'-9'7'126'16,"-1"1"7"-16,1 0-9 0,-1 1-6 0,4-2-10 16,0-3 4-16,1-1-11 0,5-3-4 0,-8 5-4 0,8-5-8 15,-5 5-8-15,5-5-8 0,0 0 0 0,0 0-4 16,0 0-9-16,12 8-5 0,-12-8-10 16,24-6-28-16,-3 0-48 0,9-5-37 0,-1 2-69 15,-1-2-91-15,4-3-250 0,-5 3 110 0</inkml:trace>
  <inkml:trace contextRef="#ctx0" brushRef="#br0" timeOffset="126136.15">16842 7274 98 0,'0'0'271'0,"0"-13"-27"15,0 13-20-15,1-7-27 0,-1 7-22 0,0 0-19 16,0 0-18-16,0 0-14 0,0 0-8 0,0 0-7 15,0 0-4-15,5 28 1 0,-2-10 0 0,0 1-17 16,0 0-10-16,4-2-12 0,-1 2 9 16,-1-1-21-16,3-3-6 0,0 2-1 0,2 0-3 0,0-6-4 15,3 2-3-15,0-2-2 0,-3-2-2 0,3-4-2 16,3 2-1-16,3-1-6 0,2-4 3 0,-3-1-1 16,2-2-3-16,-2-1 0 0,1-2-3 0,-1 0-3 15,-3-3 8-15,2-2 17 0,-5 2-4 0,0-4-1 16,-2 2 3-16,1-4-4 0,-2-2-6 0,0 0-4 15,-3-2-4-15,-1-1 5 0,-1-1-1 0,-3 2 6 0,1-1-7 16,-1 1 7-16,0 5 8 0,1 3 9 16,-2 1-6-16,0 8-7 0,1-13-4 0,-1 13-7 15,1-6-15-15,-1 6 3 0,0 0 1 0,0 0-2 16,0 0-1-16,5 27-4 0,-4-9 3 0,1 2-3 16,0-1-3-16,-1 7 1 0,1-6 1 0,2-1 0 15,-2 6-3-15,1-6-12 0,-1 0-26 0,2 0-30 16,1-1-42-16,2-2-44 0,-6 2-43 0,3-2-59 15,-2 0-258-15,1-3-551 0,-2-1 245 0</inkml:trace>
  <inkml:trace contextRef="#ctx0" brushRef="#br0" timeOffset="126657.7">17513 7389 23 0,'2'-7'275'0,"2"3"-29"16,-4 4-27-16,5-5-25 0,-5 5-18 0,0 0-4 15,0 0-6-15,0 0-14 0,0 0-11 16,11 16-7-16,-10-8-9 0,0 1-12 0,3 0-7 16,-3 1-13-16,-1 0-8 0,2-1-10 0,-2-3-5 15,1 1-5-15,-1-7-6 0,0 10-3 0,0-10-5 16,1 9-3-16,-1-9-1 0,0 0 3 0,-1 10 13 16,1-10 9-16,0 0 5 0,0 0 9 0,0 0-14 15,0 0-7-15,0 0-9 0,0 0-6 0,10-25-7 0,-5 13 0 16,4-4-8-16,1-2-12 0,5-4-3 15,4 0-6-15,0 1-4 0,-1-1-3 0,0 3 1 16,-7 3-5-16,6 4 2 0,-3 2-6 0,-1 0 1 16,-1 5-3-16,-1 3-4 0,1 2-1 0,-1 0 3 15,-4 1-4-15,3 4 0 0,-1 2-1 0,0 0 5 0,0 1-2 16,0 3 10-16,-1-1-9 0,2 2 4 0,-1-2 1 16,0-2-1-16,0 2 5 0,1-3-4 0,2 1 1 15,-2-1 0-15,1-2 5 0,0-1 0 16,0-1-2-16,2-2 2 0,0-1 3 0,-2-1 6 15,7 0-10-15,-6-2 1 0,0 0 3 0,-1-4 4 0,-2-1 3 16,2 1 0-16,-3-3-2 0,-2 0 1 0,-1 1 2 16,0-4-3-16,-2 2 7 0,-1-2-3 15,-2-2 4-15,-1 4-3 0,1 0 2 0,0 2 5 16,0 9-2-16,-1-13 1 0,1 13-12 0,-1-11-2 0,1 11-6 16,0 0-2-16,0 0 2 0,0 0-4 0,0 0-2 15,0 0 5-15,-9 24-1 0,6-13-2 16,2 7 6-16,0-3-23 0,-1 4-14 0,4-1-23 0,-2-2-17 15,1 2-25-15,0-2-28 0,2-1-46 0,-2-2-45 16,4-1-41-16,-1 0-237 0,-2-3-532 0,0-2 235 16</inkml:trace>
  <inkml:trace contextRef="#ctx0" brushRef="#br0" timeOffset="126830.81">18020 7086 1925 0,'-6'-21'49'0,"1"6"30"0,0 3-29 0,1 1-27 16,0 2-8-16,2 3-4 0,-1 0-13 0,3 6-24 15,-3-10-19-15,3 10-16 0,-3-4-17 0,3 4-18 16,0 0-37-16,0 0-153 0,0 0-308 0,0 0 136 16</inkml:trace>
  <inkml:trace contextRef="#ctx0" brushRef="#br0" timeOffset="127063.35">18331 6912 96 0,'1'-5'273'0,"-1"5"-5"15,0 0-2-15,2-8-9 0,-2 8-12 0,0 0-20 16,0 0-25-16,3-4-23 0,-3 4-22 0,0 0-11 16,0 0 10-16,8 23 14 0,-6-7-7 0,1 1-5 15,0 9-7-15,-1 2-14 0,-1 2-7 0,3 0-4 16,0 1-18-16,-1-2-10 0,-2 0-6 0,4-1-14 15,-4 0-2-15,1-1-5 0,-1-3-12 16,1 2-28-16,0-5-27 0,0-2-38 0,0-3-26 0,-1 2-27 16,-1-3-34-16,0-2-51 0,0-2-43 0,0-1-40 15,0 0-45-15,-1-3-168 0,1-7-510 0,-4 8 226 16</inkml:trace>
  <inkml:trace contextRef="#ctx0" brushRef="#br0" timeOffset="127608.81">18374 7163 187 0,'0'0'179'0,"4"-9"-7"0,-4 9-12 0,4-4-4 15,-4 4-2-15,0 0-6 0,10 1-7 0,-10-1-8 16,10 10-7-16,-3-2-8 0,-1 1-14 0,2 0-7 16,-2 3-8-16,2-3-9 0,0 2-7 0,-2-2-7 15,4 4-8-15,-1-4-1 0,5-1-4 0,-5 1-5 16,1-3-1-16,1-2-4 0,-1-1-6 0,1-1 1 15,-3 2-1-15,5-7 5 0,-3 3 4 0,0-2 5 16,-1 0 2-16,-1 0 1 0,-3-1 2 0,3-3 7 16,-3 2-4-16,0-2-2 0,1-1 14 0,-2 1 6 15,0-2 0-15,1 0-4 0,-2 2-3 0,-1 0 14 16,-2 6-6-16,4-11 3 0,-1 7-2 0,-3 4-9 16,3-9-13-16,-3 9-9 0,0 0-9 0,4-4-14 15,-4 4 4-15,0 0-4 0,5 17-10 0,-1-2 4 16,0 5-3-16,-3 7 8 0,1 5 15 0,-4 3-14 15,5 10 3-15,-3 2 3 0,0-1-4 0,-3 3 0 16,5 1-3-16,0 0 0 0,-3-4 2 0,1-11 4 16,6 11-1-16,1-13-4 0,-2 3 0 0,0-2-14 15,1 0 15-15,-1-2-3 0,3-1-1 0,-3-3-2 16,-1-2 10-16,-1-1-14 0,-2-7-1 0,-1-3-1 16,-1-2 2-16,-2-1-1 0,0-3 1 0,-4 1-2 15,-5-4 2-15,2-2 3 0,-8-2-8 0,-2-3-11 16,-7-2-14-16,1-5 1 0,-1-2-16 0,1-4-5 0,-2-4 12 15,2 0-4-15,4-4-2 0,2-1 8 16,3-3-11-16,1-2-5 0,4-4-6 0,4 4-6 16,3-4 2-16,7 0 7 0,1 2 8 0,6-1-9 0,2 1 2 15,6 0-6-15,1-1 3 0,4 5-4 0,5 0-5 16,-2 4-10-16,6-1-7 0,0 3-18 0,3 2-16 16,11-3-20-16,-10 6-39 0,-1-1-46 15,3 1-49-15,-4 4-248 0,2-2-542 0,-2 1 239 16</inkml:trace>
  <inkml:trace contextRef="#ctx0" brushRef="#br0" timeOffset="127964.45">19350 7256 235 0,'0'0'302'0,"0"0"-4"0,0 0-6 0,0 0 5 0,-2-9-1 16,2 9-8-16,0 0-14 0,0 0-17 15,0 0-26-15,-2-9-24 0,2 9-22 0,0 0-16 16,0 0-19-16,6-3-13 0,-6 3-14 0,13-3-4 0,0 3-17 16,4-4-8-16,4 1-19 0,1 0 9 0,-1 0-14 15,1 1-7-15,-1-1-8 0,-2-1-2 0,0 2 3 16,-1 0-12-16,-3 2-3 0,-5-3-10 0,1 3 5 16,-5 0-8-16,-6 0 1 0,11-1 2 0,-11 1 2 15,11-3-3-15,-11 3-1 0,0 0 2 0,10 1 4 16,-10-1 7-16,0 0 1 0,0 0 4 0,9-1-1 15,-9 1-1-15,0 0-8 0,0 0 2 16,0 0-8-16,0 0-3 0,0 0-3 0,0 0-4 0,8 3-2 16,-8-3-1-16,0 0-11 0,0 0-22 0,0 0-35 15,0 0-41-15,0 0-60 0,0 0-43 0,0 0-23 16,0 0-30-16,0 0-52 0,7 1-45 0,-7-1-281 16,5 3-678-16,-5-3 300 0</inkml:trace>
  <inkml:trace contextRef="#ctx0" brushRef="#br0" timeOffset="129437.06">20525 7213 157 0,'0'0'218'0,"0"0"-1"15,8-31-9-15,-6 19-11 0,5-4-12 0,3-10-22 16,-1 9-13-16,4-8-8 0,-2 3-14 0,6-4-3 15,-4 1-8-15,2-5-9 0,-2 7 10 0,-1-3-9 16,-2 1 1-16,0-2-14 0,1 1-10 0,-4-2-6 16,-1 1-1-16,-3 0-1 0,1 0-8 0,-3-1-1 15,0 8-3-15,-1-5-6 0,-1 7 1 16,-2 1-1-16,3 5 10 0,2 0-1 0,-4 3-1 0,1 2-4 16,1 7-16-16,-1-12-4 0,1 12-12 0,0 0-4 15,0 0 0-15,0 0-6 0,0 0-4 16,-12 35-5-16,7-10 6 0,-4 6-3 0,4 0-3 15,0 2-5-15,2-1 4 0,2 0-1 0,1-1 0 0,3-1-5 16,-1-2 8-16,3-3 3 0,5-1-13 0,-5-5-2 16,6 3 3-16,-3-5 0 0,3-1 4 0,0-2 0 15,5-1 0-15,-2-1 3 0,2 0 12 0,1-3-30 16,-3-4-7-16,-2-1-4 0,4-1-3 0,2 0-4 16,-6-3-2-16,0 0 5 0,0-3 0 0,-1 1 5 15,-2-2 1-15,0-2-2 0,-1-3-1 0,1-3 0 16,-4 1 0-16,-1-4 0 0,0-2 3 0,-2-2 0 15,1 2 6-15,-2-7 1 0,-2 5 13 0,-2 2-16 16,2-1 6-16,0 4-5 0,-2 1 7 0,2 4 7 16,0 2 1-16,1 7 4 0,-2-10-6 0,2 10-5 15,-2-9-2-15,2 9 0 0,0 0 2 0,0 0-4 16,0 0 3-16,0 0-2 0,-9 29 4 0,4-11 0 16,5-3 0-16,0 3-2 0,1-2 2 0,0-1 0 15,2 1 4-15,-1-2-3 0,1 2-1 0,2-5 2 16,-1-1 4-16,2-1-2 0,1 1 0 0,0-1 0 15,0-2 4-15,-1-1-2 0,-1-3 2 0,0 1-3 16,2-3-2-16,-7-1 2 0,12 4 2 0,-12-4-4 16,11-4 0-16,-4 3 1 0,1-6 5 0,0 1 0 15,-3 0-10-15,1-2-4 0,3-2 2 0,-2-1 0 16,0-4-7-16,1 2-3 0,1-2 3 0,-4 3-3 16,1 1-1-16,-3 0-2 0,2 3 0 0,0 2-6 15,-2 1-9-15,-3 5-2 0,9-4 0 0,-9 4 7 16,10 2 0-16,-4 2 0 0,4 1 4 0,-2 3 0 15,-1-2 3-15,4 2 3 0,-3 0 3 0,-2 0 3 16,1 1 4-16,1-1 0 0,1 0 2 0,0-1 4 16,3 1 6-16,-3-2 1 0,1-3 9 0,3-1-4 15,-3 0 4-15,2-2-5 0,-1 0 1 0,0-3 1 16,0 0-1-16,0-3 2 0,1 3 2 0,-5-3-4 16,2 0 1-16,-1-2-1 0,-2-1-3 0,-3-1 1 15,-2 1 5-15,3-7-3 0,-4 4 3 0,0-5-2 16,-2 3 2-16,-4 0-6 0,0-1 0 0,-4-2-2 15,-2 5-2-15,2-2-2 0,2 5 4 0,-2 1-9 0,1 2-9 16,-1-2-13-16,-3 4-19 0,3 1-31 16,0 2-33-16,-3 2-31 0,3 2-29 0,2 1-25 15,-1 4-35-15,4-3-193 0,5-5-455 0,-6 14 202 16</inkml:trace>
  <inkml:trace contextRef="#ctx0" brushRef="#br0" timeOffset="129682.23">21581 6745 140 0,'5'-17'251'0,"-2"5"-12"0,2-5 3 16,-3 1 0-16,1 7 4 0,-1-4 1 0,0 4 5 0,1 2-14 15,-3 7-21-15,2-11-24 0,-2 11-27 0,2-7-21 16,-2 7-20-16,0 0-9 0,0 0 0 16,4 27 2-16,-3-3-3 0,3 6-10 0,-3 1-3 15,1 1-14-15,-1 19 4 0,2-6-19 0,-2 3-19 16,-1-16 13-16,1 4-11 0,-1-3-3 0,2 0-8 0,-4 0-3 15,5-4-14-15,-2 0-35 0,0-2-27 0,2-1-35 16,-6 0-29-16,3-7-29 0,0 0-43 16,0 0-39-16,0-8-39 0,3 2-36 0,-6-3-211 15,2-2-535-15,1-8 236 0</inkml:trace>
  <inkml:trace contextRef="#ctx0" brushRef="#br0" timeOffset="129894.09">21661 6851 118 0,'16'-11'188'0,"-5"6"-5"0,6-6-10 16,-4 9 1-16,-1-3-14 0,0 3-10 0,1 2-4 15,-1 4-8-15,0-1-10 0,1 2-8 0,-3 3-5 16,-2-1-6-16,-1 1-7 0,1 2-7 0,-3 0-7 16,-2 6-7-16,-3-3-7 0,-3 3-10 15,-1-2-1-15,-3 1-19 0,-2-2-18 0,-3 2-31 0,-1-2-31 16,2 1-40-16,1-7-39 0,-1 1-34 0,4-3-51 15,-2 1-127-15,2 0-354 0,1-5 158 16</inkml:trace>
  <inkml:trace contextRef="#ctx0" brushRef="#br0" timeOffset="130309.42">22409 6720 258 0,'0'-10'271'0,"1"4"-4"15,-1 6-9-15,-6-11-11 0,2 7-3 0,-5 0-18 16,-1 2-16-16,-4 4 5 0,-5 0-32 0,-2 4-13 16,0 3-10-16,-4 3-13 0,9 1-11 15,0-5-14-15,2 2-18 0,4 2-1 0,2-2-20 0,3 0-11 16,1 1-9-16,2 0 3 0,-1-1-9 0,3 1-16 16,2-2-12-16,3 2-6 0,2-3-11 0,3 1-5 15,1-2-9-15,0-1-10 0,3-3-4 0,3 0 4 16,1-2-2-16,0 3 2 0,-6-4 0 0,0-3 6 15,1-1-2-15,-3 0 1 0,-2 1 0 0,1-4 9 16,-3 4-9-16,0-1 5 0,-6 4 3 0,9-7-9 16,-4 4 0-16,-5 3 0 0,8-5-4 0,-8 5 0 15,0 0-5-15,0 0 4 0,13 9 5 0,-7 5 0 16,2 3 9-16,-2 8 1 0,1 3-1 0,-3 2 4 16,1 2-1-16,-4 0 3 0,3 2 2 0,-2 0 2 15,0-2-5-15,-1 2 3 0,0-6-5 0,2 3 5 16,-6-2-1-16,-1-2 0 0,-1-2 2 0,-1-5 0 15,-2-2 0-15,-2-1-2 0,-3-1 5 0,2-1-6 16,-5-5-17-16,2 4-15 0,-2-6-26 0,-2 0-31 16,-1-1-37-16,1-2-52 0,-1-3-48 0,1 0-59 15,0-4-182-15,0-2-496 0,5-3 220 0</inkml:trace>
  <inkml:trace contextRef="#ctx0" brushRef="#br0" timeOffset="131205.01">22891 6750 88 0,'5'-9'297'15,"0"3"-11"-15,-2-1-12 0,-3 7-12 0,1-9-8 16,-1 9-25-16,0 0-16 0,-10-8-19 0,10 8-18 16,-21 9-13-16,3 0-16 0,3 3-17 0,-3-1-11 15,3 2-13-15,-1 0-10 0,5 2-1 0,-2 2-23 16,5-3-3-16,1 2-9 0,3 0-3 0,0-2-5 15,0-1-5-15,6-4-3 0,-2 1-11 0,3-2-4 16,4 1-9-16,-5-3 0 0,7 1-3 0,-1-1-5 16,2-2-2-16,0-3 4 0,1-2-8 0,7-3 0 15,-1 1 2-15,0-1 0 0,-4-3-2 0,1-2 0 16,-3-3 4-16,1-2 2 0,-2 3-1 0,-1-3-2 16,0 0-1-16,-4 2-2 0,1-4 8 0,-2 0 0 15,0 1-3-15,-2 3 1 0,-1 3-2 0,-1 2 7 16,1-2-5-16,-1 9 5 0,0-12-7 0,0 12-3 15,0-7 6-15,0 7-8 0,0 0-6 0,0 0 1 16,0 0 0-16,-9 29 4 0,6-14 3 0,-2 2-3 16,1 2 1-16,1-2-3 0,-1 1 7 0,3 0-4 15,1 1 1-15,1-4-4 0,3-2 5 0,2 3-1 16,-1-8-1-16,2 2 0 0,3-3 4 0,-1 0-1 16,2-1 3-16,7-3 7 0,0-2 1 0,3 0-10 15,0-2-1-15,-1-2 0 0,-3 2 4 0,0-4 0 16,2-2-2-16,-1-1-4 0,-3-2 1 0,1 2 0 15,-4-4-1-15,0-1 1 0,-2-2 4 0,-3 1-7 16,-1-2 3-16,-2 5-2 0,0-4 0 0,-1-1 0 16,0 3 0-16,-1-4-2 0,-2 7 1 0,0 2-3 15,0 1 4-15,2 0-5 0,-2 7-3 0,0 0 0 0,0-12-8 16,0 12-1-16,0 0 2 0,0 0-4 16,0 0 5-16,0 0 1 0,0 0-1 0,-13 23 4 15,9-12-2-15,2 1 5 0,-2-1 3 0,3 0-2 16,-3 3-3-16,4 3 2 0,-2-5 2 0,4-1-7 15,-1-1 4-15,2 0 4 0,2 0 0 0,0-1 15 0,2-1-10 16,2-3 6-16,0 1 2 0,4-2-2 16,-1-2-4-16,0-2 3 0,5 0 2 0,0 0 2 15,2-4-2-15,-6 2 1 0,-1 2 4 0,3-7-3 16,-2-2-2-16,-1 1 1 0,-3 2-12 0,1-3 6 16,-3-1 6-16,-1-1 1 0,-1 2-8 0,1-1-3 0,-2-1-1 15,0 1 2-15,1 2-4 0,-4 1-3 0,1-1 3 16,2 2 3-16,-4 6-4 0,0-9-1 0,0 9 0 15,0 0-7-15,4-6-5 0,-4 6 2 16,0 0 0-16,0 0-3 0,0 0 2 0,0 0 2 0,0 0 6 16,0 0-3-16,0 0-2 0,0 0 14 15,3 20-13-15,-3-20 0 0,3 8 6 0,-3-8-1 16,2 6 6-16,1 1-9 0,-3-7 5 0,6 6 4 16,-2-3 7-16,-4-3-15 0,9 6 3 0,-4-5 1 15,2 4 1-15,0-4-2 0,0 1-1 0,3-1 0 0,3 0 0 16,-7 1-1-16,2-2-5 0,-1 1 2 0,1 4 6 15,-2-4-4-15,2 1 6 0,-8-2-5 0,12 5-1 16,-12-5 3-16,11 4-2 0,-6 2-3 16,0-1-12-16,-2-1-13 0,2 1-20 0,-5-5-20 0,5 8-25 15,-5-8-25-15,4 5-24 0,-4-5-52 0,0 0-56 16,3 9-58-16,-3-9-167 0,0 0-519 0,0 0 230 16</inkml:trace>
  <inkml:trace contextRef="#ctx0" brushRef="#br0" timeOffset="131387.24">23420 6460 142 0,'-4'-4'280'0,"0"-1"-17"0,4 5-36 0,-4-7-25 15,4 7-30-15,-3-6-39 0,3 6-42 0,0 0-46 16,0 0-50-16,0 0-47 0,0 0-72 0,0 0-105 15,-8 18-249-15,3-10 110 0</inkml:trace>
  <inkml:trace contextRef="#ctx0" brushRef="#br0" timeOffset="131906.78">16511 9135 177 0,'-9'1'224'0,"1"2"-6"0,8-3 3 0,-14 0-5 0,14 0-3 16,-7 3-10-16,7-3-14 0,-7 1-12 0,7-1-21 15,0 0-19-15,0 0-14 0,0 0-10 0,0 0-12 16,0 0-12-16,27-4-8 0,-8-2-13 0,9 2-30 15,2-3-32-15,0-1-43 0,1 1-46 0,0 1-55 16,-2 0-42-16,-1 2-206 0,-10 3-417 0,1 1 184 16</inkml:trace>
  <inkml:trace contextRef="#ctx0" brushRef="#br0" timeOffset="132079.64">16653 9268 1941 0,'-19'10'122'16,"1"-2"-39"-16,-1-2-44 0,2 2-18 0,3 2-3 15,2-5-4-15,0 1 17 0,4-1 11 0,2 0-5 16,-1-1 2-16,2-3 0 0,5-1 0 0,-4 6-4 16,4-6-1-16,0 0-4 0,19 5-3 0,-6-5-6 15,17 0-31-15,0-4-24 0,2 0-46 0,4-2-60 16,2-1-49-16,-3 5-172 0,-1-3-389 0,2 1 173 0</inkml:trace>
  <inkml:trace contextRef="#ctx0" brushRef="#br0" timeOffset="133080.84">18514 8803 199 0,'-2'-7'226'15,"2"7"-7"-15,0-9-2 0,0 9 0 0,-1-10-12 0,1 10-15 16,-1-6-17-16,1 6-12 0,0 0-25 0,0 0-13 16,0 0-19-16,0 0-13 0,0 0-11 15,0 0-9-15,0 0-5 0,0 0-4 0,9 39 8 16,-5-14-3-16,1 3 6 0,-2 6 1 0,3 1-3 16,-3 0-1-16,0 11 4 0,-2-14 3 0,2 1-6 0,0 1 13 15,0-1-4-15,0-3-6 0,1 1-8 0,-2-4-1 16,1-2-8-16,1 0-4 0,-3-5 0 0,-1-1-9 15,0 0 1-15,1-1-7 0,-1-3-2 0,1-2-6 16,-1-1-1-16,0-1 0 0,2-1-9 0,-2-1-13 16,0 1-17-16,0-3-29 0,0-7-27 0,-2 12-20 15,2-12-19-15,-2 7-29 0,2-7-33 0,-4 6-47 16,4-6-41-16,0 0-233 0,0 0-526 16,0 0 232-16</inkml:trace>
  <inkml:trace contextRef="#ctx0" brushRef="#br0" timeOffset="133359.03">18972 9142 100 0,'0'0'200'16,"10"0"-11"-16,-10 0-3 0,13 0 3 0,-6-3-1 16,4 5-7-16,7-6-6 0,0 2-12 0,1 0-8 15,3 0-10-15,0 0-9 0,5 1-12 0,-4-1-6 16,-3 2-8-16,3-3-6 0,-4-1-7 0,0 3-1 15,-1 0-8-15,-4 1-3 0,-2 0-3 0,-1 0-8 16,0 1-7-16,-4-1-2 0,-7 0 2 0,10 0 2 16,-10 0 3-16,9 0 7 0,-9 0-6 0,0 0-9 15,11 0-1-15,-11 0-5 0,0 0-1 0,0 0-6 0,0 0-6 16,0 0-15-16,0 0-33 0,0 0-33 0,0 0-42 16,0 0-44-16,0 0-49 0,0 0-69 15,0 0-55-15,0 0-189 0,0 0-523 0,0 0 231 16</inkml:trace>
  <inkml:trace contextRef="#ctx0" brushRef="#br0" timeOffset="134281.44">20150 8735 143 0,'-4'-11'232'0,"1"5"-11"0,-1-3-10 0,-1 5-17 16,-1 0-15-16,-2 2-19 0,8 2-14 0,-15 2-7 16,6 6-7-16,-12 8 2 0,2 9 0 0,1 2-11 15,-7 14-2-15,6 1-6 0,4-9-5 0,-4 13-11 16,9-12-4-16,-1 10-4 0,4-11-7 0,2-2-7 16,5 0-6-16,1-2-2 0,3 1-1 0,1-1-2 15,3-4-12-15,1-1 0 0,0 0-7 0,5-3-7 0,-4-4-3 16,2-2 0-16,2 0-19 0,-1-2-28 15,2-2-25-15,-1-2-48 0,1 0-57 0,-3-2-61 16,-1-4-47-16,1 1-216 0,-3-1-503 0,1-3 222 16</inkml:trace>
  <inkml:trace contextRef="#ctx0" brushRef="#br0" timeOffset="134465.31">20374 9033 45 0,'3'-7'270'0,"-3"7"-27"0,0 0-25 0,4-7-19 16,-4 7-18-16,0 0-16 0,9-4-21 0,-9 4-11 15,16-4-11-15,-3 4-15 0,6-2-12 0,-1 3-38 16,3-1-43-16,-1 0-56 0,11 0-67 0,-11 1-61 16,-2-1-109-16,10 0-302 0,-8 0 134 0</inkml:trace>
  <inkml:trace contextRef="#ctx0" brushRef="#br0" timeOffset="134919.71">20907 8868 216 0,'0'0'259'0,"-1"-5"-13"0,1 5-21 0,0 0-25 16,0 0-22-16,0 0-5 0,0 0 2 0,0 0 0 15,-11 29-3-15,6-12-9 0,-1 9-14 0,-1-1-14 16,0 0-4-16,0 1-20 0,3-6-17 0,-1-1-8 15,1 5-4-15,1-5-7 0,1-2-9 0,0-1-6 16,1-3-5-16,1-3-7 0,0 1-4 0,-1-4-4 16,1-7-2-16,-1 15-2 0,-1-11 0 0,2-4-1 15,0 0-1-15,0 0 1 0,0 0-5 0,0 0 5 16,0 0-11-16,0 0 4 0,0 0-4 0,5-32-4 16,-1 14 10-16,1-6-18 0,2-4-5 0,0-1 0 15,1-3-14-15,1-3-3 0,0 1 0 0,5-16-7 0,2 1 5 16,-3-1-1-16,2 4-2 0,-3 12 4 15,0 4 4-15,-2-1 2 0,4 6 8 0,-2-1 6 16,-5 10 4-16,0 5 2 0,-2 0 3 0,-3 4-4 16,5 0-7-16,-3 2-3 0,-4 5-4 0,0 0 6 0,0 0-3 15,23 18 4-15,-14-1 7 0,2 6 3 0,-3 4 3 16,2 0 3-16,0 2 13 0,-1-1 8 0,1 1 2 16,-1-2 2-16,3-1-10 0,-6 0 6 15,4-1-4-15,-3-5-7 0,-1-1-2 0,-1-2-3 0,3 0-1 16,-2-1-4-16,1 1 3 0,-1-3-3 0,-1-2-23 15,-1-2-37-15,0 1-34 0,1-3-31 0,0 2-38 16,-4-3-45-16,2 3-35 0,-1-5-52 16,-2-5-45-16,-1 8-183 0,1-8-542 0,0 0 241 0</inkml:trace>
  <inkml:trace contextRef="#ctx0" brushRef="#br0" timeOffset="135096.6">20974 8946 78 0,'-7'-5'238'0,"7"5"-25"16,0 0-16-16,-2-8-20 0,2 8-19 0,0 0-18 16,14-11-9-16,-3 5-14 0,9 1-12 0,5-3-24 15,2-1-33-15,2 5-33 0,3-1-38 0,0-5-40 16,2 6-31-16,-3 0-17 0,4-2-8 0,0 0-5 16,-2 1-70-16,1 0-211 0,-4-3 94 15</inkml:trace>
  <inkml:trace contextRef="#ctx0" brushRef="#br0" timeOffset="135287.37">21472 8810 262 0,'14'-5'21'16,"-5"-4"32"-16,0 3 30 0,-2-5 11 0,-1 3 4 15,-2-3-2-15,0 1 21 0,-3-1 15 0,0 1 13 16,0-1 12-16,1 2 4 0,-2 1-5 0,0 8-1 16,0-11-2-16,0 11-14 0,0-12-14 0,0 12-10 15,1-5-19-15,-1 5-10 0,0 0-9 0,0 0-1 16,4 22-1-16,-3-8 8 0,-1 6-3 0,2 8-1 16,-2-1-6-16,0 2-3 0,0-1-7 0,-2-2-6 15,4-6-8-15,-4 8-4 0,2-2 8 0,0 0-16 0,-1 0 0 16,1-6-17-16,0-2-15 0,-1 0-30 15,1-2-23-15,-2 0-31 0,1-1-35 0,1-1-34 16,-1-1-44-16,-1-4-29 0,0 2-34 0,-1-5-136 16,1 3-422-16,-1-4 187 0</inkml:trace>
  <inkml:trace contextRef="#ctx0" brushRef="#br0" timeOffset="135661.57">21563 8581 227 0,'14'-16'236'0,"-4"2"-10"0,4 4-6 16,2-2 0-16,-1 4-18 0,0 2-14 0,-2 4-12 15,1-1-16-15,-1 2-14 0,2 1-15 0,-3 1-10 0,-1 1-15 16,2 0-8-16,-1 2-10 0,-1 2-11 0,-3-2-8 16,1 4-7-16,-3-1-3 0,-2 1-7 15,0 4-4-15,-3-4-3 0,-1 4-4 0,-3-2-6 16,0 1-7-16,-2 0-8 0,-2 1-11 0,1 0-12 0,-1-2-10 15,0 2-15-15,0-2-14 0,2-2-12 0,1 0-8 16,2 2 0-16,0-4-6 0,2 4 2 0,0-10 1 16,2 12-1-16,2-2 0 0,1-6 3 0,0 2 3 15,1 0 7-15,4-2 11 0,-1 2-3 0,-1 1 1 16,1-2 7-16,0 1 6 0,-4-1 5 0,2 2 1 16,-2 1 1-16,2 0 11 0,-2-1-1 0,-3 1 19 15,1-1 2-15,-3 0 4 0,0-7 7 16,-1 15 8-16,-1-6 2 0,-2-2-2 0,1-1 3 0,-4 3-5 15,2-2-1-15,-3-2-9 0,-1 4-22 0,0-6-29 16,3 0-41-16,-2-1-56 0,-1 0-195 0,-1-2-357 16,10 0 159-16</inkml:trace>
  <inkml:trace contextRef="#ctx0" brushRef="#br0" timeOffset="135877.79">22188 8345 172 0,'13'-3'232'0,"1"3"-10"16,0 3-2-16,1 3-2 0,0 3-8 0,1 6 5 15,3 7-14-15,-4 2-4 0,1 4-28 0,-3 1-18 0,-1 3-10 16,-2 13-15-16,-4-11-11 0,-3 12-9 0,-4-10-13 16,-5 9-5-16,-2 0-16 0,-7 0-33 15,2-12-31-15,-9 9-33 0,-3 0-42 0,-5-2-52 16,6-13-50-16,-11 9-59 0,-9-2-171 0,3-1-430 0,-4 0 190 15</inkml:trace>
  <inkml:trace contextRef="#ctx0" brushRef="#br0" timeOffset="136333.41">16934 10809 163 0,'-5'1'249'0,"5"-1"-18"15,-8 4-9-15,8-4-6 0,0 0-8 0,0 0-4 16,0 0-7-16,0 0-20 0,0 0-13 0,0 0-16 16,41-10-20-16,-23 3-11 0,12 2-10 0,1-6-31 15,-1 5-33-15,-1-4-38 0,3 4-46 0,0 3-63 16,-2-3-54-16,0 1-49 0,-9 4-151 0,0-1-388 16,-3 2 173-16</inkml:trace>
  <inkml:trace contextRef="#ctx0" brushRef="#br0" timeOffset="136508.94">17160 10927 1898 0,'-16'9'118'0,"-4"-2"-15"0,3 0-48 0,4-2-22 15,1 2-4-15,1-4 5 0,2 1 11 0,2 0 9 16,2-2 1-16,5-2 4 0,-10 4-5 0,10-4-4 16,0 0-3-16,0 0-4 0,0 0 0 0,27 5-6 15,0-11-7-15,5-1-21 0,6 0-32 0,16-3-35 16,1 1-47-16,0-3-36 0,-4 2-49 0,1 1-191 15,-1 2-411-15,-14 0 183 0</inkml:trace>
  <inkml:trace contextRef="#ctx0" brushRef="#br0" timeOffset="137444.46">19412 10207 181 0,'0'0'255'0,"0"-13"-5"16,0 13-17-16,0-9-27 0,0 9-17 0,0 0-28 15,0 0-15-15,0 0-17 0,0 0-14 0,0 0-10 16,0 0 10-16,5 31-1 0,0-7-7 0,-5 0-6 16,0 5 3-16,2 0-8 0,-2-1-2 0,0 1-4 15,-2-4-4-15,6 0-12 0,-6 2-4 0,3-8-6 16,-2 0 1-16,1 0-6 0,0-2-1 0,1 0-11 15,0 1-1-15,-2-1-4 0,1-5-5 0,0 1-6 16,0 3-2-16,-1-6-1 0,1 2-5 0,1-2-20 0,-2-3-28 16,1 3-32-16,0-10-30 0,-2 14-35 15,2-8-42-15,0-6-40 0,2 11-35 0,-2-11-204 16,-3 8-479-16,3-8 212 0</inkml:trace>
  <inkml:trace contextRef="#ctx0" brushRef="#br0" timeOffset="137620.06">19677 10477 87 0,'10'-5'192'0,"3"0"-6"15,-2 0 2-15,2 1-9 0,6-2-12 0,1 0-13 16,9-1-20-16,-4 1-13 0,5 0-11 16,-1 1-11-16,-1 1-8 0,0-1-20 0,-6 1-34 15,0 2-47-15,-3 0-39 0,-1 4-40 0,-2-4-45 0,-4 4-122 16,-4-4-277-16,-1 2 123 0</inkml:trace>
  <inkml:trace contextRef="#ctx0" brushRef="#br0" timeOffset="137821.71">20018 10297 149 0,'0'0'200'0,"0"0"-21"15,0 0 9-15,0 0 11 0,0 0 1 0,-14 16-3 16,10-5 0-16,0 1-10 0,0 3-14 0,0 2-2 15,2 0-21-15,-1 1-20 0,2 1-9 0,-2 1-9 16,2-1-5-16,1 1-20 0,-1-1-10 0,3 0-2 16,0-1-20-16,2 2-32 0,-2-2-31 0,5-2-36 15,-1 0-50-15,4-1-49 0,0-2-57 0,3-2-215 16,-3-2-449-16,6 0 198 0</inkml:trace>
  <inkml:trace contextRef="#ctx0" brushRef="#br0" timeOffset="138248.84">20477 10350 95 0,'2'-4'250'0,"-2"4"-17"0,0 0-12 0,0 0-2 16,0 0-7-16,-2 23-10 0,-4-8-10 0,3 1-12 16,-5 2-11-16,3 0-10 0,0 1-11 0,0 1-13 15,2-3-8-15,-1 2-12 0,2 0-12 0,-1-3-6 16,3-3-9-16,-1-1-9 0,0-1-9 0,1-3-8 15,-2-1-4-15,2-7-4 0,-1 11-3 0,1-11 1 16,1 9 7-16,-1-9 10 0,0 0 15 0,0 0-2 16,0 0-1-16,0 0-15 0,0 0-7 0,0 0-3 15,0 0 0-15,0 0-13 0,-2-35 0 0,2 18-11 16,2-2-8-16,1-5-7 0,2-4 7 0,0 1-23 16,3-5-4-16,2-2 0 0,3 0-5 0,-2-1 1 15,10-7-3-15,-11 13 0 0,4 3 7 0,-4 10-4 16,-1 1 1-16,1 2 7 0,-3 3-2 0,-3 6-2 15,1-2-6-15,1 6-4 0,-6 0 9 0,14 7 7 0,-6 2 9 16,1 7 5-16,2 7 1 0,-2 2 1 0,0 3 1 16,-1 0 3-16,-1-4-3 0,-1 1-1 15,1 3-3-15,1-3 4 0,-2-6-1 0,2 7-1 16,-2-7-4-16,1-2-4 0,-1 0 5 0,2 0-1 0,-2 0-28 16,-2-5-35-16,1-1-31 0,-2 0-36 0,1 0-35 15,-2-2-35-15,3 1-51 0,-1-5-50 16,-3 2-253-16,-1-7-585 0,2 9 259 0</inkml:trace>
  <inkml:trace contextRef="#ctx0" brushRef="#br0" timeOffset="138423.65">20538 10396 5 0,'-4'-7'252'0,"4"7"-22"0,-2-6-16 0,2 6-14 16,0 0-15-16,0 0-18 0,0 0-13 0,7-8-13 15,5 6-11-15,6-2-15 0,3 0-14 0,6 1-27 16,4-1-27-16,0 0-52 0,-1-1-52 0,2 2-50 16,1-1-50-16,-7 1-125 0,-3 1-305 0,4-2 136 15</inkml:trace>
  <inkml:trace contextRef="#ctx0" brushRef="#br0" timeOffset="138640.6">21049 10175 132 0,'0'0'257'0,"0"-10"-5"0,0 10-9 16,0 0-24-16,3-7-23 0,-3 7-18 0,0 0-10 16,0 0 2-16,0 0 1 0,0 0 6 0,0 32-3 15,0-7-11-15,-3-5-11 0,2 5-21 0,0 3-5 16,2 1-10-16,-2 0-18 0,-2-2-8 0,3 0-5 16,0-2-8-16,0-5-10 0,1-1-10 0,-1 0-26 15,0 1-26-15,0-2-24 0,3-2-32 0,-2 2-31 16,-1-5-37-16,3 2-34 0,-2-4-39 0,0-1-36 15,1-1-221-15,-2-3-486 0,0-6 215 0</inkml:trace>
  <inkml:trace contextRef="#ctx0" brushRef="#br0" timeOffset="139003.63">21130 10073 138 0,'9'-23'235'0,"0"5"0"0,1 3-12 0,3 1-15 15,-1-1-19-15,1 5-10 0,4 3-21 16,-4 3-12-16,-1-1-15 0,2 4-12 0,4 0-13 16,-1 8-6-16,-1-2-8 0,-1 5-9 0,0-1-12 15,-2 4-2-15,-6-3-9 0,2 5-1 0,0 1-8 16,-5 0-5-16,0 1-5 0,-4-1-4 0,-1-2-3 16,1 1-3-16,-4 1-2 0,1-5-7 0,-1 0-10 0,1-1-18 15,1-1-6-15,2-1-11 0,-1 0-9 16,1-8 0-16,0 11-2 0,0-11 5 0,3 9-4 15,-3-9-2-15,6 7-1 0,0-4 8 0,0-1 3 0,-6-2 0 16,15 3 5-16,-9-2 2 0,-6-1 4 16,12 1-2-16,-12-1 10 0,9 2 6 0,-9-2 6 15,6 4 12-15,-6-4 14 0,1 7 12 0,-1-7 5 16,0 0 6-16,-7 15-5 0,-1-8-3 0,0 1-3 0,-1-2-2 16,-2 2-6-16,-3 2-4 0,0-1-3 15,-3-1-3-15,2 1-24 0,-2-2-28 0,-1 3-39 16,2-2-61-16,0-1-76 0,5 0-228 0,-1-1-464 0,-2-2 206 15</inkml:trace>
  <inkml:trace contextRef="#ctx0" brushRef="#br0" timeOffset="139580.76">22578 10439 84 0,'-17'5'251'16,"6"-2"3"-16,0-1 5 0,5 0 3 0,-2-1-4 16,8-1-5-16,0 0-20 0,0 0-18 0,0 0-26 15,0 0-12-15,23-30-21 0,0 13 1 0,4-3-28 16,0 0-16-16,2-2-4 0,-2-1-14 0,0 6-4 15,-1-8-10-15,0 5-3 0,-5-3-6 0,-3 3-6 16,-2-3-12-16,-3 2 0 0,-6 2-1 0,0 2-7 16,0 1 2-16,-5 4 1 0,2-4-6 0,-3 7 11 15,-2-1-17-15,0 3-3 0,1 7 2 0,-4-9-8 16,4 9-7-16,0 0 4 0,-13 4 5 0,13-4 1 16,-15 18 1-16,10-4-9 0,-3 2 2 15,-1 2-3-15,5 0-5 0,2-1 0 0,-1 0-3 0,3-1-7 16,0-1 7-16,4-2-1 0,1-2-4 0,3-2 8 15,-1 1-5-15,4-3 1 0,5 1-7 0,0-4 10 16,1 0-3-16,0-5-3 0,1-2-2 0,-1 0-5 16,0-4-2-16,1 0-1 0,-5 0 5 0,-1 0 2 15,0-5-10-15,-3 2 7 0,-1-1-4 0,2 0 3 16,-1-5-4-16,-2 1 0 0,-1 1 5 0,-1 2-6 16,0 2 2-16,-1 0 0 0,-1 0-1 0,-1 2-1 15,-1 1-4-15,-1 7-2 0,6-8-2 0,-6 8 0 0,0 0-1 16,0 0-3-16,0 0 12 0,4 18-5 0,-3-4 4 15,-1 3 6-15,1 6-8 0,-2-3 5 16,2 7-3-16,-2-1 1 0,2 0 4 0,-1-1 1 16,0-4-7-16,0-2 3 0,0-2-12 0,0 2-16 0,1-2-28 15,-1-5-36-15,-2 1-44 0,2 0-47 0,-1-3-46 16,1 0-59-16,-3-1-281 0,2-2-618 0,-3-1 273 16</inkml:trace>
  <inkml:trace contextRef="#ctx0" brushRef="#br0" timeOffset="139767.94">22748 9845 56 0,'-2'-9'310'0,"1"-1"-37"0,-3 3-23 0,4 7-27 0,-1-11-27 15,1 11-32-15,0 0-27 0,5-8-38 0,-5 8-42 16,9 0-53-16,-9 0-76 0,24 4-69 0,-11 1-119 15,15 0-280-15,0 3 124 0</inkml:trace>
  <inkml:trace contextRef="#ctx0" brushRef="#br0" timeOffset="141044.93">24351 9926 189 0,'0'0'254'0,"-10"-8"-10"0,5 6-13 16,-5 1-2-16,10 1-11 0,-24 7-13 0,7 2-15 15,-1 2-7-15,-2 7-12 0,-1 1-11 16,3 5-7-16,-2-3-18 0,5 1-12 0,-1-3-12 16,6 0-11-16,5-2-10 0,0 0-7 0,4 0-10 0,1 0-8 15,5-1-5-15,1-2-10 0,3 1-17 0,5-3-20 16,2-2-20-16,4 0-24 0,5-2-18 0,3-2-27 16,1-3-30-16,4-2-19 0,-1-2-12 15,1-3-13-15,0-1 7 0,1-3 15 0,-3 0 6 0,-1-2 8 16,-5 0 14-16,1-4 20 0,-11 4 13 0,3-4 5 15,-4 1 17-15,0-2 18 0,-5-2 0 0,4-7 22 16,-5 8 4-16,-2-4 16 0,-2 3 14 16,0-1 11-16,-4 2 5 0,-1 5 14 0,-1 0 15 0,1 0 0 15,-3 5 5-15,-1 0-4 0,-4 3 10 0,-2 1 0 16,-1 4 4-16,-5 4 6 0,-2 7-7 16,0 3-11-16,1-1 4 0,-2 4-6 0,3 1-14 0,7-3-6 15,-4 3-6-15,5-2-4 0,4-3-8 0,2-2 2 16,2 1-5-16,1-1-3 0,1-3-3 0,2 0 0 15,1 0 5-15,2-1 0 0,1-1 0 0,4-3 0 16,-2 0-3-16,1-4-2 0,2-1-1 0,-1 0-2 16,-2-2-3-16,2-2 1 0,-1-1-8 0,-1-1 5 15,0-1-1-15,-2-2-2 0,1 1 1 0,-2-4-5 16,2 1 1-16,-3 1 1 0,1-3-7 0,-2-1 3 16,0-2 1-16,1 4-3 0,-5 2 0 0,1 2-2 15,2 3-4-15,-3 5 4 0,2-10-6 0,-2 10-1 16,3-8-5-16,-3 8 1 0,0 0-2 0,0 0 3 15,0 0-4-15,0 0 5 0,1 26 0 0,-1-19-1 16,4 5 1-16,-4 0 3 0,3-1-1 0,-1 0-1 0,2-1 12 16,1-1-7-16,2 1-5 0,-1-3 5 15,3 1 1-15,-3-2 9 0,3 0 8 0,5-2 3 16,-3-2-5-16,4-3 4 0,-2 0-7 0,4-3 5 16,3-2-7-16,-4-1 3 0,1-3 11 0,-2-1-8 0,0 0-2 15,1-3 2-15,-7 0-5 0,4-2-4 16,-4 1 2-16,-2-4 0 0,2-6 2 0,0-1-6 15,-2 0 2-15,-1-2-1 0,-2 1 1 0,1-2 3 16,-1-1-6-16,-2 0 9 0,-1 2-7 0,-1 1 2 0,3 7 12 16,-3 3 23-16,0 1-5 0,0 6 5 0,0 1-5 15,0 3 2-15,0 6-24 0,0-11 2 16,0 11-9-16,0 0 3 0,0 0-5 0,0 0 1 16,-15 31-7-16,7-7 5 0,-1 7 3 0,-1-1-2 0,2 0-8 15,3 0 2-15,0-2 5 0,4 4-8 16,2-2 4-16,2-3 0 0,0-3 5 0,5 1 2 15,2-4 3-15,-2-4-11 0,4-1 2 0,0-4 6 0,1 0-3 16,2-2 0-16,1-1-2 0,2-2 3 0,-2-4 6 16,4-3-4-16,-4 0-5 0,2-2 4 0,0-5-6 15,0 0 0-15,-2 0 3 0,1-5-3 0,-3-3-6 16,-1 1 2-16,-2-2-3 0,1-7 6 0,-5 6 5 16,1-9-5-16,2-1-16 0,-6 1-8 0,0-1 6 15,1 1-2-15,-5-3-8 0,2 4 10 0,0 4 8 16,-2 6 2-16,0-2-3 0,-2 5-4 15,4 1 7-15,-6 2-4 0,4 9-5 0,0-12-6 0,0 12 7 16,0 0-3-16,0 0-3 0,0 0-4 0,0 0 17 16,-11 35 0-16,2-12-3 0,2 2 11 0,0 2 0 15,1 2-5-15,4-3 8 0,1-6 3 0,1 5-12 16,1-6 8-16,3-2 5 0,0 1 5 0,2-2 1 16,2-2-4-16,3 1 5 0,-2-5-4 0,0 0 1 15,2-1-6-15,0-3 12 0,0-2-19 0,3-1-5 16,-1-2 1-16,-1-3-2 0,1 0-6 0,5-3 7 15,-5 0-8-15,-2-1 0 0,5-4-14 0,-5 2 3 16,0-6 3-16,-1 1 1 0,-1-3-15 0,-1 1 9 16,-2-2-10-16,-2-1 1 0,0 0-7 0,-2 2 10 15,1-1 2-15,-3 5 2 0,2 1 2 0,-4 2 0 16,-1 0 13-16,1 2-11 0,2 7 7 0,-8-6 0 16,2 5 2-16,6 1 17 0,-27 7-6 0,10 3 1 0,-2-1 0 15,-2 8-2-15,4-3 5 0,0 6-2 16,7-6 5-16,2 2-7 0,2-1-8 0,3-3-20 0,5 5-21 15,1-5-24-15,1-1-25 0,3 0-21 0,8-2-35 16,9 3-45-16,3-3-36 0,4-5-30 0,0-3-19 16,3 0-198-16,-1-2-523 0,3-2 231 0</inkml:trace>
  <inkml:trace contextRef="#ctx0" brushRef="#br0" timeOffset="141438.78">25806 9978 23 0,'12'-13'103'0,"-2"0"28"0,-1 0-1 15,-5 0 19-15,-2 2 18 0,0 1 2 0,-2 1 10 16,-2-1 17-16,-4 2-6 0,1 3-8 0,-3 0-4 15,-4 2-1-15,-1 3-7 0,-6 3-1 0,-1 2-11 16,2 0-4-16,-2 3-1 0,0 7-20 0,4-2-4 16,1-1-16-16,1-1-4 0,3 3-11 0,1 0-9 15,4-3-12-15,0 3-9 0,5-1 2 0,1-2-12 16,0 1-10-16,5-3 0 0,-1-1-3 0,5-1-10 16,1-1-11-16,2-2-9 0,2-2-6 0,4-2-8 15,-2-4-2-15,2 0-2 0,0-2 0 0,-2-1-1 16,-1-1-2-16,-4-3 3 0,3-1-4 0,-3-3 5 15,-1 1 0-15,-4-3-3 0,1-1 1 0,-1-2-2 16,-2-5 7-16,-3 1-4 0,3-1 0 0,1-2 3 16,-4-2 1-16,1 0-6 0,-1-1 1 0,0 0 2 15,3-1 1-15,-2 0 4 0,0 3 15 0,-2 3 15 16,1 10 6-16,0 2 12 0,2 3 2 0,-3 0 0 16,0 2-18-16,0 8 3 0,0 0-4 0,0 0-2 15,0 0 7-15,0 0 6 0,-4 29 5 0,-1-2 0 16,0-1 2-16,1 7-12 0,-1-5 0 0,-1 2-2 15,3 0-7-15,1-2 7 0,4-1-11 0,-2 2 1 16,3 4-28-16,-1-3-32 0,7-5-37 0,-2 3-38 16,0-3-32-16,3 2-49 0,0-4-48 0,-2-5-60 15,3-2-62-15,-1 0-197 0,3-5-600 0,-4-2 265 16</inkml:trace>
  <inkml:trace contextRef="#ctx0" brushRef="#br0" timeOffset="142220.99">26904 10131 259 0,'0'0'266'0,"2"-14"-10"0,0 0-11 0,0 2-16 16,-1-5-9-16,1-2-15 0,4 0 12 0,-2 1-37 15,1-9-15-15,4 3-11 0,-4-2-14 16,4-1-10-16,1-1-3 0,0-2-21 0,1 0-12 0,-2 1-7 15,3-3-8-15,0 3-12 0,-3-2-8 0,-3 0-2 16,0 0-4-16,1 2-10 0,-3 2-4 0,-2 9 2 16,0 0-2-16,-2 6-4 0,0 1-8 0,-4 2-4 15,4 1 1-15,-4 3-5 0,4 5-4 0,-7-5 5 16,7 5-10-16,-20 8-2 0,7 2-1 0,-1 2 1 16,-6 6-1-16,-1 1-3 0,1 1 0 15,7-4 2-15,4-2-2 0,-1 1-5 0,4-3 5 0,4-2 4 16,2 2 3-16,4-2 4 0,1 1 2 0,4-2-6 15,8 3 0-15,0-4-2 0,8 1-6 0,3-3-3 16,3 1 1-16,-1-5-8 0,1 0 1 0,-2 0 0 16,-2-1-2-16,-6-1 1 0,-1 0-5 0,-5 0 2 15,-2 0-2-15,-3 0 4 0,1 0-2 0,-4 0 0 16,5 3 0-16,-6-1-2 0,1 3 4 0,-1-1-5 16,0 1 4-16,-2 3 1 0,3 1 2 0,-3 0 2 15,0 0 0-15,-2 2 1 0,3 1 5 0,2 0-1 16,-1 2-3-16,-1-5 4 0,1 0 0 0,1 2 2 0,1-4 1 15,0-1-1-15,5-3 1 0,1 0-1 16,4 0-3-16,11-7 4 0,0 2-4 0,0-4 1 16,1 0 0-16,-1-3 1 0,0-3 4 0,0 1-2 0,0-4-2 15,-10 5 4-15,3-5-8 0,-8 2 4 0,8-3-1 16,-10 0-2-16,2 1 0 0,-3-2 1 16,0-1-1-16,-5 2 4 0,3-9-3 0,-6 6-1 15,-3 0-1-15,-3 1 0 0,-2 1 0 0,3 2-2 0,-5 4 5 16,1-1-1-16,-1 4-4 0,-2-1 4 0,0 5-2 15,-2 1-1-15,-5 6 4 0,0 1-1 0,-2 6 2 16,1 1 2-16,-8 5-8 0,6 4 37 16,6-5-7-16,0 7 0 0,4-5-2 0,5 0-6 0,3 0 0 15,1 1-6-15,3-3-2 0,6 0-21 0,2-1-23 16,9 4-40-16,-4-6-45 0,11-1-65 16,-3-2-71-16,3-3-66 0,5-4-173 0,-3 2-532 0,0-2 236 15</inkml:trace>
  <inkml:trace contextRef="#ctx0" brushRef="#br0" timeOffset="142458.15">28142 9378 115 0,'0'-10'339'0,"0"-1"-8"16,1 3-5-16,-1 8-21 0,0-11-30 0,0 11-27 15,1-7-25-15,-1 7-25 0,0 0-6 0,0 0 12 16,0 0 2-16,-7 40-12 0,2-18-10 0,0 5-5 15,1 1-27-15,0-1-13 0,0-1-15 0,3 2-8 16,-3-1-10-16,1-3-16 0,2 1-7 0,-3-6-11 16,3 2-13-16,1-4-32 0,0 3-46 0,-1-2-31 15,1-4-40-15,1 3-31 0,-1-3-46 0,1-4-39 16,-2 0-40-16,1-3-46 0,0-7-258 0,-5 12-595 16,2-7 264-16</inkml:trace>
  <inkml:trace contextRef="#ctx0" brushRef="#br0" timeOffset="143077.64">28013 9601 163 0,'5'-8'198'15,"1"0"-9"-15,1 1-9 0,5-2-8 0,0 1-2 16,2 1-9-16,6 0-9 0,-1 1-8 0,-2 1-10 16,1 1-13-16,-2 0-8 0,-2 4 0 0,-1 1-8 0,-1 2-5 15,1 2 7-15,-2 0 1 0,0 3 1 16,-1 1-10-16,0 3-3 0,-1-2-2 0,0 5 0 15,-4-4-5-15,2-1 2 0,0 1-18 0,-2 1-1 16,2-1-12-16,-2-1 0 0,2 0-7 0,1-3-7 0,0 1-3 16,-1-1 1-16,2-1-7 0,2-1 2 15,0 0-1-15,0-4-6 0,2 1-5 0,-1-1-1 16,-1-2-1-16,0-1 2 0,-2 2-8 0,-1-3 12 0,-1-1-16 16,1-3 7-16,1 1-9 0,-5-1-2 0,3-2-4 15,-1 0 8-15,-3-2-5 0,-1 2-4 16,1-3-1-16,-2 0 1 0,1-8-2 0,-1 5 10 15,0-2-7-15,-1 2-4 0,0 0 0 0,-1 4-3 16,1 5 4-16,-1-5-3 0,1 11-2 0,0-10 4 0,0 10-4 16,0-9 4-16,0 9-13 0,0 0 1 0,0 0 2 15,0 0 3-15,0 0-1 0,0 0 3 16,-8 31-4-16,8-19 8 0,-2 0-2 0,2 2-4 16,0 0 1-16,0-3 7 0,0 0-2 0,2 1 9 0,2 0-8 15,-2-1 8-15,3-3 10 0,-1 1 0 0,4-1 6 16,0-1 9-16,-3-2-2 0,2-3-2 0,2 3 1 15,-1-2 10-15,2-1-9 0,0-2 3 0,2-2-6 16,-1-1-3-16,1-1-3 0,1 3 0 0,-1-6-5 16,-3 1 0-16,2-1-2 0,-5-2 0 0,5 2-6 15,-4-4-6-15,-1 1 2 0,1-4-14 0,0-1-13 16,0-1 2-16,-1 1 0 0,-1 0 2 0,0-2-3 16,2 6 0-16,-3 3 8 0,-2-4-2 15,1 6-1-15,-1 0 0 0,2 1-1 0,-4 5-1 0,5-7-1 16,-5 7-7-16,0 0 9 0,0 0 7 15,13 8-1-15,-11 0 4 0,1-1-3 0,0 3 6 0,-1 0-1 16,2 2 0-16,-3-1-1 0,2 2 3 0,0-1 6 16,-2 1-7-16,1-1-8 0,1 1-37 0,0-2-40 15,-3 5-43-15,0-4-48 0,-2-1-61 0,3-2-50 16,-1 0-258-16,-2-2-591 0,2-7 261 0</inkml:trace>
  <inkml:trace contextRef="#ctx0" brushRef="#br0" timeOffset="143355.34">28889 9694 90 0,'0'0'267'0,"0"0"-16"0,0 0-4 0,11 0 4 16,-11 0 8-16,0 0-8 0,0 0 4 0,0 0-15 15,11-1-10-15,-11 1-12 0,0 0-10 0,0 0-16 16,3-6-9-16,-3 6-20 0,0 0-13 0,4-13-9 16,-4 8-12-16,0 5-1 0,3-14-19 0,0 8 6 15,2-4-13-15,3 0-11 0,-3 0-12 0,3 1-2 16,1-4-9-16,3-1-6 0,-4 5-3 0,0-1-9 15,-1 1 9-15,2-1-5 0,-1 2-3 0,-2 0 4 16,-2 4-12-16,2-1-5 0,0 3-8 0,-6 2-5 16,6-3-3-16,-6 3-3 0,0 0-1 0,12 8-1 15,-9-3 0-15,1 3 0 0,0 0-3 0,0 2-2 0,-3 0-3 16,0 1-40-16,2 0-45 0,-2 0-58 16,-1-1-37-16,2 2-47 0,-2 1-66 0,2-4-71 15,-2 2-295-15,5-4-703 0,3 1 311 0</inkml:trace>
  <inkml:trace contextRef="#ctx0" brushRef="#br0" timeOffset="144210.57">29664 9679 25 0,'23'-18'83'0,"-3"2"-8"15,-7 3 2-15,0-2-5 0,-3-1 1 0,-2 0-8 16,-2 0 1-16,-1 1 5 0,-2 3 8 0,-4-1-6 16,-1-3 1-16,-1 0-3 0,-4 1 2 0,-1 0 14 15,-4 2 6-15,-1-2 7 0,-1 2 4 0,-1 4 0 16,0-1-7-16,1 4 0 0,-2 1-10 0,2 4 4 16,-7 2 2-16,3 3 5 0,-2 5-3 0,2 1 2 0,-5 7 19 15,0 3-7-15,6 2-7 0,-2 0-4 0,6 1 4 16,1 1-3-16,4 0-4 0,3-7-4 15,2 2-8-15,2-2 0 0,1 1-7 0,4-2-2 16,0 0 4-16,1-4-13 0,5-1-8 0,3 2-2 0,1-4-5 16,4-2 3-16,0-1-5 0,3-3-5 0,6-1-1 15,-4-3-4-15,5 0-1 0,-3-5 2 0,-6 0-5 16,0-2 0-16,-2 2 4 0,-7-3-10 0,0-3 9 16,2-2-9-16,-1-1-9 0,-2-8 2 0,0 0-4 15,-4-4-2-15,1-1 1 0,-2-1-3 0,-4 0 2 16,0-6-1-16,1 1-6 0,1 0 2 0,-2 1 9 15,-2 0 15-15,2-1 2 0,0 0 3 0,-1 4 1 16,2 3 9-16,-2 7 2 0,1 3 1 0,0 6 2 16,0 0-6-16,0 1-21 0,0 10 9 0,0-11-8 15,0 11-8-15,0 0 0 0,0 0-3 0,0 0-5 16,-7 25 2-16,3-1-3 0,-4 4 1 16,3 4-2-16,0-3-6 0,4 3 3 0,-1-2-4 0,1-2 1 15,0 1 8-15,2-2-5 0,3 0-5 0,2-1 2 16,-2-8-1-16,3-2 3 0,3 1 2 0,-3-3 0 15,4 0-1-15,-1-4-1 0,4 1 7 0,0-1 0 16,4-3 0-16,-2-2-6 0,1-2-4 0,2-1-3 16,-2-2-7-16,1-4-2 0,-2-1 3 0,2-2-5 15,-6 0-6-15,2-4 2 0,-3-3-18 0,2-1 2 16,-4-1-12-16,-1-2 6 0,2-6-7 0,-4 1-5 16,2-3 5-16,-4 1-9 0,-2 1 16 0,0 8-5 15,-2 1 10-15,0 3 4 0,1 1 7 0,0 1 2 16,-1 10 0-16,-1-10-1 0,1 10 2 0,0 0 3 15,0 0 6-15,0 0 7 0,0 0 3 0,-18 32 5 16,12-15-2-16,1 2-2 0,1-1 4 0,1 2-3 16,1 0 0-16,3-1 8 0,1 0-36 0,1 1-31 15,4-4-31-15,0 1-37 0,1-2-36 0,1-2-54 16,3 0-56-16,-1-5-64 0,-4 0-194 0,5-2-571 16,-2-3 253-16</inkml:trace>
  <inkml:trace contextRef="#ctx0" brushRef="#br0" timeOffset="144360.87">30005 9178 46 0,'-1'-5'214'0,"1"5"-50"16,-3-9-56-16,3 9-47 0,6-9-42 15,2 5-53-15,3 2-63 0,8-2-104 0,8 0 47 16</inkml:trace>
  <inkml:trace contextRef="#ctx0" brushRef="#br0" timeOffset="144617.6">30460 9064 64 0,'0'0'279'0,"-6"-10"-9"16,6 10-22-16,0 0-14 0,0 0-11 0,0 0 6 15,0 0-3-15,-9 18 8 0,1 0 0 0,2 6-10 0,-2 8-12 16,0 1-4-16,0 13-20 0,-3 2-6 15,2 1-9-15,0-3-12 0,2 0-17 0,0-14-9 16,3 4-11-16,1-3-11 0,-1 1-15 0,0-1-4 16,2-2-13-16,3-3-16 0,-4 0 2 0,2-2-2 0,0-1-7 15,1 1-4-15,1-10-6 0,-1 1-12 0,1-2-5 16,-1-2-40-16,0-3-38 0,2 0-42 0,-2 0-32 16,0-3-35-16,0-7-29 0,0 11-38 15,0-11-30-15,0 6-18 0,0-6-35 0,0 0-218 16,0 0-568-16,0 0 252 0</inkml:trace>
  <inkml:trace contextRef="#ctx0" brushRef="#br0" timeOffset="144954.97">30275 9617 1540 0,'11'-24'8'0,"3"2"-13"16,2 2 9-16,3 1-6 0,0-2-2 0,2 2 4 16,4 0 4-16,1 0 8 0,2-3 5 0,0 2 2 0,1 1 2 15,1 0 2-15,-2-1 3 0,-4 1-7 0,3-1-4 16,-4 1 2-16,-5 0 11 0,1 2 10 15,-4 1 6-15,2-5 15 0,-2 1 9 0,-8 2 5 16,0 1-1-16,-1-1-3 0,-3-3-1 0,2 2-4 16,-2 4 7-16,-2-1 10 0,0 5 0 0,-2 1 3 0,1 2 0 15,0 8-7-15,-1-11-9 0,1 11-9 0,0 0-13 16,1-7-4-16,-1 7-2 0,0 0-3 16,0 0 4-16,-14 33 10 0,8-7 8 0,-1 3 0 0,1 7 11 15,-2 9 11-15,3-9 5 0,1-2-2 0,1 1 13 16,-1 0 6-16,2 10-7 0,1-12-5 0,2-1-5 15,1-1 0-15,0-2-14 0,1-1-10 0,-2-3 0 16,-1-6-7-16,3 7-5 0,1-7-6 16,-3-1-8-16,0 1-1 0,4-3-30 0,-2-4-57 0,-1 0-48 15,-1-3-38-15,1 3-34 0,-1-5-56 0,0 1-42 16,-1-8-32-16,-1 9-251 0,1-9-599 0,-8 4 265 16</inkml:trace>
  <inkml:trace contextRef="#ctx0" brushRef="#br0" timeOffset="145843.44">30667 9513 131 0,'16'-10'192'0,"1"-2"2"0,8-1 4 0,-2-1-3 16,1-2-10-16,3 3-13 0,-3 0-13 0,2-2-13 16,-2 1-12-16,-6 3-13 0,0 0-7 0,-2-1-5 15,2 0-5-15,-4 0-5 0,0 0 4 0,-1 0 1 16,-3 0 1-16,2-1-7 0,-7 2-7 0,-1 0-9 15,0 1-4-15,0 1-8 0,-2 0 6 16,-2 0-9-16,0 9-2 0,4-12-12 0,-4 12-5 0,-3-9-5 16,3 9-2-16,0 0-9 0,-3-6-4 0,3 6-1 15,0 0-4-15,0 0-7 0,-19 13 5 0,11-4 2 16,-3 4 5-16,1-2-5 0,4 1 0 0,-3 3-9 16,1-1 0-16,0 2 2 0,2-2-5 0,0-2 7 15,3 1-4-15,2-1-6 0,0-1 2 0,1-2 0 16,1 1 0-16,0-1-5 0,1-2-2 0,1 3 7 15,4-2-1-15,-4-2-25 0,4 1 3 0,-1-1 3 16,2-2-1-16,3 0 7 0,0-1 1 0,0-1 3 16,1 1-2-16,1-2 13 0,-1 0-8 15,1-1-1-15,1 0-2 0,-2-1 6 0,2-3-1 0,-3 2-4 16,1 0 3-16,0-2 1 0,-1 1 0 0,0-3-2 16,-2 1 3-16,1-3-3 0,-1 1-4 0,3-3-7 15,-2-3 2-15,-2 2-3 0,-1-1 1 0,2-3-6 16,-1-2 1-16,0 1-3 0,-1-2 5 0,0 0 3 15,-2 0 0-15,1-8 0 0,-5 9-3 0,1 4 7 16,-2 3 1-16,0-2 10 0,1 2 4 0,-2 0 5 16,1 10 2-16,0-12 1 0,0 12 5 0,-3-10-1 15,3 4-4-15,0 6-7 0,-2-10 1 0,2 10-2 16,0 0-2-16,-3-7-5 0,3 7 0 0,0 0 3 16,0 0-4-16,0 0-7 0,-3-8-14 0,3 8-9 15,0 0 0-15,0 0 4 0,0 0-2 0,0 0 5 16,0 0 1-16,0 0-4 0,19 12 10 0,-11-10-5 15,3-1 7-15,1 3-4 0,1-2 3 0,-1 0 1 16,2 0 5-16,-3 0-5 0,0-1 3 0,-1 2 1 16,0 0-6-16,-4-2 6 0,1 1-2 0,-7-2 1 15,12 4-3-15,-9 1 3 0,1 0-1 0,2 4 3 16,-2 0-1-16,1 1 6 0,-2 3 22 0,0 3-6 16,-1-3 2-16,-4-1 3 0,4 4 0 0,-2 1 11 15,0-3-12-15,1-1 4 0,0-1-6 0,-1 0-4 16,2-3 2-16,-1 2 4 0,-1-2-12 0,1-1 4 15,0-2-4-15,2-1 6 0,1 2-5 0,0-3 7 16,-4-4 4-16,6 9-6 0,-1-5-1 0,0-2 6 16,3 0-8-16,-8-2-1 0,18 0 1 0,-10-2 2 15,2 0 5-15,1-2-1 0,-2-2-9 0,-1 3 2 16,2-5-5-16,-2 0 8 0,-2-2-5 0,1 0 0 16,-2-3 1-16,0-2-2 0,-1-2-1 0,-1 1 4 15,1 0-1-15,-2-3-6 0,-1 3 2 0,0 5 1 16,-1-1-4-16,-2-1 7 0,0 7 0 0,2 6-2 0,-2-13-2 15,2 13 1-15,-4-6-10 0,4 6 1 16,0 0 6-16,-17 4-4 0,8 4-3 16,2 2 3-16,-3 0 0 0,3 0-6 0,2 2-13 0,-3 3-20 0,1-4-20 15,5 6-24-15,0-2-24 0,2-2-24 0,1-1-30 16,4 1-35-16,0-3-27 0,2 1-23 16,3 1-12-16,-1-2-148 0,-3-2-441 0,3-2 195 15</inkml:trace>
  <inkml:trace contextRef="#ctx0" brushRef="#br0" timeOffset="146041.14">31650 9396 100 0,'4'-5'142'0,"-4"5"9"16,6-15-1-16,-3 3 4 0,2 2 7 0,0-3 3 16,4-2 1-16,-3 0-6 0,1 1-8 15,2-3 0-15,0-2-2 0,0 7 4 0,1-4 3 0,-1 6-1 16,-3 1 0-16,-1 3-7 0,-1-1-18 0,1 2-3 16,-5 5-22-16,8-5-18 0,-8 5-9 0,0 0-6 15,0 0-6-15,14 12-10 0,-12-4-2 16,2 1-3-16,-2 2-12 0,-1 0 3 0,1 1-7 0,0 1-8 15,-1 1-26-15,3-2-17 0,-3 4-40 0,2-4-53 16,-3-1-43-16,1-2-52 0,3 1-52 0,-2-1-202 16,0-2-494-16,0-2 219 0</inkml:trace>
  <inkml:trace contextRef="#ctx0" brushRef="#br0" timeOffset="146430.75">32004 9204 199 0,'0'-10'270'0,"-1"3"-7"16,1 7-4-16,0-13-19 0,0 13-22 0,-2-9-24 16,2 9-21-16,0 0-10 0,0 0-6 0,0 0-5 15,-21 21-6-15,12-7-10 0,1 0-15 0,-5 1-12 16,7 1-13-16,3-3-1 0,-3 0-16 0,5-1-5 16,1 5-9-16,1-3-5 0,4-4-3 0,0 2-6 15,8 1-2-15,-3-5-4 0,7 0-5 0,1-2-5 16,0-1-6-16,0-3-5 0,1-1-4 0,1-2-6 15,11-3 5-15,-16 1-5 0,4-4-5 0,-3 0 5 0,-2 1-1 16,-5-2 0-16,6-3 0 0,-5 2-4 16,-1-4-8-16,-1-3 5 0,-1 0 2 0,2-7-6 15,-5 5 3-15,-1 0-2 0,-2 0 0 0,0 1 0 16,-2 1-3-16,0 4 5 0,1 1 3 0,-3 1 5 16,1 4 3-16,2 6-1 0,-4-9-5 0,4 9 6 15,0 0 4-15,-15 6 20 0,3 5 13 0,3 3-2 16,-4-1-4-16,3 2-1 0,-3 2-1 0,6 1-3 15,-1-4-6-15,3 5 1 0,3-1-6 0,1-2-15 16,2 0-30-16,2 0-47 0,5-1-35 0,2-2-41 16,4 1-53-16,2 0-75 0,9-5-60 0,1 0-214 15,2-3-581-15,1 0 257 0</inkml:trace>
  <inkml:trace contextRef="#ctx0" brushRef="#br0" timeOffset="146591.81">32617 9350 2912 0,'9'-5'186'0,"0"-2"-29"0,-2 2-84 0,-3-2 18 15,-4 7 49-15,5-7 23 0,-3 3 9 16,-2 4 5-16,3-8-11 0,-3 8-4 0,1-8-12 16,-1 8-15-16,0 0-17 0,0 0-13 0,3-7-12 15,-3 7-23-15,0 0-44 0,0 0-74 0,0 0-67 16,5-5-73-16,-5 5-58 0,0 0-40 0,0 0-51 16,0 0-309-16,0 0-701 0,0 0 310 0</inkml:trace>
  <inkml:trace contextRef="#ctx0" brushRef="#br0" timeOffset="-157311.39">26036 3762 9 0,'-13'-2'21'0,"13"2"5"0,-11-1 0 0,11 1-5 0,-12-2 2 16,12 2-3-16,-10 0-1 0,10 0-4 15,-7-1 3-15,7 1-3 0,0 0 1 0,0 0-4 16,-12 1 2-16,12-1-10 0,0 0 3 0,0 0-6 16,0 0 10-16,0 0-9 0,0 0 3 0,0 0 5 15,0 0 4-15,0 0 1 0,39-1 1 0,-9-3 10 16,5-1-12-16,23-1 9 0,3-1-5 0,34-4 11 16,1-3-9-16,7 0 2 0,8-1-5 0,2 1-6 15,4-5 5-15,0 5-2 0,5-2 8 0,1 1-1 16,7-2 22-16,-2 4-18 0,0-2-2 0,-2-1-2 15,0 2-1-15,0-2 2 0,-3 0-2 0,1 0-3 16,1 3 4-16,-7 2-6 0,-3-3 10 0,-5 3-7 16,-7 1 5-16,-3 3-8 0,-3-2 12 0,-8 1-15 15,-27 1 2-15,-1 3-3 0,-3 1-6 0,-3-4 2 16,-17 7 8-16,1-1-8 0,-5-1 4 0,-5-1-5 16,-8 2 1-16,-3-1 2 0,-8 1 10 0,1 1 14 15,-4-2 14-15,-7 2-3 0,11-2 0 0,-11 2 8 16,10-1-3-16,-10 1-3 0,7-3-5 0,-7 3-5 15,0 0-6-15,0 0-3 0,2-8-1 0,-2 8-4 16,0 0-5-16,0 0-17 0,0 0-16 0,-16-5-18 16,16 5-28-16,-13 2-12 0,3-1-26 0,-2 3-25 15,-1 1-68-15,-3 4-208 0,-1-4 93 0</inkml:trace>
  <inkml:trace contextRef="#ctx0" brushRef="#br0" timeOffset="-130181.58">9204 11575 143 0,'0'0'177'16,"0"0"-2"-16,-7-4-6 0,7 4-9 0,0 0-14 0,0 0-17 16,0 0-12-16,0 0-13 0,0 0-8 0,21-12-12 15,-7 7-8-15,5-1-4 0,1 1-12 16,11-5-5-16,1 3-5 0,3-2-9 0,2-4-2 15,1 2-4-15,11 0-1 0,-11 4-8 0,-1 0 1 0,0 1-4 16,-3-2 0-16,0 1-7 0,-2 0-10 0,-2-1-16 16,0 3-31-16,-3 1-23 0,-7-1-24 0,-3 3-42 15,2 0-33-15,-9 2-102 0,-2 0-287 0,-8 0 128 16</inkml:trace>
  <inkml:trace contextRef="#ctx0" brushRef="#br0" timeOffset="-129938.58">9637 11504 61 0,'0'0'204'0,"0"0"-8"16,0 0-11-16,0 0-13 0,0 0-22 0,0 0-6 16,-12 6-5-16,9 1-3 0,3 8-6 0,-2 1 0 15,1 8-14-15,0 5 0 0,-2 2 4 0,1 2-9 16,-3 1-8-16,1 0-13 0,1-3-6 0,-1 0-10 15,3-3-10-15,-3 0-2 0,3 0-8 0,-2-2-4 16,1-1-7-16,1 1-20 0,-1-1-28 0,2-5-34 16,2-3-42-16,-4 0-43 0,4 1-47 0,-1-2-49 15,0 0-134-15,0-6-382 0,2-1 170 0</inkml:trace>
  <inkml:trace contextRef="#ctx0" brushRef="#br0" timeOffset="-129463.93">9803 11569 4 0,'1'-10'261'15,"1"4"-25"-15,-1-1-23 0,-1 7-19 0,1-9-22 16,-1 9-16-16,0 0-7 0,0 0-5 0,0 0-7 16,0 0-10-16,-1 28-13 0,-3-8-8 0,2 8-8 15,-4-1-12-15,1 4-12 0,1 1-6 16,1-2-6-16,0-1-6 0,2-1-7 0,1-1-4 0,1-1 1 15,2-7-11-15,-2-3-7 0,0-4-11 0,0 1-7 0,2-2-6 16,0-2-6-16,-2-2-4 0,1 0-5 16,-2-7-1-16,3 10 4 0,-3-10-4 0,1 8-1 15,-1-8 0-15,3 6 0 0,-3-6 2 0,0 0 2 16,11 2 1-16,-11-2-3 0,11-2 3 0,-11 2 0 16,11-4 3-16,-1 0-2 0,2 2 0 0,-1-2 3 0,6 0 1 15,1 0 0-15,-2-2 3 0,11-2-3 16,-6 2 3-16,3-4 6 0,5 1-3 0,-2-1 3 15,1 1-3-15,-1-3 1 0,0 1 2 0,-3-2-1 16,-7 0-1-16,2 3 6 0,-4-2-8 0,1-1 2 0,-3 1 2 16,-1 0 3-16,-4 3 9 0,-3 0 2 15,0-1-2-15,-3 1 7 0,-2 1 6 0,0 8-2 16,-3-14 6-16,-1 9-2 0,0-1-3 0,4 6-4 16,-10-6-1-16,2 3-3 0,8 3-1 0,-18 6 0 15,6 1 1-15,0 2-4 0,1 3-4 0,-3 1 0 0,5 1-3 16,1 3 1-16,0 0 1 0,2 1-15 0,2-1-24 15,3 2-26-15,2-3-42 0,0 0-45 16,6-1-61-16,0-1-222 0,0-4-456 0,6-1 202 16</inkml:trace>
  <inkml:trace contextRef="#ctx0" brushRef="#br0" timeOffset="-128893.47">11334 11562 210 0,'-20'-8'220'0,"0"3"-4"0,1 2-17 0,-1 2-8 15,-7 4-12-15,0 3-14 0,7 2-11 16,-4 8-12-16,2 2-11 0,-1 6-10 0,5 2-13 0,2 3-11 15,1-4-9-15,4 2-9 0,5 0-4 16,0-3-9-16,5-4-7 0,6-1-1 0,-3 0-9 16,8-4-4-16,0 1-5 0,2-2-4 0,0-3-5 15,3-2-10-15,1-3-2 0,1-2-6 0,0-1 0 0,1-4-9 16,-4-1 0-16,3-2 1 0,-2-5-1 0,-1 2-3 16,-1-3 0-16,-4-4-2 0,1 1 0 0,-4-1 4 15,1-3-3-15,-3 1 2 0,-2-3 2 16,3 0-4-16,-3 4 1 0,-2-2 4 0,-2 6 5 15,2 1 9-15,0 1-2 0,0 9-2 0,0-13-2 0,0 13-8 16,2-6-1-16,-2 6-2 0,0 0 2 0,0 0-2 16,0 0-1-16,11 26-2 0,-6-8 4 0,0 5-3 15,6 3 4-15,-4-3-2 0,1 0 3 0,1 3-5 16,0-8-14-16,1 7-24 0,-2-7-23 0,2 0-31 16,0-1-39-16,2-1-30 0,-2-1-39 0,0-1-178 15,-3-4-409-15,0-1 182 0</inkml:trace>
  <inkml:trace contextRef="#ctx0" brushRef="#br0" timeOffset="-128375.93">11587 11804 92 0,'0'0'187'0,"0"0"-8"0,0 0-8 0,3 22-9 15,-3-13-10-15,0 4-5 0,0-2-14 0,0 2-13 16,0 2-11-16,2-1-7 0,-2-4-9 0,2 1-9 15,-2 0-5-15,0-4-4 0,3 0-2 0,-3 1-4 16,0-8 10-16,0 10 15 0,0-10 3 0,2 7 7 16,-2-7-8-16,0 0-11 0,0 0-3 0,0 0-12 15,0 0-3-15,0 0-12 0,0 0-6 0,-7-32-5 16,4 20-4-16,3-5-7 0,1-2-8 0,1-1-4 16,3-4-8-16,-1-2-7 0,4-2-11 0,0 1-1 15,2 3-1-15,3 2-3 0,-3 5 1 0,0 4 0 16,-2 3 3-16,1 4-5 0,0 0 4 0,-1 4-3 15,1 3 4-15,2 3-5 0,0 2 0 0,3 6 5 16,-1 2-3-16,-2 1 6 0,-3 2 4 0,5 6-5 16,-5-5 1-16,-1 6-1 0,1-7 4 0,0-2-4 15,-2 0-2-15,-1-3 3 0,-5-1 1 0,4-3 2 16,-1-1 1-16,-1 1-2 0,2-4 3 0,-4-4 2 16,2 7 1-16,-2-7-1 0,0 0 2 0,0 0 0 15,0 0-3-15,0 0-9 0,0 0 2 0,0 0-1 16,5-26 1-16,-1 14-1 0,2-4 2 0,-1 0-2 15,2-1 1-15,1 0-3 0,0-1 1 0,1 2-1 16,3 2 0-16,-4 2 0 0,2 4 2 0,-2 3-2 16,4-1 2-16,-4 3 7 0,3 3 2 0,0 2 2 15,-1 1-1-15,-2 3-1 0,3 3 1 0,1 3 0 16,-3 4 0-16,3-2-3 0,-5 2 1 0,1 2 0 16,-2-1-9-16,0 0-16 0,-2 1-22 0,1-1-31 0,-3 0-47 15,0-3-66-15,0-2-50 0,0 0-134 16,0-4-402-16,1-2 178 0</inkml:trace>
  <inkml:trace contextRef="#ctx0" brushRef="#br0" timeOffset="-128068.13">12241 11716 108 0,'0'-7'265'0,"0"7"-14"0,0-10-23 15,0 10-19-15,0-8-23 0,0 8-23 0,0 0-2 16,0 0-10-16,0 0-12 0,0 0-16 0,3 25-13 15,-3-14-10-15,3 5-11 0,-1-1-9 0,4-1-5 16,-2-1-9-16,0-3-6 0,1 2-6 0,4-2-3 16,-1-1-4-16,2-3-7 0,0 2 3 0,1-3-7 15,-1-2-2-15,0-1-3 0,1-1 0 0,0-3-4 16,-5-1-1-16,4 0-1 0,-1-5 1 0,-2-1-6 16,0 1 2-16,-3-2 1 0,-3-1-4 0,1 0-4 0,-1-3-6 15,-1-1 4-15,-3-2-4 0,-2 0-1 16,-2-1-2-16,-2 1-3 0,-2 2-3 0,1 0-7 15,-1-3-11-15,-1 5-14 0,2 0-12 0,-3 0-8 16,4 6-11-16,-1-1-16 0,0 0-19 0,1 3-23 16,3 0-29-16,6 5-31 0,-8-6-25 0,8 6-150 15,0 0-385-15,0 0 171 0</inkml:trace>
  <inkml:trace contextRef="#ctx0" brushRef="#br0" timeOffset="-127752.04">12456 11571 91 0,'4'7'168'0,"-4"2"2"0,2 2-7 16,-2 5-1-16,4 0-7 0,-4 1-11 16,3-1-12-16,1 1-12 0,-2 0-14 0,2 0-8 15,-1 2-11-15,4-2-5 0,2-3-10 0,-1 1-6 16,1-1-6-16,1-3-3 0,-2-3-4 0,3-1-8 0,1 0 1 16,-1-3-7-16,2-1-4 0,1-1-1 15,-3-2-4-15,1-3-1 0,1-2-3 0,-4 0-1 16,2-4-3-16,-2 0 0 0,0-4-5 0,0 1 1 0,-4-2-2 15,2-1-2-15,-3-2-1 0,-2 0 8 0,0-2 4 16,0 2 5-16,0 0 2 0,-1 1-3 16,2 4-3-16,-3 2 4 0,0 2-2 0,0 0-7 15,4 2-3-15,-4 6 2 0,0 0-9 0,0 0-3 16,0 0 5-16,11 16-5 0,-5 1 0 0,-1 6 0 0,0 5-11 16,-5-1-20-16,2 2-20 0,-2-1-31 0,3-1-32 15,-2-1-43-15,6 1-34 0,-2-9-13 0,1-1-134 16,2-2-357-16,-2-3 158 0</inkml:trace>
  <inkml:trace contextRef="#ctx0" brushRef="#br0" timeOffset="-127565.8">12856 11881 56 0,'3'-16'101'0,"0"-3"0"16,1-5 11-16,0 5-4 0,1-6 8 0,3 1 5 16,2 7 9-16,-3 2 12 0,1 2-3 15,-1 3-9-15,-2 2-12 0,0 3-14 0,-1 1-10 0,-4 4-10 16,13-1-12-16,-13 1 0 0,14 9-11 0,-9-2-2 15,1 3-11-15,-2 1 0 0,3 4-2 0,0 2-5 16,-2-3-6-16,1 1-6 0,-1 2-14 16,1-2-33-16,-2 0-41 0,2-4-47 0,-2 0-54 0,0 0-147 15,-2-5-332-15,1 1 147 0</inkml:trace>
  <inkml:trace contextRef="#ctx0" brushRef="#br0" timeOffset="-127345.68">13223 11437 25 0,'0'-10'309'0,"-3"-1"-12"0,3 5-19 15,0 6-29-15,-2-13-27 0,2 13-23 0,0 0-21 16,0 0 2-16,0 0-7 0,0 0 0 16,10 40-19-16,-8-9-8 0,2 4-11 0,-1-1-16 0,-3 0-8 15,0 0-14-15,0 0-6 0,2-1-9 0,0-4-7 16,0 3-21-16,-2-3-29 0,2-1-36 0,0 0-32 15,-2-9-45-15,0 0-64 0,1-2-80 0,1 1-243 16,-4-6-514-16,2 0 228 0</inkml:trace>
  <inkml:trace contextRef="#ctx0" brushRef="#br0" timeOffset="-127195.99">13218 11700 204 0,'0'0'195'0,"5"-9"-20"0,2 3-16 16,0-1-25-16,4 1-39 0,0-3-58 0,11-4-53 16,3 0-55-16,-6 4-81 0,14-4-165 0,-1-1 72 15</inkml:trace>
  <inkml:trace contextRef="#ctx0" brushRef="#br0" timeOffset="-126675.95">13881 11562 77 0,'-4'5'238'0,"-2"3"0"0,0-2 5 16,0 0-6-16,1 1-12 0,1-1-13 0,2-1-17 16,-1 1-16-16,-2 3-12 0,5-3-22 0,0-6-15 15,0 14-14-15,6-4-7 0,-2-4-15 0,3 1-5 16,-1 1-6-16,3-1-11 0,2-3-3 0,1 1-8 16,2-1-4-16,-2-1-18 0,-1-2-5 0,4-1-5 15,0-1-14-15,-4 1-8 0,2-3-9 0,-4-2-6 16,-1 0-9-16,-2-1-6 0,-1-2-10 0,-5-1-6 15,0-3-1-15,-1 1 4 0,-5-4 1 0,0 0 2 16,-4-1 2-16,1 0 6 0,2 1 2 0,-2 0 1 16,5 4 3-16,-1 5 4 0,-1 1 7 0,4-2 2 15,2 7-6-15,-5-7 2 0,5 7-1 0,-4-7 3 16,4 7-2-16,0 0 2 0,0 0 2 0,0 0 7 16,0 0-2-16,0 0-2 0,19-6 7 0,-7 6-3 15,-1-4-1-15,8-1 7 0,0-1-5 0,0-2 3 16,-2-3-1-16,3 1 2 0,-3-3 1 0,-2 2 4 15,-1-2 7-15,-3-3-6 0,-1 2 2 0,-3-1 6 16,1 0-1-16,-4-2-2 0,1 0 0 0,-1-1-1 16,-4 3 7-16,2 2 6 0,-2 2 10 0,2 2 8 15,-2-1 1-15,0 4 6 0,0 6-7 0,0-11-7 0,0 11-12 16,0 0-5-16,0 0 3 0,0 0 3 16,0 0 11-16,9 45-1 0,-8-18 2 0,-1 10 1 15,-1 11 12-15,-3 33 7 0,4-27 3 0,-5 3-4 16,1-2-1-16,4 1-2 0,0-5-7 0,0-1-5 15,0-2-8-15,4-12-2 0,-4-2 6 0,2 0-17 16,1 0 5-16,2-4-3 0,-1-3-6 0,0-2-38 16,-1-5-29-16,-1-2-27 0,0-1-36 0,0-1-37 15,-2-7-51-15,0 0-55 0,0-2-61 0,0-7-179 16,0 0-532-16,-9 12 235 0</inkml:trace>
  <inkml:trace contextRef="#ctx0" brushRef="#br0" timeOffset="-126531.49">14054 11869 2154 0,'0'-11'1'16,"2"1"-15"-16,0 1 15 0,-2 0-8 0,0 9 6 0,3-13-4 15,1 8 2-15,1-3-2 0,1-1-7 16,1 2-23-16,5-2-27 0,5-1-47 0,2 1-65 16,3-5-115-16,0-2-311 0,7 2 138 0</inkml:trace>
  <inkml:trace contextRef="#ctx0" brushRef="#br0" timeOffset="-126125.5">14866 11315 200 0,'0'0'222'0,"0"-8"-17"0,0 8-10 15,0 0-8-15,0 0-5 0,0 0-11 0,0 0-10 16,-20 28-2-16,10-5-12 0,1 6-14 0,2 3-7 15,-2 18-6-15,3-4-9 0,1 4-5 0,-2-1-9 16,2 0-9-16,5-1 13 0,0-13-9 0,2 1-7 16,0-1-9-16,-1-1-2 0,1 0-7 0,3-2-5 15,-1-3-7-15,-1 1-5 0,1-1-2 0,0-4-5 16,-1-1-2-16,-1 0-7 0,0-4-4 0,-2-1-16 16,-2-1-27-16,0 2-21 0,-2-4-25 0,-3 0-33 15,0-2-43-15,-1-1-41 0,2-4-38 0,1-2-33 16,-3-1-172-16,-3-5-454 0,11-1 202 0</inkml:trace>
  <inkml:trace contextRef="#ctx0" brushRef="#br0" timeOffset="-125633.78">14790 11920 118 0,'16'-9'133'15,"2"-2"-10"-15,5-3-4 0,1 3-2 0,1-2-14 16,-1-1-7-16,0 1-6 0,2-1-8 0,-3 0-13 15,-5 3-4-15,2-3-7 0,-2 1 5 0,-3 6 4 16,-1-5 4-16,-1-1 5 0,-5 6 0 0,-3-5-8 16,1 3-1-16,-1-3-5 0,-1 3 6 0,-2-1-3 15,-4 1-4-15,-2-2-2 0,2 2-6 0,-6 2 1 16,1 0-5-16,-1 0-2 0,1 5-2 0,0 1-5 16,7 1-2-16,-18 2-4 0,9 4-5 0,-5 4 4 15,2 5-6-15,1 0 3 0,1 9 1 0,1 1-2 16,2 0-5-16,2-4-1 0,3 2 5 0,2-4-10 15,2-2 1-15,3-1-3 0,2-1 2 0,2-2-4 16,2-2 0-16,3 1 0 0,4-5 0 0,-1-3 2 16,4 0-8-16,6-4-2 0,1-4-5 0,-7 0-9 15,8-3 4-15,-2-3-1 0,-5 3-2 0,2-5 4 16,-1-2-1-16,-6 3-2 0,-4-3 6 0,-1 1-6 16,-1-2 4-16,-4-1-4 0,0-2 2 0,-3 1 0 15,0 0-5-15,-4 0 2 0,-1-2 5 0,-2 7 7 16,1 3 3-16,-4-1 5 0,2 2 3 0,0 2-1 0,4 6 0 15,-8-6 1-15,8 6 1 0,-11 0 8 0,11 0-2 16,-13 13 2-16,3-1-4 0,0 3 1 16,2 2-1-16,2 2-1 0,0-1-5 0,4 2 4 15,2-1-7-15,0-2-2 0,0 2 0 0,6-2-8 16,1-3-10-16,3 2-11 0,0-3-24 0,3-3-20 0,1 0-21 16,4-2-36-16,1-4-34 0,3-1-17 15,6-3-25-15,3-3-10 0,-1 0-118 0,-2-4-349 16,2 0 156-16</inkml:trace>
  <inkml:trace contextRef="#ctx0" brushRef="#br0" timeOffset="-125267.91">15703 11772 24 0,'7'-17'54'0,"-1"1"8"0,-2 0 11 16,-4 0 20-16,-1 4 5 0,-3-3 11 0,0 3 17 15,-4 2 14-15,2 2 10 0,-3 2-1 16,-1 1-4-16,3 3-6 0,-2 2-4 0,-2 2-3 0,-1 4-6 16,-2 5-5-16,0 2-5 0,-6 6-7 15,7-3-11-15,-4 6-11 0,7 1-3 0,1-5-8 0,3-3-5 16,2 1-9-16,0 1-9 0,3-5 2 0,1 1-9 15,3-3-4-15,-1 0-4 0,2-1-2 16,5 0-1-16,0-3-2 0,0-1-8 0,3-3-3 16,1-2-6-16,0 0-6 0,-1-2-3 0,4-5 0 0,1 0-9 15,-1-3 0-15,-2-1 0 0,-2 0 3 0,1-5-2 16,-6 1-1-16,1-3 0 0,-3-1 1 0,2-7-1 16,-5-1-1-16,-3-1 0 0,1-3-3 0,0 1 3 15,-3-2-4-15,2-4 5 0,-5 3 0 16,1-1 1-16,2 3 6 0,2 3 6 0,-2 3 7 0,2 8 17 15,1 5 13-15,-1 2 3 0,-1 0-8 0,1 3-8 16,1 7-4-16,0 0-5 0,0 0-5 0,0 0-2 16,0 0 0-16,3 29-4 0,-2-2 3 15,-1 4-3-15,-1 3 0 0,4 13-1 0,-3-14-1 0,0 2-8 16,2 1-28-16,0-2-30 0,1-1-21 0,1 0-26 16,2-4-47-16,-2-1-43 0,5-5-47 0,-4-6-197 15,3-3-468-15,4-1 208 0</inkml:trace>
  <inkml:trace contextRef="#ctx0" brushRef="#br0" timeOffset="-124893.8">16106 11407 255 0,'1'-6'244'0,"-1"6"-25"15,0 0-9-15,0 0-7 0,0 0-3 0,-5 26-5 16,4 1-16-16,-7 4-11 0,1 2-21 0,3 0-14 15,0 0-9-15,0 1-14 0,0-2-11 0,0-2-6 16,0-3-3-16,1-1-19 0,-1-6-5 16,5-2-6-16,-1-1-7 0,1-7-5 0,-1 2 0 0,0-5-8 15,0-7-5-15,-1 13-2 0,2-8-2 0,-1-5-8 16,2 8-6-16,-2-8 0 0,0 0-14 0,0 0-8 16,0 0-8-16,0 0-3 0,20-14-7 0,-10 6-1 15,4-6-4-15,0 1-2 0,3 0 6 0,0 1-2 16,-1 3 3-16,0 0 0 0,0 1 3 0,-5 4-1 15,1 1 4-15,-3 2-2 0,-1 1 5 0,-8 0 7 16,12 4 6-16,-6 0 7 0,-2 0 4 16,-4-4 11-16,3 15 9 0,-4-8 2 0,1-7 5 0,-6 19 1 15,-3-10-4-15,-4 2 0 0,1 0-1 0,-5 1-8 16,-8 2-7-16,1-1-23 0,-2-2-34 0,0-1-37 16,-2 0-65-16,8-3-65 0,2 1-62 0,-2-3-143 15,8-1-444-15,0-3 196 0</inkml:trace>
  <inkml:trace contextRef="#ctx0" brushRef="#br0" timeOffset="-124378.68">16489 11546 255 0,'0'0'260'0,"2"-11"-5"0,-2 11-12 0,-3-9-14 16,3 9-7-16,-6-5-10 0,6 5-24 0,-11-2-8 15,11 2-11-15,-20 10-9 0,7 0-12 0,-2 4-11 16,1 0-15-16,-3 6-7 0,3 1-13 0,4-4-16 16,2 1-6-16,2-2-7 0,3 3-9 0,1-3-5 15,2-3-6-15,2 1-7 0,2-5-8 0,1 1-12 16,2 0-5-16,1-3-7 0,4-2-7 0,0 0-2 16,2-4-4-16,2 0-7 0,-2-2 0 0,5-3-5 15,-2-2 0-15,-2-1 3 0,-1-1 1 0,-3-2 0 0,-1 4-2 16,3-7 1-16,-7 6 3 0,2-3-1 0,-5 0 2 15,3 1-3-15,-1 0 4 0,-3-2-2 16,1 6 4-16,1-2-3 0,-4 7 1 0,4-7-7 16,-4 7 1-16,0 0-2 0,0 0 3 0,0 0 1 15,0 0 8-15,14 19 5 0,-12-8-5 0,1 5 6 16,-1-1-1-16,1 3-3 0,0 0 1 0,-2-1-9 0,4 1-26 16,0 0-33-16,-1 0-26 0,-2-3-40 0,3-5-47 15,2 1-44-15,-1-4-33 0,4-1-158 16,-2-2-446-16,2-2 198 0</inkml:trace>
  <inkml:trace contextRef="#ctx0" brushRef="#br0" timeOffset="-123983.78">16883 11635 61 0,'0'0'246'0,"-5"-10"-13"0,5 10-16 0,-8-3-14 0,8 3-10 15,0 0-12-15,-20 15-9 0,12-2-7 0,-1 4-9 16,-2 1-14-16,5 1-13 0,-3 4-12 0,1 1-12 15,4-6-10-15,3 1-5 0,2-3-12 16,0 1-5-16,2-6-6 0,3 0-5 0,4 2-13 0,1-6-20 16,2-1-21-16,3 0-19 0,3-4-20 0,1-1-20 15,7-4-24-15,1-3-21 0,-6 0-17 0,2-6-11 16,2 0-1-16,-9-1 5 0,-1 1 12 0,-2-1 5 16,-1-1 22-16,1-6 2 0,-5 3 8 0,-1-3 8 15,-3 1 17-15,-1-6 4 0,-2 0 5 0,-2-1 9 16,0-2 25-16,-4 2 20 0,3-1 25 0,-2-1 7 15,1 5 21-15,-1 6 25 0,0 0 20 0,1 6 12 16,1 3 9-16,-1 1-4 0,2 7-14 0,-2-11-11 16,2 11-18-16,0 0-3 0,0 0 12 0,0 0 12 15,0 0-1-15,-2 47 1 0,-2-16 9 0,0 0-11 16,3-1-5-16,-2 3-5 0,3 2-7 0,-1-1-4 16,-2 0-8-16,2-2-9 0,1 0 6 0,2 0-23 15,0-5-15-15,0-2-30 0,0-7-31 0,-1 0-36 16,2-2-43-16,-1 0-44 0,1-3-62 0,-2-4-82 15,0 0-240-15,1-4-573 0,-2-5 253 0</inkml:trace>
  <inkml:trace contextRef="#ctx0" brushRef="#br0" timeOffset="-123695.88">17423 11505 147 0,'0'0'261'0,"0"-8"-19"0,0 8-1 15,0 0-7-15,0 0-18 0,0 0-13 0,-29 11-20 16,14-2-14-16,-1 1-15 0,-4 8-18 0,3-7-11 16,1 1-12-16,2 1-15 0,0 0-9 0,2-2-7 15,3-2-10-15,2-3-10 0,1 2-12 0,0 0-9 16,1-4-7-16,2 0-7 0,-2 1-6 0,5-5-3 16,-2 10 3-16,2-10-7 0,2 10 4 0,3-4-8 15,-2 0 0-15,2-1-1 0,1 3-1 0,2 1 0 16,2-1-4-16,3 3 1 0,-1 0-1 0,3-1 3 15,-2-1-2-15,1 1-1 0,-1-1-1 0,3 2 1 16,1-3-20-16,1 0-24 0,0 1-32 0,-1-3-51 16,5-2-69-16,-3 0-70 0,-1-2-147 0,3-2-441 15,-1 0 196-15</inkml:trace>
  <inkml:trace contextRef="#ctx0" brushRef="#br0" timeOffset="-120611.05">18550 11853 56 0,'0'0'157'15,"0"0"-7"-15,0 0-8 0,0 0-10 0,0 0-10 16,0 0-3-16,13-26-5 0,-4 20-10 0,0-3-9 16,4-2 0-16,-1-1-7 0,3 1-1 0,-3-2 0 15,-2 1-5-15,2 0-3 0,-4 3-2 0,1-2-8 16,0-3-5-16,-5 2 2 0,1 2 1 0,-1-2 2 0,0 2-6 16,-2 3-3-16,1 0 3 0,-2 1-7 15,-1 6 3-15,1-10-4 0,-1 10-7 0,3-6-11 16,-3 6-3-16,0 0-4 0,0 0-4 0,0 0 6 15,0 0 2-15,0 0-2 0,0 0-3 0,4 28-3 16,-4-18-3-16,1 3 0 0,0-3-5 0,3 3-1 16,0 0-3-16,0-3 4 0,1 2-4 0,5 2-2 15,-2-6 0-15,2 1-1 0,0-3 3 0,3-1-6 16,1-2-3-16,4-2 5 0,2-4-12 0,-2 1 0 16,1-3-5-16,-2-3 1 0,4-1-3 0,-2 0 1 0,-4-1 1 15,2-3 3-15,-5-1-1 0,0 0 2 0,-2-1 2 16,-1-1-4-16,-2 2 2 0,-2 0 0 0,-2-2 2 15,0 4 1-15,-2 0 13 0,2 5 7 0,-2 2-1 16,0-2 1-16,-1 7-4 0,3-12-7 0,-3 12-4 16,0 0-4-16,0 0 7 0,0 0 3 15,0 0-2-15,4 24 5 0,-3-8-6 0,-3 4 6 16,0-1 0-16,4 8-2 0,-4-3-2 0,0 2-1 0,3-8 0 16,-1 8 19-16,1-8-8 0,-1 0-13 0,3-1-23 15,-2 0-26-15,0-4-23 0,1-1-41 0,-2 0-53 16,1-2-42-16,-1-1-52 0,-1 1-143 0,-1-3-428 15,-1-1 190-15</inkml:trace>
  <inkml:trace contextRef="#ctx0" brushRef="#br0" timeOffset="-120444.02">18689 11450 2305 0,'-7'-27'5'0,"0"3"14"0,2 8-3 0,1 6 1 15,1-1-10-15,2 4 0 0,0-1-4 0,1 8-3 16,-2-10-3-16,2 10-5 0,0 0-9 0,5-5-29 16,-5 5-44-16,0 0-55 0,25 8-200 0,-11-1-374 15,2 0 165-15</inkml:trace>
  <inkml:trace contextRef="#ctx0" brushRef="#br0" timeOffset="-119488.95">19931 11707 78 0,'-10'-3'227'16,"-3"-1"-20"-16,0 3-10 0,2 1-11 0,-6 4-14 15,4 0-7-15,-1 0-20 0,-2 3-12 0,-1 5-16 16,4 1-7-16,2-1-13 0,0 2-10 0,6-2-8 15,0 2-10-15,1-2-7 0,3-1-3 0,-1 0-5 16,5 1-6-16,1-3-6 0,1 0 14 0,3-3-6 16,2 1-4-16,3-1-4 0,0-2-3 0,5-4-3 15,0 0-3-15,1-1-8 0,-1-5 0 0,-3 0-4 16,2-1 0-16,-3-5-4 0,1 2 0 0,-5-4-1 16,-1-1-5-16,1-3-1 0,-2 0 0 0,-3-7-3 15,0-3 0-15,-3 0-1 0,0-1 3 0,1 0-6 16,-4 0 2-16,-3-3 0 0,-2 0 2 0,3-1-2 15,-1 1 6-15,0 4 7 0,4 0 7 0,0 9 8 16,-4 1 4-16,0 2 8 0,1 6 0 0,1 2-5 16,1 2-10-16,1 6-7 0,-1-9-6 0,1 9-1 15,0 0-2-15,0 0 0 0,0 0-2 0,0 0-1 16,-3 39-3-16,1-9 0 0,0 1 2 0,1 4-1 16,2-1-2-16,-1 1-3 0,4 0 3 0,1-3-3 15,2-2 1-15,1 0 0 0,3-2-1 0,-1-2-2 16,4-1 2-16,0-3 0 0,-2-5 2 0,2-4-5 15,0 1-7-15,0-3-7 0,1-3 0 0,0 0-4 16,-2-2-4-16,0-5-7 0,4 2 1 0,-3-2 3 16,-1-3 2-16,-1-1-7 0,-2-2 4 0,-1-3 2 15,0 0 3-15,2-5 4 0,-2-1-2 0,-6 3-1 16,2-7-1-16,-2-3-8 0,-2 2 4 0,-1-6 2 16,-1 0-1-16,-2 8 6 0,-2-1 2 0,2 3 16 15,-3 0-1-15,4 3-4 0,-5 1 7 0,4 2 2 16,0 3-2-16,3 6-3 0,-5-10 7 0,5 10-14 0,0 0 3 15,0 0 4-15,0 0-4 0,-15 17 4 0,11-8-1 16,0 3 0-16,0 4 0 0,0 1-1 16,4-2 1-16,2 2 4 0,0-5 0 0,3 3-3 15,3-1 1-15,2-2 4 0,-1-3-4 0,-1 0-6 16,-1-2-5-16,5 0-5 0,1-2-5 0,-2-1-5 0,3-1-6 16,3-1 1-16,-3-4-2 0,1-1 4 15,3-1-1-15,-6-1 1 0,0-1 0 0,-1-1-1 0,-1-3 6 16,-1 2 0-16,-2 0 7 0,-1-3 1 15,0-4-2-15,-3 3 5 0,0 0-2 0,0 1 2 0,1 0 9 16,-3 1 13-16,0 3 9 0,1 1-1 0,-2 6-1 16,2-9-1-16,-2 9-11 0,0 0-2 15,3-6 4-15,-3 6 7 0,0 0 6 0,0 0 7 16,4 26 3-16,-6-16 2 0,1 8-1 0,0-3-2 16,1 2-3-16,-2 0-2 0,2 0 4 0,-1 2-10 0,1-2-7 15,0 1-27-15,-2-2-18 0,0 1-26 0,2-5-43 16,3 0-51-16,-2-1-46 0,0-1-176 15,-1-4-406-15,4 0 179 0</inkml:trace>
  <inkml:trace contextRef="#ctx0" brushRef="#br0" timeOffset="-118880.95">20684 11535 80 0,'-9'-4'242'15,"9"4"-7"-15,0 0-11 0,-18 12-5 0,8-5-14 0,3 5-17 16,-3 1-12-16,1 2-14 0,0 3-18 0,3 0-12 16,2-1-10-16,0 2-17 0,1-3-8 15,5 1-8-15,-1 1-8 0,3-4-5 0,1 2-12 16,0-6 0-16,4 1-10 0,-1-3-3 0,2 2-6 0,-1-3 0 16,4-1-4-16,0-1-9 0,-1-1 2 0,0-1-5 15,2-3-2-15,-3 0-4 0,1-3 0 16,-1 0-1-16,0-3-5 0,-1 1 0 0,1-2-4 15,-2-1 0-15,-2-2-2 0,0 0-2 0,-2 0-4 0,0-5-6 16,-1-1-2-16,-2 2-4 0,0-3 3 0,-1 3-5 16,3-2 1-16,-2-1-2 0,-1 4 0 15,3 1 2-15,-2 2 0 0,3 1-2 0,0 1 3 0,-1 2-5 16,3 1 5-16,-2 1 0 0,4 2-1 0,0 0 1 16,-9 2 0-16,16 3 0 0,-6 1 0 0,-2 1 1 15,1 2-2-15,1 3 8 0,1 4-3 0,-1 0 0 16,-1 0 2-16,-2 0 1 0,0 3-2 0,-2-3 1 15,0 0 0-15,-2-2-2 0,2-1 0 0,-2 1 3 16,1-2 0-16,1 0 3 0,2-3-3 16,-2 0 3-16,4 1 1 0,1-3-3 0,-2 0 2 0,5-2 3 15,-2-3 0-15,8 0-1 0,-2-3 0 0,2-2 1 16,-2-1 0-16,-2-3 0 0,0 1-1 0,1 0 3 16,-1-3-2-16,0-1 1 0,-4 0 0 0,-1-2-2 15,-3-2 1-15,-1 0-1 0,-1 1 3 16,-3-3 3-16,0 3 1 0,0-5 0 0,-2 8 8 0,1 0 3 15,-1 4 12-15,0 8 8 0,-2-17-6 0,2 17-8 16,-1-11-5-16,1 11-5 0,0 0-6 0,0 0 0 16,0 0 1-16,0 0 11 0,0 0-10 0,-11 25 1 15,9-10-1-15,-2 0 3 0,3 2-5 0,-1 0 0 16,4 1 2-16,-2-3-9 0,1 2-17 0,-2-5-16 16,3 1-19-16,1-1-28 0,-1-1-25 0,1 0-39 15,1-1-47-15,1-1-53 0,2-1-224 0,-2-2-501 16,-5-6 221-16</inkml:trace>
  <inkml:trace contextRef="#ctx0" brushRef="#br0" timeOffset="-118722.81">21220 11394 1433 0,'-6'-13'-7'0,"2"4"-26"0,0 1-6 16,1 5-24-16,3 3-1 0,-7-3-13 0,7 3-16 15,0 0-19-15,0 0-46 0,0 0-171 0,0 0 76 16</inkml:trace>
  <inkml:trace contextRef="#ctx0" brushRef="#br0" timeOffset="-118115.85">21546 11317 126 0,'0'0'237'15,"0"0"-15"-15,0 0-29 0,0 0-22 0,0 0-2 16,0 0 9-16,0 0-5 0,3 30-12 0,-4-5-14 16,2 2-13-16,1 1-15 0,0-2-7 0,2 0-11 15,-3 2-12-15,3-3-7 0,-2-1-7 0,1-5-7 16,-1 0-7-16,3-3-8 0,-3-4-4 0,-1-1 0 16,0 0-10-16,-1-1 1 0,1-5-2 0,-1-5-6 15,2 13 2-15,-2-13 4 0,0 9 4 0,0-9-3 16,0 6 4-16,0-6-6 0,0 0-7 0,0 0 3 15,0 0-7-15,0 0 1 0,0 0-9 0,0 0-6 0,0 0-4 16,8-20-3-16,1 11-6 0,1 2 3 16,2-5-3-16,1 1 1 0,4 2-2 0,-7 3-3 15,2 0 8-15,-1 2-7 0,-2 2-2 0,0 1-1 16,-3-1 1-16,-6 2 1 0,0 0 1 0,16 3 1 16,-11 1 0-16,-5-4-1 0,1 12 1 0,-1-12-1 15,-6 11 1-15,1-2-13 0,0-2-6 0,-2 0-3 16,-1 0-7-16,2-2-5 0,1-1-5 0,0 0-5 15,5-4 3-15,-8 7-13 0,3-4-1 0,5-3-5 16,-8 5 6-16,8-5-1 0,-5 5 5 0,5-5 6 0,0 0 9 16,0 0 1-16,0 0 7 0,0 0 1 0,0 0 3 15,25-1 1-15,-15-1 3 0,4-1 21 0,3-2-18 16,0 0 6-16,4-2-2 0,2-2 1 16,4-1 3-16,-1 0 0 0,-1-2 3 0,-7 4 3 0,-2-3 2 15,0 0 8-15,-2 0 3 0,-1 0 11 16,-5 4 5-16,3-6-1 0,-5 3-2 0,0-6 4 15,1 4 19-15,-3 0-6 0,-4 1 7 0,1 0 1 16,-2 0 1-16,1 3-1 0,-3 1 3 0,3 7-2 0,-5-11 0 16,0 8-8-16,5 3-1 0,-9-3-4 0,9 3 5 15,-18 7 1-15,9-1 1 0,-3 6-5 16,1 2-2-16,5-3-3 0,1 2-2 0,-1 1-2 0,2 2-3 16,3-3-3-16,0 3-3 0,2-5-22 0,3 1-14 15,1 3-27-15,2-5-27 0,0 0-35 0,6 0-58 16,-1-3-37-16,5 0-40 0,3-1-162 0,0-3-437 15,2-3 194-15</inkml:trace>
  <inkml:trace contextRef="#ctx0" brushRef="#br0" timeOffset="-117739.84">22271 11540 2 0,'0'-8'192'0,"0"-1"8"0,0 9-2 16,-5-13 11-16,0 7-4 0,1 2-10 0,4 4-9 15,-13-7-13-15,7 5-14 0,6 2-8 0,-22 9 0 16,9 1-10-16,-3-1-9 0,3 1-8 0,0 2-15 15,3-3-7-15,-2 5-11 0,6-3-4 0,0-2-10 16,-1 3-10-16,5 0-7 0,-1-2-5 0,3 0-3 16,1 1-6-16,1-5-5 0,3 3-7 15,4-4-7-15,-3 1-9 0,4-2-5 0,2-2-8 0,-2-1-5 16,3-4-7-16,-1 2 0 0,-1-2 0 0,-1-4 3 16,0 5 0-16,-1-7 0 0,-1 1 1 0,-2-3 1 15,2 0-2-15,-2-5-1 0,-2 0-2 0,1-2 7 16,-2-6-5-16,1-1 4 0,-2 0-2 0,1 5 1 15,1-7 2-15,-3-1-1 0,0 0 3 0,0-1 3 16,1 4 4-16,-4-1 13 0,2 8 14 0,2 5 19 16,-2 2 13-16,0 2 9 0,1 1-12 0,-1 8-6 15,0-10-8-15,0 10-13 0,0 0-2 0,0 0-8 16,0 0 0-16,0 0-6 0,0 34-4 0,-1-15 9 16,-2 1-6-16,1 5-1 0,-2 3-6 0,0-1-1 15,4 2-30-15,0-2-25 0,0 1-40 0,4-2-40 16,-4-7-58-16,4 1-73 0,2 2-36 0,2-3-206 15,6-6-535-15,4 0 238 0</inkml:trace>
  <inkml:trace contextRef="#ctx0" brushRef="#br0" timeOffset="-117335.66">22800 11237 216 0,'1'-10'287'0,"1"3"-33"15,-2 7-29-15,1-8-22 0,-1 8-11 0,0 0 10 16,0 0-3-16,0 0-15 0,0 36-14 0,0-19-19 0,0 3-9 16,-1 5-14-16,2 1-13 0,-2-1-18 0,1 0-7 15,0-1-9-15,-2 1-4 0,4-7-9 16,-4 0-7-16,4-2-6 0,-2-3-3 0,-2-3-1 16,4 1-9-16,-2-6-4 0,0-5-14 0,0 11-4 15,0-11-6-15,-2 9-11 0,2-9-1 0,3 5-5 16,-3-5 2-16,0 0 1 0,15 0-7 0,-15 0-3 0,19-10 0 15,-7 5-1-15,7-1-2 0,-2-1-5 16,3-2 1-16,-1 2 0 0,-1 0 1 0,1 2 4 16,-3 0-5-16,-2 4 5 0,-1 1 2 0,-2 2-4 0,0 1 7 15,-1 0 5-15,-3 3 9 0,-2 1 9 0,-1 0 3 16,-3-1 10-16,1 0 9 0,-2-6 9 0,-8 17 2 16,3-7 8-16,-1-1-1 0,-4 1 5 15,0-3-18-15,0 1 12 0,-1 0-6 0,-1-2-6 0,-1 0 0 16,4 1-8-16,-3-3-31 0,1-2-31 0,-1 0-29 15,3-1-30-15,2 0-36 0,7-1-47 0,0 0-64 16,-14-1-58-16,14 1-195 0,0 0-526 16,0 0 233-16</inkml:trace>
  <inkml:trace contextRef="#ctx0" brushRef="#br0" timeOffset="-116859.88">23219 11358 120 0,'0'0'218'0,"0"0"-22"0,0 0-3 15,12 6-5-15,-12-6-8 0,2 9-14 0,0-4-9 16,-2-5-7-16,6 10-14 0,-4-4-11 0,2-1-11 16,0 1-11-16,3 0-7 0,3-1-10 0,1-2-8 15,2 0-8-15,2-2-2 0,3-2-6 0,3 0-1 16,-2-2 6-16,-4-1-7 0,3 0 3 0,-5-1 2 16,0 1 4-16,-3-2 4 0,-1 2 10 0,-1-4 6 15,0 3 13-15,-2 0-1 0,-1-3-9 0,-1 1-2 16,0 4 15-16,-4 3-6 0,6-8-4 0,-6 8-9 15,4-5-5-15,-4 5-13 0,0 0-4 0,0 0-9 16,0 0 0-16,6 14 3 0,-6 2-6 0,-1 0 17 16,-1 3 3-16,0 9-2 0,-2 5-2 0,-1 2 1 15,-1 11-8-15,2 1-11 0,1-11 9 0,-2 10-6 16,1-10-5-16,0 9-3 0,-1-10-5 16,2-3-1-16,-1 1-4 0,-1-2 1 0,2 0-4 0,-2-3-6 15,1-4-2-15,-2-5-1 0,1 0-4 0,-2-2 0 16,-2-2 1-16,0-1-3 0,3-3 2 0,-2-4 0 15,-2 0-4-15,-3-2 7 0,3-1-7 0,-5-2-3 0,2-2-3 16,-5-3-1-16,0-1-9 0,2-1-3 16,0-4-6-16,2-1 4 0,1-2-17 0,2-3-19 15,2-9-13-15,4-4-10 0,7 0-15 0,3-5 2 16,12-12-1-16,-3 13-5 0,9-10-1 0,4 1 11 16,-2 14 0-16,7-11 0 0,-5 14-7 0,9-9-18 15,-8 11-5-15,1 1-18 0,5 1-13 0,-5-2-22 16,2 6-27-16,2-1-32 0,-2 0-43 0,-1 3-39 15,-3 4-197-15,-1 0-534 0,-1 1 236 0</inkml:trace>
  <inkml:trace contextRef="#ctx0" brushRef="#br0" timeOffset="-110527.22">11247 12811 196 0,'0'0'208'0,"4"-7"-9"0,-4 7-8 0,0 0-11 16,0 0-19-16,0 0-20 0,0 0-12 0,0 0-20 0,0 0-10 15,0 0-9-15,0 0-10 0,0 0-3 16,0 0-7-16,3 26-4 0,-6-12-1 0,1 1-11 15,0 2-4-15,1 1-9 0,-1-1-1 0,-1 2-3 16,0 0-4-16,-1-2-4 0,2-2-3 0,-1-2-4 16,2 2-3-16,-3-1 0 0,3-4-1 0,0 1 0 15,-2-1-1-15,3-4-4 0,0-6 1 0,-4 11-2 16,4-11 1-16,-1 10-3 0,1-10 3 0,-1 6-2 16,1-6 6-16,0 0 9 0,-2 8 5 0,2-8 2 15,0 0 0-15,0 0-5 0,0 0 0 0,0 0-7 0,0 0 5 16,0 0-6-16,-2-24-1 0,3 12 1 0,0-4-6 15,1-4 0-15,0 1-6 0,2-8 2 0,4 0-1 16,-4-2-1-16,3-1-1 0,1 0-1 16,-2-3-1-16,3 3 1 0,-1-3-1 0,0 1-2 15,-1 0 0-15,2 4 0 0,-1 4 0 0,-3 6 0 0,0 3-3 16,-1 3 2-16,2 3-1 0,-4 3-4 16,0-2 4-16,2 5-5 0,-4 3-1 0,13-3 4 0,-13 3-3 15,16 7-1-15,-2 3 0 0,-2 3-2 16,-1 4 0-16,7 4 3 0,-7 2 0 0,2 2 2 15,-1 1 1-15,0 0-1 0,-2-1-2 0,3-1 3 0,-6 1-1 16,1-8 2-16,3 6 0 0,-2-5 0 0,-3-1 3 16,-2 0-4-16,3 1 2 0,-2-4-1 15,-1 3 1-15,0 0 1 0,1-2-5 0,-3-4-17 16,-1 2-24-16,0-1-30 0,-1-1-39 0,0-11-47 0,2 16-34 16,0-9-193-16,-4 0-419 0,2-7 185 15</inkml:trace>
  <inkml:trace contextRef="#ctx0" brushRef="#br0" timeOffset="-110356.08">11224 12975 2 0,'0'0'169'0,"0"0"-20"0,0 0-17 0,0 0-13 0,17-9-8 15,-3 5-11-15,8 0-17 0,6-2-19 0,4-1-31 16,1 1-25-16,1-2-28 0,1 4-25 15,-1-1-22-15,-2 0-73 0,4 2-152 0,-5-3 68 0</inkml:trace>
  <inkml:trace contextRef="#ctx0" brushRef="#br0" timeOffset="-110126.47">11844 12822 119 0,'0'0'171'0,"-10"-13"0"0,6 9 8 0,4 4-3 15,-10-7-10-15,5 5-5 0,5 2-4 0,-14-5-9 16,7 3-7-16,7 2-5 0,-16 0-12 0,9 5-4 15,-1 1 6-15,-2 3-3 0,0 5-7 16,1 4-1-16,-2 7-11 0,-1 1-5 0,1 1-9 16,2 4-5-16,2 1-7 0,0-1-9 0,1 0-10 0,-1 2-4 15,3-3-1-15,-1 0-11 0,2-1-4 0,1-1-3 16,0-1 2-16,-2 1-8 0,4-4-28 16,-2-4-15-16,2-1-19 0,0-2-18 0,-1 1-32 15,-2-2-47-15,2-2-37 0,1-4-46 0,0 1-41 16,-1-2-147-16,0-3-431 0,1-6 191 0</inkml:trace>
  <inkml:trace contextRef="#ctx0" brushRef="#br0" timeOffset="-109959.56">11583 13186 110 0,'3'-4'170'0,"5"-2"-8"0,4 1-16 16,-3-2-14-16,9 1-13 0,-3 2-11 0,3 0-10 15,2 0-7-15,-1-1-28 0,9 1-45 0,-7 3-36 16,-1-2-38-16,1 2-38 0,1 1-82 16,-6 1-188-16,-3-2 83 0</inkml:trace>
  <inkml:trace contextRef="#ctx0" brushRef="#br0" timeOffset="-109701.73">10992 13844 2145 0,'-31'8'73'16,"8"-3"-2"-16,6-3-38 0,6 2-16 0,3-1-12 16,4-3-3-16,4 0 5 0,0 0-5 0,27 0 4 0,4-3-3 15,5-6 0-15,21-5 0 0,3 1-3 16,32-13 6-16,-28 10-1 0,25-7-2 0,-25 6-1 0,-2 2-1 15,2-1-1-15,-4 0-3 0,-4 2-19 16,-5 2-20-16,-15 3-32 0,-4 1-39 0,4 2-39 0,-7 0-39 16,-12 3-108-16,0-1-323 0,-4 2 143 0</inkml:trace>
  <inkml:trace contextRef="#ctx0" brushRef="#br0" timeOffset="-109255.8">11406 14034 56 0,'-5'24'186'0,"-1"1"-3"0,0-6-8 0,3 2-10 16,0-1-17-16,-2-1-9 0,1-2-9 0,-4-1-17 0,4 0-1 15,-1-1-7-15,1-4-7 0,2 0-7 0,-2-1 0 16,0-1-3-16,2-1-6 0,0-4 0 0,2-4-2 15,-5 10 3-15,5-10 3 0,-2 7 3 16,2-7 6-16,0 0 0 0,-4 5-7 0,4-5-5 16,0 0-8-16,0 0-6 0,0 0-8 0,0 0-8 15,2-32-1-15,2 22-11 0,0-6-3 0,5-9-5 0,0 0-9 16,2-2 2-16,0 0 2 0,3 2-11 0,-4-2-3 16,4 3 0-16,-3 2-1 0,-1 5-3 15,-1 4-1-15,-1 0 5 0,-3 2-6 0,0 6 2 16,-1 0-8-16,1 0 4 0,-5 5-5 0,12-4-1 15,-12 4-2-15,20 7 11 0,-11-3-10 0,0 4-2 0,3 1 3 16,-2 4 0-16,1 2 0 0,1 0 3 16,-4 1 1-16,1-2 1 0,0 3-2 0,-1-2 5 15,3 1-2-15,-5 0 2 0,-2-5 1 0,2-1 1 16,0 2-6-16,-1-2 1 0,-1 0-6 0,-2-2-9 16,1-1-30-16,-2 0-13 0,0 0-23 0,-1-7-32 15,0 0-40-15,-5 16-50 0,5-16-33 0,-8 12-197 0,-1-8-462 16,-1-2 204-16</inkml:trace>
  <inkml:trace contextRef="#ctx0" brushRef="#br0" timeOffset="-109106.1">11378 14208 32 0,'0'0'139'16,"0"0"-2"-16,0 0 6 0,8-13-3 0,0 8-11 15,2 1-10-15,7-3-8 0,1-2-22 0,10-1-2 0,-1-2-7 16,2-1-32-16,7 1-35 0,-3 1-27 15,17-7-51-15,-13 5-133 0,14-4-215 0,2 0 95 16</inkml:trace>
  <inkml:trace contextRef="#ctx0" brushRef="#br0" timeOffset="-108733.49">12073 12846 179 0,'2'-9'215'0,"-2"9"-27"0,-2-11-19 0,2 11-15 15,0 0 5-15,0 0 8 0,0 0-4 0,8 36 1 16,-5-4-8-16,2 19-13 0,0 7-7 0,1 24-6 16,-1 1-12-16,-1-24-6 0,2 25-12 0,-5-26-9 15,8 1-7-15,-5-1-7 0,1 3-6 0,5 19-5 16,2-25-5-16,-5-3-5 0,0 4-3 16,4-2-8-16,-4 0-2 0,2-2-4 0,-1 2-8 0,-1-4-6 15,-2 1-22-15,-5-2-14 0,2-1-34 0,-2 0-21 16,-2 0-29-16,-5-12-34 0,4-1-63 0,-1 0-41 15,-1 11-172-15,-1-12-438 0,0-3 193 0</inkml:trace>
  <inkml:trace contextRef="#ctx0" brushRef="#br0" timeOffset="-108171.72">12603 14177 108 0,'4'-14'216'0,"-4"14"-11"0,-8-13-11 0,5 10-15 0,-3-3-11 15,0 2-9-15,-4 1-9 0,-1 0-8 16,0 3-8-16,-3 3-8 0,1 2-5 0,-3 1-6 16,3 4-5-16,-1 1-7 0,0 0-5 0,1 2-10 15,1 2-5-15,2 1-7 0,0-3-5 0,4 1-11 16,1-2-3-16,1-2-5 0,1 2-5 0,3-2-10 0,1-3-2 16,1 2 0-16,0-2-6 0,2-1 8 15,-1-1-9-15,3-1-4 0,0-2-3 0,-6-2-1 16,17 0 2-16,-8-2-2 0,4-2-7 0,-2-4 1 15,1 2-6-15,1-7 2 0,0 2-3 0,-1-4 0 16,-1 1 1-16,1-1-2 0,-8-3 4 0,5 0-7 0,-7-1 1 16,7-4 2-16,-9 5-6 0,4-8 5 15,-8 2-2-15,2 5 1 0,1-1 0 0,-3 2-4 0,0 4 6 16,0 4 11-16,3-2 9 0,-1 5 6 16,2 7-6-16,-4-13-3 0,4 13-4 0,0 0-7 15,-2-9-5-15,2 9-3 0,0 0 5 0,0 0-5 16,0 0 6-16,4 37-4 0,-4-19-1 0,2 9 1 0,-2 0-3 15,0 0 4-15,3 0-5 0,-1 0 3 0,2-3-4 16,-2 2 0-16,2-7 3 0,-1-1-1 16,1 1-12-16,-1-1-25 0,-1 0-28 0,1-1-26 15,-1-1-31-15,2-3-46 0,0-3-54 0,1-1-45 16,-1 4-163-16,-4-13-462 0,3 12 204 0</inkml:trace>
  <inkml:trace contextRef="#ctx0" brushRef="#br0" timeOffset="-107938.08">12783 14126 206 0,'0'0'239'0,"-2"-12"0"16,2 12-7-16,-1-10-22 0,1 10-21 0,0 0-24 16,-2-6-10-16,2 6-22 0,0 0 0 0,0 0-6 15,7 22-4-15,-5-11-16 0,0 3-9 0,-2 1-8 16,2 4-8-16,-2 0-4 0,0-1-7 0,0 1-9 15,0 0-5-15,0-1-6 0,1-1-5 16,-1 1-19-16,0-3-23 0,-1-3-19 0,1 1-20 0,0 0-27 16,0-3-27-16,0-10-41 0,1 20-42 0,-1-20-38 15,0 10-159-15,0-10-399 0,0 0 176 0</inkml:trace>
  <inkml:trace contextRef="#ctx0" brushRef="#br0" timeOffset="-107552.68">12801 14099 65 0,'7'-16'188'0,"1"4"-4"0,-1 0-4 0,3 3-7 15,0 0-5-15,1 2-14 0,1-1-11 0,-3 4-14 16,0 2-10-16,4 0-15 0,-2 4-4 0,1-2-13 16,-5 2-8-16,1 3-5 0,-1 2-2 15,3-1-4-15,-4 3 3 0,-3 1-9 0,1 2-6 16,-4 0-8-16,0 3 0 0,-3-2-7 0,1 1-4 0,0-3-1 15,-2 3-2-15,2-2-11 0,-4-2-12 0,4 0-9 16,2 0-3-16,-2-1-3 0,4-1-2 0,-2 1-5 16,2-3-4-16,4 2 2 0,-4 0-4 0,5-1 5 15,-1-3-1-15,1 4 0 0,4-3 3 0,-2-1 4 16,0 3-4-16,2-2-3 0,-2 1 5 0,0-1 0 16,-2 0 0-16,4 1 1 0,-4-3-1 0,-3 4 5 15,0-3 0-15,1 1 12 0,-3 0 8 0,1 3 15 16,-3-8 0-16,-3 11 0 0,3-11-1 0,-4 9 0 15,-3-1 0-15,-2-1 0 0,3-1-2 0,-6 1 3 16,1-1-9-16,-1 0-3 0,-1-1-4 16,2 0-15-16,-5 0-15 0,5-1-23 0,-3-1-25 0,3-1-38 15,11-2-53-15,-15 4-67 0,1-5-138 0,14 1-389 16,-18-2 172-16</inkml:trace>
  <inkml:trace contextRef="#ctx0" brushRef="#br0" timeOffset="-107288.52">13823 13780 48 0,'0'0'278'0,"0"0"-24"16,-5-4-14-16,5 4-21 0,0 0-22 0,0 0-19 16,0 0-17-16,0 0-16 0,0 0-18 0,13-10-13 15,-6 10-35-15,-7 0-34 0,16-2-43 0,-5 1-54 0,1 1-61 16,-5 0-49-16,1 1-132 0,-8-1-318 16,11 2 141-16</inkml:trace>
  <inkml:trace contextRef="#ctx0" brushRef="#br0" timeOffset="-107136.47">13859 13921 16 0,'0'0'203'0,"-5"9"-12"0,5-9-9 15,-4 4-17-15,4-4-10 0,0 0-12 0,0 0-5 16,0 0-11-16,8 10-10 0,-1-8-12 0,3-2-12 16,1-3-22-16,6 0-20 0,2-1-43 0,-1 0-59 15,2-3-60-15,0 1-157 0,7-4-289 0,-2-1 128 16</inkml:trace>
  <inkml:trace contextRef="#ctx0" brushRef="#br0" timeOffset="-102443.86">15181 13305 16 0,'1'-10'189'0,"-2"1"-3"16,1 2 0-16,0 7-9 0,0-11-11 0,0 11-8 16,-3-9-20-16,3 9-15 0,0 0-12 0,-3-7-15 15,3 7-9-15,0 0-13 0,0 0 1 0,0 0 19 16,2 25-10-16,0-9-2 0,-3 2-4 0,2 7 2 16,2-1-3-16,-4 2-4 0,1-1-10 0,0 1-5 15,1-1-2-15,-1-6-4 0,0 7-6 0,0-10-6 16,4 4-5-16,-6-4 2 0,6 1-9 0,-2-5 3 15,-2 0-7-15,2 1-10 0,-1-1-21 0,-1-1-18 16,-1-1-25-16,1-3-27 0,0-7-33 0,0 0-36 16,0 15-16-16,0-15-23 0,-2 5-161 0,2-5-374 15,0 0 166-15</inkml:trace>
  <inkml:trace contextRef="#ctx0" brushRef="#br0" timeOffset="-102255.81">15153 13392 85 0,'-2'-8'143'0,"2"8"-9"0,0 0-14 0,0 0-12 16,3-9-14-16,-3 9 10 0,7-2-8 0,2 1-3 15,2 1-4-15,5 3-8 0,3-2-9 0,2 2-5 16,-1 0-6-16,3-1-6 0,5 1-2 0,-6 1-10 16,-3 1-7-16,4-3-22 0,-2 1-33 0,2 0-21 15,2 0-39-15,-3-1-31 0,-4 0-107 0,0 0-235 16,-2-2 104-16</inkml:trace>
  <inkml:trace contextRef="#ctx0" brushRef="#br0" timeOffset="-102063.78">15590 13205 82 0,'-3'-5'193'0,"3"5"-14"0,-4-8-25 0,4 8-19 15,0 0-11-15,0 0 5 0,0 0 4 0,0 0-1 16,-5 20-5-16,6-2-9 0,1 2-13 0,-1 5-9 15,0 4-10-15,0-2-8 0,2 4-1 0,1-3-9 16,0 0-15-16,-3 1-19 0,7-4-28 0,-3 1-40 16,-1-8-43-16,3 1-57 0,-1-1-50 15,0-3-96-15,1 0-304 0,0-4 135 0</inkml:trace>
  <inkml:trace contextRef="#ctx0" brushRef="#br0" timeOffset="-101882.05">16091 13348 86 0,'6'-4'170'0,"-1"1"-19"0,3 1-10 0,-2-1-12 0,4-1-20 16,-2 4-16-16,-8 0-34 0,22 0-40 15,-12-1-39-15,-2 1-55 0,-1 1-69 0,-7-1-156 16,14 2 69-16</inkml:trace>
  <inkml:trace contextRef="#ctx0" brushRef="#br0" timeOffset="-101722">16151 13475 34 0,'-7'2'196'0,"7"-2"-9"15,0 0-16-15,0 0-11 0,0 0-15 0,0 0-20 16,0 0-9-16,0 0-9 0,0 0-16 0,22 3-25 0,-12-6-39 15,-10 3-51-15,30-6-57 0,-14 1-139 0,1 1-239 16,1 0 106-16</inkml:trace>
  <inkml:trace contextRef="#ctx0" brushRef="#br0" timeOffset="-101231.08">17476 12990 95 0,'9'-3'161'0,"-1"1"-6"0,1 0-4 15,3 4-7-15,0 2 0 0,-2 3-14 0,4 4-7 16,-4 4-3-16,-1 2-9 0,0 1-8 0,-4 6-12 16,-3 2-6-16,-2 3-7 0,-3-3-6 15,-5 1 0-15,-1-2-10 0,0 0-5 0,-2-2-8 16,0-6 0-16,1 0-6 0,0-1-5 0,-2-2-2 0,0-1-14 15,0-3 6-15,1-1 7 0,1-4 6 0,-2 1 10 16,1-2 9-16,2 0-6 0,-3-2-2 0,6-2 2 16,6 0 1-16,-13-3-5 0,8-1-4 0,5 4-5 15,-10-7-4-15,7 2 1 0,3 5-7 0,0 0-6 16,-2-10-1-16,2 10-3 0,0 0-2 0,0 0-5 16,16-7 2-16,-4 7-4 0,-2 0 0 0,4 1-1 15,3 2-7-15,1-2-23 0,3 1-22 0,-1 2-27 16,6 0-34-16,-4-3-54 0,-3 2-42 0,4-3-33 15,-1 0-138-15,6 0-398 0,0-3 177 16</inkml:trace>
  <inkml:trace contextRef="#ctx0" brushRef="#br0" timeOffset="-100914.35">17940 13194 16 0,'-6'-13'192'0,"6"13"5"0,-6-9-4 0,2 6-5 0,4 3-9 16,-5-6-18-16,5 6-12 0,0 0-3 15,0 0 3-15,-11 12-1 0,8-5-5 0,1 5-2 0,2-2-6 16,-1 2-11-16,1 2-13 0,2 3-12 0,2-1-7 16,3 0-10-16,0-2-7 0,1 1-11 15,2-1 7-15,-1-5-17 0,4 1-1 0,2-1-8 16,0-1 0-16,-1-4-8 0,3 0-1 0,2-2 1 16,-2-3-4-16,3-1-2 0,-1-4 3 0,-1 0-6 15,-1-1 1-15,-2-3 0 0,-1 0-4 0,-4 2 2 16,-2-2 1-16,0-4 0 0,-6 5-8 0,0-4 3 15,-2 3-6-15,-2-2-1 0,-7-3-2 0,2 2 0 16,-4-1-4-16,-2 0-8 0,-2 5-8 0,-2 3-7 16,-2-1-12-16,-1 1-8 0,0 3-13 0,-1 3-11 15,1 1-15-15,-1 3-22 0,2 4-28 0,3 2-35 16,4-2-53-16,3 1-35 0,-5 2-170 0,8-1-451 16,0-1 200-16</inkml:trace>
  <inkml:trace contextRef="#ctx0" brushRef="#br0" timeOffset="-100661.61">18396 12905 256 0,'0'-11'280'0,"0"-3"-11"0,1 5-5 0,-1-1-4 15,0 10-15-15,2-14-23 0,-2 14-22 0,0-7-27 0,0 7-11 16,0 0-8-16,0 0 4 0,0 0-5 0,21 26-10 15,-17-7-10-15,1 7-11 0,4 6-1 0,-4-3-5 16,3 3-28-16,-3-3-6 0,0 3-5 16,3-3-11-16,-6-1-2 0,2 0-29 0,0-3-22 15,-1 0-31-15,-2-7-39 0,2 0-34 0,-1 0-38 0,-2-1-47 16,4 0-60-16,-3-5-58 0,-2-1-183 16,2-3-515-16,-1-8 229 0</inkml:trace>
  <inkml:trace contextRef="#ctx0" brushRef="#br0" timeOffset="-99841.98">18708 13066 16 0,'0'0'239'16,"0"0"-19"-16,2-6-1 0,-2 6 7 0,0 0 0 16,0 0-7-16,0 0-13 0,3 22-12 0,-3-22-23 15,-3 21-16-15,5-9-17 0,-1-1-5 0,1 0-12 0,2 6-19 16,-1-5-7-16,2-2-2 0,-1 1-20 0,1-1-4 15,3-2-8-15,-1-1-2 0,0 2-7 0,1-3-5 16,2-3-3-16,-1 0-3 0,0 0-4 16,2-2 1-16,1-2-12 0,-5 0 4 0,1-3-6 15,2-1-5-15,-5 0 2 0,2-2-3 0,-3-2-6 0,2 2 2 16,-4-2-7-16,0-2-9 0,-4-1-2 16,0 0 5-16,-2-2-4 0,-1 4 2 0,-3-7-1 15,-1 4 1-15,0 3-2 0,0-1 0 0,3 0 2 0,0 3 1 16,-1 2-3-16,3 1 0 0,4 5-4 0,-6-8-3 15,6 8 10-15,-3-4-8 0,3 4 8 0,0 0-6 16,0 0-5-16,0 0 5 0,23 9-6 0,-6-7 3 16,3 0-1-16,7 1 1 0,3-2-5 15,-1-1 4-15,2 0-2 0,-2-5 5 0,-1 0 0 16,-1 0-1-16,-9-2 2 0,0 5 1 0,-1-3 2 0,-3 1-2 16,-3-2 4-16,1 3 2 0,-4 0 3 0,-1 1 12 15,-2-1 0-15,-5 3 1 0,9-6-3 0,-9 6-1 16,5-7 7-16,-5 7 2 0,1-5 2 15,-1 5 1-15,0 0-1 0,0 0-1 0,0 0-1 16,0 0 3-16,-2-13-6 0,2 13-2 0,0 0-1 0,0 0-5 16,0 0 1-16,0 0 4 0,0 0-2 0,0 0 4 15,-17 15-4-15,9-5-4 0,0-3 8 0,1 2-8 16,0 0-3-16,0 0-1 0,2-1-2 16,-4-2 3-16,4 1-2 0,0-1-4 0,1-2 7 15,4-4-3-15,-5 10-5 0,2-6 3 0,3-4-4 0,-5 7 2 16,5-7 2-16,0 0-6 0,-2 6 2 0,2-6-3 15,0 0-5-15,0 0 2 0,-4 5-3 0,4-5 1 16,0 0-3-16,0 0 7 0,0 0-2 0,0 0 3 16,14 6-1-16,-14-6-3 0,0 0 0 0,11 0 4 15,-11 0-1-15,8 3 2 0,-8-3-3 0,10 3 1 16,-5-2-1-16,1 2 10 0,-1 1-10 0,0-1 2 16,-5-3 4-16,10 9-3 0,-5-4-1 0,3 2 0 15,-3 1 1-15,-1 1-1 0,1 1-3 16,0 5 4-16,-3-2 3 0,4 4-4 0,-3-2 3 0,1 2-2 15,0 2 3-15,-3 0-2 0,2-2 0 0,1 2 2 16,-3-2 0-16,-1 0 1 0,0 1 3 0,0-1 0 16,-1-4-2-16,-2 6 1 0,2-7-4 0,0 5 14 15,-2-6-10-15,1 0-1 0,0 1 1 0,-3-2 1 16,1-2 4-16,-1 4-5 0,0-5 7 0,-1 1 0 16,-1-1 2-16,2 0 0 0,-1 0-1 0,2-4-7 15,-2 0 4-15,6-3 1 0,-9 7-6 0,4-4-7 16,5-3-18-16,-12 3-18 0,12-3-24 0,-11 2-22 15,11-2-26-15,-12-2-37 0,12 2-55 16,-13-4-55-16,6 1-206 0,0-4-502 0,1 0 222 0</inkml:trace>
  <inkml:trace contextRef="#ctx0" brushRef="#br0" timeOffset="-98674.16">20069 12540 168 0,'0'0'236'0,"-1"-10"-18"15,1 10-15-15,0 0-17 0,0 0-23 0,0 0-15 16,0 0-10-16,0 0-8 0,-13 17-3 0,7-1-11 16,-1 1-7-16,-3 7-13 0,2-6-5 0,-1 1-8 15,4-1-12-15,-1-1-4 0,-2-2-6 0,3 1-7 16,1-5-5-16,0 0-5 0,0 0-4 0,2-5-2 16,-1 2-2-16,3-8-5 0,-1 9-1 0,1-9 4 0,-4 8 10 15,4-8 7-15,-2 6 4 0,2-6-8 16,0 0-5-16,0 0-5 0,0 0-4 0,0 0-2 15,1-27-3-15,2 16-1 0,0-2-2 0,1-2-4 16,0-3-3-16,2 0-1 0,-3-2 0 0,2-5-6 16,-1 2-2-16,2-3-4 0,-1 1-2 0,1-1-1 15,-1 9 1-15,2-1 2 0,0 2-3 0,-3 6-2 0,1 1-1 16,-3-2 0-16,1 5-3 0,-1 3-2 16,-2 3 2-16,8-4 0 0,-8 4-1 0,0 0 1 15,19 13 4-15,-10-4-5 0,0 4 5 0,-1 2-4 16,1 3 4-16,0-1-2 0,3 6-1 0,-1-6 2 0,-4 1 3 15,6 4 0-15,-5-5-2 0,0 1 0 0,0 0 2 16,-1-3-1-16,0 2 2 0,0-3-2 0,-2 1-10 16,-1-4-22-16,0 2-22 0,-1-4-24 15,0 1-44-15,-2-1-43 0,2 1-38 0,-3-5-44 16,0-5-148-16,0 0-428 0,-4 19 190 0</inkml:trace>
  <inkml:trace contextRef="#ctx0" brushRef="#br0" timeOffset="-98514.91">20000 12722 29 0,'0'0'149'15,"-4"-7"-15"-15,4 7-17 0,0 0-11 16,14-8-8-16,-2 4-8 0,2 1-12 0,5-3-30 16,9-1-33-16,1-1-23 0,0 2-38 0,1 1-23 15,3-3-55-15,-2 1-134 0,0-1 59 0</inkml:trace>
  <inkml:trace contextRef="#ctx0" brushRef="#br0" timeOffset="-98290.21">20505 12545 41 0,'-7'-8'157'15,"7"8"10"-15,-7-7 3 0,7 7-2 0,-8-4-4 16,2 3-7-16,6 1-6 0,-14-3-6 0,14 3-10 0,-12 4-2 16,7 0-4-16,0 5 10 0,1 2 9 15,-4 7-4-15,5 1-3 0,-3 7-9 0,4-2-5 16,-1 3-6-16,2-1-16 0,1 1-2 0,1-1-7 15,-2 0-8-15,-2 0-10 0,5-6-7 0,0-2-4 16,0 3-8-16,0-3-4 0,1 1-3 0,-1-2-10 0,0-1-24 16,-1-3-23-16,1 0-28 0,1-4-23 0,1 1-28 15,-3 0-30-15,-1-10-39 0,1 10-34 16,-1-10-25-16,0 0-37 0,3 9-153 0,-3-9-435 16,0 0 192-16</inkml:trace>
  <inkml:trace contextRef="#ctx0" brushRef="#br0" timeOffset="-98147.14">20328 12807 130 0,'9'-9'141'0,"-2"5"2"15,3 0-15-15,0-2-10 0,4 1-16 0,4-2-9 16,8 0-8-16,-5 2-6 0,6 0-20 0,-6 1-37 0,2 1-58 16,-3 1-59-16,-6 2-67 0,-1 0-175 15,-1 3 78-15</inkml:trace>
  <inkml:trace contextRef="#ctx0" brushRef="#br0" timeOffset="-97927.36">20024 13171 174 0,'0'0'226'0,"0"0"0"0,23 5-11 0,-5-6-14 0,10-2-11 15,8-3-17-15,2-1-19 0,12-5-13 16,5 1-15-16,0-2-11 0,3-2-12 0,-3 2-9 16,-3 2-12-16,-2 0-22 0,-14 5-33 0,-4 1-38 15,-4 3-48-15,-5 1-51 0,-5 2-50 0,-4 1-169 0,-4 2-354 16,-5 1 157-16</inkml:trace>
  <inkml:trace contextRef="#ctx0" brushRef="#br0" timeOffset="-97497.91">20328 13472 191 0,'-5'9'231'0,"1"2"-14"16,1-3-17-16,1 1-11 0,1 0-11 0,-4 0-11 15,4-2-11-15,0 0-12 0,-1 1-7 0,0-2-13 0,2-6-8 16,0 11-6-16,0-11-8 0,-4 10-3 15,4-10-7-15,-3 7-6 0,3-7 0 0,0 0 0 0,-2 6-2 16,2-6-3-16,0 0 2 0,0 0-14 16,0 0-4-16,0 0-9 0,0 0-5 0,0 0-8 15,0 0 0-15,5-21-1 0,-1 8-14 0,1 3-6 0,4-7-4 16,-3 0-2-16,-1-2-6 0,2 0 2 0,4-5-2 16,-3 0-6-16,-2 0 0 0,1 5-3 15,0 2 3-15,1 1-1 0,-1 1 2 0,-1 5 2 16,-2 1 1-16,-1 3-3 0,2 2 1 0,2 2-5 15,-1 0 0-15,-6 2 1 0,19 2 1 0,-8 0 2 0,-2 4 4 16,3 2 1-16,1 0 0 0,-3 2 3 0,4 2 3 16,-2 1 1-16,1 0-22 0,-3-1-4 0,-2-1 9 15,2 2-3-15,1-2 3 0,-3-3 2 0,-2 3-1 16,2-2 0-16,-2 0-3 0,-2 0-22 0,0-2-18 16,-1-2-17-16,1 0-21 0,-4-5-21 15,2 10-22-15,-2-10-40 0,-2 12-29 0,2-12-36 0,-8 7-20 16,3-4-137-16,-3-2-415 0,-2 0 184 15</inkml:trace>
  <inkml:trace contextRef="#ctx0" brushRef="#br0" timeOffset="-97358.02">20396 13475 137 0,'0'0'182'0,"-4"-3"-11"0,4 3-11 0,0 0-12 16,0 0-7-16,0 0-6 0,0 0-12 0,22-14-11 15,-10 10-8-15,5-3-15 0,3-1-9 16,8-3-27-16,0 0-33 0,3-3-36 0,1 1-55 0,0-1-52 15,-3 0-119-15,2-4-260 0,-2 3 116 0</inkml:trace>
  <inkml:trace contextRef="#ctx0" brushRef="#br0" timeOffset="-97085.96">20819 12595 170 0,'-2'-13'255'0,"0"4"-12"0,1 1-18 0,1 8-20 16,-3-9-12-16,3 9-12 0,0 0 17 16,0 0-7-16,0 0-5 0,8 47-6 0,-4-17-12 0,1 5-10 15,3 10-21-15,-1 5-9 0,-1 1-12 0,0-2-9 16,-1 0-11-16,1 7-9 0,-1-2-3 0,1-8-11 16,-2 0-9-16,-1-13-2 0,0 2-10 15,1 0-3-15,0-2-7 0,1 0-4 0,-2-3-18 0,1 0-22 16,1-2-22-16,-3-9-15 0,0 5-30 0,0-6-30 15,0-1-21-15,0-2-38 0,-1-4-45 0,-1-1-40 16,1-4-31-16,-1-6-140 0,-2 9-447 0,2-9 199 16</inkml:trace>
  <inkml:trace contextRef="#ctx0" brushRef="#br0" timeOffset="-96761.46">19987 12666 203 0,'-9'-6'250'0,"0"0"-10"0,4 2-16 0,-1 0-15 16,6 4-19-16,-11 0-11 0,11 0-4 0,-11 16-8 0,7 4 4 15,0 9-8-15,2 3-3 0,2 15-3 16,-1 3-4-16,4 8-9 0,1-2 5 0,3 2-9 0,0-1-9 16,2 1-11-16,-2 1-4 0,4-2-16 15,1-2-10-15,-2 1-9 0,4-5-9 0,-1-2-2 16,-2-4-5-16,2 3-21 0,-4-16-37 0,2-2-41 0,-3 1-33 16,-2-3-36-16,1 2-39 0,-2-5-56 0,3-1-81 15,-7-5-246-15,1 0-568 0,-2-7 251 16</inkml:trace>
  <inkml:trace contextRef="#ctx0" brushRef="#br0" timeOffset="-95401.63">22014 12686 61 0,'0'0'214'0,"-11"-1"-13"0,11 1-5 0,0 0-15 0,0 0-9 16,0 0-20-16,0 0-13 0,0 0-16 0,0 0-13 15,0 0-9-15,0 0-9 0,0 0-13 0,0 0-8 16,0 0-6-16,0 0-8 0,0 0-2 0,0 0-6 16,0 0-2-16,0 0-10 0,0 0 2 0,0 0-7 15,30-4 0-15,-16 2 14 0,-2 0-1 0,2 0-27 16,3-2-23-16,0 2-26 0,-4-1-60 0,0 2-58 16,-3 0-55-16,-3 1-119 0,-7 0-349 0,11 1 154 15</inkml:trace>
  <inkml:trace contextRef="#ctx0" brushRef="#br0" timeOffset="-95215.78">22015 12832 185 0,'0'0'210'0,"-4"5"-3"0,4-5-20 0,0 0-14 15,0 0-12-15,0 0-15 0,0 0-14 0,17 0-11 16,-17 0-12-16,22-5-12 0,-9 3-9 0,6-1-22 15,-1-1-31-15,-2 1-36 0,3 0-46 0,1-1-63 16,1-1-51-16,-7 2-106 0,6-2-289 0,-3 1 129 16</inkml:trace>
  <inkml:trace contextRef="#ctx0" brushRef="#br0" timeOffset="-94449.48">23078 12545 37 0,'0'0'236'0,"0"0"-7"15,-8-2-8-15,8 2-9 0,0 0-11 0,0 0-8 16,0 0-11-16,-9-4-10 0,9 4-9 0,0 0-14 15,0 0-18-15,0 0-11 0,0 0-15 16,7-16-9-16,-1 10-7 0,5-2-8 0,3-1-9 0,3 1-11 16,-3 0-7-16,2 1 0 0,1 1-7 0,1 0-10 15,-1 1 0-15,-1 3-6 0,-3 2-3 0,2 1-3 16,1 5-5-16,-4 0-1 0,0 5-4 0,-2 2 1 16,-1 1-2-16,-1 2-2 0,-6 3 0 15,-4 0 0-15,-2 7-1 0,-4-2-5 0,1-1-1 0,-5 0 4 16,-2-1 0-16,0 0-5 0,-4-2 3 0,0-2-1 15,-2 0 3-15,4-5-5 0,-5 1 3 16,2-2-4-16,0-3 3 0,3-1-3 0,3-3 4 0,-1 0 7 16,4-2 6-16,0-1 7 0,2 1 13 0,2-2-7 15,6-1-3-15,-12 0-2 0,12 0 3 0,-10 0-3 16,10 0-1-16,0 0-4 0,0 0 1 0,0 0-4 16,0 0-3-16,0 0-4 0,0 0 1 15,0 0-2-15,27-12-3 0,-13 12 3 0,0 0-2 16,4-1 1-16,3 0 0 0,0-1-18 0,8 1-10 0,-2 1-21 15,3-2-25-15,-4 1-20 0,4-2-27 0,-1 0-26 16,-1 0-37-16,2-1-32 0,-5 1-23 0,-2-3-16 16,5-1-162-16,-7 3-438 0,-3-2 194 0</inkml:trace>
  <inkml:trace contextRef="#ctx0" brushRef="#br0" timeOffset="-94147.31">23650 12639 174 0,'0'0'183'0,"0"0"-5"0,0 0 0 0,-5-8-6 15,5 8 4-15,0 0 2 0,0 0-4 0,-17 18-4 16,11-10-7-16,1 1 0 0,-2 1-7 0,0 1-14 16,3 0-6-16,1-1-13 0,-1 0-13 0,4 2-9 15,0-1-8-15,0-3-6 0,2 3-10 0,3-2-7 16,4 1-10-16,-7-5-2 0,9 2-4 0,-1 0-6 16,4-4-5-16,3 0 0 0,0-4-3 0,0 1-6 15,1-2 2-15,-5 1-6 0,-1-4-2 0,1 0-1 16,0-1 1-16,-4 1-5 0,-1-3 4 0,-2 2-2 15,2-4 1-15,-5 1-6 0,-1 3 1 0,-2-5-4 16,0 0 2-16,-3 0-7 0,-1-1-1 0,-4 2-3 16,-2-3-4-16,0 1-2 0,-1 2 3 0,1 3-9 15,-3 4-1-15,-1-2-17 0,1 3-6 0,0 2-17 16,-5 0-14-16,-1 4-29 0,2 2-28 0,0 3-51 16,1-1-55-16,7 1-64 0,-5 1-167 0,8-1-489 15,1 1 218-15</inkml:trace>
  <inkml:trace contextRef="#ctx0" brushRef="#br0" timeOffset="-93762.95">24257 12390 169 0,'1'-8'273'0,"-1"8"-15"0,1-13-15 0,-1 13-20 16,-1-7-22-16,1 7-17 0,0 0-21 0,0 0-11 15,0 0 0-15,0 0-2 0,0 0 11 0,5 41-12 16,-1-17-4-16,0 3-2 0,-1 3-26 0,1-1-10 16,-1 2-11-16,4 0-6 0,-2-6-9 0,0 3-8 15,-1-2-4-15,0-1-8 0,1-6-10 0,-3 1-6 16,3-4-24-16,0 3-28 0,-2-3-28 0,1 0-23 16,0-3-29-16,0 0-35 0,-3-4-47 0,4-1-39 0,1 0-39 15,-2-1-194-15,-4-7-478 0,3 6 212 0</inkml:trace>
  <inkml:trace contextRef="#ctx0" brushRef="#br0" timeOffset="-92880.06">24450 12630 47 0,'0'0'207'0,"0"0"-13"16,0 0 7-16,0 0 3 0,0 0-4 0,0 0-4 15,0 0-9-15,0 0-12 0,-6 27-10 16,6-16-13-16,0 0-11 0,0 0-17 0,0 3-11 0,1-3-13 15,3 0-9-15,0 3-4 0,-1-5-10 0,3 2-7 16,1-2-5-16,1 1-3 0,-1-3-7 16,5-2-4-16,-1 2-1 0,2-4-9 0,-1-3-2 15,-1 3-2-15,0-3-6 0,0 0 0 0,1-3-3 16,-2 0-4-16,0 0-2 0,-2-3-1 0,1 1-6 0,-6 0-10 16,5-5-6-16,-5 1-9 0,-2-1-8 0,-5-6-2 15,0 5 1-15,-3-5 3 0,-1 2-2 16,-1 0-2-16,-5 0 5 0,5 4-1 0,0 1 1 0,0-1 3 15,0 4-2-15,1-1 2 0,5 1 1 0,-1 3-1 16,4 3-1-16,-8-6 2 0,8 6-2 16,0 0 2-16,0 0 2 0,0 0 1 0,0 0 1 0,0 0 1 15,22 1-3-15,-4 1-2 0,1-2 3 0,1 0-3 16,8-2 3-16,3 1 1 0,-3-3-2 0,3 0 3 16,0 1 1-16,-1-3-3 0,-3 1 4 0,-6 1 0 15,6 0-2-15,-7-1 1 0,-2 1 4 16,-6-1-1-16,6 2 2 0,-6-1 0 0,-2 1 5 0,-3 0 7 15,-1-1 4-15,-1 1-1 0,-5 3 2 0,9-5 3 16,-9 5 7-16,4-7-1 0,-4 7 1 0,0-7-6 16,0 7 0-16,0 0-6 0,-6-10-1 0,-1 6 2 15,0 1 2-15,-4 2 3 0,1-1-5 0,-3 2 9 16,0 2-2-16,-3 2 2 0,3 2 3 0,-6 0 3 16,2 3-1-16,-1 2 4 0,0 0-3 0,2 1-3 15,3 2-4-15,2-2 1 0,2 1-5 0,1-2-2 16,3-1 0-16,0 0-1 0,3 0-5 0,2 1 4 15,2-2-4-15,0 0 2 0,5-1 0 0,0-1-6 16,1-1 7-16,2-1-5 0,0-2-4 0,2 0-1 16,2-3-1-16,-1 0-4 0,1-2 2 0,-1 1-6 15,0-2 4-15,3 0-1 0,-5-1 2 0,0-1-2 16,-2-1 1-16,-4 2 1 0,4-2-3 0,-2 2 1 16,-2-1 3-16,1 0 1 0,-4 0-5 0,3 1 3 15,-5 4-2-15,4-7 2 0,-4 7-3 16,4-4-1-16,-4 4-4 0,0 0-4 0,0 0 4 0,0 0 2 15,10 10 1-15,-6-1 4 0,-3 6 4 0,1 2 3 16,-2 4 3-16,6 5 5 0,-4 3-1 0,-1 3 7 16,4-2 7-16,-2 0-4 0,2 3 2 0,-2 0 4 15,1 14-8-15,0-15 1 0,0-1-3 0,0 1 3 0,-3 0 4 16,1-4-7-16,1 1 1 0,-6-5 5 16,1-4-10-16,-1-2 6 0,-1-2-2 0,-2 0 3 15,1-6-14-15,-3 0 10 0,-5 4 5 0,0-6-7 16,-2 2 2-16,2-4-1 0,-1-4-6 0,-2 0-3 15,2-4 5-15,-3 1-3 0,-1-2 6 0,3-6-8 0,-2 1 2 16,4-4 5-16,-1 2-4 0,3-6-7 16,0-6 1-16,2 5-9 0,2-11-14 0,5 2-6 15,4-1 4-15,2-2-6 0,6 5 0 0,-1-3-12 16,1 1-8-16,6 0-8 0,0 4-9 0,5 0-21 0,3-1-27 16,0 4-25-16,2-1-30 0,2 0-46 0,4 1-27 15,1-1-34-15,-1 4-196 0,-2-1-506 16,0 1 224-16</inkml:trace>
  <inkml:trace contextRef="#ctx0" brushRef="#br0" timeOffset="-92740.4">25466 12650 51 0,'0'0'196'16,"0"0"-7"-16,0 0-17 0,0 0-14 0,0 0-15 15,6-3-16-15,-6 3-28 0,0 0-35 0,0 0-47 16,0 0-56-16,7-4-72 0,-7 4-67 0,0 0-192 15,0 0 84-15</inkml:trace>
  <inkml:trace contextRef="#ctx0" brushRef="#br0" timeOffset="-90547.75">25556 12073 108 0,'0'-11'215'0,"-2"-4"-12"0,2 1-11 16,0 3 0-16,0 2-2 0,0 1-4 0,0 8-12 16,-2-13-20-16,2 13-20 0,0-9-17 0,0 9-9 15,0 0-17-15,0 0-3 0,0 0-10 0,19 33-2 16,-9-4 4-16,-1 4-3 0,4 19 2 0,-2 4 7 16,-2 2-7-16,0-2-4 0,1 27 15 0,-2-23-4 15,-3-3-10-15,3 0-2 0,2-1-7 0,1-5-9 16,0-1-1-16,-1-4-10 0,0-1-3 0,-1-9-4 15,5 8-7-15,-3-11-3 0,0 13-2 0,-3-14 5 16,0 3-3-16,-1-3-8 0,-3 3 2 0,1-7-16 16,-1 0-18-16,-1-4-25 0,-3 1-30 0,2-7-23 15,-2-3-27-15,-2-2-32 0,2-3-41 0,-2 0-46 16,-1 0-225-16,-2-2-495 0,1-2 219 0</inkml:trace>
  <inkml:trace contextRef="#ctx0" brushRef="#br0" timeOffset="-89947">26841 11787 102 0,'0'-8'251'0,"0"8"-16"16,-3-10-26-16,3 10-18 0,0 0-23 0,0-11-19 15,0 11-15-15,0 0-4 0,0 0-2 0,0 0-9 16,3 25-6-16,1-8 13 0,-3 0-7 0,3 9-6 16,0-1-10-16,1-1-7 0,1 3-12 0,-2-3-5 15,4-1-10-15,1 5-8 0,-3-9-1 0,-1 0-9 16,2-1 0-16,-1 1-7 0,-1-1-5 0,1 2-3 0,1-3-17 15,-2 2-21-15,2-2-25 0,-1-2-19 0,-4 2-29 16,1-6-48-16,1 0-42 0,0 0-34 16,-4-1-44-16,-2 0-124 0,2-10-397 0,-2 12 176 15</inkml:trace>
  <inkml:trace contextRef="#ctx0" brushRef="#br0" timeOffset="-89745.49">26547 12303 132 0,'0'0'184'0,"0"0"8"16,0 0-12-16,0 0-4 0,37-2-8 0,-5 0-14 15,9-2-13-15,14 0-12 0,6-5-10 16,2-4-9-16,3 3-13 0,21-2-8 0,-25 2-7 16,-1 3-9-16,-2-1-7 0,-3 0-10 0,-6 1-19 15,-12 5-29-15,-5 2-35 0,-2 0-46 0,-10 2-49 0,-1 2-41 16,-8 0-139-16,-4 2-326 0,-3 0 144 15</inkml:trace>
  <inkml:trace contextRef="#ctx0" brushRef="#br0" timeOffset="-89470.25">26661 12557 62 0,'0'0'264'0,"-11"-1"-12"16,11 1-17-16,0 0-15 0,-9-1-20 0,9 1-20 16,0 0-6-16,-3 7 1 0,4 3 6 0,-1 1-3 15,4 6-17-15,-2 2-8 0,2 7-13 0,1 0 2 16,0 1-18-16,-3-1-16 0,-2 1 1 16,2-1-9-16,1 0-11 0,1-6-5 0,-2 7-13 0,-2-2-6 15,0-6-3-15,4 1-6 0,-4-1-6 0,1-2-12 16,1 2-26-16,-2-1-27 0,0-5-40 15,0 0-38-15,-2-1-34 0,1-1-56 0,1-11-60 16,-2 14-253-16,2-14-535 0,-4 10 237 0</inkml:trace>
  <inkml:trace contextRef="#ctx0" brushRef="#br0" timeOffset="-89273.99">26897 12760 33 0,'5'-4'232'0,"-1"-1"-5"16,3 2 0-16,4-2-3 0,-2 1-8 0,4-2-21 16,0 4-19-16,-1-3-17 0,6 3-15 15,-5 0-16-15,5-2-12 0,0 3-28 0,-4-1-24 16,4 4-28-16,-7-2-37 0,1 1-41 0,-12-1-52 0,21-1-38 16,-21 1-40-16,12 0-132 0,-12 0-330 0,0 0 146 15</inkml:trace>
  <inkml:trace contextRef="#ctx0" brushRef="#br0" timeOffset="-89097.68">27074 12633 88 0,'0'0'197'0,"-4"-3"-7"15,4 3-15-15,0 0-10 0,0 0 8 0,0 0 4 16,0 0 15-16,0 0 4 0,-7 19-9 0,10-9-12 16,-2 0-15-16,-1 3-12 0,-1 3-18 0,2-1-11 15,-1 2-10-15,-1-1-15 0,-2 0-8 16,3 1-16-16,0 0-41 0,-2 0-40 0,2 0-45 0,0-6-69 15,0 2-74-15,-2-1-213 0,2-12-446 0,2 16 197 16</inkml:trace>
  <inkml:trace contextRef="#ctx0" brushRef="#br0" timeOffset="-88670.38">27340 12698 87 0,'0'0'237'0,"11"9"-5"16,-10-3-2-16,2 3-7 0,-5 0-16 16,1 4-14-16,0 2-14 0,-2 2-15 0,1-1-13 0,-2 0-13 15,1-4-14-15,2-2-12 0,-2 1-10 0,0-1-6 16,1 1-10-16,0-4-9 0,2-1-8 0,0-6-8 16,-1 11 2-16,1-11-7 0,-3 8 1 0,3-8-3 15,0 0-4-15,0 0-5 0,0 0 1 0,0 0-9 16,0 0-4-16,0 0 0 0,6-32-4 0,-1 23-1 15,-2-8-8-15,1-1 0 0,2 1 0 0,-3-2-1 16,1 2 2-16,6-9 0 0,-4 1-5 0,2-1-6 16,2 0 7-16,-3 9 5 0,1 0 12 15,-1 0 7-15,-1 6 0 0,-1 2-7 0,2 0-1 0,-4 2-9 16,1 4-8-16,2-1 13 0,-6 4-15 0,12 1 34 16,-3 5-13-16,0 0-2 0,-1 3 8 0,2 2 9 15,-1 2 8-15,0 3 4 0,-1-1 3 0,-2-1-8 16,2 3-4-16,-3-3 2 0,3 3-5 0,-2-2-6 15,0 2-9-15,-3-6 5 0,1 1-9 0,2 5 3 16,-1-6-9-16,-3 0-3 0,-2-1-1 0,2 1-23 16,-2-1-34-16,0-1-32 0,0-1-38 0,0-1-37 15,0-7-31-15,-2 10-40 0,2-10-46 0,-4 9-48 16,-1-6-243-16,5-3-594 0,-13 3 262 16</inkml:trace>
  <inkml:trace contextRef="#ctx0" brushRef="#br0" timeOffset="-88521.64">27424 12766 128 0,'3'-4'175'0,"2"0"-14"0,-5 4-6 15,15-12-11-15,-3 7-16 0,3-3-13 0,4 1-10 16,-3 2-16-16,3-3-37 0,-1 2-40 0,0-3-39 16,4 4-42-16,-6-1-37 0,2 0-71 0,-7 1-192 15,3-2 85-15</inkml:trace>
  <inkml:trace contextRef="#ctx0" brushRef="#br0" timeOffset="-88331.59">27744 12608 86 0,'2'-7'170'0,"-2"7"4"0,0 0 8 16,0 0 8-16,0 0-1 0,2-9-7 0,-2 9-18 15,0 0-13-15,0 0-12 0,0 0 19 0,0 0 12 16,0 0 10-16,3 22 9 0,-2-10-10 0,-1-1 1 16,0 5-12-16,0 0-17 0,0 1-13 0,0 1-12 15,-1-1-15-15,0-1-8 0,4 2-15 0,-4 0-11 16,0-1-6-16,1-2-31 0,0-2-29 0,0-1-29 15,0 1-30-15,0-1-41 0,0-3-32 0,0-9-47 16,-1 15-50-16,1-15-29 0,2 8-37 0,-2-8-145 16,0 0-465-16,0 0 205 0</inkml:trace>
  <inkml:trace contextRef="#ctx0" brushRef="#br0" timeOffset="-87972.63">27727 12530 186 0,'1'-11'244'0,"3"3"-12"0,1-2-7 16,-2 5-11-16,3 1-11 0,1 1-13 0,1-1-15 16,6 1-10-16,-5 5-11 0,5-1-13 0,-1 1-11 15,-2 1-13-15,3 2-13 0,-3-2-7 0,3 2-11 16,-4 3-8-16,2-4-10 0,-3 2-4 0,-2 3-8 16,1-2-1-16,-4 1-12 0,-3-2 1 0,1 4-4 15,-2-3-1-15,2 3-9 0,-4-2-5 0,0 0-7 16,-1-2-15-16,-1 1-6 0,2 0-10 0,2-7-12 15,-5 10-10-15,2-4-6 0,3-6 1 0,-5 7 2 16,5-7 2-16,-2 9 3 0,2-9-1 0,0 8 6 16,0-8 4-16,6 8-2 0,-6-8 7 0,5 7 2 15,-5-7 1-15,6 6 1 0,-3-2 0 0,-3-4 2 16,8 4 2-16,-2-1-3 0,-6-3 3 0,4 4-1 16,-4-4 2-16,8 5 4 0,-8-5 3 0,2 6 4 15,-2-6 2-15,0 7 5 0,0-7 3 0,0 0-3 16,-6 10-5-16,2-5-1 0,0-2-19 0,-6 0-22 15,5 0-39-15,5-3-54 0,-15 5-66 0,4-1-179 16,11-4-409-16,-18 2 182 0</inkml:trace>
  <inkml:trace contextRef="#ctx0" brushRef="#br0" timeOffset="-87153.93">28330 11829 92 0,'0'-10'217'0,"0"1"-4"16,0 9-6-16,0-12-10 0,0 12-16 0,-2-8-19 15,2 8-15-15,0 0-16 0,0 0 2 0,0 0 11 0,0 0-3 16,17 24 21-16,-7 1-4 0,-2 5 16 0,-1 5-1 15,5 14-5-15,-1 3-9 0,-1 2-7 0,-2 5-11 16,7 23-4-16,-6-23-12 0,3 25-16 16,-1-26-5-16,0-1-6 0,2 2-10 0,-2-1-14 0,5-3-10 15,-5-2-4-15,1 0-7 0,3-4-63 0,-2-2-38 16,-3 1-47-16,-5-2-47 0,-1-10-60 16,1-4-84-16,-8 1-278 0,1-2-610 0,-2-4 269 15</inkml:trace>
  <inkml:trace contextRef="#ctx0" brushRef="#br0" timeOffset="-87002.3">28510 12998 2493 0,'0'-19'-15'0,"-4"3"14"16,3 5 3-16,-2-2-33 0,-1 4-47 0,1 0-31 15,0 2-24-15,0-2-15 0,1 3-25 0,-2-1-129 16,1 1-326-16,3 6 145 0</inkml:trace>
  <inkml:trace contextRef="#ctx0" brushRef="#br0" timeOffset="-75163.93">12349 12298 61 0,'0'0'68'16,"0"0"3"-16,0 0 0 0,0 0 0 0,0 0-7 15,0 0 5-15,14 13-9 0,-7-10-1 0,0-1-3 16,5 1 4-16,3 0-12 0,2-1-1 0,4 2 9 16,-1-2-2-16,11 0-1 0,-4-1-11 0,7-1 1 15,-2 0-1-15,3-1 2 0,3-1-12 0,-2 0-2 16,5 0 6-16,10-3 2 0,3 2-11 15,1-1 2-15,1-1 3 0,-1-4-3 0,1 3-5 0,3 2-1 16,-5-1 0-16,4 1 1 0,-4 1 2 0,0 0-1 16,2-3-2-16,-2 1-1 0,-3 3-5 0,-12-2-1 15,1 5 2-15,12-5-1 0,-1 4-1 0,-10-1-1 16,8 1 5-16,-8-3-7 0,12 1-2 0,-1-1-5 16,-14 2 3-16,17 2-1 0,-3-10-5 0,-12 9 9 15,12-5-5-15,-2 0 1 0,5 4 1 0,-5-3 3 16,-10 1-2-16,11 1-3 0,-13-2 3 0,14 0 1 15,-12 3-10-15,-1-2 3 0,13-1 5 0,-13 4 0 0,0 0-11 16,13-3 7-16,-16 3 2 0,1-2-6 16,1 1 0-16,-1-2 2 0,-1 1 1 0,2 1-3 15,1-4 2-15,12 2 0 0,1-3 0 0,-1 3-1 16,2-1 6-16,-2-1-6 0,3 2 3 0,-3-1 1 0,6-2 0 16,1 2-2-16,-4 1 4 0,2 1-1 15,-1-2 2-15,-2 0 1 0,1 1-1 0,0-1-1 0,-4 0-2 16,3 0 2-16,1 3-2 0,1-2 0 15,-1 0-7-15,3-1 7 0,0 1-3 0,4-3-4 16,-1 3 7-16,0-2 0 0,0 1 0 0,0-1 0 0,2 1-2 16,-2 2 1-16,-3-2 0 0,0 2 2 0,0 1 0 15,0-5 1-15,-3 6 0 0,-2-3 1 16,-1 3-1-16,2-5 3 0,-1 5-5 0,-2-2 6 0,1 0-1 16,-13-1 3-16,2 2-5 0,1-2 2 0,-3 3 3 15,-1-3 1-15,0 2 1 0,1-2 4 0,-3 0-1 16,-3 0 5-16,-3 1-3 0,-1 0 6 0,-9-1 0 15,0 1 2-15,-3-2 4 0,-4 5-4 0,-2-3 8 16,-2 0 0-16,-1 2-5 0,-7 0 0 16,11-3-2-16,-11 3-2 0,7 0-8 0,-7 0 4 0,0 0-6 15,9-3-16-15,-9 3-21 0,0 0-25 16,0 0-33-16,0 0-46 0,0 0-47 0,-28 6-208 0,15-4-409 16,-3 3 181-16</inkml:trace>
  <inkml:trace contextRef="#ctx0" brushRef="#br0" timeOffset="-73846.27">13785 15154 66 0,'0'0'122'0,"0"0"-6"0,0 0-18 0,2-7-12 16,-2 7-10-16,0 0-7 0,0 0-4 0,0 0-6 15,0 0-3-15,0 0-5 0,0 0-4 0,0 0-10 16,0 0 0-16,0 0-9 0,0 0-3 0,0 0 0 16,0 0-10-16,0 0-1 0,0 0-1 0,0 0-1 15,0 0 6-15,0 0-11 0,0 0 9 0,0 0-11 16,0 0 6-16,0 0 0 0,0 0-4 0,0 0-3 15,0 0 1-15,0 0-1 0,0 0 5 0,0 0 1 16,0 0 0-16,0 0-14 0,0 0 4 0,0 0-3 16,0 0 2-16,0 0 2 0,0 0-1 0,0 0 4 15,0 0-2-15,2 22 1 0,-2-22-3 0,0 0 5 16,0 0-5-16,0 0 4 0,0 0 3 0,0 0-7 16,0 0 6-16,0 0-6 0,0 0 3 0,0 7-1 15,0-7 2-15,0 0-5 0,0 0 6 0,0 0-4 16,0 0-2-16,0 0 1 0,0 0 1 0,0 0 10 15,0 0-22-15,0 0 11 0,0 0 0 0,0 0-1 16,0 0 2-16,0 0 12 0,0 0-9 0,0 0-6 16,0 0 0-16,0 0 7 0,0 0-9 0,0 0-1 15,0 0 9-15,0 0-5 0,0 0 2 0,0 0 8 16,0 0-9-16,0 0-12 0,0 0 8 0,0 0-4 16,0 0-4-16,0 0 2 0,0 0-11 0,0 0-8 15,0 0-3-15,0 0 6 0,0 0 2 0,0 0-8 16,0 0-11-16,0 0-8 0,0 0-4 15,5 4-3-15,-5-4-10 0,0 0-8 0,0 0-47 16,0 0-132-16,0 0 59 0</inkml:trace>
  <inkml:trace contextRef="#ctx0" brushRef="#br0" timeOffset="-72607.86">13915 15160 58 0,'0'0'106'0,"0"0"-18"0,0 0-1 0,0 0-5 0,0 0-17 16,0 0-11-16,0 0 7 0,0 0-6 16,0 0-2-16,0 0 4 0,0 0-5 0,0 0 1 15,0 0 2-15,0 0-3 0,0 0 0 0,0 0 4 16,0 0 9-16,0 0-2 0,0 0 12 0,0 0 5 0,0 0 0 16,0 0 4-16,0 0-4 0,-4-7-4 0,4 7-10 15,0 0-7-15,-2-6-1 0,2 6-8 16,0 0 1-16,-3-13 0 0,3 13 0 0,-3-7-8 15,3 7-5-15,-2-10 27 0,2 10-5 0,-2-9-2 16,2 9 2-16,0-7 0 0,0 7 1 0,-3-10 0 16,3 10 0-16,0 0-10 0,0 0-8 0,-1-9-6 15,1 9-3-15,0 0-7 0,0 0-6 0,0 0-2 16,0 0-2-16,0 0-2 0,0 0-1 0,0 0-1 16,0 0 0-16,0 31-5 0,1-14 1 0,-1 1-1 15,0-1 0-15,0 2-3 0,1-1 3 0,-1 1-2 16,2 4-3-16,-2 4 4 0,2-2-2 0,-2-6 9 15,2 1-7-15,1-1 3 0,-1-1-3 0,-1-1-2 16,-1 1 1-16,1-5 1 0,0-2 0 0,1 2-5 16,-2-2 0-16,2 0 1 0,-2-1 0 0,2 0-2 15,0-3 2-15,0-1 2 0,-1 2-3 0,-1-8 2 16,1 11-3-16,-1-11 4 0,0 9-1 0,0-9 2 16,3 7-2-16,-3-7 0 0,0 6-1 0,0-6-3 15,0 0-11-15,0 0-11 0,0 0-27 0,0 0-30 16,0 0-31-16,0 0-45 0,0 0-31 0,0 0-33 15,0 0-165-15,-20-15-414 0,13 8 184 0</inkml:trace>
  <inkml:trace contextRef="#ctx0" brushRef="#br0" timeOffset="-72359.7">13857 15175 114 0,'0'0'163'0,"0"0"-20"0,0 0-9 16,0 0-12-16,4-10-1 0,-4 10-9 0,14 0 1 0,-1 2-11 15,-2 1-10-15,3-1-8 0,3 3-3 0,2-1-12 16,1 1-16-16,-2 2 6 0,0-1-5 16,-1-2-9-16,2 4-1 0,-4-4-10 0,3 5-3 15,1-2-1-15,-2 2-14 0,-1-2-24 0,-3-2-27 16,6 0-36-16,-6 0-32 0,1 0-18 0,-3 0-15 15,-1-1-88-15,0 0-243 0,-1-1 108 0</inkml:trace>
  <inkml:trace contextRef="#ctx0" brushRef="#br0" timeOffset="-72119.24">14238 15090 4 0,'0'-4'197'0,"0"4"-8"15,-4-6-17-15,4 6-22 0,0 0-12 0,0 0-14 16,0 0 0-16,0 0 11 0,0 0 0 0,0 0-1 16,-3 33-5-16,4-15-5 0,1 1-10 0,-2 0-10 15,2 9-5-15,0-3-5 0,-2 3-13 0,-3-2-4 16,4 3-8-16,-1-1-7 0,0-2-6 0,-1 0-4 16,0-2-2-16,-1 1-10 0,1-7-13 0,-1 0-24 15,2 1-28-15,0-3-24 0,-4-3-33 0,4 0-49 16,-2-3-55-16,4 2-183 0,-4-3-399 0,0-1 177 15</inkml:trace>
  <inkml:trace contextRef="#ctx0" brushRef="#br0" timeOffset="-71934.47">14476 15296 64 0,'9'-6'175'0,"-9"6"-17"0,12-5-15 16,-3 1-15-16,1 2-14 0,3-1-18 0,-3 2-40 0,4-2-36 16,5 0-48-16,-5 3-37 0,-1 1-79 0,-13-1-155 15,17-1 68-15</inkml:trace>
  <inkml:trace contextRef="#ctx0" brushRef="#br0" timeOffset="-71772.36">14519 15376 22 0,'-12'5'184'16,"12"-5"-8"-16,-8 5-11 0,8-5-15 0,-5 4-15 0,5-4-14 15,0 0-9-15,0 0-11 0,0 0-9 0,0 0-7 16,0 0-19-16,0 0-28 0,25 4-44 16,-10-6-47-16,-15 2-42 0,30-3-121 0,-10 0-233 15,-2-3 103-15</inkml:trace>
  <inkml:trace contextRef="#ctx0" brushRef="#br0" timeOffset="-71376.13">15735 15244 95 0,'-7'0'228'0,"7"0"-11"0,-16 0-5 16,16 0-7-16,-10 0-12 0,10 0-17 0,-8 0-15 15,8 0-17-15,0 0-14 0,0 0-12 0,-10-3-12 16,10 3 2-16,0 0 1 0,0 0 3 0,0 0-4 15,41-4-5-15,-14 1-6 0,1-4-7 16,4 2-9-16,2-2-5 0,0 3-4 0,-1-3-8 16,-4 3-2-16,-1-1-10 0,-1 3-1 0,-6-2-5 0,-2 1-5 15,-6 1-4-15,-3 1-3 0,1 0-3 16,-11 1-4-16,12 0-4 0,-7-1-6 0,-5 1-10 16,0 0-12-16,13 2-11 0,-13-2-20 0,0 0-30 15,0 0-30-15,0 0-52 0,0 0-49 0,-23 21-48 0,12-16-193 16,11-5-474-16,-20 6 210 0</inkml:trace>
  <inkml:trace contextRef="#ctx0" brushRef="#br0" timeOffset="-70964.05">16258 15016 72 0,'0'0'257'15,"0"0"-8"-15,0 0-17 0,-1-11-18 0,1 11-25 16,0 0-17-16,0 0-19 0,0 0-11 0,0 0-6 16,0 0-3-16,15 29-11 0,-9-18-6 0,-2 4-9 15,1 2-1-15,2 3-2 0,-1 4-6 0,-2-8-11 16,2 3-3-16,-2-3-17 0,0 0-1 0,1 0-6 16,0 2-3-16,0-3-6 0,2-2-3 15,-2 3-6-15,-3-5-3 0,4 2 0 0,-3-4-4 0,1 1-7 16,-1-1-3-16,1-1-2 0,-1-3-1 0,0 1-4 15,-3-6-4-15,4 7 8 0,-4-7 11 0,2 5 13 16,-2-5 16-16,0 0-21 0,0 0 25 0,0 0-6 16,0 0-8-16,17-15 0 0,-12 7 9 15,1-6-4-15,0 0-5 0,0-1 8 0,-2-2-14 0,5-2-1 16,0-3-11-16,-3 2 9 0,2-4-13 0,1 0-5 16,4-2 0-16,-3 3-2 0,1 0-10 0,-3 5 6 15,1 2-3-15,1 1-5 0,-1 0 0 0,-4 6-31 16,0 0-21-16,-1 3-25 0,0 1-36 0,0 1-44 15,-4 4-43-15,0 0-37 0,0 0-26 0,9-9-23 16,-9 9-21-16,0 0-171 0,0 0-505 0,0 0 224 16</inkml:trace>
  <inkml:trace contextRef="#ctx0" brushRef="#br0" timeOffset="-70532.14">16713 15234 74 0,'0'0'230'0,"0"0"1"16,8 0-6-16,-8 0-8 0,0 0-9 0,0 0-17 16,15-7-5-16,-15 7-13 0,11-5-9 15,-4 1-11-15,-7 4-10 0,13-14-13 0,-5 12-6 0,0-6-3 16,0-1-11-16,2 1-9 0,-4-3-8 16,2-2-9-16,-1 1 1 0,-3 3 1 0,-1 0-6 15,4-2-5-15,-6 3-3 0,-1 8-10 0,2-18-6 0,-2 18-2 16,0-11-7-16,0 11-3 0,-6-11 4 0,6 11-19 15,-14-5-3-15,4 4-1 0,-3 2 4 16,2 3-6-16,-6 2-18 0,0 4 12 0,-1 1 7 16,-1 7-1-16,0 0 6 0,0 1 4 0,7-3 4 15,-2 6 5-15,2-1-1 0,3-3-1 0,2 0-3 16,3-1 0-16,2 2 0 0,2-1 5 0,2-3-10 16,1 4 5-16,3-3-5 0,3-1-12 0,3-1 3 15,-1-2 8-15,5-2-12 0,2-3-2 0,2 0-2 16,0-1 4-16,0-1-5 0,9-3 4 0,-1-2-29 15,0-1 24-15,0-2 1 0,-11 0 2 0,5 0-1 16,-1-1-2-16,-3-2-2 0,3 0-2 0,-3 1-4 16,1-3-1-16,-3 1-11 0,-3 3-9 0,-3 0-10 15,1 1-13-15,-2-4-28 0,-3 2-33 0,-6 5-33 16,9-6-42-16,-9 6-43 0,0 0-52 0,5-10-54 16,-5 10-215-16,0 0-585 0,0 0 259 0</inkml:trace>
  <inkml:trace contextRef="#ctx0" brushRef="#br0" timeOffset="-69429.27">18106 14748 26 0,'-5'-5'167'0,"0"-1"2"0,5 6-6 15,-13-7-12-15,7 7-5 0,-2-4-18 0,8 4-7 16,-17 4-7-16,7 0-1 0,-3 2-5 0,-1 6-8 0,-1 2-6 16,2-1 3-16,-1 10-9 0,1 1-4 0,4 1 3 15,3 3-5-15,1 5 5 0,2-2-8 16,0 3-2-16,5-2 0 0,2 2-8 0,-2-2 1 0,2 1 3 16,0-4-1-16,1 0-1 0,0 0-2 15,-1-2-6-15,0 1-3 0,2-5-5 0,-2 2-2 16,-1-5-3-16,-2-1-5 0,2 0-6 0,-3-3 1 0,0 2 18 15,0 0 8-15,-2-6-11 0,2 3 0 0,-2-5-6 16,-1 3-17-16,1-4-26 0,-2 1-20 16,-3-1-28-16,5-2-23 0,-3-2-35 0,0 0-43 15,-1-1-57-15,6-4-51 0,-10 4-199 0,10-4-486 16,0 0 216-16</inkml:trace>
  <inkml:trace contextRef="#ctx0" brushRef="#br0" timeOffset="-68851.47">17795 15147 104 0,'4'-6'152'0,"4"5"-14"0,0-5-12 0,6 3-7 15,2 1-10-15,3-1-13 0,3 0-5 0,7-2-5 16,1 3-9-16,1-3-3 0,-2 3-6 0,3-2-3 16,-3 2-2-16,-1-4-4 0,-1 3-2 0,-5 0 0 15,0 1 6-15,-4-1-8 0,1 1 7 0,-1 0-5 16,-7 0 1-16,-3 1-5 0,1-1 3 15,-3 0-7-15,-6 2 5 0,9 0-5 0,-9 0 11 0,9-2-5 16,-9 2-3-16,0 0-3 0,0 0-6 0,0 0-5 16,0 0 0-16,0 0-3 0,0 0-2 0,-20 9 9 15,8-6 6-15,-1 5-2 0,-1 3 1 16,2 0-2-16,-1 0-1 0,-3 0-1 0,5 0-3 0,-2 1 3 16,4 1-6-16,1-2 1 0,2-1-3 0,1 0-5 15,0 1-3-15,1 0-1 0,2-3-4 16,2 1 1-16,1 0-1 0,0 0-4 0,2-1-2 0,1-2 1 15,-1-2 1-15,5 1-4 0,-3-2 2 0,4 1-1 16,-1-1-4-16,4-3 0 0,0 0-1 0,1-3 4 16,-3 2-6-16,2-3-2 0,-1 1-7 0,0-3 1 15,-1 2-6-15,1-3 0 0,-3-1 3 0,2 2 1 16,-1-2-4-16,-2-1 1 0,0 2-6 0,1 0 2 16,-3-3-1-16,1 2-1 0,-2 4 2 0,-2-1 0 15,-2 5-3-15,7-9-5 0,-7 9-2 0,6-1 3 16,-6 1 3-16,0 0-1 0,12 9 2 0,-7-3 2 15,-3-1 1-15,3 6 4 0,-2-4-2 16,1 4 1-16,0 0 0 0,2-1-1 0,-2 1 3 0,2 5 3 16,-1-6-5-16,3-1 4 0,-2 0 0 15,1-2 4-15,2-1 1 0,-1-2 1 0,-8-4-1 16,13 3 3-16,-13-3-4 0,15 1 5 0,-15-1 7 0,20-6-3 16,-11 0-2-16,0 0 2 0,5-6-6 0,-5 5 1 15,0-3-4-15,0 3-11 0,-2-3-12 16,1 1-19-16,1-1-27 0,-1 0-39 0,-1 4-33 15,0-3-44-15,-1 2-39 0,2-3-174 0,-8 10-429 0,17-14 190 16</inkml:trace>
  <inkml:trace contextRef="#ctx0" brushRef="#br0" timeOffset="-68306.08">19728 14409 201 0,'0'-11'244'0,"-3"5"-8"15,3 6-19-15,0-12-23 0,0 12-21 0,-1-8-21 16,1 8-15-16,0 0-16 0,0 0 3 0,0 0 0 16,8 42 4-16,-5-12-10 0,4 19-1 0,-3 6-7 15,0-1-6-15,-3 2-1 0,-1 4-3 0,1 20-2 16,-2-27 1-16,2 3-12 0,-1-2-2 0,3-2-4 16,-1 1-6-16,-2-3-3 0,1 0-5 0,-2-1-4 15,1-3-2-15,0 2-7 0,-2-12-5 0,0 10-7 16,1-11-4-16,-1 1-1 0,0-2-3 0,1-1-3 15,-2 0-7-15,3-2-1 0,0-1-2 0,3-2 3 16,-2-4-10-16,-1-5-15 0,3-1-29 0,-3-5-32 16,1-1-39-16,0-2-34 0,3 0-49 0,-4-10-40 15,3 12-28-15,-2-8-231 0,-1-4-522 0,0 0 232 16</inkml:trace>
  <inkml:trace contextRef="#ctx0" brushRef="#br0" timeOffset="-67796">20483 14699 183 0,'1'-8'223'0,"1"-2"-9"15,-1 5-7-15,-1 5-5 0,-1-13-15 0,1 13-18 16,1-9-17-16,-1 9-20 0,0 0-14 0,0 0-9 15,0 0-15-15,0 0 0 0,-6 33 3 0,0-13-9 16,1 6 2-16,-1 2-15 0,-3 1-2 0,3-1-11 16,0-1-3-16,1-3-6 0,0-5-4 0,1 0-3 15,2-3-4-15,-1 1-2 0,3-2-4 0,-1-6-5 16,0 2-1-16,-1-3-1 0,2-8-3 0,-1 10 3 16,1-10 20-16,0 8 6 0,0-8 6 0,0 0-6 15,0 0-5-15,0 0-6 0,0 0-2 0,0 0-9 16,-1-32 1-16,3 13-1 0,2-5-7 0,-1-1 0 15,2-1-5-15,3-4-5 0,-3 1-1 0,2-4 3 16,1 0-2-16,3-13-6 0,-3 15 0 0,1-3-2 16,3 2-1-16,-1 1-1 0,-1 3 0 15,4 2-2-15,-3 3 4 0,-2 8 7 0,-1 0-8 0,-2 8-7 16,-1-1-3-16,0 4-9 0,0 1 3 0,3 1 3 16,-8 2-1-16,15 5 0 0,-5 3 1 0,2 5 0 15,-3 5 3-15,2 8-1 0,2 2 2 0,-5 0 3 16,1 0 0-16,1 0 0 0,-3 1-1 0,-1 0-1 15,0-2-2-15,3-2 3 0,-1 1 3 0,-1-3 6 16,0 2-9-16,-1-6 2 0,-1 0-18 0,0-2-18 16,-1-1-16-16,1 0-23 0,-3-5-29 0,0 1-39 15,-1-1-31-15,-1 0-15 0,0-4-40 0,0 3-35 16,-3-4-138-16,3-6-433 0,0 0 192 0</inkml:trace>
  <inkml:trace contextRef="#ctx0" brushRef="#br0" timeOffset="-67423.89">20497 14808 67 0,'0'0'119'15,"0"0"-13"-15,18-15-9 0,-4 13-8 0,4-3-21 16,4 0-34-16,7-1-18 0,-1 0-20 0,4 0 2 16,-1 2-30-16,2-3-6 0,-1 0-2 15,0 2 4-15,0-1 1 0,-3 2 6 0,2-5 5 0,-4 5 8 16,-2-4 19-16,-7 1 13 0,0-1 11 0,-2-1 12 15,0 1 14-15,-8 0 17 0,0 1 6 0,2-1 17 16,-5 1 6-16,-1-1 5 0,-4 8-6 0,1-14-4 16,-1 14 6-16,-1-13-2 0,1 13-1 0,-3-10-1 15,3 10-1-15,0 0-7 0,-3-12-9 16,3 12-4-16,0 0-2 0,0 0 8 0,0 0 10 0,0 0-1 16,-19 22 1-16,12-6 0 0,-1 10-1 15,-2 0 4-15,1 2-12 0,2-1-6 0,0 4-6 16,-1-2-3-16,3 0-4 0,-3 0-7 0,3 0-5 0,1-3-2 15,3 1-7-15,-3-8-8 0,4 0 3 0,0 0-18 16,0 1 0-16,0-5-21 0,-1 3-10 16,0-5-20-16,2-2-17 0,-2 0-24 0,1 0-34 0,0-11-32 15,1 17-48-15,0-12-21 0,-1-5-19 0,0 10-135 16,0-10-392-16,0 0 173 0</inkml:trace>
  <inkml:trace contextRef="#ctx0" brushRef="#br0" timeOffset="-67280.98">20909 14882 44 0,'5'-9'141'0,"4"0"-9"0,0 0-7 0,1 2-10 0,4-1-12 15,3 2-15-15,2 1-2 0,-3 0-17 0,-2 3-24 16,4 0-42-16,1 0-29 0,-7 5-52 16,2 0-64-16,-4-1-152 0,-1 5 67 0</inkml:trace>
  <inkml:trace contextRef="#ctx0" brushRef="#br0" timeOffset="-67074.26">20330 15279 188 0,'-5'1'223'0,"5"-1"-13"16,0 0-13-16,32-5-16 0,-1-3-16 0,4 2-15 15,5-1-21-15,18-2-10 0,1 5-12 0,-3-4-24 16,2 0-28-16,-4 4-38 0,-2 1-41 0,-15 0-56 16,-3 1-53-16,-4 1-132 0,-11 1-287 0,2 0 128 15</inkml:trace>
  <inkml:trace contextRef="#ctx0" brushRef="#br0" timeOffset="-66626.31">20615 15451 152 0,'-11'13'222'16,"2"0"-13"-16,-2 0 10 0,2 0-13 0,1 1-22 16,1-1-13-16,0-2-14 0,2 1-12 0,0-2-9 15,1 2-6-15,-1-2-13 0,1-2-8 0,2 0-9 16,-1-1-2-16,3-7-4 0,-5 10-5 0,5-10 0 15,-4 9-8-15,4-9 1 0,-1 7-3 0,1-7 25 16,0 0-1-16,-3 5 5 0,3-5-1 16,0 0-3-16,0 0-20 0,0 0 1 0,0 0-14 15,0 0-4-15,4-27-11 0,5 11-21 0,0-1 15 16,4-7-6-16,1 0-6 0,1 2-10 0,3-1-3 0,-1-2-3 16,2-1 6-16,3 4-10 0,-3 0 4 0,-1 1-5 15,-7 8-1-15,3 0 8 0,-7 4-6 16,0 2-3-16,-1 1-9 0,-6 6 2 0,7-7 1 0,-7 7-4 15,14 1 1-15,-14-1-3 0,19 14 1 0,-10-4-2 16,3 4 5-16,-1 0 0 0,0 1-6 16,-1 4 0-16,-4-3 5 0,4 0-7 0,-2 2 1 15,0-2 2-15,-1 1 4 0,-2-3-13 0,2 2 16 0,-2-2-10 16,-1-2-1-16,1-1-30 0,-2-2-30 0,0 0-28 16,-1 1-26-16,-2-2-20 0,1-3-27 15,-1-5-27-15,-6 12-43 0,2-6-24 0,-1-2-27 0,-3-1-161 16,-2 0-481-16,-3-3 213 0</inkml:trace>
  <inkml:trace contextRef="#ctx0" brushRef="#br0" timeOffset="-66483.02">20633 15534 9 0,'-6'-4'210'0,"1"-1"-10"16,5 5-14-16,-7-7-10 0,3 4-10 0,4 3-13 16,0 0-9-16,0 0-12 0,9-13-13 0,1 7-11 15,5 0-7-15,12-1-10 0,4 0-14 0,2-3-38 16,3 1-33-16,1-1-50 0,15-3-46 0,1 0-44 15,3 1-142-15,1-4-297 0,0 0 133 0</inkml:trace>
  <inkml:trace contextRef="#ctx0" brushRef="#br0" timeOffset="-66169.66">21757 14557 1444 0,'-2'-34'32'0,"-2"2"113"16,-1 4-10-16,-2 4 1 0,3 7-1 16,-2 2-7-16,2 5-10 0,1-1-19 0,3 11-22 0,-3-13-14 15,3 13-6-15,0 0 5 0,0 0 20 0,0 0 6 16,-3 34 2-16,5-1 7 0,-1 13-10 0,3 8 1 16,-2-1 6-16,3 4-6 0,-1 0 7 0,-3-1 0 15,5 2-7-15,-4 0-9 0,1-6-1 0,1 1-10 16,-2-1-7-16,3-4 0 0,0-1-8 15,-6-12-1-15,4 11-7 0,-2-11-4 0,-2 12-5 0,1-14-4 16,0 1-3-16,-2-2 9 0,2 3-36 0,0-2 12 16,2-4-33-16,-2-1-38 0,1-1-35 0,1-2-32 15,-2-4-27-15,2-4-35 0,-1 0-55 0,3-7-65 16,-4 0-217-16,1-4-566 0,-1-6 250 0</inkml:trace>
  <inkml:trace contextRef="#ctx0" brushRef="#br0" timeOffset="-65774.99">22336 14750 2310 0,'14'-29'-17'0,"-2"2"40"0,-5 10 8 0,1 1-17 15,-4 5-13-15,-2 2-2 0,1 4 7 0,-3 5-5 16,1-5-1-16,-1 5 12 0,0 0 6 0,0 0 7 15,-11 23 1-15,-2-9 0 0,-5 8 1 0,-1 3-1 16,-5 0 2-16,-2 2-6 0,3 0-4 16,-11 8 1-16,9-9-4 0,-2-1-1 0,3 0 1 0,0-5-5 15,3 2 4-15,1-6-8 0,3 0 4 0,3-6-1 16,0 0-3-16,5-2-2 0,3 0 1 0,1-4 0 16,0 0 1-16,-2 2-2 0,7-6 1 15,-5 5 2-15,5-5-4 0,-5 4 1 0,5-4 11 16,0 0 3-16,0 0 4 0,0 0-2 0,0 0 0 15,24 2 1-15,-11-2 9 0,8 0-5 0,-1 0-1 0,1 1 1 16,-1-1-1-16,0 4 4 0,-2-2-3 0,3 1 1 16,-2 1-5-16,0 2 9 0,1 0-11 0,-1-2-3 15,1 2-4-15,7 2 1 0,-1-3-8 16,1 4-28-16,-2-3-33 0,-5 1-37 0,8 0-47 16,0 1-51-16,-10-4-55 0,-1 0-163 0,-4-1-441 0,2 1 196 15</inkml:trace>
  <inkml:trace contextRef="#ctx0" brushRef="#br0" timeOffset="-65527.07">23039 14488 77 0,'0'-12'276'0,"1"2"-33"0,1 6-27 15,-2 4-23-15,0 0 4 0,0 0 0 0,0 0-12 16,2 32-10-16,-2-4-6 0,-2 6-24 0,-1 1-5 16,1 11-20-16,-2 3-11 0,1-1-15 0,2-3-5 0,-3-8-11 15,1 9-22-15,3-13-45 0,-3-2-27 16,-1 0-31-16,4 0-47 0,-1-2-53 0,2 1-30 16,0-4-35-16,-1-6-135 0,0-4-375 0,1 3 167 15</inkml:trace>
  <inkml:trace contextRef="#ctx0" brushRef="#br0" timeOffset="-63401.94">23612 14993 43 0,'0'0'253'0,"0"0"-3"0,0 0-14 16,5-4-21-16,-5 4-19 0,0 0-21 0,0 0-20 15,0 0-17-15,0 0-20 0,0 0-19 0,0 0-18 16,0 0-27-16,0 0-33 0,0 0-48 0,0 0-51 16,0 0-52-16,0 0-171 0,0 0-324 0,9 8 144 15</inkml:trace>
  <inkml:trace contextRef="#ctx0" brushRef="#br0" timeOffset="-63059.92">24106 14473 2 0,'0'-10'290'16,"-1"1"-24"-16,0 2-11 0,-2-1-8 0,3 8-4 15,-6-11-6-15,6 11-23 0,-3-7-24 0,3 7-16 16,0 0-22-16,0 0-9 0,0 0-8 0,0 0-5 16,0 0-11-16,-5 24-10 0,5-9-5 0,0 2-12 15,-1 4-4-15,1-2-11 0,1 0-3 0,-1 2 2 0,4 4-17 16,-3-5-2-16,2-1-10 0,-1-3-3 15,1 1-4-15,-2 2-3 0,0-1 6 0,1-2-7 16,0-5-35-16,1 5-26 0,-2-3-30 0,2-6-32 16,-2 3-32-16,1-1-31 0,-2-3-50 0,0-6-41 15,3 12-43-15,-3-12-153 0,0 0-474 0,0 0 211 16</inkml:trace>
  <inkml:trace contextRef="#ctx0" brushRef="#br0" timeOffset="-62887.76">24059 14315 47 0,'0'0'206'0,"-1"-12"-14"0,1 12-23 16,0-7-21-16,0 7-15 0,0 0-15 0,0 0-25 16,0 0-37-16,0 0-43 0,0 0-54 0,19 2-63 15,-19-2-68-15,17 13-186 0,-9-6 83 0</inkml:trace>
  <inkml:trace contextRef="#ctx0" brushRef="#br0" timeOffset="-62710.73">24377 14613 5 0,'0'0'273'0,"0"0"6"0,0 0-8 0,0 0-15 15,0 0-27-15,0 0-23 0,0 0-22 0,6 5-28 16,-6-5-36-16,0 0-34 0,0 0-38 0,0 0-53 15,0 0-62-15,0 0-74 0,0 0-176 0,0 0-344 16,0 0 153-16</inkml:trace>
  <inkml:trace contextRef="#ctx0" brushRef="#br0" timeOffset="-62433.89">24523 14589 70 0,'9'-7'219'0,"-9"7"-13"0,11-6-11 0,-11 6-15 16,11-11-11-16,-3 5-13 0,-3 3-6 0,5-5-12 16,-3 1-9-16,0-2-10 0,-1 5-6 15,2-3-9-15,-8 7 1 0,7-12-10 0,-4 7-2 0,-3 5-17 16,4-11-8-16,-4 11-7 0,-2-14-3 16,2 14-6-16,0 0-4 0,-7-14-5 0,7 14-2 15,-7-8-8-15,7 8-3 0,0 0 0 0,-15 1-1 16,15-1 4-16,-11 11 3 0,7-4 1 0,1 3-1 15,-2 1-2-15,0-1-3 0,1 4 0 0,-4 1-5 0,7 1 2 16,2 0-5-16,1-3-3 0,0-3-15 16,2 3-24-16,2-2-33 0,2-1-42 0,-3 1-47 15,3-4-57-15,2 2-243 0,-2-4-478 0,3 0 211 16</inkml:trace>
  <inkml:trace contextRef="#ctx0" brushRef="#br0" timeOffset="-62285.55">24847 14557 55 0,'0'0'249'0,"0"0"8"16,0 0-3-16,0 0-16 0,0 0-22 0,0 0-21 15,0 0-24-15,0 0-30 0,0 0-26 0,0 0-33 16,0 0-47-16,0 0-69 0,0 0-88 0,0 0-187 16,0 0-335-16,0 0 148 0</inkml:trace>
  <inkml:trace contextRef="#ctx0" brushRef="#br0" timeOffset="-61936.2">25497 14064 95 0,'-6'-3'225'16,"6"3"-3"-16,0 0-12 0,-16 8-8 0,10 3-5 15,1 7-7-15,-2 7-4 0,-2 6-8 0,5 1-10 16,-1 4-13-16,0 9-4 0,0 3-2 0,5-13-8 16,0 9-10-16,-1-10-7 0,2 0-11 0,-1 1 4 15,0 0-17-15,1-1-6 0,-2-2-7 0,2-3-6 16,-1 0-11-16,0 0 2 0,-1-3-12 0,1-7-4 15,-1 1-7-15,-1-2-2 0,0-7-10 0,2 5-12 16,-3-6-33-16,2 1-25 0,0-3-21 0,1-8-38 16,1 11-30-16,-1-11-38 0,-2 10-51 0,2-10-57 15,0 0-196-15,-10-1-503 0,10 1 222 0</inkml:trace>
  <inkml:trace contextRef="#ctx0" brushRef="#br0" timeOffset="-61483.53">25320 14528 47 0,'4'-10'150'16,"6"7"-2"-16,-1-1-6 0,4 0-11 0,14-3-9 15,-7 2-9-15,10-2-6 0,3 1-13 0,-4-1-13 16,5-2-2-16,-5 3-9 0,-1 0-6 0,-7 2-5 16,-2 1-5-16,-5-3-9 0,-3 4 2 0,1-2 0 15,-2 3 6-15,-4-1 8 0,-6 2 10 0,12-2 11 16,-12 2-7-16,6-2-7 0,-6 2-1 0,0 0-5 15,0 0-3-15,0 0-8 0,0 0 10 0,0 0-5 16,-24 7 2-16,15 1-9 0,2-3-5 16,0 5 1-16,-1-2 2 0,2 1-3 0,-2 1-4 0,4 0-5 15,1 2-4-15,-1-4 4 0,2 4-6 0,4-3-6 16,-2 0 0-16,2 0-2 0,0-2-2 0,1-1-1 16,3-2 0-16,0 0-2 0,0 0-3 0,0-2-3 15,1-1-7-15,0 1-4 0,2-1-1 0,-9-1-4 16,15-3 1-16,-6 0-1 0,-5 0 4 0,3 0-1 15,0-1 1-15,-2 1-2 0,-1-3 5 0,1 2-2 16,2-5 7-16,-3 5-6 0,-1-5-4 0,-1 3-1 16,2-1 0-16,0 1 0 0,-4 6 4 0,2-8-2 15,0 3-4-15,-2 5 1 0,2-7 5 0,-2 7 0 16,0 0-7-16,0 0 3 0,13 3 5 0,-13-3-10 16,8 6 6-16,-8-6 0 0,7 8-1 0,-5-5 1 15,-2-3 1-15,7 12-4 0,-2-8 5 0,-1 2-21 16,-1-2-20-16,0 2-34 0,2 0-49 0,-1-1-56 15,2-2-222-15,-6-3-437 0,8 7 194 0</inkml:trace>
  <inkml:trace contextRef="#ctx0" brushRef="#br0" timeOffset="-61119.52">25949 14634 214 0,'3'-8'237'0,"1"-1"-9"0,2-1-10 16,-4-1-14-16,3 0 1 0,-1 1-14 0,4-6-16 16,-4 1-12-16,1 1-9 0,-1 3 0 0,-2-1-4 15,0-5-12-15,0 4-17 0,-2-2-11 0,-4 1-7 16,4 3-12-16,-2 1-10 0,-2 1-12 0,1 0-4 16,-1 3 0-16,2 0-8 0,2 6-10 0,-5-9-9 15,5 9-1-15,-5-6-3 0,5 6-10 0,0 0-2 16,0 0-1-16,0 0-8 0,0 0-10 0,0 0-4 15,0 0 0-15,14 16-4 0,-5-10 1 0,0-1-6 16,2-1 3-16,0-1-1 0,0-1 7 0,-1 3-5 16,-2-1-4-16,1-1 4 0,-1 1-1 0,0-2-4 15,-1 3 12-15,-1 1 1 0,1 1 5 0,-1-3 7 16,0 3 1-16,-4-3 4 0,3 6 1 0,-3-3-4 16,0 2-2-16,0 0 1 0,2 0 3 0,-4 1-23 15,0-1-16-15,2 0-40 0,0-2-49 0,-2-7-69 16,0 12-61-16,-2-1-240 0,2-11-520 0,2 13 230 15</inkml:trace>
  <inkml:trace contextRef="#ctx0" brushRef="#br0" timeOffset="-60543.98">26661 14279 86 0,'0'-7'262'0,"0"7"-20"16,0 0-24-16,0 0-24 0,2-6-19 0,-2 6-18 15,0 0-15-15,0 0-10 0,0 0-3 16,0 0-9-16,16 16-10 0,-12-9-8 0,3-1-4 16,-2 1-9-16,-1 0-5 0,1 1-6 0,-1-3-7 0,0 0-6 15,-4-5-6-15,6 10-3 0,-4-7 0 0,-2-3 9 16,2 7 0-16,-2-7 13 0,4 4 1 0,-4-4 20 15,0 0 3-15,0 0 9 0,3 5-9 16,-3-5-11-16,0 0-11 0,0 0-3 0,0 0 4 16,0 0-27-16,0 0 2 0,0 0-5 0,-14-16-4 15,14 16-7-15,-3-12-6 0,3 4 0 0,0 8-8 0,6-19-1 16,2 4-2-16,1-2-1 0,0 1-14 0,5 0 4 16,-1 2-3-16,7-5-4 0,-5 7-1 15,0-1 3-15,0 6-4 0,-3-1-4 0,-1 3 0 16,3 3-6-16,-4 2 5 0,-1 3-2 0,5 1 0 15,-5 1 6-15,0 3-8 0,0 3 0 0,-4-1 4 0,5 7-2 16,-3-2 5-16,-3 0-1 0,-1 1 0 0,2 2-3 16,-3-2-14-16,0 0-25 0,0-6-30 0,-2 3-27 15,2-2-40-15,-1 1-42 0,1 0-61 0,0-5-49 16,2 3-226-16,-4-10-558 0,5 12 247 16</inkml:trace>
  <inkml:trace contextRef="#ctx0" brushRef="#br0" timeOffset="-59879.94">27222 14195 98 0,'0'0'194'0,"0"0"-16"0,-6-5-19 16,6 5-16-16,0 0-14 0,0 0-20 0,0 0-14 16,0 0-21-16,0 0-16 0,0 0-24 0,0 0-51 15,0 0-35-15,0 0-33 0,0 0-102 0,0 0-201 16,0 0 89-16</inkml:trace>
  <inkml:trace contextRef="#ctx0" brushRef="#br0" timeOffset="-59263.32">27231 14236 126 0,'4'-5'192'0,"-1"-4"-5"0,2 3-8 16,-1-3-5-16,-1 0-10 0,3 1-16 16,-2-1-8-16,1 0-4 0,-1-1-8 0,2 1-1 15,-4 4-7-15,0-6-11 0,0 4-9 0,-2 7-8 0,2-13-1 16,-2 13-8-16,-2-12-4 0,2 12-8 0,-7-10-7 16,2 6-7-16,5 4-2 0,-13-2-4 0,4 3-3 15,-2 2-4-15,0 2-6 0,-4 2-1 16,2 4-3-16,3 1 4 0,0 1-4 0,1 3-2 15,-1-1-1-15,5 1 0 0,1 0-8 0,-1 1-2 0,5-2 3 16,2 0-4-16,3 1-1 0,2-4-4 16,-3-2-1-16,9 3-1 0,-1 0-18 0,5-7-20 15,2 0-20-15,3-1-25 0,2-1-26 0,5-1-25 16,1-5-11-16,1-1-35 0,-4-4-5 0,3 1-8 16,-2 1 7-16,0-3 3 0,-3-1 15 0,-3 4 7 15,4-7 17-15,-3 0 14 0,-4 3 17 0,-4-1 11 0,1 0 9 16,-5-2 18-16,0 0-1 0,-3-1 22 0,-4 3 24 15,-2-1 4-15,0 0 18 0,-4 1 26 0,2 0 15 16,-2 1 26-16,-2-1 7 0,1 4 12 16,-4-1 3-16,0-1 2 0,-1 7 2 0,-1-3 4 15,-3-1 0-15,1 5-2 0,2 0-5 0,-2 3-3 0,2 1-11 16,-2 1-9-16,1 2-3 0,3 2-8 0,-1-2-6 16,1 4-4-16,0-1-4 0,5-1-7 0,-1 3-5 15,3-1-4-15,0 1 1 0,2 0-5 16,1-2-2-16,1 2 5 0,4-3-10 0,-2 3-3 15,-1-3 0-15,1 2-5 0,2-2 0 0,-4 1 1 16,2-1-3-16,-1 3-3 0,-1-3 2 0,1 1-4 0,-3-1 2 16,0 2-4-16,-2-1 5 0,0-1-3 0,0 1-1 15,-2-1 0-15,-1 1 3 0,-1 0-2 16,0-2-10-16,0 0-15 0,-3 1-14 0,-1 0-16 16,2 0-32-16,-2 0-34 0,3-4-29 0,1-1-27 15,-2 0-27-15,6-4-121 0,0 0-347 0,-9 5 154 0</inkml:trace>
  <inkml:trace contextRef="#ctx0" brushRef="#br0" timeOffset="-58903.77">27792 14041 32 0,'-4'-4'264'0,"-3"1"-16"0,7 3-12 0,-12 0-11 16,12 0-17-16,-14 5-16 0,5 3-17 15,-2 0-10-15,3 1-20 0,-3 4-12 0,1 2-16 16,4-5-9-16,0 3-11 0,1-1-10 0,1 0-10 16,2-1-7-16,2-1-8 0,0 0-14 0,4-1-14 15,0-2-7-15,-1 0-6 0,7-2-5 0,-4-2-1 16,1-2-7-16,3 1-5 0,-10-2-1 0,16-3-1 16,-9 0 1-16,2-1 2 0,-1-2-2 0,-2 3 1 15,2-5 2-15,-3 3 1 0,1-4-4 0,0 0 0 16,-2 2 4-16,-2 0 9 0,1 1 3 0,-3 6 3 15,4-8-3-15,-4 8-6 0,4-6-5 0,-4 6-2 16,0 0-1-16,0 0 0 0,0 0 1 0,0 0-4 16,7 15 4-16,-7-5-4 0,-2-1 7 0,4 1-9 15,-2 2 9-15,0-2-16 0,2-1-10 0,-2 1-21 16,3 0-26-16,0-1-45 0,-2 1-39 0,2-4-42 16,1-1-43-16,-4 1-128 0,0-6-390 0,0 0 173 15</inkml:trace>
  <inkml:trace contextRef="#ctx0" brushRef="#br0" timeOffset="-58663.25">28004 13852 43 0,'0'0'256'0,"-1"-13"-21"0,1 13-23 15,1-5-2-15,-1 5-1 0,0 0 12 0,0 0-12 16,-5 23-12-16,3-5-10 0,2 0-13 0,-2 6-20 15,-2 2-7-15,1-1-16 0,0 1-16 0,0 0-8 16,-2 1-9-16,4-3-6 0,-2-5-7 0,1 0-13 0,-1-2-26 16,3 0-24-16,0-1-29 0,0-3-31 15,0-3-28-15,0 1-37 0,-2-2-31 0,2-9-40 16,2 13-24-16,-2-9-15 0,0-4-169 0,0 0-414 16,0 0 184-16</inkml:trace>
  <inkml:trace contextRef="#ctx0" brushRef="#br0" timeOffset="-58429.36">27908 14068 13 0,'0'0'168'0,"-5"-9"-11"0,5 9-3 16,-2-6-3-16,2 6-23 0,0 0-10 0,4-10-8 15,-4 10-6-15,11-4-7 0,1-1 2 0,-1 4-7 16,8-4 5-16,-2 1-9 0,1 0-5 0,0 1-2 16,-1-3-2-16,-3 3-4 0,0 0-4 0,-3 2-5 15,0-1 0-15,0 2-4 0,0-1-2 0,-1-1 1 16,0 5 6-16,-2 0-1 0,-1 0 1 0,-2 0 1 15,1 3-7-15,-2-2-7 0,2 2-6 0,-3 3-2 16,4-1-2-16,-4 2-7 0,0-2-15 0,0-1-22 16,-3 0-14-16,3-1-19 0,-2 3-27 0,0-2-43 15,-1-7-44-15,1 13-45 0,-2-8-194 0,1-5-417 16,-1 10 185-16</inkml:trace>
  <inkml:trace contextRef="#ctx0" brushRef="#br0" timeOffset="-57928.3">28166 13960 124 0,'0'0'185'0,"6"-2"13"0,-6 2-17 16,0 0-7-16,12 8-10 0,-8-2-16 0,5-2-16 15,-2 4-14-15,0 0-12 0,3 1-6 0,-1-2-9 16,-1 3-13-16,1-1-5 0,1 1-8 0,-4 0-6 15,3-3-7-15,-1 1-3 0,-2 1-4 0,3-3-8 16,-2 0-3-16,-4 0-18 0,3-3-3 0,-3 3-5 16,-3-6-2-16,5 3 4 0,-5-3-11 0,0 0 2 15,4 6-4-15,-4-6 0 0,0 0 1 16,0 0 2-16,0 0-1 0,7-15-1 0,-3 9 1 0,-4 6-1 16,3-10 1-16,0 2 3 0,0 2 11 0,0 1 3 15,-3 5 5-15,5-9 4 0,-5 9-4 16,4-8 1-16,-4 8-5 0,5-6-1 0,-1 3 3 0,-4 3-2 15,11-4 4-15,-4 2 1 0,-7 2-2 0,17-3 0 16,-8 2-4-16,3 0 0 0,0-1-2 0,1 1-4 16,-2-3 4-16,2 0-1 0,0 0-1 15,0 1 2-15,4-1-3 0,-6 0 0 0,3-3 1 0,-4 2 1 16,0 0 4-16,0 0 0 0,-2-1 4 0,0 0 1 16,-3 1 0-16,0-1 1 0,-5 6 3 0,6-8 5 15,-6 8-2-15,2-9-8 0,-2 9-3 16,0 0-2-16,-7-10 0 0,7 10-1 0,0 0-2 15,-19 3-4-15,7 2 5 0,1-1-3 0,1 3 1 0,-5 4-4 16,3 2-2-16,3 1 1 0,-1-1-21 0,1 2-18 16,6-4-25-16,1 1-41 0,-1 1-52 0,3-1-41 15,5 2-5-15,8 0-34 0,9 2-118 0,9-4-376 16,3-3 166-16</inkml:trace>
  <inkml:trace contextRef="#ctx0" brushRef="#br0" timeOffset="-57555.95">29284 13609 185 0,'-1'-5'259'0,"1"5"-9"16,-5-11-12-16,5 11-23 0,-4-7-19 15,4 7-16-15,0 0 0 0,0 0-4 0,-13 22-11 0,8-4-13 16,1 10-6-16,2 4-11 0,-1 0-2 0,2 5-16 16,1-2-5-16,0 0-12 0,0-2-4 15,3 0-12-15,-1 0-1 0,2-3-11 0,-1-2-10 16,0 1 0-16,3-3-8 0,-3-1-4 0,1-6 2 15,0-1-10-15,0-1-6 0,-4-5-7 0,1 0 1 16,0-2-9-16,1 2-22 0,-4-2-19 0,1-3-24 0,0 0-25 16,1-7-26-16,-5 10-32 0,0-5-44 0,5-5-37 15,-8 1-46-15,8-1-201 0,0 0-490 16,0 0 216-16</inkml:trace>
  <inkml:trace contextRef="#ctx0" brushRef="#br0" timeOffset="-57079.32">29263 13979 36 0,'11'-8'132'0,"6"0"1"16,3 0 0-16,6-4-10 0,-1 3-2 0,2-3 1 15,-1-1-5-15,2 2-9 0,-3-1-5 0,0 2-10 16,-6 0-1-16,-4-1 0 0,1 1-5 0,0 1 2 0,-6 3 1 16,-2-3-1-16,1 1-10 0,-1-3-3 15,-4 2-10-15,-1-2-4 0,-1 2-6 0,-2 9 1 16,-7-15-4-16,1 7 0 0,-4 2-3 0,-1 3 6 15,0-1-2-15,-2 4-1 0,-1 2-3 0,-2 2 7 16,-1 4-8-16,-2 2-1 0,2 2 0 0,-3 5 2 16,4-2-9-16,3-2-2 0,1 9 2 0,3-7-11 0,2 3-5 15,4-2-1-15,1 0-3 0,4 1 2 16,0-5-5-16,2 0 0 0,6 2 10 0,-2-5-5 16,5 3-8-16,3-6-6 0,1 1-12 0,5-5-2 15,0 0-6-15,7-2-7 0,-9-3 0 0,8-2 0 16,-1-3-1-16,-7 1 7 0,0-2-4 0,-1 0 2 0,-1-2 4 15,-3-1-3-15,-1 3 2 0,-2-3 3 16,-1-1 1-16,-1-1 0 0,-3-1 4 0,-3 3-2 16,-1-2 7-16,-3-1-6 0,3 3 2 0,-4 2 1 15,-1 0 0-15,1-1-1 0,-3 5 4 0,4 6 4 16,-5-9-3-16,0 5 6 0,5 4-2 0,-11 0 5 16,0 5 4-16,1 2 0 0,-1 2-3 0,-1 0 1 15,1 1-3-15,2 3 1 0,0 0-4 0,4 0-1 16,1-2 8-16,-1 0-6 0,2 6-3 0,3-5 2 15,3-1-23-15,0-1-11 0,4 1-23 0,1-2-30 16,1-2-35-16,2-1-40 0,2-1-44 0,-2-2-35 16,6 2-139-16,2-4-403 0,-1-1 178 0</inkml:trace>
  <inkml:trace contextRef="#ctx0" brushRef="#br0" timeOffset="-56668.18">29967 13777 206 0,'0'0'213'0,"-9"-5"-6"16,9 5-6-16,-12 0-9 0,12 0-11 0,-15 10-7 16,2-2-14-16,1 2-8 0,0 3-9 0,-2-1-5 15,2 0-8-15,0 1-17 0,3 2-13 0,2-5-7 16,1 1-11-16,3 1-8 0,-2-1-9 0,3-1-4 16,3 1-9-16,0-1-1 0,3-2-6 0,-1-1 1 15,0-2-19-15,5-2-2 0,1 1-12 0,0-3-3 0,3 0-8 16,-1-3 3-16,3-2-6 0,-2 1 0 15,0-3-3-15,1 1 5 0,-3-3-1 0,1-1 2 16,-2-4-4-16,0-1 1 0,-2-1 3 0,1 2-2 16,-3-4 1-16,0 2 1 0,-2-2 0 0,-1-2 0 15,0-1-2-15,-1-6 9 0,0 7-12 0,-2-7 3 16,2 9 6-16,0 0 4 0,2 1 11 0,-2 1-2 16,-1 5 7-16,3-1 5 0,-5 4 4 0,4 0-5 15,-2 7-8-15,0 0-2 0,1-10 4 0,-1 10-9 16,0 0 9-16,0 0 5 0,-1 33 9 0,-2-17-3 15,-1 0 0-15,2 9-2 0,1-5-1 0,1 3-4 16,-2 2-6-16,1-4-1 0,0-1 0 0,1-2-5 16,1 2-22-16,-1-3-29 0,3 0-19 0,-1-6-27 15,2 1-27-15,-2-2-39 0,1-1-36 0,-1-4-32 16,2 0-44-16,-4-5-154 0,7 6-447 0,-7-6 198 16</inkml:trace>
  <inkml:trace contextRef="#ctx0" brushRef="#br0" timeOffset="-56318.93">30192 13627 98 0,'2'-3'195'0,"-2"3"-11"0,0 0 11 0,0 0-5 16,0 0-9-16,9 13-2 0,-8-2-5 0,-1 3-10 16,-1 3-7-16,0 2-7 0,-2-3-14 0,2 4-10 15,-1-1-10-15,0-1-10 0,1-2-10 0,0-1-10 16,1-3-10-16,0 0-5 0,0-4-10 0,0 2 3 15,0-10-12-15,0 10-4 0,0-10-5 0,-1 8-4 16,1-8-5-16,0 0-4 0,2 7-7 0,-2-7-2 16,0 0-2-16,14-3-5 0,-14 3-6 0,12-4-6 15,-5 0-10-15,3-1-8 0,1 2-4 0,-1 0 0 16,0 3 3-16,0-4-3 0,-3 2 4 0,2 1 1 16,-9 1 5-16,11 1-5 0,-11-1 5 15,8 6 6-15,-8-6 7 0,1 8 6 0,-1-8 8 0,-5 17 3 16,-1-8 2-16,-2 1 0 0,-2 0 0 0,-2 2-4 15,-1-1-3-15,-1-1-5 0,0 0-18 0,4-1-10 16,0-2-27-16,0-1-25 0,-2-1-38 0,5 0-41 16,1-2-53-16,6-3-43 0,-7 3-135 0,7-3-412 15,0 0 182-15</inkml:trace>
  <inkml:trace contextRef="#ctx0" brushRef="#br0" timeOffset="-55998.07">30487 13705 131 0,'0'0'245'0,"-19"6"-2"16,11 0-12-16,-2-1-2 0,-3 7-11 0,0-1-17 15,-2 2-19-15,4 0-13 0,0 0-8 0,0 0-28 16,3-2-9-16,2-2-15 0,1 2-11 0,-2 0-9 16,5-1-8-16,1-5-8 0,1-5-15 0,2 12-13 15,2-6-6-15,1-2-5 0,-5-4-7 0,11 5-5 16,-3-7-2-16,-8 2-4 0,19-3 1 0,-12-1-5 15,0 0-3-15,3-4 0 0,-3 1 2 0,-1 3-5 16,1-5 1-16,-1 2 0 0,-2-1 3 0,0 2-1 16,1 1-3-16,-1 2 0 0,-4 3 1 15,5-7-3-15,-5 7-2 0,4-6-5 0,-4 6 2 0,0 0 4 16,0 0-7-16,0 0 0 0,16 9 4 0,-13-5 0 16,-3-4-1-16,2 14 2 0,0-9-23 0,-2 4-22 15,1-1-31-15,0-3-39 0,-1-5-57 0,3 11-49 16,3-5-188-16,-6-6-441 0,8 7 195 0</inkml:trace>
  <inkml:trace contextRef="#ctx0" brushRef="#br0" timeOffset="-55592.57">30737 13650 168 0,'0'0'235'0,"-11"15"-9"0,3-7-8 0,5 3-2 15,-1 0-21-15,-3 5-7 0,3-5-19 0,-1 4-13 16,3-2-16-16,0 0-4 0,2-3-17 0,2 2-13 16,1-2-8-16,4 0-12 0,2-1-3 0,1 0-8 15,3-4-5-15,5 0-4 0,0-2-14 0,0-3-8 16,0 0-10-16,1-6-9 0,1-2-8 16,-2 2-6-16,0-2-5 0,-3-2 3 0,0-1-8 15,0-1 0-15,-3-1-4 0,-1-2 1 0,-2 0-4 0,-2 0-4 16,2-3-2-16,-4 1 3 0,0-2-2 0,-1 2-2 15,-1-2 1-15,1 3 0 0,-1 1 4 0,-1 2 2 16,-1 2 6-16,0-1 5 0,-1 2 9 16,0 10 12-16,0-10 2 0,1 5-1 0,-1 5-9 15,0 0-1-15,0 0 8 0,0 0 18 0,0 0 16 0,0 0 19 16,0 0-1-16,-1 34 8 0,0-18 2 0,-2 0-3 16,-2 4-6-16,3 0-2 0,-1 4-5 15,-1 1 0-15,3-6-13 0,-1 6-5 0,-1 0 2 16,2-5-30-16,1-5-28 0,1 2-35 0,-2-6-38 15,2 1-43-15,-2-3-38 0,1-2-37 0,1 0-49 0,-1-7-47 16,3 9-191-16,-3-9-522 0,9-1 231 0</inkml:trace>
  <inkml:trace contextRef="#ctx0" brushRef="#br0" timeOffset="-55420.72">31099 13643 174 0,'0'0'217'0,"0"0"-20"0,-15 8-14 16,15-8-22-16,-5 11-13 0,5-11-16 16,-3 9-9-16,3-9-14 0,1 11-16 0,-1-11-32 15,6 10-29-15,-4-4-40 0,4-3-39 0,2 0-56 16,2 1-143-16,1-1-266 0,3-3 118 0</inkml:trace>
  <inkml:trace contextRef="#ctx0" brushRef="#br0" timeOffset="-53691.08">12364 14753 25 0,'0'0'81'0,"-6"-1"5"15,6 1-5-15,-9-2 0 0,9 2 1 16,-13-1-4-16,4 0-4 0,9 1 2 0,-13 0-2 0,4 1-7 16,1 0-2-16,-1-1-3 0,-1 2 5 0,0-1-9 15,3 1 5-15,7-2-3 0,-14 0-4 0,14 0-6 16,-12 3 2-16,7-2 3 0,5-1-4 0,-6 3-4 16,6-3-7-16,0 0 0 0,0 0-5 0,0 0-6 15,0 0 2-15,-11 1 0 0,11-1 0 16,0 0-5-16,0 0-4 0,0 0-1 0,0 0-5 15,0 0 4-15,0 0-3 0,0 0 3 0,0 0 2 0,31 4 3 16,-13-3 0-16,11 0-7 0,4-1-1 0,1-2 1 16,5-1 1-16,1 3-4 0,12-3-3 15,1 0 5-15,-1 2 2 0,-12-1-2 0,-2 1-4 16,3 0 0-16,-3 0 1 0,-2 1 5 0,0 0 1 16,-3 1-6-16,-1 0-1 0,-3-2 2 0,-8 3-2 0,-1 0 0 15,-2-4-4-15,-4 2 7 0,-1 0-7 0,-5 2 4 16,-8-2-2-16,14 0-2 0,-9 0 0 0,-5 0-1 15,0 0 1-15,14 0-1 0,-14 0-4 16,0 0 2-16,6 1 3 0,-6-1-16 0,0 0-22 16,0 0-37-16,0 0-32 0,0 0-43 0,-29 8-36 15,6-5-131-15,-4 1-333 0,-6 2 148 0</inkml:trace>
  <inkml:trace contextRef="#ctx0" brushRef="#br0" timeOffset="-52909.29">11585 14855 24 0,'-15'2'114'0,"7"-2"-2"0,8 0-3 0,-14 0-10 0,7 0 4 16,7 0-3-16,-9 1-9 0,9-1-9 0,0 0-9 15,-9 1 0-15,9-1-6 0,0 0-2 0,0 0-3 16,0 0-9-16,35 7 3 0,-14-6-4 0,10 0-1 15,5 0-12-15,19-3 0 0,2 2-4 16,2-1 1-16,2-2-5 0,4 2-7 0,2-3-1 16,23 4 7-16,-29-3-11 0,4 1-10 0,0-2-15 0,2 4-12 15,-2-2-17-15,1-1-7 0,-9-1-22 0,2 4-24 16,-3-4-18-16,-6 5-24 0,-10-1-67 0,-4 0-214 16,-2-1 94-16</inkml:trace>
  <inkml:trace contextRef="#ctx0" brushRef="#br0" timeOffset="5855.73">14311 16631 93 0,'-1'-8'164'0,"1"8"-4"16,0 0-13-16,0 0-13 0,-4-7-20 0,4 7-9 15,0 0-21-15,0 0 1 0,0 0-2 0,0 0-11 16,0 0-5-16,-3 29-9 0,0-17 0 0,1 2-13 15,0 3-2-15,2 1-2 0,-2 1 0 0,2-1-7 16,0 8 1-16,2-9-2 0,-2 0-11 0,0 0 7 16,2 0-4-16,0 0-4 0,-3-1 2 0,2-1-8 15,2 2 1-15,-3-6 3 0,0 1-10 0,0-2-20 16,0-10-23-16,3 19-25 0,-3-19-23 0,2 10-26 16,-2-10-14-16,0 9-3 0,0-9-98 15,0 0-241-15,0 0 107 0</inkml:trace>
  <inkml:trace contextRef="#ctx0" brushRef="#br0" timeOffset="6055.95">14285 16658 35 0,'-2'-10'83'0,"2"10"18"0,0 0-13 0,0 0-2 15,0 0-4-15,0 0-4 0,30 10-4 0,-20-6-20 16,2-2 6-16,2 0-4 0,2 3-7 0,3 0 0 15,1-1-10-15,-2-1 2 0,3 0-14 0,-1-1-19 16,0 2-20-16,-2-1-12 0,-5 0-17 0,6-1-21 16,-6 0 0-16,0-1-14 0,0 1-47 0,0-2-132 15,-1 0 59-15</inkml:trace>
  <inkml:trace contextRef="#ctx0" brushRef="#br0" timeOffset="6226.79">14676 16654 58 0,'3'-11'1'0,"-1"-3"11"0,0-2 9 15,-2 1 7-15,0-2 9 0,-2 6 13 0,0 2 18 16,0-1 8-16,2 10-15 0,-8-14 18 0,6 7-10 15,2 7-4-15,0 0-7 0,-3-9-9 0,3 9-1 16,0 0 27-16,0 0-7 0,-6 22-4 16,4-7 8-16,0 2 1 0,0 9-4 0,1 0-10 15,1 1-2-15,0 0-12 0,0 3 1 0,0-5-3 16,1 5-5-16,-1-2-7 0,0 0-20 0,2-1-30 16,0-8-39-16,2 5-25 0,-1-5-46 0,-1-3-78 0,0 1-225 15,0-7 99-15</inkml:trace>
  <inkml:trace contextRef="#ctx0" brushRef="#br0" timeOffset="6384.63">14885 16740 11 0,'0'0'107'15,"14"-11"-5"-15,-7 8-2 0,-7 3-25 0,0 0-33 16,25-2-33-16,-19 2-34 0,-6 0-46 0,19 6-76 15,-19-6 34-15</inkml:trace>
  <inkml:trace contextRef="#ctx0" brushRef="#br0" timeOffset="6534.45">15002 16811 94 0,'0'0'122'15,"-4"13"-5"-15,4-13-8 0,0 0-30 0,0 0 5 16,0 0-2-16,8 17-18 0,-8-17-7 0,17 8-33 15,0-5-46-15,5-1-48 0,7 0-54 0,6-6-133 16,2-1 58-16</inkml:trace>
  <inkml:trace contextRef="#ctx0" brushRef="#br0" timeOffset="6761.3">16287 16654 150 0,'0'0'229'0,"0"0"-12"15,0 0-17-15,0 0-11 0,0 0-22 16,0 0-16-16,0 0-12 0,0 0-16 0,13 0-13 0,-1-2-9 16,0-2-14-16,1 3-6 0,1-3-25 0,-1 1-19 15,1 0-30-15,-1 0-27 0,-13 3-37 0,23-3-39 16,-15 2-31-16,-8 1-24 0,14-2-115 0,-14 2-288 15,0 0 128-15</inkml:trace>
  <inkml:trace contextRef="#ctx0" brushRef="#br0" timeOffset="6942.49">16423 16494 104 0,'-8'-8'151'0,"8"8"-3"0,-5-9-12 15,5 9-14-15,0 0-12 0,-6-5-14 0,6 5-2 16,0 0 16-16,0 0-2 0,0 0 10 0,0 0-11 15,-2 33-9-15,2-18-4 0,2 2-14 0,-1 0-8 16,-1 2-1-16,1-2-9 0,0 8-6 0,-1-6-8 16,3 9-20-16,-3-4-31 0,1-4-39 0,-1-1-52 15,3 0-51-15,-2 0-144 0,0-5-311 0,1 0 138 16</inkml:trace>
  <inkml:trace contextRef="#ctx0" brushRef="#br0" timeOffset="7263.72">16685 16481 78 0,'0'0'169'16,"0"0"-8"-16,2-7 8 0,-2 7 7 0,0 0-9 16,0 0-9-16,0 0-15 0,17 24-13 0,-12-13-7 15,1 0-9-15,2 4-5 0,-3-3-12 0,3 2-10 0,2 0-4 16,0 0-9-16,4-1-3 0,-6-4-5 15,1 1-9-15,-2-1-5 0,3-2-4 0,-1 1-6 16,-2-1-3-16,1-2 3 0,3 1-6 0,-2-3-6 16,-2 0 0-16,-7-3-1 0,12 4-3 0,-12-4-5 15,0 0 1-15,21-10-12 0,-13 6 2 0,-2-4-2 16,3-2-8-16,1-4-13 0,0 0-3 0,-1 0-16 16,-1-2-2-16,1-1-13 0,0-1-11 15,-3 0-5-15,2-7-17 0,1 6-1 0,-4 2-16 0,3 1 5 16,-4 1-15-16,1 3-18 0,0 2-31 0,-5 10-131 15,6-14-309-15,-6 14 136 0</inkml:trace>
  <inkml:trace contextRef="#ctx0" brushRef="#br0" timeOffset="7584.27">17185 16635 207 0,'0'0'206'0,"12"-5"-10"16,-2 1-8-16,-10 4-10 0,16-8-8 0,-7 2-8 16,0 0-11-16,0-3-10 0,-2 1-6 0,2-2-13 15,-2 1-11-15,-1 0-6 0,1-1-10 0,-4 4-4 16,2-2-1-16,-2-2 0 0,-3 10-6 0,2-11-2 16,-2 11-17-16,0 0-1 0,0 0-12 0,-13-11-6 15,13 11-3-15,-20 6 2 0,8-2-11 0,-3 5 4 16,0 2-6-16,1 1-1 0,0 2 3 0,3-2-5 15,1 4-5-15,2-1 2 0,3 0-6 0,1-3-1 16,2-2-1-16,1 1-2 0,4 0 0 0,3-1-3 16,3 0-2-16,1-3-20 0,6 0-16 0,3-2-29 15,9 1-30-15,4-2-26 0,1 0-31 0,4-5-46 16,1-2-31-16,19-1-191 0,-20 2-443 0,18-4 196 16</inkml:trace>
  <inkml:trace contextRef="#ctx0" brushRef="#br0" timeOffset="8020.16">19025 16119 161 0,'-12'-14'205'16,"5"5"-7"-16,-4 1-11 0,-1 1-13 0,-1 2-9 15,-4 0-17-15,-1 4-10 0,1 1-7 16,0 2-4-16,0 6-7 0,1 1-8 0,-1 2-5 15,3 10-2-15,-1 2-3 0,2 5-8 0,4 1-9 16,0 4 0-16,5 1-9 0,2 1-6 0,0 10-2 16,4-13-10-16,-1 1-3 0,4-1-7 0,0-1-4 15,3-2-2-15,-3 0-3 0,4-1-2 0,-3-3-4 16,-2-1-3-16,0-5-3 0,0 0-3 0,-2-1 2 16,1 1-5-16,-2-2 0 0,0 1-12 0,-1-1-21 15,0-6-17-15,0 0-25 0,-2-1-22 0,-1-1-22 16,3-9-28-16,-9 17-24 0,9-17-29 0,-9 6-26 15,9-6-14-15,-11 0-119 0,11 0-365 0,0 0 161 16</inkml:trace>
  <inkml:trace contextRef="#ctx0" brushRef="#br0" timeOffset="8494.17">18655 16522 59 0,'-6'-17'143'0,"0"7"4"0,2-2-16 16,4 12-11-16,-3-17-11 0,3 17-13 0,2-15-9 15,-2 15-8-15,7-10-9 0,-7 10-9 0,17-7-1 16,-7 3-15-16,4 3 9 0,-1-1-8 15,9 0 2-15,-2 1-10 0,-1 1 7 0,3-2-8 16,1 2-2-16,-4 0 4 0,2-3-3 0,-2 3 0 16,-1 0 7-16,-3-2-4 0,-3 2-6 0,-12 0-1 15,19 0-2-15,-19 0 7 0,13 0-5 0,-13 0 5 0,11 0 4 16,-11 0 0-16,0 0 3 0,0 0-5 16,11 2-5-16,-11-2 1 0,0 0-5 0,0 0-2 15,0 0-2-15,0 0 8 0,-2 14 4 0,2-14 3 16,-11 16-5-16,4-6-2 0,-2 3-1 0,3-2-7 15,-2-1-4-15,6-1 1 0,-2 4 2 0,1-4-8 16,1 1-1-16,0 0-1 0,2-10-1 0,2 14-3 16,-2-14 3-16,5 13-4 0,-5-13 1 0,6 10 2 15,-2-6-3-15,3 1 2 0,-7-5 0 0,17 0-8 16,-17 0 7-16,19 0-3 0,-7-3 2 0,1 1-7 16,-3-3 5-16,0-2-2 0,3 1-2 15,-2-1 4-15,0 0-2 0,-1-1-1 0,1-3-2 0,-3 1 0 16,2 1 0-16,-2-3 2 0,-2 6 2 0,1-1 0 15,-2 1-1-15,-5 6 3 0,7-8-2 0,-7 8-5 16,7-6-1-16,-7 6-4 0,0 0 3 0,6-5-2 16,-6 5 2-16,0 0-3 0,0 0 4 0,0 0 0 15,0 0 5-15,17 2-5 0,-17-2 1 16,0 0 3-16,15 5-2 0,-15-5-2 0,19 2-17 16,-12 0-21-16,4-1-18 0,-11-1-31 0,27 0-47 15,-8-3-53-15,2 2-33 0,-9-1-131 0,6-2-378 16,2-2 168-16</inkml:trace>
  <inkml:trace contextRef="#ctx0" brushRef="#br0" timeOffset="10681.98">20809 16293 90 0,'0'0'176'0,"0"0"-20"0,0 0-13 0,0 0 2 16,0 0 0-16,0 0-4 0,-8 30-11 0,5-12-12 16,-1 0-16-16,-1 7-3 0,-3-2-7 0,4-4-9 15,-2 0-9-15,2 1-11 0,-1-4-3 0,1 1-6 16,1-4-5-16,1-2 3 0,-1-1-6 0,1-2-4 16,2 0-3-16,0-8-3 0,-3 10 14 0,3-10 6 15,-4 8 10-15,4-8-3 0,0 0-6 16,0 0-7-16,0 0-4 0,0 0-7 0,12-34 0 0,-7 17-7 15,3-10-4-15,3 0 1 0,-1-4-6 0,1-2-5 16,2-1-1-16,0-13 0 0,4 1-1 0,-6 14 1 16,1-3-5-16,3 3-1 0,-2 4 0 0,1 3-2 15,-1 2-1-15,-3 11-5 0,-4 0 2 0,0 4-5 16,0 3 6-16,-6 5-6 0,0 0-2 16,0 0 7-16,0 0-3 0,32 18 2 0,-24-1 0 15,4 6 2-15,-3 1 3 0,-1 3-2 0,1 1 1 16,-3-2-4-16,3 2 5 0,-2-2-5 0,3 1 1 15,-2-3 1-15,1 0 0 0,-3-5-1 0,4-2 1 16,-5 0-16-16,0-1-18 0,2 1-22 0,-1-2-29 16,-2 0-30-16,1-4-49 0,-2-2-47 0,-2 1-181 0,-1-10-417 15,0 0 184-15</inkml:trace>
  <inkml:trace contextRef="#ctx0" brushRef="#br0" timeOffset="11026.79">20840 16398 44 0,'0'0'108'0,"20"-21"-10"0,-1 14-17 15,7-4-12-15,-1 3-1 0,5-2-31 0,-3 2-7 16,2 0-13-16,3 1-6 0,0-2-5 0,1 2 0 16,-5-3-7-16,3 1 7 0,-2-1-2 0,-2 3 8 15,0-3 0-15,-8 5 2 0,-2-3 16 16,-5 2 16-16,3-1 10 0,-8 1 17 0,-7 6 19 0,12-5 6 15,-12 5 8-15,7-7 1 0,-7 7 2 0,3-7-6 16,-3 7-8-16,0 0-5 0,0 0-6 0,0 0-2 16,0 0-4-16,0 0 1 0,-24 29 8 15,19-12 4-15,-2-1-4 0,1 7-3 0,-2 3-2 16,1 1-5-16,1-1 0 0,3 0-14 0,0 1-5 16,-1 0-7-16,4-6-2 0,3-1-4 0,-2 5-5 15,2-6-4-15,-1 0-6 0,-1-2-21 0,3 2-19 16,0-2-17-16,-1 2-32 0,0-4-29 0,-1-4-40 15,-4 0-24-15,4 0-41 0,-2-11-18 0,-3 15-131 16,3-15-370-16,0 0 164 0</inkml:trace>
  <inkml:trace contextRef="#ctx0" brushRef="#br0" timeOffset="11161.62">21307 16484 52 0,'17'-7'116'0,"2"0"-34"15,7-2-9-15,0 2-1 0,-5 1-20 0,1 2-33 16,-1 1-58-16,-4 3-33 0,2 0-77 0,-19 0 35 16</inkml:trace>
  <inkml:trace contextRef="#ctx0" brushRef="#br0" timeOffset="11362.16">20855 16889 1903 0,'-19'5'48'0,"3"4"-6"16,6-3-35-16,6 0 4 0,4-2-2 0,0-4-1 15,0 0 12-15,26 6 5 0,-4-5 1 0,10-5-6 16,1-2 3-16,18-2-2 0,3 2-6 0,1-4-23 16,0-2-28-16,-2 5-33 0,-2-1-48 0,-15 5-45 15,-3-1-136-15,-11 7-322 0,-1-3 142 0</inkml:trace>
  <inkml:trace contextRef="#ctx0" brushRef="#br0" timeOffset="11741.7">21112 17127 78 0,'-8'10'200'0,"2"-2"19"16,-1 1-7-16,3 0-17 0,1 1-7 0,-2-2-16 15,1 0-14-15,-1 0-12 0,3-2-14 0,-1 0-12 16,3-6-8-16,-6 8-12 0,4-3-7 0,2-5-5 16,0 0 0-16,-5 6-1 0,5-6 1 15,0 0-5-15,-4 6-1 0,4-6-13 0,0 0-4 16,0 0-11-16,0 0-2 0,0 0-12 0,5-30 3 16,0 19-5-16,2-5-8 0,0 2-2 0,1-2-14 0,2-1 9 15,-1-1-6-15,6-4-2 0,2 1-1 0,-3 5-2 16,3-3 1-16,-7 7 1 0,0 3 0 15,3-1-6-15,-2 6 1 0,-4 0-5 0,-7 4 0 16,15-2 2-16,-15 2-2 0,15 5 3 0,-4 0 2 16,-2 3 0-16,-1 3 9 0,-1-3-8 0,1 7 3 15,-2 0-3-15,3-1-1 0,-5-1-3 0,2 2 6 16,-2-1-7-16,-1 2 3 0,-1-4-12 0,1-2-19 16,-2 4-23-16,0 1-30 0,3-6-38 0,-4-9-31 15,0 16-54-15,0-11-55 0,0-5-161 0,0 0-449 16,-13 14 199-16</inkml:trace>
  <inkml:trace contextRef="#ctx0" brushRef="#br0" timeOffset="11880.23">21159 17137 94 0,'-6'-11'188'0,"6"11"-20"0,0 0-11 0,0 0-13 16,18-15-14-16,-4 9-12 0,2-1-8 0,2 2-12 15,9-5-16-15,0 1-31 0,3 1-45 16,1-3-46-16,1 0-69 0,-3 1-91 0,2-2-216 0,0-1 96 15</inkml:trace>
  <inkml:trace contextRef="#ctx0" brushRef="#br0" timeOffset="12130.1">21755 16407 243 0,'-2'-7'252'16,"2"7"-22"-16,-1-14-21 0,1 14-17 0,0 0 0 15,0 0 9-15,0 0 0 0,0 0 1 0,0 40-15 16,1-9-6-16,1 3-16 0,0 12-10 0,-2 0-15 16,4 1-10-16,-1-12-12 0,-1 13-11 0,1-12-8 15,-1 12-12-15,2-13-4 0,1 0-12 0,-2 9-2 16,-2-10-10-16,2 0-5 0,2 2-10 16,-2-2 2-16,3 1-21 0,-2-3-24 0,1-1-16 0,1-3-30 15,-1-2-31-15,-1 0-29 0,1-9-48 0,1 1-49 16,-3-7-90-16,-3-1-185 0,1-1-515 0,-1-9 229 15</inkml:trace>
  <inkml:trace contextRef="#ctx0" brushRef="#br0" timeOffset="12390.11">20695 16547 2106 0,'-36'-13'14'0,"3"4"79"16,4-1-17-16,7 8-42 0,9 2-12 0,-3 7-2 16,4 5 0-16,6 5-4 0,-1 11 6 15,6 4 13-15,1 15-2 0,8 3 10 0,-2-2-5 16,4 3 6-16,1 0-3 0,-3 1 28 0,8 2-2 16,-8-3-9-16,3 2-6 0,-2-1-6 0,1-2-2 15,-3-15-6-15,3 10-29 0,-8-12-9 0,2-1-25 16,0-4-34-16,-1 2-33 0,-1-5-43 0,3-6-65 15,-2 0-222-15,-3-2-457 0,4-5 203 0</inkml:trace>
  <inkml:trace contextRef="#ctx0" brushRef="#br0" timeOffset="12819.15">22537 16400 92 0,'0'0'220'0,"0"0"-14"0,0 0-4 0,-37 3-4 15,37-3-8-15,-14 6-7 0,7-3-18 0,2 0-15 16,5-3-13-16,-10 6-14 0,10-6-12 0,-6 5-13 15,6-5-6-15,1 8-10 0,-1-8-5 0,6 7-7 16,4-3-5-16,5-1-7 0,5 1 1 0,8-3-3 16,1-1-7-16,2 1-6 0,1-3-2 0,0 1-2 15,-3 1-2-15,-6 0 1 0,-2 0-8 16,7 1-7-16,-13 1 0 0,-2-1-3 0,0 3 7 16,-3-1-13-16,-1 5 7 0,-4-4 5 0,4 5 4 0,-4 2 14 15,-5 0 7-15,1 0 1 0,-3 7 1 0,-4 2-2 16,-1-1 2-16,-4 2-6 0,-3 3-1 0,1-2-5 15,-1 1-4-15,2-5-3 0,-1 3-6 0,1-6-4 16,4-1 12-16,-2-1-23 0,0 1-22 16,2-1-31-16,3-1-26 0,0-1-41 0,1-2-52 15,4-9-68-15,-5 13-68 0,5-13-172 0,-7 10-507 16,7-10 225-16</inkml:trace>
  <inkml:trace contextRef="#ctx0" brushRef="#br0" timeOffset="13009.72">23259 16333 51 0,'9'-11'287'0,"-4"2"-31"0,1 1-26 0,-3 4-28 15,-3 4-1-15,0 0 13 0,0 0 12 0,0 0-7 16,6 21-2-16,-8-3-27 0,-3 11-11 0,-1 4-22 16,1 1-5-16,-1 0-18 0,2 1-15 0,0 0-25 15,-1 0-46-15,0-2-44 0,1 0-46 16,4-1-47-16,0-3-51 0,1 0-78 0,3-2-231 0,-4 1-486 15,4-5 215-15</inkml:trace>
  <inkml:trace contextRef="#ctx0" brushRef="#br0" timeOffset="14110.3">23810 16207 11 0,'0'0'143'0,"0"0"3"0,2-6-4 0,-2 6 0 16,0 0-5-16,0 0-3 0,0 0-6 0,0 0-6 15,0 0-5-15,0 0-4 0,0-8-2 0,0 8-6 16,0 0 2-16,0 0-13 0,0 0 1 0,0 0-5 16,0 0-6-16,0 0-1 0,0 0 1 0,0 0-9 15,0 0 0-15,0 0-8 0,0 0-6 0,0 0-1 16,0 0-3-16,0-10-9 0,0 10-3 0,0 0 1 15,0 0-6-15,-2-8-1 0,2 8-3 0,0 0-5 16,0 0 0-16,0-13 0 0,0 13 6 0,0 0 0 16,-3-8-5-16,3 8 3 0,0 0-1 0,0 0-1 15,0 0-2-15,0 0-3 0,0 0-8 0,0 0 6 16,-1-9 0-16,1 9-6 0,0 0 0 0,0 0-6 16,0 0 0-16,0 0-3 0,0 0-3 0,0 0-1 15,0 0-4-15,0 0 9 0,1 27-3 0,-1-11 8 16,0 1-4-16,0 2 8 0,1-2-5 0,-2 9-27 15,1-8 4-15,0 6 0 0,1-5 2 0,-1-2 2 16,0 0 3-16,0 0-3 0,-1-1 5 0,2 0 0 16,-1 0-1-16,0-3-2 0,0 0 1 0,0-1 1 15,2-1-2-15,-1-1-12 0,-1 0-18 0,0-1-24 16,0-9-21-16,3 14-26 0,-3-14-30 0,0 0-43 16,0 0-20-16,-2 18-16 0,2-18-23 15,0 0-133-15,0 0-397 0,0 0 176 0</inkml:trace>
  <inkml:trace contextRef="#ctx0" brushRef="#br0" timeOffset="14252.32">23807 16058 61 0,'-2'-11'147'0,"2"11"-26"15,0 0-41-15,0 0-14 0,0 0-40 0,0 0-35 16,0 0-73-16,0 0-90 0,0 0 40 0</inkml:trace>
  <inkml:trace contextRef="#ctx0" brushRef="#br0" timeOffset="14689.63">24208 16367 68 0,'8'-6'157'0,"-8"6"-11"16,9-7-11-16,-9 7-6 0,5-7-8 0,-5 7-6 16,4-8 7-16,-4 8-2 0,3-11-16 0,-3 11-13 15,1-12-2-15,-1 12 4 0,0 0-4 0,-4-17 1 16,4 17-10-16,-5-10 0 0,5 10-9 0,-9-9-9 16,9 9 2-16,-10-4-6 0,10 4 1 0,0 0-8 15,-24 8 2-15,14-2-7 0,0 3-3 16,-1 3-6-16,3-2 1 0,0 6-3 0,2-2-1 0,1 1-7 15,1 2 1-15,3-1-4 0,1-4 0 0,0 1-3 16,2-1-2-16,6-1-10 0,-4 0-23 16,4 0-20-16,1-3-28 0,2 1-32 0,6-4-40 15,-1-1-45-15,1-1-174 0,-4 0-382 0,3-3 169 0</inkml:trace>
  <inkml:trace contextRef="#ctx0" brushRef="#br0" timeOffset="14833.34">24491 16370 146 0,'0'0'144'0,"0"0"-25"0,0 0-2 0,0 0-15 15,0 0-15-15,0 0-22 0,0 0-43 0,0 0-25 16,0 0-49-16,-9-16-73 0,9 16-135 0,0 0 60 16</inkml:trace>
  <inkml:trace contextRef="#ctx0" brushRef="#br0" timeOffset="15195.57">24824 16119 13 0,'0'0'235'0,"6"-8"-8"0,-6 8-21 16,0 0-15-16,0 0-9 0,0 0-9 0,0 0-5 15,0 0-7-15,5 23-11 0,-5-7-15 0,0-1-15 0,-2 0-9 16,1 3-10-16,1 2-6 0,0-4-7 0,0 1-10 15,-1 0-4-15,0-2-8 0,2 0-5 0,-2-4-5 16,2 2-6-16,-2-2-4 0,1-11-6 16,0 15-1-16,0-15-4 0,-2 13-2 0,2-13-2 15,0 0 6-15,3 10 12 0,-3-10 1 0,0 0-5 16,0 0-6-16,0 0-3 0,0 0-5 0,0 0 3 16,-3-34-8-16,1 16-3 0,0 2 1 0,1-3-4 15,1-11-3-15,0 1-1 0,0-3-5 0,1 0-2 16,3-2-7-16,0 0-3 0,-1 0-3 0,9 2 0 15,-1-1 3-15,3 6-3 0,-1 0-2 0,1 3-3 16,-2 8-4-16,1 1-8 0,0 2-19 0,-2 7-19 16,1 0-28-16,-2 4-23 0,-10 2-33 0,19 0-29 15,-19 0-32-15,19 11-41 0,-13-3-141 0,-2 5-417 16,-4-13 185-16</inkml:trace>
  <inkml:trace contextRef="#ctx0" brushRef="#br0" timeOffset="15641.72">24851 16202 138 0,'-15'3'191'0,"15"-3"0"15,0 0-3-15,0 0-15 0,0 0-18 0,0 0-19 0,0 0-12 16,0 0-7-16,0 0-16 0,34-12-13 0,-21 7-4 16,3-4-11-16,0 3-7 0,3-1-2 0,-5 0-12 15,0 2 0-15,-2-1-9 0,-3 2 1 0,-9 4-4 16,16-6-1-16,-16 6-2 0,11-5-2 15,-11 5-5-15,0 0-4 0,11-6 1 0,-11 6-4 16,0 0-1-16,0 0 6 0,0 0 12 0,0 0 2 16,0 0 5-16,3 21-2 0,-3-21 1 0,-9 19-7 15,6-7-1-15,-3-1-6 0,2 2 0 0,1-1-1 16,1-1-9-16,-1 0-2 0,0 0 2 0,3-2-2 16,0-9-3-16,3 13-4 0,0-3 3 0,-3-10-4 15,8 10 4-15,-1-5-6 0,-7-5 2 0,14 3-1 16,-3-2 2-16,-11-1-3 0,22-2 0 0,-10-3-2 15,-2 2 2-15,2-1-3 0,-1-1 3 0,-2-2 3 16,0 0-4-16,-1-1 0 0,0 1 3 0,-1-5-9 16,2 3 1-16,-2 0 3 0,-1 0 2 0,-6 9-2 15,9-11-1-15,-9 11-4 0,9-8 3 0,-4 4-6 16,-5 4 0-16,0 0-3 0,5-6 3 0,-5 6-3 16,0 0 1-16,0 0-2 0,0 0 4 0,8 19-2 15,-8-19 3-15,2 13-19 0,-2-13-13 0,2 14-19 16,1-6-25-16,-3-8-45 0,9 16-57 0,-4-10-80 15,-5-6-137-15,18 11-427 0,-5-10 189 0</inkml:trace>
  <inkml:trace contextRef="#ctx0" brushRef="#br0" timeOffset="16057.47">25872 16126 87 0,'-12'-4'232'0,"-1"-1"-4"0,5 5-7 0,2-2-12 15,6 2-12-15,-12-4-20 0,12 4-19 16,-5-4-21-16,5 4-16 0,0 0-22 0,0 0-14 16,0 0-23-16,23-11-20 0,-12 7-29 0,7 0-20 15,-2 2-30-15,2-3-35 0,0 3-22 0,-5-1-25 16,0 0-21-16,-1 1 2 0,-1 0 0 0,1-1 7 15,-6 0-68-15,1 1 169 0,-3-2-65 0,-4 4 15 16,7-6 35-16,-2 0 10 0,-5 6 17 0,0-7 20 16,0 7 15-16,0-11 12 0,0 11-2 0,-5-12 11 15,2 6 16-15,3 6 12 0,-6-9 0 0,6 9 14 16,-2-7 2-16,2 7-4 0,0 0 1 0,-5-7-8 16,5 7-4-16,0 0 1 0,0 0 19 0,0 0 1 15,-13 13 2-15,10-4-1 0,-1 1-11 0,-2 5-2 16,5 0-5-16,-3-1-1 0,0 3-10 0,4 2-1 15,0 5-7-15,-2-5-7 0,2 2-7 0,2 3-17 16,-2-7-21-16,2 1-26 0,0-1-45 16,-2-1-36-16,4-3-43 0,-4-1-40 0,1-1-126 0,3-2-342 15,-2 0 152-15</inkml:trace>
  <inkml:trace contextRef="#ctx0" brushRef="#br0" timeOffset="16373.28">26160 15970 159 0,'0'0'183'0,"0"0"3"0,5-5-7 16,-5 5-11-16,0 0 0 0,0 0-5 0,9 16-9 16,-3-5-7-16,-2-1-15 0,6 3-13 0,-3 5-11 15,1-3-7-15,-1-1-12 0,3-1 0 0,1-2-8 16,-1 3 2-16,-3-5-8 0,1 0-1 0,0-2-4 15,-3-1-2-15,1-1 1 0,-1-2 4 0,-2 1-4 16,-3-4 3-16,0 0-3 0,13 5-7 0,-13-5-1 16,0 0-8-16,0 0-4 0,18-15-6 0,-12 4-4 15,-1 0-5-15,1-4-15 0,-1 0-23 0,2-2-15 16,-2-2-26-16,-1 3-25 0,2-1-20 0,1 0-22 16,-3 5-10-16,2-1-24 0,0 2-15 0,1 3-16 15,-5 4-20-15,4-2-1 0,-6 6 3 0,12-2-101 16,-12 2-319-16,0 0 141 0</inkml:trace>
  <inkml:trace contextRef="#ctx0" brushRef="#br0" timeOffset="16613.96">26477 16015 30 0,'9'6'89'15,"-9"-6"20"-15,0 0-8 0,13-3 6 16,-13 3-4-16,12-7 8 0,-8 4-6 0,3-2 3 0,-3 0-7 16,3-1 0-16,-2-1-4 0,-1 2 3 0,-4 5 11 15,4-12-6-15,-3 6 1 0,1-2-3 0,-2 8 0 16,0-11-2-16,0 11-6 0,-3-9-6 0,3 9-8 15,-10-6-7-15,2 6-8 0,8 0-1 0,-20 6-4 16,7 0-5-16,-3 4-9 0,2 1 1 16,1 3-7-16,4 1-6 0,-2 0 4 0,2 2-15 15,5 4 4-15,1-2-6 0,1 0-14 0,4-2-19 16,1-2-8-16,1 1-12 0,3-4-10 0,4 0-17 16,2-3-13-16,0 2-21 0,4-3-34 0,1-1-39 0,-1 1-27 15,-6-2-136-15,-1-1-354 0,-1 0 156 16</inkml:trace>
  <inkml:trace contextRef="#ctx0" brushRef="#br0" timeOffset="17028.16">24205 16931 1540 0,'12'-25'9'0,"-3"9"18"0,-4-1 7 16,-1 6 25-16,0 1-18 0,-3 3-9 0,-3 0-9 15,2 7 4-15,-7-7-1 0,7 7 17 0,-10 0 13 16,10 0 4-16,-14 10 7 0,6 3-1 16,-3 4 0-16,1 9 10 0,0 0 25 0,-1 2-2 0,4 2-4 15,0 4-5-15,2-1-8 0,-1 14 1 0,2-15-12 16,0 2-2-16,3-1-9 0,-2 0-6 16,2-1-4-16,-2-2-21 0,1 0 14 0,1-4-8 0,-2 0-2 15,0-1-13-15,1-5 2 0,-1-1-12 16,-2 0-20-16,0-3-21 0,1 1-33 0,-1-5-38 15,-4 1-35-15,4-3-50 0,-1-4-45 0,-1 0-191 16,7-6-457-16,-14 8 202 0</inkml:trace>
  <inkml:trace contextRef="#ctx0" brushRef="#br0" timeOffset="17907.64">24026 17361 112 0,'1'-8'157'0,"3"-4"-28"15,-4 12-4-15,7-15-18 0,0 8 2 0,-1-1-9 16,5-1 3-16,4-1-9 0,-1-1-9 0,4 3 1 15,1-3-6-15,7-2-4 0,1 3-6 16,-3-3-6-16,0 0-6 0,-1 3-3 0,-3 0-4 0,-2 2-7 16,-4-2-6-16,0 2-1 0,-3 2 1 0,-1-3 0 15,-1 4 3-15,0-4-5 0,-3 3-7 0,-1-2 3 16,1-1-2-16,-6 9 6 0,6-14 0 16,-6 6 2-16,0 8 4 0,0-14 3 0,0 14-3 0,0 0 4 15,-5-14-4-15,5 14-9 0,-11-7 1 0,11 7-6 16,-11 0 3-16,11 0-2 0,0 0-3 0,-22 16 5 15,16-7-1-15,-3 5 1 0,1 1-7 16,3 0 0-16,1 1-4 0,3-1 2 0,-2 0-5 16,6-1 1-16,-2 2 1 0,2-4-4 0,3-1-3 0,6 1 0 15,-3-3-4-15,3 1 6 0,8-2-4 0,-3-3 0 16,4 0 1-16,8-5-2 0,1-1 0 0,0-2-1 16,-2-3 0-16,1 3 2 0,-8-2-6 15,-3-1 2-15,0-1 1 0,-3-2-7 0,1 1 6 16,-6 0-3-16,-1-2-8 0,4-1 4 0,-3 0-1 15,-2-5-1-15,-3 6 1 0,0-3 2 0,0-2-5 16,-5 4 7-16,0 0-6 0,0 1-1 0,0 10 3 16,0 0 9-16,-3-24-4 0,3 24-1 0,-5-8 4 15,5 8-6-15,-7-4-1 0,7 4 8 0,0 0-3 16,-16 15 1-16,9-5 1 0,-5 5-2 0,4-2 1 16,1 1 2-16,3 1-4 0,1-4 0 0,2 4 5 15,2-3-4-15,1 0-6 0,1-1-13 0,3 0-13 16,0-3-20-16,2 0-15 0,3-2-13 0,0-2-21 15,1 0-25-15,1 1-16 0,-13-5-21 0,22 0-8 16,-10 0 0-16,1-2 7 0,3-1 10 0,-4 1 9 16,2-3 18-16,-2 1 15 0,6-5 14 0,-4 1 13 15,-1-1 20-15,-4 3 3 0,0-3 22 0,-1-1 22 16,-1 2 13-16,-1-1 15 0,-6 9 26 16,8-16 24-16,-4 11 12 0,-4 5 3 0,1-11 6 0,-1 11 2 15,0 0 0-15,-1-13-8 0,1 13-6 16,0 0 4-16,-9-7-10 0,9 7 5 0,0 0 2 15,0 0 3-15,0 0 4 0,-27 19-11 0,15-7-8 0,5-3-8 16,-2 4-4-16,0 3 1 0,4-4-12 0,1 0 2 16,1 0-6-16,3 0-5 0,2 0 2 15,-1-2-9-15,-1-10-3 0,4 14-10 0,0-6-3 16,1-4-6-16,-5-4 1 0,10 7 0 0,-2-4 1 16,-8-3-3-16,18-3 0 0,-18 3 2 0,24-7-6 15,-14 1 3-15,3-1 6 0,-4 0-6 0,-2-2 5 16,5-4-3-16,-7 2 8 0,1-4 3 0,-2-1 0 15,2-2 5-15,-2-6 4 0,-2 6 0 0,-2-2-4 16,0-5-1-16,2-3 2 0,-2 0-7 0,0 2 3 16,-2-2 3-16,0 9 5 0,2-7 13 0,-2 9 4 15,-2 4 6-15,4 13 13 0,-1-19-3 0,1 19-3 16,-1-13-4-16,1 13-12 0,0 0 0 0,0 0-10 16,0 0 3-16,0 0 6 0,8 38-10 0,-4-13 0 15,0 1-2-15,-2 0-6 0,-2-1 2 0,2 1-4 16,-1 2 1-16,3-2-18 0,0-5-27 0,-2 4-21 15,1-1-27-15,0-7-38 0,0 0-55 0,2-6-51 16,-3 3-232-16,-2-14-490 0,1 18 217 0</inkml:trace>
  <inkml:trace contextRef="#ctx0" brushRef="#br0" timeOffset="18252.29">25205 16877 141 0,'0'0'199'0,"0"0"4"0,0 0 2 0,0 0-16 16,0 0-10-16,0 0-14 0,8 42-16 0,-8-28-9 15,0 1-13-15,-1 2-8 0,1-3-9 0,0 0-12 16,0-1-8-16,0 0-11 0,0-3-6 0,0-10-8 16,-2 22-6-16,2-22-7 0,2 11-1 0,-2-11-10 15,1 11-1-15,-1-11-3 0,6 8-10 0,-6-8 0 16,5 7-2-16,-5-7-7 0,12 1-6 0,-12-1-2 15,23-3-2-15,-23 3-1 0,23-3-1 0,-23 3-2 16,23-2 0-16,-23 2-2 0,19-1-3 0,-19 1-4 16,14 3 5-16,-14-3-3 0,9 7 3 15,-7-2 2-15,-2-5 1 0,2 11 5 0,-2-11 0 16,-12 16 3-16,7-6 8 0,-3-1-9 0,-4 4 2 0,2 0-2 16,-4-1-16-16,1-1-18 0,4-3-21 15,-4 3-26-15,4-5-31 0,0 0-20 0,9-6-44 16,-13 8-17-16,10-6-170 0,3-2-383 0,0 0 170 0</inkml:trace>
  <inkml:trace contextRef="#ctx0" brushRef="#br0" timeOffset="18991.78">25596 16945 118 0,'0'0'200'15,"0"0"0"-15,0 0-1 0,0 0-3 0,0 0-6 16,-40 7-14-16,24 4-11 0,-1-3-11 0,1 4-12 15,0 2-14-15,2-4-9 0,-1 4-12 0,3-2-12 16,3-2-11-16,5 1-8 0,0-2-11 0,4-9-4 16,-5 16-6-16,5-16-8 0,0 14-3 0,0-14-9 15,0 0-7-15,0 0-2 0,20 6-5 0,-10-6 1 16,-10 0-8-16,23-4-2 0,-10 0 2 0,0 0-1 16,-2-3-4-16,0 3 3 0,4-5-1 15,-5 4-3-15,-10 5 4 0,17-10-1 0,-12 6 0 16,-5 4 5-16,10-7-4 0,-10 7-4 0,10-3 1 0,-10 3-6 15,0 0 3-15,0 0 0 0,0 0-1 0,14 6 3 16,-14-6-5-16,9 9 2 0,-9-9-2 16,4 8 3-16,-4-8-2 0,3 9-10 0,-3-9-9 15,6 7-8-15,-6-7-7 0,5 7-4 0,-5-7-1 16,0 0 0-16,16 2-4 0,-16-2 8 0,18-5-1 0,-7 1 7 16,2-4-1-16,3-3 1 0,0 4 5 0,2-3 3 15,-3-4 1-15,-1 3 2 0,1-2 3 16,-1 3 8-16,-1 0 14 0,-3-3-6 0,-3 4 1 15,-1-1 3-15,-2 2 10 0,-4 8-2 0,9-20 4 16,-6 10 0-16,-3 10 2 0,0 0 12 0,2-18-4 16,-2 18-1-16,0 0-5 0,0 0-3 0,0 0-1 15,0 0 0-15,0 0 1 0,0 0 4 0,0 0-3 16,0 0 2-16,-27 28-5 0,21-17 0 16,2 0-6-16,0 1 3 0,4-2-2 0,-2 2 1 0,2-1-2 15,0-11-2-15,4 19 4 0,-1-11-4 0,2-3 3 16,3 3-5-16,-1-4 2 0,4 0-1 0,1-4-3 15,-12 0 3-15,29-2-3 0,-12-3-2 0,0-1 2 16,0 2-3-16,-3-5 2 0,-3 2 3 0,1-1-8 16,1-3 5-16,-7 1 2 0,4-3-2 0,-3 4 0 15,-1-2 3-15,1-6-4 0,-1 2 3 0,-2 5 0 16,2-7-1-16,-4 0-2 0,2 2 2 16,-3 2-3-16,0-4-2 0,-1 2-2 0,0 15 9 0,0-23 5 15,0 23 13-15,0-14 0 0,0 14 3 16,0 0-7-16,1-12-8 0,-1 12-5 0,0 0 5 15,0 0 5-15,0 0 12 0,0 0 3 0,0 0 9 16,10 39-3-16,-10-21 5 0,0-2 6 0,0 0-11 0,0 3-3 16,0-2 1-16,0-1-8 0,0 3 0 15,0-4-4-15,0-3-5 0,0-12-1 0,0 24-6 16,2-12-35-16,-2-12-31 0,1 21-29 0,-1-21-33 16,0 11-31-16,0-11-23 0,0 0-21 0,3 12-29 15,-3-12-29-15,0 0-29 0,0 0-152 0,0 0-461 16,0 0 205-16</inkml:trace>
  <inkml:trace contextRef="#ctx0" brushRef="#br0" timeOffset="19141.82">26252 16821 59 0,'0'0'171'15,"9"-10"-4"-15,-9 10-6 0,0 0-1 0,0 0-3 16,0 0-5-16,0 0 0 0,0 0-3 0,0 0-6 16,0 0-18-16,-33 23-8 0,25-16-11 0,0 3-11 15,5 1-5-15,3-11-14 0,-8 21-22 0,8-21-36 16,2 16-30-16,-2-16-50 0,9 16-53 0,-9-16-55 15,18 10-130-15,-7-8-323 0,-11-2 144 0</inkml:trace>
  <inkml:trace contextRef="#ctx0" brushRef="#br0" timeOffset="19272.04">26506 16858 44 0,'0'0'243'0,"11"-6"-8"0,-11 6-14 16,11-4-8-16,-11 4-10 0,0 0-14 0,10-7-17 15,-10 7-14-15,0 0-15 0,0 0-14 0,0 0-16 16,0 0-18-16,0 0-32 0,0 0-43 0,0 0-59 15,0 0-74-15,0 0-236 0,0 0-376 0,0 0 166 16</inkml:trace>
  <inkml:trace contextRef="#ctx0" brushRef="#br0" timeOffset="19409.8">26432 16780 146 0,'0'0'262'0,"0"0"-59"0,0 0-80 0,2-13-108 16,-2 13-141-16,0 0-135 0,0 0 61 0</inkml:trace>
  <inkml:trace contextRef="#ctx0" brushRef="#br0" timeOffset="27510.19">19581 10960 109 0,'0'0'123'0,"-12"-5"-23"0,5 4 9 15,-1-2-18-15,-2 1 2 0,-3 1 0 0,3-1-3 16,-3 1-8-16,0-1 2 0,-7 2-8 0,3 0 5 16,2 0-3-16,2 0-2 0,-2 0 3 0,-2 2-4 0,-2-2-2 15,7 0-7-15,-2 1-6 0,3-1-4 16,-2 3-4-16,2-3-4 0,4 2-9 0,7-2-2 15,-10 2 2-15,10-2-5 0,-10 2-1 0,10-2-11 16,0 0 6-16,-7 1 1 0,7-1 2 0,0 0-1 16,0 0-2-16,32 8-1 0,-1-7-2 0,4-1 3 15,17-1-1-15,4-4-2 0,33-5-2 0,1 0-1 16,3-3-4-16,2 0-3 0,-1-1 3 0,2 0 1 16,4 1-6-16,1-2 3 0,1 1 0 0,-1 0-3 0,-4 1 4 15,-1 1-7-15,-6-1 6 0,-29 4-2 0,0 4-5 16,-1-3 0-16,-5 1 0 0,-2 3 0 15,-15-1-3-15,0 1 1 0,-4 1 2 0,-4-1-3 16,-9 4 0-16,-1-3 2 0,-3 1 0 0,-7-3-5 0,0 5 8 16,0 0 1-16,-3-2 3 0,-7 2 3 0,0 0 6 15,14-1 2-15,-14 1-5 0,8 0 0 16,-8 0 1-16,0 0 3 0,0 0-5 0,9-1-5 16,-9 1-2-16,0 0-2 0,0 0-9 0,0 0-15 0,0 0-15 15,0 0-28-15,0 0-29 0,0 0-37 16,8 1-29-16,-8-1-7 0,0 0-28 0,2 8-156 0,-2-8-371 15,0 0 164-15</inkml:trace>
  <inkml:trace contextRef="#ctx0" brushRef="#br0" timeOffset="48868.41">11771 12405 8 0,'-8'-10'61'16,"-2"2"-10"-16,-1-2-1 0,1 2-4 0,-3-2-8 15,-3 1 2-15,4-1 5 0,-1 3 2 0,1 0-11 16,-4-1-2-16,1 3-9 0,-1-4 2 0,-3 3-2 16,2 2-2-16,-4 0 4 0,0 0-5 0,-6 1-2 15,-1 3-5-15,1-1 3 0,-2 2 4 0,-2 3-4 16,1 3-4-16,-2-2 3 0,2 1-3 0,-3 5 1 16,0-1 3-16,1 1-2 0,-3 2-6 0,3 2 3 15,-1-1 0-15,1 2-1 0,-1 1 0 0,1 0 6 16,-4 2-10-16,3 0 2 0,2 3 6 0,1 0-5 15,-9 8-5-15,10-7 10 0,1 2-4 0,-1-1 4 16,-9 8-8-16,1-1 10 0,9-7 2 0,1 0 8 16,-7 10-2-16,8-10-8 0,0 3 2 0,-1 0 1 15,-7 6-6-15,8-5 4 0,1-1-5 0,1-1-3 16,-5 12 0-16,7-12 4 0,4 3 10 0,-1-1-10 16,2 1-3-16,-1-1 2 0,3 2-2 0,1 2 10 15,0-1-8-15,2 1 7 0,1 2-8 0,-1-2 13 16,2 3-4-16,1 9 4 0,0-10-13 0,3 0 2 15,-1 0 2-15,4 2-1 0,-1 0 15 0,0 10-12 16,4-10 1-16,2 9-2 0,1-10-5 0,0 0 0 16,2 10 2-16,0-10 1 0,3-2-3 0,2 2-8 15,0 0-6-15,6 9 3 0,-4-12 1 0,1 2-4 16,7 9-2-16,-2-12 6 0,-2 0-3 0,8 11-2 16,-4-12-2-16,8 8 2 0,-6-10-4 0,2 1 4 15,11 6 5-15,-7-12 0 0,10 15-2 0,-3-2 0 16,6-9-3-16,-12-5 6 0,3 0-1 0,-1 1-2 15,11 4-4-15,3 3 3 0,-13-10-6 0,7 9 10 16,-7-9-3-16,9 11 0 0,-7-11-11 0,10 5 13 16,-9-8 1-16,9 6-3 0,2 2 3 0,-1-4 1 15,-8-6-4-15,16 7-1 0,-2-8-1 0,0 4 1 16,1-5 4-16,2 0-1 0,-1-2-2 0,-3-1 0 16,9-2-2-16,-5 0 8 0,-2-2-4 0,2 0-1 15,-2-5-4-15,6 0 4 0,0-2 1 0,1-2 2 16,-3 1-1-16,3-6 4 0,-2 1-3 0,1-2-2 15,1-1-3-15,-4-1 3 0,-1-3 3 0,2 0 3 16,-5-3 2-16,3-2-6 0,-4 3 1 0,1-3 3 16,-4 0 2-16,-2-1-3 0,2 1 6 0,-13 3-2 15,0 0-6-15,8-10 7 0,-9 12-3 0,-1-5-2 16,-5 1-2-16,2-3 4 0,-2-1-2 0,0-1 1 16,-4 2 0-16,0-3-4 0,-1-1 1 0,-2-4 2 15,-2-2-2-15,2 0 5 0,-2-12-4 0,0-3-3 16,0 3-3-16,-2 0 1 0,-5 8 0 0,-2-11 5 15,-2 1-4-15,-3 10-1 0,-6 1 5 0,2-12-5 16,-3 1-1-16,1 11 0 0,-6 1 2 0,-1-13 1 16,-1 14-3-16,-1-3 0 0,-5-10-1 15,3 11 2-15,-5-10-1 0,3 13 3 0,-8-12-3 0,8 10-1 16,-12-10 2-16,2-1-1 0,0-1-1 0,-4 3 5 16,2-3-8-16,-1 3 4 0,-3 0 0 0,5 1-2 15,-5 0 0-15,1 2 2 0,1-2-3 0,-4 6 1 16,-1-1 2-16,-1 0 1 0,11 11-6 0,-15-12 3 15,-1 4 0-15,2 4 0 0,-3-1-6 0,-1 2 4 16,10 6-2-16,-12-5 4 0,-3 1-4 0,0 1 9 16,-3 3-10-16,2-2-5 0,-1 2 4 0,2 2 5 15,-4 4 3-15,1 0-4 0,0-2-2 0,0 6 2 16,12 2-4-16,-13-1 1 0,-3 0 4 0,0 4-2 16,3 1-2-16,-1 2 1 0,1 0-4 0,-1 3 6 15,1-1 0-15,-2 3 1 0,13 4-1 0,-12-4 0 16,-3 8-5-16,2-1 3 0,1 5 2 0,-2-1 1 15,3 2-2-15,0 2-7 0,-1 3 13 0,3 1-6 16,1 1 2-16,0 0 0 0,0 0-4 0,2 2 1 16,0 0 1-16,1 0 2 0,-1 2-9 0,2 1 7 15,-1 0 2-15,2 4-2 0,2-3 0 0,-1 3-2 16,5 3 0-16,8-10 3 0,1 2-13 0,1 1-12 16,-9 9-6-16,13-9-14 0,2 1-12 15,4 2-26-15,1 0-16 0,1 1-17 0,6 1-95 0,-1-2-230 16,5-1 102-16</inkml:trace>
  <inkml:trace contextRef="#ctx0" brushRef="#br0" timeOffset="51348.82">13414 16020 51 0,'7'-5'103'0,"-7"5"-10"16,0 0 5-16,9-6-7 0,-9 6-4 0,0 0-4 16,0 0-14-16,4-7-7 0,-4 7-8 0,0 0-1 15,0 0-8-15,0 0-11 0,0 0-12 0,0 0-5 16,-13-15-24-16,13 15-16 0,0 0-19 0,0 0-18 16,0 0-15-16,0 0-52 0,0 0-135 0,0 0 60 15</inkml:trace>
  <inkml:trace contextRef="#ctx0" brushRef="#br0" timeOffset="51771.7">13838 15598 4 0,'6'-1'165'0,"-6"1"5"15,0 0-6-15,0 0-11 0,0 0-10 0,0 0-8 16,0 0-8-16,-35 6-6 0,15-1-6 0,-7 5-7 15,-2-2-4-15,-7 2-8 0,-14 5-6 0,2 0-6 16,-5 2-3-16,-3-2-6 0,0-4-2 0,0 8-3 16,2-3-6-16,-2-2-6 0,-4-1-7 0,1 0-1 15,1 0-1-15,5-3-3 0,-2 1-6 0,3 0-4 16,2 1-3-16,-1-2 0 0,12-3-6 0,-1-2-4 16,-10 7 1-16,10-7-9 0,4 4-9 0,-1-2-7 15,3 0-11-15,1-2-17 0,1 0-7 0,5 0-36 16,0-1-22-16,6-1-26 0,1-1-32 0,3 2-20 15,4-3-16-15,3-1-106 0,10 0-317 0,-18-1 142 16</inkml:trace>
  <inkml:trace contextRef="#ctx0" brushRef="#br0" timeOffset="52032.06">12666 15692 115 0,'0'0'132'0,"2"-3"-4"0,-2 3 1 0,0 0-7 16,0 0 2-16,-18 16-7 0,4-5-9 0,-9 3-8 16,0 4-7-16,-2 3-8 0,-2-2-9 0,-2 0-4 15,2 1-7-15,0 0-9 0,4 3-2 0,1-4-5 0,6-3-3 16,3-5-9-16,2 4-1 0,1-2-7 16,3-3 5-16,3 3-11 0,4-4 2 0,0 2-5 0,1-4 3 15,5 3-6-15,5-2-1 0,5 1-1 16,2-3-15-16,12-2-6 0,1 0-17 0,7-4-25 15,2-2-16-15,14-1-34 0,-2-1-20 0,-18-1-19 16,4 2-105-16,-1 0-263 0,-5-3 117 0</inkml:trace>
  <inkml:trace contextRef="#ctx0" brushRef="#br0" timeOffset="53368.81">8948 15968 148 0,'-7'-6'153'0,"7"6"-3"0,0 0-5 16,-7-6-10-16,7 6-11 0,0 0-8 0,-4-5-11 15,4 5-12-15,0 0-9 0,0 0-11 0,-4-6-6 16,4 6-4-16,0 0-10 0,0 0-4 0,0 0-4 16,0 0-8-16,0 0-1 0,0 0-8 0,0 0-2 15,0 0-3-15,0 0 2 0,0 0-6 0,0 0-3 16,0 0-1-16,0 0-2 0,0 0-2 0,0 0 2 16,0 0-4-16,0 0 5 0,0 0-3 0,0 0-1 15,0 0 4-15,0 0-3 0,0 0 3 16,0 0 3-16,0 0 8 0,0 0 11 0,0 0 4 0,0 0-3 15,0 0-3-15,0 0-4 0,0 0 1 0,0 0-5 16,0 0-2-16,0 0 2 0,0 0-5 16,0 0-8-16,0 0 0 0,0 0-6 0,0 0 1 0,-9 13-1 15,7-1-3-15,1 1 0 0,-1 3 4 0,0 7 2 16,-2 5-3-16,1 1 0 0,2-3-3 0,0-7-4 16,-3 5 6-16,1-6-4 0,2-1-1 0,1 1 3 15,-1-7 2-15,-1 3-3 0,4-5-2 0,-2 1 2 16,0-2 0-16,0-8 2 0,-2 10-2 15,2-10 5-15,-1 7 14 0,1-7 4 0,0 0 0 16,0 0-7-16,0 0-6 0,0 0 0 0,-5-25-5 16,4 9-1-16,1-2 2 0,-1 0-6 0,1-10 4 15,0-3 1-15,1-1-5 0,4 3-1 0,-4-1-4 0,-1 0-5 16,4 0 1-16,0 1 1 0,0 1 0 16,4 4-1-16,-3 5 4 0,1 2-4 0,-4 5 3 15,1 3-2-15,1 2-4 0,0 1 0 0,0 1-1 16,-4 5 2-16,9-2-1 0,-9 2 0 0,14 11 4 15,-5-3-4-15,3 7 9 0,-3 2-2 0,0 1 3 16,1 4 5-16,2 1-1 0,-2 1 2 0,-3-7-4 16,0 2 2-16,2 4-1 0,1 2-1 0,-3-6 6 15,-1-1-1-15,-1 0-4 0,0-1-1 0,-2-5-1 16,1-2-12-16,-2 3-12 0,1-4-17 0,2 0-19 16,-5-9-23-16,4 9-28 0,-4-9-30 0,4 12-7 15,-4-12-4-15,0 0-11 0,0 6-110 0,0-6-295 16,0 0 131-16</inkml:trace>
  <inkml:trace contextRef="#ctx0" brushRef="#br0" timeOffset="53936.64">8897 16111 94 0,'0'0'122'16,"-8"-4"-3"-16,8 4-10 0,0 0-22 0,0-11 1 16,0 11-17-16,0 0 2 0,20-15-6 0,-4 7 1 15,0-1-11-15,10-1 8 0,1 0-6 0,1 0-4 16,-2 2-6-16,1 0-4 0,-2 1-8 0,-3 4 1 0,0 0-1 15,-3 0-9-15,-1 3 6 0,2 0-5 0,-3 1 4 16,-1 2-14-16,-4 0 0 0,-1 3-1 16,0 1 11-16,-2-1-4 0,1 3 3 0,-4-3-4 15,2 4 5-15,-3 0-4 0,0-2 1 0,1 1 11 16,-3 0-10-16,-1 0 7 0,-2-9 3 0,2 13 3 16,-2-13 3-16,0 0 4 0,-5 14-1 0,5-14-2 15,-7 10-2-15,7-10 2 0,-6 3-4 0,6-3 2 16,0 0-9-16,-16 0-1 0,16 0-1 0,0 0-3 15,-13-11-2-15,13 11-3 0,-6-16-6 0,4 5-4 16,3-1-2-16,2-4-3 0,1 1 0 0,1-2-1 16,3-1-1-16,3-4-7 0,-1 8-1 0,1 0 2 15,0 3-2-15,0 0-1 0,-1 5-1 0,2 0-1 16,-3 3-1-16,2 2-2 0,1 5 2 0,2 1-2 16,-1 3 3-16,0 2-2 0,-1 2 4 0,0 4-2 15,-1-1 0-15,0 3 3 0,-4 0 2 0,0 0-1 16,-1-1 0-16,-2-2 1 0,-3-3 1 0,-1-1-1 15,1-3 2-15,1-3 9 0,-2-5 9 16,0 9 8-16,0-9-2 0,0 0-5 0,0 0 0 0,0 0-4 16,0 0-6-16,0 0 0 0,0 0 1 0,4-30-2 15,1 11-5-15,0 2-3 0,2-1 1 0,2 0-3 16,2-6-1-16,0 7-1 0,1 0 7 0,-1 1-14 16,2 4 1-16,0-1-2 0,-3 5 0 15,3 2 0-15,-3 4 1 0,3 2 3 0,-1 3 1 16,-1 2-4-16,0 3 3 0,-1 5-2 0,1 2 3 15,1 2-1-15,-4-4 6 0,0 4-8 0,1 7 5 16,-2 0-6-16,-3-5-13 0,0-2-27 0,-1-1-29 16,-1 0-7-16,7-3-39 0,-5 0-28 0,-3-7-20 0,2 0-128 15,-1 1-325-15,-2-7 144 0</inkml:trace>
  <inkml:trace contextRef="#ctx0" brushRef="#br0" timeOffset="54226.99">9846 15994 45 0,'0'0'155'0,"-5"-7"-13"16,5 7-14-16,0 0-7 0,0 0-6 0,0 0-6 16,0 0-1-16,0 0-21 0,0 0 3 0,-12 21-12 15,12-21-1-15,2 20-12 0,2-11-1 0,2-1-8 16,-1 3-9-16,2-3 1 0,-1-1-2 0,2-1 0 16,5 0 5-16,-3-3 2 0,0-3-2 0,-10 0 2 15,25-6-6-15,-14 1 2 0,-1-3 10 0,2 2-1 16,-2-3 9-16,0-3-1 0,-3 1-3 0,-2 0 7 15,0-1-2-15,-3 1-3 0,-2 0-9 0,-1-2 0 16,-4 1-10-16,-3-2-3 0,1 0-4 16,-2 1-4-16,-1 3-4 0,-1 1-9 0,-2 0-12 0,3 3-3 15,-1 1-17-15,-1 3-8 0,2 1-15 16,0 2-18-16,10-1-9 0,-19 8-33 0,10-2-27 16,1 1-39-16,5 0-16 0,-2 3-12 0,5-10-128 15,-2 17-341-15,2-17 152 0</inkml:trace>
  <inkml:trace contextRef="#ctx0" brushRef="#br0" timeOffset="54526.21">10046 15924 84 0,'0'0'155'15,"8"-3"0"-15,-8 3-13 0,0 0-7 0,0 0-4 16,0 0-4-16,0 0-5 0,7 13-3 0,-7-13-8 16,3 16-10-16,-5-7-5 0,2-9-9 0,4 18-9 15,-2-6-10-15,0-3 3 0,2 1-18 0,0 0-2 16,0-4-6-16,1 3 0 0,-5-9-4 0,10 8-8 15,-4-4-1-15,-6-4-4 0,12 3 2 0,-12-3-1 16,14 0-3-16,-14 0 0 0,17-7 6 0,-7 1 0 16,-1-2 0-16,-1-1 0 0,2-1 7 0,-3-1-6 15,0-5 2-15,0 2-5 0,1-2 2 0,-3 5-3 16,-2 2-6-16,2 0 0 0,-1 2-3 0,-3 0-3 16,3 2-4-16,-4 5-7 0,4-6 0 0,-4 6-2 15,0 0 0-15,0 0 2 0,0 0-16 0,14 18-21 16,-13-9-15-16,0 4-22 0,-6 4-33 0,4-1-23 15,2 0-44-15,-1 0-30 0,0-3-123 16,0-13-347-16,3 23 153 0</inkml:trace>
  <inkml:trace contextRef="#ctx0" brushRef="#br0" timeOffset="54703.68">10300 16005 118 0,'0'-10'145'0,"0"-1"0"15,3-2 4-15,-3 13-6 0,2-22-4 0,3 10-3 16,2-3-7-16,-1 6-3 0,1 1-8 15,0 1-14-15,1 2-8 0,2 0-11 0,0 2-9 16,2 2-6-16,-2 1-6 0,3 2-3 0,-2 2-9 16,0 2-1-16,0 1-8 0,-2 3-15 0,-1-2-31 15,2 5-19-15,-5-2-37 0,0 1-43 0,0-1-48 16,-1 0-141-16,-4-11-315 0,1 15 141 0</inkml:trace>
  <inkml:trace contextRef="#ctx0" brushRef="#br0" timeOffset="54910.8">10524 15694 1 0,'-3'-6'266'0,"2"-1"-20"16,1 7-25-16,-5-8-25 0,5 8-13 0,0 0-2 16,0 0-12-16,0 0-11 0,4 26-12 0,-3-8-15 15,1 9-13-15,0 0-9 0,2 0-9 16,-2-1-11-16,0 1-10 0,-4-2-20 0,4-1-22 15,-1-4-29-15,0 5-28 0,-1-5-42 0,1-2-47 0,2-1-65 16,-2-4-182-16,-1-13-384 0,-1 22 170 16</inkml:trace>
  <inkml:trace contextRef="#ctx0" brushRef="#br0" timeOffset="55556.73">10586 15838 70 0,'11'-4'56'0,"8"-4"-11"0,0 3-9 0,8-4-5 16,4-1-5-16,1 1 0 0,1-3-12 0,1 2 6 15,-2-1-5-15,-1 1 1 0,-4 0 7 0,0-1-3 16,-2 3 18-16,-8 0 13 0,-8 3 14 16,-2-1 10-16,0 1 10 0,-7 5 2 0,9-11 10 0,-9 11 15 15,6-6 3-15,-6 6 1 0,0 0-10 0,0 0-6 16,0 0-8-16,0 0-2 0,0 0 9 0,0 0-1 15,0 0 2-15,-15 29 0 0,8-13-7 0,1-3-9 16,4 0-8-16,-3-3-8 0,4 2-8 0,1 1-1 16,0 3-6-16,1-5-5 0,1 0-7 0,1-1-1 15,-3-10-3-15,6 14-4 0,-1-8-2 0,5-2-9 16,-1-1 0-16,-9-3-13 0,18 1-3 16,-7-2-14-16,0-2-6 0,-2-2-5 0,-2-1 0 15,-7 6-3-15,12-13-5 0,-7 3-2 0,-4 1 4 0,1-4-2 16,-2 13 1-16,-3-22 1 0,-5 6 4 0,3-1 5 15,-1 1-2-15,-4 1 4 0,3 1 4 0,-2 4-1 16,3 3 14-16,-1-1 5 0,7 8-1 0,-7-11 0 16,7 11-7-16,-5-8 0 0,5 8 0 0,0 0-1 15,0 0-1-15,0 0 2 0,0 0 6 16,0 0-3-16,23-7 7 0,-11 5-12 0,9-3 8 16,-1 0-4-16,8-4 3 0,1-3-1 0,0-1-1 15,-2 0 2-15,-2 0 2 0,1-2-2 0,-4-1-1 16,-1-1-2-16,-4 4 3 0,-4 0 2 0,1-2 4 15,-4 1 2-15,-1-1 6 0,-4-1-2 0,-1 1 3 16,-4-2-8-16,3 2 8 0,-6 0-4 0,3 2 4 16,0 2 3-16,-4 2 5 0,4 9 5 0,-1-11-4 15,1 11-2-15,0 0-4 0,0 0 12 0,0 0 11 16,0 0 17-16,-4 37 0 0,7-8 3 0,-5 3 8 16,2 1-2-16,0 4-1 0,2 13 8 0,-2-4 5 15,1-10-6-15,0 9-14 0,-1-11-5 0,1 2-4 16,2-2-6-16,0-1-1 0,3-2-9 0,-1-2-6 15,0-2-19-15,-1-3-16 0,1-7-35 0,1 1-28 16,-3-5-33-16,-1-1-26 0,0 0-34 0,-1-1-34 16,-1-11-43-16,-3 12-54 0,3-12-173 0,-11 8-501 15,11-8 221-15</inkml:trace>
  <inkml:trace contextRef="#ctx0" brushRef="#br0" timeOffset="55690.44">11347 15800 46 0,'7'-8'136'16,"0"0"-7"-16,1 0-14 0,1 1-11 0,2 1-7 16,-1 0-12-16,2 1-20 0,-2 3-32 0,-10 2-46 15,18-3-37-15,-18 3-75 0,10 5-135 0,-10-5 60 0</inkml:trace>
  <inkml:trace contextRef="#ctx0" brushRef="#br0" timeOffset="56143.59">9444 16735 185 0,'-9'-9'212'0,"0"2"-9"0,1 0-8 0,1 1-11 15,-2 3-15-15,9 3-8 0,-13-1-13 0,3 6-10 16,0 4-4-16,2 5 0 0,-2 9 6 0,0 5-15 16,3 6 2-16,-1 13-4 0,2 0-11 0,3 0-9 15,0-13-13-15,1 14 29 0,2-14-14 0,3 12-11 16,1-15-8-16,-2 3-16 0,2-4-1 0,1-2-12 16,-1-2 2-16,1 0-14 0,-1-7-14 0,1 0-33 15,0-2-30-15,-1 0-28 0,-3-5-32 0,1-2-31 16,-2-10-37-16,2 14-24 0,-2-14-25 0,1 6-28 15,-1-6-150-15,0 0-418 0,0 0 184 16</inkml:trace>
  <inkml:trace contextRef="#ctx0" brushRef="#br0" timeOffset="56973.9">9353 17274 359 0,'0'-29'12'0,"0"1"22"15,-1 3 23-15,0 6 15 0,1 2 13 0,-3 0 0 0,1 5 7 16,2 12-15-16,0-22 1 0,0 22-13 16,3-18 3-16,-3 18-9 0,4-15 7 0,-4 15 0 15,7-12-2-15,0 4-3 0,5 0-3 0,-1-2-7 16,1 2 2-16,4-1-1 0,2-2 4 0,5-3-4 15,2 1 0-15,-1-2-5 0,-6 7 0 0,0-3-2 16,-3-1-7-16,2 4-2 0,-2-4 0 0,-1 3-6 16,-4 0 3-16,0 4 4 0,-10 5 7 0,11-13-1 15,-8 7-5-15,-3 6-6 0,4-11 2 0,-4 11-5 16,0 0 3-16,-1-16-5 0,1 16-1 0,0 0-7 16,0 0 3-16,-20-5-4 0,20 5 1 0,0 0 0 15,-21 15 3-15,11-6 1 0,1 4 3 0,0 4-1 16,3 1 3-16,-2 0-4 0,3 0-2 0,2 0 0 15,2 0-3-15,4-2-1 0,-2-4-3 0,4-1 3 16,3 5-7-16,1-9 1 0,0 2 2 0,2-3-6 16,4 0 0-16,1-2 7 0,2-7-7 15,3-1 3-15,6-1-2 0,0-6-4 0,-4 2 1 16,-4-3-3-16,0 2 0 0,-2-1 1 0,-2-4-3 0,-2 4 4 16,-3-2-4-16,0 1-5 0,-3-3 4 15,-2 4 2-15,-2 1 1 0,-1-2-2 0,-2 12 3 16,-2-21 1-16,2 21-2 0,-6-19-4 0,6 19 1 15,-7-9-2-15,7 9 2 0,-13-5-1 0,13 5 1 0,0 0 0 16,0 0 7-16,-31 16 0 0,22-3 2 16,2-2 3-16,0 0-8 0,-3 4 2 0,5-2 0 15,2 0 3-15,1-1 0 0,2-2-5 0,1 3 2 16,2-4-2-16,-1 1-16 0,6-2-11 0,1-2-12 16,-9-6-26-16,20 10-8 0,-4-10-18 0,3 2-12 15,-19-2-12-15,41-8-6 0,-15-1-14 0,-1 1 8 16,2-3 8-16,-3-2 18 0,0-1 3 0,-2-2 14 15,-7 4 12-15,3 0 11 0,-6-3 8 0,-1 1 13 16,1 1 11-16,-7 2 16 0,-5 11 3 0,8-21 19 16,-8 21 14-16,3-13 12 0,-3 13 4 0,0 0 5 15,0 0 5-15,-9-19 2 0,9 19 5 0,0 0 0 16,-19-4-1-16,19 4 5 0,0 0 0 0,-25 10-1 16,15 0-5-16,-1 2-6 0,3 3-2 0,-2-2-7 15,3 3-7-15,2 0 1 0,1-6-3 0,1 3-8 16,1-1-2-16,2-12-1 0,3 20-1 0,-3-20-1 15,4 13-5-15,-4-13 1 0,8 12 0 0,-8-12-3 16,13 4 2-16,-13-4-7 0,0 0-1 0,19-4 0 16,-19 4-1-16,20-10-2 0,-13 2 3 15,-7 8-6-15,9-20 5 0,-3 10-2 0,-3-5-1 16,0-1-1-16,-3-2-1 0,-1 2 3 0,0-5-1 16,0 3 1-16,-2-1-1 0,-3 0-1 0,-2-8 2 0,0 9-4 15,3-1 5-15,0 3 10 0,-2 0 0 0,1 2 12 16,2 2 12-16,4 12-2 0,-5-15-6 15,5 15 0-15,-2-9-11 0,2 9 0 0,0 0-2 16,0 0-9-16,0 0 5 0,0 0-3 0,0 0-18 16,9 46 19-16,-4-20-1 0,3 2 0 0,0-2-4 15,3 3-11-15,-4-4-15 0,2 0-26 0,-1 0-21 16,1 0-19-16,-1-8-29 0,0-2-25 0,-1-1-32 16,-1-3-46-16,2-1-159 0,-2-2-404 0,-6-8 179 15</inkml:trace>
  <inkml:trace contextRef="#ctx0" brushRef="#br0" timeOffset="57321.96">10239 16738 27 0,'-3'-17'175'0,"0"8"8"0,3 9-1 0,-3-14-17 16,3 14-21-16,0 0-13 0,0 0-15 0,0 0 1 16,0 0-4-16,0 0 1 0,0 0-5 0,0 0-8 15,15 43-9-15,-11-26-4 0,1 2-6 0,-1-2-5 16,-1 1-6-16,1-3-12 0,-3 1-7 15,1-1 0-15,0-3-8 0,3-3-1 0,-5-9-6 16,2 14-7-16,-2-14 1 0,0 0-2 0,3 16-3 16,-3-16-1-16,0 0-5 0,4 9-2 0,-4-9 1 15,0 0-1-15,0 0-7 0,0 0 1 0,0 0-2 16,35-17-6-16,-23 11 0 0,-1 0-3 0,-2 0-6 16,4 0 4-16,-1 2 0 0,-12 4 3 0,15-6-7 15,-15 6 4-15,11-2 0 0,-11 2-4 0,0 0 3 16,0 0-1-16,0 0 0 0,0 0 3 0,12 10 1 15,-12-10 4-15,0 0 0 0,0 0 0 0,-17 27 4 16,8-20-6-16,0 0 0 0,9-7 0 0,-14 13-15 16,7-5-10-16,7-8-26 0,-11 7-15 0,11-7-29 15,-7 5-42-15,7-5-47 0,0 0-168 0,0 0-376 16,0 0 166-16</inkml:trace>
  <inkml:trace contextRef="#ctx0" brushRef="#br0" timeOffset="58020.03">10603 16711 170 0,'0'0'211'0,"0"0"-4"15,0 0-7-15,0 0-14 0,0 0-11 0,-36 27-18 0,32-17-14 16,1 0-16-16,3-10-12 0,-2 19-12 16,2-19-7-16,3 19-11 0,-3-19-10 0,6 16-3 15,-2-10-8-15,-4-6-9 0,15 9-2 0,-4-5-1 16,-11-4-8-16,23 0 0 0,-23 0-6 0,26-7-4 15,-15 2-4-15,0-1-4 0,2-1 0 0,-3 0-4 16,-10 7 3-16,17-11-4 0,-13 4-3 0,-4 7 0 16,7-15-4-16,-4 7 1 0,-3 8-3 0,1-17 0 15,-1 17-3-15,0 0 2 0,2-15 3 0,-2 15 0 16,0 0-11-16,0 0 8 0,0-17-8 0,0 17 5 16,0 0-5-16,0 0 1 0,0 0 1 0,0 0-1 15,0 0 1-15,0 0-1 0,0 0-3 0,13 35 1 16,-13-35-4-16,10 14-5 0,-4-11-3 15,-6-3-6-15,15 9-4 0,-6-6 4 0,-9-3-4 16,24 0-5-16,-24 0 4 0,32-13-3 0,-14 7 3 0,1-3 2 16,-4-1 3-16,1-1 1 0,1-1-1 0,-6 0 5 15,2 0 2-15,-7 3 0 0,2-1 7 16,-2 2-2-16,-6 8 4 0,6-22-2 0,-6 22 3 16,0-13 3-16,0 13 6 0,0 0 2 0,-3-18 1 15,3 18-8-15,0 0 6 0,-7-9-6 0,7 9 1 16,0 0 5-16,0 0-4 0,0 0 5 0,0 0 2 15,0 0-3-15,-18 26-1 0,18-26-3 0,1 19-1 16,-1-19 2-16,1 19-4 0,5-9 0 0,-6-10 1 16,12 15 1-16,-7-6 0 0,-5-9-1 0,15 9 1 15,-4-7 3-15,-11-2-10 0,23 1 11 0,-23-1-2 16,24-6-1-16,-7 0 0 0,-7-2-4 0,1 2 6 16,2-4-2-16,-5 2 0 0,2-1 1 0,-4 0-3 15,1-3-1-15,-3 0 1 0,-1 1-1 16,0 0 4-16,-3 11 4 0,5-25-5 0,-5 14 1 0,-1-5-2 15,1 1 1-15,0 15 3 0,-4-31 1 0,1 16-3 16,3 3 1-16,0 12 8 0,-1-21 0 0,1 21 10 16,-2-14 1-16,2 14-8 0,0 0-2 0,0 0-6 15,0 0-1-15,0 0-7 0,0 0 10 16,0 0-1-16,0 0-5 0,0 0 14 0,17 36-2 16,-13-18 2-16,0 0 1 0,0 0-8 0,-3 0-10 15,3 0 4-15,-3 2 8 0,2-1 0 0,1-2-21 16,-2 0-17-16,-1-1-33 0,1-7-40 0,-2-9-40 15,5 21-74-15,-3-14-251 0,-2-7-497 0,0 0 220 16</inkml:trace>
  <inkml:trace contextRef="#ctx0" brushRef="#br0" timeOffset="58206.75">11312 16505 197 0,'0'0'239'0,"-20"2"-3"0,20-2-12 0,-15 8-11 15,15-8-14-15,-15 10-17 0,8-5-17 0,7-5-20 16,-6 15-11-16,6-15-14 0,0 17-6 0,0-17-17 0,3 15-9 16,-3-15-23-16,17 16-28 0,-8-10-24 15,4 1-31-15,2-4-34 0,4 1-36 0,0 1-32 0,2-5-65 16,0-2-150-16,-3-2-362 0,-1 1 161 16</inkml:trace>
  <inkml:trace contextRef="#ctx0" brushRef="#br0" timeOffset="58425.4">10381 17193 2290 0,'-48'22'130'0,"18"-9"-67"0,5 0-33 0,10-3-11 15,7-4-5-15,6 0-3 0,2-6 4 16,0 0-3-16,29 8-6 0,2-9 14 0,20-6-2 15,5-9-2-15,33-5-2 0,1-7-21 0,5-7-31 16,6 2-16-16,5-2-22 0,-3 0-45 0,5-6-43 16,-3 6-55-16,-8 5-112 0,-7-3-356 0,-3-3 158 15</inkml:trace>
  <inkml:trace contextRef="#ctx0" brushRef="#br0" timeOffset="61101.1">16869 15466 16 0,'0'0'35'0,"0"0"-1"0,0 0-8 0,0 0 3 15,0 0-3-15,0 0-6 0,0 0-1 0,0 0-4 16,0 0-2-16,0 0-1 0,0 0-1 0,0 0 0 16,0 0-5-16,0 0 4 0,0 0-2 0,0 0-4 0,0 0 3 15,0 0-2-15,0 0 0 0,0 0 0 16,0 0-2-16,0 0 1 0,0 0-2 0,0 0 1 16,0 0-4-16,0 0 1 0,0 0 4 0,0 0 1 15,0 0-1-15,0 0 4 0,0 0-8 0,0 0 4 16,0 0-4-16,0 0 0 0,0 0-4 0,0 0 4 15,0 0 5-15,0 0-10 0,0 0 5 0,0 0-6 0,0 0 1 16,0 0 2-16,0 0 0 0,0 0 2 16,0 0-4-16,0 0-2 0,0 0 7 0,0 0-4 15,0 0-8-15,0 0 10 0,0 0-7 0,0 0 0 16,0 0-1-16,0 0 3 0,0 0-6 0,0 0 5 16,0 0-9-16,0 0-5 0,0 0-13 0,0 0-37 15,0 0 16-15</inkml:trace>
  <inkml:trace contextRef="#ctx0" brushRef="#br0" timeOffset="63230.53">20946 15651 24 0,'0'0'94'0,"2"5"-8"16,-2-5-3-16,0 0-2 0,0 0-7 0,0 0-9 16,0 0 1-16,0 0-12 0,0 0-9 0,0 0-5 15,0 0 1-15,0 0-21 0,0 0-7 16,0 0-11-16,0 0-7 0,0 0-12 0,0 0-12 0,12-2-18 16,-12 2-20-16,0 0-38 0,9 0-112 15,-9 0 51-15</inkml:trace>
  <inkml:trace contextRef="#ctx0" brushRef="#br0" timeOffset="63529.75">22468 15190 4 0,'0'0'-1'0,"0"0"-1"0</inkml:trace>
  <inkml:trace contextRef="#ctx0" brushRef="#br0" timeOffset="69426.62">31374 13537 90 0,'0'0'114'0,"0"0"2"0,0 0 6 15,5 8 0-15,-5-8-3 0,12-1-2 0,-12 1-11 16,20-7-8-16,-3 3-7 0,3 1 2 0,2-5-17 0,7 0-6 15,3 2-12-15,3-3-3 0,17-3-4 16,-2 0-21-16,5 3-25 0,2-4-42 0,5-3-29 16,-2 1-33-16,2 0-124 0,-3-7-239 0,29-6 106 15</inkml:trace>
  <inkml:trace contextRef="#ctx0" brushRef="#br0" timeOffset="70389.35">22863 15027 53 0,'0'0'92'0,"0"0"-17"0,0 0-25 0,0 0-10 16,0 0-13-16,0 0-18 0,0 0-24 0,0 0-41 15,-28 14-60-15,17-8 27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6:43:53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17827 5869 57 0,'0'0'64'0,"0"0"-8"0,0 0-10 0,0 0-16 15,12 13 52-15,-7-7 19 0,0-1-19 16,-1-2 2-16,0 3-2 0,-4-6-10 0,9 9-6 16,-4-3-10-16,-1-2 1 0,1 2-12 0,-3-2 3 0,-2-4-9 15,5 10-1-15,-2-6-13 0,-3-4 2 16,4 9-8-16,-2-4 8 0,-2-5 2 0,4 8-10 16,-4-8-9-16,4 5 12 0,-4-5-7 0,3 5-1 15,-3-5 8-15,0 0 4 0,0 0 12 0,6 4 4 0,-6-4-6 16,0 0 0-16,8-12 1 0,-1 0-1 0,5-4-10 15,7-8-8-15,3-2-17 0,7-12-18 0,4 1-22 16,4-4-37-16,2 0-35 0,3-2-121 16,-1-2-250-16,16-18 111 0</inkml:trace>
  <inkml:trace contextRef="#ctx0" brushRef="#br0" timeOffset="12518.7">26283 10343 95 0,'0'0'116'16,"0"0"-4"-16,0 0-3 0,0 0-10 0,0 0-2 16,0 0-8-16,0 0-9 0,0 0-4 0,0 0-6 15,0 0-3-15,0 0-10 0,0 0-6 0,6-4 1 0,-6 4-15 16,0 0 2-16,0 0-10 0,0 0 3 0,0 0-4 16,0 0-6-16,0 0-3 0,0 0 5 15,0 0-8-15,0 0-5 0,0 0-4 0,0 0 6 16,0 0 0-16,8-2-5 0,-8 2 3 0,9-1-1 0,-9 1-1 15,14-4-1-15,-3 1 2 0,2 1-1 0,5 1 3 16,5-3 2-16,2-1 0 0,6-2-8 16,1 1 6-16,1 1-1 0,5-3-9 0,-2 2 4 15,16-3 5-15,-3 0 0 0,3 0-4 0,-2-2 3 0,-10 5-7 16,10-4 6-16,1-2-9 0,3 6 2 0,2-4 9 16,-7 1-1-16,3 0-2 0,0-1 3 15,2 0-3-15,-5 3 0 0,5-2-5 0,-5-1 3 0,5-1 0 16,-4 5-1-16,2-7 1 0,-14 5-2 0,15-1 0 15,-4 0 13-15,2-1-15 0,-3-1 2 0,7 0-1 16,0 3 0-16,-3 0 2 0,-2 1-14 0,-10 1 9 16,11-4 2-16,0 5-3 0,-12 1 3 0,-1-3-2 15,1 1 5-15,11-5-2 0,-13 3 2 0,0 4-8 16,1-3 11-16,-2 0-9 0,1 3 0 0,-1-3 4 16,1 1-4-16,-2 1-8 0,-1 0 12 0,2-2-7 15,-3 2 5-15,0-2-2 0,2 1 4 0,1 2-2 16,-3-2 1-16,4 0-4 0,-4-1 7 0,3 2 2 15,-3-1-2-15,3 0-11 0,-1 0 8 0,0 1-4 16,2-1 2-16,-2 1 0 0,1 2-2 0,-6-2 4 16,4-1-5-16,-1 3 4 0,1-1 3 0,-2 1-3 0,-2-2 2 15,3 3-4-15,-4-3 2 0,3 2-5 16,3-1 9-16,3-1-5 0,-2 0 2 0,1 0 2 16,-1 1 0-16,0-1-1 0,-2-2-3 0,0 0-6 0,0 3 6 15,0-2 0-15,1 1 0 0,-2 1-3 16,1-2 4-16,0-1-5 0,-2 3 2 0,1-1-14 15,1-2 23-15,1 0-6 0,2 0 2 0,-4 1-6 16,0-2-3-16,1 3 3 0,-4-1-1 0,2-1 3 0,-1 1 3 16,-2 1-4-16,2-2 3 0,0 1-5 0,-3 1 3 15,1 2-4-15,0-6 2 0,1 4 3 0,-3 3-5 16,-7 0 2-16,8-3 4 0,-7 3 0 16,-1-1-2-16,10-2-3 0,-10 2 1 0,8-1 0 0,-1-1 11 15,0 0-2-15,2 1 1 0,-1 0-3 0,2 1 2 16,-3-1-3-16,2-2-1 0,1 3-1 0,-1 0-2 15,-1-1 1-15,-6 3 3 0,6-3-4 0,-7 0 1 16,5 1-2-16,-3 1-2 0,-3-2 9 0,3 3-6 16,-2-2-3-16,1 2-2 0,7-2 2 0,-2 0 4 15,-5 1-8-15,6 0 9 0,-5-1-8 0,4 1 7 16,1 0-4-16,-7 2 3 0,0 0-2 0,6-2 6 16,-6 2-7-16,-1-1-1 0,-1 0 1 15,1 1 0-15,0-1 3 0,0 1-2 0,-1-3-2 0,-2 3 6 16,3 0-1-16,-7 0-4 0,6-2 2 0,-1 1-1 15,1 0 2-15,1-1-1 0,0 2-3 0,-1 0 5 16,0-3 2-16,-5 1-2 0,0 2 3 0,4-2-3 16,-1 1 3-16,-5-2 6 0,4 2 0 0,-3 0-14 15,-2 0 6-15,4-1-5 0,-3-1-3 0,2 2 4 16,-3-1 1-16,0 1 0 0,1 1 3 0,0-2-4 16,-3 1-2-16,2-2 6 0,0 3-3 0,0-1-2 0,-1-1 4 15,-2 4-1-15,-8-2 1 0,15-2 4 16,-15 2 0-16,13 0-4 0,-13 0 0 0,8-1 3 15,-8 1-7-15,9-1 3 0,-9 1-8 0,0 0-4 16,10-3-19-16,-10 3-1 0,0 0-18 0,8 0-6 16,-8 0-13-16,0 0-12 0,0 0-16 0,0 0-10 15,0 0-85-15,0 0-209 0,0 0 93 0</inkml:trace>
  <inkml:trace contextRef="#ctx0" brushRef="#br0" timeOffset="49564.1">24150 13153 9 0,'0'0'51'0,"0"0"-7"0,0 0 0 0,0 0-12 16,0 0 1-16,0 0-15 0,38 4-27 0,-16-3-28 15,5 4-41-15,1-2 18 0</inkml:trace>
  <inkml:trace contextRef="#ctx0" brushRef="#br0" timeOffset="51714.18">28303 12847 2 0,'0'0'12'0,"0"0"2"0,0 0-4 16,0 0 2-16,0 0-4 0,0 0 4 0,0 0 0 16,0 0-2-16,0 0-4 0,0 0 2 0,0 0-3 15,0 0 2-15,0 0-5 0,0 0 4 0,0 0-1 16,0 0-4-16,2 7-1 0,-2-7 3 0,0 0-3 16,0 0 4-16,0 0-3 0,0 0 2 0,0 0-3 15,0 0 3-15,0 0-8 0,0 0-1 0,0 0-3 16,0 0 0-16,0 0-11 0,0 0-21 0,0 0 10 15</inkml:trace>
  <inkml:trace contextRef="#ctx0" brushRef="#br0" timeOffset="71542.66">24780 17653 99 0,'0'0'184'0,"0"0"-5"0,-3-6-17 15,3 6-14-15,0 0-15 0,0 0-15 0,0 0-12 16,-5-6-16-16,5 6-9 0,0 0-8 0,0 0-3 16,0 0-20-16,0 0-1 0,0 0-2 0,0 0 1 15,0 0-13-15,0 0-3 0,0 0 4 0,0 0-12 16,0 0 2-16,0 0-11 0,0 0 8 0,0 0-7 15,0 0-2-15,0 0-3 0,20 11 5 0,-20-11-7 16,11 1 4-16,-11-1 0 0,0 0-5 0,20-2 1 16,-10-4-11-16,6-1-2 0,1-3-12 0,7-9-21 15,2 3-30-15,5-8-39 0,10-11-46 16,-1-4-108-16,-2-4-279 0,2-3 123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4T05:37:33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8061 3394 156 0,'0'0'188'15,"1"-9"-19"-15,-1 9-18 0,0 0-17 0,0 0-17 16,0 0-15-16,0 0-10 0,0 0-8 0,0 0-7 16,0 0-6-16,-5 28-9 0,3-13-9 0,-3 2-3 15,2 1-7-15,-1 0 1 0,-1-1-12 16,3-1 1-16,-1 1-5 0,-2 1 0 0,2-1-1 0,0-4-1 16,0-1-11-16,3-1 4 0,-1-2-2 15,-2 1 2-15,2-3-1 0,0-1-1 0,1-6-3 16,-3 10-1-16,3-10 11 0,-1 9 12 0,1-9 16 15,0 0 12-15,0 0 0 0,0 0-9 0,0 0-2 16,0 0-7-16,0 0-4 0,-9-25-6 0,9 14 0 16,-2-8-8-16,6-7-2 0,-2 0-2 0,3-3-6 15,1-1-2-15,3-2-2 0,-1 0-7 0,2 1 5 0,0 0-3 16,2 4 0-16,-1 4-3 0,-3 6 3 0,-2-2-2 16,-1 9-1-16,2 0 0 0,-3 3-5 15,0 1-8-15,-2 1 4 0,-2 5 0 0,9-3-3 16,-9 3 2-16,11 7 1 0,-2 0-1 0,2 4 0 15,-2 3-2-15,0 1 2 0,2 2 1 0,-2 1 2 16,0 0-1-16,-3 0 3 0,3-2-1 0,-1 3-1 16,-2-2 1-16,1 0-1 0,-1-2 0 0,0 1 4 15,-2 0-6-15,1 0 5 0,-3-5-2 0,2 1-15 16,-2-1-17-16,-1 0-13 0,2-1-21 0,1 0-13 16,-4-10-16-16,0 19-18 0,0-19-19 0,0 14-22 15,0-14-13-15,-5 13-110 0,2-7-298 0,3-6 132 16</inkml:trace>
  <inkml:trace contextRef="#ctx0" brushRef="#br0" timeOffset="406.52">8036 3466 10 0,'0'0'110'16,"0"0"-11"-16,0 0-19 0,0 0-1 0,0 0-7 0,19-11-14 15,-8 7-3-15,10 0 3 0,-2-1-13 0,10 1-11 16,1 0-14-16,0 0-1 0,-3-1-14 0,3 1-5 15,-2 4-12-15,-7-4 5 0,0 3-7 0,2-2 0 16,-3 0 2-16,-2 2-2 0,0-3 1 0,-5 2 5 16,0 0 23-16,-3 0-16 0,-10 2 10 0,15-2 22 15,-15 2 14-15,12-3 12 0,-12 3 15 16,9-2 4-16,-9 2 2 0,0 0-7 0,9-5 3 16,-9 5-4-16,0 0-3 0,0 0 4 0,0 0-1 15,0 0-6-15,7-5-3 0,-7 5-11 0,0 0-7 16,0 0-6-16,0 0-4 0,0 0-6 0,0 0 2 15,0 0-5-15,0 0 5 0,-7 34 0 0,2-18-3 16,1 3 9-16,-3 5-3 0,1 1 0 0,-2 0 3 16,2 0-10-16,1 0 4 0,0 0 4 0,-1 0-1 15,1 0-2-15,2-6 1 0,1 5-7 0,-1 1-3 16,0-1 2-16,2-4-4 0,-1-3 1 0,2 2-3 16,-1-7-5-16,1 3 1 0,0 2 7 0,-1-6-7 15,1 2-1-15,0-13-18 0,0 19-18 0,0-19-24 16,-3 15-20-16,3-15-21 0,0 0-22 15,0 13-18-15,0-13-28 0,0 0-141 0,-11 8-321 0,11-8 142 16</inkml:trace>
  <inkml:trace contextRef="#ctx0" brushRef="#br0" timeOffset="558.07">8332 3684 77 0,'0'0'116'0,"0"0"-16"0,0 0-2 0,9-10-12 15,-9 10-15-15,17-5 2 0,-5 4-18 0,3-1-4 16,4-3-26-16,4 3-39 0,2-2-43 16,3 0-57-16,1-1-123 0,-1-2 55 0</inkml:trace>
  <inkml:trace contextRef="#ctx0" brushRef="#br0" timeOffset="705.75">8993 3536 167 0,'0'0'159'16,"8"-3"-16"-16,-8 3-18 0,0 0-8 0,12-4-20 16,-12 4-21-16,13-4-33 0,-5 2-30 0,-8 2-44 15,16-3-34-15,-16 3-76 0,13 0-153 0,-13 0 68 16</inkml:trace>
  <inkml:trace contextRef="#ctx0" brushRef="#br0" timeOffset="855.98">9034 3632 20 0,'-5'7'189'16,"5"-7"-3"-16,0 0 1 0,0 0-13 0,0 0-11 16,0 0-13-16,0 0-14 0,0 0-11 0,0 0-14 15,0 0-10-15,0 0-8 0,0 0-18 0,26 2-27 16,-26-2-44-16,32-5-56 0,-9 1-65 16,-1 2-149-16,-1-1-288 0,5-3 128 0</inkml:trace>
  <inkml:trace contextRef="#ctx0" brushRef="#br0" timeOffset="2142.13">10206 2665 134 0,'0'0'191'0,"-2"-17"-13"0,2 11-3 0,-1-3-6 0,1 9-6 15,-1-13 3-15,-2 9-12 0,3 4-12 0,0 0-16 16,-1-11-16-16,1 11-7 0,0 0-14 16,-3-7-13-16,3 7-10 0,0 0-6 0,0 0-6 15,0 0-6-15,0 0-9 0,0 0-1 0,0 0-2 16,0 0-4-16,6 29-5 0,-6-20 0 0,0 1-4 16,1-3 0-16,-1 0-6 0,0-7 1 0,0 13-5 15,0-5 2-15,0-8-2 0,0 11-3 0,0-11-1 16,0 10-2-16,0-10-1 0,-1 8 2 0,1-8 0 15,0 0-1-15,0 10 3 0,0-10-2 0,0 0 1 16,0 0 5-16,1 7-6 0,-1-7 17 0,0 0 7 16,0 0 13-16,0 0 8 0,0 0 9 0,0 0 5 15,0 0-5-15,0 0-8 0,0 0-1 0,0 0-3 16,0 0-12-16,0 0-2 0,0 0-2 0,-9-19-2 16,9 19 1-16,-4-6-1 0,4 6-9 0,0 0 1 15,0 0-7-15,-4-7-3 0,4 7 1 0,0 0-5 16,0 0-7-16,0 0 2 0,0 0-4 0,0 0 2 15,0 0-2-15,0 0 0 0,-7 16 2 0,4-6-1 16,1 1 0-16,-1 1 0 0,0 0-3 0,-1 3 2 16,-1 1 1-16,-2 1 0 0,0-1 2 0,4-1-6 15,0 1 3-15,-2-2-1 0,-2 0-1 0,5-1 3 16,-3-1 1-16,0 0 3 0,2 0-6 0,1-4-2 16,-2 4 6-16,4-12-2 0,-4 16 2 0,3-10-1 15,1-6-1-15,-3 11 6 0,3-11-4 16,0 0-4-16,-4 11 3 0,4-11 0 0,0 0 2 15,-1 9 0-15,1-9 4 0,0 0-5 0,0 0 4 0,0 0 2 16,0 0-4-16,0 0-3 0,0 0 0 16,2-39-4-16,2 20-3 0,4-5-5 0,0 0 4 15,3-7-9-15,-2 2 5 0,4-2-2 0,-2 2-1 16,4-2 1-16,-3 1 6 0,1 1-7 0,1 4-3 16,-4 0 1-16,-2 7 4 0,3 2 0 0,-3 3 2 15,-3 3 1-15,0 2-2 0,-1 0 5 0,-1 5-8 16,-3 3-6-16,7-8-4 0,-7 8 1 0,9 0 3 15,-9 0-2-15,14 9 6 0,-2 2-3 0,-1 3 6 16,0 3-1-16,4 7 5 0,-3-1-3 0,-1 1-1 16,-1 1 3-16,-1-2 1 0,3 2 2 0,-7-6 0 15,0 0-1-15,0-1 8 0,1 5-4 0,-2-3 2 16,2-3 3-16,-2 2-6 0,-1-2 3 0,1-1 0 16,0 1-10-16,-3-3-20 0,2 1-19 0,-1-1-9 15,-1 3-22-15,-1-17-29 0,3 20-34 0,-1-10-24 16,-2-10-41-16,2 15-178 0,-2-15-419 0,0 0 186 15</inkml:trace>
  <inkml:trace contextRef="#ctx0" brushRef="#br0" timeOffset="2325.05">10166 2805 72 0,'0'0'133'0,"0"0"-15"15,0 0-22-15,0 0-1 0,51-2-6 16,-16-2-12-16,16 1-2 0,5-5-11 0,0 5-7 0,3-1-13 16,-7 2-21-16,-2 0-29 0,-11 2-57 15,-5 3-83-15,-6 2-158 0,-7-1 70 0</inkml:trace>
  <inkml:trace contextRef="#ctx0" brushRef="#br0" timeOffset="2556.11">9876 3430 159 0,'0'0'153'0,"20"-11"-14"15,7 2-1-15,3-3-13 0,5-1-7 0,18-4-16 16,6 0-8-16,-2 2-8 0,6 0-11 0,-2 4-6 15,-1-1-9-15,0 1-9 0,-2 6-16 16,-7 0-37-16,0 1-37 0,-14 4-34 0,-5 0-35 16,0 2-89-16,-3 4-214 0,-7-3 94 0</inkml:trace>
  <inkml:trace contextRef="#ctx0" brushRef="#br0" timeOffset="2843.89">10045 3550 143 0,'-11'-3'183'0,"11"3"-23"0,-6-1-11 0,6 1-17 15,0 0-9-15,0 0-10 0,-11 9-1 0,8 1 6 16,-2 6-2-16,1 1 2 0,0 9-11 0,0 1-3 15,-3 2-4-15,2 2-6 0,-1 3-11 0,3-3-3 16,-4 0-13-16,5 0-1 0,-1 2-6 0,-1-2-7 16,3-3-3-16,-1 2-3 0,0-5-12 0,1 1-30 15,-2 1-29-15,2-8-31 0,1 0-36 0,0 0-55 16,0-8-46-16,-1 4-127 0,1-15-345 0,2 17 153 16</inkml:trace>
  <inkml:trace contextRef="#ctx0" brushRef="#br0" timeOffset="3038.43">10192 3845 2286 0,'6'-11'69'0,"-2"2"-18"0,0 1-35 15,-4 8-9-15,8-10-3 0,-8 10-7 16,6-9 3-16,-6 9 1 0,0 0-6 0,5-6 3 16,-5 6-4-16,0 0-3 0,0 0 9 0,14 0-1 0,-14 0 4 15,24 3-3-15,-5-2 2 0,9 3-2 0,2 0-12 16,0-2-19-16,0 1-24 0,-2-2-29 0,-7 0-27 15,0 2-30-15,0-2-25 0,-5 1-137 16,-2-2-327-16,-14 0 146 0</inkml:trace>
  <inkml:trace contextRef="#ctx0" brushRef="#br0" timeOffset="3232.95">10475 3649 61 0,'0'0'193'0,"-5"-5"-17"0,5 5-14 0,0 0-23 15,-6-3-13-15,6 3-10 0,0 0-11 0,0 0-6 16,0 0-7-16,-7 15-3 0,5-5-8 0,1-1-8 16,-1 8-12-16,2 0 3 0,-1 1-9 0,0 7-2 15,2 2 0-15,-2-1-12 0,1-7-11 0,-1 7-27 16,2-6-26-16,0-1-25 0,0-1-46 0,2 2-46 16,2-3-122-16,-5-5-282 0,1 1 125 0</inkml:trace>
  <inkml:trace contextRef="#ctx0" brushRef="#br0" timeOffset="3649.46">10727 3763 72 0,'0'0'250'0,"1"-7"-25"16,-1 7-23-16,0 0-18 0,0 0-25 0,0-9-7 15,0 9 0-15,0 0-14 0,0 0-14 16,0 0-7-16,-6 36-12 0,5-24-7 0,-1 4-10 15,1 2-4-15,1 0-13 0,-1 0-6 0,0-2-4 16,1-4-7-16,-2 1-6 0,4-2-5 0,-1 2-3 0,0-4-5 16,-1 2-1-16,0-2-6 0,0-3 2 15,0-6 0-15,0 9 0 0,0-9 2 0,0 8 1 16,0-8 19-16,0 0 9 0,0 0-10 0,0 0-1 16,0 0-7-16,0 0-7 0,1-36 0 0,2 17-9 15,1-6 0-15,1-5-5 0,4-2-2 0,-1 2-4 16,-1 1-5-16,5 1-1 0,-3 2-1 0,-3 6 0 15,0 1 8-15,2 3-7 0,0 1 2 0,-2 5-1 16,-2 2 3-16,-1 2-8 0,0 0-5 0,1 3-3 16,-4 3 0-16,10-1-3 0,-10 1 3 0,0 0-3 15,21 14 4-15,-16-5-3 0,4 8 4 0,0-2 0 16,4 2-1-16,-2 5 1 0,-6-2-2 0,3 3 5 16,1-5 1-16,-1 6 7 0,-3-6-8 0,1 2-21 15,-2-4-19-15,2 1-33 0,-2-1-29 0,-2-4-39 16,1 4-39-16,-3-5-43 0,1 0-23 0,-1 0-146 15,0-11-420-15,0 0 186 0</inkml:trace>
  <inkml:trace contextRef="#ctx0" brushRef="#br0" timeOffset="3995.86">10840 3871 190 0,'0'0'190'0,"-4"-9"-16"15,4 9-13-15,0 0-12 0,0 0-19 0,0 0-9 16,0 0-12-16,7-12-19 0,-7 12-17 0,17-7-29 15,-4 4-13-15,0 0-21 0,6-1-17 16,-1 1-24-16,1 1-15 0,1-1-13 0,2-1-3 0,-3 0-6 16,3-2 2-16,5-1 8 0,-9 1 9 15,2-1 9-15,-1-3 8 0,-3-1 14 0,0 0 19 0,-6-1 27 16,2 0 23-16,-5 2 19 0,0-1 15 16,-2 1 16-16,0 1 14 0,-3 1 7 0,1 0 2 0,-1 2-3 15,-2 6-1-15,3-10-8 0,-3 10-13 16,2-8-11-16,-2 8-12 0,0 0-11 0,0 0-3 15,0 0 15-15,0 0 1 0,1 30 3 0,-1-5-2 16,-3 6-2-16,0 1-4 0,-1-1-6 0,1-1-6 16,1 0-6-16,-1 1-2 0,3-2-8 15,-3-3 0-15,1-1-10 0,1 2 1 0,-1-8-6 0,4-1-11 16,-1 0-26-16,1 1-19 0,0-3-27 0,-1 1-24 16,2-6-41-16,-2 0-45 0,0-5-50 0,1 0-33 15,-2-6-152-15,0 0-430 0,0 0 190 0</inkml:trace>
  <inkml:trace contextRef="#ctx0" brushRef="#br0" timeOffset="4347.3">11204 3588 109 0,'7'-19'224'0,"2"5"-11"0,2 1-8 15,-2 4-12-15,0 0-21 0,0 4-12 0,-1 0-24 16,0 1-11-16,2 3-7 0,3-1-11 0,-1 4-4 15,0 1-4-15,-1 0-10 0,-1 2-9 0,1 0-5 16,0 1-6-16,-5 1-8 0,0 2 0 0,-1 1-7 16,0 2-7-16,-3 0 1 0,-1-1-13 15,-1 2-8-15,-1-1-10 0,-1 1-10 0,0-1-10 16,-1-5-7-16,1 3-17 0,-1 0-1 0,2-4-5 16,0 4-6-16,1-10-3 0,0 13 8 0,1-9-8 15,0 4 0-15,4-3 7 0,0 0-2 0,-1-1 10 0,1 0 1 16,1 2-2-16,-6-6 6 0,12 8 2 15,-12-8-2-15,9 9 5 0,-5-3 1 0,-4-6 11 16,4 9 7-16,-4-9 13 0,1 16 12 0,-2-9 1 16,-3 2 0-16,2 0-3 0,-5-1 3 0,1 0-8 15,-4 0 4-15,-1 1-21 0,0-2-33 0,-2-2-50 16,-2 0-61-16,1 0-60 0,-4-2-104 0,4-3-330 16,14 0 146-16</inkml:trace>
  <inkml:trace contextRef="#ctx0" brushRef="#br0" timeOffset="4827.89">10673 3310 98 0,'64'-7'113'0,"1"-1"-5"16,30 1-9-16,-6 0-3 0,-25 4-5 0,28-4-12 0,-25 3 0 16,-1-1-7-16,25-2-4 0,-31 4-5 15,-2-2-4-15,-3 0-7 0,-5 1 2 0,-11 3 3 16,-5-2-5-16,0-1-2 0,-5 3 0 0,-7 0 2 0,-3-2-6 15,-6 1-6-15,-2 0 4 0,0 1-7 0,-4 0-3 16,-7 1-2-16,13-2-2 0,-13 2-2 16,7 0-9-16,-7 0-23 0,0 0-28 0,0 0-46 15,0 0-43-15,-29 0-124 0,-4 4-265 0,1 2 118 16</inkml:trace>
  <inkml:trace contextRef="#ctx0" brushRef="#br0" timeOffset="8061.7">7784 5676 163 0,'0'-16'160'16,"-2"1"6"-16,0-2-14 0,-3 0-2 0,1 1-11 15,-1-2-9-15,0 2-8 0,1 5 2 0,-1-1 2 16,0 1-11-16,-3 2-10 0,3 1-8 0,-1 0-15 0,-1 5-7 16,-3-3-8-16,1 4-6 0,-1 2-3 15,-3 0-12-15,2 2-5 0,-2 2-6 0,-4 5-3 16,3 3-6-16,-3 1-1 0,-3 6 0 0,2 0-5 15,4-3 0-15,3-1-1 0,0 0-7 0,1 1 4 16,4 1-5-16,1-2 2 0,3-4 0 0,2 1-4 16,-1 0 1-16,1-3-2 0,3 1 2 0,3-2-2 15,-1 1 1-15,0-5-1 0,5 2-1 0,-2-3 3 16,2 1 0-16,4-2 1 0,-2-2-1 0,2-3-1 16,4-1-1-16,-2-3 0 0,1-4-4 0,1 0 5 0,-3-1-5 15,1-4 2-15,-5 3-1 0,1-4 1 16,2-6-3-16,-5-1 5 0,-2-1-9 0,-2-1 2 15,-1 0-6-15,-1-4-6 0,-2 3 1 0,-2-4 3 16,0 5-1-16,-2-2 4 0,-2 1-3 0,-3 1 3 16,3 1 9-16,0 10 5 0,-1-2 5 0,2 7 9 15,1 0 6-15,2 3-1 0,0 1-9 0,1 6-2 16,-5-9-4-16,5 9-6 0,0 0-4 0,0 0 0 16,0 0-6-16,0 0 6 0,-7 27-2 0,5-2 3 15,-1 6-1-15,2 2 1 0,-2 15 0 0,2-14 0 16,1 13 1-16,-1-12-4 0,1-2 0 0,0 1 5 15,3 1-5-15,0-5 5 0,1 1-14 0,0-1-25 0,2-1-20 16,0-2-35-16,0 0-40 0,1-3-48 0,-3-7-44 16,0 2-132-16,2-5-381 0,-2-3 168 15</inkml:trace>
  <inkml:trace contextRef="#ctx0" brushRef="#br0" timeOffset="8470.79">7988 5615 92 0,'0'0'228'0,"0"-6"-20"16,0 6-25-16,3-7-19 0,-3 7-11 0,0 0-7 15,0 0-3-15,0 0-11 0,0 0-13 0,-4 30-11 16,4-17-13-16,-1-1-4 0,0 3-13 0,-1 1-7 16,5 1-5-16,-4-4-9 0,1-2-5 0,0 1-6 15,2-2-1-15,-3 2-4 0,3-5-6 0,-2 1-2 16,0-8-4-16,0 11 1 0,0-11 1 0,0 0 1 15,0 10 13-15,0-10 12 0,0 0-4 0,0 0-6 16,0 0-5-16,0 0-5 0,0 0-3 0,2-43-4 16,-1 19 4-16,1-3-7 0,1-1-6 0,-1-3-5 15,5-1-3-15,-3-3-4 0,1 2-3 0,0-2-1 16,6-13 1-16,-4 19-1 0,-2 3-1 0,0 7 4 16,0 3 4-16,-1 4 4 0,0 1-6 0,-3 4-2 15,2 1-5-15,-3 6-4 0,4-8-3 0,-4 8 3 16,0 0-3-16,0 0 2 0,17 16 2 0,-9-1-1 15,0 2 1-15,0 7 9 0,-1 0-9 0,1 2 3 16,-1 1-3-16,1-1 0 0,0 1 0 0,-2-4 2 16,-2 2-1-16,1 1-15 0,-1-7-18 0,0 0-22 15,-2 5-27-15,0-5-32 0,-1-2-26 0,3-1-45 16,-3-1-19-16,0-3-170 0,-2-1-405 0,-3-1 179 16</inkml:trace>
  <inkml:trace contextRef="#ctx0" brushRef="#br0" timeOffset="8624.44">8005 5579 67 0,'0'0'117'0,"10"-10"-6"0,2 4-15 16,-1-1-7-16,7 0-19 0,8-4-18 0,2 2-29 16,1 1-19-16,1 1-21 0,-4 1-13 15,6-1-19-15,-1 1-41 0,0 2-96 0,-2-1 44 0</inkml:trace>
  <inkml:trace contextRef="#ctx0" brushRef="#br0" timeOffset="8838.58">8511 5432 63 0,'0'0'153'0,"9"-7"6"16,-9 7 0-16,6-8 6 0,-6 8 0 15,0 0-10-15,3-9-2 0,-3 9-4 0,0 0-6 0,0 0-8 16,0 0-10-16,0 0-14 0,0 0-9 0,0 0 1 16,0 0 2-16,0 0-2 0,-20 26-9 0,13-7 0 15,-1 7-5-15,1 3-7 0,-2 0-9 0,4 1-3 16,0-1-7-16,1 2-4 0,0-2-8 0,3-1-4 15,-1 1-4-15,2-3-3 0,3-1-5 0,-3-7 2 16,1 2-6-16,0-1-2 0,2 0-14 16,-2-2-21-16,2 1-32 0,-2-2-21 0,-1 0-29 0,-1 0-33 15,1-16-33-15,-1 22-36 0,-1-12-27 0,0-1-172 16,-2-3-419-16,4-6 186 0</inkml:trace>
  <inkml:trace contextRef="#ctx0" brushRef="#br0" timeOffset="8979.99">8418 5745 97 0,'7'-6'123'0,"1"-1"0"0,1 0-14 0,1 1-9 0,7 0-10 15,-7 1-6-15,4 3 0 0,5-2-22 0,-1 3-8 16,3 1-24-16,-1 1-38 0,2 0-45 16,-3 1-97-16,-8 1-161 0,1-1 71 0</inkml:trace>
  <inkml:trace contextRef="#ctx0" brushRef="#br0" timeOffset="9246.94">7606 6214 155 0,'-9'4'223'0,"5"-1"-22"16,2-1-18-16,2-2-25 0,24 1 0 0,6-2-7 15,24-7-6-15,10 2-7 0,30-8-11 0,0-2-4 16,-6 0-21-16,-24 4-7 0,28-1-13 0,-29 6-6 16,0 0-6-16,-2-2-6 0,-5 3-9 0,-4 1-3 0,-14 3-8 15,-3-1-5-15,-3 1-11 0,-1 1-18 16,-8 1-19-16,-5 0-20 0,0 1-22 0,-5-1-28 16,-2 2-31-16,-3-2-19 0,-2 3-14 0,-6-3-13 15,7 4-140-15,-7-4-320 0,0 0 142 0</inkml:trace>
  <inkml:trace contextRef="#ctx0" brushRef="#br0" timeOffset="10076.19">7910 6741 28 0,'-4'-6'215'0,"4"6"-11"0,0 0-22 0,0 0-9 15,0 0-5-15,0 0-9 0,-13 15-4 0,9-8-7 16,0 6-12-16,0-2-4 0,-1 4-15 0,0 4-9 16,0 1-12-16,1-5-6 0,-1 2-6 0,3 2-8 15,1-4-8-15,0-6-8 0,0 1-3 0,1-3-5 16,0-7-7-16,-2 11 3 0,2-11 7 0,-1 8 20 16,1-8 4-16,-3 7 8 0,3-7 1 0,0 0-9 15,0 0-7-15,0 0-6 0,0 0-9 0,11-28-8 16,-6 10-4-16,5-7-4 0,-4 0-3 0,2 0-8 15,0-2 0-15,-1-2-5 0,1 0 1 0,-2-2-8 16,2-2-1-16,2 4-7 0,-5-3 0 0,3 1-1 16,0 4-4-16,-2 3 6 0,-1 8 8 0,-1 1-4 15,-1 3 2-15,1 4-6 0,-2 1-2 0,1 1-2 16,-1 1-7-16,-2 5-3 0,4-7-4 0,-4 7 1 16,0 0 0-16,0 0 2 0,14 17 1 0,-9-2-1 15,2 1 2-15,0 3-1 0,0 0 2 16,-1 5 0-16,0-1 0 0,2 3 1 0,0-2 0 0,-5-7 0 15,5 8 2-15,-3-8-1 0,-1 4 1 0,1-6 2 16,0 0-9-16,-1 1-24 0,-1 0-30 16,-3-3-29-16,1-1-30 0,2-1-41 0,-6 2-33 0,2-3-44 15,-2-1-229-15,-3 1-502 0,1-3 223 0</inkml:trace>
  <inkml:trace contextRef="#ctx0" brushRef="#br0" timeOffset="10795.44">9353 5934 211 0,'0'0'288'0,"1"-7"-29"15,-1 7-24-15,0 0-25 0,4-9-20 0,-4 9-24 16,7-8-34-16,0 2-18 0,4 1-27 0,0-1-41 15,2 1-42-15,3-1-47 0,4 2-43 0,-4 2-52 16,2 1-142-16,-6 1-302 0,-2 1 134 0</inkml:trace>
  <inkml:trace contextRef="#ctx0" brushRef="#br0" timeOffset="10941.88">9444 6061 171 0,'-3'3'200'0,"3"-3"-8"16,-5 6-7-16,5-6-1 0,0 0-10 0,0 0-8 15,-3 4-16-15,3-4-17 0,0 0-13 0,0 0-10 16,0 0-29-16,28-8-30 0,-9 2-42 0,10-3-60 16,4-4-73-16,-2 3-169 0,1-3-315 0,0 3 140 15</inkml:trace>
  <inkml:trace contextRef="#ctx0" brushRef="#br0" timeOffset="26546.1">10864 5170 83 0,'0'-11'191'0,"1"5"-14"0,-1 6-9 15,0 0-12-15,3-9-16 0,-3 9-13 0,0 0-10 16,0 0 2-16,0 0 14 0,0 0-1 0,0 0-3 0,2 28 4 16,1-15-6-16,-2 10-1 0,2 2-7 0,-2-1-10 15,2 1-11-15,0 3-2 0,-1-4-7 16,3 2-6-16,-2-2-4 0,3-5-9 0,-3-1-5 16,1 0-3-16,3-1-3 0,-5 0-12 0,2-1-2 15,-3-1-6-15,3 0-1 0,-1-2-6 0,-3-2 0 0,4 0-20 16,-3 1-18-16,0-3-15 0,0 1-20 0,-2-3-23 15,2 0-36-15,-1-7-34 0,-2 15-42 0,-1-10-39 16,-2 1-198-16,-4 1-447 0,4-3 198 16</inkml:trace>
  <inkml:trace contextRef="#ctx0" brushRef="#br0" timeOffset="26743.95">11053 5424 51 0,'12'-3'176'0,"0"0"-14"16,5-1 0-16,3-1-8 0,2 1-9 0,4-3-10 15,1 0-17-15,-6 5-9 0,7-3-14 16,-7 0-13-16,-1 4-24 0,2 0-16 0,-2-3-30 16,-4 4-34-16,-2-1-46 0,-3 2-29 0,1 0-32 15,-3 1-69-15,-4-1-214 0,-5-1 95 0</inkml:trace>
  <inkml:trace contextRef="#ctx0" brushRef="#br0" timeOffset="26951.67">11254 5278 87 0,'0'0'209'16,"0"0"-10"-16,0 0-18 0,-5-5-16 0,5 5-30 0,0 0-16 15,0 0-2-15,0 0 5 0,0 0-9 16,-5 22-3-16,5-12-6 0,1 6-11 0,-1 0-5 15,0 0-12-15,-1 3-5 0,2-2-5 0,-2 2-7 16,2 0-6-16,-1 1-5 0,1-1-7 0,0 7-16 16,1-8-27-16,-1 1-38 0,1-1-51 0,4-2-45 15,-4-1-44-15,3 2-126 0,-1-7-331 0,2-1 147 16</inkml:trace>
  <inkml:trace contextRef="#ctx0" brushRef="#br0" timeOffset="27393.81">11703 5407 2305 0,'3'-9'27'0,"2"-7"30"16,-5 4-17-16,2 5-12 0,-1 0-5 15,-1 7-5-15,0-8-5 0,0 8-1 0,1-8 2 16,-1 8-1-16,0 0 6 0,0 0 9 0,0 0 2 16,0 0-6-16,-4 23-3 0,2-14 5 0,-2 1-4 15,1 1-3-15,2 2-3 0,0-1 0 0,-1-1 0 16,2 1-4-16,-4-2-1 0,3-1 1 0,0 0-2 15,1-1-1-15,0-8 7 0,-5 10-6 0,5-10-1 16,0 9 3-16,0-9-4 0,0 0 7 0,-1 6 0 16,1-6 9-16,0 0 20 0,0 0 7 0,0 0-8 15,0 0-3-15,0 0-8 0,0 0 0 0,0 0-8 16,-2-28 0-16,4 13-2 0,-1-5-1 0,4 1-2 16,1-8-5-16,-1 1-8 0,3 2-2 0,0-5-5 15,-1 2 5-15,1-1-2 0,1 0-2 0,0 2-4 16,4 3 2-16,-7 4 1 0,1 3 8 0,-1 5 3 15,-2 2 1-15,0-1-4 0,-1 3 7 0,-1 2-9 16,0 0-1-16,-2 5-8 0,9-4-1 0,-9 4-1 16,0 0 0-16,18 13 4 0,-11-4-1 0,1 1 1 15,0 5 1-15,1-1-1 0,1 3 1 0,-2 0 10 16,2 6-10-16,-3-6-5 0,0-1 7 0,2 3-2 16,0 0 2-16,-1-2-8 0,-1 2-11 0,-1-3-29 15,0-2-18-15,-3 2-22 0,0 0-40 0,0-6-48 16,1 0-29-16,-2 2-36 0,-2-2-158 0,-2 2-430 15,-3-4 191-15</inkml:trace>
  <inkml:trace contextRef="#ctx0" brushRef="#br0" timeOffset="27558.54">11715 5395 77 0,'0'0'162'16,"10"-14"-15"-16,-2 7-10 0,0 0-19 0,5 4-8 15,4-5-14-15,2 2-6 0,-2 1-22 0,4-2-23 16,0 3-32-16,8-3-29 0,-2 1-36 0,1-3-19 16,1 3-83-16,-1 2-168 0,-6 1 75 0</inkml:trace>
  <inkml:trace contextRef="#ctx0" brushRef="#br0" timeOffset="27778.39">12195 5173 174 0,'-1'-13'180'0,"1"13"4"0,0-13 1 15,0 8-1-15,0 5-8 0,0 0-16 0,-2-13-18 16,2 13-18-16,0 0-17 0,0 0-10 0,0 0-11 16,0 0 1-16,0 0 6 0,0 0-3 0,2 34-7 15,-2-19-3-15,0 3-12 0,0 6-5 0,0-4-5 16,1 4-4-16,-2-7-10 0,1 2 2 0,0 0-6 16,0-4-2-16,0 4-4 0,-2-3-3 0,2 1-11 15,-2-1-23-15,2-3-25 0,0-1-28 0,0 0-31 16,0 2-34-16,-2-4-26 0,2-3-29 0,-2 3-25 15,1 1-118-15,0-3-344 0,-2-1 152 0</inkml:trace>
  <inkml:trace contextRef="#ctx0" brushRef="#br0" timeOffset="28149.89">12152 5166 94 0,'8'-15'197'0,"2"2"-2"0,-2 2-9 0,4 1-11 16,-4 1-14-16,1 2-9 0,3-1-19 0,-3 3-12 16,2 1-11-16,0 1-10 0,1-1-11 0,1 1-7 15,-2 2-9-15,-2 1-11 0,5 0-6 0,-7 1-1 16,1 0-9-16,1 3-5 0,-3 0-1 0,0-1-4 16,-2 2-2-16,-3 2-3 0,3-3-4 0,-4-4-6 15,4 13-4-15,-6-7-1 0,2 4-18 0,0-10-11 16,-2 13-5-16,1-7-12 0,1-6-5 0,0 0-12 15,0 19 1-15,0-19-1 0,3 10 1 0,-3-10 3 16,4 10 7-16,-4-10-3 0,4 7 2 0,-4-7 2 16,12 6 1-16,-12-6 10 0,7 7-4 0,-7-7 3 15,9 7-2-15,-9-7 9 0,9 8 4 0,-9-8-4 16,5 8 16-16,-5-8-9 0,6 11 4 16,-6-11 0-16,2 9 7 0,-2-9 5 0,0 0 2 0,0 14-2 15,0-14 0-15,-6 10 0 0,6-10-5 0,-11 12-28 16,3-5-23-16,2-4-38 0,6-3-52 0,-15 11-90 15,5-9-248-15,10-2 110 0</inkml:trace>
  <inkml:trace contextRef="#ctx0" brushRef="#br0" timeOffset="28382.74">12598 5057 25 0,'12'-4'153'0,"-12"4"-6"0,13 2 6 16,-4 3 11-16,0 4-1 0,5 1-12 16,-3 3-10-16,-1 3-11 0,4 5-6 0,-7-1-7 15,-1-3-13-15,4 9-7 0,-5 0-10 0,-7 1-5 0,4 1-4 16,-7-2-12-16,1 2-17 0,-4-2-14 16,-4 0-21-16,0 0-23 0,-8 0-27 0,-3-2-25 15,-4-1-31-15,0 0-43 0,-7-3-37 0,-10 10-91 0,-2-7-284 16,13-5 126-16</inkml:trace>
  <inkml:trace contextRef="#ctx0" brushRef="#br0" timeOffset="28724.17">10700 5056 2001 0,'4'-9'37'0,"-4"9"-40"0,0 0-4 0,0 0-7 15,0 0-7-15,0 0-2 0,-24 23 19 16,9 2 11-16,-1 4 6 0,-9 13 1 0,2 1 7 15,2 2-3-15,4 5 8 0,1-3-6 0,6 3-1 0,3-5 2 16,9-11-1-16,3 1 2 0,11 10-5 0,2-1-1 16,5-2-3-16,-1-12 1 0,15 5-27 15,3 0-19-15,4-4-30 0,6-9-28 0,5 0-31 16,4-8-20-16,2 1-31 0,4-8-94 0,2-1-289 16,29-8 128-16</inkml:trace>
  <inkml:trace contextRef="#ctx0" brushRef="#br0" timeOffset="29145.89">13297 5361 179 0,'0'0'241'0,"0"0"-10"0,0 0-8 15,-9-5-16-15,9 5-6 0,0 0-10 0,0 0-13 16,0 0-17-16,0 0-17 0,0 0-14 0,0 0-9 15,0 0-14-15,-3-6-14 0,3 6-6 0,0 0-5 16,0 0-6-16,0 0-8 0,0 0-3 16,19-3-3-16,-10 3-5 0,5-1-7 0,1 1-4 0,-1-3-1 15,5 2-6-15,-5-1-4 0,-1-1-6 0,1 0 1 16,-5 3-3-16,2-2-1 0,-3 2 0 0,-8 0-6 16,15-3-3-16,-11 3-3 0,-4 0-2 15,12-2-14-15,-12 2-22 0,7-3-24 0,-7 3-39 0,0 0-51 16,8-1-64-16,-8 1-58 0,0 0-167 0,0 0-462 15,0 0 204-15</inkml:trace>
  <inkml:trace contextRef="#ctx0" brushRef="#br0" timeOffset="30171.87">14041 5123 72 0,'-3'-9'197'0,"3"9"-13"16,0 0-10-16,-2-8-12 0,2 8-5 0,0 0-5 15,0 0-8-15,-2-7-14 0,2 7-10 0,0 0-13 16,0 0-13-16,0 0-8 0,0 0-15 0,0 0-10 16,0 0-5-16,0 0-5 0,0 0-6 0,0 0-3 15,0 0-6-15,-7 26-1 0,4-15-1 0,-3 3-4 16,2 2 5-16,1 1-11 0,-3-1-3 0,3-4 0 16,-1 4 2-16,-1-1-3 0,0 0 0 0,3-3-3 15,-2-2 7-15,2 0-14 0,0 0 4 0,0-3-2 16,0 1 0-16,2-8-2 0,-3 7-1 0,3-7 0 15,-2 10 4-15,2-10 3 0,-3 7 7 0,3-7 11 16,0 0 9-16,-2 8 6 0,2-8 8 0,0 0 9 16,0 0 6-16,0 0 6 0,0 0-11 0,0 0-6 15,0 0-6-15,0 0-9 0,0 0 0 0,0-29-7 16,5 17-6-16,-3 0-6 0,2-5-9 0,1 0-7 16,2-1 2-16,-1 0-3 0,3 0-10 0,-2-7 2 15,2 8-4-15,0-7 1 0,3 0 2 0,-1 1-10 16,0 1 4-16,-2 5 1 0,0-2 1 0,-3 3-1 15,2 2-3-15,0 3 4 0,-3 1-4 0,-1 4 0 16,1 0-3-16,-3 1 3 0,-2 5-3 0,7-6-1 16,-7 6-3-16,0 0 2 0,0 0 0 0,15 10 1 15,-8-1 2-15,0 7 2 0,-2-1 3 0,-1 2-1 16,2-1 11-16,-3 4-6 0,3-1-4 0,-2-1 5 16,0 1 0-16,0-1 3 0,1-2-4 0,-1 1 3 15,0-1 0-15,-2 0-2 0,1 0 4 0,1 0 1 16,1-7-17-16,-3 4-19 0,1-1-30 0,-1-3-22 15,0-1-22-15,-2-8-30 0,4 14-45 0,-4-14-17 16,3 11-14-16,-3-11-167 0,0 9-407 0,0-9 181 16</inkml:trace>
  <inkml:trace contextRef="#ctx0" brushRef="#br0" timeOffset="30333.87">14014 5145 6 0,'20'-7'113'0,"-7"6"-10"0,5-2-17 0,2 1 7 16,9-3-27-16,-4 3-13 0,6-3-24 0,-3 2-24 15,-1-3-18-15,2 2-27 0,2-1-44 0,-13 3-90 16,5-2 39-16</inkml:trace>
  <inkml:trace contextRef="#ctx0" brushRef="#br0" timeOffset="30549.93">14539 4938 38 0,'0'-5'172'0,"0"5"1"0,7-9 1 0,-7 9-8 16,2-6-13-16,-2 6-15 0,0 0-15 0,0 0-16 15,0 0 0-15,0 0 8 0,10 14-3 0,-10-3-3 16,2 5 1-16,-2 2-7 0,0 9-13 0,-1-2-4 16,0-1-10-16,0 2-4 0,0-5-6 0,-5 3-8 15,9-5-5-15,-6 1-4 0,1 4-7 0,2-7 0 16,-1 0-14-16,2 0-21 0,-2-1-20 0,0 4-19 15,1-6-33-15,0-14-33 0,2 22-46 16,-2-14-20-16,2 3-23 0,1-2-124 0,-3-9-338 16,0 0 150-16</inkml:trace>
  <inkml:trace contextRef="#ctx0" brushRef="#br0" timeOffset="30917.8">14589 4847 128 0,'10'-9'178'0,"-2"1"-3"0,1 1-13 0,0 1-11 0,-3 2-22 15,1 0-8-15,1 1-8 0,0 2-17 16,2-2-2-16,-10 3 0 0,17 4-18 0,-9-1 0 16,-3 1 0-16,2 0-6 0,2-1-4 0,-4 4 2 15,-3 0-6-15,2 1-4 0,-4 3-5 0,2-1-6 16,-4 2-6-16,-4 2 1 0,1-1-15 0,-2 1-9 15,-2 1-12-15,5-5-10 0,-3 1-8 0,2 0-14 16,0 0-14-16,4 0-4 0,1-1-16 0,0-3 3 16,1 3-1-16,3-1 1 0,-2-1 1 0,4 0 7 15,-1 0-1-15,3 0 4 0,-1-1-1 0,1 0 9 16,0-1-5-16,-1 0 12 0,-3 0-3 0,2 0 9 16,-1-2-1-16,-2 1 9 0,0 1 9 0,-3-6 5 15,1 9 5-15,-1-9 5 0,-6 9 0 0,4-4 0 16,2-5-2-16,-16 12 10 0,7-7-13 0,-5 2-2 0,1 0-7 15,-4-1-17-15,2 2-33 0,-3-2-45 16,3 1-107-16,-3-1-226 0,0 2 100 0</inkml:trace>
  <inkml:trace contextRef="#ctx0" brushRef="#br0" timeOffset="31571.98">10760 5983 95 0,'0'0'167'0,"-9"-1"-11"0,9 1-9 16,0 0-3-16,0 0-9 0,0 0-7 0,0 0 0 16,53 2-8-16,-17 0-3 0,24-2-7 0,3 2-9 15,33-6-4-15,5 4-1 0,4 0-10 0,-3-1 2 16,6 0-12-16,4 0-2 0,3-1-2 0,7 2-5 15,12-1-5-15,4 4 0 0,-2-6-6 0,10 2-2 16,5 1 2-16,4-1-2 0,4 1-5 0,5 0 0 16,-4-3-3-16,-10-1 4 0,8 2-1 0,-3-2-1 15,-6-2 1-15,-4 2 0 0,-8-1 0 16,-7-2-6-16,-10 2 1 0,-3 0-6 0,-6 1-1 0,-10-2-21 16,-11-1 1-16,-28 3-4 0,0-2 5 0,-9-1-1 15,-16 5 3-15,-2-1-3 0,-8 0 3 0,-8 1-2 16,-8 1 6-16,1-2-8 0,-2 2 0 0,-4 0 0 15,-6 1-3-15,9-2-4 0,-9 2 0 0,5-3-28 16,-5 3-19-16,0 0-23 0,-25-5-25 0,3 5-41 16,-3 2-41-16,-6-1-46 0,-5 2-35 0,-14 1-159 15,12 1-441-15,-13 2 195 0</inkml:trace>
  <inkml:trace contextRef="#ctx0" brushRef="#br0" timeOffset="32570.95">12567 6574 178 0,'0'0'208'16,"0"0"14"-16,-2-9-3 0,2 9-8 0,-2-5-13 15,2 5-18-15,0 0-18 0,0 0-17 0,-3-7-19 16,3 7-13-16,0 0-10 0,0 0-16 0,0 0-9 16,0 0-2-16,0 29-10 0,-2-11-6 0,0 1-4 15,2 0 1-15,-2 8-6 0,0-3-7 0,2 3-4 16,-3-1-1-16,1-5-6 0,-1-5-1 0,3 4-2 15,0-2-2-15,0 2-2 0,2-3 1 0,-1-1-5 16,-1-1-6-16,0-1-27 0,-1-3-25 0,2 1-40 16,1-2-50-16,1 0-42 0,-3-3-45 0,0-7-172 15,0 0-415-15,-6 18 184 0</inkml:trace>
  <inkml:trace contextRef="#ctx0" brushRef="#br0" timeOffset="32745.92">12760 6770 216 0,'10'-3'207'16,"0"0"-22"-16,1 0-22 0,3-1-14 0,-1 3-16 15,6-3-11-15,0 2-14 0,2-1-10 0,0 0-9 16,1 1-10-16,-2 1-22 0,1 1-31 0,-2-3-41 16,1 2-34-16,1-1-27 0,-4 0-33 0,-5 2-21 15,-3-1-80-15,0 0-226 0,-9 1 101 0</inkml:trace>
  <inkml:trace contextRef="#ctx0" brushRef="#br0" timeOffset="32917.83">12980 6632 103 0,'-6'-5'201'0,"6"5"-7"0,-9-4-10 16,2 1-15-16,7 3-17 0,0 0-17 0,0 0-9 16,-14 5-2-16,8 5-6 0,1 1 0 0,1 0-18 15,-3 6-6-15,2 2-9 0,-3 6-6 0,3-1-11 16,1-3-3-16,2-3-3 0,1 0-9 0,0 2-20 15,1-1-35-15,1 0-40 0,2 0-62 0,1 0-40 16,-2-2-185-16,0-4-356 0,0 1 158 0</inkml:trace>
  <inkml:trace contextRef="#ctx0" brushRef="#br0" timeOffset="33328.14">13174 6756 104 0,'4'-5'233'0,"-4"5"-23"0,0 0-6 0,0 0 1 16,0 0-7-16,0 0-10 0,5 22-16 0,-8-13-11 15,1 2-18-15,2 0-12 0,-4 0-11 0,2 2-14 16,2 1-7-16,0-3-11 0,-3 1-9 0,3-1-5 16,-5 1-8-16,5-3-7 0,-2-1-4 0,2-8-5 0,-2 11-2 15,2-5-2-15,0-6 2 0,-2 7 9 16,2-7 11-16,0 0-8 0,0 0 1 0,0 0-10 15,0 0 0-15,0 0-3 0,0 0-9 0,-3-26-1 16,3 14-3-16,3-3-8 0,-1-4-1 0,2 0-3 16,1 1-4-16,2-9-3 0,-1 1-4 0,5 1-5 0,-1-1 4 15,1 1 5-15,-2 8-9 0,-2 0 0 16,0 3 4-16,-1 5 0 0,-2 0-1 0,-1 3-7 16,-1 0-3-16,-2 6-5 0,7-5 1 0,-7 5 0 15,0 0-3-15,11 7 5 0,-6 0 1 0,-1 3-2 0,2 5-2 16,2 1 5-16,-2 0 4 0,1 0-3 0,-3 0-1 15,1 2 0-15,-1 1 4 0,1-2 1 16,-4-1-2-16,3 2-12 0,2 2-22 0,-4-4-22 16,1-4-38-16,-3 0-46 0,2 3-54 0,-2-1-38 15,0-3-50-15,-2-1-150 0,-1-1-463 0,3-9 206 16</inkml:trace>
  <inkml:trace contextRef="#ctx0" brushRef="#br0" timeOffset="33482.17">13174 6854 128 0,'0'0'228'0,"0"-9"-24"16,0 9-18-16,8-8-17 0,-5 3-19 0,5 1-13 15,2-1-16-15,1 2-23 0,5-4-33 16,1 0-35-16,2 5-40 0,0-5-40 0,9 2-40 16,-3-5-42-16,-7 5-74 0,1-2-223 0,0 0 98 15</inkml:trace>
  <inkml:trace contextRef="#ctx0" brushRef="#br0" timeOffset="33674.91">13551 6655 89 0,'2'-8'242'0,"-2"8"-13"0,0 0-18 0,2-6-20 15,-2 6-22-15,0 0-17 0,0 0-9 0,0 0 1 0,0 0 4 16,5 18 0-16,-5-7-15 0,0 2-11 0,0 0-9 16,-1 5-5-16,-1-3-10 0,2 6-10 0,-2-4-7 15,2-2-10-15,0 2-5 0,0 1-4 16,-4 2-6-16,4-6-12 0,-2 2-18 0,4 2-28 0,-2-7-26 15,0 0-33-15,0 0-43 0,0-2-41 0,0 1-25 16,-2-4-39-16,2-6-161 0,-2 10-399 0,2-10 177 16</inkml:trace>
  <inkml:trace contextRef="#ctx0" brushRef="#br0" timeOffset="34019.91">13578 6577 180 0,'4'-7'215'0,"-2"2"-14"16,-2 5-11-16,5-8-17 0,-3 4-19 16,-2 4-12-16,10-5-14 0,-10 5-9 0,0 0-10 0,13 3-1 15,-13-3-12-15,11 4-7 0,-4 0-6 0,-5 1-10 16,5-2-10-16,-5 4 0 0,2-2-7 0,-1 0-5 16,1 2-4-16,-2 2-5 0,0-3-4 0,-2-6-12 15,-2 16-14-15,2-11-14 0,-2 5-20 0,0-4-5 16,0 1-13-16,2-7-24 0,0 11-15 0,0-11-12 15,-3 9-5-15,3-9-10 0,3 9 6 0,-3-9 2 16,4 6 12-16,-4-6 8 0,7 6 8 0,-7-6 4 16,9 5 16-16,-5-2 7 0,-4-3 12 0,7 6 5 15,-7-6 14-15,6 5 12 0,-3-1 5 0,-3-4 10 16,5 8 10-16,-5-8 7 0,0 9 5 0,0-9 2 16,0 10-2-16,0-10-2 0,-2 9-2 0,2-9-5 15,-3 7-13-15,3-7-13 0,-5 8-23 0,5-8-25 16,-4 5-31-16,4-5-47 0,-5 4-94 15,5-4-236-15,0 0 104 0</inkml:trace>
  <inkml:trace contextRef="#ctx0" brushRef="#br0" timeOffset="34243.68">13921 6511 139 0,'0'0'205'0,"9"-1"-3"0,-9 1-8 15,14 3 3-15,-7 2-7 0,2 5 2 0,-5 0-5 16,7 4-17-16,-4 3-10 0,-2-2-16 0,-1 3-8 16,5 5-15-16,-8-3-8 0,-4 5-8 0,0-6-8 15,-3 7-12-15,-1-2-2 0,-6 1-13 0,-1-1-18 16,-1-1-24-16,-6 1-24 0,-2 0-31 0,-1-1-40 16,-2-3-43-16,-4 0-44 0,-1-1-43 0,-4-3-190 15,0 0-418-15,1-3 184 0</inkml:trace>
  <inkml:trace contextRef="#ctx0" brushRef="#br0" timeOffset="34512.65">12291 6550 275 0,'-16'7'268'0,"0"6"-29"0,1 8-17 0,-1 5-13 16,1 4-18-16,7 4-5 0,-2 13-16 0,7 2-16 15,3 3-11-15,6-3-14 0,4-2-18 0,4 2-1 16,5-2-12-16,2-4-10 0,8-1-12 0,0-3-4 0,-4-11-8 16,10 4-20-16,-5-9-24 0,2-4-33 15,-1-1-41-15,16 0-37 0,-9-8-62 0,14 0-59 16,-14-5-179-16,2-5-425 0,14-4 188 0</inkml:trace>
  <inkml:trace contextRef="#ctx0" brushRef="#br0" timeOffset="34846.92">14301 6277 115 0,'5'-5'267'0,"-1"0"-27"0,3 3-23 0,-2-2-20 0,3 2-25 15,-8 2-15-15,12-2-16 0,-3 2-11 16,-9 0-14-16,13 6 7 0,-2 0-11 0,-2-1-7 0,0 4-5 16,0 0-6-16,0 5-6 0,-2 1 1 0,-3 0-7 15,2 0-5-15,-4 0-4 0,-2-2 2 0,-3 0-1 16,1 1-6-16,1-1-5 0,-3-1-9 15,2-2-2-15,-3-1-5 0,1-2-8 0,4 0-5 16,0-7-4-16,0 10 5 0,0-10-6 0,4 9-5 0,1-6-7 16,-5-3-12-16,20 2-14 0,0-4-18 0,11-3-22 15,4-2-26-15,16-3-30 0,-1-5-35 0,2 1-53 16,-3-6-50-16,-2 4-174 0,-11 2-452 0,11-7 200 16</inkml:trace>
  <inkml:trace contextRef="#ctx0" brushRef="#br0" timeOffset="35261.74">16077 5932 116 0,'-10'-4'274'0,"10"4"-22"0,0 0-16 0,-7-3-10 15,7 3-9-15,0 0-15 0,0 0-21 16,-6-4-17-16,6 4-15 0,0 0-17 0,0 0-15 0,0 0-17 16,0 0-25-16,21-4-28 0,-8 2-37 15,5 2-48-15,1 2-50 0,-2-1-54 0,0 0-56 0,-5 1-141 16,-2 0-367-16,0 0 162 0</inkml:trace>
  <inkml:trace contextRef="#ctx0" brushRef="#br0" timeOffset="35409.15">16125 6072 134 0,'0'0'178'0,"0"0"-11"0,0 0-10 15,0 0-17-15,0 0-15 0,0 0-11 16,21-2-20-16,-6-2-32 0,2-1-25 0,4 1-33 15,7-3-44-15,2 1-48 0,-1-2-93 0,0-1-196 0,2 0 87 16</inkml:trace>
  <inkml:trace contextRef="#ctx0" brushRef="#br0" timeOffset="37293.18">17102 4979 194 0,'3'-8'249'0,"1"3"-13"0,-4 5-9 16,4-9-10-16,-4 9-11 0,0 0-23 0,2-8-7 0,-2 8-26 15,0 0-17-15,0 0-18 0,4-4-15 0,-4 4-10 16,0 0-10-16,0 0-7 0,2 26 7 0,-1-8-10 16,-1 0-4-16,0 3-3 0,0 4-7 15,0 1-1-15,0 0-5 0,1 0-8 16,-1 0-1-16,1 2-3 0,-1-3-2 0,2 0-4 0,-1 0 1 0,-1-6-6 16,3 7 0-16,-2 0-3 0,2 2 0 0,-2-9-4 15,-1 5-1-15,1-3-17 0,0-5-15 0,2 2-15 16,-3 0-16-16,0-2-22 0,-4 1-30 15,3-1-38-15,-3 0-31 0,0-4-35 0,0 3-30 16,-4-1-147-16,2-3-407 0,-1-1 180 0</inkml:trace>
  <inkml:trace contextRef="#ctx0" brushRef="#br0" timeOffset="37516.11">16650 5657 111 0,'-9'2'159'0,"9"-2"-13"16,-9 4 0-16,9-4-3 0,0 0 3 0,0 0 0 0,29 9-9 16,-3-8-3-16,10-2-6 0,22-2-4 0,2-1-12 15,6-4-8-15,25-3-13 0,-26 5-9 16,25-3-6-16,-29 2-10 0,0 2-8 0,-2 0-1 16,-2 0-7-16,-5 1-13 0,-13 1-23 0,0 0-22 15,-2 2-27-15,-1-1-31 0,-3 2-32 0,-4 0-19 0,2 3-39 16,-11 0-143-16,-2-3-321 0,-6 2 142 15</inkml:trace>
  <inkml:trace contextRef="#ctx0" brushRef="#br0" timeOffset="37918.32">16666 6079 198 0,'4'-12'278'0,"-3"0"-23"0,0 1-14 16,3 1-8-16,-4 4-8 0,2-1-16 0,-2 7-20 16,0-10-24-16,0 10-18 0,0 0-18 0,0 0-11 15,0 0-20-15,0 0-6 0,0 0-11 0,12 28-4 0,-8-8-3 16,0 6-6-16,0-1-9 0,-1 2 0 0,1-1-7 16,-1-2 1-16,-1 1-8 0,-1-6-5 0,1 0-5 15,2 5-2-15,-3-6-3 0,3 1 2 0,0-5-23 16,-3 4-19-16,1-5-19 0,1 1-27 15,-2-1-33-15,3-3-48 0,1-1-54 0,-1 2-57 0,-3-3-180 16,1-1-462-16,-2-7 204 0</inkml:trace>
  <inkml:trace contextRef="#ctx0" brushRef="#br0" timeOffset="38111.65">16983 6253 95 0,'11'-3'203'0,"2"0"-10"16,5-1-12-16,-2 1-17 0,2 1-21 0,1-2-1 15,-1 1-24-15,3 0-14 0,-3 2-11 0,2-1-34 16,-1 1-12-16,-2-1-58 0,-3 1-42 16,-1-1-34-16,1 4-34 0,-7-4-91 0,-7 2-230 0,11 0 103 15</inkml:trace>
  <inkml:trace contextRef="#ctx0" brushRef="#br0" timeOffset="38293.75">17142 6141 129 0,'0'0'227'0,"-5"-3"-17"0,5 3-13 16,0 0-28-16,0 0-18 0,0 0-15 0,0 0 10 0,-10 7-6 16,7-1-13-16,0 4-12 0,-1 2-8 0,1 2-10 15,2 3-8-15,-3 0-9 0,0 0-7 16,2-1-6-16,1 0-7 0,-1 2-12 0,4-3-29 15,-1 1-24-15,0 0-24 0,0-5-63 0,4 0-60 16,-1 0-51-16,-1-1-115 0,-2-1-344 0,2-3 152 0</inkml:trace>
  <inkml:trace contextRef="#ctx0" brushRef="#br0" timeOffset="38739.08">17513 6168 162 0,'0'0'260'0,"0"0"-25"0,4-5-6 16,-4 5-8-16,0 0-4 0,0 0-1 0,-2 19-14 16,2-19-13-16,-2 17-6 0,-1-5-26 0,0 4-15 15,0-5-16-15,3 5-12 0,-2 0-8 0,0-3-16 16,1-3-7-16,0 3-3 0,1-1-10 0,0-5-6 16,1 5-3-16,-1-6-11 0,0-6-5 0,-1 12 0 15,1-12-5-15,-2 11-4 0,2-11 2 0,0 0 0 16,2 6 14-16,-2-6 12 0,0 0 9 0,0 0-4 15,0 0-5-15,0 0-11 0,0 0-2 0,0 0-3 16,0 0-9-16,2-28-5 0,-2 16-7 16,2 0-9-16,-2-6-15 0,2 2-1 0,-1-3-15 0,1-2 0 15,1-8-1-15,2-1-6 0,-1 0-3 16,0 2 3-16,1-1 2 0,1 4 1 0,1 6 3 0,-3 2 3 16,-2 2 8-16,1 2 3 0,-2 5 5 0,1 1-4 15,-1 0-7-15,-1 7 2 0,4-8-3 0,-2 4-2 16,-2 4 4-16,0 0 3 0,0 0-7 0,18 11-1 15,-11-3 6-15,-1 1-1 0,2 5 7 0,0 1-3 16,0 0 2-16,-1 3 2 0,-1-3-3 0,2 2 1 16,-2 2 8-16,0-4 4 0,-2 2-9 0,1-1-6 15,-1-3 2-15,3 0-3 0,-4-3-28 0,0 2-25 16,-2-1-20-16,2 0-28 0,-4-1-48 0,-1 1-49 16,2-4-40-16,0-7-34 0,-2 13-186 0,-3-7-500 15,2-3 221-15</inkml:trace>
  <inkml:trace contextRef="#ctx0" brushRef="#br0" timeOffset="38897.47">17475 6199 24 0,'0'0'217'0,"0"0"-22"0,0 0-18 16,0 0-17-16,5-10-13 0,-5 10-18 0,10-6-12 15,0 4-27-15,2-1-26 0,4-1-27 0,3-1-43 16,10 0-35-16,-11 0-36 0,1 2-31 0,-6 1-80 15,0-2-203-15,5-1 90 0</inkml:trace>
  <inkml:trace contextRef="#ctx0" brushRef="#br0" timeOffset="39093.25">17821 6067 78 0,'0'0'209'0,"0"-10"3"0,0 10 4 16,2-7-2-16,-2 7-8 0,3-6-14 0,-3 6-18 15,0 0-18-15,0 0-20 0,0 0-15 0,0 0-7 16,0 0 1-16,0 0-3 0,0 0 0 0,3 26-12 15,-2-9-5-15,0 1-9 0,-2-2-3 0,1 4-9 16,0-2-7-16,0-2-2 0,0 1-12 0,0-4-3 16,0 3-16-16,0-1-15 0,0-4-27 0,0-1-25 15,0 2-29-15,0-2-35 0,-1 0-51 0,2 0-34 16,0-3-22-16,-1-7-190 0,-1 12-425 0,1-12 188 16</inkml:trace>
  <inkml:trace contextRef="#ctx0" brushRef="#br0" timeOffset="39436.11">17842 6001 128 0,'8'-10'223'16,"1"2"-5"-16,0-1-8 0,0 4-10 0,1-3-9 16,-1 4-18-16,-2 0-10 0,-2 1-19 0,6 0-17 15,-4 2-12-15,-7 1-7 0,14-1-12 0,-14 1-11 16,10 1-8-16,-10-1-9 0,8 5-4 0,-4-1-5 15,-4-4-5-15,3 12-6 0,0-7-6 0,-3 2-7 0,0-7-11 16,-1 13-13-16,1-5-14 0,0-8-8 16,-3 13-14-16,2-7-15 0,1-6-19 0,-3 12-6 15,2-7-9-15,1-5-1 0,3 9-8 0,-3-9 6 16,3 8-3-16,1-4 7 0,3-1 6 0,-2 0 8 16,0 2 5-16,1-1 17 0,1-3-2 0,-1 3 24 0,0-2-26 15,0 1 13-15,0 2 13 0,-2-1 11 16,2 1 2-16,-6-5 10 0,6 8 10 0,-4-4 6 15,-2-4-1-15,1 10 2 0,-1-10-6 0,-3 11 0 16,3-11-16-16,-6 9-18 0,2-3-17 0,4-6-33 0,-6 10-52 16,0-7-142-16,-1 0-278 0,1 0 123 0</inkml:trace>
  <inkml:trace contextRef="#ctx0" brushRef="#br0" timeOffset="39670.48">18215 5877 1990 0,'11'-6'96'0,"-3"1"-70"0,-3 2-23 0,4 1-2 15,-9 2-8-15,14 2 18 0,-8 1 23 0,3 2 21 0,1 3 8 16,-2 4-6-16,1 1 2 0,4 2 1 0,-4 3-5 16,-4-1-2-16,5 2-5 0,-5 5-2 0,0 0 1 15,-3 2-7-15,-1-6-4 0,-2 8 3 16,-2-5-7-16,-6 1-15 0,-2 3-18 0,-4-3-17 15,-5-2-27-15,-2 1-29 0,-2-2-42 0,-3-2-38 0,-2 0-44 16,-2-1-179-16,-16 3-406 0,14-7 180 0</inkml:trace>
  <inkml:trace contextRef="#ctx0" brushRef="#br0" timeOffset="39969.91">16510 6024 198 0,'-17'25'195'0,"1"4"-7"0,-2 1-11 15,4 2-10-15,1-2-12 0,1 5-12 0,5 0-7 16,3-2-12-16,1 0-9 0,4 2-8 0,5-2-10 16,4-1-10-16,6-1-9 0,5-4-5 0,5-3-10 15,4-1-21-15,15 1-34 0,2-5-37 0,2-4-60 16,4-7-60-16,0-2-166 0,4-6-341 0,0-6 152 16</inkml:trace>
  <inkml:trace contextRef="#ctx0" brushRef="#br0" timeOffset="40257.71">18861 5396 3181 0,'5'-10'14'0,"-3"2"21"0,-2 8-22 16,2-9-1-16,-1 4-12 0,-1 5-4 15,3-8-1-15,-3 8 7 0,0 0-4 0,0 0 2 0,1-10-1 16,-1 10-4-16,0 0-2 0,0 0-21 0,0 0-7 16,0 0-10-16,0 0-23 0,0 0-33 0,0 0-50 15,0 0-48-15,4 21-53 0,-4-21-141 0,0 11-425 16,3-6 188-16</inkml:trace>
  <inkml:trace contextRef="#ctx0" brushRef="#br0" timeOffset="40581.94">19790 5017 2363 0,'11'-22'13'16,"-5"4"29"-16,-1 0 14 0,0 2-17 0,-1 5-13 16,-1-1-6-16,-2 1 6 0,0 4 15 0,0 2 7 15,-1 5-2-15,3-12 4 0,-3 12-8 0,3-5-10 16,-3 5-7-16,0 0-7 0,0 0-1 0,0 0-2 16,3 29 2-16,0-10 5 0,-2 9 4 0,-1 1 3 15,0 1-5-15,0 2 1 0,0 0-1 0,-1 2-2 16,1-2-4-16,0 1-3 0,0-2 1 0,0 1 1 15,1 1 2-15,-1-1-3 0,0-1-2 0,0 1-3 16,-1-8-7-16,0 1-16 0,-2-6-16 0,4-1-19 16,-3-3-24-16,1-2-41 0,-1 0-46 0,1-3-35 15,-2 0-32-15,0 1-174 0,-5-3-432 0,3-2 191 16</inkml:trace>
  <inkml:trace contextRef="#ctx0" brushRef="#br0" timeOffset="40763.01">19445 5479 136 0,'0'0'254'0,"0"0"-28"16,0 0-20-16,0 0-9 0,0 0-17 0,0 0-7 15,57-7-9-15,-23 3-11 0,17-1-4 16,3-1-22-16,3 4-11 0,2-3-11 0,0 4-14 0,1 2-12 16,-2-1-3-16,-6-1-19 0,3-2-31 0,-17 2-29 15,1-1-34-15,-1 1-44 0,-4 1-49 0,-3 0-42 16,-2 1-177-16,-12-2-378 0,-3 1 168 0</inkml:trace>
  <inkml:trace contextRef="#ctx0" brushRef="#br0" timeOffset="41166.33">19168 6034 2849 0,'6'-28'39'0,"-2"3"14"15,-1 5-29-15,-2 4 15 0,2 5-52 16,-3 2 8-16,1 2 12 0,-1 0 7 0,1 0 7 16,-1 7-3-16,1-9 1 0,-1 9-7 0,0 0 3 0,0 0-8 15,0 0 2-15,0 0 2 0,0 0 11 0,3 33 3 16,-3-18-1-16,-1 5-2 0,-1 0 1 16,2 7-4-16,-1 1 1 0,0-2-5 0,1 1 5 0,0-2-6 15,-1 0 1-15,-1-6 5 0,2 0-10 0,0 1-23 16,3-4-16-16,-3 1-23 0,0-1-24 15,1 0-38-15,-1-6-51 0,3 0-51 0,-1-2-47 16,-2 2-144-16,0-10-441 0,7 8 196 0</inkml:trace>
  <inkml:trace contextRef="#ctx0" brushRef="#br0" timeOffset="41337.58">19406 6099 2333 0,'7'-6'80'0,"1"4"-64"0,-2 0-17 0,-6 2-19 0,9-3 0 15,-9 3 8-15,13-3 5 0,-13 3 3 16,12-1-2-16,-6 1 4 0,-6 0-4 0,20 0 1 0,-8 0 3 16,2 0 3-16,4 0-9 0,0 3-18 0,-1-3-44 15,-4 1-37-15,4 0-36 0,-3-1-28 0,-4-1-133 16,-10 1-328-16,17-3 145 0</inkml:trace>
  <inkml:trace contextRef="#ctx0" brushRef="#br0" timeOffset="41517.89">19595 5989 146 0,'0'0'203'16,"0"0"-24"-16,0 0-15 0,0 0-1 0,0 0 2 15,0 0 0-15,0 0-12 0,-10 21-11 0,7-11-17 16,2 1-9-16,-2 1-7 0,1 6-20 0,0-1-1 16,1 0-6-16,-3-1-9 0,3 1-12 0,1-1-31 15,0 0-35-15,-1-2-36 0,1-2-52 0,2-1-48 16,3 2-55-16,-5-2-101 0,3-3-320 0,1 1 141 15</inkml:trace>
  <inkml:trace contextRef="#ctx0" brushRef="#br0" timeOffset="41969.89">19872 6034 71 0,'0'0'227'0,"0"0"-16"0,0 0-7 0,0 0-13 0,0 0-3 15,3 21-2-15,-4-10-8 0,-3 2-19 0,2 4-14 16,0 1-11-16,-1 1-14 0,1-2-9 16,-1 0-10-16,2-6-13 0,-1 2 1 0,2-2-12 0,-1 0-4 15,0-1-14-15,2-2-2 0,-1-8 1 16,0 10-11-16,0-10 0 0,-1 9 1 0,1-9 15 0,-3 5 17 16,3-5 10-16,0 0 2 0,0 0-4 0,0 0-11 15,0 0 2-15,0 0-24 0,-6-24 0 0,6 12-4 16,-1-3-7-16,1 3-8 0,0-4-5 0,1-3-3 15,0 2-10-15,4-4 7 0,-2 2-9 16,1-7-6-16,1-1 1 0,-1 8-5 0,1-1 0 16,5-2 11-16,-6 6-10 0,1 0-1 0,1 2 4 0,-2 5-2 15,0-1 3-15,-1 1-1 0,2 4-5 0,-1 0 8 16,-1 0-17-16,-3 5 10 0,8-2-7 0,-8 2-6 16,0 0-2-16,17 4 11 0,-10 3 3 0,-1 1-9 15,0 2-2-15,4 3 12 0,-1 4 0 16,-3-1-2-16,1 2 8 0,-2 0 2 0,1-2 3 0,1 4 10 15,-2-2-8-15,-1 1-1 0,0-1-6 0,-1 0 5 16,4-1-6-16,-5-2-8 0,2 1 7 0,-1-4-3 16,-1-1-15-16,0-2-31 0,-1 1-22 0,0-1-28 15,-1-2-29-15,0-7-31 0,-1 10-46 16,1-10-47-16,0 10-46 0,0-10-195 0,0 0-522 0,-12 5 232 16</inkml:trace>
  <inkml:trace contextRef="#ctx0" brushRef="#br0" timeOffset="42141.94">19870 6124 64 0,'0'0'194'0,"0"0"-8"16,-4-6-14-16,4 6-20 0,0 0-11 0,0 0-18 16,0 0-21-16,23-3-34 0,-12 2-29 0,8 0-44 15,1-2-38-15,1 2-36 0,1-2-107 0,0 1-201 16,3-3 89-16</inkml:trace>
  <inkml:trace contextRef="#ctx0" brushRef="#br0" timeOffset="42333.25">20234 6006 132 0,'2'-5'225'0,"4"0"9"16,-3 0 8-16,-3 5-2 0,3-5-16 16,-3 5-18-16,0 0-24 0,0 0-25 0,0 0-12 0,0 0 2 15,0 0-7-15,0 0-7 0,4 17 2 0,-1-2-9 16,0 1-10-16,-4 4-9 0,1-2 0 0,0 1-8 15,1 6-15-15,-4-6-10 0,2 0-4 16,-1 5-6-16,0-5-13 0,2-1-23 0,0-1-28 0,2-1-23 16,-1 1-31-16,-2-1-35 0,-1-5-32 0,0 2-45 15,4-4-34-15,0-2-36 0,-1 1-195 0,-1-8-464 16,0 0 205-16</inkml:trace>
  <inkml:trace contextRef="#ctx0" brushRef="#br0" timeOffset="42697.93">20257 5849 35 0,'8'-11'222'0,"-2"5"-15"0,4-2-14 0,-4 5-9 16,3-3-6-16,1 4-13 0,-2 0-11 0,3 4-11 15,-11-2-14-15,14 3-12 0,-7-1-13 0,2 1-3 0,0 4-14 16,1-1-9-16,-3 1-2 0,0-1-11 15,0 1-5-15,-3 2-6 0,1-1-5 0,-4-1-3 16,3 1-2-16,-4 2-5 0,0 1-13 0,0-11-20 16,-3 14-2-16,3-8-16 0,0-6-7 0,-1 11-13 15,1-11-16-15,-1 12-14 0,1-12 5 0,0 9-13 16,0-9-4-16,0 8-3 0,0-8-3 0,2 5 2 0,-2-5 6 16,5 4 5-16,1-1 14 0,-6-3 4 0,9 7 2 15,-6-4 13-15,5-1 6 0,-2 2 5 16,-6-4 1-16,11 6 6 0,-6-2-3 0,-1-1 25 15,1 2 3-15,-5-5 12 0,5 8 4 0,-5-8 0 16,1 8 1-16,0 0-4 0,-1-8-10 0,0 0-16 0,-6 14-27 16,6-14-22-16,-9 9-37 0,4-3-41 15,0-4-97-15,5-2-246 0,-14 2 109 0</inkml:trace>
  <inkml:trace contextRef="#ctx0" brushRef="#br0" timeOffset="42923.62">20736 5755 75 0,'9'6'198'0,"1"3"4"0,-2 1-10 0,3 5-8 16,-2 0-7-16,-1 3-8 0,-1 0-15 15,1 6-3-15,-3 1-15 0,-3-7-11 0,0 6-10 16,-3 0-10-16,0 3-12 0,-3-4-15 0,-6 3-25 15,2-8-17-15,-6 4-26 0,-5 0-27 0,-4-3-37 16,-4 3-52-16,1-6-43 0,-8 1-173 0,-13 3-347 0,11-6 154 16</inkml:trace>
  <inkml:trace contextRef="#ctx0" brushRef="#br0" timeOffset="43214.02">19093 5832 121 0,'-17'20'201'0,"0"4"-8"0,0 2-7 0,1 3-6 15,-2 13-19-15,5-9-4 0,2 2-18 0,2 10-14 0,6-10-12 16,5 1-11-16,2 9-6 0,2-11-9 0,11 11-9 16,-2-15-9-16,7-1-8 0,8 8-33 15,-2-12-36-15,3-3-42 0,20 1-61 0,0-6-62 16,-14-6-120-16,16-3-317 0,4-4 141 0</inkml:trace>
  <inkml:trace contextRef="#ctx0" brushRef="#br0" timeOffset="43591.03">21728 5260 45 0,'0'0'267'0,"0"0"-13"16,0 0-9-16,0 0-6 0,0 0-13 0,0 0-10 15,-4-11-21-15,4 11-18 0,0 0-21 0,0 0-11 16,0 0-20-16,0 0-19 0,5-7-14 0,-5 7-21 16,0 0-20-16,14 3-36 0,-14-3-38 0,19 2-49 15,-8 1-65-15,1-3-79 0,-4 1-148 0,0 0-392 16,-8-1 174-16</inkml:trace>
  <inkml:trace contextRef="#ctx0" brushRef="#br0" timeOffset="43748.57">21571 5461 67 0,'0'0'256'16,"-7"5"-25"-16,7-5-22 0,-5 3-10 0,5-3-10 15,0 0-13-15,0 0-19 0,0 0-13 0,0 0-17 16,23 0-27-16,-5-3-30 0,4 0-30 0,5 0-46 16,1-2-42-16,6-3-53 0,-1 3-65 0,-6 1-108 15,3-2-298-15,-1-1 132 0</inkml:trace>
  <inkml:trace contextRef="#ctx0" brushRef="#br0" timeOffset="47680.31">22693 5111 2212 0,'0'0'-61'0,"1"-11"50"0,-1 11 5 16,0-9 9-16,0 9-12 0,3-6-1 15,-3 6 5-15,0 0-5 0,0 0 4 0,0 0 1 0,0 0-1 16,0 0 2-16,-4 25-1 0,0-11 4 0,-1 0-1 15,0 3 1-15,-2-2-2 0,3 1 4 16,1 0 3-16,-3 0-2 0,4-5-4 0,-2-2 7 0,0 3 2 16,2-3-4-16,-1-2 4 0,2 0-2 0,-2-1-4 15,3-6 7-15,-4 8-1 0,4-8 5 0,-1 6 10 16,1-6 16-16,0 0 6 0,0 0-1 0,0 0-3 16,0 0-6-16,0 0-3 0,0 0-3 0,0 0-2 15,-1-30-4-15,1 13 2 0,1-4-9 0,2-3 5 16,1 0-9-16,1-6 2 0,-3 3 0 15,6-4-2-15,-2 1 0 0,3-1-1 0,-1-1 1 0,3 2 2 16,1 3 0-16,1 1 2 0,-3 2 7 0,-2 10 5 16,-2 3 0-16,0 3-4 0,-3 1-3 0,-1 2-7 15,-2 5-4-15,7-7 0 0,-7 7-3 16,0 0-1-16,13 10-1 0,-4 0-3 0,-2 3 2 16,1 5 0-16,1 7-2 0,1 0-2 0,-2 0 3 0,0-1 4 15,0-1-3-15,0 1 1 0,-3 2 3 0,2-3-4 16,-2-4 0-16,1 0 3 0,-1-3-1 0,-2 0 1 15,-1-3-18-15,5 3-23 0,-3-3-23 0,-2-3-41 16,2 1-32-16,0 0-40 0,-4-1-41 0,1 0-145 16,-1-10-385-16,0 0 170 0</inkml:trace>
  <inkml:trace contextRef="#ctx0" brushRef="#br0" timeOffset="47838.46">22640 5098 3 0,'19'-9'103'0,"10"1"-26"0,0-1-17 15,4 2-32-15,2 1-19 0,-2 0-24 0,1 1-30 16,-3 2-47-16,1-1 21 0</inkml:trace>
  <inkml:trace contextRef="#ctx0" brushRef="#br0" timeOffset="48077.06">23283 4952 65 0,'0'0'213'0,"3"-11"-7"0,-3 11-7 16,0-8-6-16,0 8-8 0,0-9-10 0,0 9-9 15,0 0-11-15,-4-9-14 0,4 9-16 0,0 0-14 16,-9 0-10-16,9 0-5 0,-13 12 12 0,4 2-17 16,-1 2-7-16,-4 6 2 0,0 5-1 0,1 0-7 15,3 0-7-15,-3-1-7 16,3 1-9-16,2-2 3 0,2 0-10 0,2-6 0 0,0 0-7 0,2 5-1 15,0-6-6-15,4-1-2 0,0 2-21 0,1 0-17 16,-1-3-23-16,2 1-22 0,-1-1-23 16,0-4-31-16,1 2-35 0,2-5-32 0,0 0-32 0,-2 0-26 15,-2-1-129-15,-2-8-390 0,0 0 173 0</inkml:trace>
  <inkml:trace contextRef="#ctx0" brushRef="#br0" timeOffset="48229.98">23037 5253 80 0,'5'-12'174'0,"0"6"-13"16,2 0-11-16,1-2-24 0,4 1-4 0,3 1-11 15,3-1-11-15,2 1-12 0,8 2-4 0,0-1-42 16,1 2-39-16,0 2-59 0,-1 1-47 16,-9 3-78-16,0 1-195 0,-1-2 87 0</inkml:trace>
  <inkml:trace contextRef="#ctx0" brushRef="#br0" timeOffset="48441.27">22532 5664 182 0,'-10'3'214'0,"4"-1"-22"0,6-2-13 0,0 0-6 16,0 0-14-16,45-5-5 0,4-8-11 0,13 0-15 15,26-7-11-15,7 4-11 0,-3-7-6 0,0 7-27 16,-27 5-20-16,27-3-32 0,-29 8-33 0,-4 2-66 16,-1-3-43-16,-4 5-38 0,-18 4-112 0,-3 1-293 15,-1 1 129-15</inkml:trace>
  <inkml:trace contextRef="#ctx0" brushRef="#br0" timeOffset="48903.57">22858 5997 112 0,'-8'9'193'0,"0"2"-11"0,-1-3 2 16,3 4-5-16,1-2-13 0,0 2-5 0,-2-1-6 16,1-1-9-16,1 5-5 0,1-2-14 0,3 0-4 15,-2 4-7-15,2-5-12 0,-2-1-8 0,3 1-8 16,-1-3-7-16,0 2-3 0,-1-2-9 0,2-9-5 15,0 13-5-15,-1-6-8 0,1-7 0 0,1 9-7 16,-1-9-1-16,0 9 5 0,0-9 2 0,0 0 13 16,0 0-7-16,0 0 0 0,0 0-6 0,0 0-5 15,0 0-4-15,0 0-6 0,0 0-9 0,0 0-7 16,4-38-7-16,1 21-1 0,1-2-5 0,4-7-1 16,-3 1-2-16,5-4-2 0,1 2-2 0,-2 2 0 15,2-3-2-15,0 3 1 0,-2 1 8 0,-2 9 2 16,3 0 7-16,-7 3 6 0,1 4 2 0,-2 0-6 15,0 2-5-15,0 1-4 0,-4 5-5 0,7-6 0 16,-7 6-3-16,0 0 0 0,13 6 3 0,-8-1 3 16,3 4 7-16,0 0-7 0,-2 1-2 0,0 0 1 15,2 4 0-15,0 1 3 0,-3-5-2 0,1 3-1 16,-1-1 0-16,2-1 2 0,-2 5-2 0,0-4 1 16,0 3-1-16,0-1 0 0,0-2-17 0,0-1-25 15,-1 0-17-15,0 1-21 0,-1-3-24 0,-3-9-28 16,2 13-30-16,-2-13-37 0,3 9-26 0,-3-9-23 15,-2 12-145-15,2-12-420 0,0 0 186 0</inkml:trace>
  <inkml:trace contextRef="#ctx0" brushRef="#br0" timeOffset="49059.73">22824 6110 2173 0,'-10'-5'136'0,"-1"2"0"0,11 3-63 15,-16-7-36-15,16 7-19 0,-9-3-4 0,9 3-3 16,0 0-1-16,0 0 4 0,0 0-1 0,0 0 0 15,30-20-2-15,-1 11 0 0,6-1-7 0,15-6-23 16,6 4-29-16,1-4-36 0,3 0-65 16,-1 4-57-16,-4-6-156 0,0 5-391 0,-3-3 173 0</inkml:trace>
  <inkml:trace contextRef="#ctx0" brushRef="#br0" timeOffset="50701.98">23994 5314 2472 0,'0'0'248'0,"6"-8"-133"0,-6 8-54 0,0 0-31 16,1-7-10-16,-1 7-7 0,0 0-1 0,0 0-6 15,0 0-4-15,3-7 1 0,-3 7-4 0,0 0-1 16,0 0-18-16,0 0-20 0,0 0-25 0,0 0-15 16,0 0-20-16,0 0-43 0,0 0-40 0,0 0-49 15,11 13-121-15,-11-13-383 0,7 9 170 0</inkml:trace>
  <inkml:trace contextRef="#ctx0" brushRef="#br0" timeOffset="51011.07">24824 4795 2320 0,'18'-32'34'0,"-7"3"14"16,-5 10 31-16,1 0-23 0,-1 2-13 0,-3 6-9 15,2 0 4-15,-3 6-16 0,1-1 3 0,-2-1-1 16,-1 7 1-16,2-8-10 0,-2 8-3 0,3-7-3 15,-3 7-4-15,0 0-1 0,0 0 0 0,0 0 5 16,6 17-3-16,-2-5 0 0,2 6 4 0,-4 2 0 0,2 6-2 16,-1 3 1-16,1-3 2 0,-1 1-3 15,-2 1 1-15,3-2 1 0,-4-1-3 0,6-1 1 16,-3-3 3-16,-3 3-2 0,1-3-1 0,-1-2-26 0,1-2-13 16,1 2-21-16,-1-2-21 0,0 0-37 15,-1-4-54-15,0 2-41 0,-1 1-23 0,0 0-115 16,-2-6-371-16,1-1 164 0</inkml:trace>
  <inkml:trace contextRef="#ctx0" brushRef="#br0" timeOffset="51204">24656 5155 131 0,'0'0'200'0,"0"0"-15"0,0 0-17 16,-12-2-16-16,12 2-9 0,0 0-9 0,30-6-13 15,-1 3-7-15,11 0-13 0,21-6-12 0,5 1-4 16,26-5-9-16,-28 5-7 0,27-3-7 0,-29 5-21 16,-5 1-26-16,2 2-35 0,-7 2-34 0,-2-1-44 15,-13 2-45-15,-3 4-120 0,-5 0-282 0,-8-3 124 16</inkml:trace>
  <inkml:trace contextRef="#ctx0" brushRef="#br0" timeOffset="51569.86">24573 5542 137 0,'0'-10'305'0,"-2"1"-22"0,2 9-24 0,-1-10-19 16,1 10-26-16,0-8-21 0,0 8-20 0,0 0-21 16,0 0-16-16,0 0-15 0,0 0-8 0,0 0-10 15,0 0-12-15,4 30 2 0,0-6-2 0,-2 2-8 16,4-1-12-16,-4-1-3 0,5 2-4 0,-5 0-10 15,0 2-2-15,1-3-4 0,3-1-4 0,-6-5-11 0,2 0-31 16,-1-2-29-16,2 2-27 0,-2-4-36 16,0-1-49-16,2-2-54 0,-1-1-50 0,-2 0-171 15,0-4-447-15,0-1 199 0</inkml:trace>
  <inkml:trace contextRef="#ctx0" brushRef="#br0" timeOffset="51757.6">24910 5673 129 0,'6'-3'192'15,"3"-2"-21"-15,3 0-6 0,-2 1-12 0,3 1-15 16,1 0-13-16,-1 1-14 0,2 0-12 0,2 1-11 0,-3 1-9 16,-1 0-24-16,6 0-34 0,-6 0-38 15,2 1-28-15,-4 1-57 0,3 0-34 0,-3 1-69 16,-2-3-221-16,-2 0 98 0</inkml:trace>
  <inkml:trace contextRef="#ctx0" brushRef="#br0" timeOffset="51938.12">25106 5559 35 0,'-6'-7'235'16,"6"7"-21"-16,-3-5-16 0,3 5-17 0,0 0-24 15,0 0-15-15,0 0-14 0,0 0-8 0,0 0-2 16,-8 19-3-16,8-8-10 0,-2 1-8 0,-2 5-9 15,0 1-7-15,3 1-9 0,-2 7-4 0,3-6-13 16,-2-1-33-16,0 0-32 0,4-1-46 0,-2 0-52 16,2-2-50-16,-2 0-159 0,2-5-343 0,0 1 152 15</inkml:trace>
  <inkml:trace contextRef="#ctx0" brushRef="#br0" timeOffset="52389.78">25415 5595 129 0,'3'-6'287'0,"-3"6"-26"0,2-10-30 0,-2 10-22 15,0 0-17-15,6-2-6 0,-6 2 3 0,0 0-15 16,0 0-11-16,-12 32-14 0,10-16-7 0,0 1-15 16,-2 2-11-16,1-1-11 0,-1 2-9 15,4-2-10-15,0-1-10 0,-2-1-8 0,2-3-6 0,0-1-8 16,0-1-4-16,0 0-5 0,0-2-2 0,0-1-3 15,0-8-3-15,0 13-6 0,0-13 3 0,-3 10-4 16,3-10 7-16,0 6-1 0,0-6 7 0,0 0 4 16,0 0-3-16,0 0-6 0,0 0-2 0,0 0-11 15,0 0 6-15,-11-24-13 0,10 13 6 0,2-5 0 16,-1 1-7-16,4-11 7 0,-2 7-12 0,-2-6-6 16,8-3-1-16,-4-1-4 0,2 3-4 0,3-3 3 15,1 1-3-15,-2 2 0 0,2 3-1 0,-4 7 5 16,1 3 5-16,-2 3-5 0,-1 1 3 0,0 2-1 15,-3 4-3-15,3-2-7 0,-4 5 3 0,6-5 10 16,-6 5-11-16,13 3 7 0,-13-3-8 0,12 11-2 16,0 0 3-16,-1 3 1 0,0-1-6 0,-2 3 8 15,1-1 1-15,0 1-3 0,0 1 4 0,-3-2 0 16,1 2 1-16,-2-1 8 0,1 1-3 0,-1-2-4 16,2 2-8-16,-5-6-10 0,1 1-28 0,0-2-27 15,0 0-23-15,-4 2-28 0,1-3-36 0,-1 2-50 16,0-5-54-16,0-6-217 0,-5 12-518 0,5-12 229 15</inkml:trace>
  <inkml:trace contextRef="#ctx0" brushRef="#br0" timeOffset="52551.96">25419 5661 104 0,'7'-10'172'16,"-3"9"-18"-16,5-3-13 0,0-1-17 0,5 2-10 15,5-1-16-15,2 1-14 0,6-4-35 0,-6 4-33 16,4-4-39-16,-4 3-47 0,6-2-91 0,-6 4-174 16,-4-4 77-16</inkml:trace>
  <inkml:trace contextRef="#ctx0" brushRef="#br0" timeOffset="52747.91">25852 5496 110 0,'0'0'235'16,"0"-10"0"-16,0 10-8 0,3-7-7 0,-3 7-22 15,0 0-16-15,0 0-21 0,0 0-18 0,0 0-11 16,0 0-21-16,0 0-10 0,0 0 3 0,3 22 5 16,-3-12-10-16,-1 6-8 0,1 2-8 0,-2 1-5 15,2 5-9-15,-3-6-6 0,3-1-6 0,-4 2-8 16,4 0-19-16,0-2-30 0,-1-2-26 0,0 1-23 16,1 0-22-16,0-4-35 0,0-3-43 0,1 1-40 15,-1-3-195-15,0 0-414 0,0-7 184 0</inkml:trace>
  <inkml:trace contextRef="#ctx0" brushRef="#br0" timeOffset="53120.96">25895 5388 63 0,'15'-12'230'0,"2"0"-5"0,0 1-8 0,-1 3-4 16,-5 1-17-16,1 5-14 0,-1 0-15 0,0-1-19 15,-1 3-12-15,0-2-16 0,1 1-9 0,-11 1-12 16,14 3-7-16,-5 0-14 0,-3 3-4 16,2 1-9-16,-4 2-2 0,0 0-6 0,-3 0-4 15,1 1-7-15,-4 1 0 0,1 1-5 0,-3-1 3 16,0-1-21-16,-2 1-12 0,2-1-10 0,-2 1-15 0,1-3-7 16,-1 1-11-16,1-3-2 0,0 0-13 0,3 0-5 15,2-6-5-15,-4 6-5 0,4-6 9 0,0 0 8 16,-2 8 0-16,2-8 9 0,0 0-2 15,12 6 6-15,-6-3-2 0,-6-3 6 0,13 0 2 16,-5 1 4-16,0 1 2 0,-8-2 9 0,13 2-1 0,-9-1 0 16,-4-1 2-16,12 4-2 0,-12-4 4 0,7 3 5 15,-7-3-1-15,4 7 3 0,-2-4 2 0,-2-3 0 16,0 0 2-16,-6 15-3 0,2-10-9 16,1 1-19-16,3-6-47 0,-9 9-41 0,4-7-48 0,-1 5-111 15,6-7-295-15,-11 3 130 0</inkml:trace>
  <inkml:trace contextRef="#ctx0" brushRef="#br0" timeOffset="53322.09">26400 5305 112 0,'10'2'191'0,"1"2"-13"0,-2 6-9 16,-1 0-9-16,2 4-8 0,-2 0-17 0,-1 3-8 15,-5 3-11-15,0 7-9 0,-1-4-9 16,-4 4-11-16,-3-1-7 0,1 2-19 0,-5-2-26 0,-5-1-32 16,-2 2-44-16,-4-1-48 0,-6-4-40 15,3 3-130-15,-4-3-280 0,2-3 123 0</inkml:trace>
  <inkml:trace contextRef="#ctx0" brushRef="#br0" timeOffset="53691.46">24455 5441 142 0,'-20'9'216'0,"0"7"-9"0,1 7-12 0,3 3-12 16,-3 6-24-16,-1 14-12 0,6 1-17 0,4-1-11 15,6 2-10-15,8 0-13 0,9-2-6 0,7-3-6 16,5 0-10-16,13-3-30 0,4-1-23 0,8-4-52 16,1-3-53-16,3-3-55 0,1-3-155 0,-3-9-318 15,1 1 141-15</inkml:trace>
  <inkml:trace contextRef="#ctx0" brushRef="#br0" timeOffset="56903.87">8345 8817 235 0,'-8'-14'228'0,"1"4"-21"0,-2 1-5 0,1 2 3 0,-1-2-10 16,-5 0-16-16,2 4-9 0,-5 2-13 16,4 1-10-16,-5 2-14 0,4 1-14 0,-4 4 10 15,1 4-11-15,-1 1-12 0,-5 6-10 0,3 4-8 16,-1-1-7-16,4 5-9 0,1 2-4 0,5-1-9 0,1-2 0 16,3 4-10-16,2-8-6 0,2 0-5 0,2 2-7 15,1-3-4-15,3 0 1 0,2-2-3 16,3-2-2-16,-1 0-1 0,3-4-1 0,2 4-3 15,3-5-2-15,1-6 1 0,3 7 3 0,-3-7-6 0,2-3 5 16,0-1-9-16,4-4 0 0,5-3-3 16,-2-3-7-16,-7 1 2 0,7-4 3 0,-4-2-6 0,-5 3 1 15,1-8 0-15,0 1 3 0,-3-3-4 16,-6 6-1-16,2-8 6 0,-2-2 0 0,-5-1-4 0,-1 0-1 16,-1-1 2-16,-2-3-1 0,-3 0 0 15,-3-3 0-15,-1 3-1 0,-5-14 10 0,5 16 4 0,-1-5 8 16,2 5-1-16,-1 3-1 0,3 1 14 0,0 8 15 15,0 1 6-15,1 2-2 0,1 3 4 16,2 2-5-16,0 6-11 0,1 4-7 0,-3-10-7 0,3 10-10 16,0 0-4-16,0 0 2 0,0 0-3 0,9 29 0 15,-1-3 3-15,-3 5-3 0,4 15-4 0,1-2 1 16,-4 3 0-16,-1-2-1 0,-1-9 1 16,-1 11-2-16,-1-14-2 0,0 1 5 0,-1-1-16 0,0-3-19 15,4 0-20-15,-2-1-33 0,1-8-25 0,-2-2-23 16,1-1-33-16,-3-1-40 0,2-4-47 0,2-2-31 15,-1-1-198-15,-1-3-515 0,-2-7 229 0</inkml:trace>
  <inkml:trace contextRef="#ctx0" brushRef="#br0" timeOffset="57288.36">8672 8809 175 0,'2'-4'207'0,"-2"4"-18"16,0 0-8-16,0 0 5 0,0 0-2 0,0 0-9 15,0 0-12-15,-3 24-13 0,-1-12-9 0,1 5-14 16,-2-2-12-16,3 1-7 0,-1-2-9 0,2 1-10 16,-2-4-8-16,2 1-6 0,-2-3-10 0,2-1-8 15,1-1-4-15,0-7 1 0,0 13-8 0,0-13-1 16,-1 8-7-16,1-8 0 0,-3 6 7 0,3-6 2 16,0 0-1-16,0 0-3 0,0 0-3 0,0 0-5 15,0 0-6-15,0 0-2 0,-8-27-2 0,6 16-3 16,1-6-2-16,0 0-1 0,1-10-2 0,1 1-5 15,-1 0-3-15,1-5 2 0,1-2-7 0,0-1 4 16,3 2-5-16,1 0-3 0,1 3 0 0,-1 2 4 16,1 4 2-16,-1 9 5 0,-1 3 1 0,-2 3 1 15,-1 1-11-15,2 1-1 0,-4 6-2 0,9-3-1 16,-9 3 1-16,11 12-3 0,-4-2 6 0,1 6-4 16,-1 3 0-16,3 8 5 0,-3-1 0 0,2 3-3 15,0 0 5-15,-4 1-2 0,3-3 4 0,-5 0-1 16,3-2-3-16,-1 1 1 0,0-7-24 0,-3 0-36 0,1-2-32 15,-1-1-53-15,1-4-76 0,0-2-259 16,-5 1-516-16,2-2 229 0</inkml:trace>
  <inkml:trace contextRef="#ctx0" brushRef="#br0" timeOffset="57443.8">8594 8887 2205 0,'0'-6'-9'0,"0"-3"1"0,0 9 1 0,3-11 0 15,-1 5 3-15,5 0 4 0,1-1-1 0,4-2 5 16,5 0-7-16,2-1-5 0,5-1-18 0,3 1-21 0,1-1-33 16,1 3-40-16,3-1-36 0,-4-1-134 0,-8 6-312 15,8-5 139-15</inkml:trace>
  <inkml:trace contextRef="#ctx0" brushRef="#br0" timeOffset="57645.74">9076 8661 194 0,'0'0'221'0,"0"0"1"15,-13 0-9-15,13 0-5 0,-11 8-4 16,5-3-3-16,1 3-6 0,-2 3-5 0,-1 3-2 0,0 4-3 16,1 8-13-16,-1-9-11 0,3 5-8 0,0 0-14 15,1 3-11-15,3-4-6 0,-2 3-14 0,2-6-15 16,1 1-10-16,1 1-6 0,0-4-10 0,1 0-2 16,-1 0-11-16,0 1-17 0,1-2-30 0,-1-1-34 15,-1-4-35-15,0 1-34 0,1-1-36 16,-3 0-53-16,3-1-50 0,-2-2-57 0,-3-2-151 0,0 1-481 15,4-6 213-15</inkml:trace>
  <inkml:trace contextRef="#ctx0" brushRef="#br0" timeOffset="57790.02">8893 8981 90 0,'7'-4'200'0,"-1"-4"-6"15,3 3-14-15,2-1-14 0,4-1-18 0,-2 2-13 16,3 0-13-16,3 0-6 0,1 1-17 0,-2 0-25 15,-1 3-47-15,-3 1-55 0,0-2-62 0,-2 3-150 16,-5 0-258-16,-7-1 115 0</inkml:trace>
  <inkml:trace contextRef="#ctx0" brushRef="#br0" timeOffset="58027.82">8144 9559 64 0,'-20'6'296'0,"7"0"-26"0,5-2-30 0,6-1-15 15,2-3-25-15,0 0-6 0,29 7-8 0,4-10-3 16,22-5-14-16,9-2-14 0,33-9-15 0,4-4-7 16,3 4-21-16,-4-1-5 0,1 0-15 0,-38 5-10 15,30-4-15-15,-30 9-26 0,-4-2-29 0,-1 4-34 16,-19 2-37-16,-4 4-75 0,-5 1-50 0,-3 1-52 15,-10 3-154-15,-6-3-421 0,1 4 188 0</inkml:trace>
  <inkml:trace contextRef="#ctx0" brushRef="#br0" timeOffset="59201.85">9890 9473 236 0,'3'-5'304'0,"-3"5"-8"0,3-8-10 16,-3 8-10-16,7-10-16 0,-5 6-22 0,-2 4-26 15,8-9-20-15,-3 4-20 0,3 1-22 0,3 0-15 16,-1-2-39-16,1 0-37 0,3 3-51 0,-4-1-45 16,3 2-53-16,-3 2-60 0,2-2-41 0,-5 4-37 15,2-2-143-15,-9 0-402 0,10 7 179 0</inkml:trace>
  <inkml:trace contextRef="#ctx0" brushRef="#br0" timeOffset="59340.02">9995 9533 228 0,'-9'12'228'0,"1"-2"-6"16,0-4-7-16,0 4-1 0,1-3-3 0,3-2-2 15,0 0-9-15,4-5-10 0,-5 9-13 0,5-9-12 16,-2 7-8-16,2-7-7 0,0 0-16 0,0 0-12 16,15 0-9-16,0-4-22 0,1-2-36 0,3-1-39 15,6-3-48-15,2-2-61 0,0-2-84 0,3 0-82 16,0-5-164-16,0 1-458 0,-3-1 203 0</inkml:trace>
  <inkml:trace contextRef="#ctx0" brushRef="#br0" timeOffset="61253.84">12498 8655 181 0,'0'-9'210'0,"0"0"-8"0,-2-3-2 16,-1 1-8-16,-1 0-13 0,-3 1-11 15,2 3-9-15,-2-4-14 0,1 3-10 0,-4 2-6 16,-2 0-10-16,2 1-10 0,-4 1-9 0,1 1-11 0,-5 3-6 16,1 3-6-16,0 0-7 0,1 2 1 0,1 2-11 15,-2 3-10-15,3 2 3 0,0 1-7 0,3 2-2 16,0 1-7-16,0 0-3 0,2 2-3 16,4-1-3-16,1 0-3 0,6 1-2 0,0-3 2 0,1 0-8 15,3 1 1-15,2-4-2 0,2-4-1 0,1 3-5 16,3-2 3-16,2 1 5 0,2-5-8 0,-3 0 2 15,4-2-6-15,-1-1-1 0,1-2-1 16,-1-2-4-16,0-2 3 0,0-2 0 0,-3-3 0 0,2 1-5 16,-1-3 1-16,-3 0-2 0,5-8 0 0,-7 3 0 15,2-6 2-15,-1-2 2 0,-3-1-1 0,4 0 0 16,-6-3 3-16,-2 3-5 0,-3-6-2 0,0 1 5 16,2-1 1-16,-4 1 4 0,0-2 11 0,-2 1 2 15,-2 5 7-15,2-1 7 0,2 3 10 0,0 7 7 16,-2 6-2-16,2-2-3 0,-2 4 14 0,1 2-19 15,1 7-1-15,0-12-14 0,0 12-7 0,0 0 0 16,0 0-6-16,0 0 7 0,0 0-11 0,-1 33 2 16,1-5 3-16,1 4-3 0,-2 14 2 0,2-12-7 15,-1 14 6-15,0-1-3 0,-2-2 1 0,-1-8-5 16,6 10 4-16,-3-12-9 0,1-4-19 0,0 0-22 16,0-2-28-16,3 0-28 0,0-2-35 0,-1-1-44 15,3-8-49-15,1-5-49 0,-5-1-190 0,3 0-504 16,1-3 223-16</inkml:trace>
  <inkml:trace contextRef="#ctx0" brushRef="#br0" timeOffset="61665.36">12909 8592 110 0,'0'-6'232'0,"0"6"-23"0,1-9-14 0,-1 9-2 0,0 0 1 16,0 0-10-16,0 0-6 0,0 0-9 0,0 0-14 15,-6 23-17-15,4-10-12 0,-3-3-10 0,4 2 1 16,0-1-26-16,-1 1-4 0,0-2-13 0,-1 1-8 16,3-3-5-16,0 0-5 0,0 2-3 0,0-10-6 15,-2 11-8-15,2-11 1 0,2 7-3 0,-2-7-1 0,0 0-3 16,-2 9 4-16,2-9 6 0,0 0-1 16,0 0-7-16,0 0-2 0,0 0-5 0,0 0-3 15,7-29 0-15,-5 16-2 0,1-4-1 0,5-7-5 16,-1-5-5-16,3 1 0 0,0-4-3 0,-1-2 0 0,3 4-2 15,-1 1-4-15,4 2 10 0,-3 1-11 16,-1 2 16-16,-3 9 2 0,0 0 1 0,-4 6 1 16,3 0-7-16,-3 5 0 0,-2-1-9 0,-2 5-3 15,8-4 2-15,-8 4-1 0,0 0 1 0,13 13-5 0,-7-5 0 16,3 6 4-16,-3 1 3 0,0 2-1 0,0 1 0 16,1 6-4-16,-1 1 2 0,0-1 1 0,-2-7-2 15,0 1 2-15,1 2-1 0,-1-2-2 16,0-1-31-16,-3 2-16 0,1-4-31 0,1 1-28 15,-1-2-33-15,0 0-49 0,-2-4-39 0,0 0-39 0,-2 0-162 16,0-5-460-16,2-5 205 0</inkml:trace>
  <inkml:trace contextRef="#ctx0" brushRef="#br0" timeOffset="61829.81">12828 8582 225 0,'0'0'206'0,"-7"-5"-23"0,7 5-21 0,0 0-7 15,0 0-9-15,14-13-13 0,3 4-11 0,1 7-13 16,14-4-11-16,1 4-13 0,3-1-5 0,-2-2-12 16,0 4-24-16,2 0-31 0,-4 4-48 0,-3 1-31 15,2 0-47-15,-11 3-157 0,-8-2-291 0,-1 1 129 16</inkml:trace>
  <inkml:trace contextRef="#ctx0" brushRef="#br0" timeOffset="62102.46">12109 9354 166 0,'-7'4'245'0,"5"-1"-19"0,2-3-25 16,0 0-19-16,25 7-20 0,4-8-15 0,7-3-11 15,18-5-14-15,4 2-11 0,8-1-9 0,-5-3-17 16,6 0-3-16,21-3-11 0,-24 5-6 0,-3-3-5 0,-2 1-5 16,-4 4-7-16,-3 3-21 0,-12 2-17 15,-3-1-20-15,-4 0-28 0,-1 3-37 0,-11 2-27 16,0-1-36-16,-3 2-23 0,-5 0-136 0,-6-1-321 16,-3 2 142-16</inkml:trace>
  <inkml:trace contextRef="#ctx0" brushRef="#br0" timeOffset="62564.3">12437 9769 216 0,'-9'18'212'0,"-1"-2"-8"0,0 6-12 0,3-3-3 16,-5 4-9-16,6-7-16 0,0 1-4 0,1-1-11 0,0 0-5 15,0-6-12-15,1 2-10 0,2-2-13 16,-1 0 0-16,0-5-8 0,2 3-5 0,1-8-3 0,-4 8 2 16,4-8-3-16,0 6 2 0,0-6 1 15,0 0 2-15,0 0 5 0,0 0-6 0,-2 9 3 0,2-9-9 16,0 0-11-16,0 0-16 0,0 0-2 0,6-34-1 16,-4 18-7-16,7-8-10 0,-1 1-2 0,2-3-7 15,2-2-1-15,2-2-7 0,-1 0-5 0,3-4-1 16,5-8-8-16,4 0-6 0,-8 12 7 0,2 0-4 15,0 1-6-15,3 4 2 0,-7 3 7 0,-2 9 4 16,-5 3-9-16,1 1-6 0,-3 2 7 0,0 4-4 16,2-1 2-16,-4 2 17 0,-4 2-10 0,19 6 8 15,-13 2 2-15,3 3 13 0,0 4 5 0,3 2 4 16,-3 0-4-16,1 8-6 0,-4-7 10 0,3 4-10 16,-1-3-2-16,-4 5 2 0,6-6-10 0,-6-1-6 15,-2 0 8-15,5-2-3 0,-5-3-8 0,1 1 5 16,1-2-5-16,-2 1-10 0,2-2-17 0,-1-3-27 15,0 1-24-15,-3-2-26 0,0-6-25 0,2 10-22 16,0-5-21-16,-2-5-28 0,0 0-41 0,0 0-45 16,-10 15-47-16,10-15-192 0,-11 3-550 0,11-3 244 15</inkml:trace>
  <inkml:trace contextRef="#ctx0" brushRef="#br0" timeOffset="62738.82">12455 9784 107 0,'0'0'259'0,"0"0"-28"0,0 0-22 0,0 0-14 16,0 0-7-16,0 0-6 0,0 0-10 0,34-6-15 15,-14 1-13-15,5-3-13 0,6 1-16 0,0-1-12 16,3 0-29-16,4-3-36 0,-1 0-52 0,12-4-55 16,-2-3-64-16,-11 5-71 0,-3 0-111 0,-1 1-340 15,1-2 151-15</inkml:trace>
  <inkml:trace contextRef="#ctx0" brushRef="#br0" timeOffset="65661.92">22473 5734 13 0,'0'0'17'0,"0"0"0"15,0 0-3-15,-3-9-5 0,3 9 8 0,0 0-3 16,0 0 2-16,0 0-3 0,0 0-3 0,0 0-1 16,0 0 6-16,0 0-8 0,0 0-3 0,0 0 1 15,0 0 0-15,0 0-3 0,0 0 2 0,0 0-3 16,-6-4 7-16,6 4-10 0,0 0 4 15,0 0 1-15,0 0-3 0,0 0 2 0,0 0 2 16,0 0-1-16,0 0-2 0,0 0 1 0,0 0-4 0,0 0 0 16,0 0 4-16,0 0 1 0,0 0-3 0,0 0 3 15,0 0 0-15,0 0 0 0,0 0-2 0,0 0-2 16,0 0 5-16,-6-3-5 0,6 3 0 0,0 0 4 16,0 0-3-16,0 0 0 0,0 0 1 0,0 0-4 15,0 0-2-15,0 0 8 0,0 0-4 0,0 0-2 16,0 0 5-16,0 0-1 0,0 0 1 0,-8-3-5 15,8 3 4-15,0 0-3 0,0 0 3 0,0 0-1 16,0 0-5-16,0 0 4 0,0 0-1 0,0 0 8 16,0 0-6-16,-9-2-1 0,9 2-3 0,0 0 3 15,0 0 0-15,0 0-1 0,0 0 5 16,0 0-12-16,-9-3 6 0,9 3 3 0,0 0 3 16,0 0 1-16,0 0-8 0,0 0 2 0,0 0 3 0,-8-1 1 15,8 1-6-15,0 0 4 0,0 0-5 0,0 0 4 16,0 0 2-16,0 0-4 0,0 0 0 0,0 0 1 15,0 0-1-15,0 0 3 0,0 0-3 16,-7-3 1-16,7 3 0 0,0 0-1 0,0 0 2 16,0 0-8-16,0 0 1 0,0 0 4 0,0 0-1 0,0 0 3 15,0 0-3-15,0 0 1 0,0 0 1 16,-11 1-2-16,11-1-1 0,0 0 2 0,0 0 4 16,0 0-4-16,0 0 0 0,0 0-2 0,0 0 8 15,0 0-4-15,0 0 1 0,0 0-2 0,0 0 0 16,0 0-2-16,-10-1 1 0,10 1 1 0,0 0-3 15,0 0-9-15,0 0-14 0,0 0 50 0,0 0-31 0,0 0-12 16,0 0 6-16</inkml:trace>
  <inkml:trace contextRef="#ctx0" brushRef="#br0" timeOffset="67663.59">22364 5667 8 0,'0'0'8'15,"0"0"1"-15,0 0-4 0,0 0-5 0,0 0 6 16,0 0 0-16,0 0-5 0,0 0 2 0,0 0 4 16,0 0-3-16,0 0-1 0,0 0 4 0,0 0-1 0,-2-7-8 15,2 7 10-15,0 0-3 0,0 0 1 16,0 0-5-16,0 0 0 0,0 0 5 0,0 0 2 16,0 0-5-16,0 0 4 0,0 0 1 0,-7-4-3 15,7 4 0-15,0 0-2 0,0 0-5 0,0 0 5 16,0 0-1-16,-7-5 5 0,7 5-5 0,0 0 1 15,0 0 3-15,0 0-1 0,-8-1 3 0,8 1-1 16,0 0 3-16,0 0-6 0,0 0 3 0,0 0 4 16,-6-4-4-16,6 4 1 0,0 0 1 0,0 0 2 15,0 0 9-15,0 0-7 0,-6-5-4 0,6 5 1 16,0 0 0-16,0 0 3 0,0 0-5 0,0 0 12 16,-5-5-10-16,5 5-2 0,0 0 3 0,0 0-6 0,0 0 4 15,0 0-11-15,0 0 15 0,0 0-4 16,0 0-2-16,0 0 4 0,-5-5 0 0,5 5-1 15,0 0-1-15,0 0-3 0,0 0 9 0,0 0 2 16,0 0-7-16,0 0-1 0,0 0 3 0,0 0-1 16,0 0 1-16,0 0-1 0,0 0-1 0,0 0 3 15,-1-8-4-15,1 8-6 0,0 0 5 0,0 0 3 16,0 0-2-16,0 0-2 0,0 0-1 0,0 0-1 16,0 0 8-16,0 0-5 0,0 0 0 0,0 0-6 15,0 0 5-15,0 0-3 0,0 0 2 0,0 0-3 16,0 0 2-16,0 0 2 0,0 0-4 0,0 0 4 15,0 0 0-15,0 0-5 0,0 0 5 0,0 0-7 16,0 0 2-16,0 0-6 0,0 0 14 0,0 0-4 16,0 0-6-16,0 0 0 0,0 0-1 0,0 0 5 15,0 0-6-15,0 0 6 0,0 0-2 0,0 0 7 16,0 0-8-16,0 0 5 0,0 0-4 0,0 0 0 16,0 0 4-16,0 0-8 0,0 0 5 0,0 0-2 15,0 0 6-15,0 0-12 0,0 0 15 0,0 0-10 16,0 0 1-16,0 0-3 0,0 0 6 0,0 0-8 15,0 0 5-15,0 0-4 0,0 0 1 0,0 0 5 16,0 0-5-16,0 0 3 0,0 0 3 0,0 0-10 16,0 0 3-16,0 0 3 0,0 0 9 0,0 0-11 15,0 0 6-15,0 0-6 0,0 0 0 0,0 0-5 0,0 0 5 16,0 0 2-16,0 0-1 0,0 0 2 16,0 0 1-16,0 0-5 0,0 0 0 0,0 0 1 15,0 0 1-15,0 0 8 0,0 0-16 0,0 0-1 16,0 0 5-16,0 0 4 0,0 0 1 0,0 0-12 15,0 0-2-15,0 0 11 0,0 0-2 0,0 0-1 16,0 0-9-16,0 0 13 0,0 0-3 0,0 0 4 16,0 0-7-16,0 0 6 0,0 0 3 0,0 0-1 15,0 0-6-15,0 0-3 0,0 0 7 0,0 0-2 16,0 0 1-16,0 0 3 0,0 0-1 0,0 0-2 16,0 0 12-16,0 0-16 0,0 0-6 0,0 0 2 15,0 0 11-15,0 0-2 0,0 0-12 0,0 0 15 16,0 0-3-16,0 0 3 0,0 0-2 0,0 0 1 15,0 0 0-15,0 0-10 0,0 0 9 0,0 0 3 16,0 0-3-16,0 0 0 0,0 0-5 0,0 0 4 16,0 0 1-16,0 0-4 0,0 0 4 0,0 0-4 15,0 0 2-15,0 0-3 0,0 0 7 0,0 0-2 16,0 0-4-16,0 0 6 0,0 0 2 0,0 0-8 16,0 0 2-16,0 0-3 0,0 0 5 0,0 0-7 15,0 0 2-15,0 0-2 0,0 0 7 0,0 0-1 16,0 0-4-16,-14 2-2 0,14-2 5 0,0 0 0 15,0 0-1-15,0 0 2 0,0 0-2 0,0 0 0 16,0 0 1-16,0 0 0 0,0 0 1 0,0 0 4 16,0 0 0-16,-9-1 7 0,9 1-14 0,0 0 1 15,0 0 7-15,0 0-8 0,0 0 4 0,0 0 10 16,0 0-9-16,0 0-3 0,0 0-1 0,0 0 3 16,0 0-8-16,0 0 9 0,0 0-6 0,0 0-1 15,0 0 8-15,0 0-7 0,0 0 2 0,0 0 2 16,0 0-4-16,0 0 2 0,0 0-4 0,0 0 4 15,0 0-2-15,0 0-1 0,0 0 4 0,0 0-8 16,0 0 2-16,0 0 4 0,0 0 2 0,0 0-2 16,0 0-5-16,0 0 3 0,0 0 1 0,0 0-2 15,0 0 5-15,0 0-4 0,0 0-6 0,0 0 2 16,0 0 4-16,0 0 1 0,0 0-1 0,0 0-7 0,0 0 9 16,0 0-2-16,0 0-2 0,0 0 7 15,0 0-8-15,0 0 3 0,0 0-3 0,0 0 7 16,0 0-2-16,0 0 7 0,-5 7-9 0,5-7 5 15,0 0 4-15,0 0-7 0,0 0 0 0,0 0 1 16,0 0 0-16,0 0 0 0,0 0 1 0,0 0 0 16,0 0 1-16,0 0-1 0,0 0-4 0,0 0 3 15,0 0 1-15,0 0-3 0,0 0 5 0,0 0-3 16,-4 6 1-16,4-6 0 0,0 0-4 0,0 0 4 16,0 0-1-16,0 0 3 0,0 0-3 0,0 0-3 15,0 0 2-15,0 0 5 0,0 0 2 0,0 0-6 16,0 0 2-16,0 0 1 0,0 0 1 0,0 0-5 15,0 0-2-15,0 0 2 0,0 0 4 0,0 0 0 16,0 0 0-16,0 0 0 0,0 0-3 0,0 0 1 16,0 0 5-16,0 0-3 0,0 0 2 0,0 0-1 15,-5 5-2-15,5-5 2 0,0 0-3 0,0 0 5 16,0 0-1-16,0 0 2 0,0 0-6 0,0 0 3 16,0 0-1-16,0 0 4 0,0 0-6 0,0 0 1 15,0 0 4-15,0 0 1 0,0 0-1 0,0 0-4 16,0 0 0-16,0 0 2 0,0 0-2 0,0 0 3 15,0 0-4-15,0 0 0 0,0 0 2 0,0 0-1 16,0 0 5-16,0 0-3 0,0 0-1 0,0 0-1 16,0 0 3-16,-4 6 0 0,4-6-2 0,0 0 0 15,0 0 0-15,0 0-2 0,0 0 0 0,0 0 1 16,0 0 1-16,0 0 1 0,0 0-3 0,0 0 5 16,0 0-1-16,0 0 0 0,0 0-5 0,0 0 8 15,0 0-2-15,0 0-2 0,0 0-3 0,0 0 4 16,0 0-3-16,0 0-4 0,0 0 3 0,0 0 0 15,0 0 5-15,0 0-2 0,0 0-2 0,0 0 3 16,0 0 0-16,0 0-5 0,0 0 2 0,0 0 1 16,0 0-4-16,0 0 3 0,-4 5-3 0,4-5 4 15,0 0 4-15,0 0-5 0,0 0 4 0,0 0-7 16,0 0 5-16,0 0-2 0,0 0-2 0,0 0 7 16,0 0-3-16,0 0 8 0,-4 6-8 0,4-6 1 15,0 0-5-15,0 0-1 0,0 0 3 0,0 0 2 16,0 0 1-16,0 0-1 0,0 0-9 0,0 0 16 15,0 0-8-15,0 0 1 0,0 0-3 0,0 0 2 16,0 0 0-16,0 0 3 0,0 0-4 0,0 0 5 16,0 0-2-16,0 0-1 0,0 0 2 0,0 0-2 15,0 0 0-15,0 0 1 0,0 0-2 0,0 0 1 16,0 0-3-16,0 0 3 0,0 0-7 0,0 0 9 16,0 0-9-16,0 0 7 0,0 0-1 0,0 0 0 15,0 0-4-15,0 0 9 0,0 0-6 0,0 0-3 16,0 0 4-16,-5 4 4 0,5-4-3 0,0 0-4 15,0 0 4-15,0 0 0 0,0 0 2 16,0 0-6-16,0 0-3 0,0 0 1 0</inkml:trace>
  <inkml:trace contextRef="#ctx0" brushRef="#br0" timeOffset="67717.05">22263 5663 11 0,'-4'6'-3'0,"4"-6"3"0,0 0 1 0,0 0-3 15,0 0 3-15,0 0-1 0,0 0 3 0,0 0-6 16,0 0 3-16,0 0-2 0,-3 4-1 0</inkml:trace>
  <inkml:trace contextRef="#ctx0" brushRef="#br0" timeOffset="68586.03">22247 5684 2 0,'0'0'3'0,"0"0"3"16,0 0-2-16,0 0-7 0,0 0 2 0,0 0 6 15,0 0-2-15,0 0 0 0,0 0-3 0,0 0 6 16,-4 5-5-16,4-5 3 0,0 0-3 0,0 0-3 16,0 0 3-16,0 0-1 0,0 0-2 0,0 0 2 15,0 0 1-15,0 0-2 0,0 0-5 0,0 0 12 16,0 0-9-16,0 0 2 0,0 0 1 15,0 0 4-15,0 0-6 0,0 0 3 0,0 0-6 16,0 0 8-16,0 0-4 0,0 0 0 0,0 0 0 16,0 0 1-16,0 0 0 0,0 0 0 0,0 0 0 0,0 0 4 15,0 0-2-15,0 0 1 0,0 0-1 0,0 0 1 16,0 0-1-16,0 0 1 0,0 0 1 16,0 0 0-16,0 0-4 0,0 0 0 0,0 0 4 0,0 0 0 15,0 0 1-15,0 0-5 0,0 0 2 0,0 0 4 16,0 0-3-16,0 0-3 0,0 0 1 0,0 0-1 15,0 0 4-15,0 0-6 0,0 0 7 16,0 0-5-16,0 0-2 0,0 0 7 0,0 0-9 16,0 0 8-16,0 0 1 0,0 0-3 0,0 0-1 0,0 0-2 15,0 0 0-15,0 0 0 0,0 0 0 16,0 0 2-16,0 0 1 0,0 0 2 0,0 0-7 16,0 0 0-16,0 0 1 0,0 0 5 0,0 0-4 0,0 0 1 15,0 0-2-15,0 0 1 0,0 0 0 0,0 0 0 16,0 0 2-16,0 0 3 0,0 0-6 15,0 0 4-15,0 0-3 0,0 0 4 0,0 0-2 16,0 0-1-16,0 0 0 0,0 0 0 0,0 0 0 16,0 0-3-16,0 0 1 0,0 0-4 0,0 0 7 0,0 0-5 15,0 0-3-15,0 0 0 0,-5 3-5 0,5-3-12 16,0 0 6-16</inkml:trace>
  <inkml:trace contextRef="#ctx0" brushRef="#br0" timeOffset="70928.75">22037 5700 3 0,'0'0'13'0,"0"0"-10"0,0 0 3 16,0-11 2-16,0 11 5 0,0 0-7 0,0 0 3 15,3-7 1-15,-3 7-6 0,0 0 0 0,-2-9-1 16,2 9 2-16,0 0-3 0,0 0 1 0,3-6 0 16,-3 6-3-16,0 0 6 0,0 0-1 0,0 0 3 15,0 0 0-15,0 0 2 0,-3-11-4 0,3 11 2 16,0 0-8-16,0 0 2 0,0 0 7 0,2-8 0 16,-2 8-6-16,0 0 0 0,0 0 2 0,0 0-8 15,-3-8 11-15,3 8-1 0,0 0-6 0,0 0 5 16,0 0-6-16,0-9 5 0,0 9-4 15,0 0 5-15,0 0-6 0,0 0 2 0,0 0 0 0,0 0 3 16,1-10-3-16,-1 10 1 0,0 0-1 0,0 0-2 16,0 0 4-16,0 0-4 0,0 0 2 0,2-7-2 15,-2 7 0-15,0 0 4 0,0 0-1 0,0 0-2 16,0 0-3-16,0 0 4 0,0 0-6 0,0 0 7 16,0 0 5-16,0 0-8 0,5-5-2 0,-5 5 5 15,0 0-3-15,0 0 8 0,0 0-6 0,0 0 4 16,0 0 3-16,0 0-5 0,0 0 5 15,0 0-5-15,0 0 4 0,0 0 5 0,0 0-4 0,0 0-5 16,0 0 3-16,0 0-1 0,1-7 3 16,-1 7-8-16,0 0-2 0,0 0 3 0,0 0 2 15,1-9 3-15,-1 9-3 0,0 0-3 0,0 0 0 0,2-7 2 16,-2 7 5-16,0 0-7 0,0 0 1 0,0 0-2 16,0 0-2-16,1-8 5 0,-1 8 1 0,0 0-4 15,0 0 2-15,0 0-1 0,0 0-1 0,2-7 4 16,-2 7-5-16,0 0 10 0,0 0-11 0,0 0 1 15,2-7-2-15,-2 7 2 0,0 0-4 16,0 0-12-16,0 0-11 0,0 0-4 0,0 0-20 16,0 0-55-16,0 0 24 0</inkml:trace>
  <inkml:trace contextRef="#ctx0" brushRef="#br0" timeOffset="86103.73">7941 6951 80 0,'0'0'83'0,"0"0"-4"0,0 0-7 16,0 0-2-16,0 0-7 0,-3-13-5 0,3 13-3 15,0 0-4-15,-2-7 11 0,2 7-9 0,0 0 1 16,0 0-7-16,-4-9-5 0,4 9-4 0,0 0 1 16,-5-6-11-16,5 6 3 0,0 0-5 0,-1-7-3 15,1 7-3-15,0 0 6 0,-5-8-11 0,5 8 0 16,-3-5 1-16,3 5-5 0,-3-8-4 0,3 8 2 15,-3-6-7-15,3 6 8 0,0 0-1 0,-4-9-2 16,4 9-1-16,0 0-1 0,-5-6 2 0,5 6 10 16,-7-7-7-16,7 7-2 0,-5-6 6 0,5 6-1 15,-5-4 0-15,5 4 5 0,-8-4-2 0,8 4-4 16,-6-3 0-16,6 3 2 0,-8-5-4 0,8 5 3 16,0 0-6-16,-7-3 4 0,7 3 1 0,0 0-2 15,-8-3 0-15,8 3-1 0,0 0-2 0,0 0 2 16,-8-1-5-16,8 1 6 0,0 0-2 0,0 0-2 15,0 0-8-15,0 0 2 0,0 0 2 0,0 0 1 16,0 0 0-16,0 0-3 0,0 0 2 0,0 0 4 16,27 1-1-16,-8-2 1 0,12-5-2 0,0 1 1 15,5 0 3-15,-1-4-5 0,3 4-11 0,1-3-22 16,13-3-33-16,-13 5-25 0,-4 0-30 0,0 3-87 16,-2-5-223-16,-3 3 99 0</inkml:trace>
  <inkml:trace contextRef="#ctx0" brushRef="#br0" timeOffset="110677.54">8819 9911 45 0,'0'0'140'0,"-8"-2"-13"0,8 2-10 15,0 0 2-15,-7-4-6 0,7 4-6 0,0 0-12 16,-8-2 2-16,8 2-8 0,0 0-7 0,-11-2-1 15,11 2-10-15,-8-4-2 0,8 4-4 0,-8 0-4 16,8 0-5-16,-9-3-2 0,9 3-3 0,0 0 1 16,0 0 5-16,-9 0-4 0,9 0 5 0,0 0-3 15,0 0 0-15,0 0 3 0,0 0-3 0,-10-3-3 16,10 3-5-16,0 0-2 0,-5-4 0 0,5 4-4 16,0 0 6-16,0 0-2 0,0 0 0 0,0 0-2 15,-8-4-1-15,8 4-7 0,0 0-3 0,0 0-4 16,0 0-6-16,0 0-3 0,0 0 4 0,-9 9 1 15,7-4 7-15,-3 7 5 0,1 0 1 0,-1 3-1 16,-3 2-3-16,0-1 1 0,2 3-1 0,-1 0-3 16,-1-2-4-16,0 8-3 0,0-9-2 0,1 2 5 15,0-1-4-15,0 0-6 0,3-2 16 0,-1-5-1 16,-1 6-6-16,4-5 0 0,-1-2-2 0,0 1-5 16,1-4 3-16,2-6-4 0,-1 13-1 0,1-13-3 15,-1 10 1-15,1-10-4 0,0 9 2 0,0-9 0 0,0 0-1 16,-3 7 3-16,3-7-2 0,0 0-5 15,0 0 3-15,0 0-2 0,0 0-3 0,0 0 5 16,3-36-4-16,-2 20-3 0,3-4-4 0,2-4-2 16,-1-2-9-16,-1-3-1 0,0 1 3 0,4 0-6 15,-1-3-1-15,2 3-2 0,-1 0 2 0,1-1 5 0,0 0-4 16,0 4 2-16,0 0 4 0,0 7 3 16,-3 1-2-16,-2 5 0 0,1 0 1 0,-1 4 7 15,0-2-7-15,-2 4-2 0,2 1 1 0,-4 5-3 16,4-7 2-16,-4 7 1 0,0 0 6 0,9 0 5 0,-9 0 11 15,10 10 0-15,-2 2 1 0,-2-2 3 16,2 6 7-16,0 1 2 0,-1 7 2 0,5 0-2 16,-7-4 2-16,3 7-3 0,-1-1 2 0,1 1 0 15,-1-2 2-15,-3-5-2 0,1-1 0 0,2-1-6 0,-1 0 1 16,-2 0 0-16,1 0-1 0,2 0-2 16,-5-2-5-16,2-4 5 0,-3-1-3 0,2 1-2 0,-1-1-1 15,1 1-3-15,-1-3-11 0,1 1-12 16,-2-3-11-16,1-1-15 0,-2-6-14 0,1 10-16 15,-1-10-10-15,1 9-21 0,-1-9-7 0,-1 7-27 0,1-7-31 16,0 0-34-16,0 0-30 0,0 0-197 0,0 0-461 16,0 0 205-16</inkml:trace>
  <inkml:trace contextRef="#ctx0" brushRef="#br0" timeOffset="110849.82">8620 10109 131 0,'0'0'159'0,"0"0"-10"0,0 0-11 0,-6-6-9 16,6 6-14-16,0 0-13 0,0 0-11 0,21-11-7 0,-8 6-14 15,3 2-22-15,4-2-24 0,6 0-39 16,2-2-20-16,1 2-32 0,-1-3-26 0,-9 2-79 16,3 1-186-16,4-3 83 0</inkml:trace>
  <inkml:trace contextRef="#ctx0" brushRef="#br0" timeOffset="111155.29">9119 9907 65 0,'-4'-10'246'0,"4"10"-7"16,-5-10-3-16,5 10-10 0,-6-7-13 0,6 7-14 0,-8-6-18 15,8 6-16-15,-9-1-21 0,9 1-17 0,0 0-8 16,-14 5-13-16,7 2-7 0,0 2-1 0,-2 6-1 15,-3 7-5-15,4 2-1 0,0 0-10 0,3 4-5 16,0-2-9-16,0 1 4 0,4-3-6 0,-1 3-6 16,2-2-3-16,-2 2-1 0,2 1-9 15,1-3 1-15,-1-6-6 0,1 0 2 0,-1 1-7 16,2-3-5-16,1 2-1 0,0 0-2 0,-2-3-4 0,-1 0 2 16,1 0-9-16,2-4-7 0,-2-1-15 0,-1-1-10 15,3 0-19-15,-3-2-17 0,0 3-13 0,0-11-29 16,0 11-39-16,0-11-41 0,0 9-39 0,0-9-41 15,-3 9-184-15,3-9-474 0,0 0 211 0</inkml:trace>
  <inkml:trace contextRef="#ctx0" brushRef="#br0" timeOffset="111311.72">8905 10290 170 0,'0'0'170'0,"5"-9"-10"0,-1 4-12 0,4-3-16 15,7-2-11-15,0 1-12 0,9-7-11 0,2 1-19 16,3 1-32-16,3 0-35 0,3-5-39 0,13-3-45 16,4-1-120-16,-3 0-207 0,-2 3 93 0</inkml:trace>
  <inkml:trace contextRef="#ctx0" brushRef="#br0" timeOffset="112151.03">22956 5232 79 0,'0'0'95'0,"0"0"-8"16,0 0 0-16,0 0-14 0,0 0-4 0,0 0-11 16,0 0-1-16,0 0-12 0,0 0 1 0,0 0-8 0,0 0-8 15,0 0-15-15,0 0-14 0,0 0-17 16,0 0-16-16,0 0-24 0,0 0-12 0,0 0-34 15,0 0-110-15,0 0 49 0</inkml:trace>
  <inkml:trace contextRef="#ctx0" brushRef="#br0" timeOffset="113011.27">8581 8874 22 0,'0'0'74'0,"-2"-7"-11"0,2 7 0 0,0 0-2 16,0 0-11-16,0 0-6 0,-4-7-5 0,4 7-11 16,0 0-3-16,0 0-14 0,0 0-14 0,0 0-17 15,0 0-9-15,0 0-43 0,0 0-77 0,0 0 34 16</inkml:trace>
  <inkml:trace contextRef="#ctx0" brushRef="#br0" timeOffset="113573">8782 10875 38 0,'0'0'123'0,"0"0"-8"0,0 0-11 0,0 0 4 16,0 0-13-16,0 0-6 0,0 0-4 15,0 0-4-15,0 0-15 0,0 0-4 0,0 0-3 16,0 0-9-16,0 0-2 0,0 0-4 0,0 0-4 0,0 0 6 16,0 0-5-16,0 0-9 0,0 0 0 0,0 0-3 15,0 0 0-15,0 0-9 0,0 0 5 0,0 0-2 16,0 0-3-16,0 0-5 0,0 0 2 16,0 0 0-16,0 0-11 0,0 0 7 0,0 0-5 15,0 0 5-15,0 0-3 0,0 0-3 0,0 0-3 0,0 0 1 16,0 0 3-16,0 0-2 0,0 0-2 0,0 0 0 15,0 0 2-15,0 0 2 0,0 0-7 0,0 0-7 16,0 0-6-16,0 0-14 0,0 0-15 0,0 0-7 16,0 0-18-16,0 0-26 0,0 0-25 0,0 0-91 15,1-8-226-15,-1 8 100 0</inkml:trace>
  <inkml:trace contextRef="#ctx0" brushRef="#br0" timeOffset="114957.54">8201 10375 74 0,'-3'9'112'0,"3"-9"-14"0,0 0-13 0,0 0 10 16,0 0-21-16,0 0 2 0,0 0-2 0,0 0-8 15,0 0-8-15,0 0-17 0,0 0 0 0,0 0 0 16,0 0-5-16,0 0-8 0,0 0-10 0,0 0-13 16,0 0-15-16,0 0-1 0,0 0-17 0,6 3-15 0,-6-3-11 15,0 0-12-15,7 5-69 0,-7-5-147 0,5 4 65 16</inkml:trace>
  <inkml:trace contextRef="#ctx0" brushRef="#br0" timeOffset="116905.6">7574 6628 98 0,'0'0'119'0,"0"0"-1"0,0 0 8 15,0 0 3-15,0 0 7 0,0 0 3 0,0 0-4 16,0 0-4-16,0 0-11 0,0 0-11 0,0 0-3 15,0 0-10-15,0 0-7 0,0 0-5 0,-18-14-8 16,18 14-6-16,-9-4-8 0,3 2-6 16,6 2-6-16,-14-2-4 0,2 1-5 0,5 1-6 0,-3 1-3 15,-2-1-3-15,-1 2-3 0,1 1-4 0,-1 1-5 16,-1 1 0-16,0 2-1 0,-2 2-1 16,1 1-3-16,-2 1 1 0,3 1-5 0,0-1 0 0,5-2-1 15,2 1-1-15,-1 0-1 0,3 1-2 0,-2 0-1 16,4-1-2-16,0 0 17 0,2 0-16 0,1-1-1 15,1-2 5-15,2 2-4 0,-2-2-1 0,3-1 3 16,1 0 1-16,0-1 0 0,0-1 1 0,0-1-2 16,2 0 3-16,0-1-1 0,3-1 1 15,-10-1-2-15,16-1 1 0,-6 1 2 0,1-5-4 16,1 1 4-16,-1-2-2 0,0 1-2 0,-2-4 2 0,2 1-5 16,1-4 9-16,-3-4-4 0,-1 4 1 0,-1-5-3 15,-1-2 0-15,-2 1-1 0,1-6 0 0,2-4-3 16,-5 2 3-16,-1 0 10 0,-2-2-14 0,1 0 0 15,1 1 0-15,-3-2 2 0,1 3-1 0,-2-2 0 16,1 12 6-16,4 0 8 0,-2 4 8 0,3 2 6 16,-3 3-1-16,0 0-6 0,0 7-4 0,0-9-3 15,0 9-4-15,0 0-2 0,0 0-1 0,0 0-3 16,-2 31 0-16,1-4 1 0,-1 8 1 0,-3 14 0 16,-2 0 0-16,-1 2-1 0,1 0 2 15,-3 1 1-15,4-6-3 0,1 0 0 0,3 1 0 0,0-14-8 16,2 2-38-16,4-2-32 0,1-2-57 0,3-1-61 15,1-1-195-15,2-1-418 0,0-4 186 0</inkml:trace>
  <inkml:trace contextRef="#ctx0" brushRef="#br0" timeOffset="120965.51">13857 9277 16 0,'0'0'216'0,"0"0"-7"0,-7-9-7 16,7 9-9-16,-2-5-13 0,2 5-19 15,0 0-15-15,-8-5-10 0,8 5-20 0,0 0-10 16,0 0-14-16,-4-4-13 0,4 4-22 0,0 0-27 16,0 0-24-16,0 0-21 0,0 0-21 0,0 0-31 15,0 0-19-15,0 0-24 0,0 0-18 0,0 0-123 16,0 0-271-16,8 23 120 0</inkml:trace>
  <inkml:trace contextRef="#ctx0" brushRef="#br0" timeOffset="121315.09">14846 8687 1994 0,'10'-24'-4'0,"-3"0"57"0,-3 4-19 0,-1 4-3 15,-3-1-8-15,1-1-9 0,0 6 6 0,-1 2 13 16,0 0 21-16,0 0 17 0,0 3-1 0,0 7 1 16,-1-12-2-16,1 12-6 0,0-10-12 0,0 10-7 15,0 0-6-15,0 0-8 0,0 0-3 0,0 0-3 16,0 0-1-16,0 0-1 0,3 27-2 0,-3-12-3 16,2 6 0-16,0-2 0 0,-2 2-1 0,-2 4 0 15,0 1-1-15,2 0-2 0,-2-2 0 0,1 0-1 16,0-4-2-16,1-2 1 0,-1 1 1 0,1 2-4 15,-2-4 2-15,2 2-11 0,-1-3-22 0,1 3-11 16,-1-2-20-16,1 1-27 0,-4-2-32 0,2 0-29 16,0-3-25-16,1 2-28 0,-3-3-181 0,-2 0-406 15,-2-2 179-15</inkml:trace>
  <inkml:trace contextRef="#ctx0" brushRef="#br0" timeOffset="121504.72">14575 9155 123 0,'0'0'175'0,"0"0"-9"0,27 1-4 15,-7-6-7-15,0 2-8 0,15-3-14 0,0-1-13 16,-1 0-11-16,17-1-9 0,-15 3-13 0,1 2-9 0,0 0-16 16,-1-1-40-16,-3 4-35 0,-1 0-36 15,-1 1-42-15,-8 2-56 0,-5-2-77 0,-4 2-242 16,-3 3 108-16</inkml:trace>
  <inkml:trace contextRef="#ctx0" brushRef="#br0" timeOffset="121778.29">14581 9492 24 0,'0'0'274'0,"-10"-1"-23"0,10 1-35 0,-7-2-21 0,7 2-19 16,0 0-20-16,0 0-16 0,-8 4-13 0,8-4-9 16,1 14-3-16,-1-3-5 0,2 3-8 0,-1 4 2 15,3 6-16-15,0 1-9 0,-2 0-6 0,-1 0-4 16,0 0-10-16,0 1-10 0,-1 0-1 0,2-2-5 16,-2-5-1-16,0 2-5 0,2-2-7 0,0 7-32 15,-2-9-16-15,2 2-25 0,-2 1-52 16,3-4-14-16,-3 1-35 0,0-4-36 0,1 0-32 15,-5-3-109-15,8-1-347 0,-3-2 154 0</inkml:trace>
  <inkml:trace contextRef="#ctx0" brushRef="#br0" timeOffset="121965.65">14795 9713 1918 0,'14'-10'7'0,"-4"1"7"0,-1 2 0 16,-1 1-11-16,1 1-6 0,-3 1 6 0,-1 0-5 15,4 1 12-15,-3 0 2 0,3-1-6 0,3 1 6 16,-3 1 3-16,2 0-3 0,-1 0 2 16,2 0-3-16,1 1-4 0,-1-2-18 0,0 3-10 15,1 0-28-15,-4 2-30 0,0-2-24 0,-2 2-23 0,0 0-23 16,-7-2-104-16,11 2-274 0,-11-2 122 0</inkml:trace>
  <inkml:trace contextRef="#ctx0" brushRef="#br0" timeOffset="122140.04">14990 9587 185 0,'0'0'207'0,"-5"-5"-5"0,5 5-19 16,0 0-19-16,0 0-13 0,0 0-13 0,0 0-7 15,0 0-4-15,0 0-2 0,0 0-6 0,-13 19-13 16,12-7-7-16,-2 1-9 0,1 1-9 0,0 4-4 16,-1-2-11-16,1 3-4 0,0-2-10 0,-2 1-27 15,1-3-31-15,1 3-34 0,1-1-44 0,0 1-44 16,1-3-46-16,-2 1-153 0,1-4-354 0,1-1 158 15</inkml:trace>
  <inkml:trace contextRef="#ctx0" brushRef="#br0" timeOffset="122569.56">15183 9654 140 0,'1'-4'223'16,"-1"4"-23"-16,6-5-16 0,-6 5 0 0,0 0-5 0,0 0-8 15,0 0-12-15,2 22-16 0,-3-13-9 16,-2 3-11-16,-1 5-10 0,3-2-12 0,-1 1-11 16,-1-1-6-16,0-1-10 0,1-1-8 0,2-1 1 15,-3-2-13-15,2-2-6 0,-1 2-6 0,2-3-3 0,0-7 2 16,-2 11-8-16,2-11-3 0,0 9 1 0,0-9 4 16,0 0 9-16,-2 7 6 0,2-7-1 0,0 0-10 15,0 0 1-15,0 0-4 0,0 0-5 16,-5-25-2-16,6 15-10 0,-1-4 4 0,4-2-4 0,0-2-6 15,4-5 0-15,0-3-2 0,0-1-2 0,1 3 0 16,-2 0-2-16,1-2-1 0,4 4 0 0,-5 7 14 16,-3 4 0-16,3 1-3 0,-3 1 1 0,1 3-6 15,-3 2-4-15,-2 4-3 0,7-6-1 16,-7 6-4-16,0 0 0 0,15 6-1 0,-11-1 4 16,2 3-3-16,-1 1-2 0,3 5 4 0,-4-2 3 0,2 3 2 15,-1 3 1-15,4-2-1 0,-6 0 1 0,3 0-4 16,-1 0 2-16,-1 0-1 0,-1-5 9 0,0 4-11 15,-1-2-14-15,2 3-9 0,-2-7-15 0,0 3-21 16,-2-4-23-16,2 2-36 0,-2 0-33 0,-2-3-33 16,1 1-33-16,-3-3-35 0,-3 1-136 0,-1 0-416 15,-1-1 185-15</inkml:trace>
  <inkml:trace contextRef="#ctx0" brushRef="#br0" timeOffset="122719.55">15130 9772 51 0,'0'0'180'0,"6"-8"-21"0,3 0-13 0,1 2-17 0,5-3-9 16,1 1-16-16,3 1-8 0,-2-2-12 0,2 1-26 15,-1 0-28-15,2 0-30 0,0-1-26 0,6-1-27 16,0 0-30-16,-6 1-84 0,0 1-178 0,5-3 78 16</inkml:trace>
  <inkml:trace contextRef="#ctx0" brushRef="#br0" timeOffset="122909.57">15536 9539 92 0,'5'-8'196'0,"-5"8"-2"16,2-6 1-16,-2 6-9 0,0 0-10 0,2-7-19 16,-2 7-19-16,0 0-14 0,0 0-6 0,0 0 6 15,0 0 2-15,0 0-4 0,5 23-1 0,-5-12-5 16,-2 5-9-16,2-1-7 0,-1 2-8 0,0 1-9 16,-2 0-4-16,2-1-13 0,-1 1-5 0,-2-1-5 15,3 0-1-15,-1 0-10 0,1-4-13 0,0 2-27 16,0-3-18-16,-1 3-29 0,1-5-31 0,0 3-54 15,-2-4-45-15,2 2-47 0,-2-2-168 0,3-9-419 16,-9 15 185-16</inkml:trace>
  <inkml:trace contextRef="#ctx0" brushRef="#br0" timeOffset="123290.51">15554 9487 63 0,'10'-12'229'0,"1"4"-13"16,-2-1-13-16,1 0-11 0,1 2-16 16,0 0-13-16,-1 1-17 0,3 3-15 0,-1-3-13 15,-1 4-13-15,1-2-12 0,0 3-9 0,-2 1-11 16,-10 0-4-16,14 4-10 0,-5 1-3 0,-2-1-9 0,-3 1 0 16,0 3-6-16,0-1-4 0,-3 2-12 0,-1 0 1 15,-2 2-10-15,0 0-13 0,-3 0-5 16,-1 0-7-16,-1 0-2 0,2-3-11 0,0 2-14 15,1-2-5-15,-1 1-3 0,1-2-19 0,2 1 5 0,2-8-7 16,-4 9 5-16,4-9-13 0,0 10 11 0,0-10-4 16,4 8 11-16,-4-8 15 0,9 5 2 15,-4-2 3-15,-5-3 9 0,11 3 2 0,-3-1 1 16,-3 0 1-16,-5-2 5 0,13 4 5 0,-8-2 8 0,-5-2 5 16,9 6 1-16,-9-6 2 0,5 6 13 0,-2-2-2 15,-3-4 8-15,0 8 4 0,0-8 3 0,-2 11-9 16,2-11-5-16,-9 9-18 0,3 1-6 15,0-5-19-15,-2 1-38 0,0-1-30 0,-1-1-34 16,-2 1-95-16,1-1-241 0,-3-1 106 0</inkml:trace>
  <inkml:trace contextRef="#ctx0" brushRef="#br0" timeOffset="123528.58">16050 9338 94 0,'7'1'192'0,"5"1"5"0,-4 4-6 0,1 1-10 0,-1 2-9 15,3 2-8-15,-2 5-10 0,1 1-13 0,-4 2-10 16,1 4-13-16,-2 3-9 0,-3 2-13 0,-2-2-6 16,-4 3-12-16,2-4-4 0,-11 5-18 0,0-3-15 15,-2 1-20-15,-5-1-14 0,-3 0-34 0,-3-1-21 16,-1 0-33-16,0 0-27 0,0-4-23 0,-3 0-19 15,-12 5-144-15,-2-1-318 0,11-9 141 0</inkml:trace>
  <inkml:trace contextRef="#ctx0" brushRef="#br0" timeOffset="123828.96">14301 9582 2329 0,'-7'-11'16'0,"3"3"57"0,0 3-40 16,-1-1-19-16,5 6-10 0,-7-2-3 0,7 2 0 15,0 0 0-15,-7 23 3 0,5-6 12 0,-2 9 3 16,-1 0 13-16,1 6 3 0,2-2 0 0,1 5-4 15,2-1 4-15,3 13-5 0,3-11-5 0,3 8 0 16,0-11 0-16,5-1-4 0,2 0-10 0,0 0-11 0,3-3-23 16,-1-2-28-16,3-3-30 0,2-1-49 15,-5-3-36-15,3-1-33 0,-2-2-162 0,-3-6-392 16,-2 0 174-16</inkml:trace>
  <inkml:trace contextRef="#ctx0" brushRef="#br0" timeOffset="127213.9">7963 7448 39 0,'0'0'32'0,"0"0"-1"0,0 0 4 16,0 0-6-16,0 0 4 0,0 0-2 0,0 0 0 15,0 0 2-15,0 0-4 0,0 0 2 0,0 0 0 16,0 0-7-16,0 0 6 0,0 0-6 0,0 0 2 15,0 0-9-15,0 0 0 0,0 0-5 0,0 0 7 16,0 0-7-16,0 0 1 0,0 0-4 0,0 0 3 16,0 0-4-16,0 0 1 0,0 0-4 0,0 0-1 15,0 0 6-15,0 0-5 0,0 0 5 0,0 0-5 16,0 0 3-16,0 0-4 0,0 0 1 0,0 0 1 16,0 0-6-16,0 0-4 0,0 0 11 0,0 0-7 15,0 0-3-15,0 0 11 0,0 0 0 0,0 0-8 16,0 0-3-16,0 0 6 0,0 0-7 0,0 0 3 15,0 0 5-15,0 0-8 0,0 0 0 0,0 0 3 16,0 0-3-16,0 0 4 0,0 0 1 0,0 0-2 16,0 0-2-16,0 0 5 0,0 0 2 0,0 0-3 15,0 0-1-15,0 0 0 0,0 0-6 0,0 0 8 16,0 0-5-16,0 0-2 0,0 0 2 0,0 0-3 16,0 0-2-16,0 0 5 0,0 0 0 0,0 0-7 15,0 0 2-15,0 0 0 0,0 0 0 0,0 0-1 16,0 0 4-16,0 0 2 0,0 0-2 0,0 0 7 15,0 0-3-15,0 0 0 0,0 0-2 0,0 0-2 16,0 0 1-16,0 0 3 0,0 0-5 0,0 0-3 16,0 0-1-16,0 0 3 0,0 0-6 0,0 0-13 15,0 0 0-15,0 0-11 0,0 0-8 0,0 0-22 16,0 0-74-16,0 0 33 0</inkml:trace>
  <inkml:trace contextRef="#ctx0" brushRef="#br0" timeOffset="130287.98">7848 11364 22 0,'-3'-6'201'0,"-1"-2"-1"0,2 1-1 16,-2 1-4-16,4 6 9 0,-5-11-10 0,5 11-16 15,-4-7-17-15,4 7-19 0,-1-6-20 0,1 6-16 16,0 0-8-16,0 0-13 0,0 0-6 15,5 27-4-15,-1 0-5 0,1 3 1 0,0 20-7 0,1 4-7 16,-3 0-4-16,-1 2-3 0,0-2 0 0,-2-1-7 16,2-2-5-16,0-2-3 0,-1-2 0 0,1-12 1 15,1-2-1-15,-2-1-4 0,3 0-1 16,-3-2-2-16,2-3-1 0,-1 0-4 0,0-3 0 16,-2-3 2-16,1 3-7 0,2-6 1 0,-2 1-7 0,0 1 2 15,-1-8 0-15,3 1-9 0,-3-2-18 0,1 0-24 16,0-2-28-16,-2-1-33 0,1-8-32 15,0 12-33-15,0-12-34 0,1 7-38 0,-1-7-137 16,0 0-402-16,0 0 177 0</inkml:trace>
  <inkml:trace contextRef="#ctx0" brushRef="#br0" timeOffset="130805.73">8522 11475 166 0,'-3'-8'240'0,"-4"0"-8"0,1 0-12 16,-2 0-11-16,0 4-11 0,-3-2-5 0,1 3-16 16,1 3-19-16,-3-2-9 0,1 2-17 0,2 2-13 15,-2 1-9-15,-1 3-12 0,-3 2 0 0,1 2-8 16,1 4-5-16,1 0-9 0,3 1-8 0,0 0-4 15,-1 0-10-15,5-2-6 0,2-3 0 0,-3 4-7 16,2-2-3-16,4-1-4 0,-1-1-5 0,2-1 0 16,3 0-6-16,-1 0 1 0,0-3-1 0,3 0-4 15,5-2-3-15,-5-2-2 0,6 0 3 0,-6-2-2 16,6-1-5-16,-1-1-1 0,0-3-11 0,1-1 1 16,3-4-1-16,-2-2-3 0,-1-1 3 15,2-3-3-15,-4-1 0 0,3-5 5 0,-4-4-2 0,0 2-5 16,-5 4 10-16,1-7-8 0,1-1 4 0,-2 4-2 15,-1-3 3-15,-2 0-3 0,3 2 0 0,-3 4 4 16,0 4 3-16,2 2 8 0,-1-1 5 0,0 6-2 16,-4 0 4-16,2 3 1 0,0 7-1 15,0-11-7-15,0 11-7 0,2-5-2 0,-2 5-1 0,0 0 2 16,0 0 3-16,0 0-5 0,1 23 3 0,-1-8-7 16,-1 3 1-16,-1 7 5 0,0-6-2 0,2 8 0 15,-1-1 0-15,1 0 0 0,-2 3 0 0,2 0 2 16,-1 0 1-16,1-3 1 0,-1 1-6 0,1-8-20 15,0 0-23-15,1 0-27 0,0-1-29 0,1-1-31 16,-1 1-39-16,5-4-29 0,-2-2-34 0,4 3-192 16,-4-7-459-16,2 1 203 0</inkml:trace>
  <inkml:trace contextRef="#ctx0" brushRef="#br0" timeOffset="131236.28">8842 11414 42 0,'1'-4'248'0,"-1"4"-11"16,2-7-7-16,-2 7-16 0,0 0-17 0,0 0-12 16,0 0-8-16,0 0-12 0,0 0-12 0,-17 20-12 15,11-7-10-15,-2 3-12 0,2 1-13 0,0 1-12 16,1 0-7-16,0-1-10 0,0 0-5 0,3-7-8 16,0 3-7-16,0-3-5 0,-1 0-5 0,2 2-1 15,-2-5-6-15,2 1-9 0,1-8-2 0,-1 11 3 16,1-11-1-16,0 7-4 0,0-7 0 0,0 0 2 15,-2 10 8-15,2-10-1 0,0 0-3 0,0 0-1 16,0 0-4-16,0 0-5 0,3-26 1 0,-3 16-6 16,1-9-1-16,4-4 1 0,-1-3-1 0,5 1-5 15,-1-4-1-15,0 2-6 0,-1-3 1 0,-2 3-5 16,4 0 2-16,0 3 0 0,-4 6 5 0,0 2 14 16,-1 0-2-16,1 7-1 0,-1 3-1 0,-3 0-1 15,2 0-5-15,-3 6-10 0,4-5 1 0,-4 5-5 16,0 0 2-16,11 2 2 0,-2 5 2 0,-2 3-3 15,0-1-1-15,1 4-3 0,1 3 3 0,-1 0-2 16,-1-1 2-16,0 3 0 0,0 0 3 0,0 1-2 16,2 8 4-16,-3-8-2 0,3 3-1 0,-3-5 6 15,0 0-8-15,-3-1-4 0,1-4-23 0,0-1-18 16,0 2-31-16,0-3-36 0,-3 2-41 0,0-4-37 0,-1-1-46 16,1 2-233-16,-4-3-508 0,3-6 226 15</inkml:trace>
  <inkml:trace contextRef="#ctx0" brushRef="#br0" timeOffset="131403.12">8791 11489 161 0,'0'0'176'16,"7"-8"-24"-16,0 3-15 0,2 0-13 0,2-1-20 15,1 1-29-15,6-2-22 0,-2 1-30 0,6 0-25 0,4-2-22 16,-1-1-24-16,-3 3-14 0,0 1-19 15,7-1-51-15,-11 0-142 0,9-1 63 0</inkml:trace>
  <inkml:trace contextRef="#ctx0" brushRef="#br0" timeOffset="131611.97">9250 11323 143 0,'0'0'168'0,"6"-6"-8"0,-6 6 3 0,1-8 11 16,-1 8 0-16,0 0 0 0,0 0-2 0,-8-11-7 15,8 11-10-15,0 0-10 0,-11-1-7 0,11 1-4 16,-11 7 3-16,2 2 1 0,1 0-1 0,-1 5-9 0,-1 3-1 15,0 5-9-15,-1 0-3 0,1 5-14 16,0-1-8-16,5-3-9 0,-2 1-7 0,1 1-5 0,4-7-4 16,-1 1-11-16,2 0-6 0,1-1-2 15,0 0-3-15,2-2-29 0,-2-2-26 0,0-2-22 16,2 0-25-16,-2-2-33 0,0 2-45 0,0-3-51 0,2-1-44 16,-1-2-41-16,-1-6-177 0,-5 10-483 0,5-10 215 15</inkml:trace>
  <inkml:trace contextRef="#ctx0" brushRef="#br0" timeOffset="131782.93">9064 11565 208 0,'8'-5'200'16,"-8"5"-6"-16,9-6-13 0,-3 3-18 15,-6 3-17-15,13-2-12 0,-4 2-14 0,3-1-11 0,0-1-11 16,5 2-29-16,-3 0-39 0,4 0-47 0,1-1-59 15,-2 1-53-15,-5 1-110 0,-1-1-258 16,-2 3 114-16</inkml:trace>
  <inkml:trace contextRef="#ctx0" brushRef="#br0" timeOffset="132027.16">8640 12014 2295 0,'-34'13'90'16,"2"-1"-23"-16,14-5-42 0,1 1-7 0,6-3-10 16,3 0-3-16,0 0 2 0,3-1-2 0,3 1 9 15,2-5 14-15,0 0 8 0,14 10 4 0,-2-9 1 16,15-2 0-16,12-1-5 0,12-3-1 0,2-3-5 16,2 0-5-16,0-2 3 0,-1 1-7 0,-5-1-8 15,-10 4-13-15,-2-3-15 0,-1 2-35 0,1 4-40 16,-1-1-48-16,0 0-50 0,-6 2-47 0,-8 4-131 15,-3-1-396-15,-2 2 176 0</inkml:trace>
  <inkml:trace contextRef="#ctx0" brushRef="#br0" timeOffset="132539.57">8903 12278 2405 0,'0'0'147'0,"-9"2"-76"0,9-2-51 0,-10 2-5 16,10-2-13-16,-10 7 3 0,5-2-1 0,2 0 15 16,-1 5 9-16,-2-2 5 0,-2 2 2 0,3 0 7 15,0 6 9-15,0 0-2 0,0 1-5 0,-1 0-1 16,2-2-4-16,-1 0 0 0,2-2-6 0,2 0 2 16,-2-1 0-16,1-1 2 0,2 1 1 0,-2-2 0 15,1 0 2-15,1-1 5 0,-3 1-8 0,3-10-4 16,-1 11 1-16,0-6-8 0,1-5 2 0,-1 8 6 15,1-8 14-15,0 0 0 0,0 8 11 0,0-8 1 16,0 0 7-16,0 0-3 0,0 0-5 0,0 0-8 16,0 0-6-16,0 0-3 0,0 0-6 0,-8-28-8 15,8 17-2-15,3-7-17 0,3-8-7 0,2 0 2 16,1 1-3-16,0-3-5 0,5-2 5 0,-4 2 3 16,3-4 5-16,-1 2-7 0,1 3-8 0,1 1 7 15,-7 9 9-15,0 2-6 0,3-1 2 0,-3 6 11 16,-2 0-2-16,-1 2-6 0,0 2-3 0,0 1-5 15,-4 5-3-15,10-3-1 0,-10 3 10 0,10 3-1 16,-10-3-3-16,16 12 0 0,-8-2 16 0,3 6-3 16,-1-1-1-16,-3 3 8 0,5 5-13 0,-4-5 18 15,-1 5-1-15,1-4-2 0,-2-2 0 0,-1-1-2 16,3 1-3-16,-4-2-5 0,0 1 3 0,2 1-1 16,-2-5-4-16,0 0-1 0,0-2 1 0,1 0-17 15,-3-1-16-15,2 1-16 0,-3-3-38 0,2 0-22 16,-2 0-22-16,-1-7-25 0,0 0-28 0,-5 12-33 15,2-8-33-15,3-4-44 0,-6 5-40 0,6-5-169 16,-10 1-530-16,10-1 235 0</inkml:trace>
  <inkml:trace contextRef="#ctx0" brushRef="#br0" timeOffset="132703.46">8834 12440 10 0,'0'0'228'16,"0"0"-19"-16,0 0-6 0,0 0 1 0,0 0-2 15,0 0-12-15,0 0-13 0,0 0-18 0,30-10-13 16,-12 4-16-16,2-1-10 0,2-2-15 0,7-1-26 16,-3 2-40-16,-1-3-47 0,2 1-57 15,-1 1-63-15,-6 2-64 0,-3 0-110 0,2 1-326 0,-2-1 144 16</inkml:trace>
  <inkml:trace contextRef="#ctx0" brushRef="#br0" timeOffset="133166.94">9558 12196 76 0,'0'0'290'0,"-7"-11"-12"0,3 7-12 15,-2-2-13-15,0 3-19 0,-3-1-13 0,9 4-19 16,-16-1-16-16,9 2-13 0,7-1-15 0,-18 7-7 15,9 2-15-15,-1-1-6 0,1 8 1 0,1 2-1 16,0 1-10-16,0 5-3 0,0 5-4 0,3-1 18 16,-1 0-29-16,3 3-9 0,-1-4-8 0,1 1-11 15,1-1-2-15,1 2-8 0,-1-4-7 0,1 0-1 16,0-6-16-16,2 2 2 0,-1-2-4 0,-1-2-2 16,1 1 3-16,0-1-3 0,0-2-8 0,0-4-9 0,-2-3-19 15,1 2-10-15,1-10-24 0,0 12-22 16,-1-6-16-16,1-6-23 0,-1 7-23 0,1-7-31 15,-7 5-32-15,7-5-32 0,0 0-27 0,-10 2-38 16,10-2-211-16,0 0-529 0,-17-11 234 0</inkml:trace>
  <inkml:trace contextRef="#ctx0" brushRef="#br0" timeOffset="133316.06">9264 12541 98 0,'0'0'148'0,"4"-6"-8"16,-4 6 7-16,9-7-3 0,-3 4-9 0,4-3-6 0,2 0-14 15,4-3-12-15,1 3-8 0,3-5-18 0,5 1-19 16,0-2-36-16,0 0-25 0,4-1-39 16,-2-1-32-16,-2 0-50 0,1 2-71 0,-2-3-211 15,-6 3 93-15</inkml:trace>
  <inkml:trace contextRef="#ctx0" brushRef="#br0" timeOffset="133672.5">9903 11362 5 0,'1'-6'204'0,"-1"6"-18"15,2-10-4-15,-2 10-2 0,4-3 0 16,-4 3-2-16,0 0-1 0,9 15-8 0,-2 2-3 0,2 9 1 16,1 8-2-16,2 17-5 0,0 4-5 0,-3 4-2 15,5 23 0-15,-11-24-3 0,3 0-12 0,-2 2-3 16,-1-3-10-16,-5-1-15 0,6-4-10 0,-5 3-6 16,2-2-10-16,-3 0-7 0,-1-2-4 0,3-3-7 15,-3 1-9-15,0-4-6 0,3-12-8 0,-2 0-18 16,5 3-16-16,-3-6-29 0,2 2-28 0,0-2-26 15,-2-3-23-15,4-2-37 0,-2-7-43 0,3-4-56 16,-1-3-49-16,-3-1-194 0,2-4-514 0,2-2 227 16</inkml:trace>
  <inkml:trace contextRef="#ctx0" brushRef="#br0" timeOffset="134016.28">10797 11798 101 0,'0'0'259'0,"0"0"-13"15,0 0-16-15,0 0-15 0,4-4-17 0,-4 4-14 16,0 0-22-16,9-6-15 0,-4 4-22 16,7-1-8-16,-6 1-24 0,7-2-29 0,-2 0-45 15,-3 2-46-15,2 0-55 0,1 1-55 0,-11 1-182 0,15-3-347 16,-15 3 154-16</inkml:trace>
  <inkml:trace contextRef="#ctx0" brushRef="#br0" timeOffset="134184.57">10770 11985 123 0,'-3'5'231'16,"-2"-1"-2"-16,5-4-3 0,-3 6-4 0,3-6-9 0,0 0-12 15,0 0-11-15,0 0-16 0,0 0-18 0,10 11-16 16,-10-11-12-16,18-4-10 0,-6 1-20 0,-1-1-26 15,2-1-29-15,4 1-32 0,2-1-43 0,-7 1-62 16,6-3-47-16,0 3-56 0,-6-1-156 0,-2 1-380 16,0 0 169-16</inkml:trace>
  <inkml:trace contextRef="#ctx0" brushRef="#br0" timeOffset="164356.43">12783 10943 59 0,'0'0'181'0,"0"-12"6"0,0 12-9 0,0-8-12 16,0 8-20-16,0 0-16 0,0 0-12 0,0-10-16 15,0 10-4-15,0 0-13 0,0 0-5 0,0 0-3 16,8 24-4-16,-7-13-7 0,4 5 5 0,-3 3 1 16,2 7-4-16,-2 1 1 0,1-1-7 0,-1 0-7 15,2 0-5-15,-2-3-2 0,0-3 0 0,-2 0-7 16,1-2-5-16,-1 0 1 0,0 0-8 15,4-1-2-15,-4-1 0 0,2-3-2 0,1-3-1 0,-3 3-5 16,2-4 0-16,0 2-5 0,-1-1 0 0,1 0 3 16,0-1-5-16,-2 0 2 0,0-9-5 0,0 11-16 15,0-5-22-15,0-6-18 0,0 10-26 0,0-10-20 16,0 0-19-16,0 9-30 0,0-9-35 0,0 0-20 16,0 0-99-16,-9 0-321 0,9 0 141 0</inkml:trace>
  <inkml:trace contextRef="#ctx0" brushRef="#br0" timeOffset="164655.54">12324 11451 166 0,'-13'4'160'0,"1"0"-12"0,4 1-14 0,1-2-2 16,3-1 1-16,4-2 0 0,-2 12-5 0,9-5-8 15,6-2-12-15,9 2-6 0,11 0-7 0,18-4-7 16,11-3-10-16,30-6-4 0,3 2-7 0,3-2-10 0,-4-5-3 16,5-1-3-16,1-4-8 0,-2 4-4 15,-3-3-1-15,-30 6-4 0,31-3-2 0,-6 0-4 16,-29 5-4-16,-1-1 1 0,-3 1-5 0,-1 1-3 16,-3 1-3-16,-14 4 1 0,-3-2-4 0,-5 3-8 0,-4 0-11 15,-7 0-10-15,-4 0-13 0,-3 0-20 16,-1 3-13-16,-3-2-15 0,-3 0-14 0,-2 3-12 15,-4-4-41-15,1 11-150 0,-1-11-321 0,-16 14 141 16</inkml:trace>
  <inkml:trace contextRef="#ctx0" brushRef="#br0" timeOffset="165150.01">12435 11845 195 0,'0'0'197'0,"0"0"-19"0,4-8-11 15,-4 8-13-15,0 0-19 0,4-2-10 0,-4 2-8 16,0 0 12-16,7 14 2 0,-3-3-6 0,2 1-8 15,0 5-7-15,1 2 0 0,-1 3-9 0,-2 3-5 16,-1-5-8-16,4 4-4 0,-7 1-4 0,5 0 1 0,-5-8-8 16,4 3-3-16,-2-1-7 0,0-2-5 15,-2 1-8-15,1 1-1 0,1 0-9 0,0-2 1 16,-2 1-3-16,0-3-2 0,2-3-8 0,-2-1-1 16,0 1-6-16,2 0-10 0,-2-4-20 0,0-1-18 0,0-7-21 15,2 13-22-15,-2-13-39 0,3 10-38 16,-3-10-27-16,0 5-18 0,0-5-24 0,0 0-140 15,0 0-385-15,0 0 171 0</inkml:trace>
  <inkml:trace contextRef="#ctx0" brushRef="#br0" timeOffset="165338.7">12738 12071 63 0,'3'-2'160'0,"-3"2"3"0,10-1 6 0,-1-1-8 16,-1 0 4-16,2 0-10 0,3-1-12 0,1 2-11 15,-1-2-15-15,6 1-11 0,-2 1-9 0,4-1-11 16,-1 1-11-16,0-2-12 0,0 2-12 16,-3-1-23-16,2 2-27 0,-2 0-28 0,-4 0-29 0,1-2-28 15,-4 2-23-15,1 0-26 0,-3 0-122 16,-8 0-276-16,13-4 122 0</inkml:trace>
  <inkml:trace contextRef="#ctx0" brushRef="#br0" timeOffset="165524.65">12988 11928 156 0,'-8'-3'167'0,"8"3"-12"0,0 0-11 0,-9-2 5 0,9 2 14 15,0 0-2-15,-6 16-15 0,3-8-5 0,1 3-12 16,2 2-8-16,-2 1-9 0,2 1 5 0,0 4-12 16,-2 1-10-16,2-2-6 0,0 1-11 0,0 0-7 15,-2 0-22-15,2 0-25 0,2-1-37 0,-2 2-43 16,2 5-41-16,2-7-47 0,-1-2-49 0,1 0-119 15,0-4-337-15,-1-1 149 0</inkml:trace>
  <inkml:trace contextRef="#ctx0" brushRef="#br0" timeOffset="165960.1">13362 12004 204 0,'0'0'238'15,"0"0"-1"-15,0 0-8 0,0 0-15 0,0 0-17 16,0 0-14-16,0 0-16 0,-4 29-14 0,2-19-13 16,-2 2-10-16,0 1-12 0,4-2-13 0,-2 1-9 15,0-2-8-15,0 1-9 0,2 0-6 0,0-2-12 16,-2-2-3-16,2-7-8 0,0 11 2 0,0-11-11 16,-2 10-2-16,2-10 2 0,0 0 1 0,2 7 5 15,-2-7 10-15,0 0-2 0,0 0-5 16,0 0-5-16,0 0-2 0,0 0-6 0,0 0-2 0,0 0-7 15,6-32-3-15,-4 20-3 0,4-4-13 0,-2-3-3 16,3-4-3-16,-1-3-8 0,3 1 0 0,0-2-5 16,2-1 0-16,0 5-2 0,3-2 4 0,-1 3 1 15,-3 8 2-15,-1 1 0 0,-3 4-2 0,-1 2 2 16,-1 4-1-16,3-1 0 0,0 2 7 0,-7 2 2 16,15 6 5-16,-7-1 0 0,-2 3 3 0,1 1 6 15,4 7 4-15,-4-3 1 0,0 2 0 0,-1 1 1 16,1-2-1-16,2 3 2 0,-2-1-6 0,-1 2 0 15,-1-3-3-15,1 2 0 0,-1-4-1 0,-2 2 5 16,3 1-4-16,-4-5-10 0,1 1-19 0,-1 0-23 16,0 0-18-16,-2-1-27 0,0 0-39 0,-2 0-45 15,0-1-50-15,-1-1-40 0,1 1-204 0,-6-3-499 16,8-7 221-16</inkml:trace>
  <inkml:trace contextRef="#ctx0" brushRef="#br0" timeOffset="166130.94">13342 12057 166 0,'0'0'188'0,"4"-8"-13"0,4 2-18 15,0 0-12-15,3-1-18 0,8 0-16 0,6-2-8 16,-4 3-12-16,6-3-22 0,-2 2-29 0,4 2-11 16,-4-1-31-16,3 0-18 0,1-1-20 0,-3 1-23 15,1 2-15-15,-5 1-13 0,4-3-10 0,-4 3-67 16,-4-2-182-16,2 1 81 0</inkml:trace>
  <inkml:trace contextRef="#ctx0" brushRef="#br0" timeOffset="166311.65">13806 11922 434 0,'10'-5'-9'0,"-3"-1"17"0,-1-1 22 16,1 0 9-16,-3 0 17 0,1-2 1 0,-2 0 13 16,-3 0 10-16,2 0 19 0,-2 1 13 0,0 8 8 15,-2-11 8-15,2 11 4 0,2-9 3 0,-2 9-5 0,0 0-11 16,-2-11-17-16,2 11-8 0,0 0-2 16,0 0 19-16,0 0-4 0,0 0-2 0,0 33-4 15,0-16-6-15,-3 2-4 0,2 0-4 0,-5 0-11 16,2 8-8-16,1-8-6 0,-3 7-5 0,4-3-4 15,0-7-6-15,0 3-20 0,-1-2-20 0,3 1-21 16,0-2-24-16,0-1-34 0,0 0-48 0,0-2-47 16,0-5-49-16,0 0-201 0,0-8-450 0,0 13 200 15</inkml:trace>
  <inkml:trace contextRef="#ctx0" brushRef="#br0" timeOffset="166685.81">13872 11764 104 0,'7'-10'235'0,"0"3"-7"15,2 1-14-15,-1 0-10 0,2 3-18 16,0-1-18-16,-1 2-15 0,3 0-16 0,-3 2-12 16,2 2-11-16,0-1-10 0,0 2-9 0,-2 2-6 15,1-1-12-15,-1 0-7 0,-1 3 0 0,0 0-12 16,-6-2-3-16,2 4-10 0,-1-1-1 0,-1 3-6 0,-2 0-2 15,0-1-5-15,-3 1-11 0,1-2-8 16,0 1-7-16,0-2-9 0,2-1-9 0,-2 0-13 0,2-7-10 16,-3 14-7-16,3-14-7 0,3 12-1 15,-1-7-5-15,-2-5-3 0,2 9 10 0,2-4-1 16,-4-5 0-16,7 7 1 0,-1-3 12 0,-1-1 1 0,-5-3-1 16,10 6 12-16,-6-4-5 0,0 3 4 0,-4-5 3 15,9 4 1-15,-5 0 8 0,-4-4 7 0,6 7 7 16,-6-7 12-16,2 7 3 0,-2-7 6 15,0 9-4-15,0-9-5 0,-3 10-3 0,-2-4-16 0,1 0-20 16,0 0-19-16,4-6-32 0,-9 7-26 0,3-1-37 16,-2-2-128-16,2-1-289 0,-1-1 129 0</inkml:trace>
  <inkml:trace contextRef="#ctx0" brushRef="#br0" timeOffset="166918.04">14340 11659 164 0,'6'-1'247'0,"-6"1"6"15,11 5-5-15,-5 3-2 0,0-1-8 0,2 7-15 16,-3 1-21-16,0 4-15 0,-1 6-21 16,-2 0-11-16,0 0-18 0,-2 0-10 0,0 0-17 0,0-1-6 15,0-5-14-15,0 8-26 0,-4-3-23 16,1-4-25-16,5 0-24 0,-5-1-38 0,2 5-24 0,-3-7-40 15,2 0-40-15,-1-2-39 0,-3 1-46 0,-1 1-134 16,-2-3-399-16,-4-1 177 0</inkml:trace>
  <inkml:trace contextRef="#ctx0" brushRef="#br0" timeOffset="167308.31">12033 11789 166 0,'0'0'189'0,"0"0"-17"16,0 0 19-16,0 0 0 0,0 0-11 0,8 37 17 0,-3-10-10 16,-5 5-16-16,4 3-17 0,1 11-14 0,0 1-15 15,0-1-9-15,-1 2-12 0,-2-2-11 16,4 2-8-16,-1 1-10 0,5-1-4 0,0-1-7 15,-1-1-18-15,1 4-26 0,1-2-31 0,-3-2-33 16,2-1-40-16,-4-11-57 0,3 1-35 0,2-2-50 16,-6-3-117-16,4-1-371 0,0-4 164 0</inkml:trace>
  <inkml:trace contextRef="#ctx0" brushRef="#br0" timeOffset="169010.52">14937 11285 22 0,'-6'-3'182'0,"6"3"-4"0,0 0-9 0,0 0-14 15,-5-5-14-15,5 5-14 0,0 0-18 0,0 0-8 16,0 0-14-16,0 0-17 0,0 0-9 16,0 0-19-16,0 0-29 0,0 0-23 0,0 0-41 0,0 0-24 15,13 17-30-15,-9-14-98 0,-4-3-220 16,5 7 98-16</inkml:trace>
  <inkml:trace contextRef="#ctx0" brushRef="#br0" timeOffset="169381.64">15535 10710 134 0,'0'0'217'0,"0"-13"-10"15,0 13 0-15,-2-10-11 0,2 10-11 0,0-6-15 16,0 6-25-16,0 0-20 0,0 0-10 0,0 0-13 16,0 0-8-16,0 0-9 0,3 22 1 0,2 3 2 15,-1 6-3-15,1 4-2 0,1 17-8 0,-2 3-3 16,0 0 13-16,2 3 3 0,-1 22-1 0,-1-24-6 15,1 1-3-15,-2-2-8 0,1 2-1 0,1 0-10 16,1 2-9-16,-1-5-4 0,1 2-1 0,-3-4-7 16,6 0-2-16,-5 0-5 0,0 1-4 0,1-2 3 15,-1-3-3-15,0-3-3 0,-2-10-7 0,5 0 2 16,-1 0-3-16,-2-3-19 0,2 1-11 0,-1-3-16 16,-3-4-16-16,2-1-27 0,-3-9-34 0,2 1-40 15,-1-1-51-15,-1-6-32 0,2 0-26 0,-3-3-143 0,0-7-432 16,0 0 193-16</inkml:trace>
  <inkml:trace contextRef="#ctx0" brushRef="#br0" timeOffset="169945.3">16273 10897 86 0,'-5'-10'213'0,"-1"2"-3"0,-2 0-6 0,-1-1-2 16,0 2-14-16,-1 2-13 0,1-2-9 0,-1 1-20 0,1 4-14 15,-3 0-13-15,1 1-11 0,-1 2-8 0,1 2-14 16,1 2-8-16,-1 1-8 0,-4 4-7 0,6-3-5 16,-1 5-8-16,-1 2-1 0,0-3-5 0,6 0-7 15,1 1-5-15,2 0-4 0,-2 0 1 16,0-1-2-16,4-1-5 0,1 0 1 0,1-2-3 0,-1-1 0 16,4 0 2-16,0-3-6 0,2 1-1 0,-2-2-1 15,2-1-3-15,3-2 4 0,-10 0-3 0,18-4-6 16,-6-2 1-16,-1 0-2 0,5-4 0 0,-5-1 3 15,1-2-3-15,-2-1 0 0,-2 0-1 0,1-1 2 16,-3-2-2-16,2 0 0 0,-2 0-1 16,-1-3-2-16,0-5-1 0,-1 8 6 0,-1-2-4 0,2 0 0 15,-2-1 0-15,-1 4-2 0,0 0 2 0,0 5 7 16,-2 4 4-16,0 7-1 0,1-12-3 0,0 6-3 16,-1 6-6-16,3-8 3 0,-3 8-2 0,0 0-1 15,0 0 1-15,0 25 4 0,0-8-3 0,-3 8 6 16,2 4-2-16,-2-1 7 0,1 2-7 0,-2-1 2 15,-1 3-2-15,4-3 1 0,-1 2-6 0,1 0 8 16,2-4-18-16,-1 1-17 0,3-2-27 0,1-7-40 16,-2 1-34-16,2-2-49 0,1-2-40 0,2 0-183 15,-1-5-432-15,3-2 191 0</inkml:trace>
  <inkml:trace contextRef="#ctx0" brushRef="#br0" timeOffset="170373.43">16617 10862 203 0,'0'0'222'0,"1"-8"-11"0,-1 8-11 0,0 0-12 15,0 0-7-15,0 0-8 0,0 0-11 0,-14 22-14 0,9-10-13 16,0 4-12-16,-1 0-10 0,-2 3-13 0,2-4-7 16,1 3 8-16,-1-1-8 0,0-2-7 0,1 1-11 15,2-4-7-15,1-1-7 0,-1-1-3 0,3-2-9 16,-2-2 1-16,2-6-5 0,-2 10-4 15,2-10-1-15,-1 8 12 0,1-8 9 0,0 0-8 0,0 0-5 16,0 0-5-16,0 0-5 0,0 0-1 0,4-27-9 16,0 9 2-16,0 1-8 0,1-2-4 0,1-6-7 15,1 0-5-15,2-3-3 0,-1-1-1 0,3-3-2 16,-2-1 0-16,5 1-2 0,-4 3 0 0,1 2 0 16,1 2 0-16,-4 7-1 0,-3 8 8 0,1 0 0 15,0 1-1-15,-2 2-7 0,-1 4-2 0,-3 3 3 16,9-4-1-16,-9 4 2 0,0 0 1 0,14 13 6 15,-10-3 8-15,2 6 10 0,-2 2-4 16,-2 2 6-16,2-1-10 0,4 5 0 0,-3 2 0 0,0-2-4 16,-1-5 3-16,1 1-2 0,-1-1 1 0,1 0-6 15,1 5 3-15,-1-7-13 0,-1-1-18 0,2 0-14 16,1 0-14-16,-5-6-20 0,0 3-26 0,3-3-34 16,-1 2-32-16,-3-2-29 0,3-1-34 15,-1-4-24-15,-2 1-163 0,-1-6-444 0,0 0 196 0</inkml:trace>
  <inkml:trace contextRef="#ctx0" brushRef="#br0" timeOffset="170540.84">16501 10955 95 0,'0'0'201'16,"0"0"-10"-16,0 0-13 0,0 0-17 0,19-7-15 15,-5 5-10-15,6 1-15 0,9-1-14 0,0-2-9 16,3 4-7-16,-1 0-11 0,2-2-24 0,-4 4-33 15,-6 0-43-15,8 0-37 0,-4 1-58 0,1 1-134 16,-10 0-270-16,0 0 120 0</inkml:trace>
  <inkml:trace contextRef="#ctx0" brushRef="#br0" timeOffset="170752.75">16159 11519 96 0,'0'3'259'0,"0"-3"-24"0,0 0-6 15,26 0-18-15,0-3-20 0,8-3-19 0,6 0-10 16,15-6-21-16,0 3-16 0,1 0-11 0,-1 0-13 16,1 0-14-16,-18 3-34 0,0 3-38 0,0 0-46 15,-4-1-57-15,-2 2-65 0,-4 2-168 0,-7 2-346 16,-2 1 154-16</inkml:trace>
  <inkml:trace contextRef="#ctx0" brushRef="#br0" timeOffset="171178.02">16442 11908 168 0,'0'0'276'0,"-6"9"-11"0,-1-6 0 15,3 2-9-15,1 0-13 0,3-5-5 0,-7 7-17 16,7-7-12-16,-6 6-24 0,3-3-8 0,3-3-10 16,-5 5-8-16,5-5-14 0,-6 6-1 0,6-6 0 15,0 0-19-15,0 0-9 0,-5 6-3 0,5-6 4 16,0 0-18-16,0 0-9 0,0 0-6 0,0 0 0 16,0 0 4-16,0 0-2 0,0 0-12 0,0 0-14 0,0 0-14 15,-3-22-11-15,10 7-6 0,1-2-23 16,1-7 0-16,4 1-2 0,2-4-10 0,1-1-9 15,0 0 5-15,2 1-3 0,0-1 2 0,-1 3 0 16,-2 2-2-16,-5 8 9 0,2 1 5 0,-4 6 5 0,-2-1-9 16,-2 4-2-16,2 1 0 0,-6 4 1 15,10-4-7-15,-5 4 4 0,-5 0 1 0,12 5 4 16,-2 3 8-16,-3-1-2 0,0 3 2 0,0 1-1 16,-1 0 0-16,0 2 4 0,1 2-2 0,-1 2-3 15,-1-1 2-15,5 1 2 0,-6-2-2 0,2 0 14 16,-4-2-23-16,1 0-26 0,1-3-29 0,-3 1-33 15,1 0-21-15,2-1-26 0,-3-2-32 0,2-2-47 16,-3 3-35-16,1-2-35 0,-1-7-236 0,-5 9-566 16,0-6 251-16</inkml:trace>
  <inkml:trace contextRef="#ctx0" brushRef="#br0" timeOffset="171331.04">16401 11810 143 0,'0'0'207'0,"-9"-3"-15"15,9 3-6-15,0 0-8 0,0 0-15 0,0 0-12 0,0 0-9 16,26-12-19-16,-5 7-13 0,9-3-21 0,4 1-34 16,3-1-32-16,12-6-45 0,0-2-57 15,0 2-56-15,1-2-120 0,1 0-276 0,-2-3 124 16</inkml:trace>
  <inkml:trace contextRef="#ctx0" brushRef="#br0" timeOffset="171569.57">17333 11017 1841 0,'2'-31'-8'0,"0"3"160"0,-1 9 5 15,-1 2-5-15,0 5-22 0,1 3-24 0,-1 2-12 0,1 1-15 16,-1 6-22-16,0 0 3 0,0 0 22 16,0 0 16-16,0 0 5 0,-2 35 5 0,-1-3 0 15,-3 16-1-15,-3 5 0 0,3 1-14 0,2 3-8 16,-3-2-18-16,1-2 4 0,-2 0-8 0,2 2 3 0,-2 2-7 15,6 1-17-15,-2-6-29 0,3-2-29 0,2-1-38 16,-1-1-17-16,-1-2-28 0,2-1-41 0,0-11-53 16,2-5-66-16,-3 4-60 0,1-6-172 15,0 2-531-15,1-4 236 0</inkml:trace>
  <inkml:trace contextRef="#ctx0" brushRef="#br0" timeOffset="175124.84">8896 13984 123 0,'0'0'126'0,"0"0"-1"0,1-9-7 16,-1 9 1-16,1-8-4 0,-1 8-3 0,0 0-4 15,0-12-5-15,0 12-4 0,-2-11-7 16,2 11-3-16,-2-10 1 0,2 10-1 0,-1-9-3 16,1 9 4-16,-4-8-11 0,4 8-6 0,-6-8-5 15,1 4-5-15,0 0-3 0,5 4-6 0,-12-7-4 16,3 4-8-16,3 1-5 0,-4-1-3 0,1 3-1 0,-4 0-3 15,3 0-1-15,-2 2-4 0,1 1-3 16,-1 0-7-16,-1 1 2 0,-1 3 2 0,0 3-7 16,1 0 4-16,2 2-1 0,-2 1-2 0,3 0-3 15,2 3 5-15,-2-1-5 0,1 0 1 0,4 2-3 16,0-2-1-16,4 1-2 0,1-2 1 0,-2 1 2 0,4-1-3 16,-1 0-2-16,3-3 3 0,1-1-1 0,0 2 1 15,1-5-3-15,4 2 4 0,0-3-2 16,-4-2 3-16,8 2-5 0,-1-4 11 0,-2 0-12 15,3-2 4-15,-1-4-1 0,5-2-3 0,-3-1 3 16,1-1 1-16,-2-2-1 0,0-1-2 0,-1-1 0 16,-2-4 1-16,-1 0 0 0,2-6-1 0,-3 4 5 15,0-8-4-15,-3 0-2 0,-1 0 1 0,-1 0 0 16,2 1-3-16,-4-1 0 0,-1-3 2 0,-2 4 1 0,1-2 0 16,0 1-2-16,-4-2 7 0,3 9-5 15,1 1 9-15,-2 1 6 0,1 6 5 0,0 2 1 16,0-1 3-16,1 10-4 0,0-11-5 0,0 11-4 15,-2-8-7-15,2 8 1 0,0 0-1 0,0 0-4 16,0 0 2-16,4 29 2 0,-4-11-1 0,1 7-1 16,-1 6 3-16,2-1-5 0,-2 3 4 0,1-2-2 15,-2 0 8-15,1-2-12 0,0 1 5 0,0 0-2 16,0-2 1-16,0 4-3 0,0-5-12 0,0 0-16 16,0 0-19-16,-2-1-41 0,0-3-51 0,1-4-42 15,1-1-39-15,-4-1-163 0,2-4-412 0,4-2 182 16</inkml:trace>
  <inkml:trace contextRef="#ctx0" brushRef="#br0" timeOffset="176041.02">9431 13932 12 0,'0'0'151'15,"0"0"-6"-15,0 0-4 0,0 0-3 0,0 0-7 0,0 0-8 16,-6-13 2-16,6 13-8 0,0 0-5 0,0 0-5 15,0 0-2-15,0 0-3 0,0 0-1 0,0 0-5 16,0 0-2-16,0 0-5 0,0 0-4 16,0 0-1-16,0 0-8 0,0 0-2 0,0 0-4 0,0 0-6 15,-2-6-5-15,2 6 0 0,0 0-2 0,0 0-6 16,0 0-1-16,0 0 1 0,0 0-5 0,0 0-2 16,0 0 0-16,0 0-4 0,0 0 3 0,0 0-6 15,0 0-1-15,0 0-2 0,0 0-1 0,0 0-3 16,0 0-3-16,0 0 1 0,0 0 0 15,0 0-5-15,0 0 0 0,-6-5-1 0,6 5 0 16,0 0-2-16,0 0 2 0,-5-4 0 0,5 4-4 0,0 0 1 16,0 0-2-16,0 0-1 0,0 0-3 15,0 0-2-15,0 0-7 0,0 0 0 0,0 0-3 0,0 0 4 16,0 0 0-16,-10 14-2 0,9-7-1 0,-2-1-2 16,0 6 5-16,1-2-2 0,-1-1 0 15,2 1-3-15,0 0 4 0,-2-1-2 0,2-1-5 16,-2 0 10-16,2 0-7 0,1-8-6 0,-1 11 3 0,-2-4 2 15,3-7 2-15,-1 7-1 0,1-7 6 16,-1 9-6-16,1-9-3 0,0 0 4 0,0 8 2 16,0-8 2-16,0 0 2 0,0 0 0 0,0 0 1 15,0 0-4-15,0 0 5 0,0 0-11 0,0 0 2 16,0 0-4-16,0 0-4 0,7-36 1 0,-4 19 1 16,1 0-4-16,0-2-1 0,3-3-4 0,1-5 0 0,-1-1-1 15,-1 0 2-15,0 2 2 0,-2 0 1 16,6-1-3-16,-5 7-1 0,0 3 2 0,0 1 1 15,1 2 1-15,-3 2 2 0,0 5-2 0,1 1-3 16,0 0-1-16,-4 6 5 0,7-6-4 0,-2 5 4 16,-5 1-1-16,12 8 1 0,-5 3 2 0,3 5 5 15,-1 0 3-15,-3-2 5 0,5 8-3 0,-4-2-1 0,-2-2 2 16,1 8 5-16,2-9-5 0,-4 2 3 16,1-3-2-16,0 2 0 0,-1 0 2 0,1-2-1 15,0 2 0-15,0-3 2 0,-2-1-13 0,-1-4-15 16,0 3-17-16,0-2-13 0,-1 0-23 0,-1-1-33 15,0 0-34-15,0-10-27 0,-2 15-35 0,1-10-24 16,-5 4-137-16,6-9-394 0,-11 7 175 0</inkml:trace>
  <inkml:trace contextRef="#ctx0" brushRef="#br0" timeOffset="176191.54">9408 13955 90 0,'10'-3'101'0,"2"-2"-14"16,1 1-7-16,1-2-14 0,5 1-19 0,-1 3-26 16,4-5-21-16,-2 3-22 0,1 2-57 0,-1-1-85 15,0 0 38-15</inkml:trace>
  <inkml:trace contextRef="#ctx0" brushRef="#br0" timeOffset="176437.15">9836 13822 100 0,'0'0'194'0,"-7"-13"2"0,7 13-2 0,0 0-19 16,0 0-9-16,0 0-10 0,0 0-8 0,-15 5 1 15,15-5-11-15,-7 16 7 0,3-5-9 0,-1 6-6 16,0 1-4-16,1 1-4 0,-2 5-8 0,-1 0-12 16,3 0-6-16,2 1-6 0,-1-4-7 0,1-3-10 15,-2 7-5-15,3-5-7 0,-1-2-9 0,4 0-3 16,-4 0-3-16,2 1-13 0,-1-2-22 0,4-4-20 15,-3 1-18-15,-2-2-22 0,2-1-21 0,-1 0-30 16,0 1-34-16,1-12-30 0,-3 16-21 16,3-9-28-16,-2-1-154 0,2-6-399 0,0 0 177 0</inkml:trace>
  <inkml:trace contextRef="#ctx0" brushRef="#br0" timeOffset="176592.64">9716 14108 70 0,'8'-3'130'0,"-1"-2"-18"0,3 3-13 0,2-3-4 16,0 2-7-16,2-1-14 0,-1 0-3 15,7 1-19-15,-3 0-18 0,3-4-38 0,-4 1-31 16,1 2-42-16,-4 2-42 0,0 0-128 0,-3 0 57 0</inkml:trace>
  <inkml:trace contextRef="#ctx0" brushRef="#br0" timeOffset="176807.6">9375 14372 131 0,'-3'5'186'0,"3"0"-1"0,0-5-9 15,0 0-5-15,16 10-18 0,-3-8-8 0,8-2-11 16,10-1-11-16,6-2-10 0,0-3-11 0,17-3-12 15,-2 0-9-15,-2-3-13 0,-12 5-17 0,1 0-19 16,9-6-32-16,-11 7-61 0,-5 0-34 0,-3 0-56 16,-9 5-122-16,-1 0-295 0,-9 1 131 0</inkml:trace>
  <inkml:trace contextRef="#ctx0" brushRef="#br0" timeOffset="177249.51">9585 14685 174 0,'-7'17'226'16,"2"-5"-11"-16,0 2-15 0,1-2-13 0,-1 0-15 16,3 0-12-16,-1-1-11 0,0 0 15 0,2 1-13 15,0-5-11-15,-3 3-8 0,1-2-11 0,2 2-8 16,1-10-6-16,-1 10-6 0,1-10-1 0,0 7-3 15,0-7-2-15,0 0 0 0,0 9-1 0,0-9 8 16,0 0-5-16,0 0-9 0,0 0-12 0,0 0-8 16,0 0-4-16,0 0-5 0,5-24-11 0,-3 12-7 15,5-4-8-15,-1-2-10 0,3-8-4 0,3 0-5 16,-1 0-6-16,3-2 1 0,-1-1-7 0,1 5-7 16,0 1 5-16,-2-2-1 0,-3 9-1 0,0 0 2 15,1 3 2-15,-4 4 4 0,1-1 0 0,-4 5-9 16,1 1-1-16,1 2-3 0,-5 2 5 0,12 0 0 15,-12 0-13-15,9 4 18 0,-3 4 10 0,-3 3 1 16,-1-2 4-16,5 6 3 0,-2-1-3 0,-3 2 1 16,3 2-3-16,-2-8 5 0,1 6-4 0,-2 0-6 15,5-2 7-15,-5 3-22 0,0-5 15 16,0-1-25-16,1 2-14 0,-2-3-24 0,2-1-25 16,-3 2-27-16,0-3-39 0,0-8-36 0,-3 13-57 0,2-7-26 15,-3-1-208-15,-1 1-509 0,-3-2 225 0</inkml:trace>
  <inkml:trace contextRef="#ctx0" brushRef="#br0" timeOffset="177399.07">9602 14744 2 0,'0'0'172'0,"11"-11"-1"0,-6 8-6 0,6-1-14 16,-1-1-11-16,3-5-1 0,4 3-26 0,1 1-14 15,1-2-9-15,1-1-12 0,0 1-28 16,0 0-41-16,6-3-52 0,-6 4-49 0,-2-3-116 0,0 3-224 15,-1 0 99-15</inkml:trace>
  <inkml:trace contextRef="#ctx0" brushRef="#br0" timeOffset="177639.83">10042 14476 98 0,'0'0'270'0,"0"0"-3"0,-12-4-9 0,12 4-11 16,0 0-19-16,0 0 7 0,-20 14-10 0,15-6-9 15,-1 3-8-15,-3 6-8 0,1 0-20 0,0 1-3 16,1 6-21-16,-2 0-11 0,4 1-16 16,-1-1-12-16,4-3-15 0,1 3-3 0,-1-5-10 0,2 0-13 15,0-2-23-15,2 2 23 0,-2-1-16 0,1-1-1 16,1 0-14-16,0-1-9 0,-1-3-26 0,-1-1-22 16,1-1-29-16,2-2-21 0,-3 3-23 0,1-5-23 15,-2 4-33-15,1-11-42 0,0 11-53 0,0-4-49 16,-4-3-200-16,4-4-526 0,0 0 234 0</inkml:trace>
  <inkml:trace contextRef="#ctx0" brushRef="#br0" timeOffset="177797.41">9919 14805 70 0,'0'0'216'0,"7"-6"-1"0,-3 2-7 15,2 1-14-15,2-4-14 0,1 1-19 0,8-1-14 16,-1-1-16-16,2-2-11 0,-2 4-14 0,2-2-10 15,1-1-29-15,2 3-37 0,-2-2-37 0,0 0-66 16,0 1-54-16,-2 3-162 0,-6 1-314 0,1-1 139 16</inkml:trace>
  <inkml:trace contextRef="#ctx0" brushRef="#br0" timeOffset="178515.21">8162 15480 161 0,'0'0'209'0,"-10"-5"-5"0,5 2 2 16,5 3-6-16,-9-2-10 0,9 2-13 0,0 0-16 15,-7-4-14-15,7 4-19 0,0 0-9 0,0 0-16 0,0 0-8 16,0 0-13-16,0 0-6 0,0 0-8 0,21-7-4 15,-8 7-8-15,15-4-2 0,4 2-5 0,5-2 1 16,18-4-7-16,1 6-5 0,7-6-4 16,27-3 2-16,0 0-8 0,-28 4 4 0,30-1-10 15,-29 3 3-15,35-4-4 0,-8 2-6 0,-27 4 4 16,27-6 0-16,5 5 3 0,1-5 1 0,0 4-1 0,1-3 0 16,-4 1 4-16,4-1-1 0,-4 3 6 0,6-3 0 15,0-3 2-15,1 1-1 0,-1 0-4 16,4 3 3-16,-8-5-6 0,1 2 3 0,-4 0-5 15,-27 4 3-15,27-7-3 0,-31 6 0 0,0-2 1 16,3 0-4-16,-5 0 2 0,-5 2 6 0,-3 1-5 16,-14 0 2-16,-4-1 1 0,-1 2-1 0,-4-1-3 15,-7 4 4-15,-5-2-4 0,-3 1-2 0,-1 2 1 16,-6 1 9-16,2 0-9 0,-8 0-2 0,10-3-8 16,-10 3-18-16,4-5-20 0,-4 5-18 0,0 0-20 15,0 0-22-15,-21-6-29 0,12 6-39 0,9 0-38 16,-28-1-48-16,8 2-235 0,-7 1-516 0,0-1 229 15</inkml:trace>
  <inkml:trace contextRef="#ctx0" brushRef="#br0" timeOffset="181253.33">8068 13619 98 0,'0'0'137'0,"0"0"-4"0,0 0 3 15,0 21-2-15,2-3 7 0,2 6-16 16,-1 8-10-16,0 3-8 0,4 13-9 0,-2 2-7 16,-3 1-7-16,1 4-11 0,-1-1 0 0,2 0-12 15,-2-1-4-15,0 2-8 0,0-6-4 0,-1 1-7 16,5 3-14-16,-3-5-2 0,0 2-13 0,3 0-12 16,0 2-14-16,0-2-24 0,2 1-14 0,-2-3-31 15,3 2-28-15,3-2-24 0,-1-1-95 0,-4-14-253 16,3-2 113-16</inkml:trace>
  <inkml:trace contextRef="#ctx0" brushRef="#br0" timeOffset="181653.99">10459 13675 1776 0,'0'-12'-26'0,"0"3"70"0,0 2 0 15,0 7-18-15,0-13-11 0,0 13-6 0,-2-8-6 16,2 8-2-16,0 0 4 0,0 0 9 0,0 0 20 15,0 0 17-15,0 0 11 0,9 18 3 0,-5 0 2 16,3 12 5-16,4 15-2 0,-1 2 1 0,-1 5-19 16,-1-2 4-16,-1 4-7 0,1-3-4 0,-1-1-2 15,-1 3-1-15,0-2-6 0,-1-2-2 0,2 0-5 16,-3-2 3-16,0 3 1 0,-3-1-7 0,2 2-3 16,-2-1-2-16,1 1-8 0,0-1-15 0,0 0-2 15,1-4-22-15,-2 1-19 0,-1 2-21 0,2-2-22 16,1-1-30-16,0 1-22 0,0-12-27 0,1-2-28 15,-1 1-153-15,-1-2-377 0,0-3 167 0</inkml:trace>
  <inkml:trace contextRef="#ctx0" brushRef="#br0" timeOffset="182563.59">9081 15804 203 0,'-3'-4'231'0,"-2"-2"-6"0,5 6-13 16,-11-6-14-16,3 2-17 0,-1 1-36 16,-1 2-10-16,0 1-5 0,-1 0-12 0,0 3-7 0,0 0-7 15,0 3-11-15,-1 1-6 0,1 2-5 16,-3 4-9-16,1 0 0 0,1 3-6 0,2 0-4 0,-1 1-7 15,1-2-3-15,2 2-5 0,2-1-8 0,3-2-2 16,1-1-2-16,2-1-4 0,1 3-3 0,3-5-4 16,0 0-1-16,1-2-2 0,2-1-2 15,0-1 2-15,2-2-8 0,0-1 8 0,4-2-7 16,-2-1-1-16,3 0-1 0,-1-4 0 0,5-4 0 16,-4 1-2-16,2-2-2 0,-1 0 4 0,-1-4-4 15,-3-1-2-15,-1 0 3 0,2-3 0 0,-4 0 0 16,-1 0 0-16,2-11-3 0,-3 5-1 0,-2-5 1 15,-1 2-3-15,-1-4 3 0,1 1-4 16,-2-1 2-16,-2-1 1 0,2 2-3 0,-2 1-1 0,0 8 2 16,1-4 8-16,0 8 5 0,0 5 8 0,0-1 3 15,0 12-4-15,0-15-6 0,0 15-4 0,0-9-3 16,0 9-6-16,0 0 1 0,0 0-4 0,0 0 0 16,0 0 4-16,6 48 3 0,-3-20-1 0,-3 2 3 15,1 4-4-15,2-2 1 0,-1 2 0 0,1-3 0 16,-1 0-4-16,-1 0 0 0,2-5 3 0,2 3-9 15,-2-1-20-15,1-4-17 0,-1-5-21 16,0 1-14-16,5 5-36 0,-5-5-40 0,1 0-33 16,1-2-47-16,-1 0-26 0,-1-1-135 0,1-6-422 0,3-1 187 15</inkml:trace>
  <inkml:trace contextRef="#ctx0" brushRef="#br0" timeOffset="183052.61">9712 15695 191 0,'0'0'225'0,"-1"-10"-9"0,1 10-15 0,-1-8-18 15,1 8-25-15,0 0-20 0,0 0-8 0,0 0-16 16,0 0-1-16,0 0-9 0,2 28-5 0,0-12-10 15,-1 1-4-15,-1 2-8 0,0-1-8 0,0 0 0 16,0 0-5-16,0 0-5 0,4-2-5 0,-7 1-8 16,3-4-1-16,-1-3-3 0,0 2-2 0,1-4 0 15,-2 0-3-15,2-8-7 0,-1 9 9 0,1-9 9 16,0 10 10-16,0-10 12 0,0 0-10 0,0 0-1 16,0 0-3-16,0 0-12 0,0 0-5 0,0 0-4 15,-11-29-3-15,11 14-7 0,-2-3 0 0,2-1-5 16,-1-7-5-16,4-2-11 0,0-3 2 0,-1-3-7 15,2 1-7-15,2-2-3 0,4-11 5 0,-2 16-5 16,3 0 0-16,1 2-1 0,-2 3 3 0,3 5-4 16,-6 5 2-16,-1 7 2 0,1 0-4 0,0 5 0 15,-7 3 3-15,14 0 0 0,-14 0 3 0,16 15-2 16,-4-1 4-16,-2 8 16 0,0 3-7 16,2 1 0-16,-3 1 0 0,-3 1 2 0,3-2-1 15,-3 1 1-15,2-2 0 0,-3-2 0 0,-1-3 0 16,2-2-3-16,-2-1-5 0,-1-1-20 0,-1-4-21 15,2-2-16-15,0 0-18 0,-1 0-30 0,-2-2-37 0,-1-8-29 16,5 11-32-16,-5-11-23 0,3 9-137 16,-3-9-394-16,0 0 175 0</inkml:trace>
  <inkml:trace contextRef="#ctx0" brushRef="#br0" timeOffset="183211.84">9696 15781 72 0,'0'0'160'15,"0"0"-7"-15,0 0-4 0,18-12-13 0,-6 7-8 16,8 1-10-16,1-2-15 0,6 0-6 0,-5 3-16 16,5-1-3-16,0-2-10 0,-4 3-21 15,-2 2-35-15,6 0-42 0,-8 2-44 0,0-1-42 0,-7 3-81 16,2 0-214-16,-4 0 94 0</inkml:trace>
  <inkml:trace contextRef="#ctx0" brushRef="#br0" timeOffset="183460.01">9188 16267 22 0,'-1'3'227'0,"1"-3"-16"0,0 0-20 15,22 6-8-15,1-9-13 0,11-2-12 0,21-7-14 16,0 0-6-16,36-8-16 0,-4-2-15 0,-24 3-10 15,26-7-3-15,-1 4-16 0,-29 5-6 0,4-1-6 16,-5 1-7-16,-2 0-2 0,-6 5-21 0,-15 5-16 16,2 3-17-16,-6-2-27 0,-1-1-26 0,-4 4-44 15,-4-2-46-15,-3 4-53 0,-9 1-100 0,-10 0-316 16,17-1 140-16</inkml:trace>
  <inkml:trace contextRef="#ctx0" brushRef="#br0" timeOffset="184503.7">9622 16322 14 0,'0'0'170'0,"0"0"-9"15,0 0 0-15,0 0-8 0,0 0-5 0,0 0-13 16,0 0-5-16,0 0-11 0,0 0-9 15,-5-3-8-15,5 3-13 0,0 0-4 0,0 0-10 0,0 0-7 16,0 0-9-16,0 0-4 0,0 0-9 0,0 0-2 16,0 0-4-16,0 0-6 0,0 0 0 0,0 0-4 15,0 0-6-15,0 0-3 0,0 0-3 0,0 0 1 16,0 0-5-16,0 0 1 0,0 0-3 0,0 0-3 16,0 0 1-16,0 0-4 0,0 0 0 0,0 0 1 15,0 0-1-15,0 0 1 0,0 0-2 16,0 0 0-16,0 0 1 0,0 0 0 0,0 0 3 15,0 0-2-15,0 0-4 0,0 0 6 0,0 0-6 16,0 0 1-16,0 0-2 0,0 0 0 0,0 0 6 16,0 0-5-16,0 0 3 0,0 0 2 0,0 0 9 15,0 0-2-15,0 0 1 0,0 0 4 0,0 0-1 16,0 0 2-16,0 0 1 0,0 0 1 0,0 0 0 16,0 0-1-16,0 0-4 0,0 0 1 0,0 0-7 15,0 0 6-15,0 0-4 0,0 0-3 0,0 0 1 16,0 0-4-16,0 0 1 0,0 0 0 0,0 0-3 15,0 0-3-15,0 0-4 0,0 0 1 0,0 0 0 16,0 0 3-16,0 0-1 0,0 16-3 0,0-16 5 16,1 16 6-16,-1-4-1 0,1 0 3 0,-2 1 0 15,1 4 8-15,-1 0-2 0,-1 1 3 0,1 1-2 16,1-4 1-16,-1 4 0 0,-1-7-3 0,1 1 1 16,-1-1 0-16,-1-1-4 0,2 2 4 0,-1-2-7 15,-2-3 5-15,2 0-3 0,2 0-1 0,-4-3-3 16,4-5-3-16,-1 10-1 0,1-10 8 15,-1 8-3-15,1-8 4 0,0 0 3 0,0 0-1 16,0 0-4-16,0 0 2 0,0 0-3 0,0 0 0 16,0 0-1-16,0 0 0 0,0-28-1 0,1 15 2 15,0-4-5-15,3 0 5 0,-2-1-3 0,4-7-5 0,-1 1-1 16,-1-3 1-16,2 0-6 0,0-1-2 0,1 3-1 16,0 2 1-16,3-2-1 0,-3 9 1 0,-2 1-1 15,3 4 6-15,-3 0-6 0,1 3 1 16,-2 5-2-16,3-1 1 0,-7 4-1 0,10-6-1 15,-10 6 2-15,13 7 1 0,-5 1 1 0,1 0 4 16,2 5 2-16,-1 0-1 0,-1 2 8 0,0 1-1 16,-3 1 0-16,4 1 4 0,-3-3-1 0,-1 2-1 15,1 0 0-15,0 0 1 0,-2-5-2 0,1 2 2 16,0-2-9-16,-1-2-18 0,-2-3-15 0,2 4-22 16,-3-3-20-16,1-1-20 0,-1-2-32 0,-2-5-23 15,0 11-31-15,0-11-39 0,-2 8-158 0,-3-4-407 16,5-4 180-16</inkml:trace>
  <inkml:trace contextRef="#ctx0" brushRef="#br0" timeOffset="184649.87">9642 16474 70 0,'0'0'152'0,"0"0"-16"0,0 0 1 16,14-14-7-16,-4 8-3 0,4-1-22 0,4-2-5 15,8-2-10-15,1 0-12 0,5-3-11 0,-1 1-25 16,3-1-37-16,12-8-27 0,1 2-67 0,-12 5-99 15,-3-5-204-15,2 2 90 0</inkml:trace>
  <inkml:trace contextRef="#ctx0" brushRef="#br0" timeOffset="184903.62">10446 15693 97 0,'-1'-9'208'0,"1"9"-4"16,0 0 13-16,0 0 12 0,7 33 4 0,-4-6-15 16,4 2-19-16,-4 3-17 0,1 15-15 0,0 1-7 15,-3 3-17-15,4 1-10 0,-4-2-15 0,-1 2-8 16,2 1-10-16,-2-6-13 0,5 1-4 0,-3-3-8 16,2-10-8-16,-1-1-11 0,-1-1-24 0,2 1-20 15,1-3-31-15,-1-1-18 0,-1-3-25 0,-1-1-5 16,2-1-9-16,-4-5-45 0,2-4-54 0,-2 1-66 15,-2-5-148-15,-3-3-422 0,1-2 188 0</inkml:trace>
  <inkml:trace contextRef="#ctx0" brushRef="#br0" timeOffset="185199.47">8604 15798 84 0,'-6'1'206'0,"6"-1"-18"0,-8 13-19 16,7 4-5-16,1 10 8 0,4 6-3 0,2 16-7 15,1 6-11-15,5 31 0 0,1-4-10 0,1 2-15 0,-7-25-10 16,5 23-11-16,-8-23 17 0,6 25-10 15,-6-30-11-15,3 0-12 0,0 3-5 0,3-4-8 16,1-1-14-16,-1-3-18 0,1-14-22 0,1 8-22 16,1-13-30-16,1 1-39 0,-1-3-56 0,3-5-53 15,-3 0-225-15,-2-10-436 0,-2-3 194 0</inkml:trace>
  <inkml:trace contextRef="#ctx0" brushRef="#br0" timeOffset="185750.99">12157 14452 83 0,'-7'4'202'16,"7"-4"-9"-16,0 0-18 0,-8 2-11 0,8-2-8 16,0 0-6-16,0 0-8 0,0 0-8 0,0 0-7 15,19 8-12-15,-9-8-11 0,4 0-8 0,4 0-11 16,1 0-21-16,3 0-20 0,-5 0-21 0,2 1-33 16,-6 1-52-16,1-2-44 0,-3 2-56 0,-2 2-125 15,0 0-310-15,-5 1 138 0</inkml:trace>
  <inkml:trace contextRef="#ctx0" brushRef="#br0" timeOffset="185907.37">12190 14624 138 0,'0'0'213'0,"0"0"-4"0,-5 3-9 0,5-3-6 16,0 0-19-16,0 0-12 0,0 0-8 0,0 0-15 15,23-1-16-15,-3-2-8 0,-1-2-12 16,0 0-26-16,10-1-29 0,-2 1-27 0,0-1-40 0,-6 0-59 15,8 1-51-15,-9 2-182 0,2 3-336 0,-3 0 150 16</inkml:trace>
  <inkml:trace contextRef="#ctx0" brushRef="#br0" timeOffset="186924.64">14514 13423 178 0,'-2'-19'246'0,"-2"4"2"0,2-1-8 0,1 3-4 15,-1 3-1-15,0 1-5 0,-2 2-19 16,4 7-22-16,-1-10-23 0,1 10-16 0,0 0-18 0,0 0 2 16,0 0 9-16,0 0 8 0,1 42-2 0,1-17-20 15,-2 5-1-15,0 0-13 0,4 2-8 0,0 2-6 16,-1-2-17-16,1 1-3 0,2 0-15 0,0 0 1 16,1-2-9-16,-1 1-2 0,3-2-9 0,0 0 0 15,-2-2-10-15,1-2-3 0,-1-2-25 0,0-5-21 16,0 4-27-16,-3-5-46 0,-2-3-19 0,1 2-26 15,-3-5-32-15,4 0-30 0,-4 2-45 0,-2-4-21 16,0-1-30-16,0 1-162 0,-1-1-487 0,-3-5 216 16</inkml:trace>
  <inkml:trace contextRef="#ctx0" brushRef="#br0" timeOffset="187143.22">14085 14020 45 0,'-15'2'183'0,"3"1"-9"0,5-2-9 0,1 0 7 16,6-1-1-16,0 0-7 0,0 0-5 0,29 1-11 0,3-2-12 16,20-5-15-16,12 0-11 0,29-8-5 0,3 3-13 15,-1-6 1-15,1 4-18 0,-4-3-9 0,-4 2-2 16,-25 7-7-16,2-2-7 0,-3 3-6 0,0-2-7 16,-5 2-18-16,-2 1-17 0,-5 4-30 0,-16 1-25 15,-1 2-30-15,-2-1-28 0,-4-1-27 16,-8 4-33-16,-1 2-141 0,-6-2-337 0,-3 4 149 15</inkml:trace>
  <inkml:trace contextRef="#ctx0" brushRef="#br0" timeOffset="187569.25">13791 14650 36 0,'-2'-11'247'0,"4"2"2"15,-2 9-4-15,0-12 3 0,0 12-24 0,0-6-19 16,0 6-23-16,0 0-19 0,0 0-20 0,2-8-9 16,-2 8-2-16,0 0 4 0,3 21 0 0,-1-6-1 15,2 2-6-15,-2 3-10 0,3 8-2 16,-3 0-14-16,3 5 4 0,-2-3-20 16,1-2-14-16,0 6 1 0,-2-3-5 0,3 0-3 0,-3-2-7 15,2 1-6-15,0-4-9 0,-2 1-6 0,2-1-1 0,-2 0-4 16,0-8-2-16,1-1-19 0,-1-2-19 0,2-1-22 15,-2-2-10-15,4 3-12 0,-5-5-23 0,4 2-14 16,-1-2-10-16,1-2-28 0,-1 1-16 0,0-3-35 16,-1-2-43-16,3-1-36 0,0 1-171 15,-6-4-462-15,0 0 204 0</inkml:trace>
  <inkml:trace contextRef="#ctx0" brushRef="#br0" timeOffset="188039.73">14288 14685 73 0,'0'0'217'0,"0"-22"-21"0,0 13-2 0,0 9 4 15,0-13-4-15,0 13-19 0,0 0-17 0,-1-14-12 16,1 14-14-16,0 0-19 0,0 0-11 0,0 0-7 15,0 0-4-15,0 0 2 0,0 0-1 0,0 0 7 16,0 0-1-16,0 0-8 0,7 30 3 0,-7-12-2 16,0-2 3-16,2 4 2 0,0 4 3 0,-1-5 1 15,-1 8-10-15,1-3-7 0,-1 2-4 0,1-2-7 16,1-3-12-16,1-2 2 0,-1 1-10 0,1 0-2 16,-1-2-4-16,-2 1-1 0,4-2-8 0,-2-3-6 15,1-1-9-15,-1-2-30 0,0-1-24 16,2 3-26-16,-2-4-27 0,-2 2-31 0,3-4-31 0,-3-7-34 15,5 11-37-15,-5-11-35 0,2 9-23 0,0-5-138 16,-2-4-449-16,0 0 198 0</inkml:trace>
  <inkml:trace contextRef="#ctx0" brushRef="#br0" timeOffset="188223.98">14535 14830 77 0,'8'-5'207'0,"5"2"-7"0,-3-3-14 0,3 1-17 16,6-1-17-16,-1 2-14 0,1-2-17 0,6 0-6 16,-4 0-13-16,-2 4-9 0,2 0-16 0,-2 0-20 15,-7 1-40-15,0-2-33 0,1 2-32 0,-4 1-25 16,2 0-34-16,-2 0-24 0,-9 0-92 0,9 0-241 16,-9 0 106-16</inkml:trace>
  <inkml:trace contextRef="#ctx0" brushRef="#br0" timeOffset="188410.01">14795 14669 103 0,'-3'-4'196'16,"3"4"0"-16,-6-8 8 0,6 8-9 0,-4-7-10 0,4 7-22 15,0 0-15-15,0 0-12 0,0 0 18 0,0 0 0 16,0 0-4-16,-4 19-3 0,4-8-11 16,0 5-4-16,-1-1-16 0,1 4-10 0,-2 0-16 0,0 1-4 15,2 0-11-15,0 5-2 0,0-8-34 16,0 2-8-16,0-1-35 0,2 0-43 0,-2-2-53 15,2 0-51-15,-1-3-70 0,2-1-195 0,-3-1-449 16,1-4 198-16</inkml:trace>
  <inkml:trace contextRef="#ctx0" brushRef="#br0" timeOffset="188836.69">15067 14739 105 0,'0'0'263'0,"0"0"-8"0,0 0-8 0,0 0-4 16,0 22-19-16,-1-11-15 0,-2 0-14 0,0 7-14 0,1-2-11 16,0-2-22-16,0 0-13 0,1 0-12 15,-1-4-10-15,1 3-9 0,1-2-5 0,0-1-6 16,0 0-7-16,0-10-2 0,0 12-10 0,0-12-13 16,0 10 3-16,0-10-1 0,1 6 5 0,-1-6 7 15,0 0-4-15,0 0-3 0,0 0-11 0,0 0-2 16,0 0-10-16,0 0 6 0,0-29-9 0,3 16 0 15,-1-4-5-15,0-1-8 0,2-1-5 0,1-5-9 16,0-3 3-16,3 0-4 0,-3-3-9 0,4 0-2 16,-2 0-1-16,4 3 1 0,-2 3-2 0,-2 6-2 15,1 1 11-15,-2 6 5 0,-2-1-3 0,1 3 1 16,-1 4-7-16,-4 5-5 0,8-6-5 0,-8 6 4 16,0 0 2-16,0 0 7 0,21 13 11 0,-10 2 8 15,-2 0 3-15,-3 1 6 0,0 2-1 0,1 7 5 16,-3-2 0-16,1-4-23 0,0 0 23 0,-1 0-8 15,-3 1-2-15,4-2-4 0,-1 0 6 0,1 1-27 16,0-3 22-16,-3-1-19 0,2-2-19 0,-1-1-38 16,0-3-43-16,-1 1-25 0,-1-2-38 0,-1-1-27 15,0-7-37-15,0 0-44 0,-1 16-41 16,-1-12-231-16,2-4-579 0,0 0 256 0</inkml:trace>
  <inkml:trace contextRef="#ctx0" brushRef="#br0" timeOffset="188981.8">15091 14805 61 0,'0'0'184'0,"10"-15"-11"0,-1 10-20 0,0-1-15 15,3 0-8-15,3 0-17 0,4-3-7 0,-1 0-27 16,3 0-32-16,5-3-26 0,1 1-60 0,0-2-43 16,-1 0-99-16,-1 5-196 0,-6 2 87 0</inkml:trace>
  <inkml:trace contextRef="#ctx0" brushRef="#br0" timeOffset="189187.41">15550 14554 39 0,'5'-4'222'0,"-5"4"-2"0,4-5-12 0,-4 5-17 0,0 0-21 15,0 0 6-15,0 0 9 0,0 0 6 0,0 0 0 16,6 22 1-16,-2-9-3 0,-4-3-4 0,1 5-3 16,1 3-18-16,-2-2-9 0,0 2-20 15,0 1-9-15,-2 5-12 0,-1-4-8 0,3-1-9 16,-3-3-13-16,2 1-5 0,-1 1-12 0,1-1-24 15,1-1-18-15,0-4-26 0,0-2-33 0,-1 2-31 16,0-3-35-16,1 1-32 0,-2-4-46 0,2-6-38 0,3 9-45 16,-3-9-198-16,-6 5-496 0,6-5 220 15</inkml:trace>
  <inkml:trace contextRef="#ctx0" brushRef="#br0" timeOffset="189559.47">15587 14512 152 0,'7'-10'241'0,"1"1"-10"0,1 1-11 0,-1 2-12 0,1 0-9 16,0 4-6-16,-1 0-6 0,2-1-11 15,1 3-11-15,-1 3-14 0,0-3-15 0,-2 0-16 16,-1 4-2-16,0-2-9 0,1 2-11 0,-3-1-12 16,-5-3-7-16,9 7-5 0,-1 1-7 0,-6-3-5 15,0 1-7-15,-2 1-1 0,0-7-9 0,-7 19 5 16,1-8-12-16,-3 0-5 0,1-2-6 0,-2 3-17 15,0 0-18-15,0-3-13 0,2-2-16 0,3-1-13 16,0-2-4-16,2 3-1 0,3-7 10 0,-4 9 0 16,4-9 4-16,7 6 6 0,-7-6-2 0,10 6 7 15,-4-4 1-15,6-2 6 0,-5 2 1 0,2-2 0 16,2 3 3-16,-2-3-2 0,-9 0 0 0,14 0 4 16,-8 2 4-16,-6-2 5 0,13 2 0 0,-9 0-2 15,-4-2 8-15,7 6 5 0,-3-1 5 0,-4-5 6 16,3 10 6-16,-3-10-3 0,-1 10 2 0,1-10-4 15,-8 13-1-15,3-5-3 0,-3-1-8 0,3 1-13 16,-4-1-22-16,1 0-33 0,-1-1-48 0,3-1-60 16,-2-1-234-16,-3 2-442 0,-1-3 196 0</inkml:trace>
  <inkml:trace contextRef="#ctx0" brushRef="#br0" timeOffset="189842.68">16077 14376 224 0,'9'-1'240'0,"-9"1"5"16,11 1-3-16,-5 2-14 0,3 2-5 0,-2 1-9 16,0 3-17-16,0-1 0 0,-2 1-11 0,0 2-3 15,-1-1-1-15,0 7-18 0,1 2-8 0,-5 6 13 16,-2-6-18-16,2 5-11 0,-5 2-13 15,-2 1-14-15,-2 1-6 0,-5-3-34 0,2 3 9 16,-2-3-5-16,-1 2-5 0,-4-4-4 0,2 4-16 16,-1-2-16-16,1-2-20 0,2 0-18 0,0-2-33 0,0 0-30 15,4-6-43-15,0 0-48 0,-3 0-61 0,2-3-82 16,-3 0-248-16,1-2-594 0,-3 0 263 0</inkml:trace>
  <inkml:trace contextRef="#ctx0" brushRef="#br0" timeOffset="192485.84">16195 14405 63 0,'-5'-6'87'16,"-5"-1"2"-16,2 1 5 0,-1-1 1 0,2 1-2 15,-5-1-15-15,3 3 4 0,-1-1 8 0,0 1 1 16,10 4-4-16,-12-8-6 0,5 3-7 0,7 5 3 16,-10-6 3-16,10 6 4 0,-11-4-4 0,11 4 1 15,0 0 6-15,-8-8-14 0,8 8 3 0,0 0-4 16,-8-4-6-16,8 4-3 0,-4-2-5 0,4 2-4 16,0 0 1-16,0 0-2 0,-8-7-2 0,8 7-6 15,0 0 2-15,-4-4 0 0,4 4-7 0,0 0 0 16,0 0-4-16,0 0-2 0,0 0-5 0,0 0-1 15,0 0-5-15,0 0-2 0,0 0-5 0,0 0-2 16,0 0 1-16,0 0-1 0,0 0-5 0,0 0 6 16,0 0-8-16,0 0 0 0,0 0-4 15,0 0 1-15,0 0-2 0,0 0 1 0,0 0 1 0,-5-4 0 16,5 4-1-16,0 0-1 0,0 0-1 0,0 0 4 16,0 0-4-16,0 0 4 0,0 0-2 0,0 0-2 15,0 0 2-15,0 0 2 0,0 0-3 0,0 0 3 16,0 0-3-16,0 0-1 0,0 0 0 0,0 0 0 15,0 0-1-15,0 0 5 0,0 0 1 0,0 0 5 16,0 0 2-16,0 0 3 0,0 0 3 0,0 0 0 16,0 0-4-16,0 0-1 0,0 0 0 0,0 0 0 15,0 0 0-15,0-10-3 0,0 10-4 0,0 0 6 16,0 0 0-16,0 0 2 0,0 0 2 0,0 0-3 16,0 0 4-16,0 0 0 0,0-9-3 0,0 9 5 15,0 0-3-15,0 0 2 0,0 0-3 0,0 0-1 16,0 0-3-16,-1-9 2 0,1 9-6 15,0 0 1-15,0 0-1 0,0 0 0 0,0 0-8 0,0 0 2 16,0 0-1-16,0 0-4 0,0 0 1 0,0 0-3 16,0 0 2-16,0 0 2 0,0 0-1 0,13 25-2 15,-8-14 7-15,2 6 7 0,2 7 9 0,-2 3 9 16,-1 5 3-16,-1 4 6 0,2 10 14 0,-6 4 2 16,-1 0-1-16,1 0-3 0,-5-1-1 0,6-2-4 15,-1 1-1-15,-2-12-4 0,2 9 1 0,0-13-1 16,0 2-4-16,2-4-5 0,0 2-2 0,0-4-5 15,0 0 0-15,0-3 2 0,-1-5-2 0,1 0-4 16,-2-3-3-16,0 1-1 0,3-2 5 0,-3-3-9 16,1-6 5-16,-1 1-8 0,0 0 5 0,-1-2-1 15,0-6-2-15,1 10-5 0,-1-10 7 0,0 7 2 16,0-7 1-16,0 0 14 0,3 6 12 0,-3-6 5 16,0 0-11-16,0 0-2 0,0 0 0 0,0 0-7 15,0 0-5-15,-14-16 0 0,8 6-6 0,-1 0-9 16,1-4-1-16,-1-4-7 0,1 2-7 0,-2-10 6 15,2 0-26-15,-1-3-1 0,0-3 0 16,2-3 1-16,-2-1-4 0,2 2 4 0,-1-15-5 0,2 2-6 16,-1 0 3-16,2 4 2 0,0-4 1 0,1 14 4 15,0 1 0-15,3 3 5 0,-2 0 2 0,1 3 4 16,-2 7 1-16,1 2-3 0,0-1 7 0,1 4 2 16,-3 2 1-16,2 3 1 0,1 9 2 0,0-13 4 15,0 13-8-15,0 0-4 0,1-13 9 16,-1 13-5-16,0 0 0 0,0 0 11 0,0 0 4 0,5 47 10 15,-3-13 0-15,-1 1 4 0,4 19 1 0,3-2 3 16,-4 3 2-16,1-1-13 0,0-2 2 16,-3-3 3-16,4-4 1 0,0-11-6 0,0-4-1 0,1 2 10 15,-1-3-17-15,2-3-11 0,-2 0-13 0,-1 0-31 16,0-1-43-16,-5-9-37 0,3 1-42 0,1-6-67 16,-3 1-61-16,-1-3-193 0,1 1-536 0,-1-10 237 15</inkml:trace>
  <inkml:trace contextRef="#ctx0" brushRef="#br0" timeOffset="196063.44">8381 15086 32 0,'0'0'132'0,"0"0"-7"16,0 0 2-16,20-2-28 0,-7 2-1 0,9 0-12 15,7-1 2-15,4 1-14 0,6-4-9 0,16 0-6 16,10 1 0-16,-4-3-7 0,3 0-8 0,25-1-8 15,-23 1 0-15,27-3-22 0,-27 5-13 0,30-5-21 16,-4 0-24-16,-1 0-19 0,-26 3-9 0,30-3-19 16,-5 1-66-16,-1 1-168 0,-28 2 74 15</inkml:trace>
  <inkml:trace contextRef="#ctx0" brushRef="#br0" timeOffset="196534.39">10592 14318 174 0,'0'0'141'0,"0"7"-34"0,0-7-27 15,6 7-48-15,0-5-54 0,2 3-64 0,1-4-92 0,-9-1 41 16</inkml:trace>
  <inkml:trace contextRef="#ctx0" brushRef="#br0" timeOffset="197334.15">16801 13517 168 0,'0'0'194'0,"0"0"-13"0,0 0-17 0,0 0-16 16,0 0-14-16,0 0-13 0,14-6-15 0,-3 3-10 16,1 0-6-16,1 0-8 0,5 0-30 15,0 1-42-15,1 0-51 0,-6 1-50 0,5 1-145 0,-7 1-256 16,-3 1 114-16</inkml:trace>
  <inkml:trace contextRef="#ctx0" brushRef="#br0" timeOffset="197494.58">16837 13720 69 0,'0'0'194'0,"0"0"-1"0,0 0-10 0,0 0-16 0,0 0-15 16,19-2-12-16,-5-1-14 0,5-3-13 16,8-2-40-16,1 1-39 0,4-3-45 0,0-1-62 15,1 3-154-15,-2-4-246 0,2 2 110 0</inkml:trace>
  <inkml:trace contextRef="#ctx0" brushRef="#br0" timeOffset="198093.68">18089 12633 234 0,'-2'-11'236'0,"-3"0"-5"15,1 1-7-15,0 3-3 0,-2-4-19 0,2 6-19 16,-2 0-14-16,-1 0-19 0,7 5-10 0,-10-5-13 16,3 4-12-16,7 1-4 0,-14 6-6 0,5 2 2 15,-2 5-9-15,-1 2-1 0,2 3-7 0,0 6-2 16,2 2-6-16,2 3 6 0,2 0-11 0,0 1-6 16,4 0-1-16,1 2-5 0,1-1-6 0,3-2-7 15,-1 5-3-15,3 12-3 0,-3-10-1 0,4-2-6 16,-2 0-5-16,-1 0 0 0,2 0-2 0,-3 0 6 15,3-5-12-15,-3 0 0 0,-1-2-1 0,-1-1-6 16,2 0-5-16,-3-7 3 0,1 0 3 0,-1 0-20 16,-1-2-18-16,-4-2-21 0,2-4-20 0,0 1-28 15,0-2-27-15,-4-1-39 0,1-1-38 0,2-2-44 16,-1 0-39-16,-3-3-191 0,7-3-503 0,-14 0 223 16</inkml:trace>
  <inkml:trace contextRef="#ctx0" brushRef="#br0" timeOffset="198463.69">17863 13021 48 0,'7'-8'179'0,"0"0"-18"0,0 4-7 0,3-2-7 16,-1 1-10-16,3 3-12 0,1-1-10 0,1 0-7 15,3 0-7-15,-3 3-8 0,4 0-3 0,0 3-5 16,0 1-4-16,0-1-2 0,2 2-4 0,-3 4-6 15,0-3-3-15,2 4-5 0,-3 1-5 0,1-1 4 16,-2-1-9-16,-2 1 0 0,-2-3-6 0,-2 2-4 16,-1-2-2-16,1 1-5 0,-3-2-2 0,-1 1 6 15,-1-1-7-15,0-2 4 0,-4-4 9 0,3 8 1 16,-3-8 0-16,0 0 1 0,0 0-3 0,-8 11-10 16,8-11 0-16,-12 0-4 0,12 0-4 0,-17-4-2 15,8-2 1-15,-2 1-4 0,4-4-1 0,-2-3-3 0,2 2-5 16,0-1-2-16,3-5-5 0,1-3-4 15,3 1-3-15,4 1 0 0,0 0-2 0,4 1 1 16,-2 2 0-16,4-1-5 0,3 2-2 0,0 0-4 16,1 1-9-16,0 2-11 0,0 4-18 0,3-2-17 15,-6 3-40-15,4 2-24 0,1-1-31 0,-2 1-36 0,4 1-151 16,-6 1-381-16,1 1 169 0</inkml:trace>
  <inkml:trace contextRef="#ctx0" brushRef="#br0" timeOffset="198849.66">18534 12863 157 0,'0'0'220'0,"-16"-5"-6"0,5 3-9 16,1 0-5-16,-4 1-10 0,1 1-12 0,1 0-12 16,-1 2-10-16,2 4-14 0,-5 2-13 0,2 2-11 0,0 2-5 15,2 4-15-15,0 0-5 0,2 0-14 0,4 3-5 16,0 0-6-16,3-1-8 0,-1 1-6 15,3 0-3-15,2-1-6 0,3-2-7 0,-1-4-5 16,2-1-3-16,-1-1-7 0,2-2-6 0,2-2-5 0,2-2-6 16,-1 1-5-16,2-2-3 0,2-3-4 0,0 0 1 15,1-4 1-15,-3 0 1 0,1-3 1 0,1 0-1 16,-3-6 3-16,-1 4 2 0,1-5-3 16,0 3-1-16,-2-5 1 0,-2 4 1 0,-1-4 1 15,-1 1 2-15,0 0-1 0,-1 3 5 0,-1 1 13 0,0 3 10 16,-1 1 2-16,2-1 2 0,-3 8-6 0,1-9-6 15,-1 9-5-15,1-7-3 0,-1 7-4 0,0 0 0 16,0 0-1-16,0 0 2 0,0 0-5 0,5 20 3 16,-6-11-4-16,-2 4 0 0,2 3-13 15,0-4-13-15,1 5-18 0,1-4-17 0,-1 2-39 0,4 0-35 16,-2-3-46-16,1 0-34 0,3-3-205 0,-2-1-447 16,1-2 198-16</inkml:trace>
  <inkml:trace contextRef="#ctx0" brushRef="#br0" timeOffset="199099.28">18778 12818 149 0,'0'0'254'0,"-14"0"-7"0,14 0-14 15,-15 7-7-15,5-2-16 0,-2 6-12 0,0 3-15 16,0 2-13-16,2-1-12 0,1 2-14 0,-3 7-13 15,6-6-13-15,1 6-14 0,-2-4-10 0,5-2-7 16,0 0-8-16,1 0-7 0,4-2-7 16,0 0-13-16,1-6-19 0,3 5-17 0,-1-6-24 0,4 0-20 15,-1-4-22-15,2 2-31 0,1-4-39 0,1 0-40 16,7-5-37-16,-3 1-40 0,0-4-120 0,1-2-387 16,1 0 171-16</inkml:trace>
  <inkml:trace contextRef="#ctx0" brushRef="#br0" timeOffset="199662.87">18953 12682 127 0,'-1'-13'224'0,"1"13"-14"0,-1-7-20 0,1 7-24 16,0 0-13-16,1-9-15 0,-1 9-13 0,0 0-15 15,0 0-10-15,0 0-11 0,0 0-7 0,0 0-7 16,0 0-10-16,0 0-3 0,5 23-7 0,-5-23-5 15,1 7-1-15,-1-7-2 0,3 7-2 0,-3-7-7 16,0 0-1-16,1 8-2 0,-1-8-1 0,0 0-1 16,0 0 2-16,0 0 2 0,0 0 6 0,3 7 0 15,-3-7 5-15,0 0 0 0,0 0 3 0,0 0 11 16,0 0-3-16,0 0 6 0,0 0-1 0,0 0-2 16,0 0-3-16,0 0-5 0,0 0-4 0,0 0-7 15,0 0-1-15,0 0-4 0,0 0 0 0,0 0-5 16,0 0 7-16,0 0 4 0,0 0-9 0,-8-23 1 15,8 23 1-15,0 0-4 0,-4-6-5 0,4 6-1 16,0 0 5-16,-1-8-14 0,1 8 3 0,0 0-3 16,0 0-1-16,-1-11 1 0,1 11-3 0,0 0 0 15,0 0 4-15,0-10-6 0,0 10 0 0,0 0 2 16,0 0-7-16,0-10 10 0,0 10-6 0,0 0-2 16,0 0 6-16,0-11 6 0,0 11 3 0,0 0-6 15,-1-8-3-15,1 8-1 0,0 0-9 0,0 0-3 16,0 0 7-16,0 0-2 0,0 0-8 0,0 0-4 15,0 0 5-15,0 0 0 0,0 0-1 0,8 19 4 16,-5-6 0-16,2 5 6 0,-1 0 8 0,-2 1 0 16,4 6 15-16,-4-1-8 0,1-5 11 0,-2 2 7 15,3 3-10-15,-2-6 3 0,0 1-4 0,-2-1-1 16,2 1-3-16,-2-2-1 0,0 0 0 0,-1 0-2 16,1-1-5-16,0-4-4 0,-1-1 7 0,1 1-35 15,-2-2-17-15,2-1-28 0,-2-3-23 0,2 4-20 16,0-10-19-16,-3 12-13 0,3-12-22 0,-1 8-27 15,1-8-26-15,0 0-37 0,0 0-44 0,-2 6-193 16,2-6-519-16,0 0 230 0</inkml:trace>
  <inkml:trace contextRef="#ctx0" brushRef="#br0" timeOffset="199954.09">18843 12839 132 0,'0'0'200'16,"-6"-5"-12"-16,6 5-9 0,-6-4-15 0,6 4-16 15,0 0-11-15,0 0-13 0,12-9-9 0,0 6-13 16,4 0-6-16,5 1-11 0,1 0-11 0,8-2-4 16,0-2-5-16,-1 6-5 0,-1-5 11 0,0-1-23 15,-6 3-4-15,0 2-2 0,-3-3-1 0,-1 3-2 16,0-1-1-16,-7 2-1 0,1-2-1 0,-5 1-4 16,1 0-3-16,-8 1-2 0,12-2-4 0,-12 2-3 15,9 2 1-15,-9-2 25 0,5 4 16 0,0 1 4 16,-5-5 1-16,5 11-1 0,-3-5-5 0,1 2-1 15,-3 1-4-15,0 0-6 0,0 1-2 0,0 2-5 16,-1-3-3-16,1 4-14 0,1-4-23 0,-2 1-25 16,1-1-27-16,-2 1-39 0,2-10-49 0,-3 17-59 15,3-17-46-15,-4 11-167 0,4-11-441 0,-5 9 196 16</inkml:trace>
  <inkml:trace contextRef="#ctx0" brushRef="#br0" timeOffset="200114.27">19164 12578 83 0,'0'0'64'0,"0"0"-43"0,0 0-49 0,0 0-31 15,0 0 14-15</inkml:trace>
  <inkml:trace contextRef="#ctx0" brushRef="#br0" timeOffset="200673.09">19384 12767 74 0,'-5'2'264'0,"5"-2"-8"0,-9 6-11 0,4-2-16 15,5-4-19-15,-8 5-20 0,4-2-13 0,4-3-16 16,-9 11-18-16,6-4-12 0,1 1-15 0,0-3-8 15,0 3-12-15,2-8-8 0,0 14-12 0,0-14-2 16,0 14-12-16,2-10-2 0,0 2-7 0,1 1-6 16,1-3-10-16,-4-4 0 0,5 8-6 0,-1-5-6 15,2 1-5-15,-6-4-4 0,6 2-1 0,-6-2-2 16,0 0-5-16,0 0 0 0,12-7-7 0,-8 2-2 16,2 0 1-16,-6 5-2 0,5-11-3 0,-1 2-4 15,-3-1-4-15,3 1-8 0,-3-2-1 0,1 0 4 16,0 0-2-16,2 2 1 0,0-3 2 0,1 2 1 15,-2 3 1-15,-2 1 1 0,1 0 2 0,-2 6 0 16,8-7 9-16,-3 4 5 0,-5 3-1 0,0 0 1 16,15 8 1-16,-9-3 6 0,-1 5 2 0,0 0 2 15,-2 0-1-15,0 4 8 0,0-3 2 0,4 4-2 16,-5-2 0-16,-1-2-2 0,0 0-2 0,2 0-3 16,-1-3 2-16,0-1 1 0,-1 0 2 0,-1-7 0 0,0 11-3 15,0-11 4-15,1 7 6 0,-1-7-4 16,0 0-1-16,0 0 1 0,0 0-1 0,0 0-2 15,0 0-5-15,0 0-1 0,0 0-3 0,0 0-2 16,5-26-6-16,-1 18 2 0,-1-4-9 0,2 2 0 16,0-2-2-16,1-2 2 0,1 4-4 0,0-2-1 15,1 2 4-15,0 2-3 0,-3 2 1 0,1 1 0 16,1-1-2-16,-1 4 3 0,-6 2 1 0,12-4 8 16,-12 4-4-16,12 4 2 0,-5 1 0 0,-1-2 1 15,1 3 0-15,-1 1 1 0,1 2 0 0,-1 1-1 16,-2-3 3-16,-2 2-8 0,1 1-19 0,-1-1-23 0,1 1-32 15,-2-2-36-15,2 3-48 0,-3-11-35 16,5 10-41-16,-4-4-149 0,-1-6-421 0,0 0 186 16</inkml:trace>
  <inkml:trace contextRef="#ctx0" brushRef="#br0" timeOffset="201045.63">19895 12691 90 0,'-4'-4'270'0,"0"-1"-11"0,4 5-13 16,-10-7-8-16,10 7-11 0,-12 4-14 0,4 2-5 16,-2-1-7-16,-2 8-7 0,1-1-18 0,-2 3-15 15,4-1-19-15,-1 2-8 0,1-1-8 0,2-1-24 16,0 0-8-16,4 0 1 0,0-1-19 0,3-2-10 16,0-2-6-16,3 0-6 0,0-2-7 0,2-1-12 15,0-3-10-15,1 1-8 0,3-3-4 0,1-1-9 16,-1-1 0-16,3-3 0 0,-3 1 2 0,0-1-4 15,1-1-1-15,-4-2 2 0,2 1-1 0,-1-3 0 16,-4 1-2-16,4 0-2 0,-5-3 4 0,2 1-4 16,-1 1 5-16,0-2 5 0,0 2-6 0,-2 0 5 15,1-1-3-15,-2 10 7 0,1-12 2 0,-1 12 7 16,0-7-8-16,0 7-4 0,0 0 0 0,4-5 3 16,-4 5-3-16,0 0 2 0,0 0-2 0,0 0 6 15,0 0 0-15,2 22 0 0,-2-14 0 0,0 2-3 16,3 0-5-16,-2 0 3 0,0-1-2 0,1 3-24 15,0-2-24-15,-1-3-38 0,2 0-44 0,0 3-64 16,0-3-66-16,0-2-267 0,-3-5-563 0,9 7 249 16</inkml:trace>
  <inkml:trace contextRef="#ctx0" brushRef="#br0" timeOffset="201280">20078 12527 2173 0,'1'-29'68'0,"-2"3"81"0,2 10-11 16,-2 1-7-16,1 5-24 0,0 3-16 0,0 7-15 16,2-10-13-16,-2 10 5 0,0 0 31 0,0 0 22 15,0 0 5-15,4 29-5 0,-2-10-11 0,-1 5-15 16,-1 4-11-16,1-2-8 0,-1 2 0 0,2-1-11 16,-2 2-3-16,1-3-7 0,0 0-14 0,0 1-21 15,-1-4-32-15,3-3-24 0,-3 0-33 0,0-2-42 16,0 2-36-16,-3-2-44 0,7-3-66 0,-3 3-65 15,-3-2-190-15,3-5-555 0,-1-11 246 0</inkml:trace>
  <inkml:trace contextRef="#ctx0" brushRef="#br0" timeOffset="201750.97">20614 12504 222 0,'-7'-6'262'0,"2"0"-10"15,-3 0-17-15,1 4-11 0,-2-1-19 0,0 3-12 16,9 0-17-16,-19 4-8 0,7 2-6 0,-2 6-2 15,1 2-13-15,-3 6-8 0,0 1-4 0,3 3-7 16,-2 1-13-16,6-2-8 0,0 0-14 0,5-5-7 16,1 0-10-16,4 0-10 0,0-2 0 15,4 1-7-15,4-2-7 0,1-1-7 0,4-2-16 0,2-1-25 16,2-2-31-16,6-1-24 0,-2-4-30 0,5 0-36 16,2-3-37-16,2-2-46 0,-1-5-27 0,1-1-33 15,-2 1-156-15,-7-2-448 0,2-3 198 0</inkml:trace>
  <inkml:trace contextRef="#ctx0" brushRef="#br0" timeOffset="202387.81">20915 12398 78 0,'0'-19'209'0,"-1"2"8"0,1 1-1 0,-3 3 4 0,2 4-1 16,1 2-13-16,0 7-20 0,0-10-26 0,0 10-16 15,0 0-14-15,0 0-6 0,0 0 5 0,4 25-1 16,-3-7-13-16,2 10-6 0,-2 1-12 0,-1 1-6 15,1 0-12-15,2 1-3 0,-3-4-12 0,1 1-6 16,-1-1-3-16,1-8-3 0,4 0-7 0,-3 0-5 16,1-3-2-16,-1-3-2 0,-1-2-5 0,2-2-4 15,-3-2 1-15,2-2-2 0,1 1-2 0,-3-6 1 16,0 0-2-16,0 9 1 0,0-9 0 0,0 0-3 16,0 0-2-16,0 0-3 0,0 0-2 0,0 0 0 15,9-17-3-15,-6 8-5 0,2-1 0 0,-1-1-6 16,3-3-2-16,1-1-7 0,2-1 4 0,0 2 1 15,2 1-3-15,-4 1 0 0,1 5-1 0,3 0-2 16,-3 2 2-16,-3 1-1 0,2 2-2 0,1 2-4 16,-9 0 7-16,15 2-4 0,-6 3 2 0,0-1 3 15,1 3 1-15,-2-1 0 0,1 2 2 0,1-3 0 16,0 0 0-16,-2 1 2 0,1 0 2 0,4-3 1 16,-2 1 3-16,3-1 0 0,3-2 0 0,1-1 0 15,1-1-1-15,-2-3 0 0,0 1 0 0,0-2-6 16,0-3 7-16,-1 2-3 0,-3 1 0 0,-3-3 5 15,1 1-1-15,0-2 5 0,-3 1-9 0,-3 0 2 16,0-2 1-16,-2 0-5 0,-1 1 2 0,-2-1 6 16,-1 2-9-16,-2-1 4 0,1 0-2 0,-2 3 6 15,-3-1 3-15,-2 0 5 0,1 5 0 0,-3-1 4 0,0 2-1 16,-2 0-4-16,0 3 2 0,-2 0-4 16,5 3 2-16,-6 3-9 0,5-1 5 0,0 1 1 15,3 0-5-15,0-3 3 0,3 3-5 0,1-1 2 16,1-2-3-16,2 2 3 0,1-7 0 0,0 13-2 15,0-13 1-15,5 10-1 0,-1-6 3 0,3 1-1 0,-1-3-3 16,3 2 3-16,0-3 1 0,-1 1-6 16,0-1 0-16,-8-1 0 0,14-1 1 0,-6 1 0 15,-8 0 0-15,15 0-2 0,-9 1-1 0,-6-1-1 16,10 3 2-16,-4-3 0 0,1 3-10 0,-7-3-9 0,7 4-26 16,-7-4-24-16,8 7-20 0,-4-2-23 0,-2-1-42 15,-2-4-45-15,8 9-32 0,-6-5-38 16,2 1-160-16,0 0-464 0,1-2 205 0</inkml:trace>
  <inkml:trace contextRef="#ctx0" brushRef="#br0" timeOffset="202604.84">21546 12535 203 0,'7'-17'219'15,"0"0"14"-15,2 2-9 0,3 1-7 0,-2 1-7 16,4 0-14-16,-4 0-12 0,1 6-6 0,0 3-10 15,1-3-14-15,-5 5-15 0,1 1-15 0,2 0-13 16,-10 1-7-16,17 6-8 0,-6-1-9 0,-4 3-5 16,-1 1-9-16,1-2-6 0,-1 3-4 0,-4 2-9 15,2-1-19-15,-3 1-18 0,-1 0-29 0,0 2-27 0,0-4-38 16,-1 2-48-16,-1 0-56 0,3-1-55 0,-2-1-192 16,-1-1-464-16,4-3 205 0</inkml:trace>
  <inkml:trace contextRef="#ctx0" brushRef="#br0" timeOffset="203286.72">22014 12401 228 0,'-4'-11'274'0,"3"3"1"0,-2 1-8 16,0 1-8-16,3 6-22 0,-9-9-15 0,9 9-18 15,-12-1-15-15,12 1-16 0,-14 10-15 0,0-2-9 0,0 3-14 16,1-1-14-16,-1 4-7 0,3 0-18 15,4-5-7-15,2 0-9 0,1 1-8 0,0-1-11 16,4 1-18-16,0-1-9 0,2-1-20 0,0 0-18 0,2-5-11 16,1 3-11-16,0-2-8 0,6-2-5 0,0-2-2 15,1 0-3-15,-1 0 4 0,-1-4 1 0,2 2 4 16,-2-4 5-16,-4 3 1 0,0-1 4 0,1-3 5 16,-3 2-2-16,0 0 3 0,2-3 2 0,-2 1 9 15,0 1-1-15,-3-1 7 0,-1 7 10 16,3-10 6-16,-3 10 8 0,1-8-2 0,-1 8-5 0,0 0-2 15,0 0 8-15,0 0 4 0,0 0 8 0,0 0-2 16,-2 27 5-16,-2-6 7 0,-3 5 0 0,-2 5 0 16,0 2-2-16,0 2-3 0,-1 0 3 0,0 11-9 15,-3-1 3-15,7-12-7 0,0 0 7 16,2-2-13-16,2-1 3 0,1 7-3 0,0-7 3 0,-3 3 1 16,1-4-4-16,-1-3-1 0,3-7-5 0,-3-1-2 15,-2 0 5-15,0-1-4 0,-3-3 2 0,2-1-6 16,0-6-2-16,-2 1 5 0,2 0-13 0,-2-3-2 15,-1-1-13-15,0-2 2 0,0-3-5 0,-2-3-4 16,2 1-6-16,2-4-3 0,-1-3-2 0,-1-3-1 16,5-4-1-16,2-4 3 0,3-4-3 0,4 0 2 15,3-1 3-15,3-1 0 0,4-4 1 16,0 1 1-16,5 1 5 0,3 0 1 0,5-9 1 0,2 1 3 16,-8 8 1-16,9-7 1 0,-7 6 1 0,1 3 4 15,-2-4-2-15,1 3 4 0,0 1-1 0,-2 0 6 16,-6 3 0-16,4-2-3 0,-5 1 5 0,0 3-1 15,-5 4 1-15,0 3 3 0,-2-3 10 0,-1 4 16 16,-1 1 7-16,-2 5-6 0,-2-1 0 0,2 4 1 16,-3 5 1-16,2-8 0 0,-2 8 0 0,0 0-9 15,0 0 9-15,0 0 9 0,0 0 0 0,-20 17 5 16,11-4 4-16,-2 2 3 0,-1 2-5 0,3-1-4 16,2 1-7-16,0 0-2 0,2-1 0 0,3 1-11 15,4-2 2-15,1-3-11 0,5 3-27 0,1-7-31 16,8 1-25-16,1-1-30 0,8-2-38 0,4-1-55 15,2-5-58-15,0 0-47 0,-3-2-199 0,0-2-537 16,2-1 238-16</inkml:trace>
  <inkml:trace contextRef="#ctx0" brushRef="#br0" timeOffset="203571.42">22603 12393 46 0,'2'-12'290'0,"-2"3"-6"0,1-1-14 16,-2 1-8-16,-1-1 0 0,1 2-4 0,1 8 1 15,-1-12-11-15,1 12-19 0,0-10-14 0,0 10-7 16,0 0-24-16,0-15-15 0,0 15-17 0,0 0-18 16,1-4-11-16,-1 4-11 0,0 0-10 0,0 0-1 15,6 22-6-15,-3-10-9 0,2 3-5 0,-4 2-8 16,-2 0-5-16,2 0-10 0,1 2-4 0,-2-3 7 15,-2 1-19-15,1 2-1 0,0-3-12 0,1-3-27 16,-3 2-43-16,2 1-27 0,0-4-34 0,-2 4-43 16,1-6-44-16,-1 2-63 0,2-4-67 0,-3 1-262 15,1-3-628-15,-2 0 278 0</inkml:trace>
  <inkml:trace contextRef="#ctx0" brushRef="#br0" timeOffset="203748.77">22617 11965 126 0,'-2'-6'214'16,"1"1"-22"-16,1 5-21 0,-3-8-19 0,3 8-15 16,0 0-32-16,0 0-34 0,0 0-41 0,3 37-43 15,3-11-59-15,3 2-114 0,-2 1-201 0,4 5 90 16</inkml:trace>
  <inkml:trace contextRef="#ctx0" brushRef="#br0" timeOffset="203984.18">22791 12465 126 0,'0'0'224'16,"1"-24"6"-16,2 14 0 0,5-3-6 0,-1 2-11 0,5-5-8 15,6-3-9-15,-6 5-9 0,4 1-6 16,4-4-2-16,-1 5-9 0,-2 1-9 0,1 1-12 15,0 5-14-15,-2 2-13 0,-3 2-14 0,0 6-3 16,-1-2-9-16,-1 2-6 0,-1 3-14 0,-2 1 1 0,-2 2-11 16,2 3-12-16,-4-3 0 0,0 2-7 0,-1 1 13 15,-1 2-19-15,0-3-25 0,-2 0-37 16,-1-3-38-16,1 2-32 0,-1 1-42 0,-2-2-65 16,2-1-75-16,-3-5-236 0,0 3-549 0,4-8 244 15</inkml:trace>
  <inkml:trace contextRef="#ctx0" brushRef="#br0" timeOffset="204210.54">22636 12008 15 0,'-2'-7'290'0,"2"7"-30"0,-5-10-23 0,5 10-23 16,-2-6-21-16,2 6-20 0,0 0-19 16,-2-9-17-16,2 9-15 0,0 0-31 0,0 0-39 15,11-1-47-15,-11 1-67 0,16-2-80 0,-16 2-149 16,14 2-313-16,-8-4 139 0</inkml:trace>
  <inkml:trace contextRef="#ctx0" brushRef="#br0" timeOffset="206894.81">23640 12237 184 0,'-5'-9'208'0,"0"0"-4"0,-1 1-11 0,0 1-6 15,1 1-17-15,0 3-12 0,-5-3-14 0,2 2-13 16,0 3-10-16,-3 1-9 0,11 0-10 15,-21 6-9-15,10-1-5 0,1 1 0 0,-3 6 1 16,0-2-16-16,3 4-5 0,2 0-10 0,-2 1-4 0,6 2-6 16,0-3-4-16,2 2 1 0,3-5-1 15,0 1-14-15,0 1-2 0,3-2-5 0,3 0 0 16,0 1-2-16,1-5 2 0,2 1-12 0,2-1 0 16,-2-2-1-16,2-3-3 0,1-1-3 0,-1-1-3 0,2-2-1 15,-1-2 2-15,-2 1-2 0,1-3 1 16,-2 1 1-16,-1-2 0 0,0-1-3 0,-1-1 2 15,2-3 0-15,-4 2 1 0,1-1-6 0,-4-1 8 16,0 1-4-16,0 2 9 0,-3 2 8 0,0 0 5 0,0 7 4 16,0-15 0-16,1 11-4 0,-1 4-3 0,0 0-2 15,1-10-3-15,-1 10-6 0,0 0 4 0,0 0 2 16,0 0-4-16,5 20-8 0,-5-7 4 0,0 2-2 16,3 2 2-16,-2 0-1 0,0-1-15 0,1-6-19 15,-1 9-15-15,0 0-20 0,2-7-39 0,1 2-46 16,3 1-48-16,0-4-57 0,-5-2-130 0,3-2-414 15,3 0 184-15</inkml:trace>
  <inkml:trace contextRef="#ctx0" brushRef="#br0" timeOffset="207428.61">23868 12311 174 0,'0'0'203'0,"3"-6"-2"0,-3 6-11 0,0 0-5 15,0 0-3-15,0 0-18 0,0 0-8 0,0 28-12 16,1-20-17-16,2 0-8 0,-3 2-10 0,0-1-11 16,1-2-12-16,-1-7-11 0,3 12-3 0,-2-6-9 15,-1-6-4-15,1 10-4 0,-1-10 0 0,0 0 7 16,0 7 8-16,0-7 3 0,0 0-9 0,0 0-7 16,0 0-6-16,0 0-3 0,0 0-3 0,-15-19-7 15,12 9-6-15,1 1 2 0,-1-1 2 0,2-2-11 0,-3-5 0 16,4 6-8-16,0-7-3 0,1 3-2 15,2-2-1-15,-1-1 0 0,5 1-4 0,1 3-2 16,-3 4-4-16,5 0 10 0,-4 3-8 0,3 1-6 16,4 1 2-16,-1 2-1 0,-2 5 0 0,2 0-2 0,1 3-1 15,4 4 6-15,-3 0-2 0,1 1-3 16,-1 1 4-16,0-1-1 0,1 3-1 0,-4-1 3 16,0 1 2-16,-3-4-6 0,-1 1 5 0,-1-3-4 15,-1 0-1-15,-1-2 3 0,0 0 3 0,0-2 0 0,-4-3-1 16,3 8 3-16,-3-8-2 0,0 0 4 15,0 0-4-15,0 0 4 0,0 0 1 0,0 0-4 16,0 0-1-16,0 0-6 0,-11-21 4 0,11 10 0 16,0 11-2-16,2-17-3 0,2 5 2 0,1-4-5 15,-2 4 4-15,2 4-4 0,0-4 1 0,4 3-2 0,-4 4 2 16,2-3 0-16,-1 5 0 0,2 0-2 0,-8 3 3 16,12 0 1-16,-12 0-5 0,18 6 4 0,-10 0 2 15,1 2 1-15,-3 0 4 0,1 4-1 16,-1-2 1-16,3 4 1 0,-4-2-2 0,-1 3-1 0,-1-6 0 15,0 4-21-15,0 2-27 0,-2-2-38 0,-2 0-47 16,2-5-57-16,0 4-70 0,-2-6-152 0,1-6-446 16,1 11 197-16</inkml:trace>
  <inkml:trace contextRef="#ctx0" brushRef="#br0" timeOffset="207678.07">24399 11994 242 0,'2'-12'288'0,"-2"3"1"0,-2-1-13 0,2 10-19 16,-1-10-24-16,1 10-22 0,0 0-19 0,0 0-10 15,0 0-4-15,0 0-1 0,10 38-12 0,-8-12-8 16,1 2-11-16,1 2-9 0,0 2-21 0,-4 2-4 16,2 0-9-16,-1-4-7 0,3 2-4 0,-1-1-19 15,1-2 3-15,-2 0-13 0,3-3-9 0,-1-1-13 16,-3-4-18-16,2-5-35 0,-2 1-27 0,-1-2-25 15,-1 1-31-15,1-3-28 0,0-3-35 0,-1-3-35 16,1-7-39-16,-2 11-35 0,2-11-199 0,-6 6-506 16,6-6 224-16</inkml:trace>
  <inkml:trace contextRef="#ctx0" brushRef="#br0" timeOffset="207870.28">24435 12187 20 0,'15'-12'192'0,"-1"0"7"15,3 4-4-15,-4 2-10 0,4 1-3 0,-5 2-15 16,2 1-10-16,-4 0-12 0,0 4-8 0,3 2-13 0,-5-1-11 16,1 5-6-16,-3 1-9 0,-2 1-9 15,-4 2-7-15,0 1-8 0,-6 2-6 0,-1-1-7 16,-2 2-10-16,1-1-20 0,0-4-24 0,-3 2-45 16,2 0-27-16,-1-4-46 0,4-2-51 0,-3-1-190 15,0 0-380-15,-2-3 168 0</inkml:trace>
  <inkml:trace contextRef="#ctx0" brushRef="#br0" timeOffset="208086.05">24646 11918 56 0,'6'-7'260'0,"-1"0"-27"0,0 4-11 15,-5 3 6-15,0 0 5 0,0 0-4 0,12 10-3 0,-7 1-16 16,3 6-7-16,-6 0-22 0,3 8-8 0,-1 1-25 15,-2-1-3-15,-2 0-12 0,2-1-17 16,-4 2-15-16,4 0-8 0,-4 1-9 0,4-6-23 16,-4-2-24-16,2 0-33 0,2-2-31 0,-2-2-37 0,0-2-46 15,0 3-59-15,0-5-52 0,1-1-244 16,0-3-502-16,-1-7 222 0</inkml:trace>
  <inkml:trace contextRef="#ctx0" brushRef="#br0" timeOffset="208255.39">24812 12124 162 0,'1'-11'241'16,"-1"11"-17"-16,2-6-12 0,-2 6-8 0,0 0-3 15,0 0-7-15,0 0-15 0,0 0-14 0,0 0-19 16,4 22-12-16,-4-22-14 0,0 17-13 0,-2-7-9 16,2 2-19-16,-2-2-31 0,2 3-40 0,-2-1-46 15,1 2-64-15,-1-3-72 0,0 2-194 16,-1-3-399-16,3-10 176 0</inkml:trace>
  <inkml:trace contextRef="#ctx0" brushRef="#br0" timeOffset="208654.94">25077 11762 164 0,'0'0'243'0,"0"0"-3"0,0 0-1 15,0 0 3-15,-8 23-9 0,5-4-14 0,-1 6 19 16,4 6-15-16,-4 1-13 0,-1 1-25 0,3 0-11 16,-1 14-12-16,1-11-12 0,0-2-12 0,2-2-5 15,0 2-15-15,4 0-4 0,-6-1-9 0,2-4-15 16,2 3 1-16,-2-4-15 0,0-2-11 0,0 0-3 16,0-7-6-16,0 1 2 0,0-3-10 0,0-1-17 15,0-6-25-15,0 0-29 0,0-3-35 0,0-7-35 16,-4 14-36-16,3-9-44 0,1-5-80 0,-4 4-69 0,4-4-189 15,0 0-553-15,0 0 245 0</inkml:trace>
  <inkml:trace contextRef="#ctx0" brushRef="#br0" timeOffset="208916.22">25010 12135 11 0,'18'-9'139'16,"2"-2"-13"-16,-2 3-6 0,10-3-7 0,-2 1-6 15,-6 2-16-15,7 1-7 0,-7 0-11 0,6-3-7 0,-7 5-4 16,-1-1-8-16,-3-1-5 0,2 3 6 16,-2-1 0-16,-1 1 7 0,-7 2 9 0,-1 0 10 15,2 0 8-15,-8 2 0 0,9-3 3 0,-9 3 2 16,6-1-4-16,-6 1-9 0,0 0-1 0,0 0 2 16,5 6 3-16,-5-6-5 0,0 14-3 0,0-4-9 0,-1 0-2 15,1 2-8-15,-4 2-3 0,2 2-8 0,-4 3-2 16,3-7-7-16,3 1-17 0,-2-2-28 15,0 1-42-15,-3-2-51 0,5 0-61 0,-1-2-72 16,1-8-135-16,-2 17-399 0,2-17 177 0</inkml:trace>
  <inkml:trace contextRef="#ctx0" brushRef="#br0" timeOffset="209081.37">25313 11823 49 0,'0'0'117'0,"0"0"-46"15,-8 14-50-15,8-14-64 0,4 14-48 0,-4-14 22 16</inkml:trace>
  <inkml:trace contextRef="#ctx0" brushRef="#br0" timeOffset="209295.25">25651 11901 137 0,'0'0'275'0,"-15"7"-3"0,3-2-7 0,3 1-4 16,-3 7-15-16,-1-2-8 0,4 3-18 0,-5 4-16 16,1 2-16-16,3-4-14 0,0 3-21 0,5-2-15 15,-2-2-10-15,3 4-6 0,-1-4-20 0,5 1-24 16,0-2-37-16,5-3-31 0,-1 1-26 0,1-1-27 15,2-2-42-15,1 0-44 0,4-5-45 0,3 1-38 16,-1-2-221-16,3-3-467 0,2-3 207 0</inkml:trace>
  <inkml:trace contextRef="#ctx0" brushRef="#br0" timeOffset="209636.39">25816 11945 86 0,'0'-9'194'16,"-4"1"7"-16,4 8 7 0,-5-9-11 0,5 9-8 15,-8-4-6-15,8 4-6 0,0 0-1 0,-21 13-7 16,11-4-12-16,-3 5-14 0,1-1-14 0,3-1-15 16,-1 4-11-16,1-1-11 0,5-4-4 0,-1 1-14 15,1-1-6-15,4 0-3 0,0-1-9 0,3-1-3 16,-1-3-13-16,2-1-8 0,1 0-15 0,3-3-9 16,0-1-6-16,-2 0-4 0,-6-1-2 0,16 0-7 15,-7-2 3-15,-2-2-1 0,1 1 3 0,1-3-1 16,-5 1 3-16,2 0-4 0,0-3 2 0,0 2 4 15,-3-3-4-15,1 3 3 0,-4 6-3 0,5-9 5 16,0 4 3-16,-5 5 3 0,4-6-2 0,-4 6-1 16,0 0-5-16,0 0 1 0,0 0 7 0,0 0 6 0,0 0-3 15,11 11 8-15,-11-11-8 0,2 12 3 16,0-6-1-16,-1 3 0 0,1 2 3 0,2-2-4 16,-1 1-17-16,-1-2-19 0,3 3-29 0,-1-1-39 15,0-1-42-15,1-3-47 0,1-2-40 0,2 2-163 0,-2-5-417 16,-6-1 185-16</inkml:trace>
  <inkml:trace contextRef="#ctx0" brushRef="#br0" timeOffset="209869.47">26063 11777 247 0,'2'-6'289'16,"-2"6"-22"-16,0-9-21 0,0 9-15 0,0 0-11 15,0 0 3-15,0 0 7 0,2 26-6 0,-4-7-4 0,2 5-16 16,0 3-18-16,0 0-11 0,-2 1-12 0,2-1-11 16,-4-1-18-16,2 2-5 0,-1-3-17 0,2 1-23 15,-2-9 3-15,3 10-10 0,-2-8-16 16,2-1-42-16,0-5-28 0,2-2-39 0,-2 1-40 16,-2-3-39-16,4 1-59 0,-2-10-65 0,0 8-55 0,0-8-204 15,0 0-545-15,0 0 241 0</inkml:trace>
  <inkml:trace contextRef="#ctx0" brushRef="#br0" timeOffset="210133.06">25990 11975 124 0,'0'0'179'0,"8"-7"-7"0,-1 2-10 0,3 3-14 0,2-3-7 15,2 3-10-15,6-3-14 0,1 1-9 0,6-1-14 16,-8 2-5-16,4-1-9 0,6 1-6 0,-2-2-8 15,-8 2-1-15,0 2 6 0,-2-1-2 16,-5 1-3-16,0 1-4 0,-1 2 2 0,-2 1 6 16,-3 1 9-16,2-1 4 0,-4 4-1 0,1-1-6 0,-1 2 3 15,0 0 3-15,-2 4 0 0,1-3-5 0,-1 1-12 16,-2-1-2-16,0 1-6 0,0 2-3 0,0-3-7 16,0 2-14-16,0-3-30 0,0-8-25 0,0 15-36 15,-2-7-52-15,2-8-64 0,0 11-56 0,0-11-190 16,0 0-455-16,-2 12 201 0</inkml:trace>
  <inkml:trace contextRef="#ctx0" brushRef="#br0" timeOffset="210298.05">26304 11681 128 0,'0'0'132'0,"0"0"-33"0,0 0-33 0,0 0-47 16,0 0-46-16,0 0-43 0,6 26-76 0,-3-19 35 16</inkml:trace>
  <inkml:trace contextRef="#ctx0" brushRef="#br0" timeOffset="210807.57">26492 11869 36 0,'-2'13'226'15,"2"-13"-1"-15,-2 10-10 0,0-2 0 0,-3-3-6 16,1 7-12-16,0-2-25 0,-1 2-15 0,2-2-14 16,1 2-13-16,2 0-11 0,0-2-10 0,0 1-13 15,0 0-6-15,0-3-8 0,2 1-8 0,1 1-7 16,4-3-5-16,-3-1-7 0,-1-1-3 0,3-1-4 16,-2 0-6-16,-4-4-3 0,10 4-5 15,-3-4-3-15,-7 0-2 0,10-4-3 0,-10 4-5 0,9-6-12 16,-3 3 2-16,-2-3 0 0,0-1-2 0,0 1 0 15,-3-3-4-15,1-1-5 0,0-2-2 0,2 3 2 16,-4-3-9-16,4 2 5 0,-4-2-4 0,0 0-1 16,3 0 4-16,0 0-1 0,1 1-2 0,-2 0-1 15,1 2 4-15,-1 4 0 0,-2 5 5 0,6-9 5 16,-1 7 4-16,-5 2 2 0,0 0 3 0,16 5 2 16,-12-1 5-16,3 4 0 0,-1-1 2 0,0 3-2 15,-2 1 5-15,2-3 3 0,-3 3-1 0,1-2-2 16,-2 1-6-16,2-2 2 0,-1 1 1 0,2-4-4 15,-5 2 4-15,0-7-9 0,4 9-2 0,-4-9 3 16,2 6 4-16,-2-6-2 0,0 0 2 0,7 5-3 16,-7-5-2-16,0 0 0 0,0 0-2 0,0 0 0 0,15-11-2 15,-9 5 1-15,-2 1-1 0,5-3-5 16,-1 2 5-16,2 0-3 0,-3 0 14 0,3 2 1 16,-5-2 2-16,2 4 4 0,0 0-1 0,-7 2 3 15,13-3-4-15,-7 3-4 0,-6 0 1 0,10 5 1 0,-10-5-7 16,7 8 5-16,-3-2-7 0,-2 0 2 0,-2 4-6 15,0-10-24-15,0 13-27 0,-2-6-30 0,0 5-33 16,-5-3-55-16,1 2-63 0,-4-3-55 16,-1 4-226-16,-5-4-542 0,1 2 240 0</inkml:trace>
  <inkml:trace contextRef="#ctx0" brushRef="#br0" timeOffset="211719.41">19274 13311 217 0,'0'0'235'0,"0"0"0"15,0 0 4-15,0 0-1 0,-6 16-8 0,4-4-17 16,1 4-10-16,-1 0-18 0,2 2-10 0,0-2-14 16,0 0-20-16,2 0-12 0,2 1-15 15,0-3-11-15,1-2-10 0,1 2-3 0,1-3-13 0,2-2-11 16,-2 0 0-16,5-2-8 0,-1 0-10 0,2-1 0 15,-1-2 1-15,-1-1-5 0,-1-3-3 0,3 0-6 16,-3-1 2-16,2-1-6 0,1-2 1 0,-7 1-5 16,3-3 0-16,-1 2-2 0,-1-4-4 0,1 2 2 15,-3-2-1-15,-1-1-11 0,-3 2 4 0,-1 0 1 16,0-3-7-16,0 10 2 0,-1-18 0 16,1 12-3-16,0 6 0 0,0-11-2 0,0 11-4 0,3-8-6 15,-3 8 1-15,0 0-2 0,0 0 0 0,0 0-2 16,0 0 4-16,0 0-4 0,20 9 2 0,-12-1 3 15,2-1-1-15,-1 0 0 0,1 1 1 0,1-3 1 16,1 2-2-16,3 0 1 0,2 0 8 0,1-3-6 16,-3 2 6-16,4-4-2 0,-1 0 0 0,1-2 0 15,-6-2-3-15,1 1-28 0,-2-3 1 0,-1 0 0 16,1-1-7-16,-3-1-6 0,0-2-13 0,-2 0-1 16,-2-1 4-16,-2 0-2 0,-2-2 1 0,-2-1 6 15,-2 1-4-15,-2-1 3 0,-2-5 4 0,-2 4 6 16,2-1 2-16,0 3 4 0,-1 1 4 0,2 2 5 15,0 1 12-15,3 1 0 0,-1 0 1 0,4 6-4 16,-5-10 0-16,5 10-1 0,-3-4 0 0,3 4 5 16,0 0 2-16,0 0-2 0,0 0 1 15,21-2 3-15,-10 1 3 0,3-1-4 0,3 2 4 0,2-3-2 16,1-1 1-16,2 3 2 0,-3-1 4 0,3-4 5 16,-3 3 5-16,-1 0 2 0,-4-1 6 0,-2 1-3 15,-2 0 7-15,0 1-4 0,-2 1 5 0,-8 1-1 16,11-3-1-16,-4 3-3 0,-7 0-4 0,0 0 3 15,14 4 10-15,-11 1 2 0,1 1 2 0,2 1 3 16,-3 4-3-16,2 1-3 0,-1 4-3 0,-3-1-1 16,2 3-4-16,-3-1-12 0,1-2-26 15,-1 2-25-15,0 0-34 0,2-1-35 0,-1-5-45 0,0 0-64 16,0-1-63-16,-2-1-177 0,4-3-493 0,-3-6 219 16</inkml:trace>
  <inkml:trace contextRef="#ctx0" brushRef="#br0" timeOffset="211883.09">19930 13216 1801 0,'-5'-21'-28'0,"-1"5"36"16,4 3-13-16,-1 3 11 0,1 0-5 0,-2 1 10 16,3 2-17-16,1 7-14 0,0-9-22 0,0 9-25 15,1-8-2-15,-1 8-41 0,11-6-18 0,-2 2-98 16,2 2-244-16,3-1 109 0</inkml:trace>
  <inkml:trace contextRef="#ctx0" brushRef="#br0" timeOffset="212075.23">20192 13062 114 0,'0'0'181'0,"9"4"13"0,-7 1 6 0,2 5 3 16,-1 0 3-16,-2 7 4 0,1 0-2 0,5 8-4 15,-5 1-3-15,1 1-8 0,-1 0-17 0,0-3-11 16,-4 1-19-16,1 1-11 0,1 0-13 0,-1 1-10 15,1-8-11-15,0 5-12 0,-1-4-7 16,1-4-24-16,-2 4-25 0,2-4-29 0,0-4-25 0,-1 0-31 16,-3-2-34-16,3-3-40 0,0 1-53 0,1-8-38 15,0 8-226-15,0-8-480 0,0 0 213 0</inkml:trace>
  <inkml:trace contextRef="#ctx0" brushRef="#br0" timeOffset="212461.24">20206 13295 19 0,'5'-8'167'0,"1"0"1"16,2 1-2-16,1-2-6 0,0 0-12 0,2 2-12 15,0 0-9-15,3-2-7 0,1 0-12 0,-2 1-8 16,2-1 0-16,-3 3-5 0,3-3-1 0,-6 2-6 16,0 2 0-16,1-1-1 0,-4 2-10 0,-1-2-2 15,1 2-8-15,-1 1-5 0,-5 3-5 0,9-4-8 16,-9 4-8-16,5-4-5 0,-5 4-6 15,0 0 5-15,10 7 4 0,-6-2 15 0,-2 2-3 0,2 2-4 16,0 2 5-16,-1 0-12 0,-1 1 3 0,-1 3-10 16,1 1-3-16,-1-3-5 0,0 0 1 0,1-2-2 15,-1 0-3-15,0-1 0 0,0-1-3 0,-1-3-2 16,0-6-4-16,3 12 1 0,-3-12 0 0,3 8 0 16,-3-8-3-16,2 4-1 0,-2-4-1 0,0 0-1 15,0 0 1-15,0 0-1 0,17-11 0 16,-12 6-1-16,0-1-3 0,0-1 4 0,0 3-3 0,-1-2 6 15,1 2-1-15,-5 4 0 0,8-7-4 0,-8 7 2 16,9 0-3-16,-9 0 0 0,9 6-1 0,-4-1 0 16,0 2 1-16,0 5-20 0,-1-2-31 15,0 3-23-15,4 1-46 0,-1 4-66 0,2-4-64 0,-4-2-179 16,9 1-461-16,-2 1 205 0</inkml:trace>
  <inkml:trace contextRef="#ctx0" brushRef="#br0" timeOffset="212839.43">21228 12983 193 0,'0'0'265'0,"0"0"-11"15,-2-8-2-15,2 8-5 0,0 0 0 0,-13 15 3 16,5 4-5-16,-1 8-13 0,-2 0-18 0,3 5-15 16,-2 1-8-16,-3 12-25 0,8-9-5 0,1 0-19 15,3 8-14-15,-3-9-13 0,4-2 2 0,0-1-16 16,5-3-10-16,-1 4-7 0,1-7-10 0,0 1-16 15,-2-1 0-15,4-3-4 0,-2 1-5 0,-1-6 6 16,0-1-12-16,-3 0-2 0,2-3-12 0,0-3-26 16,-5 0-27-16,2 0-29 0,0-2-29 15,-1 3-32-15,-2-6-35 0,1-1-41 0,2-5-49 0,-10 9-57 16,3-8-240-16,7-1-580 0,-14-1 257 0</inkml:trace>
  <inkml:trace contextRef="#ctx0" brushRef="#br0" timeOffset="213336.77">21095 13517 40 0,'5'-8'144'0,"1"3"6"16,2-1 3-16,4-2 0 0,2-1-2 0,3 0-6 15,2-1-14-15,0 1-9 0,6-4-13 0,1 0-11 16,1 3-8-16,-2-2-14 0,1 1-4 0,-6 2-6 0,0 0-7 16,-4 0-5-16,2 1-6 0,-4-1-3 15,-2 2-2-15,-5 0 0 0,1 0-1 0,-2 1 2 16,-2 0 0-16,3-3 0 0,-5 5 0 0,1-2-1 15,-2-2 2-15,-1 8 3 0,-1-11-5 0,1 11 0 0,-5-11 5 16,5 11-3-16,-8-8 1 0,8 8-4 0,-6-2-2 16,6 2-2-16,0 0-1 0,-16 8 4 15,7 1 2-15,4 1-1 0,-4 5-5 0,1-1-1 16,0 2-4-16,4 0-1 0,0 0-6 0,1 1 3 16,3 0-5-16,-1-2-2 0,4-3-1 0,2-1-2 0,0-1-3 15,5 1 0-15,3-3-6 0,3-2-3 0,1 0-3 16,4-5-9-16,0-1-4 0,7-4-5 0,-2-2 1 15,1 1 3-15,-2-3-4 0,-7 0 5 16,0-3 1-16,-1 2 0 0,-3-1 2 0,-1-2-1 16,1 1 2-16,-7 1-1 0,3-4 6 0,-4 3 1 0,-1-3-4 15,-3 1-1-15,0 1 2 0,-2 2 2 0,-2 0-4 16,0-1 6-16,-1 3 5 0,1 1 13 0,-2 1 2 16,4 6 5-16,-9-8-4 0,5 5 2 0,4 3-5 15,-14 4 8-15,6 3 5 0,-2 2 1 0,0 3 1 16,1 4-6-16,-1-2 3 0,3 0-5 0,2 2 1 15,3 0-26-15,2-2 1 0,1 1-1 0,1-3-6 16,4 1-9-16,0-4-19 0,4-1-15 16,-1 2-13-16,5-1-20 0,0-4-22 0,3 1-35 15,2-2-36-15,4-4-20 0,-1-2-10 0,0 0-3 0,4-3-151 16,-4 2-388-16,-4-3 173 0</inkml:trace>
  <inkml:trace contextRef="#ctx0" brushRef="#br0" timeOffset="213711.61">21959 13398 602 0,'9'-8'-28'0,"3"0"19"0,-5-1 17 0,-2-1 24 16,1 2 2-16,-4 1 19 0,1-2 19 15,-2 0 18-15,-1 9 9 0,-3-12 11 0,3 12 22 0,-5-10 9 16,0 7-2-16,-1 1 7 0,6 2-2 0,-16 0-1 16,16 0 1-16,-18 6-1 0,8 2-6 15,-1 2-3-15,3 2-13 0,-5 0 2 0,3 3-18 16,1-2-9-16,3-1-9 0,1-2-11 0,0 0-2 0,2 1-13 16,0-1-4-16,5-1-2 0,-2-1-10 0,2-1 1 15,2-2-4-15,2 0-3 0,3 0-7 0,-1-3 1 16,4 0-9-16,-1-4 3 0,3-2-8 0,-2 1-4 15,0-2-3-15,-3-1-7 0,7-4 3 16,-7 2-6-16,-2-1 3 0,3-1 0 0,-3-4-3 16,-1 2 2-16,0-1 0 0,-3-4-3 0,1 1 3 0,-1-3-1 15,-5 3-3-15,2-2 2 0,-2-2-3 16,-2 1-1-16,3-7 3 0,-2 2-2 0,1 5-2 0,0-7 12 16,2 7 1-16,-2 4 4 0,1 5 9 0,1-2 9 15,1 5 1-15,-1 7-6 0,-1-12-5 16,1 12-1-16,0 0 2 0,0 0-1 0,0 0-8 0,0 0 4 15,0 33 4-15,-2-14-11 0,1 7 6 0,0 1-5 16,1 0-1-16,-2 0 2 0,1 2-2 0,1-3-13 16,1-6-29-16,1 1-33 0,0-3-40 0,0 1-31 15,-1-3-38-15,3-4-65 0,1-1-43 0,0-1-225 16,-1-5-547-16,1 1 243 0</inkml:trace>
  <inkml:trace contextRef="#ctx0" brushRef="#br0" timeOffset="214091.19">22249 13026 194 0,'0'-4'239'0,"0"4"-8"16,0 0 10-16,0 0 1 0,0 0-4 0,7 24-10 16,-9-5-20-16,2 0-17 0,0 5-13 0,0 1-17 15,-6-1-11-15,7-5-15 0,-1 0-12 0,0 2-8 16,-1-2-11-16,1-2-14 0,1-1-6 0,-2-3-7 15,1-3-12-15,1 0-5 0,-1 0-7 0,3-4-5 16,-3-6-1-16,0 10-7 0,0-10-7 0,2 7-13 16,-2-7 1-16,5 5-3 0,-5-5-12 0,0 0-7 15,13-3 4-15,-4-2-16 0,0 1-7 0,1 0-3 16,2-4-2-16,-1 4-2 0,2-2 0 0,0 2 2 16,-3 1 6-16,2-1 4 0,-1 1-4 0,-2 2-4 15,1 2 4-15,2 1 2 0,-6 0 1 0,1 1 4 16,-1 2 13-16,-3-1 12 0,0 3 1 0,-3-7 5 15,-6 20 3-15,1-8 9 0,-3-1-1 0,0-2-1 16,-2 4-2-16,0-1 0 0,-1-2-7 0,-1 0-4 16,-1 0-3-16,-2-3-17 0,5-1-28 0,-1 0-31 15,0-1-41-15,1-3-42 0,2 0-49 0,8-2-58 16,0 0-216-16,-6-9-506 0,6 9 224 0</inkml:trace>
  <inkml:trace contextRef="#ctx0" brushRef="#br0" timeOffset="214426.05">22614 13144 58 0,'0'0'244'0,"0"0"-4"0,0 0-3 15,0 0 4-15,0 0-3 0,0 0 4 0,-21 22-17 16,13-13-16-16,-2 3-15 0,2-1-16 0,1 2-13 16,-2-1-12-16,1 1-16 0,3-2-13 0,1 0-16 15,0-1-9-15,3-1-7 0,1-1-10 0,0-8-7 16,5 11-16-16,-1-7-18 0,2-1-16 0,-6-3-15 15,18-2-15-15,-6-1-4 0,1-1-3 0,1-1-1 16,-1-5-2-16,0 0 5 0,3 3 3 0,-1-5 2 16,-2 2 0-16,-4 0 8 0,1 2-4 0,-3-2 7 15,-2 1-9-15,-3 1 4 0,2 3 10 0,-3-2 11 16,2 2 1-16,-3 5 1 0,4-9 1 0,-4 9 1 16,2-6-2-16,-2 6-3 0,0 0-1 0,0 0 0 15,0 0 14-15,0 0 3 0,0 0-12 0,0 23-7 16,0-14 1-16,1 3-1 0,1-3-2 0,-4 2-11 15,2-2-25-15,-1 2-39 0,1-11-37 16,-1 12-48-16,1-5-57 0,4-1-65 0,-4-6-235 0,5 9-542 16,-5-9 239-16</inkml:trace>
  <inkml:trace contextRef="#ctx0" brushRef="#br0" timeOffset="-214651.06">22891 13075 45 0,'-3'-8'267'16,"3"8"-1"-16,-6-4-4 0,6 4 1 0,0 0-3 16,-14 16-4-16,5-6-5 0,0 2-12 0,0 5-17 15,0-1-30-15,1 3-5 0,5-3-9 0,-1 0-33 16,0 0-14-16,0 0-9 0,6-3-3 0,1 0-13 16,1-4-8-16,0 2-22 0,4-5 6 0,-1 2-19 15,3-3-28-15,3-2-13 0,1-2-32 0,3-4-13 16,-3 2-21-16,3-6-16 0,-2 1-6 0,0-3-3 15,-3 1 2-15,3-1 4 0,0-3 1 0,-2 0-2 16,0 1 8-16,-2-2 3 0,0-1 7 0,-6 4 9 16,5-8 2-16,-5 1 3 0,1-1 8 0,0 1-6 15,-4 1 15-15,2-1 8 0,-3-1 9 0,-1 0 1 16,0 1 23-16,0 6 8 0,0 0 17 0,3 0 20 16,-3 2 25-16,0 9 6 0,0-10-2 0,0 10-7 15,0-8-10-15,0 8 7 0,0 0 15 0,0 0 11 16,0 0 7-16,1 24 4 0,-5-5-6 0,3-2-3 15,-3 9-4-15,2-2-8 0,-1-4-11 0,-5 4-11 16,6-5-7-16,-2 7-7 0,1-7-6 0,2 0-4 0,-1 0-10 16,2-2-30-16,0 2-47 0,-2-8-47 15,2 0-64-15,-1-1-53 0,1-3-63 0,0-7-66 16,0 10-64-16,0-10-256 0,1 7-693 0,-1-7 307 16</inkml:trace>
  <inkml:trace contextRef="#ctx0" brushRef="#br0" timeOffset="-214419.4">23235 12982 29 0,'0'0'275'15,"0"-9"-3"-15,0 9 0 0,0 0 8 0,0 0 5 16,0 0-6-16,-25 14-11 0,15 0-7 0,-3 2-6 16,3-2-23-16,-1 4-6 0,2-1-27 0,0 1-16 15,0-1-14-15,2 0-16 0,2-2-11 0,4-3-20 16,1 1-9-16,1-2-8 0,3-1-12 0,4-2-12 15,3-1-11-15,2-4-5 0,6 1-18 0,0-2-24 0,3-2-25 16,7-3-32-16,-2-2-31 0,0 0-26 16,-8 1-38-16,-2-1-40 0,-5 3-40 0,-1-1-60 15,-5 2-47-15,-6 1-221 0,7-3-580 0,-7 3 258 16</inkml:trace>
  <inkml:trace contextRef="#ctx0" brushRef="#br0" timeOffset="-213340.39">18325 14186 50 0,'-12'-3'144'0,"4"1"-6"16,2 0 9-16,6 2-2 0,-10-6-3 0,5 5-2 15,5 1-7-15,-8-6-9 0,8 6-10 0,-6-2-5 16,6 2-6-16,0 0-6 0,0 0-8 0,0 0-8 16,-7-4-7-16,7 4-8 0,0 0 0 0,0 0-11 15,0 0-6-15,0 0-7 0,0 0 5 0,23-10 4 16,-10 9-2-16,5-3-4 0,1 0-1 0,9 3-2 16,4-3-4-16,0 2 4 0,4-2 0 0,1 4-3 15,2-4 0-15,15 0-4 0,1 0 1 0,1 2-2 16,3-2-4-16,3 3-1 0,-1-2-5 0,2 0 7 15,0 2-12-15,4-3 2 0,-3 4-7 0,1-2 1 16,26-2-1-16,-26 5 3 0,25-3-8 0,-26-1-1 16,30 0 8-16,-1 1-6 0,-1 0 1 0,0-5-1 15,0 0 0-15,0-1-5 0,1 2 8 0,-2-1-4 16,5 0-2-16,-1 2 1 0,0-6-2 0,1 4-1 16,3 2-2-16,-2-4 3 0,-1 1 0 0,6-2 3 15,-6 0 9-15,5-4-6 0,1 9 4 0,0-5 0 16,3 2 9-16,2 1-10 0,-4-1 3 0,-1-1 2 15,0 2 3-15,2-3-1 0,0 1 0 0,0-1-5 16,2-1 2-16,-1 3-2 0,-2 0 3 0,6 0 8 16,-9 1-12-16,-1-3-1 0,1 0 0 0,3 4 2 15,-2-8-2-15,-2 6-1 0,-4 0-2 0,-1 4 6 16,4-2-5-16,-3-2 7 0,-1-1 3 0,-3 0-4 16,2 5 2-16,1-3 3 0,-1 3-7 0,-1-6-5 15,-2 5 2-15,-25 1 3 0,31-4-5 0,-3 3 1 16,-1-1-2-16,-3-2 0 0,-23 6-2 15,29-5-5-15,-4-2 4 0,-25 3-2 0,28-3 0 0,-28 6-3 16,28-5 1-16,-30 2 11 0,26-1-8 0,-27 2-2 16,5-3 2-16,22 2-5 0,-27 2-3 0,2-2 3 15,-2-2 3-15,27-1-7 0,-32 4 9 0,0-2-3 16,6 2-2-16,-1-1-1 0,-1-2 3 0,-1 1 2 16,-3 0-3-16,2-1 1 0,1 1-3 0,-2 0 2 15,-3 1 1-15,-4-4 1 0,2 6-1 0,-16 1 1 0,-2-3 4 16,0 2 2-16,2-2 0 0,-2 2 0 15,-4-1-2-15,-4 1 7 0,3-1 7 0,-12 2 5 16,1 0-2-16,-2 1 5 0,-4 0-3 0,-3 0-1 16,1 1 2-16,-12 1-1 0,13-3 3 0,-13 3-4 15,10-1 11-15,-10 1-7 0,12-1 0 16,-12 1-3-16,0 0-3 0,0 0-2 0,0 0 2 0,11-3 1 16,-11 3-1-16,0 0 0 0,0 0-16 0,0 0 7 15,0 0-30-15,0 0-15 0,0 0-23 0,0 0-27 16,0 0-31-16,0 0-39 0,-44 3-38 0,23 1-54 15,2-2-59-15,-12 4-256 0,0-2-601 0,-3-1 265 16</inkml:trace>
  <inkml:trace contextRef="#ctx0" brushRef="#br0" timeOffset="-211467.35">18670 14390 107 0,'-7'-10'201'0,"1"2"-10"0,-1-1-4 0,-1 3-22 0,-1 2-8 15,-1 0-9-15,-1 0-9 0,2 3-13 0,-1 1-2 16,10 0-8-16,-18 7-5 0,8 3 7 15,-2 2-1-15,-2 10 2 0,1 1 1 0,1 4-14 16,3 1-3-16,-3 6-2 0,5-4-5 0,0 2-8 0,3 1-7 16,0 1-6-16,3-3-15 0,1 0 2 0,-1-3-8 15,1-2-6-15,0 1-1 0,2-1-5 0,0-6-2 16,-1 0-5-16,0-2-1 0,2-1-9 0,-1 1 2 16,0-1-2-16,0-5-7 0,-2 1-22 15,0-2-19-15,-1 0-21 0,1-3-19 0,-1 2-19 0,-2-1-28 16,-1-3-27-16,2 1-51 0,-2-2-23 15,4-5-36-15,-10 6-137 0,2-6-416 0,8 0 184 0</inkml:trace>
  <inkml:trace contextRef="#ctx0" brushRef="#br0" timeOffset="-210871.26">18407 14662 26 0,'0'0'154'0,"15"-9"1"0,-4 6 3 0,2-2-5 15,5 4-8-15,-5 0-3 0,3-1-13 0,3 5-8 16,0 3-11-16,1 0-7 0,-1 3-4 0,-1-1-9 16,-4 4-6-16,0-2-2 0,-1 2-8 0,-2 1-9 15,-2-3-6-15,1 3-7 0,-5-3-3 0,2 3-4 0,-3-3-3 16,-2 0 0-16,-2 2-6 0,0-5-6 0,0 3-2 16,0-10-3-16,-3 11 0 0,-1-6 2 15,-2 0-4-15,6-5-3 0,-6 7 0 0,1-6-3 16,5-1-1-16,-11 0-1 0,11 0-2 0,-8-7-2 15,8 7 3-15,-4-11-6 0,0 3-1 0,5-2-3 16,-2 1 0-16,5-4-4 0,2-1 0 0,3-4 0 0,3 7-2 16,1-5-4-16,-1 0 8 0,8-1-7 15,-1-2 2-15,1 0-2 0,-7 7 3 0,1-1-2 16,1 3 5-16,-4-3-5 0,-1 7 1 0,-4-1 3 16,2-1-2-16,-4 5 0 0,0 0 2 0,-4 3 1 15,6-4-3-15,-6 4 1 0,0 0-4 0,0 0 1 16,0 0 6-16,0 0 5 0,0 0 8 0,-5 25-3 15,1-15 7-15,0 5 4 0,0 1 8 0,0 0-1 16,2 1 5-16,-3-2-7 0,1 1-1 0,3-3-6 16,1 0 2-16,0-1-5 0,1 0-3 0,3 0 4 15,0-2-4-15,-2-3-2 0,2 1 1 0,1-1-1 16,-1-4 3-16,2 0-6 0,3-2-1 0,-9-1-1 16,14-3-1-16,-2 0-3 0,-2-1-2 0,-1-1 0 15,0-2 4-15,0 0-3 0,-1-2 2 0,-1 0-3 16,1-2-1-16,-1 1-3 0,0-2 6 0,-3 1-3 15,1-1 0-15,-1 2-1 0,-2-2 1 0,0 4-1 16,1 0-1-16,-1 2 0 0,-2 6 1 0,3-8-2 16,-3 8-4-16,4-6 2 0,-4 6-1 0,0 0 0 15,0 0 3-15,0 0-3 0,4 18 0 0,-4-8 2 16,0 1 0-16,-1 2 0 0,1 3-16 0,0-5-22 16,0 0-25-16,2 1-30 0,0 0-41 0,0-1-41 15,1-4-36-15,1 5-143 0,1-7-387 0,-5-5 171 16</inkml:trace>
  <inkml:trace contextRef="#ctx0" brushRef="#br0" timeOffset="-210653.37">19179 14567 75 0,'-5'-5'227'0,"-1"1"-9"0,1 0-10 0,5 4-13 0,-12 0-6 16,12 0-6-16,-16 11-14 0,7 4-6 0,0-2-14 15,-3 3-6-15,2 8-15 0,-1-7-11 0,7 1-12 16,-2 0-13-16,2 0-11 0,2 1-4 0,2-1-12 16,2-2-23-16,2-1-30 0,2-4-20 0,0 0-40 15,2-1-34-15,1-2-43 0,4-3-48 0,-1-1-33 16,2-2-127-16,-1-2-361 0,8-5 160 0</inkml:trace>
  <inkml:trace contextRef="#ctx0" brushRef="#br0" timeOffset="-210447.33">19384 14402 194 0,'0'0'229'0,"1"-9"-19"0,-1 9 0 16,0 0 2-16,0 0 0 0,0 0-6 0,-6 28-13 16,3-10-13-16,-1 8-14 0,3-1-15 0,-1 3-11 15,-2-1-16-15,0 1-10 0,1 1-14 0,2-3-9 16,2 0-11-16,-2-1-12 0,2-6-26 0,1 0-32 15,-1-3-28-15,-1-1-36 0,1-2-46 0,0-2-59 16,3-4-46-16,-4 0-195 0,0-7-432 0,0 0 191 16</inkml:trace>
  <inkml:trace contextRef="#ctx0" brushRef="#br0" timeOffset="-210181.96">19277 14631 128 0,'0'0'157'0,"12"-5"0"0,1 1-18 0,0 0-5 16,3 1-4-16,3-1-8 0,0-2-10 0,-3 3-3 15,2 0-2-15,0-2-6 0,0 4-3 0,0-2 1 16,-8 0-6-16,4 2 1 0,-4 0-5 0,-10 1-8 0,18-1-9 16,-18 1-4-16,14 1-2 0,-7 0 7 15,-2 2 3-15,-5-3 4 0,10 7-4 0,-6 1 3 16,0-3-5-16,-2 4-8 0,-2 1-2 0,2-1-9 15,-2 4 0-15,0-2-9 0,1-2-15 0,-2 2-18 16,-1 0-29-16,2-1-28 0,-1 3-33 0,-2-3-36 16,3-10-47-16,-4 18-52 0,3-11-175 0,1-7-420 15,-4 13 186-15</inkml:trace>
  <inkml:trace contextRef="#ctx0" brushRef="#br0" timeOffset="-210021.35">19489 14460 77 0,'-7'-8'83'16,"7"8"-41"-16,0 0-58 0,0 0-15 0,0 0-35 16,0 0 16-16</inkml:trace>
  <inkml:trace contextRef="#ctx0" brushRef="#br0" timeOffset="-209497.13">19675 14550 75 0,'-6'9'211'0,"2"0"-5"16,-2 3-6-16,2-2-8 0,-1 2-13 0,1-1-17 16,1 0-13-16,2 1-13 0,0-3-13 0,1 2-11 15,0-1-13-15,2 0-6 0,0-5-11 16,0 4-4-16,2-1-9 0,0-4-5 0,2 3-6 0,1-5-5 15,-2 4-6-15,-5-6-2 0,13 3-3 0,-13-3-3 16,12-2-2-16,-12 2-6 0,14-6-3 0,-8 5 3 16,-1-3-8-16,0-5 0 0,1 1-4 0,-2-1 0 15,-1 0-7-15,-1-2-5 0,-1 0-6 0,2 0-1 16,-2-1 3-16,1 2-1 0,0-7-6 16,1 1 0-16,-1 4-4 0,1 1 4 0,-2 2-3 15,0-2 3-15,2 6-1 0,-3 5 2 0,4-9 0 0,-4 9-1 16,5-3 0-16,-5 3 4 0,0 0 1 0,14 8 7 15,-9 0-1-15,-1 2-3 0,1 0 7 16,-1-1-2-16,0 7-1 0,-1-3 4 0,-1-2-2 16,0 1 1-16,1-2-2 0,-2-1-3 0,0 3 2 15,-1-7-3-15,0-5-3 0,0 11 8 0,0-11-1 0,2 9 2 16,-2-9 4-16,0 0 6 0,0 6 6 16,0-6-1-16,0 0-3 0,0 0-3 0,0 0 2 15,0 0-4-15,0 0-5 0,10-17 4 0,-6 8-8 0,1 2 4 16,0-6-4-16,4 4-1 0,-1-1-7 15,-2 3 3-15,4-2-3 0,-1 2 8 0,-3-1-6 16,3 2-4-16,0 0 2 0,-4 4 1 0,3 0 1 0,-8 2 0 16,12 1 0-16,-2 3 0 0,-4 0 2 0,-1 1 2 15,1 3-3-15,-1 1 1 0,1 1-1 0,-2 2 9 16,-3-2-11-16,0 1 6 0,1 1-14 0,0 1-30 16,-2-1-35-16,1 0-47 0,-1-12-59 15,0 18-55-15,3-9-189 0,-3-9-455 0,3 9 202 16</inkml:trace>
  <inkml:trace contextRef="#ctx0" brushRef="#br0" timeOffset="-209137.95">20129 14526 33 0,'-6'-4'242'0,"6"4"-2"0,-12-4-15 15,12 4-6-15,-13 5-2 0,5 2 3 0,1 3-26 16,-1 0-10-16,1 6-16 0,-2-1-10 0,0 2-14 15,4-3-17-15,0 1-12 0,2-2-11 0,-1 0-10 16,3 0-11-16,1-2-6 0,0 2-7 0,4-4-5 16,0 0-9-16,-1-3-9 0,1 0-12 0,3-3-9 15,-1 0-6-15,4-4-10 0,-10 1-4 0,17-5-1 16,-7 0-2-16,-2 1 0 0,-1-3 1 0,0-1-2 0,-3 2 0 16,3-4 1-16,-3 2-3 0,-1 1 1 15,-3 7 1-15,5-15-1 0,-4 6 1 0,-1 9 2 16,4-14-3-16,-4 14 0 0,1-10 8 0,-1 10-4 15,3-9 3-15,-3 9-6 0,0 0 3 0,0 0 2 16,0 0 6-16,0 0 5 0,0 0-4 0,0 0 0 16,5 22 0-16,-3-15-3 0,-2 3 1 0,-2-1-2 15,4 2 2-15,1-1-15 0,-3-1-21 0,1 3-29 16,-1-2-31-16,0-10-41 0,3 15-59 0,-3-15-51 16,2 10-209-16,-2-10-480 0,4 6 213 0</inkml:trace>
  <inkml:trace contextRef="#ctx0" brushRef="#br0" timeOffset="-208922.36">20279 14357 62 0,'0'0'262'0,"-2"-6"6"0,2 6 9 0,0 0 3 15,0 0-6-15,10 24-6 0,-7-8-16 0,-2 4-12 16,2 5-22-16,-2 2-18 0,-1 1-2 0,0 2-38 15,0-1-15-15,0 0-12 0,0 0-17 0,1 0-8 16,3 1-21-16,-4-5-26 0,2 1-61 0,-2-7-55 16,0 2-58-16,0-3-63 0,1 0-91 0,-1 0-233 15,3-3-542-15,-5-2 241 0</inkml:trace>
  <inkml:trace contextRef="#ctx0" brushRef="#br0" timeOffset="-208473.45">20690 14479 235 0,'-6'-2'242'16,"-4"0"-7"-16,2-1-10 0,-3 3-8 0,-1 4-6 16,0 2-12-16,-4 5-14 0,2 3-26 0,2 2-9 15,-2 5-14-15,5-5-15 0,4 4-7 0,-1-1-13 16,4 0-10-16,4-1-8 0,-1-1-8 0,5 0-5 16,-1 0-1-16,3-2-12 0,4 1-19 0,2-4-25 15,5-3-27-15,-3 0-28 0,6-4-32 0,-1-1-36 16,0-3-48-16,9-2-38 0,-3-3-35 0,-8 1-137 15,1-2-396-15,-2-3 175 0</inkml:trace>
  <inkml:trace contextRef="#ctx0" brushRef="#br0" timeOffset="-207913.41">20907 14340 197 0,'-1'-6'197'0,"1"6"-24"0,-1-7-10 16,1 7 2-16,0 0-7 0,0 0 7 0,0 0-1 15,0 37-8-15,-2-17-10 0,2 7-12 0,2-2-10 16,-2 2-6-16,0-1-6 0,1 0-6 0,2 0-2 16,-2-7-10-16,3 5-10 0,-2-6-9 0,1-3-5 15,-2-6-8-15,1 1-3 0,-1-5-8 0,-1 4-6 16,0-9 1-16,2 6-2 0,-2-6 3 0,0 7 4 16,0-7 5-16,0 0 0 0,0 0 6 0,0 0-18 15,0 0-5-15,0 0-2 0,0 0-8 0,0 0-11 16,16-26-2-16,-11 16-9 0,1-4-6 0,2 3-1 15,-2 0-4-15,6 0-2 0,-6 0 7 0,3 4-7 16,-1 1-2-16,-2 2 0 0,-6 4-3 0,17-4 3 16,-17 4 0-16,14 4 1 0,-14-4 0 0,18 7 7 15,-11 0-4-15,1-1-2 0,1 1 5 0,1-2 1 16,0 1-1-16,4 0 0 0,3 0 1 0,-7-3-1 16,8 0 3-16,-5-3 0 0,0 0-2 0,-13 0 4 15,25-4 2-15,-15 2-1 0,2-2-1 0,-1-4-1 16,-3 2 1-16,1 1 1 0,-1-2 1 0,-3-2-1 15,-5 9-3-15,6-11 1 0,-6 11 0 0,2-16 0 16,-5 7-4-16,3 9 2 0,-3-12 1 0,3 12 1 16,-5-8-1-16,5 8 2 0,-11-7 0 0,11 7 3 15,-16-1-1-15,16 1-1 0,-17 5-1 0,6-1-4 16,1 1 3-16,1 1-1 0,0 1 1 0,3-2-1 16,1 1 1-16,5-6-1 0,-9 11-2 0,9-11-1 15,-4 12 3-15,4-12-3 0,3 12-4 0,-3-12 4 16,5 9 5-16,-5-9-7 0,10 4-1 0,-10-4 3 15,13 4-2-15,-13-4 1 0,14 1-2 0,-14-1 5 16,12 3-5-16,-5 0-1 0,-7-3-3 0,15 6 2 16,-10-4-19-16,3 1-22 0,-4 3-34 0,-4-6-45 15,9 13-42-15,-6-3-58 0,3-2-238 0,-6-8-503 16,2 14 222-16</inkml:trace>
  <inkml:trace contextRef="#ctx0" brushRef="#br0" timeOffset="-207713.51">21429 14572 33 0,'7'-9'237'0,"1"3"-5"0,0 1-11 0,-1-2-15 16,1 5-17-16,-1 0-17 0,1 1-12 0,-8 1-6 16,13 5-9-16,-9 0-11 0,3 3-21 0,-4 1-3 15,2 0-11-15,-2 0-12 0,-2 8-19 0,-1-4-32 16,0-3-33-16,0-1-40 0,0-9-49 0,0 20-45 15,1-9-43-15,1-4-155 0,-2-7-356 0,2 11 158 16</inkml:trace>
  <inkml:trace contextRef="#ctx0" brushRef="#br0" timeOffset="-207108.96">21665 14457 118 0,'-2'-7'250'0,"2"7"-10"0,-4-5-23 0,4 5-14 16,0 0-16-16,0 0-9 0,-16 13-14 0,9-5-18 16,1-1-11-16,-2 4-16 0,4-2-9 0,0 0-14 15,1 4-4-15,1-2-13 0,2-1-8 0,0-1-7 16,0-1-4-16,0-8-12 0,5 10-6 0,-1-5-5 0,2-2-8 16,0-1-3-16,-6-2 1 0,13-1-8 15,-13 1 3-15,0 0-6 0,29-9-1 0,-23 4-1 16,0 0-1-16,3-3-1 0,-2 4-1 0,-1-3-2 15,-1 3-1-15,-1 0 1 0,-4 4 2 0,7-7-4 16,-7 7-2-16,7-4-2 0,-7 4 7 0,0 0 6 16,0 0 4-16,17 17 1 0,-13-5 4 0,1 4 2 15,4 6 16-15,-7 4 1 0,1 2 9 0,-1-1 0 16,0 4 0-16,1 1 5 0,-3 0-3 0,-1 3-4 16,0-3-1-16,-3 2-7 0,0-2-5 0,0-1 1 15,-3 0-4-15,-2-4-4 0,-2 0-1 0,1-3-3 16,1-7-2-16,-1 1-4 0,-4-5 1 0,0-1-2 15,-1-1-2-15,1-2 10 0,-3-4-11 0,5-2-6 16,1-1-5-16,-2-4-6 0,3 1-3 0,1-5 1 16,1-2-15-16,3-2-6 0,1-4 25 0,4-6-13 15,4 1-4-15,4-7-2 0,3-5-11 0,2 0 1 16,4-2-5-16,7-8 3 0,2 1 2 0,-1-1 1 16,-2 12-2-16,5-12 3 0,3 3 3 0,-9 7-2 15,0 6 6-15,-1-5 2 0,2 5 2 0,-4-2 2 16,-1 5-2-16,1-3 7 0,-5 5 4 0,-4 2 5 15,-2 5 6-15,-4-4 0 0,-3 8 4 0,2-1 12 16,-3 10 6-16,3-10 5 0,-3 10-6 0,0 0 0 16,0 0 2-16,0 0-4 0,0 0 6 0,-13-5 2 15,13 5 2-15,-17 16 5 0,9-1-7 0,-2-2-2 16,3 2-5-16,-1 2-2 0,4-5 5 0,0 5-25 16,2-2-23-16,-2 1-31 0,6-5-38 0,1 1-36 15,-2-2-42-15,-1-10-44 0,11 17-52 0,-2-10-42 16,-1-1-165-16,-8-6-505 0,21 2 223 0</inkml:trace>
  <inkml:trace contextRef="#ctx0" brushRef="#br0" timeOffset="-206910.55">22203 14395 140 0,'5'-10'273'0,"2"1"9"0,-5 2 4 15,3 2-17-15,-2 0-24 0,-3 5-15 0,6-6-18 16,-6 6-9-16,0 0-9 0,0 0-18 0,13 16-9 15,-10-9-2-15,-2 5-13 0,-1 0-20 0,1 5-6 16,3 0-21-16,-3-1-5 0,1 1-21 0,-2-2-31 16,0 2-40-16,1-4-42 0,0 2-36 0,-1-5-45 15,0 3-63-15,1-4-67 0,-1-9-247 16,-1 16-533-16,1-16 236 0</inkml:trace>
  <inkml:trace contextRef="#ctx0" brushRef="#br0" timeOffset="-206738.61">22132 14153 55 0,'0'0'177'16,"0"0"-14"-16,0 0-16 0,0 0-39 0,0 0-43 15,15 28-39-15,-7-13-55 0,7 8-39 0,-3 2-40 16,-1-9-116-16,6 6 52 0</inkml:trace>
  <inkml:trace contextRef="#ctx0" brushRef="#br0" timeOffset="-206509.28">22417 14472 110 0,'0'0'243'0,"5"-7"-6"0,-5 7-2 0,1-9-4 16,-1 9-4-16,1-9-3 0,1 2-13 0,2-1-9 15,1-1-15-15,0 0-2 0,1 2-2 0,2-2-10 16,1 1-1-16,2 0-16 0,-2 1-9 0,0 2-9 0,1 1-13 15,-2 4-12-15,0 0-18 0,1 0 4 16,1 3-25-16,-10-3 1 0,18 10-1 0,-9-3-14 16,-3 0-7-16,0 3-2 0,0 0-3 0,-3 0-3 15,0 1-12-15,2 0 3 0,-2 0-22 0,-2-1-28 16,0 0-29-16,0 0-39 0,-1-10-48 0,-2 21-56 16,2-21-81-16,-10 16-84 0,3-11-180 0,7-5-574 15,-11 6 253-15</inkml:trace>
  <inkml:trace contextRef="#ctx0" brushRef="#br0" timeOffset="-206309.81">22318 14244 149 0,'-4'-12'274'0,"4"12"-18"16,-2-6-15-16,2 6-23 0,0 0-18 0,0 0-21 15,0 0-17-15,0 0-17 0,9-7-24 0,-9 7-36 16,10 3-38-16,-10-3-61 0,0 0-78 0,17 2-84 16,-10-1-124-16,-7-1-324 0,0 0 144 0</inkml:trace>
  <inkml:trace contextRef="#ctx0" brushRef="#br0" timeOffset="-204068.45">24005 14077 117 0,'0'0'233'0,"-5"-6"-12"15,5 6-18-15,0 0-23 0,-5-7-17 0,5 7-14 16,0 0-16-16,0 0-12 0,0 0-12 0,0 0-24 15,0 0-26-15,0 0-39 0,0 0-35 0,0 0-49 16,0 0-40-16,23 9-48 0,-18-6-91 0,-5-3-264 16,9 4 117-16</inkml:trace>
  <inkml:trace contextRef="#ctx0" brushRef="#br0" timeOffset="-199810.72">23300 14284 42 0,'-10'-2'191'15,"-5"2"-13"-15,-1 2 4 0,-2 0-7 0,-1 3-14 16,0 0-10-16,2 2-10 0,-1 2-12 0,4 0-10 16,-4 4-2-16,3 0-2 0,0 0-4 0,2 0-9 15,1 5-4-15,3-2-11 0,-1 0-3 0,2 2-10 16,2-2-4-16,2 2-7 0,2-7 1 0,2 1-15 16,1 1-4-16,2-2-4 0,2-3-3 0,1 1-6 15,2-3 8-15,1 1-12 0,2-3 1 0,1-2-6 16,-1 0-3-16,3-3-2 0,-2 0 2 0,2-3-1 15,1-3-3-15,-5 1-2 0,2-1 1 0,-1-3-5 16,-3 1 3-16,2-1-1 0,-2 0 2 0,-2 1 7 16,-1-4-8-16,0 3-4 0,-2-1 8 0,-1-6-3 15,1 7 4-15,-3-1 1 0,0 1 6 0,0 0 3 16,0 10 2-16,0-10 1 0,0 10-5 0,-3-9-3 16,3 9-1-16,0 0-6 0,0 0 0 0,0 0 0 15,0 0 8-15,0 0-6 0,6 22-1 0,-5-11-7 16,1 0 2-16,1 2-1 0,-2 3-2 0,2 2 0 15,1 0-9-15,-2-2-28 0,2-1-15 0,0-3-38 16,0-2-29-16,-2 3-53 0,2-4-49 0,1 0-35 16,-2 2-173-16,1-4-455 0,-4-7 201 0</inkml:trace>
  <inkml:trace contextRef="#ctx0" brushRef="#br0" timeOffset="-199284.61">23411 14460 70 0,'0'0'208'0,"1"-8"-8"0,-1 8 3 0,0 0 5 16,0 0-8-16,0 0-12 0,0 0-13 0,0 0-12 15,-5 23-12-15,5-23-14 0,0 11-8 0,0-11-1 16,0 13-18-16,0-4-10 0,1-2-7 0,-1-7-8 16,0 12-6-16,0-5-12 0,0-7 1 0,0 7-7 15,0-7-1-15,0 0 4 0,0 0-4 0,0 0 1 16,0 0-14-16,0 0 2 0,0 0-8 0,0 0-3 15,0 0-6-15,0 0 1 0,-7-20-1 0,7 20-11 16,-2-14 2-16,1 4-4 0,1-1-1 16,0 2-6-16,3-2-3 0,-1-1 0 0,1 1 0 0,5-5-3 15,-2 5-3-15,1 2-3 0,3-1-1 0,-1 3 2 16,2-1-5-16,-1 2 2 0,2 3-4 0,-1 2 3 16,-1 2 0-16,2 2-4 0,-2 3 9 0,-1 0-8 15,-1 0 5-15,3 3-2 0,-3 1 2 0,1-2-4 16,0 1 4-16,-4 0 0 0,0 2 2 0,1-3-6 15,0 0 5-15,-4-1 2 0,-1-1-4 0,2 0 0 16,-3-6 2-16,1 8-4 0,-1-8 1 0,0 0 2 16,0 0-1-16,0 0-7 0,0 0-1 0,0 0 1 15,0 0 12-15,0 0-17 0,0 0 2 0,-11-17-4 16,11 17 2-16,2-18 1 0,0 10 3 0,1-3 0 16,4 0 0-16,-5 1 0 0,3 0 1 15,2 0 3-15,-1 2-2 0,2 0-3 0,-1 1 3 0,0 2-2 16,-2 1 0-16,3 2-1 0,3 0 3 0,-11 2 1 15,14 4 1-15,-7 0 0 0,0 1 4 0,0 2-2 16,-2 3 3-16,4 3-3 0,-5-1 4 0,1-2-5 16,-2 3-12-16,-1-1-27 0,-1-1-22 15,-1 1-33-15,0-1-38 0,1 0-49 0,-1-11-57 0,-2 18-152 16,2-18-429-16,0 0 190 0</inkml:trace>
  <inkml:trace contextRef="#ctx0" brushRef="#br0" timeOffset="-199049.04">23825 14230 242 0,'-4'-8'281'0,"3"1"-16"0,1 7-22 16,-3-11-25-16,3 11-24 0,0 0-14 0,0 0 7 16,0 0 4-16,0 0 1 0,4 31-15 0,-1-13-19 15,-2 1-3-15,0 7-23 0,-1-1-7 16,0 2-13-16,0-2-11 0,0 2-8 0,0-2-10 15,0 2-9-15,2 0-3 0,-2-1-22 0,0-3-16 0,-2-3-28 16,2-3-31-16,-1 0-33 0,-3-5-33 0,2 0-34 16,-1 1-52-16,1-6-53 0,-1-1-51 0,-2 0-147 15,5-6-463-15,0 0 206 0</inkml:trace>
  <inkml:trace contextRef="#ctx0" brushRef="#br0" timeOffset="-198845.93">23797 14339 71 0,'5'-5'205'0,"0"-1"-3"0,2 4-12 0,-7 2-11 15,15-1 0-15,-5 2-12 0,0 0-15 0,0 4-14 16,-2-3-9-16,-3 4-15 0,3-1-11 0,-3 4-11 0,0 0-5 16,-1 1-11-16,-3-1-2 0,2 2-8 0,-3-1-8 15,-1 0-23-15,-5 2-22 0,4-3-25 16,-2 0-38-16,-2-2-23 0,2-3-50 0,0 0-37 15,4-4-159-15,0 0-345 0,-13 7 152 0</inkml:trace>
  <inkml:trace contextRef="#ctx0" brushRef="#br0" timeOffset="-198623.17">24014 14086 266 0,'1'-5'254'0,"3"1"-19"0,-4 4-14 15,4-5 4-15,-4 5 15 0,0 0-3 0,9 10-4 0,-5-1-16 16,2 1-14-16,-1 6-20 0,-1 0-12 16,-1 1-16-16,-1 3-12 0,1-1-15 0,0-1-24 15,-2 1-3-15,-1 6-4 0,0-8-10 0,0 1-9 16,-3 0-30-16,2-1-20 0,-2-1-30 0,1 0-29 16,1-5-46-16,-2-2-46 0,0 2-42 0,3-11-58 15,-1 10-52-15,1-10-185 0,0 0-498 0,-3 10 221 0</inkml:trace>
  <inkml:trace contextRef="#ctx0" brushRef="#br0" timeOffset="-198440.99">24198 14219 37 0,'0'0'224'16,"4"-8"-17"-16,-4 8-9 0,3-4 9 0,-3 4 6 16,0 0 6-16,0 0-10 0,5 19-15 0,-4-9-10 0,0 2-15 15,-1 0-18-15,2 0-14 0,-2 4-13 16,-2 0-11-16,2 2-16 0,0 0-6 0,-2-4-11 15,0 2-28-15,1-2-35 0,-1-3-40 0,-2 2-44 16,0-3-50-16,1 0-60 0,3-10-60 0,-7 15-147 16,3-11-416-16,4-4 184 0</inkml:trace>
  <inkml:trace contextRef="#ctx0" brushRef="#br0" timeOffset="-198310.31">24134 14116 73 0,'0'0'67'0,"0"0"-45"16,-10-2-49-16,10 2-30 0,0 0 13 0</inkml:trace>
  <inkml:trace contextRef="#ctx0" brushRef="#br0" timeOffset="-198040.47">24435 14015 8 0,'0'0'283'0,"0"0"-4"0,-5-11-8 0,5 11-23 16,0 0-23-16,0 0-11 0,0 0-7 15,0 0 3-15,0 0-7 0,-15 33-18 0,13-15-12 0,-1 3-14 16,-2 4-6-16,3 4-9 0,0 0-14 0,0 2 4 16,1 0-12-16,-3-1-14 0,1 1-5 0,0 0-8 15,-2 0 2-15,3-2-19 0,1-2 2 0,-2 0-19 16,-2 0 6-16,1-2-9 0,3-2-12 15,0 3 8-15,-1-7-9 0,2-4-7 0,-1 2-11 16,1-7-16-16,-4 3-24 0,4-3-30 0,-2-1-35 0,0-3-27 16,2-6-33-16,-1 12-23 0,1-12-44 15,0 0-54-15,-6 8-57 0,6-8-184 0,0 0-542 0,0 0 241 16</inkml:trace>
  <inkml:trace contextRef="#ctx0" brushRef="#br0" timeOffset="-197779.39">24271 14362 83 0,'4'-8'144'0,"-4"8"-11"0,14-10-9 0,-5 6 0 15,1-2-18-15,5 2-12 0,2-1-7 0,4 0-8 16,-1 3 5-16,0-5-25 0,1 1 3 0,-3-1-2 16,-2 1 1-16,2 0-1 0,-1 0 1 0,-3 5 2 15,-6-5 9-15,-8 6 9 0,14-4 0 0,-7 3 2 0,-7 1 2 16,0 0 0-16,14-2-3 0,-14 2-10 0,0 0-7 15,9-2-8-15,-9 2-4 0,0 0-9 16,0 0-4-16,0 0-3 0,10 11-5 0,-10-11-2 16,3 11-2-16,-3-11-1 0,0 15-11 0,0-15-22 15,1 14-17-15,-1-14-19 0,-1 15-37 0,1-15-41 16,-3 14-50-16,3-14-183 0,-3 13-381 0,3-13 168 16</inkml:trace>
  <inkml:trace contextRef="#ctx0" brushRef="#br0" timeOffset="-197606.55">24554 13996 22 0,'0'0'138'0,"0"0"-29"15,0 0-35-15,0 0-32 0,0 0-28 0,-8 38-50 16,8-22-25-16,1 3-66 0,6-1 30 0</inkml:trace>
  <inkml:trace contextRef="#ctx0" brushRef="#br0" timeOffset="-197396.13">24753 14190 44 0,'-5'-2'240'0,"5"2"-3"15,0 0-9-15,-12-2-11 0,12 2-12 0,-14 7-6 16,8-2-12-16,-3 4-13 0,2 0-10 0,-3 0-16 15,1 6-15-15,2-1-12 0,-2 1-8 0,1 0-14 16,-1 0-7-16,5 2-10 0,2-6-15 0,-1 2-19 16,2-4-23-16,0 2-23 0,1-11-26 0,5 15-23 15,1-6-32-15,2-4-30 0,2-1-31 16,2-2-25-16,8-4-23 0,-2-1-8 0,1-1-118 16,3-2-338-16,0-1 150 0</inkml:trace>
  <inkml:trace contextRef="#ctx0" brushRef="#br0" timeOffset="-197077.38">24895 14305 400 0,'12'-13'-7'0,"1"0"15"0,-1-2 4 0,-5 0 11 0,2 1 5 15,-3 0 9-15,0 1 21 0,-4 3 26 0,1-2 12 16,-2 5 11-16,-1 7 3 0,-2-12 0 0,-2 8-5 16,4 4 7-16,-12-3 1 0,12 3 5 0,-14 9 4 15,2-3-11-15,1 2-9 0,2 1-2 0,0 0-6 16,-4 4-11-16,5-3-8 0,0 1-8 0,4-1-6 16,1-2-8-16,-1 1-3 0,2-1-5 0,1 1-3 15,1-9-5-15,1 13-7 0,3-7 4 0,-4-6-2 16,8 4-4-16,-8-4-3 0,11 1-4 0,-11-1-2 15,13-4 5-15,-5 1-11 0,1-2 1 16,-2 0-4-16,-2 1 2 0,3-5 0 0,-3 4 0 16,0-1 4-16,-1 2-5 0,0-3-2 0,1 3 8 15,-5 4 2-15,3-7 2 0,-3 7 1 0,4-5-5 0,-4 5-4 16,0 0-5-16,6-4 0 0,-6 4-1 0,0 0 1 16,0 0-3-16,5 14 1 0,-5-14 6 15,1 12-8-15,0-5 1 0,2 1-4 0,-3 0 6 16,0 0-3-16,4 0-1 0,-3-1-18 0,1 1-17 15,-1-1-28-15,-1-7-34 0,5 10-43 0,-5-10-37 16,11 4-52-16,-11-4-163 0,11 2-419 0,-11-2 186 0</inkml:trace>
  <inkml:trace contextRef="#ctx0" brushRef="#br0" timeOffset="-196833.25">25242 13941 233 0,'0'0'259'16,"4"-11"-22"-16,-4 11-18 0,0 0-5 0,0 0 3 16,0 0 11-16,0 0 0 0,0 32-4 0,-2-12-10 15,-2 3-16-15,-3 5-15 0,4-2-19 0,-4 2-5 16,3-1-10-16,-2-2-16 0,0 2-12 0,2-7-18 16,0-1-2-16,1 5-16 0,1-5-9 0,2-1-5 15,0-2-21-15,-2-3-34 0,2-1-27 0,2-2-34 0,-2-1-33 16,0-3-28-16,0-6-32 0,-4 15-33 15,4-15-28-15,0 0-43 0,0 10-46 0,0-10-146 16,0 0-471-16,0 0 209 0</inkml:trace>
  <inkml:trace contextRef="#ctx0" brushRef="#br0" timeOffset="-196585.17">25117 14189 84 0,'0'0'175'0,"-4"-13"-18"0,4 13-9 0,4-9-12 16,-4 9-11-16,10-7-6 0,-1 2-13 0,9-1-7 15,-2 0-2-15,0-3-8 0,3 2-5 0,0 1-1 16,1-1-3-16,4 2 1 0,-5 1-2 0,1 0-2 16,-7 1-10-16,1 0 2 0,-1 1-9 0,-13 2 0 15,16 2 10-15,-16-2 4 0,16 4 7 16,-10 1 1-16,0 0-2 0,0 3 8 0,-4 1 7 0,0 0-2 16,0 3-6-16,0-2-9 0,-1 0-11 0,-1 2-3 15,0-1-11-15,0-11 2 0,-3 21-13 0,3-9-17 16,0-12-30-16,0 14-28 0,0-14-38 0,0 13-46 15,0-13-51-15,0 11-58 0,0-11-206 0,0 0-467 16,0 0 206-16</inkml:trace>
  <inkml:trace contextRef="#ctx0" brushRef="#br0" timeOffset="-196415.44">25412 13934 104 0,'0'0'175'0,"0"0"-10"16,0 0-33-16,-9 28-39 0,9-28-44 0,3 20-31 15,3-12-59-15,1 3-76 0,3-1-125 0,4-1 57 16</inkml:trace>
  <inkml:trace contextRef="#ctx0" brushRef="#br0" timeOffset="-195910.81">25642 14063 101 0,'-2'-8'211'16,"2"8"-14"-16,0 0-11 0,0 0-12 0,0 0 0 16,0 0 5-16,0 0-4 0,0 0-6 0,-12 24-7 15,10-16-12-15,-1 3-9 0,-3 0-13 16,3-2-9-16,-1 1-9 0,4 1-7 0,-3-2-18 16,1 0-5-16,0-2-7 0,2-7-9 0,2 13-2 15,-2-13-8-15,0 12-4 0,2-7-4 0,-2-5-3 0,5 7-5 16,-5-7-4-16,7 4 0 0,-7-4-4 0,0 0-4 15,0 0 0-15,13-3 7 0,-13 3-14 16,8-9 2-16,-6 5-4 0,-2 4-3 0,9-10 0 16,-5 4-6-16,0-1-7 0,0-1-7 0,4-2-6 15,-4-2 2-15,0 2-3 0,1-1 3 0,2 0-3 16,1-2 1-16,0 3-3 0,0-5 1 0,1 7 0 0,-4 1 3 16,4 2 0-16,-2 0 5 0,-1 3 1 0,-6 2-2 15,12 0 4-15,-12 0 13 0,11 5 2 16,-7 0 3-16,-2 1 7 0,1 1 2 0,1 3 1 15,-2-2 2-15,-2 2 1 0,2-1-2 0,-1 1-2 16,1 1-3-16,0-1 10 0,-4-5-9 0,4 3-5 16,-2-8-2-16,-2 9 2 0,2-9-3 0,0 0 6 0,-2 8-2 15,2-8-3-15,0 0 2 0,0 0-2 0,0 0-6 16,0 0 0-16,0 0 0 0,22-17-3 16,-15 9 0-16,2-1-9 0,0 0 3 0,2 0 6 15,1-5-14-15,1 0-3 0,-2 2 5 0,-2 5-3 16,0 0 0-16,-2 2 1 0,0 0 2 0,-3 2-5 15,1-1 6-15,-5 4 4 0,9 0 1 0,-9 0 4 0,0 0 0 16,10 9 5-16,-10-4 0 0,0-5-2 16,0 13 8-16,0-13-7 0,-4 15-16 0,0-8-39 15,1 1-41-15,-3 2-57 0,6-10-87 0,-7 14-290 16,0-6-565-16,7-8 250 0</inkml:trace>
  <inkml:trace contextRef="#ctx0" brushRef="#br0" timeOffset="-194715.25">26132 14004 106 0,'0'0'250'0,"0"0"-15"0,0-6-24 0,0 6-23 15,0 0-13-15,0 0-16 0,0 0 5 0,0 0 0 16,0 0-8-16,-12 29-10 0,11-13-6 0,-1 0-13 16,2 2-10-16,-2 0-13 0,2-2-4 0,2 3-13 15,1-5-8-15,1-3-7 0,-2 3-4 0,2-2-5 16,2-3-5-16,0 2-6 0,-1-3-7 0,-1-1-3 16,2 0-1-16,2-4-5 0,-4 1 1 0,-4-4 3 15,9 5 0-15,-9-5 0 0,9 1 0 0,-9-1-1 16,0 0-3-16,12-4 2 0,-12 4-5 0,4-7-4 15,-4 7-2-15,6-9 7 0,-3 2-10 0,-3 2-9 16,0 5 0-16,4-16-1 0,-2 7 1 0,0 2-8 16,-1-1-2-16,-1 8-1 0,5-11 1 0,-3 7-2 15,-2 4 3-15,0 0-11 0,6-10-2 0,-6 10-1 16,0 0 5-16,0 0 0 0,0 0 0 0,0 0 0 16,0 0-2-16,18 11 2 0,-13-7-3 0,0 1 2 15,1 0 0-15,-2-2 4 0,3 2-3 0,0 2 4 16,0-4-2-16,2 0 7 0,-3-2-6 0,1 2 5 15,4-3-4-15,-2 0 5 0,0 0-1 0,-9 0 0 16,16-3-4-16,-9 2-6 0,-1-2-2 0,-6 3-4 16,10-9-7-16,-8 6-7 0,2-3-4 0,-4 6-1 15,2-14 8-15,-2 7-4 0,0-2-2 0,-4 0 10 16,0 0-12-16,-4-2-1 0,4 4 1 0,-5-5-2 16,1 3 3-16,3 1 1 0,0-2 4 0,0 5 1 15,1 0 6-15,0 0 0 0,4 5 1 0,-7-8 0 16,7 8 1-16,-4-6 1 0,4 6 0 0,0 0-1 15,0 0 2-15,0 0 4 0,6-12 1 0,-6 12 0 16,14-3 2-16,-2-3-3 0,0 1 5 0,7 0-1 16,-2 0 4-16,-1-3-5 0,0 3 4 0,0-3-1 15,-1 1 1-15,-1 1 1 0,-5-1-1 0,-3 1 0 16,4-1 3-16,-3-1-3 0,-1-1 3 0,0 1 1 16,-3 1 2-16,1-3-3 0,1 1 3 0,-4 1 2 15,1-4 4-15,-2 6 5 0,0-3 6 0,0 0 5 16,0 9 1-16,2-18-2 0,-4 10-1 0,2 8 5 15,2-10 7-15,-2 10-6 0,0-10 0 0,0 10-7 16,0 0-6-16,0 0-2 0,0 0 6 0,0 0 12 16,0 0 36-16,6 32 6 0,-4-13 7 0,-2 8-6 15,0 1 9-15,-2 1-1 0,0 0-5 0,-2 0-12 16,4 0-5-16,-5-1 0 0,0 0-9 0,1-1-1 16,-1-1-10-16,1-6 1 0,0 5-5 0,1-6-12 15,-1-2-37-15,-1-2-38 0,3 2-38 0,-1-7-36 16,-1 1-32-16,2 1-34 0,0-6-59 0,2 1-42 15,0-7-39-15,-2 9-166 0,2-9-535 0,0 0 238 16</inkml:trace>
  <inkml:trace contextRef="#ctx0" brushRef="#br0" timeOffset="-194403.75">26685 14077 228 0,'3'-5'270'0,"0"-1"-10"0,-3 6-11 16,4-7-6-16,-4 7 2 0,0 0 15 0,0 0-4 15,0 0-17-15,4 21-14 0,-6-10-9 0,2 0-22 16,-2 4-19-16,2 1-9 0,-2 0-14 0,2-3-14 16,0-2-17-16,2 2-21 0,0-3-2 0,0 2-8 15,5-2-6-15,-1-2-14 0,2 0-2 0,3-3-3 16,0-1-7-16,3-4-6 0,1 0-2 0,1-3-4 16,1-3 2-16,-1-1-17 0,0-1 4 0,-2-2-6 15,-1-1-3-15,-1-1 9 0,-1-2-14 0,-5-1 2 16,-1-2-7-16,0 2 4 0,-5-2-4 0,0 1-9 15,-6 0 10-15,0 1-4 0,-1 1-4 0,-3 0-3 16,-4-1-10-16,1 2 2 0,-2 6 9 0,-2 0-8 16,-1 5-7-16,3-2-16 0,-4 5-21 0,1 2-48 15,-2 3-41-15,0 1-47 0,-5 4-57 0,7-4-90 16,0 4-293-16,1-2-671 0,2 1 298 0</inkml:trace>
  <inkml:trace contextRef="#ctx0" brushRef="#br0" timeOffset="-192313.22">20208 15159 129 0,'-5'-9'206'0,"-1"2"-8"0,1 2 0 15,-3-2-9-15,2 2-3 0,2 1 20 0,-3 0-12 16,7 4-17-16,-9-6-16 0,3 3-16 0,6 3-9 16,0 0-6-16,-15 8-2 0,8 3 3 0,-3 2-7 15,1 11 1-15,-2 1-6 0,2 3 0 0,4 4-9 16,1-3-12-16,1 1-2 0,1 1-6 0,2-1-2 16,0-1-3-16,0-2-18 0,2 2-3 0,1-3-4 15,-2 0-1-15,2-7-5 0,-1 0-10 0,1-1-10 16,-2 1 8-16,0-3-17 0,-1 2-13 0,3-4-29 15,-6-3-16-15,2 2-27 0,0-4-30 0,0 0-26 16,-1 0-32-16,2-9-37 0,-1 12-39 0,1-12-42 16,-3 8-216-16,3-8-522 0,0 0 231 0</inkml:trace>
  <inkml:trace contextRef="#ctx0" brushRef="#br0" timeOffset="-191804.87">20013 15463 36 0,'14'-9'144'0,"4"-2"-4"0,-2-1-10 0,9-1-11 0,-1 2-13 16,1-4-4-16,0 3-6 0,-2-2-6 15,5 4-9-15,-4-2-8 0,0 1-6 0,-4 4-7 0,-3-3-4 16,1 2-12-16,-6 2 0 0,-1 2-4 0,1-4-3 16,-3 4 3-16,-3 1 7 0,-6 3 3 0,10-7-8 15,-10 7-4-15,5-7-2 0,-5 7-7 16,0 0 0-16,-2-15-6 0,2 15 2 0,0 0-2 15,0 0-4-15,-14-7-7 0,14 7 6 0,0 0 0 16,0 0 2-16,-18 11 4 0,18-11-6 0,-14 22 13 16,6-4 0-16,3-1 0 0,-4-3 3 0,6 6-7 15,-1-3-3-15,2-2-2 0,2 2 0 0,0 0-5 0,3-6-1 16,2 0 1-16,1-1 1 0,2 0-7 16,1-1 4-16,1-3 0 0,3 1-3 0,-1-5-5 15,4 2-2-15,1-4-4 0,1-5-7 0,-6 2 3 16,8-4 3-16,-5 1-3 0,2-4 1 0,-1 1-2 15,-4 1 2-15,-2-3-2 0,1 0 2 0,-2-2-6 16,-1 2 9-16,0-4-3 0,-1 1 2 0,-4-1 0 16,1-2 3-16,-3 7-11 0,0-2 10 0,-2 2 6 15,0-1 5-15,-2 4 3 0,0 2 4 0,3 5 5 16,-2-12-4-16,2 12-2 0,-8-6 0 0,8 6-2 16,0 0-2-16,0 0-1 0,-14 15-1 0,9-8 3 15,3 4-5-15,-5 7 1 0,5-2 0 0,-1 0 1 16,3 0-2-16,-1 0-3 0,2-3 4 0,2-2-4 15,2 0-7-15,0 0-15 0,1-3-21 0,2 0-21 16,1-1-28-16,2-3-43 0,1-1-29 0,7 0-43 16,-1-5-123-16,1 1-347 0,1-3 154 15</inkml:trace>
  <inkml:trace contextRef="#ctx0" brushRef="#br0" timeOffset="-191422.77">20823 15283 129 0,'0'0'173'0,"-9"-4"-3"0,9 4-2 0,-14 2-6 0,5 3-4 16,0 3-9-16,-2 0-7 0,-1 5-6 16,2 0-10-16,-3 0-6 0,3 3-15 0,1-3-4 15,1 0-9-15,5-2-14 0,-3 0-4 0,4-1-9 16,0 3 0-16,2-6-12 0,0 1-1 0,2 0-9 16,-2-8-1-16,6 10-9 0,-1-7-8 0,3-1-2 0,0-2-10 15,-8 0-2-15,16-3-1 0,-6-5 0 16,1 1-2-16,-2 2 1 0,1-4-3 0,-2 0 1 15,-1-1-3-15,-2 2 3 0,4-7-3 0,-6 3 2 16,1-14 8-16,-3 9-4 0,0 1 0 0,-1-3 6 16,0 0-8-16,-1-1 4 0,1 0 5 0,0 1-4 15,0-1 2-15,0 2 5 0,-1 3 11 0,1 3 14 16,-2 3 9-16,1-1-1 0,1 10-11 0,0-11-3 16,0 11-9-16,0 0-4 0,0 0 1 0,0 0 9 15,0 0 4-15,8 24-1 0,-4-7-5 0,-2-1-3 16,1 3 0-16,-3 9-2 0,0-2-6 0,5 0 3 15,-5-2-6-15,1 2 4 0,2 0-18 0,-1-10-20 16,-1 1-27-16,1-3-31 0,2 0-23 0,-2-3-40 16,2-1-45-16,0-2-41 0,-2-2-42 0,0 0-134 15,-2-6-430-15,0 0 191 0</inkml:trace>
  <inkml:trace contextRef="#ctx0" brushRef="#br0" timeOffset="-191075.44">20960 15193 69 0,'2'-8'199'16,"-2"8"12"-16,0 0 0 0,0 0 0 0,0 0-4 15,8 30-15-15,-8-19-18 0,1 6-7 16,-1 1-14-16,0 0-5 0,2-1-11 0,-1-1-12 16,0 0-13-16,0-4-10 0,-1 0-9 0,0-2-11 15,2 0 1-15,-2-3-17 0,0-7-7 0,1 10-4 16,-1-10-3-16,0 0-1 0,0 0-5 0,0 0-2 15,0 13-6-15,0-13-3 0,0 0-8 0,0 0-1 16,0 0-7-16,0 0-2 0,0 0-7 0,22-17-3 16,-16 9-3-16,2 3 2 0,1-2-7 0,0-1 2 15,1 1 6-15,0 5-12 0,-1-3 0 0,-9 5-1 16,14 2 2-16,-14-2 0 0,14 5-1 0,-10 1 2 16,-4-6 0-16,6 16 2 0,-3-9 2 0,-3 4 0 15,0-11 1-15,-4 21 0 0,-1-10 1 0,-2 4 0 16,0-5-11-16,-2 5-24 0,1-7-21 0,-2 5-21 15,1-5-24-15,4-1-29 0,0-2-27 0,5-5-44 16,-5 9-47-16,5-9-127 0,0 0-403 0,0 0 178 16</inkml:trace>
  <inkml:trace contextRef="#ctx0" brushRef="#br0" timeOffset="-190337.03">21278 15315 39 0,'0'0'265'0,"0"-13"-9"0,0 13-11 15,0 0-3-15,0 0-10 0,0 0-8 0,0 0-1 16,-26 16-12-16,21-7-14 0,-1 1-20 16,-2 3 1-16,1-4-29 0,3 2-17 0,-1 0-12 0,1-1-12 15,1 0-8-15,2 0-17 0,1-10-7 0,1 15-2 16,-1-15-20-16,5 11-5 0,-5-11-18 0,11 7-13 16,-11-7-14-16,19 0-3 0,-8-1-4 0,-11 1-6 15,23-9 4-15,-12 1-6 0,0 2 3 16,-1-3-1-16,-2 0 4 0,1-1 2 0,-3 1-3 0,1-2 0 15,-4 1 6-15,1 0 4 0,-4 10-5 16,3-13 7-16,-3 13 11 0,1-11-7 0,-1 11-1 16,0 0-5-16,0 0 0 0,0 0-3 0,0 0 5 0,0 0 2 15,0 0 0-15,0 0 1 0,0 0 1 16,0 0-2-16,-1 38-2 0,1-28 8 0,0-10-13 16,1 19-1-16,0-7 4 0,1-4 1 0,3 2 0 15,-3-4 1-15,3 2-13 0,-1-4-14 0,1 1-7 16,2-2-17-16,0-1-12 0,-7-2-16 0,20 0-8 15,-6-4-4-15,-2 0 6 0,5-1 6 0,1-4 8 16,-2 0 3-16,-1 0 7 0,0 0 6 0,-6 0 4 16,0 3 7-16,-3-4 4 0,1-1 6 0,-5 2 7 15,3-1 4-15,-3 0 14 0,0 0 9 0,-2 3 11 16,1 0 8-16,-1 7 15 0,0 0 6 0,-3-16 10 16,3 16-2-16,-3-8-1 0,3 8-1 0,0 0 0 15,0 0 2-15,0 0 3 0,0 0-2 0,0 0 1 16,-22 18-3-16,20-6 1 0,-2-2-4 15,1 3-9-15,-2-1 0 0,4 4-1 0,0-7-6 0,1 2-3 16,1-1-4-16,1-1-3 0,1 1-3 0,2-3 8 16,3 0-10-16,1-1 0 0,1-3-10 0,0-2-3 15,3 1-9-15,-1-2-19 0,0-3-5 0,5-2-6 16,-2-4-3-16,2 1 0 0,-2 1-6 0,-2-4 1 16,0-1 3-16,-1 1 6 0,-2 2 0 0,-1-4 6 15,-2-1 0-15,-1-2 1 0,-2 3 3 0,0-1 7 16,0-1-2-16,-3 0 4 0,2 2-3 0,-1 1 3 15,0-4 4-15,0 6 9 0,1 1 6 0,-3 9 19 16,1-14 9-16,-1 14 0 0,1-10-4 16,-1 10-2-16,0 0 1 0,0 0 10 0,0 0 25 0,0 0 3 15,0 0 6-15,0 0 13 0,0 0-9 0,-6 52 1 16,5-35-2-16,-3 9-1 0,0-1 2 0,0 1-15 16,0-7-11-16,0 0-3 0,2-1-2 0,1 0-5 15,-1-2-12-15,2 0-45 0,-1-4-28 16,2-2-49-16,-1 0-45 0,3-3-43 0,-3-7-38 15,0 0-67-15,4 7-51 0,-4-7-174 0,0 0-551 16,0 0 244-16</inkml:trace>
  <inkml:trace contextRef="#ctx0" brushRef="#br0" timeOffset="-190137.58">21866 15243 104 0,'0'0'241'0,"-8"-8"5"0,8 8-3 16,0 0 0-16,0 0 2 0,-27 19-11 0,20-10-6 15,-3 5-1-15,2 4-22 0,0-4-3 0,3 2-21 16,-1-1-15-16,3-3-16 0,1 1-10 0,2-1-18 16,2 0 1-16,1-2-22 0,3-1-9 0,2-4-7 15,2 0-8-15,8-2-7 0,0-4-38 0,10-6-39 16,4 3-34-16,-1-6-46 0,2-2-41 0,0-3-50 16,0 0-69-16,-2 1-265 0,-7-3-554 0,0 3 245 15</inkml:trace>
  <inkml:trace contextRef="#ctx0" brushRef="#br0" timeOffset="-189522.91">27723 12911 259 0,'0'0'264'0,"-4"1"-11"0,4-1-18 0,0 0-21 0,0 0-18 16,0 0-15-16,0 0-7 0,0 0-1 15,0 0-6-15,25 7-12 0,-8-8-11 0,4 0-7 16,1-2-16-16,-2 1-14 0,14-1-6 0,-2 1-12 0,-3-2-18 16,-9 0-29-16,1 0-30 0,1 1-30 0,-4 1-39 15,0 1-48-15,-7-1-52 0,2 1-40 16,-4 0-53-16,-2 1-136 0,-7 0-417 0,9-3 185 16</inkml:trace>
  <inkml:trace contextRef="#ctx0" brushRef="#br0" timeOffset="-189347.57">27880 13015 132 0,'-9'6'273'0,"3"-2"-4"0,2 0-6 0,4-4-9 0,-8 7-8 15,4-4-18-15,4-3 2 0,0 0 7 0,0 0-7 16,0 0 1-16,18 9-21 0,-9-9-12 0,-9 0-26 16,33-5-16-16,-3-2-12 0,-3 0-26 0,4-1-32 15,-1-5-35-15,1 6-47 0,0 0-47 0,-4 0-39 16,1 2-55-16,1-5-71 0,0 4-67 0,-1-3-224 15,-1 2-538-15,-8 0 238 0</inkml:trace>
  <inkml:trace contextRef="#ctx0" brushRef="#br0" timeOffset="-188247.53">29609 11846 127 0,'1'-20'249'0,"2"1"4"0,-3-1-4 0,1 2-7 16,-2 2-14-16,1 6 0 0,0 2-8 0,0 8-21 16,0-13-24-16,0 5-13 0,0 8-21 0,0 0-17 15,0 0-4-15,0 0 15 0,0 0 14 0,10 27-11 16,-7-8 0-16,0 8-3 0,-1 1-14 0,2 3-4 15,-3-2-10-15,1-1-7 0,1 2-4 0,2-1-1 16,-2 0-17-16,2-1-10 0,-3-1 2 0,3-2-14 16,1 2-3-16,-1-8 0 0,0 1-11 0,-2-2 0 15,3 0-4-15,-2-1 2 0,-1 1-13 0,1 1-7 16,-1-3-37-16,3 0-35 0,-7-3-37 0,1-2-29 16,-3 0-28-16,0 0-37 0,-3 0-49 0,1-3-42 15,-3 0-55-15,-2-1-204 0,1-1-577 0,-1-1 256 16</inkml:trace>
  <inkml:trace contextRef="#ctx0" brushRef="#br0" timeOffset="-188013.92">29284 12366 1965 0,'-14'0'105'0,"2"0"-83"16,1-1 25-16,2 0-23 0,9 1-11 0,-12 1 2 15,12-1 18-15,-8 0 14 0,8 0 25 0,0 0 3 0,0 0-2 16,49 4-1-16,-15-4-3 0,24-4-7 15,3-1-3-15,31-1-3 0,-27 2-5 0,33-6 0 0,-3 2-12 16,-2-2-3-16,-2 2-5 0,-28-2-3 16,-2 4-2-16,-1-2 0 0,-6 0-9 0,-15 2-12 0,-2 3-17 15,1 3-14-15,-9-4-21 0,-6 6-18 0,-4-2-38 16,-6 2-39-16,-2 0-38 0,-3 1-47 16,-2 0-160-16,-3 1-418 0,-3-4 186 0</inkml:trace>
  <inkml:trace contextRef="#ctx0" brushRef="#br0" timeOffset="-187704.12">29382 12727 2758 0,'-15'-12'47'0,"0"2"26"16,4-1-71-16,-3 2 32 0,5 1 13 0,2 0 34 15,2 3 19-15,-1-1-6 0,1 1 0 16,5 5 2-16,-7-7-14 0,7 7-12 0,0 0-9 16,0 0 1-16,0 0 17 0,-6 16 10 0,7-5 5 15,0 6-7-15,1 7 0 0,0-4-12 0,1 8 2 0,1-1 1 16,-2 2-11-16,1-1-3 0,-1 1-4 0,5-3-6 16,-4 1-1-16,4 0-10 0,-6-1-4 15,2-7-5-15,-1 5-5 0,0-5-4 0,0-2-20 16,1-1-36-16,0-6-34 0,0 2-38 0,-2-2-37 0,2 0-39 15,-3-3-31-15,0-7-54 0,1 11-56 16,-1-11-268-16,0 8-637 0,0-8 281 0</inkml:trace>
  <inkml:trace contextRef="#ctx0" brushRef="#br0" timeOffset="-187522.88">29490 12935 159 0,'3'-5'237'15,"0"1"-1"-15,-3 4-4 0,9-12-10 0,-3 9-18 16,4-3-18-16,-1 1-17 0,2 2-18 0,2-2-16 16,0 2-11-16,5-1-14 0,-3 1-12 0,-1 1-33 0,-2 1-28 15,0 2-32-15,1-2-45 0,-13 1-57 16,21-3-39-16,-10 2-41 0,-6 1-143 0,-5 0-347 16,0 0 153-16</inkml:trace>
  <inkml:trace contextRef="#ctx0" brushRef="#br0" timeOffset="-187354.43">29667 12805 109 0,'-6'-5'232'16,"6"5"-14"-16,0 0-21 0,0 0-16 0,0 0 0 15,0 0 18-15,0 0-9 0,0 0-7 0,-3 18-10 16,1-9-9-16,1 3-12 0,0-1-9 0,-2 5-16 16,2-1-14-16,-2 2-8 0,5 1-19 0,-5-6-36 15,0 5-45-15,3 0-43 0,-2 0-49 0,4-7-90 16,-2 1-73-16,2-2-126 0,-2-9-408 0,5 18 181 0</inkml:trace>
  <inkml:trace contextRef="#ctx0" brushRef="#br0" timeOffset="-186934.85">29928 12837 12 0,'4'-3'269'16,"-4"3"-12"-16,0 0-1 0,0 0 3 0,0 0-7 15,0 0-20-15,4 20-16 0,-6-11-20 0,-1 3-14 16,0-1-14-16,2 4-18 0,-3-2-8 0,2-1-16 16,-1-2 0-16,2 3-21 0,0-4-12 0,0 2-14 15,-1-3 0-15,2 0-16 0,0-8-4 0,-1 10 1 16,1-10-9-16,-1 9 6 0,1-9-1 0,0 0 10 16,0 0-11-16,0 0-5 0,0 0 6 0,0 0-13 15,0 0-7-15,0 0 2 0,0 0-2 0,6-35-3 16,-2 25-5-16,1-4 6 0,-1-1-17 0,-2-3 5 15,5 0-6-15,0 0-7 0,4-5-1 0,-6 3-2 16,4-4 1-16,2-1-4 0,1 0-6 0,2 2 6 16,-4 6 5-16,0 3 14 0,-2 4-13 0,-2 3-4 15,2 0-4-15,-3 5 0 0,0-1 0 0,-5 3 6 0,12 3 10 16,-5 1 13-16,1 6 14 0,-2 0-12 0,1 4 16 16,2 1 6-16,-2 2 3 0,0 0 1 15,-2 1-3-15,1-1-2 0,1 2-3 0,-4-3-4 16,4 1-10-16,-3-1 10 0,2 1-17 0,-3-5 0 15,0 1-5-15,1-3-34 0,-2 0-39 0,1 0-51 0,-3-2-44 16,2-4-46-16,-2 5-54 0,0-9-75 16,2 7-63-16,-2-7-190 0,0 0-620 0,0 0 274 15</inkml:trace>
  <inkml:trace contextRef="#ctx0" brushRef="#br0" timeOffset="-186775.38">30004 12868 19 0,'9'-6'197'0,"-2"0"-15"0,2 1-17 16,4-1-16-16,4-2-18 0,1 1-11 0,-2 3-15 15,5-1-34-15,-2-2-36 0,9 0-41 0,-2 0-31 0,-1-1-35 16,-6 2-29-16,2 1-59 0,-3-3-173 0,0 2 77 16</inkml:trace>
  <inkml:trace contextRef="#ctx0" brushRef="#br0" timeOffset="-186590.52">30340 12736 157 0,'10'-9'26'0,"3"-1"17"0,-5 0 24 16,-4 1 22-16,-2 0 38 0,4 1 25 0,-2-1 0 15,-3 2 20-15,2 1 8 0,-3 6 4 0,4-9-3 0,-4 9-10 16,1-7-18-16,-1 7-17 0,0 0 13 16,0 0 6-16,0 0 15 0,0 0 5 0,8 23-2 0,-7-10-4 15,-1-2 0-15,2 2-13 0,-4 3-9 16,1 1-18-16,0 0-14 0,-2 1-4 0,1-3-6 16,2 3-19-16,0-2-8 0,-3 0-21 0,3-5-35 0,1 1-37 15,1 0-34-15,-4-2-28 0,4 0-42 0,-2-1-26 16,1-2-40-16,-1-7-42 0,0 11-39 15,0-11-36-15,0 0-161 0,0 0-499 0,0 0 221 16</inkml:trace>
  <inkml:trace contextRef="#ctx0" brushRef="#br0" timeOffset="-186235.54">30390 12636 67 0,'5'-12'269'16,"-1"2"0"-16,2 1-11 0,-1 1-10 0,3 0-16 15,0 1-16-15,-1 1-19 0,1 3-17 0,2-2-15 0,-2 2-20 16,3 2-14-16,1 1-15 0,-2 0-2 0,2 1-9 16,0 0-20-16,-1 4-5 0,1-1-16 15,-1 2 0-15,-5-2-15 0,0 1-10 0,3 0-18 16,-5 0-7-16,0 2-15 0,-1-1-12 0,-3-6-6 16,3 9-7-16,-3-9-10 0,-2 11-7 0,2-11-12 15,-3 10-14-15,3-10-5 0,0 9-10 0,0-9-1 0,2 8 3 16,-2-8 1-16,0 0 1 0,3 9 14 0,-3-9 7 15,6 6 6-15,-6-6 7 0,7 2-2 16,-7-2 14-16,8 5 4 0,-8-5 9 0,9 4-1 16,-9-4 17-16,8 3 10 0,-5-1 4 0,-3-2 6 15,7 5 4-15,-4-1 6 0,-3-4 6 0,0 0 3 0,3 8 5 16,-3-8-5-16,0 0 5 0,-4 11-7 0,4-11 1 16,-4 8-5-16,-1-3-3 0,0 0-16 15,0 1-26-15,0-3-33 0,5-3-62 0,-17 9-55 16,8-4-172-16,3-2-365 0,6-3 162 0</inkml:trace>
  <inkml:trace contextRef="#ctx0" brushRef="#br0" timeOffset="-185980.7">30907 12462 140 0,'4'-3'272'0,"-4"3"6"0,9 0-6 16,-9 0 3-16,8 9-5 0,-2 2 13 0,-1-1-13 16,0 6-22-16,-1 5-8 0,-2 3-27 0,-2 1-15 15,-2 1-21-15,1 1-8 0,-2-2-19 0,1 1-12 0,1 2-18 16,-3-2-13-16,-1-1-2 0,1 3-41 0,3-9-35 16,1 2-31-16,-2-2-30 0,4-1-33 0,-4-2-37 15,2-1-40-15,-3 2-46 0,1-5-70 16,1-2-57-16,-4 2-171 0,0 0-526 0,-4-3 233 15</inkml:trace>
  <inkml:trace contextRef="#ctx0" brushRef="#br0" timeOffset="-185561.3">28952 12622 18 0,'4'-9'260'0,"0"3"-20"0,-3 2-24 0,-1 4-2 0,0 0 16 15,5 18-15-15,-2 0-14 0,-3 12-9 0,-3 4-15 16,3 13-8-16,-4 1-23 0,6 7-12 15,0 1-14-15,1 1-9 0,0-2-11 0,4-1-35 16,-3-1-36-16,2-1-45 0,3-1-46 0,0-1-56 16,4-6-73-16,-6-11-218 0,0-2-442 0,2-2 196 0</inkml:trace>
  <inkml:trace contextRef="#ctx0" brushRef="#br0" timeOffset="-161687.37">20354 16059 27 0,'0'0'43'0,"-9"2"5"0,9-2-6 16,0 0 11-16,0 0-3 0,0 0-1 0,0 0-1 16,0 0 5-16,0 0 2 0,0 0-4 0,0 0-3 15,0 0-9-15,0 0-6 0,0 0-5 0,0 0-5 16,0 0-1-16,0 0-2 0,0 0-1 0,0 0-6 15,0 0-13-15,0 0-11 0,0 0-9 0,0 0-2 16,0 0-10-16,0 0-11 0,0 0-19 16,0 0-34-16,0 0-104 0,0 0 46 0</inkml:trace>
  <inkml:trace contextRef="#ctx0" brushRef="#br0" timeOffset="-161037.08">20598 15876 37 0,'-8'-3'179'0,"-2"0"0"0,0 0-9 0,-4 3-9 16,-1 2-6-16,-1 0-12 0,0 3-7 15,-3 0-7-15,2 2-9 0,-2 1-9 0,3 1 1 16,0 2-16-16,-1 0-10 0,6 1-8 0,0 0-9 15,5-2-4-15,0 1-9 0,1 2-4 0,3 0-7 16,1-5-6-16,2 4 0 0,1-2-5 0,5 6-2 16,1-1-5-16,-1-1-3 0,5-1-1 0,1 1-3 15,0-3-2-15,2 2 0 0,2-1-6 0,-2 0 3 16,2 0-2-16,-2-1-1 0,-1-2-31 0,0 1 4 16,-1 1 5-16,-4-3-2 0,1 2 2 0,-2-2-2 15,-2-1 3-15,-2 3 4 0,-2-3 0 0,-2 1 4 16,4 3-2-16,-4-11 0 0,-7 15 2 0,-1-7-4 15,0 1 0-15,-8-3-8 0,0 2 1 0,0-3 0 16,3-1-4-16,-6 0 2 0,2-2 2 0,2-3-1 16,2 0 3-16,1-1-3 0,3-2 2 0,0 0-4 15,6 0 6-15,3 4 0 0,-8-10-4 0,8 10 9 16,0 0-6-16,10-19 7 0,-1 13-3 0,3-3-1 16,3 2 1-16,2-1-2 0,4 1 5 0,7-3-3 15,3 3 4-15,0 0-1 0,1-3 0 0,-2 0 4 16,4 1-4-16,-1 2 4 0,0-3-2 0,0 2-3 15,-1 2 9-15,-1-6-7 0,-3 2 5 0,0-2-7 16,-9 3 8-16,-1 0 2 0,-1-1 5 0,-4 0 0 16,-3 1 7-16,-2 2-8 0,-3-1 3 15,-1 0-4-15,-3-2 3 0,1 0 0 0,-2 10-4 0,-6-19 2 16,1 10 2-16,-4 2 0 0,-3 0-2 0,1 2-1 16,-2 1 5-16,-6 0-2 0,0 4 4 15,-2 3 0-15,1 1 0 0,-2 2 2 0,5 3 0 0,-7 4 2 16,6-1 2-16,4 2-3 0,-1 6 4 0,5-3-5 15,2 1-2-15,5 1 0 0,1-2-1 16,2 0-4-16,1-3-15 0,4 0-18 0,0-2-19 16,2-2-17-16,2 5-29 0,0-5-22 0,0-1-15 15,5 3-33-15,-4-7-5 0,4 2-9 0,1-3-106 16,1-1-298-16,3-3 132 0</inkml:trace>
  <inkml:trace contextRef="#ctx0" brushRef="#br0" timeOffset="-160577.31">20937 16248 654 0,'11'-5'-46'0,"1"-4"16"15,-2 1 18-15,-2 0 27 0,-1 1 12 16,1-2 7-16,-8 9 25 0,9-16 2 0,-5 10 11 15,-4 6 4-15,5-9 10 0,-5 9 4 0,5-6 6 16,-5 6-9-16,0 0 1 0,6-8-6 0,-6 8-1 16,0 0-8-16,5-6 5 0,-5 6-4 0,0 0 3 15,0 0-3-15,0 0 3 0,0 0-2 0,0 0 2 16,0 0-2-16,0 0-2 0,0 0 5 0,6-8 6 16,-6 8-11-16,0 0-3 0,0 0-10 0,0 0-4 15,2-9-3-15,-2 9-2 0,5-10-7 0,-5 10-5 16,9-13-5-16,-2 4-7 0,0-1-5 0,1 1-4 15,3-3-5-15,0 5-10 0,-1-1-3 0,3 0 3 16,-2 3-1-16,-1 1-6 0,-1-1 3 0,2 2-4 16,-11 3 0-16,17 0 4 0,-17 0-3 0,17 6 1 15,-8 0-1-15,-1-2 3 0,-2 0 1 0,0 2-2 16,2 1-2-16,-4-1 4 0,5 0 0 0,-4 1 4 16,1-1-8-16,-6-6 8 0,7 9-1 15,-7-9-2-15,10 5 3 0,-10-5 1 0,10 2-2 16,-10-2 1-16,0 0 0 0,18-2-2 0,-18 2 2 0,9-9 0 15,-4 3 1-15,0-2-1 0,-5 8 3 0,8-14 1 16,-3 7-1-16,-5 7 1 0,3-15-2 16,-2 5 1-16,-1 10 0 0,-1-13-4 0,1 13 2 0,0 0 1 15,0-16-5-15,0 16 4 0,0 0-8 16,0-11 0-16,0 11-3 0,0 0-1 0,0 0 0 16,0 0 2-16,0 0-1 0,0 0 6 0,0 0-5 15,-7 47 2-15,7-30-1 0,0 0 5 0,-1 1-4 16,-1 0-13-16,0 0-17 0,2-3-14 0,0 2-25 15,0-2-27-15,0-3-34 0,2 1-38 0,0-2-28 16,-1-2-179-16,2 1-409 0,-3-10 182 0</inkml:trace>
  <inkml:trace contextRef="#ctx0" brushRef="#br0" timeOffset="-160385.53">21518 16047 5 0,'0'0'183'0,"1"-13"-1"0,-1 13-5 0,2-12-11 0,-2 12-29 16,0 0-9-16,2-9-8 0,-2 9 1 16,0 0-3-16,0 0-4 0,0 0-11 0,0 0-8 15,-1 32-14-15,-3-15-3 0,3 2-6 0,1 0-7 16,1-1-12-16,-2 2-25 0,0-3-31 0,-1 0-48 0,1 0-43 16,-1-4-61-16,0 3-133 0,0-7-311 0,-2 1 139 15</inkml:trace>
  <inkml:trace contextRef="#ctx0" brushRef="#br0" timeOffset="-160011.18">21709 15821 81 0,'0'0'183'0,"9"-8"0"0,-7 4-13 0,-2 4-16 15,8-4-17-15,-8 4-14 0,0 0 2 0,0 0 8 16,11 12 2-16,-8-4 7 0,-2 5-1 15,0 1-1-15,1 5-3 0,-2-1-9 0,-2 1-5 16,2 7-13-16,-1-1-7 0,-3 1-12 0,3-6-6 16,0 6-11-16,-1 0-7 0,1-7-7 0,0 0-22 15,1-1-27-15,0 0-23 0,0-2-26 0,0-5-26 0,0-2-27 16,0-9-35-16,-1 13-42 0,1-13-19 0,1 14-14 16,-1-14-131-16,0 0-359 0,0 0 160 15</inkml:trace>
  <inkml:trace contextRef="#ctx0" brushRef="#br0" timeOffset="-159775.78">21691 16045 13 0,'0'0'99'0,"0"0"14"0,-4-14-8 0,4 14-6 15,-4-5-17-15,4 5-3 0,0 0-12 0,0 0-4 16,0 0-2-16,0 0 1 0,12-15 0 0,-12 15 5 16,14-5 11-16,-4 4 0 0,3-1 4 0,-3-1-7 15,0 2 0-15,3 0 6 0,-13 1-9 0,20 0 1 16,-8 0-7-16,-1 4-2 0,-2-2-9 0,-9-2 6 15,18 7-10-15,-9-3-4 0,-1 3 5 0,-1 1-6 16,-1-1-6-16,-3 0-4 0,0 5-3 0,2-1-2 16,-2 1-12-16,0-3-15 0,0 2-16 0,-3-11-26 15,4 18-30-15,-4-18-39 0,4 17-36 16,-4-12-36-16,0-5-95 0,0 0-298 0,-4 19 132 16</inkml:trace>
  <inkml:trace contextRef="#ctx0" brushRef="#br0" timeOffset="-159341.62">21927 15986 35 0,'13'7'148'0,"-4"0"-2"15,0 2-8-15,6 0-12 0,-2-1-4 0,-3 3-6 16,2-4-10-16,-1 5-8 0,2-2-9 0,-4-3-3 16,-1 3-18-16,-1-4 5 0,-2 1-11 0,2-1-6 15,-7-6-3-15,10 10-6 0,-4-7-5 0,-6-3-3 16,7 7 1-16,-7-7 12 0,4 7 11 0,-4-7 12 16,0 0 1-16,0 0-4 0,0 0-7 0,0 0-4 15,0 0-6-15,0 0 4 0,18-16-4 0,-15 5-5 16,1 1-5-16,0-1-1 0,5-6-6 0,1 3-2 15,-1-2-5-15,4 0-3 0,-2 2-2 16,7-6-5-16,-4 6 0 0,2 1 4 0,-4 0-2 16,1 3 0-16,-1 2-4 0,-1 2 0 0,1 1-7 15,-3 2-1-15,-2 2-7 0,2 2 1 0,3 2-2 0,-6 0 0 16,2 6 2-16,-2-1 4 0,3 7-1 0,-5-3 5 16,0 2-5-16,-2 2 1 0,0 0-2 15,-1 0 5-15,-2 4-5 0,1-1-10 0,0 1-15 0,-2-4-15 16,-1 2-26-16,0-6-33 0,-1 3-60 15,0-4-57-15,2-1-178 0,-4-2-420 0,6-8 186 0</inkml:trace>
  <inkml:trace contextRef="#ctx0" brushRef="#br0" timeOffset="-158949.58">22542 15672 39 0,'8'-6'184'0,"-8"6"-23"0,0 0-12 16,0 0 15-16,0 0 10 0,10 7 8 0,-10-7 0 15,0 22 0-15,0-9 0 0,-3 1-13 0,2 4-13 0,-3 1-11 16,3-1-10-16,0 2-11 0,-1 0-11 16,-2 4-10-16,1 2-14 0,0 0-5 0,2-10-7 15,-1 4-10-15,1-1-6 0,0-2-13 0,0-1-20 16,-1-4-23-16,2 4-23 0,-1-3-28 0,2 3-21 15,-1-4-32-15,0 0-27 0,0-12-26 0,-1 11-22 16,1-11-28-16,4 13-152 0,-4-13-382 0,0 0 169 16</inkml:trace>
  <inkml:trace contextRef="#ctx0" brushRef="#br0" timeOffset="-153786.89">20409 16789 158 0,'-11'2'164'16,"11"-2"-11"-16,-13 2-15 0,13-2-9 0,0 0-5 0,0 0 3 15,0 0-8-15,0 0-9 0,44 9-2 16,-9-8-16-16,21-1-5 0,6 2-6 0,37-6-6 15,-4 1 0-15,3-2-7 0,3-5-9 0,6 4 7 16,-2-6-9-16,3 4 0 0,2-6 2 0,-2 4 0 16,-7-1 0-16,-4 4-4 0,-1-2 3 0,-32 5 5 15,27-9-1-15,-27 4 2 0,-2 4 3 0,2-4 8 16,-2 2 2-16,-1 0-6 0,0 2 0 0,-8 1 0 16,-15 0-3-16,-2 2-3 0,-3-2 3 0,-4 2 2 15,-11 1-2-15,-5-1 1 0,0 1-2 0,-6 0 1 16,-7 1 9-16,13-1-2 0,-13 1 0 0,0 0 0 15,0 0-6-15,13-2-9 0,-13 2-7 0,0 0-14 16,0 0 7-16,-27 7-17 0,9 0-25 0,0-5-25 16,-1 4-29-16,2-3-36 0,-2 3-31 15,0-1-44-15,1 1-56 0,-1-2-56 0,4 0-257 16,-7-1-574-16,4-2 254 0</inkml:trace>
  <inkml:trace contextRef="#ctx0" brushRef="#br0" timeOffset="-153644.39">22505 16608 60 0,'0'0'119'0,"0"0"-20"16,0 0-30-16,0 0-50 0,0 0-53 0,0 0-22 16,0 0-59-16,-32 5 26 0</inkml:trace>
  <inkml:trace contextRef="#ctx0" brushRef="#br0" timeOffset="-151572.25">28130 4201 40 0,'-2'-10'216'0,"-3"1"1"0,3 2-3 0,0-1-3 16,2 8-3-16,-3-12 25 0,1 7-12 0,2 5-15 16,-2-10-18-16,2 10-17 0,0 0-21 0,-2-7-20 15,2 7-13-15,0 0-12 0,0 0-8 0,0 0-17 16,0 0 15-16,-4 26-1 0,0-10-7 15,4 2-3-15,-2 8-12 0,2-7-5 0,-2 6 0 16,-3 3-5-16,3 1-1 0,0-3-9 0,0-1-2 16,2 0-18-16,-2-7 17 0,2 2-11 0,0 5-2 0,-2-6-2 15,2-2-3-15,2 1-3 0,0 0-5 16,-1-3 0-16,0 2-1 0,-2-1 2 0,0-3-3 0,2 1-6 16,-1-2 1-16,-3-2 1 0,5 0 0 0,-1-3-1 15,-2 1-5-15,3-2-6 0,-2-6-28 0,-1 11-12 16,1-11-17-16,0 8-14 0,0-8-16 15,0 0-16-15,0 0-26 0,0 0-45 0,-7 9-28 0,7-9-37 16,0 0-50-16,0 0-165 0,0 0-485 0,-23-17 215 16</inkml:trace>
  <inkml:trace contextRef="#ctx0" brushRef="#br0" timeOffset="-151273.58">27953 4251 105 0,'0'0'160'0,"7"-12"-23"0,1 4 6 0,9-2 1 16,6-2 11-16,9 4-5 0,5 0-2 0,0 4-2 0,2 4-4 15,18 3-10-15,-5 6-3 0,-2 3-13 16,-16 5-6-16,13 3-13 0,-18-1-3 0,4 3-10 16,-8 2-4-16,-5 1-7 0,0 1-5 0,-7 0-7 15,-2 3-2-15,-5-3-4 0,-1 5 3 0,-5 0-2 16,-5-1 1-16,-2 0 3 0,-6-1 1 0,-2-4-4 0,-4-1 5 15,1-2-6-15,-5-3 0 0,-4 0-3 16,0-2-5-16,-2-3-5 0,0-1-2 0,-2-1-1 16,3-1-6-16,-3-2-1 0,2-3-11 0,7-2-9 15,0-1-19-15,1-3-22 0,4 0-31 0,0-4-48 16,0 1-42-16,7-4-68 0,1-2-262 0,1 1-519 16,5-4 230-16</inkml:trace>
  <inkml:trace contextRef="#ctx0" brushRef="#br0" timeOffset="-151031.03">28905 4428 3018 0,'0'0'82'0,"0"0"-12"0,0 0-28 16,0 0-14-16,-13-21-13 0,13 21-4 0,-5-5 13 15,5 5 2-15,0 0 7 0,0 0-1 0,-3-7 5 16,3 7-8-16,0 0-2 0,0 0-4 0,13-6-2 16,1 2 1-16,3 0-25 0,2-1-18 0,9 2-33 15,-5-1-17-15,-2 4-48 0,0 0-62 0,-2-1-74 16,-6 1-218-16,-2 1-513 0,-11-1 228 0</inkml:trace>
  <inkml:trace contextRef="#ctx0" brushRef="#br0" timeOffset="-150877.02">28921 4484 2576 0,'-5'4'231'0,"5"-4"-111"0,-7 7-63 16,0-4-27-16,7-3-13 0,-3 4-11 0,3-4 3 15,0 0 4-15,0 0 2 0,0 0 3 0,19 3 5 16,-2-7-6-16,4-1 3 0,10 0-7 0,4-2-16 16,2 0-35-16,13-3-57 0,1-2-94 0,2 4-285 15,-5-5-513-15,3 2 227 0</inkml:trace>
  <inkml:trace contextRef="#ctx0" brushRef="#br0" timeOffset="-149729.16">30915 3998 229 0,'0'0'246'0,"-6"-6"-6"0,6 6-11 0,-7-4-13 15,7 4-18-15,0 0-17 0,0 0-22 0,0 0-17 16,0 0-14-16,14-11-11 0,3 8-20 0,3 1-38 16,2 0-10-16,6-2-19 0,2 3-13 0,-2-1-29 15,-3-1-25-15,-4 2-38 0,7 1-39 0,-8 1-40 16,-3-1-34-16,-6 1-106 0,-2-1-317 0,-3 0 142 15</inkml:trace>
  <inkml:trace contextRef="#ctx0" brushRef="#br0" timeOffset="-149532.42">31093 3885 34 0,'0'0'208'0,"-8"-3"-15"15,8 3-14-15,0 0-14 0,-6-4-15 0,6 4-3 16,0 0-5-16,0 0 1 0,-5 11 2 0,2-2-14 15,0 3-4-15,0-1-8 0,0 5-12 16,-1 3-10-16,2 0-7 0,-2-1-9 0,1 7-7 16,-1-5-7-16,1-1-6 0,3 6-13 0,-2-6-27 15,2 7-28-15,0-8-38 0,2 7-53 0,-1-8-67 16,1-3-204-16,0-2-400 0,-2-12 177 0</inkml:trace>
  <inkml:trace contextRef="#ctx0" brushRef="#br0" timeOffset="-149085.53">31341 3982 2446 0,'5'-25'48'0,"-3"12"55"0,0 2-26 0,0 2-28 16,1 2-23-16,1 1-3 0,-4 6-10 0,0-6-1 16,0 6 3-16,0 0 7 0,0 0 7 0,0 0 8 15,-8 34 3-15,5-14 3 0,-1-2-5 0,-3 7 1 16,-1 1-8-16,3-1 8 0,0 0-12 0,4-7 0 15,-1 0-3-15,0 2-5 0,0-4 5 0,0 0-5 16,1-4-3-16,-1-1 4 0,2 1-3 0,-3-4-1 16,3-2 1-16,0-6-2 0,-2 12 2 0,2-12 0 15,-2 7 2-15,2-7-3 0,0 0 11 0,0 0-10 16,0 0-5-16,0 0 0 0,-4-26-5 0,5 13-3 16,-1-5-1-16,3-7-3 0,-1 0 0 0,2-6-8 15,4-1 1-15,-3-2-11 0,3 2 4 0,3-13 3 16,-1 15-5-16,-3-5 0 0,12-8 4 0,-6 12 0 15,-1 6 3-15,1 2 2 0,-4 4 2 0,3 5 6 16,-6 5 1-16,0 1-7 0,1 3 2 16,-2 3-6-16,4-1 6 0,-9 3-3 0,18 9 1 0,-5 3 0 15,-4 3-1-15,2 2 11 0,2 6 6 0,-3 5 5 16,0 0 4-16,3 1 2 0,-4 2-4 0,0-4 2 16,0 1 1-16,-3-2 2 0,2 0-7 0,0 1 12 15,-1 0-11-15,0-4 2 0,-5-4-21 0,2 0-20 16,-1-2-26-16,-2-1-41 0,-2 1-27 0,1-5-34 15,-2-1-64-15,1-1-53 0,-1 1-179 0,2-11-484 16,-6 13 215-16</inkml:trace>
  <inkml:trace contextRef="#ctx0" brushRef="#br0" timeOffset="-148935.41">31389 3995 168 0,'5'-7'181'0,"4"1"-18"0,2-2-17 0,5 0-18 16,3-1-19-16,2 2-29 0,7-2-34 0,0 0-46 16,3 1-52-16,-1-2-110 0,-2 4-175 0,3-1 78 15</inkml:trace>
  <inkml:trace contextRef="#ctx0" brushRef="#br0" timeOffset="-148729.31">31918 3723 46 0,'0'0'216'0,"4"-7"-5"0,-4 7-23 16,0 0-9-16,3-7-19 0,-3 7 0 0,0 0 6 16,0 0-6-16,2 21 15 0,-2-2-8 0,1 5-6 15,-1 3-6-15,2 3-17 0,-2 0-16 0,1 1-12 16,-1 1-9-16,-3-2-6 0,5-1-12 0,-1-2-7 16,0 1-4-16,2-2-14 0,-3-1-18 0,1-1-33 15,1-5-36-15,-1 0-36 0,0-3-35 0,-1 1-55 16,1-7-52-16,1 3-208 0,-5-4-451 0,1 1 200 15</inkml:trace>
  <inkml:trace contextRef="#ctx0" brushRef="#br0" timeOffset="-148329.03">31944 3665 41 0,'11'-14'226'0,"-2"0"-11"0,2 1-2 15,-4 3 27-15,2 1-5 0,1 0-14 16,-2 4-18-16,0-1-18 0,-3 2-16 0,3-2-21 16,-3 4-17-16,1 0-16 0,-6 2-13 0,17 0-7 15,-11 2-23-15,1 2 4 0,1 2-9 0,-3 0-4 16,1-2-5-16,-1 4-8 0,-1 0 1 0,-1 0-12 16,-3 3 1-16,2 0-6 0,-1 1-3 0,-1 0-12 15,0-2-21-15,0-10 4 0,-3 23-8 16,2-14-2-16,1-9-11 0,-2 16-3 0,-1-7-7 0,3-9-8 15,0 13-3-15,0-13 1 0,-1 14 2 0,1-14-7 16,1 9 13-16,3-1-8 0,-4-8 16 16,10 13-1-16,-4-7 2 0,3-1 1 0,-2-2-1 0,3 3 5 15,-4-2-2-15,-6-4-1 0,13 6 4 0,-13-6 2 16,10 7 2-16,-5-2-2 0,-5-5 2 0,8 9-2 16,-8-9 6-16,5 9 3 0,-5-9 2 0,2 10 5 15,-2-10 0-15,-3 15-2 0,3-15 1 16,-9 16 2-16,1-8 2 0,2-3-1 0,-3 2-14 0,1-1-33 15,-1 0-43-15,1-1-61 0,0 0-74 16,-2-3-118-16,10-2-367 0,0 0 162 0</inkml:trace>
  <inkml:trace contextRef="#ctx0" brushRef="#br0" timeOffset="-148103.42">32458 3534 103 0,'5'-5'274'0,"-1"-1"-29"0,0 2-27 16,-4 4-13-16,0 0 13 0,0 0 1 0,10 15-7 15,-8 1-9-15,2 11-16 0,-4-1-13 0,-4 10-11 16,3 10-19-16,-2 2-9 0,-3 1-17 0,2 0-11 16,-1 3-7-16,-1-5-28 0,2 3-30 0,1-2-26 15,-2-2-35-15,-1 1-30 0,2-12-43 0,-5-2-53 16,4-1-62-16,-5 0-234 0,1-3-477 15,-4 2 211-15</inkml:trace>
  <inkml:trace contextRef="#ctx0" brushRef="#br0" timeOffset="-143948.15">30541 3978 42 0,'0'0'139'0,"0"0"-13"15,0 0 0-15,-3-10-13 0,3 10-3 0,0 0-1 16,-4-5-4-16,4 5-10 0,0 0-2 0,-3-7-4 16,3 7 0-16,0 0-11 0,0 0 2 0,0 0-5 15,0 0 0-15,-3-7-6 0,3 7-2 0,0 0-10 16,0 0-2-16,0 0-2 0,0 0 0 0,0 0-2 15,0 0-6-15,0 0 4 0,-1-10-6 16,1 10 2-16,0 0-6 0,0 0 1 0,0 0-4 16,0 0-6-16,0 0-1 0,0 0-4 0,0 0-2 0,0 0-3 15,0 0-1-15,0 0-5 0,0 0 3 0,0 0-4 16,0 0-1-16,0 0-2 0,-5-5-2 0,5 5 0 16,0 0 1-16,0 0 3 0,0 0 4 15,0 0 1-15,0 0 6 0,0 0 1 0,0 0 5 16,0 0 31-16,0 0-2 0,0 0-1 0,0 0-4 0,0 0 0 15,0 0-3-15,0 0 2 0,0 0-3 0,0 0 1 16,0 0-2-16,0 0-9 0,0 0-2 0,0 0 0 16,0 0-5-16,0 0-2 0,-3-7-2 15,3 7-5-15,0 0-2 0,-3-8 0 0,3 8-1 16,0 0 0-16,-2-8 4 0,2 8 2 0,0 0-1 16,-4-5 0-16,4 5 3 0,0 0-5 0,-6-8-1 0,6 8 2 15,0 0-3-15,0 0-4 0,-3-7-2 0,3 7 0 16,0 0-11-16,0 0-11 0,0 0 10 0,0 0-1 15,0 0 2-15,0 0-4 0,0 0 5 16,-1 26-1-16,2-13 2 0,-1 7 4 0,-1 8-5 16,1 0 4-16,-3 4-1 0,2-1 0 0,1 1-3 15,1 0 2-15,-2-1 5 0,0 0 0 0,3-5 0 16,-2 2 0-16,4 1-3 0,1-2-3 0,-1-8 1 16,-2 0 1-16,4 1 2 0,-4-4-5 0,3 3-4 0,-2-5-10 15,-2-1-4-15,3 2-6 0,-4-5-21 16,0-3-26-16,1 3-18 0,-2-3-16 0,1-7-18 15,0 12-20-15,0-12-30 0,-5 10-41 0,4-6-41 16,1-4-194-16,-12 2-480 0,12-2 213 0</inkml:trace>
  <inkml:trace contextRef="#ctx0" brushRef="#br0" timeOffset="-143627.54">30072 3820 70 0,'-3'-5'175'0,"3"5"-16"0,0 0 8 15,0 0-9-15,13 33 7 0,-8-12 2 0,4 6-3 16,-4 7-7-16,4 13-13 0,-3 0-4 16,2 4-21-16,-3 1-5 0,0-5-10 0,4 4-7 0,-4-4-10 15,0-1-5-15,-1 2-9 0,1-13-8 0,0 12-6 16,1 3-10-16,-3-4-28 0,0 1-32 0,-3-13-40 16,-3 14-49-16,1-14-55 0,-3 1-50 0,-12 12-131 15,7-12-364-15,-8 7 161 0</inkml:trace>
  <inkml:trace contextRef="#ctx0" brushRef="#br0" timeOffset="-142903.45">27742 5173 135 0,'-7'-3'198'16,"0"1"-10"-16,7 2-5 0,-9-4-14 0,9 4-15 16,-7-1-13-16,7 1-18 0,0 0-8 0,0 0-14 15,0 0-6-15,0 0-8 0,28-2-1 0,1 4-5 16,4-1 0-16,5-2-4 0,20-1-11 0,32 5-4 15,1-4-5-15,5 1-4 0,10-2-5 0,6-2-5 16,7 4-4-16,8-8-3 0,7 1 4 0,9 1-10 16,9-1-2-16,6 9-2 0,1-6-5 0,5 1 2 15,7 0-2-15,5 3-4 0,0-3-6 0,0-1 3 16,-2 0 0-16,-2 2-2 0,6 1-4 0,-11-1 0 16,0-1-3-16,-17 2 2 0,-3-1-1 0,-10-1 2 0,-8-2-2 15,-14 2 0-15,-10 1 3 0,-13 0 1 16,-32 1-2-16,0 1 2 0,-2-5-3 0,-5-3 4 15,-16 4-22-15,-5-1 5 0,-2 1 9 0,-11 3 5 16,-1-2 1-16,-6 0 5 0,-1 0-4 0,-3 2 3 16,-1-3-3-16,-2 0 0 0,-5 4-12 0,4-5-17 15,-4 5-22-15,0-9-36 0,0 9-37 0,-15-10-33 16,-2 5-45-16,-11-2-184 0,-10 1-406 0,-17-1 179 16</inkml:trace>
  <inkml:trace contextRef="#ctx0" brushRef="#br0" timeOffset="-141238.72">28031 5153 133 0,'-3'-7'178'0,"3"7"-2"16,0 0-10-16,-2-8-12 0,2 8-13 16,0 0-14-16,-4-4-7 0,4 4-16 0,0 0-11 15,-7-7-10-15,7 7-7 0,-7-6-17 0,7 6-14 16,-4-4-19-16,4 4-22 0,-11-4-20 0,11 4-20 0,-13-2-16 16,5 1-7-16,-4 1-19 0,0 3-1 15,-2-2-3-15,-4 2 7 0,1 0-5 0,-2 2-1 16,-2-2 5-16,-2 3 4 0,2-2 1 0,-6 1 7 15,6 1 7-15,0-2 6 0,2 0 3 0,0-1 11 16,0 0 10-16,2 0 10 0,-1 0 7 0,2-2 4 16,5 1 10-16,-2-2 7 0,-1 1 9 0,3-1-10 15,-1 0 16-15,1-1 11 0,4-1 11 0,-3 1-4 0,10 1 9 16,-15-3-6-16,7 0 3 0,1 0 6 16,0-2-1-16,2-4 0 0,-3 1-9 0,4-3 14 15,-1-1 11-15,0-3-8 0,3-1-1 0,-2-3-9 0,-1-5-6 16,1-2 7-16,4 0-8 0,-3-3 4 0,3 1 6 15,-4-3-18-15,4-2-4 0,0-3 7 16,-2-12-3-16,2 1-12 0,0 2 0 0,0 9-9 16,0 0 8-16,2-12 1 0,0 1 2 0,1 1-5 15,-1 13-4-15,0-3-2 0,0-14-5 0,0 14 4 0,2-10 17 16,-1 11-2-16,-1-10-2 0,1 11-5 0,-1-13-5 16,2 13 1-16,-3-2-5 0,3 4-1 15,-4-3-1-15,4 1-4 0,0-1 3 0,1 3 2 16,-3 3-5-16,0 2-3 0,4-1 8 0,-2 3-6 15,0 6 0-15,1-5 1 0,-1 6-1 0,1-3-5 16,0 5 2-16,-1-1 1 0,1 1 0 0,-1 0-5 16,2 0 1-16,3 0 0 0,0-1-2 0,-4 3 1 15,6 1-3-15,1 0 1 0,0-1 3 0,-1 3-2 16,4 0-2-16,0-2 0 0,3 3 1 0,1 1 0 16,7-5 3-16,3 2-5 0,-2 0-2 0,7-1 3 15,0 0 0-15,2 2-2 0,17-3 7 0,-1 0-2 16,5 2-5-16,-2-1 0 0,5 2-31 0,-3-2 9 15,9 5 8-15,26-7-2 0,-29 5 1 0,29-4 2 16,-28 6 0-16,29-4 0 0,-3 2 10 0,0-4-6 16,6 2 3-16,-2-1 0 0,2 2 5 0,-1-5-2 15,1 4-3-15,-5 0 3 0,6 2 0 0,-32 1 0 16,30-2 5-16,0 1-4 0,6 1 4 0,-2-4-5 16,-1 5 6-16,1-3-7 0,0 5 7 0,-3 1-1 15,-5 1 3-15,1-3-6 0,0-1 0 0,-27 4-1 16,33-1 4-16,-6-2-1 0,-2 6-1 0,-25-1-1 15,27-1 3-15,0 0-6 0,-27 2 4 0,0 1 1 16,30 0-3-16,-31 0 1 0,29 1 0 16,-29-1 1-16,0 3 2 0,26 0-1 0,-33-3 0 0,2 0-1 15,-4 2 0-15,1-1-4 0,-2 3 6 0,-16-1-4 16,0-3 6-16,-3 3-7 0,2-3 1 0,-3 4 1 16,-2 0 2-16,-1 1 2 0,0-1 2 0,-4 4-7 15,-1-3 5-15,-5-2-5 0,-3 0 2 0,1 3-4 16,-1-4 6-16,-5 1 4 0,-2-1 32 15,2 3-9-15,0-4 0 0,-1 5-3 0,0-2-7 0,-2-2 2 16,-10-2 0-16,0 0-7 0,0 0 4 0,47 17-1 16,-47-17-2-16,0 0-3 0,32 13-4 0,-32-13 3 15,0 0-1-15,27 12-1 0,-27-12-1 0,0 0 2 16,0 0-4-16,35 16 5 0,-35-16-3 0,0 0-4 16,26 16 3-16,-26-16-9 0,0 0 8 0,26 18 3 15,-26-18-1-15,0 0-4 0,23 22 1 16,-23-22 1-16,0 0 1 0,15 16-3 0,-15-16-1 15,0 0 2-15,16 22-2 0,-16-22 0 0,0 0 1 0,14 35 4 16,-14-35 0-16,7 26 5 0,-7-26-3 16,6 31 4-16,-6-31-5 0,4 38 9 0,-4-38-7 15,0 51 3-15,0-22-5 0,0-29-1 0,-2 55 2 16,1-23 4-16,1-32 2 0,-3 64 1 0,-2-30-6 16,3 1 3-16,-1 0 2 0,-3 13-5 0,-2-14 8 15,4 0-10-15,-2 2 6 0,-1 11-4 0,2-14-1 16,-5 12 3-16,2-9-1 0,1 8-2 0,-1-10 1 15,0 1 1-15,1-2-2 0,0 0-2 0,0 0 0 16,-2-3-2-16,1 0 2 0,2-1-2 0,-2 3 8 16,-2-3-4-16,5 1 5 0,-4 1-8 0,4 1-6 15,-4-5 12-15,2 2-9 0,2-1 8 0,-1-1 0 16,2 0 4-16,0 0-6 0,-2-8-1 0,3 6 1 16,-1-6-3-16,2 0 2 0,-1-1 0 0,2 0-5 15,-3-1 7-15,1 1-4 0,2-1-2 0,-1 0 3 16,-1-1 0-16,-2 2 0 0,3-4-1 15,-1 3-1-15,0 0 0 0,1-5 2 0,1 5-2 0,-3-3 2 16,1 2-1-16,1-4-3 0,-1-1 2 0,2 1-1 16,-3-3-3-16,1 1 7 0,3-10-3 0,-3 17-4 15,0-10 4-15,0 4 1 0,3-11-2 0,-3 11 1 16,3-11 3-16,-6 11-2 0,6-11 0 0,-5 9 0 16,5-9-2-16,-7 8 0 0,7-8-5 0,-8 7 6 15,8-7-2-15,-9 8 1 0,4-5 1 16,5-3-2-16,-10 6 2 0,10-6-1 0,-10 7-1 15,3-4 3-15,7-3-3 0,-14 7 2 0,14-7-7 0,-11 7-3 16,0-3 2-16,11-4-3 0,-19 8-1 16,9-7 1-16,-4 1 0 0,14-2 3 0,-24 4 0 15,11-1-2-15,-6-2 0 0,-1-2-6 0,-8 2 3 0,0-1-1 16,-4 1-5-16,0-2 0 0,-2 1-4 0,1 0-2 16,1 0-10-16,1 0-7 0,-1 0-14 0,3 0-26 15,6-1-37-15,1 1-50 0,3 1-151 16,-3-1-344-16,3 0 153 0</inkml:trace>
  <inkml:trace contextRef="#ctx0" brushRef="#br0" timeOffset="-135294.83">22426 15902 45 0,'-9'1'110'0,"9"-1"-8"0,-16 2-5 16,10-2 6-16,-2 0-3 0,2 3 1 0,6-3 2 16,-14 1 1-16,14-1 4 0,-9 2-3 0,9-2-4 15,-7 2-13-15,7-2-5 0,0 0-12 0,0 0 3 16,0 0-10-16,0 0 1 0,0 0-7 0,0 0-11 15,30 3 9-15,-11-3-9 0,8-1-6 0,1 1-14 16,1-4-8-16,0 4-10 0,0-2-17 16,0 2-13-16,-2-1-23 0,-6-1-35 0,7 4-36 0,-8-4-27 15,-1 1-112-15,-6 1-274 0,5-2 122 0</inkml:trace>
  <inkml:trace contextRef="#ctx0" brushRef="#br0" timeOffset="-134689.04">22821 15891 126 0,'0'0'196'0,"0"0"-5"0,0 0-5 0,-6-3-18 16,6 3-10-16,0 0-22 0,0 0-8 0,0 0-6 15,0 0-4-15,-12 9-5 0,9-3-1 0,1 4-8 16,-1-1-6-16,-1 3-11 0,0 4-7 16,2-5-5-16,0 1-12 0,1 4-2 15,4-6-7-15,-2 2-6 0,2-3-3 0,-1-1-7 0,2-1-1 16,1-2-8-16,1 0 1 0,3 1-1 0,0-1-6 16,2-5-2-16,1 0 1 0,-1 0-5 0,1-2 1 15,0-2-5-15,-1-2 3 0,6-1-5 0,-4-3-1 16,-2 1 3-16,-1 2 10 0,0-2 4 0,1-3 4 15,-3 1 6-15,-2 2 1 0,-1 2-1 0,-1-2 2 16,1 0-1-16,-2 3-5 0,-1-1-1 0,1 1-4 16,-3 6 2-16,4-8-5 0,-4 8-4 0,3-5-5 15,-3 5 2-15,0 0-7 0,0 0 17 16,4 19 5-16,-4-3 2 0,0 9-2 0,-2 6 2 0,-1 4 0 16,-1-1 0-16,-2 15 1 0,2-16 0 0,0 1-8 15,-3-2-4-15,4 3-4 0,-2-4 6 0,0 1-21 16,1-3-14-16,1 2-4 0,2-7-1 0,-5 6 6 15,1-4 3-15,-1 3-2 0,0-4 9 0,-2-7-2 16,2-1 0-16,2-4 0 0,-3-1 0 0,0-2 2 16,-3-3 0-16,1 1 2 0,0-3 5 0,0-2-7 15,-4 0-1-15,2-4 3 0,-1 1-5 0,3-2-1 16,0-2-2-16,-3-3-2 0,3 2 2 0,-4-8-5 16,4 4-7-16,-1-5-5 0,2-3-2 0,0 1 0 15,1-2-1-15,0 3-2 0,5-2 2 0,2-1-11 16,-1 3-2-16,2-1-8 0,3 5 0 0,2-3-5 15,-1 3-12-15,3 0-7 0,-1 0-24 16,3 1-10-16,3-1-40 0,2-1-38 0,1 1-42 16,2 0-176-16,0 1-432 0,1 1 193 0</inkml:trace>
  <inkml:trace contextRef="#ctx0" brushRef="#br0" timeOffset="-134510.68">23325 16004 137 0,'7'-2'197'16,"-1"-3"-8"-16,2 2-10 0,-3-1-14 0,-5 4-19 15,10-4-14-15,-4 3-14 0,1-3-10 0,2 2-15 16,2 0-20-16,0 1-37 0,-11 1-46 0,22-4-46 16,-14 4-55-16,-3 0-122 0,-5 0-253 0,0 0 113 15</inkml:trace>
  <inkml:trace contextRef="#ctx0" brushRef="#br0" timeOffset="-134355.47">23369 16092 70 0,'0'0'163'0,"-4"7"-14"0,4-7-7 16,0 0-22-16,-1 6-11 0,1-6-10 0,0 0-8 16,2 11-10-16,-2-11 1 0,8 2-11 0,-2 2-5 15,1-4-38-15,-7 0-24 0,19 2-48 0,-19-2-41 16,21-6-106-16,-8 3-208 0,5-5 93 0</inkml:trace>
  <inkml:trace contextRef="#ctx0" brushRef="#br0" timeOffset="-129868.85">12770 8724 68 0,'0'0'109'0,"0"0"1"16,2-7-11-16,-2 7-4 0,0 0-9 0,0 0-14 15,0 0 4-15,0 0-14 0,0 0-8 16,0 0-16-16,0 0-12 0,0 0-9 0,0 0-22 0,0 0-13 16,0 0-17-16,0 0-14 0,0 0-13 0,0 0-63 15,0 0-133-15,-12 18 60 0</inkml:trace>
  <inkml:trace contextRef="#ctx0" brushRef="#br0" timeOffset="-129371.79">12841 9974 14 0,'0'0'84'0,"0"0"-9"0,0 0-11 0,0 0-3 15,2 4-7-15,-2-4-5 0,0 0-9 0,0 0 3 16,0 0-5-16,0 0-9 0,0 0 6 0,0 0 0 16,0 0-26-16,0 0 18 0,0 0-3 0,0 0-6 15,7 4 5-15,-7-4 2 0,0 0-7 0,0 0 1 16,0 0-1-16,0 0 1 0,0 0-6 0,0 0 5 0,0 0 5 16,0 0-7-16,0 0-4 0,0 0 5 15,0 0-5-15,0 0-1 0,0 0 6 0,0 0-6 16,0 0 6-16,0 0-6 0,0 0-8 0,0 0 8 15,0 0 0-15,0 0-4 0,0 0 12 0,0 0-14 0,0 0 1 16,0 0-3-16,0 0 4 0,0 0-8 16,0 0 9-16,0 0-5 0,0 0-12 0,0 0 13 15,0 0-5-15,0 0 3 0,0 0 3 0,0 0-6 16,0 0-2-16,0 0-8 0,0 0-8 0,0 0 1 0,0 0-4 16,0 0-2-16,0 0-21 0,0 0-16 0,0 0-18 15,0 0-55-15,0 0-144 0,0 0 64 0</inkml:trace>
  <inkml:trace contextRef="#ctx0" brushRef="#br0" timeOffset="-129041.42">12933 8600 39 0,'0'0'59'0,"0"0"-9"0,0 0-8 0,0 0 5 16,-4 25-11-16,4-25-3 0,0 14-4 0,-2-4-6 15,0 1-21-15,2 2-11 0,0 1-50 0,0 5-63 0,-5-2 28 16</inkml:trace>
  <inkml:trace contextRef="#ctx0" brushRef="#br0" timeOffset="-128235.39">12833 10135 9 0,'0'0'50'0,"0"0"-4"0,0 0 4 0,0 0-6 15,0 0-1-15,0 0-6 0,0 0 2 0,0 0-2 16,0 0-10-16,0 0-2 0,0 0-4 15,0 0-2-15,0 0 4 0,0 0 0 0,0 0-7 0,6 2-4 16,-6-2 7-16,0 0-7 0,0 0-1 0,0 0-3 16,0 0 2-16,0 0 4 0,0 0 4 0,0 0-1 15,0 0-8-15,0 0 4 0,0 0-4 0,0 0-4 16,0 0 10-16,0 0-9 0,0 0 2 0,0 0 7 16,0 0-7-16,0 0 1 0,0 0-11 0,0 0 21 15,0 0-7-15,0 0 2 0,0 0-10 0,0 0-4 16,0 0 5-16,0 0 4 0,0 0-12 0,0 0 7 15,0 0 2-15,0 0 1 0,0 0 4 0,0 0-6 16,0 0-18-16,0 0 16 0,0 0-2 0,0 0 1 16,0 0 9-16,0 0-2 0,0 0-2 0,0 0-1 15,0 0 0-15,0 0 5 0,0 0-4 0,0 0-3 16,0 0-3-16,0 0-7 0,0 0 5 0,0 0 5 16,0 0-5-16,0 0 2 0,0 0-1 0,0 0 5 15,0 0-9-15,0 0 2 0,0 0 0 0,0 0 6 16,0 0-7-16,0 0 10 0,0 0-4 0,0 0-1 0,0 0 0 15,0 0 2-15,0 0-7 0,0 0 6 16,0 0-8-16,0 0 4 0,0 0 4 0,0 0-2 16,0 0-10-16,0 0 15 0,0 0-9 0,0 0 3 15,-9 14 0-15,9-14-1 0,0 0-1 0,0 0-1 16,0 0-6-16,-2 5 9 0,2-5-1 0,0 0-6 0,0 0-7 16,0 0-2-16,0 0-4 0,0 0-5 0,0 0-7 15,0 0-6-15,-5 7-16 0,5-7-10 16,0 0-35-16,0 0-107 0,-5 6 47 0</inkml:trace>
  <inkml:trace contextRef="#ctx0" brushRef="#br0" timeOffset="-124498.28">9436 12498 25 0,'0'0'33'0,"0"0"-1"0,0 0-6 0,0 0-7 16,0 0-3-16,0 0 1 0,0 0 3 0,0 0-11 0,0 0 3 15,0 0-1-15,0 0 2 0,0 0-2 0,0 0-1 16,0 0-5-16,0 0 3 0,0 0 0 0,0 0-4 16,0 0 3-16,0 0-3 0,7 10 2 15,-7-10-6-15,0 0 3 0,0 0-1 0,0 0 1 16,0 0-1-16,0 0 0 0,0 0-1 0,0 0 4 0,0 0-4 15,0 0-1-15,0 0 3 0,0 0-2 0,0 0 4 16,0 0-6-16,0 0 2 0,0 0 0 0,0 0 5 16,0 0-6-16,0 0 1 0,0 0-3 0,0 0 1 15,0 0 4-15,0 0-4 0,0 0 0 16,0 0-1-16,0 0 10 0,0 0-5 0,0 0-4 0,0 0-4 16,0 0-2-16,0 0 1 0,0 0-4 0,0 0 6 15,0 0-6-15,0 0-2 0,0 0 3 0,0 0-2 16,0 0 2-16,0 0-2 0,0 0 0 15,2 6 0-15,-2-6 2 0,0 0 0 0,0 0 3 16,0 0-1-16,0 0 4 0,0 0-2 0,0 0 1 0,0 0 0 16,0 0-2-16,0 0 4 0,0 0-1 0,0 0 4 15,0 0-3-15,0 0-1 0,0 0-1 16,0 0 0-16,0 0 6 0,0 0-1 0,0 0-2 16,0 0 0-16,0 0 0 0,0 0 1 0,0 0-1 15,0 0-4-15,0 0 8 0,0 0-8 0,0 0 8 0,0 0 0 16,0 0-5-16,0 0 4 0,0 0-6 15,0 0 6-15,0 0 2 0,0 0-5 0,0 0 4 0,0 0-4 16,0 0 0-16,0 0-2 0,0 0 1 16,0 0 2-16,0 0-2 0,0 0 1 0,0 0 0 0,0 0 0 15,0 0 2-15,0 0 2 0,0 0-3 0,0 0 5 16,0 0-4-16,0 0-1 0,0 0-1 0,0 0-1 16,0 0 3-16,0 0 1 0,0 0-4 0,0 0 4 15,0 0-1-15,0 0-2 0,0 0-4 16,0 0 8-16,0 0 7 0,0 0-7 0,0 0-1 15,0 0 1-15,0 0 2 0,0 0-4 0,0 0 2 0,0 0 2 16,0 0-4-16,0 0 9 0,0 0-1 0,0 0-4 16,0 0-1-16,0 0 6 0,0 0-3 0,0 0 1 15,0 0 0-15,0 0 0 0,0 0-4 0,0 0 1 16,0 0-1-16,0 0 2 0,0 0-4 0,0 0 2 16,0 0 0-16,0 0 3 0,0 0-3 0,0 0-3 15,0 0 2-15,0 0-3 0,0 0 4 0,0 0 2 16,0 0 0-16,0 0-5 0,0 0 9 15,0 0-5-15,0 0-5 0,0 0-1 0,0 0 0 16,0 0 6-16,0 0-3 0,0 0-1 0,0 0-3 16,0 0 4-16,0 0-2 0,0 0 1 0,0 0 0 0,0 0 1 15,0 0-4-15,0 0 1 0,0 0 5 0,0 0-6 16,0 0 1-16,0 0 5 0,0 0-8 0,0 0 2 16,0 0 5-16,0 0-3 0,0 0 0 0,0 0 3 15,0 0-2-15,0 0 1 0,0 0-3 0,0 0 0 16,0 0 3-16,0 0-3 0,0 0-1 0,0 0 2 15,0 0-3-15,0 0 3 0,0 0 0 0,0 0-3 16,0 0 3-16,0 0-2 0,0 0-4 0,0 0 2 16,0 0-3-16,0 0-2 0,0 0 0 0,0 0-5 15,0 0-2-15,0 0 4 0,0 0 0 16,0 0 0-16,0 0-3 0,0 0 2 0,0 0 2 0,0 0-1 16,0 0 1-16,0 0-1 0,0 0-2 0,0 0 0 15,0 0-8-15,0 0-24 0,0 0 12 0</inkml:trace>
  <inkml:trace contextRef="#ctx0" brushRef="#br0" timeOffset="-120547.73">8087 5895 8 0,'0'0'59'16,"0"0"-4"-16,0 0-13 0,0 0-14 0,0 0-12 0,0 0-13 16,0 0-4-16,0 0-4 0,0 0-12 0,0 0-15 15,0 0-33-15,0 0 14 0</inkml:trace>
  <inkml:trace contextRef="#ctx0" brushRef="#br0" timeOffset="-119938.65">8487 5815 16 0,'0'0'42'0,"0"0"-6"0,0 0-2 15,0 0-2-15,0 0-10 0,0 0 0 16,0 0 2-16,0 0-5 0,-9-1 0 0,9 1-6 15,0 0-1-15,0 0-1 0,0 0-1 0,0 0-4 16,0 0 4-16,0 0-4 0,0 0 3 0,0 0-2 0,0 0 6 16,0 0-12-16,0 0 1 0,0 0 1 15,0 0-1-15,0 0-1 0,0 0 6 0,0 0-4 16,0 0-3-16,0 0 2 0,0 0 1 0,0 0-2 16,0 0 6-16,0 0-5 0,0 0 4 0,0 0-7 15,0 0 4-15,0 0-2 0,0 0 4 0,0 0-4 16,0 0 3-16,0 0-1 0,0 0-4 0,0 0-1 15,0 0 1-15,0 0 2 0,0 0-4 0,0 0-3 16,0 0 7-16,0 0-3 0,0 0 8 0,0 0-7 16,0 0 1-16,0 0 0 0,0 0 9 0,0 0-5 15,0 0-1-15,0 0-1 0,0 0-7 0,0 0 6 16,0 0-1-16,0 0 0 0,0 0-1 0,0 0 2 0,0 0-3 16,0 0 0-16,0 0 0 0,0 0 2 0,0 0-1 15,0 0-7-15,0 0 9 0,0 0-4 16,0 0 7-16,0 0-5 0,0 0 3 0,0 0 1 15,0 0-3-15,0 0-2 0,0 0-2 0,0 0-5 16,0 0 0-16,0 0-4 0,0 0-11 0,0 0-9 16,0 0-21-16,-5 11-58 0,5-11 26 0</inkml:trace>
  <inkml:trace contextRef="#ctx0" brushRef="#br0" timeOffset="-118944.2">8708 5738 59 0,'0'0'57'0,"0"0"-5"0,0 0-12 0,0 0-19 0,0 0-4 16,0 0-11-16,0 0-16 0,0 0-31 0,0 0-43 16,-10 21 19-16</inkml:trace>
  <inkml:trace contextRef="#ctx0" brushRef="#br0" timeOffset="-115363.83">7474 7200 17 0,'0'0'47'15,"0"0"-2"-15,0 0-13 0,0 0-2 0,-8-1 1 16,8 1-4-16,0 0-1 0,0 0-7 0,0 0 2 16,0 0-4-16,-8-3 1 0,8 3-3 0,0 0-3 15,0 0-3-15,0 0 4 0,0 0-6 0,0 0 4 16,0 0-3-16,0 0 1 0,0 0-3 0,0 0 2 15,-9-1-3-15,9 1-3 0,0 0 5 0,0 0-4 16,0 0-1-16,0 0 1 0,0 0-2 0,0 0 1 16,0 0-2-16,0 0 4 0,0 0-4 0,0 0 1 15,0 0-1-15,0 0 3 0,-10 0-2 0,10 0 0 0,0 0 0 16,0 0 2-16,0 0-1 0,0 0-3 0,0 0 2 16,0 0 0-16,0 0-1 0,0 0 3 15,0 0-1-15,0 0 1 0,0 0-4 0,0 0 2 16,0 0 5-16,0 0-9 0,0 0-2 0,0 0 6 15,0 0-5-15,0 0 4 0,0 0 0 0,0 0 1 16,-10 1 0-16,10-1-1 0,0 0-2 0,0 0 3 16,0 0 2-16,0 0-2 0,0 0 2 0,0 0-3 15,0 0-3-15,0 0 1 0,-9 3 1 0,9-3 2 16,0 0-2-16,0 0 1 0,0 0-2 0,0 0 5 0,-11 0-2 16,11 0-5-16,0 0 4 0,-7 1 2 0,7-1-6 15,0 0 3-15,0 0 0 0,0 0 4 16,-8 3 0-16,8-3-1 0,0 0 2 0,0 0-2 15,-8 0 2-15,8 0 1 0,0 0-3 0,0 0 3 16,0 0-1-16,0 0 2 0,0 0-1 0,0 0 6 0,-9 0 0 16,9 0-1-16,0 0 4 0,0 0-3 0,0 0 2 15,0 0-1-15,0 0 7 0,0 0-1 0,0 0 3 16,0 0 0-16,0 0 0 0,0 0-1 0,0 0 3 16,0 0 1-16,0 0-9 0,0 0 2 15,0 0-2-15,0 0 3 0,0 0-2 0,0 0 2 0,0 0-6 16,0 0 8-16,0 0-2 0,0 0-4 0,0 0-2 15,0 0 14-15,0 0-14 0,0 0 7 0,0 0-13 16,0 0 0-16,0 0-3 0,0 0-1 16,0 0 10-16,0 0-10 0,0 0 2 0,0 0 7 15,0 0-8-15,0 0 5 0,0 0-9 0,0 0 4 0,0 0 7 16,0 0-6-16,0 0-5 0,0 0 6 0,0 0-5 16,0 0 2-16,0 0-2 0,0 0-2 0,0 0-1 15,0 0 0-15,0 0 2 0,0 0 0 0,0 0 1 16,0 0-4-16,0 0 2 0,0 0 2 0,0 0 0 15,0 0 8-15,0 0-7 0,0 0 1 0,0 0 1 16,0 0 2-16,0 0-7 0,0 0 9 0,0 0-1 16,0 0 6-16,0 0-12 0,0 0 6 0,0 0-2 15,0 0 11-15,0 0-11 0,0 0 1 0,0 0-5 16,0 0 6-16,0 0-4 0,0 0 11 0,0 0-2 16,0 0-4-16,0 0-1 0,0 0-3 0,21-8 11 15,-21 8-6-15,0 0-12 0,0 0 9 0,0 0-4 16,0 0 3-16,0 0 2 0,0 0-3 0,0 0 0 15,0 0 4-15,0 0-2 0,0 0 2 0,0 0-4 16,0 0 0-16,0 0-3 0,0 0 1 0,0 0 8 16,0 0-4-16,0 0 1 0,0 0-2 0,0 0-6 15,0 0 5-15,0 0-3 0,0 0-1 0,0 0-2 16,0 0 1-16,0 0 2 0,0 0-2 0,0 0-5 16,0 0 2-16,0 0-11 0,0 0-14 0,11 0-8 15,-11 0-16-15,0 0-24 0,0 0-14 0,13 4-66 16,-13-4-171-16,5 3 76 0</inkml:trace>
  <inkml:trace contextRef="#ctx0" brushRef="#br0" timeOffset="-113765.84">23030 6227 26 0,'0'0'75'0,"0"0"-15"16,0 0-8-16,0 0-3 0,0 0-3 0,0 0-4 16,0 0-4-16,0 0-6 0,0 0-5 0,0 0 3 15,0 0-5-15,0 0-6 0,0 0-6 0,0 0-1 16,0 0-1-16,0 0 0 0,0 0 1 0,0 0 3 15,0 0-1-15,0 0-1 0,0 0-8 0,0 0 6 16,0 0-8-16,0 0 4 0,0 0-1 0,0 0 1 16,0 0-4-16,0 0 3 0,0 0-1 0,0 0 12 15,0 0-14-15,0 0 2 0,0 0-7 0,0 0 2 16,0 0 7-16,0 0-9 0,0 0 5 0,0 0-3 16,0 0-1-16,0 0 1 0,0 0-5 0,0 0 8 15,0 0-5-15,0 0-2 0,0 0 10 0,0 0-14 16,0 0 2-16,0 0 3 0,0 0-2 0,0 0 15 15,0 0-12-15,0 0-4 0,0 0 10 0,0 0-18 16,0 0 9-16,0 0 1 0,0 0 4 0,0 0-6 16,0 0 8-16,0 0-6 0,0 0-1 0,0 0 5 15,0 0-7-15,0 0-3 0,0 0 4 0,0 0 0 16,0 0-12-16,0 0 8 0,0 0-3 0,0 0 3 16,0 0-7-16,0 0 9 0,0 0-7 0,0 0 6 15,0 0-6-15,0 0 0 0,0 0 4 0,0 0 2 16,0 0 1-16,0 0 3 0,0 0-1 0,0 0-3 15,0 0 1-15,0 0 2 0,0 0 6 0,0 0 0 16,0 0-1-16,0 0 3 0,0 0 2 0,0 0 3 16,0 0-5-16,0 0 3 0,0 0 0 0,0 0 5 15,0 0 2-15,0 0-7 0,0 0 3 0,0 0 2 16,0 0-4-16,0 0 4 0,0 0-2 0,0 0 3 16,0 0-4-16,0 0-2 0,0 0-2 0,0 0 1 15,0 0 6-15,0 0-13 0,0 0 11 0,0 0-5 16,0 0-3-16,0 0 4 0,0 0-2 0,0 0 6 15,0 0-2-15,0 0 4 0,-25-6-23 0,25 6 13 16,0 0 1-16,0 0-3 0,0 0-4 0,0 0 3 16,0 0-7-16,0 0 3 0,0 0-3 0,0 0-8 15,-3 10-3-15,3-10-1 0,0 0-5 16,0 0-3-16,-3 9-11 0,3-9-25 0,0 0-71 0,0 0 32 16</inkml:trace>
  <inkml:trace contextRef="#ctx0" brushRef="#br0" timeOffset="-111711.7">21654 5218 41 0,'0'0'81'0,"0"0"-3"0,-3-8-3 15,3 8-2-15,0 0-1 0,-2-8-11 0,2 8-8 16,0 0-2-16,0 0 1 0,-4-3 0 0,4 3-5 15,0 0-9-15,0 0 0 0,-5-6-7 0,5 6 1 16,0 0-12-16,0 0-2 0,0 0-1 0,0 0 2 16,0 0-5-16,-12 0 1 0,12 0 0 0,0 0-6 15,-11 4 2-15,11-4 5 0,-11 0-14 0,4 2 2 16,7-2-1-16,-12 3 6 0,6-3-2 0,6 0-3 16,-12 4-4-16,7-2 3 0,5-2 4 0,-13 5-6 15,7-3 4-15,-3 1-1 0,3-3-4 0,-3 5-3 16,1-3 2-16,-1 1 4 0,4 0-7 0,-1-1 5 15,-1 0-1-15,7-2 7 0,-11 3-7 0,11-3 5 16,-8 2-4-16,8-2 1 0,-8 5 1 0,8-5-5 16,0 0 9-16,-7 0-8 0,7 0-5 0,0 0 8 15,0 0-3-15,0 0 6 0,0 0-5 0,0 0 4 16,0 0-2-16,-7 4 1 0,7-4 2 0,0 0 3 16,0 0 0-16,23 4 10 0,-11-3-5 0,6 1 1 15,3-2-8-15,6 0 4 0,3-2-4 0,0 0 3 16,0 2 2-16,-1-2 4 0,1-1-4 0,-1 2 6 15,0 0-4-15,1-1 5 0,-7 0 1 0,4-1 1 16,-6 3-1-16,-3-3-5 0,1 2 3 0,-2-1 5 16,-3 2-3-16,-1-1 2 0,0-1 2 0,-3 1-3 15,-2 0 8-15,-8 1-3 0,14-2 5 0,-14 2-1 16,7-1 2-16,-7 1 0 0,8-1-4 0,-8 1-5 16,0 0 2-16,0 0-2 0,9-2-7 0,-9 2 0 15,0 0 1-15,0 0-6 0,0 0-4 0,0 0-19 16,0 0-15-16,0 0-16 0,0 0-22 0,0 0-16 15,0 0-18-15,-27 6-19 0,16-1-108 0,-1 1-246 16,-3-1 110-16</inkml:trace>
  <inkml:trace contextRef="#ctx0" brushRef="#br0" timeOffset="-111249.6">21459 5464 79 0,'0'0'119'0,"0"0"1"0,0 0-3 0,0 0-13 0,0 0 7 16,0 0-11-16,0 0-13 0,-6-4 2 0,6 4-7 15,0 0-12-15,0 0 5 0,0 0-7 0,0 0-1 16,0 0-1-16,0 0-2 0,0 0-10 0,0 0-5 16,1-11-4-16,-1 11-5 0,0 0-2 0,12-5-7 15,-4 4-3-15,3-3-3 0,1 3 1 0,5-3-2 16,4 2-2-16,7-2-1 0,4 0-3 0,-1 0 4 16,3 1-5-16,4-3-1 0,-3 3 3 0,1-2-4 15,-3 0-4-15,0 3 3 0,-3-2-5 0,0 0 5 16,0 2 0-16,-11 0-5 0,-1 0-1 0,0 1 4 15,-7-1-5-15,-2 2 5 0,2-1-6 0,-11 1 4 16,12 0-6-16,-5-1 1 0,-7 1-2 16,11 0-2-16,-11 0 1 0,0 0 1 0,0 0 1 0,10 0 0 15,-10 0-2-15,0 0 2 0,0 0-2 0,0 0-1 16,9 0-5-16,-9 0-15 0,0 0-8 0,0 0-30 16,0 0-16-16,0 0-27 0,0 0-11 0,0 0-29 15,0 0-120-15,-18 18-282 0,18-18 126 0</inkml:trace>
  <inkml:trace contextRef="#ctx0" brushRef="#br0" timeOffset="-99354.8">26243 4203 42 0,'4'5'45'0,"-1"1"6"0,4 3-8 15,-2 0 0-15,3 1 6 0,1 3-2 16,5 0-3-16,1 1 2 0,-3 1 9 0,1 6-12 0,3-1-4 15,2 1-3-15,-2 1-3 0,1 1-2 0,0 0-6 16,-2 0-4-16,3 2 2 0,-7 2 4 0,5 2-2 16,-5-1 7-16,3 1-12 0,1 1-3 0,-4-3 0 15,1 1-1-15,-3 3 1 0,2-1 18 16,0 1-12-16,-2 2 2 0,5 0 1 0,-5 2 10 16,-1 0-5-16,1 9-3 0,1-10 1 0,-2 14 5 0,1-5-3 15,-4-6 8-15,4 9 5 0,-4 0-23 0,1 2 7 16,1-2 5-16,-1-1-4 0,4 1-1 0,-4 2 5 15,1 0 0-15,0-1-1 0,0 2-5 16,0-1 2-16,-1-2-5 0,3 2-3 0,-4-2 4 16,-1-9 5-16,1 9 3 0,1 2-2 0,1 0-1 0,-1 4-6 15,2-3 2-15,-2 2 1 0,-1 0-3 0,-1 0 1 16,0 0-3-16,2 1-1 0,-4-1 0 0,-2 3 3 16,2-2-1-16,-4 0-4 0,2-1 3 0,-2 0-11 15,2 1 9-15,-3-1-6 0,2 2 2 16,-5 2-2-16,2 4 1 0,2-2-2 0,-1 2 0 15,-1 0 0-15,0-1 1 0,-2-1 0 0,4-1-6 0,0-1 2 16,0-1 6-16,-3 1-5 0,1-1-2 16,2 1 1-16,-3-1 0 0,1 2 2 0,-1-2-2 0,0-2 1 15,-1 2 2-15,-1-2-6 0,-1 2 4 16,0-6-3-16,-1-2-1 0,-1-1 1 0,-2-10-2 16,-1 10 2-16,-3-2 1 0,2 1-1 0,1-12-6 0,-11 11 3 15,1 1 2-15,0-1-2 0,-4-1 2 0,-4 0 0 16,-1-1-2-16,-3-1-2 0,-1-2 2 15,-9-3-3-15,-5-2 3 0,-2 4 2 0,-1-2-3 0,-1-1 0 16,-27 10 2-16,-2-6-4 0,25-12 7 16,-34 8-7-16,4-5 2 0,0-1 1 0,-1-2-1 0,-4-3 3 15,1-2-2-15,-2-1 0 0,-5 1 0 0,-6-3 3 16,2-2-7-16,-4 3 3 0,-2-2-2 0,-6 1 4 16,3-2 0-16,-7-2-4 0,-1 5 0 15,-7-3-1-15,1 0 5 0,-1 1-5 0,-2-8 4 16,3 7-3-16,-3-6-1 0,-3 5-1 0,-2-7 0 15,3 4-3-15,2-2 2 0,-1-3 2 0,-3 2-1 0,0-1 0 16,0-1 1-16,-1 1-2 0,10 2 1 16,-4-6 0-16,2 3 3 0,2-1-1 0,-3-4-2 15,8 2 1-15,-2-1-4 0,0 2 1 0,3-1 4 16,9-2-1-16,0 2-2 0,-2-1 1 0,0 0-3 16,5-1 6-16,-1 0-6 0,2 0-2 0,2-4 7 0,2 0-2 15,4 4-3-15,7 0 1 0,-1-2 6 0,25-3-6 16,-31-3 4-16,6 6-2 0,27-6-1 0,3 3 0 15,-6-2 2-15,5 0 1 0,-2-3 1 16,5-1-3-16,1 0 0 0,4-3-2 0,2 1 5 16,2-2-1-16,11 3-2 0,3-3 1 0,2 1 2 15,-1-1-5-15,3 1 5 0,4-1-3 0,4-1 3 0,-2-4-3 16,6 4 0-16,-2-5-3 0,8 6 7 0,-3 2-2 16,5-3-2-16,-5 1 0 0,3 3 1 15,3-3 0-15,1 4-1 0,4-1-3 0,-2 1 1 16,0-1 1-16,0 1 2 0,1 0 7 0,0 1-2 15,0-1-9-15,1 3 7 0,6 6-5 0,-12-11-3 0,9 7 1 16,3 4 2-16,0 0-5 0,-20-11 1 0,11 7-1 16,9 4 3-16,-15-6 2 0,15 6-4 0,-19-4 5 15,5 4-3-15,4 0-4 0,10 0 4 16,-25 3-7-16,13-1-3 0,-2 1-1 0,1 1-3 16,-1 2-5-16,-3-1-4 0,1 4-10 0,1 2-12 15,0-1-28-15,2-1-23 0,1 3-29 0,3-4-19 16,1 3-19-16,3 0-122 0,-2 0-311 0,7-11 138 15</inkml:trace>
  <inkml:trace contextRef="#ctx0" brushRef="#br0" timeOffset="-96065.58">27545 5957 214 0,'0'0'223'0,"-2"-11"-1"0,2 11-4 15,0 0-13-15,-2-8-17 0,2 8-20 0,0 0-19 16,0 0-17-16,-2-7-15 0,2 7-13 0,0 0-16 16,0 0-5-16,0 0-13 0,0 0-5 0,0 0-7 15,0 0-3-15,2 28-1 0,-2-17-11 0,2 2-7 16,-2 3-1-16,1-1-5 0,0 0-3 0,0 2 1 16,2 0-2-16,-3-1-6 0,2-2-1 0,2 2-1 15,-4-4-2-15,4 0-3 0,-1-1 4 0,-3-1-3 16,4 2 1-16,-2-3-2 0,2 2 1 0,-1-4-5 15,-3 2-18-15,2 0-21 0,1-2-29 0,-3-7-35 16,2 10-42-16,1-6-47 0,-3-4-40 0,0 10-123 16,0-10-374-16,0 0 166 0</inkml:trace>
  <inkml:trace contextRef="#ctx0" brushRef="#br0" timeOffset="-95903.1">27512 5778 98 0,'0'0'98'0,"0"-8"-35"0,0 8-37 0,4-6-30 16,-4 6-44-16,12-1-50 0,-12 1 23 0</inkml:trace>
  <inkml:trace contextRef="#ctx0" brushRef="#br0" timeOffset="-95567.66">27916 5814 112 0,'5'-4'248'0,"-5"4"-3"0,0 0-8 16,0 0-8-16,7-2-7 0,-7 2-13 0,0 0-13 15,0 0-17-15,0 0-21 0,0 0-17 0,0 0-19 16,0 0-12-16,0 0-8 0,0 0-13 0,4 10-8 15,-4-10-5-15,-6 20-6 0,2-5-8 0,-2 3-5 16,-1 6-5-16,1 0-4 0,-1 0-5 0,1 3 0 16,0 0-6-16,2 1-1 0,0-2-2 0,2 1-4 15,0-3 0-15,2 2 4 0,-1-2-9 16,1-4 13-16,2 0-5 0,1-2-12 0,-3 0 1 0,2-1 0 16,1-1-4-16,1 1 1 0,-1-6-5 0,-1 3 1 15,2-2-1-15,-2-2-5 0,1 2-8 0,-1-3-6 16,0-1-9-16,2 1-12 0,-2-4-18 0,0 1-21 15,-2-6-20-15,1 9-24 0,-1-9-29 0,0 0-25 16,0 0-15-16,4 10-29 0,-4-10-34 0,0 0-144 16,0 0-417-16,0 0 185 0</inkml:trace>
  <inkml:trace contextRef="#ctx0" brushRef="#br0" timeOffset="-95417.45">27836 6169 137 0,'4'-9'151'0,"-4"9"-19"15,11-9-3-15,-4 5-4 0,3-2-8 0,3-3-10 16,0 5-9-16,4 0-11 0,2-1-11 0,9-1-5 16,-9 2-12-16,-1 4-30 0,2-4-34 0,1 1-49 15,-3 1-49-15,-7 1-90 0,1-2-209 0,-2 0 93 16</inkml:trace>
  <inkml:trace contextRef="#ctx0" brushRef="#br0" timeOffset="-94591.41">26919 5999 50 0,'-6'-8'186'0,"-3"3"5"0,2 1-13 0,-2-1-1 15,4 1-12-15,-5 1-9 0,0 2-16 0,1-1-15 16,0 2-10-16,9 0-15 0,-18 3-10 0,9 1-6 16,1 4-6-16,-2-1-11 0,4 3-2 0,-1 0-8 15,1 0-5-15,-2 5-6 0,4 1-2 0,-1 1-4 16,3-5-5-16,2 2-3 0,-2-2 1 0,4 4-6 15,2-3 0-15,1-2-5 0,-3-2-2 0,2 3 3 16,4-4-6-16,-2-1 1 0,1 1 0 0,-1-2 0 16,0-2-1-16,2-1-3 0,-3 2 0 0,-5-5-2 15,8 4 2-15,-5-2 4 0,-3-2 5 0,0 0 2 16,12 0-2-16,-12 0 3 0,8-1 6 0,-8 1 0 16,0 0-5-16,0 0-2 0,7-7 4 0,-7 7-3 15,0 0-2-15,0-9-6 0,0 9 3 0,0 0-7 16,0 0-2-16,0 0 1 0,-5-11-5 0,5 11-2 15,0 0-5-15,-10 0 2 0,10 0 2 0,0 0-5 16,-21 8 10-16,12 1-12 0,-3-2 1 0,2 2-1 16,-3 4 1-16,-2-2-1 0,5 2 1 0,-2 2 1 15,3-2-2-15,3 0 0 0,1-3-3 0,-1 2 5 0,2-5-1 16,2 4 0-16,2-2 1 0,-2-1-1 16,2-8 0-16,5 13-2 0,0-7 2 0,3 0 3 15,-1 0-3-15,2-3-8 0,5 1-20 0,3-4-19 16,2 0-33-16,1 0-38 0,-1-5-42 0,2 3-30 0,-2-2-31 15,-4-1-129-15,-1 0-379 0,-3-1 167 0</inkml:trace>
  <inkml:trace contextRef="#ctx0" brushRef="#br0" timeOffset="-94215.9">26996 6123 130 0,'-3'-7'189'0,"3"7"-19"0,0 0-18 0,0 0-8 15,0 0 9-15,0 0 0 0,0 0-14 0,14 16 3 16,-12-8-1-16,4 2-5 0,-3-1-15 0,3 4-11 0,4 1-8 16,-4-4-10-16,1 1-7 0,0 0-7 15,2 0-11-15,-2 3-4 0,2-4-3 0,-3 0-2 16,2-1-23-16,0 0-19 0,-1-2-21 0,-3-2-28 16,3 2-28-16,-2-1-26 0,-1-2-21 0,0-1-3 15,-4-3-15-15,7 6 7 0,-7-6 1 0,0 0-12 0,0 0 4 16,0 0 17-16,0 0 8 0,0 0 15 0,10-17 21 15,-13 11 9-15,3-6 12 0,-2 1 9 16,2 1 13-16,0 10 13 0,-3-25 19 0,1 10 23 16,-4-1 32-16,3 6 31 0,-1 2 6 0,-2 0 14 15,4 2 4-15,2 6-9 0,-6-7-9 0,6 7-3 0,-4-4-17 16,4 4-2-16,0 0 3 0,-13 10-9 0,6-2-5 16,-2 3-4-16,-2 6-8 0,0-2-4 15,1 0-2-15,1 0-7 0,1 0-7 0,2 1-29 16,2-5-23-16,0 2-30 0,-1-2-33 0,1 0-43 15,4 0-37-15,0-1-197 0,-2-2-383 0,2-8 170 16</inkml:trace>
  <inkml:trace contextRef="#ctx0" brushRef="#br0" timeOffset="-94063.33">27200 6192 153 0,'2'-5'268'0,"-2"5"-10"0,2-9-9 16,-2 9-17-16,2-6-29 0,-2 6-19 0,0 0-26 15,4-9-33-15,-4 9-39 0,0 0-27 0,0 0-33 16,0 0-59-16,0 0-66 0,0 0-70 0,0 24-115 16,0-15-306-16,0-9 135 0</inkml:trace>
  <inkml:trace contextRef="#ctx0" brushRef="#br0" timeOffset="-93885.63">26906 6576 189 0,'-9'4'323'0,"2"-2"-9"0,0-1-18 16,7-1-23-16,-8 3-16 0,8-3-25 0,0 0-23 15,0 0-25-15,0 0-32 0,0 0-25 0,0 0-31 16,44-6-39-16,-14-1-43 0,1-3-45 0,19-1-54 0,0-1-63 16,2-1-50-16,-1 0-180 0,-12 3-408 0,-3-1 182 15</inkml:trace>
  <inkml:trace contextRef="#ctx0" brushRef="#br0" timeOffset="-93757.9">27562 6460 43 0,'10'0'244'0,"-10"0"-11"15,0 0-14-15,0 0-13 0,0 0-25 0,0 0-16 16,0 0-30-16,8-4-40 0,-8 4-57 0,0 0-70 16,7-6-60-16,-7 6-148 0,9-6-259 0,-1-1 116 15</inkml:trace>
  <inkml:trace contextRef="#ctx0" brushRef="#br0" timeOffset="-92207.56">29140 5778 141 0,'0'-10'176'15,"0"10"-3"-15,0 0-11 0,-3-15-4 0,3 15-8 16,-1-7-9-16,1 7-10 0,0 0-14 0,0 0-4 16,0 0-11-16,-1-8-11 0,1 8-8 0,0 0-3 15,0 0-10-15,0 0-10 0,1-9-7 0,-1 9-1 16,0 0-13-16,0 0-2 0,0 0-1 0,0 0-2 15,0 0-6-15,0 0 0 0,0 0-6 0,0 0 1 16,0 0-6-16,0 0 1 0,0 0-1 0,0 0-2 16,0 0-1-16,0 0 4 0,0 0 1 0,0 0 9 15,0 0 3-15,0 0 6 0,0 0 0 0,0 0-4 16,0 0 0-16,-1-10-6 0,1 10 1 0,0 0 5 16,-3-9-2-16,3 9-5 0,-4-8 4 0,4 8-4 15,-2-9 8-15,2 9-6 0,0-7 4 0,0 7-2 16,0 0 0-16,-5-7-5 0,5 7-4 0,0 0-1 15,0 0-5-15,0-7-8 0,0 7-5 0,0 0 3 16,0 0-5-16,0 0 2 0,0 28-2 0,0-15 0 16,2 6 8-16,-2 6 3 0,0 1-1 0,0 1 0 15,-2 0 0-15,2-3-3 0,0 1 3 0,0-5 1 16,0 5 2-16,-3-6 6 0,3 0-6 0,3 1 0 16,-3-3 4-16,2 2-6 0,-2-2-2 0,2 1 10 15,-1-5-13-15,0-1-1 0,0-1-19 0,1-1-25 16,0 0-12-16,-2-2-30 0,0-8-33 0,3 13-39 15,-3-13-39-15,2 8-30 0,0-3-16 0,-2-5-124 16,0 0-391-16,0 0 174 0</inkml:trace>
  <inkml:trace contextRef="#ctx0" brushRef="#br0" timeOffset="-91637.42">29125 5957 110 0,'0'0'173'0,"2"-11"-23"16,1 5-7-16,-1 0-13 0,3-3-11 0,1 2-10 15,4-1 3-15,-1 0-14 0,0-1-15 0,6-2-7 16,-2-1-13-16,3 1 3 0,1-1-12 0,-2 2-7 16,1-3-4-16,-1 2-3 0,-2 0-4 0,-2 0-12 15,2-2 7-15,-4-1-3 0,-3 3 1 0,2-4-3 16,-3 1-3-16,0 3 11 0,0-1-5 0,-2 0 2 16,1 1 2-16,-2 2 6 0,2 1-3 0,-3 2-3 15,-1 6-6-15,4-9-8 0,-4 9 4 0,0 0-9 16,0 0 0-16,0 0 0 0,11 21 1 0,-8-5 2 15,0 1 2-15,0 7 0 0,-1-5-2 0,2 5 0 16,-2 2 4-16,0-1 0 0,0-6-4 0,-2-2 0 16,0 2 3-16,0-1-3 0,1 0-6 0,-1-8 1 15,0 2 1-15,2-3-2 0,-2 1 0 0,0-3 1 16,0 0-1-16,0-7 3 0,0 0-6 0,-2 12 2 16,2-12-1-16,0 0 1 0,0 7 4 0,0-7-2 15,0 0 3-15,0 0-7 0,0 0 0 0,0 0-6 16,0 0 3-16,20-11-5 0,-14 8 2 0,-6 3 0 15,12-5-5-15,-5 4 2 0,-7 1-4 0,17-3 0 16,-7 2 2-16,-2 1 2 0,3-2 0 0,-1 2-1 16,3 0 3-16,0 0 2 0,1 0-2 0,1 0 0 15,-2-3 0-15,2 2 3 0,-2 2-2 0,1-4 3 16,-1 0-5-16,2 1 4 0,-3-1 1 0,-2 0-1 16,2 0 1-16,-5-2 1 0,0 2-4 0,1-2 6 15,-2 0-5-15,0-2-3 0,-3 1-2 16,-2-1-4-16,-1 7 1 0,1-14-4 0,-1 4 3 0,0 10-1 15,-5-15-3-15,0 8 4 0,0 1-3 0,0 1 3 16,0 1-7-16,5 4 7 0,-12-3-4 0,2 3-2 16,0 5 4-16,0 0 2 0,-2 2-2 0,3 1 1 15,-2 6 2-15,1-1-3 0,1-3 2 0,3 2-11 16,0 3-15-16,2-3-26 0,4 0-43 0,0-1-33 16,3 0-42-16,2-3-148 0,-5-8-349 0,15 14 156 15</inkml:trace>
  <inkml:trace contextRef="#ctx0" brushRef="#br0" timeOffset="-91245.27">30206 5711 239 0,'-3'-5'235'15,"3"5"-17"-15,-5-10-19 0,-1 7-12 0,6 3-14 16,-17 3-11-16,4 2-13 0,-2 4-8 0,-3 3-5 15,-4 7-16-15,7-5-11 0,-5 4-7 0,7-4-8 16,1 1-11-16,2-1-9 0,1-1-10 0,3-2-1 16,2 5-4-16,1-6-9 0,2-1-6 0,1 1-5 15,1 0-3-15,2-3-14 0,-1-3-9 0,2 1-5 16,1-2-3-16,2 1 0 0,-1-1-1 0,2-1-1 16,-8-2 1-16,14 0 1 0,-6-2-2 0,-8 2 3 15,15-6-3-15,-10 3 0 0,4-3 0 0,-1-1-3 16,-2 0 2-16,0 0-1 0,1-3-1 0,-2 3 3 15,0-4-3-15,-1 6-1 0,0-5 2 0,-2 6 3 16,1-2 0-16,-3 6-1 0,4-11-3 0,-4 11-3 16,2-3-3-16,-2 3-2 0,0 0 0 0,0 0-1 15,0 0 6-15,0 0-1 0,0 0 0 0,10 17-1 16,-7-9 4-16,0 1-1 0,-2 2-1 0,1 0-17 16,1 0-19-16,0-1-36 0,0 1-44 0,1-4-39 15,1 1-33-15,2 2-180 0,-4 0-401 0,-3-10 177 16</inkml:trace>
  <inkml:trace contextRef="#ctx0" brushRef="#br0" timeOffset="-90713.68">30284 5854 50 0,'1'-11'225'0,"-1"11"-22"15,0 0-23-15,0-6-18 0,0 6-14 0,0 0-22 16,0 0-8-16,0 0-11 0,0 0-9 0,0 0-5 15,8 20-4-15,-7-11-10 0,0 0-10 0,0 1-4 16,2 0-2-16,-2-1-11 0,1-2-6 0,0 3-2 16,-2-4-6-16,0-6 1 0,2 11-3 0,-2-11-1 15,1 7-3-15,-1-7 3 0,1 6 8 16,-1-6 10-16,0 0 2 0,0 0-3 0,0 0-10 0,0 0 3 16,0 0-8-16,0 0-2 0,0 0-6 0,0 0-1 15,-5-30-2-15,6 21-4 0,1-3-6 0,0-3-2 16,3-2-4-16,3 0 0 0,1-1-5 0,4-5-2 15,-1 8 2-15,0 2-7 0,-1 1 3 0,5 3-10 16,-5 3 6-16,3 0 4 0,-4 3-8 16,1 3 5-16,-2 0 3 0,3 4-1 0,-3 1-2 0,2 3 1 15,-1-3 1-15,-2 2 3 0,2 0-6 0,-4 0 2 16,-1 3-1-16,-1-1 1 0,1-1-3 0,-1-3 4 16,1 2 3-16,-2-1-1 0,-3-6 4 0,2 11-5 15,-1-7 2-15,-1-4 4 0,4 5-4 0,-4-5 8 16,0 0-1-16,4 3 1 0,-4-3 1 0,0 0-5 15,0 0 1-15,0 0 4 0,0 0-8 0,0 0 0 16,1-23-4-16,3 13 6 0,0 0-5 0,2-2-1 16,2-1 1-16,0-2-2 0,-2 4-3 0,7-1 1 15,-4 4-3-15,-3-1 1 0,3 3 5 16,1 3 0-16,-3 2-8 0,2 1 2 0,-9 0 0 0,15 3 2 16,-6 4 1-16,-1 1-2 0,-1 0-1 0,0 1 5 15,-1 2 2-15,-1 1-3 0,1-1-7 0,-3 4-10 16,1-4-24-16,0 5-37 0,-2-1-47 0,1-4-40 15,-2-1-51-15,-1 1-136 0,2-2-383 0,-2-9 170 16</inkml:trace>
  <inkml:trace contextRef="#ctx0" brushRef="#br0" timeOffset="-90410.13">30872 5737 225 0,'0'0'208'0,"3"-9"-21"0,-3 9-22 0,0 0-19 15,0 0-15-15,0 0-13 0,0 0-1 16,0 0-11-16,0 0-11 0,-2 28-5 0,4-20-8 0,0 3-8 16,2-1-12-16,-1 0-2 0,4-1-6 0,1 0-2 15,0-3-8-15,1 3 1 0,3-4-6 0,1 0-2 16,-3-1-1-16,3-1-2 0,1-1 0 0,-1-4-7 16,-1 2 0-16,0-3-1 0,-3 1 13 15,-2-1 10-15,-2-1-3 0,3-2-6 0,-3-3-5 0,-2 1 2 16,-2-3-4-16,-2-1-1 0,1 2 18 0,-3-3 4 15,-3-2-11-15,1 3 0 0,-4-3-16 0,-1 1 5 16,2 5-5-16,0-1-10 0,-2 2-17 16,0 0-17-16,1 4-20 0,-2 0-26 0,0 2-25 15,0 0-41-15,11 2-52 0,-22 6-57 0,12-3-124 16,1 0-393-16,9-3 174 0</inkml:trace>
  <inkml:trace contextRef="#ctx0" brushRef="#br0" timeOffset="-90104.88">31077 5706 193 0,'8'0'199'0,"-8"0"-19"0,0 0-20 15,9 3 9-15,-9-3 5 0,5 9-7 0,-2-3-4 16,-2-1-9-16,2 4-10 0,-2 0-13 0,1 1-11 16,0 1-11-16,2-1-13 0,-2-1-9 0,3 1-8 15,-2-3-5-15,-1-1-5 0,1 0-13 0,-1-1-4 16,2 1-3-16,-4-6-1 0,7 7-7 0,-3-3 2 15,-4-4-4-15,8 0-2 0,-8 0-4 0,0 0-5 16,13-5-2-16,-8 0-3 0,0 0 10 0,0 0 10 16,-1-3-1-16,3 0-2 0,-5-2 1 0,2 1 21 15,0 1-2-15,0-1-2 0,0 0-9 0,-1 3-5 16,-1-1-6-16,-2 7-6 0,3-7-4 0,-3 7-15 16,4-6-9-16,-4 6-8 0,0 0-13 0,0 0-22 15,0 0-21-15,6 20-32 0,-6-20-45 0,-2 24-50 16,4-12-64-16,-2 5-207 0,-3-6-495 0,3-1 220 15</inkml:trace>
  <inkml:trace contextRef="#ctx0" brushRef="#br0" timeOffset="-89903.59">31332 5837 55 0,'6'-10'201'0,"2"-1"5"0,-1-3-4 0,0 4-1 15,4-3-3-15,-2 0-5 0,0 3-14 0,3-2-10 16,-6 4-5-16,1 0-12 0,-1 2-14 0,-1 2-14 15,1 1-14-15,-6 3-14 0,12-2-7 0,-12 2-10 16,13 4-11-16,-7-1-5 0,2 2-8 0,-2 4-5 16,-1-1-6-16,0 0-16 0,0 2-18 0,-1 0-30 15,0 0-36-15,-3-1-54 0,1 3-75 0,-2-3-233 16,0-9-451-16,-2 14 200 0</inkml:trace>
  <inkml:trace contextRef="#ctx0" brushRef="#br0" timeOffset="-89687.26">31635 5547 107 0,'5'-15'270'0,"-3"4"6"0,3 1 8 0,-2 1-8 16,-1 4-19-16,-2 5-32 0,3-8-27 0,-3 8-16 16,0 0-20-16,0 0-14 0,0 0 3 0,9 25 3 15,-5-6-9-15,-1 5-9 0,0 4-10 0,-3-1-21 16,3 2 4-16,-3-3-12 0,0 0-5 0,1 1-14 15,0-2-3-15,-1 0-7 0,2 1-33 0,-1-7-38 16,-1-1-54-16,0-1-46 0,-4-3-55 16,5-1-83-16,-2-1-292 0,0-1-576 0,-4-2 255 0</inkml:trace>
  <inkml:trace contextRef="#ctx0" brushRef="#br0" timeOffset="-89561.15">31660 5692 1 0</inkml:trace>
  <inkml:trace contextRef="#ctx0" brushRef="#br0" timeOffset="-89019.19">32212 5669 2472 0,'0'0'113'16,"0"8"-71"-16,0-8-33 0,0 9-7 0,0-9 7 16,-4 10 26-16,3-4 22 0,1-6 5 15,-2 11 7-15,0-4 0 0,1 0 2 0,1-7 2 16,-1 12-9-16,2-5-4 0,0 2-2 0,1-3-9 16,-1 3-18-16,3-1 11 0,-2-3-13 0,3 4 7 0,-1-2 8 15,1-4-5-15,2 1-15 0,0 3-18 0,-1-4-19 16,0 0-7-16,-1-1-9 0,-5-2-6 15,9 3-10-15,-9-3-6 0,0 0-5 0,0 0-7 0,9-6-4 16,-9 6 0-16,-1-14 2 0,1 14-1 16,-11-21 11-16,1 6 2 0,3 0 9 0,0-1 2 0,1 1 16 15,-2 1 17-15,2 4 3 0,3 0 10 16,-1 0 7-16,0 2 2 0,2 5-1 0,2 3-4 16,-4-8 0-16,4 8-3 0,0 0-2 0,6-8 0 0,2 7 0 15,4 2 3-15,7-2-1 0,1 1-8 16,11 0 10-16,0 0-1 0,-1-2-1 0,2 4-22 15,-2-4-5-15,-1 0 7 0,-1-2-1 0,-9 0 1 0,2 0 1 16,-6-2 2-16,3-1 5 0,-8 0-6 16,2 0 6-16,-5 0-4 0,1-1 8 0,-3-5-3 15,0 4 1-15,-1-2-1 0,-1 1 7 0,0-4 7 16,-4 4 3-16,1 1 6 0,0-2 10 0,1 3 2 16,-1 8 3-16,0-12 1 0,0 12-8 0,0-8-8 0,0 8-2 15,0 0 7-15,0 0-3 0,0 0 9 0,-11 20 1 16,5-3 10-16,-3 7 6 0,1 2 0 15,-3 2-8-15,2 1-1 0,-1 0 0 0,-1 3-1 16,5-3-1-16,-1 1 1 0,1-1-3 0,1 0-4 16,1-5-2-16,3 3 0 0,-3-7-1 0,4-2-22 15,1 0-20-15,0 0-29 0,1-1-28 0,-2-5-43 0,1 5-66 16,0-9-49-16,-1-8-236 0,0 0-507 16,-2 21 224-16</inkml:trace>
  <inkml:trace contextRef="#ctx0" brushRef="#br0" timeOffset="-88873.72">32454 5763 168 0,'9'-6'187'0,"1"0"-15"16,5-2-18-16,1 1-16 0,2 0-19 16,2 3-18-16,-1-1-34 0,2 4-52 0,-2-1-52 15,-19 2-144-15,0 0-196 0,0 0 87 0</inkml:trace>
  <inkml:trace contextRef="#ctx0" brushRef="#br0" timeOffset="-88295.52">28011 6876 120 0,'-12'0'227'0,"3"0"0"15,-1-3-10-15,10 3-6 0,-12 3-15 0,12-3-18 0,-6 1-13 16,6-1-17-16,0 0-16 0,0 0-11 15,0 0-8-15,0 0-9 0,29-5-17 0,-7 0-8 0,5 3-20 16,4-3-8-16,3 2-32 0,-2-3-26 16,0 3-29-16,-1 1-41 0,0 2-33 0,0-2-26 0,-4 0-30 15,-7-2-155-15,-1 3-347 0,-4-1 154 0</inkml:trace>
  <inkml:trace contextRef="#ctx0" brushRef="#br0" timeOffset="-87971.23">28393 6744 61 0,'0'0'183'0,"-1"-9"-1"0,1 9 11 0,-2-8 18 16,2 8-5-16,0 0-18 0,-2-8-18 0,2 8-20 15,0 0-18-15,0 0-17 0,0 0-10 0,0 0-5 16,0 0-12-16,7 22-2 0,-2-11-4 0,0 5-3 16,-2 2-5-16,3 1 0 0,2 5-2 0,-1 0-8 15,-1-5-6-15,-1 0-6 0,0 0-2 0,1 0-7 16,-1-4-1-16,-1-3-4 0,0-1-5 0,0 0-2 15,-1 0-2-15,4-3-1 0,-3 0-4 0,-1-2-1 16,1-3 2-16,-4-3 2 0,6 7 19 0,-6-7 13 16,1 6 15-16,-1-6-1 0,0 0-11 0,0 0-2 15,0 0-2-15,14-21-15 0,-6 7-2 0,-1-3-1 16,-2-1-5-16,6-4-3 0,-2-3-6 0,-2-3-12 16,5-1-15-16,-6 4-20 0,6-2-18 0,-1 2-18 15,-2 1-26-15,-3 7-18 0,1 0-29 0,0 5-33 16,0 2-37-16,-1 1-24 0,1 4-21 0,-2 2-175 15,2 1-454-15,-7 2 200 0</inkml:trace>
  <inkml:trace contextRef="#ctx0" brushRef="#br0" timeOffset="-87701.03">28769 6851 106 0,'0'0'170'0,"0"0"5"15,7 0 4-15,-7 0 0 0,0 0-14 0,12-6-6 16,-12 6-9-16,8-10-13 0,-3 4-8 0,1-1-9 15,-3-2-7-15,4-2-12 0,-4 2-11 0,-1-2-1 16,2 2 3-16,-6-1 0 0,2-1-4 0,0 1-8 16,-2 1-3-16,0 3-8 0,0-2 0 0,-2 2 2 15,4 6 2-15,-6-11-8 0,2 8-6 0,4 3-5 16,-8-3-7-16,8 3-8 0,0 0-2 0,-15 6-6 16,7 1 0-16,1 4-5 0,0 0 0 0,1 5-6 15,1-6 1-15,2 7-3 0,2-5-3 16,1 4-14-16,1 1-16 0,5-1-20 0,2-3-23 0,1 3-35 15,4-2-58-15,3-4-61 0,4 1-53 0,-4-4-141 16,11-1-439-16,-4-2 193 0</inkml:trace>
  <inkml:trace contextRef="#ctx0" brushRef="#br0" timeOffset="-87450.14">29351 6548 243 0,'-3'-12'291'0,"3"5"-21"0,0 7-10 16,-1-11-21-16,1 11-22 0,0-8-13 0,0 8-28 16,0 0-5-16,0 0-7 0,0 0-6 0,-3 37-11 15,2-14-4-15,0 3-8 0,1 1-11 0,0 4-5 16,-1-2-10-16,1 2-8 0,1-3-8 0,1 0-9 16,1 4-8-16,0-6 2 0,-1 3-12 0,1-3-9 15,2 1-2-15,-3 0-10 0,3-3-3 16,-3-4 1-16,0-2-24 0,-1 1-29 0,2-2-34 0,0-2-34 15,-3 2-31-15,0-6-38 0,-3 1-54 0,2 0-47 16,-2-3-57-16,3-9-160 0,-12 14-503 0,3-10 222 16</inkml:trace>
  <inkml:trace contextRef="#ctx0" brushRef="#br0" timeOffset="-86956.72">29203 6964 129 0,'5'-10'197'0,"2"-5"-22"0,4 1-4 0,0-2 0 15,6-4-6-15,1-1-8 0,3 3-7 0,1 3-13 16,0-1-11-16,0-1-16 0,-1 0-9 0,1 0-10 16,-5 5-3-16,4-3-15 0,-7 2-5 0,2 1-8 15,-2 0-3-15,-2 1 0 0,-3 1-12 0,-2 3 1 16,-1-2-3-16,2 2-2 0,-4 1 1 0,-3-5 0 16,3 5 4-16,-3 1 7 0,-1 5-1 0,1-10-6 15,-1 10-1-15,0 0-3 0,-6-9-5 0,6 9-8 16,-13 0 1-16,13 0-6 0,-18 12 5 0,9-3-4 15,1 2 0-15,-3 0-4 0,3 3-2 0,0 1-3 16,4 2 5-16,1-1-8 0,1-5-1 0,2 2 2 16,1 2-3-16,3-2 0 0,1-2 2 0,2-1-6 15,3 0 3-15,6-1-2 0,-1-2-11 0,5-2-7 16,-2 0-10-16,-1-4-5 0,11 2 0 0,-7-3-5 16,1-3-1-16,-1 3 0 0,1-4 3 0,-4 0 3 15,-1-3 0-15,-2-1 4 0,2 0 3 0,-5-1-3 16,2 4 5-16,-2-7 1 0,-2 0 6 0,0 1-5 15,-2-4 7-15,-3 4 1 0,-1 2 13 0,0-4 9 16,-1 4 0-16,-3-1-4 0,0-1 11 0,1 4 5 16,-1 7 3-16,0-13 5 0,0 13-8 0,-4-8-3 15,4 8-2-15,-5-4-3 0,5 4-2 0,0 0-2 16,-21 9-1-16,14 0 0 0,2-1-1 0,-6 6-1 16,5-3 1-16,1-1-6 0,-2 0 4 0,5 1 1 15,-1-2-1-15,1 4-2 0,6-3 0 0,-1 1-19 16,0-1-20-16,1-1-16 0,1 0-28 0,2-1-32 15,3-2-49-15,1-1-46 0,2-2-35 0,4 1-166 16,0-2-435-16,-4-2 192 0</inkml:trace>
  <inkml:trace contextRef="#ctx0" brushRef="#br0" timeOffset="-86567.52">30125 6691 33 0,'-2'-11'215'0,"-2"5"-2"16,4 6 2-16,-9-9-5 0,0 7-9 0,0 0-8 15,0 4-7-15,-4-2-9 0,1 2-9 0,-5 3-8 16,0 2-14-16,0 1-14 0,0-1-11 0,3 3-9 16,1 1-10-16,4-3-9 0,3 2-8 0,-1 0-12 15,1 0-7-15,3 0-5 0,3-1-5 0,2 2-7 16,1-3-5-16,3 0 2 0,2 1-6 0,1-2-5 16,8-1 3-16,-3-3-13 0,3-1-5 0,1-2-13 15,-5-1-2-15,4 0-7 0,2-4 5 0,-6 3-9 16,5-3 2-16,-5 0 1 0,1-5 1 0,-1 0 0 15,-3-4-4-15,-1-1 5 0,1 1-1 0,-5-3 0 16,0-2 4-16,-1 0-3 0,0 1 0 0,-1-9-3 16,0 2 6-16,-1-1-3 0,-1 0 1 0,0-1 2 15,-1 8 7-15,1 2 1 0,-1 1 6 0,0 1 2 16,0 5 7-16,0 3-1 0,2-1-7 0,-2 8-11 16,0-8-1-16,0 8 1 0,0 0-1 0,0 0-2 15,0 0 3-15,6 33-1 0,-3-14-1 0,-3 1-1 16,4 5 3-16,-3 0 3 0,0 1-2 0,1-1 2 15,-1-4-15-15,4 3-23 0,-1-4-27 0,-3-1-31 16,0-3-34-16,2 2-62 0,-2 0-57 0,0-6-222 16,1-1-500-16,-1-2 221 0</inkml:trace>
  <inkml:trace contextRef="#ctx0" brushRef="#br0" timeOffset="-86191.64">30373 6479 230 0,'2'-8'223'0,"-1"4"-22"16,-1 4-26-16,2-7-8 0,-2 7 6 0,0 0-2 15,7 21-5-15,-7-5-5 0,2 2-14 0,-2 8-9 16,0 0 0-16,0-7-18 0,0 6-12 0,1-4-10 16,-2-4-6-16,2 3-13 0,-1-3-8 0,-2-3 3 15,3-1-13-15,-1-3-6 0,0 2-3 0,0-6-9 16,0-6 4-16,0 10-5 0,0-10 0 0,0 8-4 15,0-8 5-15,0 0-11 0,0 0-4 0,0 0-1 0,0 0 0 16,0 0-9-16,0 0 0 0,0 0-3 16,0 0-10-16,1-24-3 0,5 12-4 0,0 5-4 15,2-3 0-15,1 3 1 0,-3-1-2 0,4 2 0 16,-1 2 1-16,1 1-7 0,-3 3 4 0,-7 0-2 16,13 1 3-16,-13-1-1 0,10 6 0 0,-8 1 4 15,4 1 5-15,-5 0-6 0,-4 2 6 0,1-1-2 16,-1 1 2-16,-2 0-2 0,-3 0 2 0,1 0-20 15,-2-3-21-15,-4 5-18 0,4-3-29 0,-1-2-35 16,2 2-44-16,1-5-36 0,1 1-39 0,6-5-137 16,-7 7-410-16,7-7 181 0</inkml:trace>
  <inkml:trace contextRef="#ctx0" brushRef="#br0" timeOffset="-85854.26">30677 6583 121 0,'0'-6'236'0,"0"6"-11"0,0 0-15 16,0 0-13-16,-6-10-6 0,6 10-15 0,0 0-7 16,-22 13-5-16,13-6-16 0,-2 5-9 0,-2-1-12 15,4-1 0-15,3 2-16 0,-3-3-11 0,2 2-11 16,2-2-9-16,3 0-7 0,-2 0-6 0,1-2-8 16,5 3-6-16,-2-10-13 0,1 10-8 0,0-5-14 15,-1-5-8-15,3 10-8 0,1-8 4 0,-4-2-9 16,7 2 0-16,-7-2-4 0,0 0 6 0,18-7-3 15,-13 3 1-15,2-2-1 0,-2 0 0 0,1 0-1 16,-1-1 3-16,2-1-1 0,-2 3 4 0,-1-1-6 16,-4 6 5-16,5-7 0 0,-5 7-5 0,5-6-3 15,-5 6 1-15,5-3-3 0,-5 3 2 0,0 0 0 16,0 0 4-16,13 9 4 0,-9-3-2 0,-1-1 2 16,1 2-1-16,0-2 5 0,0 4 5 0,2 0-5 15,-1 1-10-15,1-4-30 0,0 2-37 0,-1-1-59 16,1-3-46-16,1-1-48 0,-1-1-148 0,2 1-404 15,-8-3 179-15</inkml:trace>
  <inkml:trace contextRef="#ctx0" brushRef="#br0" timeOffset="-85454.31">30901 6561 205 0,'0'0'197'15,"-6"-6"-7"-15,6 6-15 0,-11-1-5 0,11 1-14 0,-12 5-5 16,3 3 7-16,0-1-9 0,0 3-9 15,-1 1-4-15,2 2-12 0,-1 2-9 0,3 0-5 16,1-3-3-16,2 1-14 0,2-2-8 0,2 4-7 16,2-2-7-16,2 3-7 0,2-6-4 0,2-1-18 15,0-2-17-15,8-1-25 0,-1-2-28 0,-2-1-20 16,4-3-23-16,-2 2-27 0,0-4-12 0,0 2-14 16,-3-3 3-16,3-3 6 0,-1 0 2 0,-3-1 9 15,-1-1 9-15,-2-1 13 0,1-5 11 0,-2 5 12 16,-1-6 9-16,0-2 10 0,-2 1 3 0,0-3 21 15,1-1 7-15,-3 1 18 0,3-5 13 0,-3-1 14 16,2-1 2-16,-2 5 12 0,-2 7 20 0,2-5 11 16,-2 8 11-16,0 0 18 0,-1 2 7 0,2 1-8 15,-2 8-12-15,1-8-13 0,-1 8-8 0,0 0-1 16,0 0 11-16,0 0 10 0,0 0 10 0,-3 41 0 16,-2-16 0-16,4 0-6 0,-4 0-1 0,2-1-10 15,0 2-11-15,0-8 2 0,2 2-11 0,1 5-3 16,-2-6-5-16,1-1-25 0,1-2-38 0,0 2-41 15,3-3-40-15,-5-2-43 0,2-3-59 0,-1-4-74 16,0 4-234-16,1-10-534 0,0 0 237 0</inkml:trace>
  <inkml:trace contextRef="#ctx0" brushRef="#br0" timeOffset="-85246.85">31203 6499 111 0,'0'0'229'0,"2"-9"-20"0,-2 9-12 16,0 0-6-16,0 0-1 0,0 0-4 0,0 0 4 16,0 0-10-16,-18 28-16 0,9-15-9 0,3-2-14 15,0 0-12-15,0 3-8 0,1-2-23 0,0-2-9 16,3 3-6-16,-1-1-4 0,2-1-25 0,0 0-32 16,2-1-39-16,0 0-50 0,3-1-58 0,1-4-67 15,-1 2-212-15,-4-7-435 0,17 8 192 0</inkml:trace>
  <inkml:trace contextRef="#ctx0" brushRef="#br0" timeOffset="-84777.65">31438 6682 200 0,'10'-4'233'0,"0"-2"7"0,0-1 10 0,1 2-5 0,-2-1-8 16,2-1-7-16,-3 2-8 0,2-3-14 0,1-1-19 15,-3-1-11-15,0 1 0 0,1-1-29 0,-2 1-2 16,1-1-19-16,-1-4-5 0,-1 2-17 0,2-3-8 15,-6 3-7-15,1-3-13 0,-2 3-8 0,2 1-4 16,-2-6-9-16,0 7-5 0,-1 3-2 0,0 7-11 16,0-12-7-16,0 12 3 0,0-8-13 0,0 8 1 15,0 0-11-15,0 0 0 0,0 0-3 0,0 0 0 16,-8 32 3-16,5-17 0 0,-1-1-6 0,0 2 1 16,3 0-2-16,0-3 4 0,-1 0-4 0,4-1 1 15,0-1-5-15,2 1 4 0,1-2 0 0,0-1 4 16,1-1-9-16,2-1-1 0,3-2-4 0,1 2-3 15,-2-4-7-15,4-1 4 0,-2-2-5 0,1 0 1 16,-2-2-1-16,1-1 5 0,-1-2-4 0,-2 1 5 16,-1-2-1-16,1-3 2 0,-2 1-2 0,1-3 7 15,-1 2 4-15,-1-4-11 0,0-1-4 0,-2-1 47 16,1-2-7-16,-2 6 3 0,1-4-9 0,-3 3 1 16,1 2-6-16,0-2 0 0,-1 5 3 0,3 0 2 15,-4 7-4-15,1-7-10 0,-1 7 2 0,0 0 1 16,0 0-7-16,0 0 2 0,0 0-2 0,0 0 16 15,-5 24-7-15,2-12 4 0,2 4 2 0,-3 1 0 16,0-1-7-16,1 1 5 0,0 1-4 16,-1-1 4-16,2 2 3 0,-5-2-4 0,4-1-25 15,0-3-40-15,0 0-36 0,3 4-43 0,-4-7-48 0,-1 1-71 16,3 0-83-16,-2-5-209 0,-2 2-587 0,6-8 260 16</inkml:trace>
  <inkml:trace contextRef="#ctx0" brushRef="#br0" timeOffset="-84594.11">31535 6306 63 0,'-3'-6'264'0,"-1"-2"-28"15,4 8-34-15,-2-8-37 0,2 8-44 0,-3-7-56 16,3 7-60-16,0 0-71 0,0 0-111 0,21 0-190 15,-10 1 85-15</inkml:trace>
  <inkml:trace contextRef="#ctx0" brushRef="#br0" timeOffset="-82767.29">32084 6645 118 0,'-13'-3'197'0,"6"2"2"0,7 1-7 0,-12-2 2 16,12 2-12-16,-10 0-9 0,10 0-15 16,0 0-10-16,0 0-13 0,-9-1-13 0,9 1-6 15,0 0-13-15,0 0-9 0,0 0-9 0,0 0-9 0,0 0-9 16,0 0-7-16,0 0-3 0,26-4-5 0,-16 2-7 15,2-1-2-15,-2 2-7 0,0 0-2 16,2-1-3-16,-5 2-3 0,-7 0-3 0,16 0 2 16,-8 0-7-16,-8 0 1 0,15-1 4 0,-5 1-18 15,-3 0-13-15,-7 0-16 0,12 0-21 0,-4 0-21 0,-8 0-26 16,14 0-38-16,-4 1-34 0,-2-1-45 0,0 0-151 16,-8 0-389-16,12-1 172 0</inkml:trace>
  <inkml:trace contextRef="#ctx0" brushRef="#br0" timeOffset="-82382.16">32395 6400 202 0,'0'0'225'0,"4"-4"-8"0,-4 4-12 0,4-5-14 16,-4 5-18-16,0 0-18 0,10 0-12 0,-10 0-11 15,0 0-13-15,13 8-15 0,-7 2-5 0,-1-1-3 0,-1 0 2 16,1 1-13-16,-1 2-7 0,-3-1-8 16,0 5 0-16,-1-4-8 0,-1 0 3 0,-4 3 3 15,-1 4-9-15,-1-3 0 0,0-2-5 0,-6 1-9 16,5-7 2-16,-5 7-5 0,1-6-5 0,3 2-1 16,-4-1-3-16,3-1-5 0,0-3-1 0,1 1-3 15,-2-4 2-15,5 1-2 0,6-4-7 0,-10 8 3 16,10-8-3-16,-7 3 2 0,7-3 1 0,0 0-3 15,0 0-6-15,-8 5 2 0,8-5-3 0,0 0-2 16,0 0 1-16,0 0-1 0,0 0 1 0,33-7-1 16,-19 4-8-16,2-1-8 0,2 0-6 0,1-1-14 15,-1 1-17-15,3 1-17 0,-1-1-23 0,-1-1-25 16,0 1-21-16,1-2-30 0,0 3-24 0,2-3-19 16,-3 1 6-16,0 0-3 0,-1-1-125 0,-1 0-352 15,-17 6 156-15</inkml:trace>
  <inkml:trace contextRef="#ctx0" brushRef="#br0" timeOffset="-82075.11">32694 6567 774 0,'0'0'-47'0,"0"0"31"15,35-25 29-15,-35 25 14 0,0 0 29 0,0 0 22 16,0 0 9-16,18-21 15 0,-18 21-1 0,0 0 8 16,0 0-2-16,0 0-11 0,0 0-4 0,0 0-11 15,0 0-7-15,0 0-2 0,0 0 2 0,0 0 3 16,0 0 1-16,0 0 1 0,0 0-3 0,-15 30-4 16,15-30-6-16,0 0-4 0,-9 29-3 15,6-20 4-15,3-9-6 0,0 0-5 0,0 0-3 16,0 0-3-16,0 0-7 0,0 0 2 0,14 54-6 0,-14-54-5 15,0 0-1-15,23 20 0 0,-23-20-3 0,0 0-1 16,32 7-2-16,-32-7-6 0,0 0 3 0,0 0 1 16,41 0-5-16,-41 0 3 0,0 0-1 15,0 0 0-15,0 0 0 0,47-23-2 0,-47 23-1 16,0 0 1-16,15-27 1 0,-15 27-3 0,8-27 0 16,-8 27 3-16,0 0-3 0,5-45-1 0,-5 45-1 15,0 0-5-15,-19-44 2 0,19 44-4 0,-15-22-1 0,15 22-1 16,0 0-8-16,-25-23-15 0,25 23-15 0,0 0-20 15,-37-10-22-15,37 10-29 0,-29 7-45 16,17-3-61-16,-2 5-231 0,-2 1-479 0,4 0 212 16</inkml:trace>
  <inkml:trace contextRef="#ctx0" brushRef="#br0" timeOffset="-81912.58">32956 6731 243 0,'0'0'315'16,"0"0"-18"-16,0 0-8 0,0 0-37 0,0 0-24 16,0 0-28-16,0 0-42 0,0 0-56 0,0 0-65 15,0 0-87-15,0 0-101 0,0 0-169 0,0 0-347 16,0 0 153-16</inkml:trace>
  <inkml:trace contextRef="#ctx0" brushRef="#br0" timeOffset="-79946.16">27144 7981 205 0,'-5'-7'203'0,"1"4"-13"0,0-4 3 0,-1-1-11 16,-1 0-4-16,2 2-3 0,0 0-9 0,4 6-9 15,-7-11-8-15,5 7-9 0,2 4-1 0,-8-7-14 16,8 7-7-16,-2-6-9 0,2 6-4 0,0 0-18 15,-3-8-11-15,3 8-10 0,0 0-12 0,0 0-8 16,0 0-5-16,0 0-5 0,0 0 0 0,0 0-5 0,-2 27 2 16,-1-16-10-16,8 3 1 0,-5 2-1 0,0 2-3 15,3-2 6-15,-3 2-9 0,0 0-4 0,2 0-1 16,-2-3-1-16,4 1 4 0,-4-4-4 0,2 2 0 16,1-3 1-16,-2 1-1 0,2-1 0 0,-1 0-1 15,0-1-4-15,-2 0 6 0,4-1-4 0,-1-1 0 16,0-2-11-16,-3 0-15 0,0-6-11 15,4 11-10-15,-4-11-23 0,4 8-14 0,-4-8-20 0,0 0-33 16,0 6-40-16,0-6-42 0,0 0-205 0,0 0-449 16,0 0 198-16</inkml:trace>
  <inkml:trace contextRef="#ctx0" brushRef="#br0" timeOffset="-79730.52">27110 7948 148 0,'0'-10'191'16,"0"10"-24"-16,0 0-11 0,4-5-6 0,-4 5-5 16,10-1-7-16,-10 1-9 0,17 1-3 0,-3 1-17 15,2 0-1-15,4 2-10 0,3-2-11 0,4 4-9 16,-1-1-9-16,1-1-4 0,-6 1-7 0,2-1-7 16,0 0-16-16,-2 2-31 0,0-2-24 0,-2 1-28 15,-3 1-28-15,3-3-31 0,-6 2-17 0,-2-3-28 16,2 2-113-16,-4-1-285 0,-3-2 126 0</inkml:trace>
  <inkml:trace contextRef="#ctx0" brushRef="#br0" timeOffset="-79511.78">27535 7877 140 0,'-4'-10'187'0,"3"1"14"16,-3 3 4-16,4 6 0 0,-4-11-4 0,3 5-6 15,1 6-20-15,-2-10-12 0,2 10-25 0,0 0-12 0,0 0-21 16,0 0-5-16,0 0 0 0,0 0 19 0,-7 29-3 15,5-12-3-15,0-1-11 0,-1 3 0 16,1 2-9-16,2-1-14 0,-4 4-7 0,4-2-8 16,-2-1-5-16,2 6-2 0,0-11-10 0,-1 1-3 15,1-1-1-15,0 1-29 0,0-2-29 0,1-2-21 0,1-1-32 16,-2 0-50-16,0 0-59 0,0-2-54 0,4-1-223 16,-4-3-491-16,0-6 218 0</inkml:trace>
  <inkml:trace contextRef="#ctx0" brushRef="#br0" timeOffset="-79340.63">27674 8044 1846 0,'7'-9'63'0,"-1"-1"-7"16,-1 4-43-16,-1-2-1 0,0 5-4 0,2-3-7 0,-2 0 16 16,2 3 8-16,1 0 4 0,2-3-3 0,2 2-6 15,-2 1 0-15,4 0 0 0,-3 2-13 0,3 1-31 16,-1-2-37-16,-1 2-28 0,2 0-44 0,-3 2-32 15,-1 2-118-15,-3-2-304 0,-1 0 135 16</inkml:trace>
  <inkml:trace contextRef="#ctx0" brushRef="#br0" timeOffset="-79173.36">27775 8082 121 0,'0'0'186'0,"-4"5"4"0,4-5-6 0,0 0-7 0,0 0-16 16,0 0-18-16,-5 4-13 0,5-4-10 0,0 0-16 15,0 0-5-15,0 0-9 0,0 0-8 0,13 6-8 16,-13-6-4-16,9 2-19 0,-9-2-41 0,19 1-48 16,-7-4-60-16,0 3-63 0,-1-1-122 0,1-2-306 15,2-1 135-15</inkml:trace>
  <inkml:trace contextRef="#ctx0" brushRef="#br0" timeOffset="-78887.05">28229 7971 178 0,'-9'-3'284'0,"9"3"-6"0,0 0-5 0,-9-3-13 16,9 3-14-16,0 0-20 0,0 0-9 0,0 0-30 16,-7-4-19-16,7 4-14 0,0 0-20 0,0 0-13 15,0 0-11-15,0 0-6 0,0 0-9 0,26-3-11 16,-14 2-10-16,-1 1 2 0,8-2-8 0,-6 1-9 15,5-2-2-15,2 1-4 0,-7 2-5 0,1-1-5 16,-4 0-5-16,0 1-3 0,-2-1-1 0,4 0-1 16,-12 1-3-16,11-2-7 0,-11 2 1 0,10-1-8 15,-10 1-14-15,8-3-23 0,-8 3-20 16,8-1-25-16,-8 1-33 0,8-1-44 0,-8 1-44 0,10-1-50 16,-10 1-43-16,11-1-180 0,-4-1-498 0,-7 2 221 15</inkml:trace>
  <inkml:trace contextRef="#ctx0" brushRef="#br0" timeOffset="-78501.79">28756 7764 64 0,'0'0'243'15,"1"-10"-9"-15,-1 10-10 0,2-9-13 0,3 4-14 16,-5 5-14-16,11-8-16 0,-5 5-14 0,5 1-16 15,-2 0-11-15,3 4-9 0,-1-1-9 0,0 2-8 16,1 3-13-16,1 4-6 0,-5-1-2 0,4 3-1 16,-3 1-10-16,-1-2-5 0,-3 0-2 0,3 4 1 15,-6-1-6-15,-2 1 1 0,-2 2-3 0,-2-2 5 16,-5 1-2-16,1 0-1 0,1-3-7 0,-6 0-1 16,-1 0 2-16,-1-2-2 0,-1-1 4 0,0 0-13 15,3-1 3-15,1-4-5 0,1 2-3 0,3-3 3 0,-1 0-1 16,4 0-2-16,-1-3-1 0,6-1-4 0,-8 5 2 15,8-5 0-15,0 0-3 0,-6 4-2 0,6-4-4 16,0 0-3-16,-7 1 5 0,7-1-8 16,0 0-9-16,0 0 6 0,0 0-4 0,0 0 4 0,36-6-7 15,-22 1 6-15,4 2-4 0,-1-2-17 0,4 1-21 16,10-2-22-16,-11 3-31 0,0 0-30 0,1-1-38 16,1-2-45-16,6-3-41 0,-1 3-40 15,-8 2-202-15,0 0-516 0,4-1 228 0</inkml:trace>
  <inkml:trace contextRef="#ctx0" brushRef="#br0" timeOffset="-78167.78">29310 7833 177 0,'0'0'220'0,"1"-8"5"16,-1 8-4-16,0 0-11 0,0 0-13 0,0 0-14 16,0 0-11-16,-16-1-12 0,16 1-3 0,-15 13-8 15,7-4-7-15,-1-1-7 0,0 2-14 0,-2 2-4 16,4-2-10-16,2-3-11 0,0 5-6 0,-2-3-12 15,3-1-3-15,2-1-12 0,2 2-4 0,0 1-1 16,1-3-4-16,4 1-4 0,2-1 1 0,0-3 1 16,6 2 3-16,2 0-2 0,3-3 1 0,0-1 8 15,0-1-13-15,0 0-2 0,1-3-6 0,1-2-1 16,-3 3 0-16,1-5 2 0,-5 3 2 0,0-3 5 16,-2 2 0-16,-1-3-8 0,3-1 13 0,-6-2-1 15,-2 1-10-15,1-2-7 0,-1 0-3 16,-2-1 1-16,-5 0-2 0,1-1-1 0,0 3-7 15,-3-3-1-15,-2 3-10 0,-2 0 3 0,0 2-8 0,-3 1 4 16,1 1-11-16,-2-1-3 0,-6 4-25 0,-1 2-25 16,6 1-30-16,-7 4-37 0,-1-2-44 0,1 3-55 15,6-2-87-15,-4 3-284 0,8-1-637 0,-2-1 282 16</inkml:trace>
  <inkml:trace contextRef="#ctx0" brushRef="#br0" timeOffset="-75872.58">29807 7895 49 0,'0'0'214'0,"-9"-2"-2"0,9 2-4 0,0 0-18 16,0 0-10-16,0 0-19 0,0 0-15 0,-13-1-17 16,13 1-8-16,0 0-20 0,0 0-5 0,0 0-9 15,0 0-13-15,0 0-3 0,23-6-4 0,-11 4 3 16,-1-2-3-16,2 3-12 0,-1-1-26 0,2 2-27 16,-3-3-41-16,2 3-41 0,0-1-49 0,-2-1-41 15,1 2-149-15,-6 0-345 0,-6 0 153 0</inkml:trace>
  <inkml:trace contextRef="#ctx0" brushRef="#br0" timeOffset="-75710.39">29861 7971 120 0,'0'0'168'0,"0"0"-10"0,0 0-13 15,0 0-11-15,0 0-16 0,0 0-7 0,0 0-12 16,9 7-12-16,-9-7-7 0,13 1-28 0,-3 0-41 15,1-2-50-15,3 0-59 0,0 0-93 0,2-3-208 16,0 1 93-16</inkml:trace>
  <inkml:trace contextRef="#ctx0" brushRef="#br0" timeOffset="-75313.69">30229 7733 274 0,'0'-9'254'16,"0"9"-7"-16,5-11-12 0,-5 11-4 0,9-6-15 15,-4 5-19-15,1-2-15 0,-6 3-16 0,20 0-14 16,-10 0-15-16,2 3-18 0,0 0-11 0,1 4-8 16,-2 1-11-16,0-3-11 0,1 7-6 0,-4-2-9 15,0 4-4-15,-3 1 0 0,-1 1-10 0,-4-1-2 16,-3-1-3-16,-2 3-6 0,-1-2-2 0,-2 2-3 15,-5-1-3-15,2-3 3 0,-2 1-5 0,-4 0-7 16,4-2 2-16,-3-1-4 0,2-2 0 0,0-1 2 16,5-1-4-16,1-1-2 0,-2 0 2 0,5-3-2 15,0-1 2-15,5-2 3 0,-11 7 6 0,11-7 0 16,-6 1-4-16,6-1-4 0,0 0-2 0,0 0-4 16,0 0 1-16,0 0 1 0,0 0-3 0,0 0-5 15,0 0 2-15,21-14 4 0,-14 11-6 0,5 3-1 16,-1-4-2-16,4 2 0 0,2-1 3 0,1 0-9 15,0 2-13-15,2-2-22 0,-2 1-21 0,3 1-31 0,-4 1-31 16,4-2-48-16,6 0-52 0,-8 0-37 16,-2 2-211-16,-3-3-508 0,2 1 225 0</inkml:trace>
  <inkml:trace contextRef="#ctx0" brushRef="#br0" timeOffset="-74959.23">30686 7821 235 0,'-3'-9'257'16,"3"9"-8"-16,-6-6-9 0,6 6-15 0,-6-3-16 0,6 3-18 16,0 0-16-16,-13 0-14 0,13 0-8 15,-14 9 4-15,8 0-12 0,-1-2-3 0,0 3-8 16,0-1-11-16,1 2-16 0,2 0-7 0,-1-2-13 16,2 0-8-16,3 0-7 0,-1 1-10 0,2-1 0 0,2 0-12 15,-1 0 1-15,4-1-3 0,0-1-4 0,-1-3-11 16,7 1-1-16,-3 1 1 0,2-2 8 0,4-4-16 15,-2 1 0-15,8 1 1 0,-2-4-1 16,-6 1-3-16,0-2-6 0,0-1-1 0,-2-1 0 16,-1 0 4-16,0 1-7 0,-1-3 5 0,-1 0-8 0,-1 0-1 15,-2-1 1-15,-1-3-2 0,-2 2-5 0,-2-1 4 16,0 0 3-16,-4-2-2 0,0 1-4 0,0 2 1 16,-5-3-1-16,4 4-6 0,-3 1 0 15,-1-1 12-15,1 0-28 0,-3 3-13 0,-3 1-14 0,4 1-17 16,-4 0-17-16,0 3-21 0,1 0-33 0,-1 1-45 15,1 1-57-15,3 3-43 0,-3-1-191 0,4-1-508 16,9-3 225-16</inkml:trace>
  <inkml:trace contextRef="#ctx0" brushRef="#br0" timeOffset="-74659.31">30969 7645 99 0,'2'-10'296'0,"1"6"9"16,-3 4-9-16,4-9-10 0,-4 9 0 0,2-6-20 15,-2 6-7-15,2-6-34 0,-2 6-26 0,0 0-14 16,0 0-21-16,0 0-19 0,0 0-10 0,0 0 7 16,7 23 6-16,-7-9-3 0,0 3-8 0,3 2-3 15,-3 1-9-15,2-1-13 0,0-1-4 0,-2 1-6 16,0 1-14-16,0 0-9 0,-2-1-4 0,2-2-7 15,0 0-4-15,0 0-8 0,0-2-6 0,0-3-7 16,0 0 0-16,0-1-29 0,0-1-36 0,0 0-46 16,0-1-42-16,-1-2-53 0,1-7-26 0,0 12-25 15,0-12-42-15,3 10-40 0,-3-10-27 0,3 5-217 16,-3-5-585-16,5 4 259 0</inkml:trace>
  <inkml:trace contextRef="#ctx0" brushRef="#br0" timeOffset="-73693.11">31141 7806 158 0,'3'-7'216'0,"-3"7"-2"0,1-11 1 16,-1 11-5-16,0 0-11 0,2-7-19 0,-2 7-18 15,0 0-16-15,0 0-2 0,0 0 1 0,0 0 1 16,0 0-6-16,-7 31-8 0,4-20-15 0,1-2-6 16,-1 4-10-16,2-2-9 0,0 0-10 0,1 0-6 15,0 1-8-15,0-3-7 0,1 1-2 16,-1-1-5-16,4 0-5 0,0 0-3 0,0-3-5 0,0 0-6 15,2-3-1-15,-1 1-5 0,3-1-1 16,-2 0-3-16,2-1-7 0,3-2 3 0,-11 0-9 0,13-2 2 16,-7-1-14-16,-6 3-4 0,13-4 3 0,-8-1-5 15,0-2-4-15,-1 1-7 0,-1-1-2 0,-2-3 4 16,-1 2-5-16,0 8 0 0,-2-19-1 0,-1 7 0 16,-2 3-1-16,0-5 0 0,-2 4 2 0,2-1 5 15,-2 0-1-15,0 7 4 0,3-3 1 0,-1 1-4 16,0 1 4-16,5 5 3 0,-8-7-4 0,8 7 2 15,-3-4 0-15,3 4-1 0,0 0 1 0,0 0 4 16,0 0-1-16,0 0 0 0,0 0 0 16,19-8 6-16,-9 7-2 0,5-1-2 0,1 1 0 0,5 0 6 15,0-1-3-15,-1 0 1 0,2 0 2 16,6-2-2-16,-12 0-4 0,3 2 5 0,-2-1-3 0,0 1 3 16,0-2 0-16,-5 3-1 0,-1-2 2 0,3-1 13 15,-3 2-3-15,1-1 5 0,-5 0 2 0,0 2 6 16,-1-3 0-16,-6 4 9 0,10-4 3 0,-10 4 4 15,8-4-1-15,-4 1 1 0,-4 3 0 0,6-6 0 16,-6 6 7-16,0 0-8 0,6-5-7 0,-6 5-1 16,0 0-3-16,0 0-5 0,0 0-4 0,0 0 1 15,0 0-3-15,0 0-8 0,0 0 6 0,0 0-5 16,-29 14 2-16,20-10-4 0,-1 2-1 0,0 3 3 16,2 0 0-16,2-2-2 0,-1 3-10 0,2-2 5 15,-1 0 4-15,4-1-3 0,-1-1-1 0,3-6-3 16,1 13 0-16,2-7-5 0,-3-6 1 0,9 9-4 15,-2-4-9-15,2-4 0 0,3 4-8 0,1-2-1 0,-1-2 8 16,1 2-6-16,-1-3 4 0,0-2-3 16,0 2 4-16,-3-1 2 0,0 0 3 0,-2-2 1 15,4 1 4-15,-2-2 0 0,-2 0 0 0,-3 0 1 16,3-1 4-16,-4 0 0 0,3 1 9 0,-3-3-6 0,-3 7 1 16,5-10 3-16,-2 4 6 0,-3 6 0 15,2-10 4-15,0 4 8 0,-2 6-1 0,1-8 4 16,-1 8-3-16,0 0 2 0,0 0-5 0,0-9-8 15,0 9-2-15,0 0-2 0,0 0 4 0,0 0 1 0,0 0-1 16,-5 29 11-16,2-13 4 0,2 3 3 0,-3 4 10 16,2 5-3-16,-1 3 4 0,2 4 0 15,1-2 7-15,3 2-12 0,-2 0 15 0,1 1-5 16,6 9-5-16,-4-10-6 0,0-2 6 0,2-1-2 0,-2 0-3 16,2 0-9-16,-3-1 3 0,2-3-9 0,-4-1 7 15,3-3-1-15,-5-3-5 0,3-3-1 0,0 1 10 16,-2-2-9-16,-2-6 0 0,1 0-7 0,-2 0 5 15,0-2 2-15,-4-1 8 0,2-4-12 0,-4 1 4 16,0-1-10-16,-3-2 17 0,-7-2-12 0,6-1 1 16,-7-2-14-16,0-1 3 0,-7-7-15 0,2 0-4 15,3-5-6-15,-4 0 0 0,8 3-5 16,0-10-3-16,6 7 1 0,1-10-8 0,5 0-13 0,7-5 9 16,3 1-4-16,5-1 1 0,6 2-3 0,2-4-5 15,12-7-1-15,2 2 3 0,-5 10-6 0,7-5-6 16,-5 9 2-16,1 1-23 0,1 0-7 0,-1 5-11 15,1-1-26-15,-2 1-10 0,-4 2-29 0,0 2-32 16,2 1-32-16,-7 3-29 0,-1 4-201 0,-4 2-495 16,1-5 220-16</inkml:trace>
  <inkml:trace contextRef="#ctx0" brushRef="#br0" timeOffset="-73530.34">32008 7890 92 0,'0'0'223'0,"0"0"0"16,0 0-7-16,0 0-13 0,0 0-17 0,0 0-23 16,0 0-17-16,0 0-11 0,0 0-27 0,0 0-36 15,0 0-42-15,0 0-32 0,0 0-79 0,0 0-62 16,0 0-120-16,0 0-282 0,0 0 124 0</inkml:trace>
  <inkml:trace contextRef="#ctx0" brushRef="#br0" timeOffset="-72061.33">32139 7505 168 0,'-7'-8'195'0,"0"1"5"0,4-1-11 0,-3 3 4 0,4-2-11 15,-2 4-5-15,4 3 0 0,-3-10-6 0,3 10-21 16,-6-5-16-16,6 5-14 0,0 0-17 15,-4-6-10-15,4 6-15 0,0 0-9 0,0 0-4 0,0 0-7 16,0 35 6-16,4-15-1 0,2 10-1 16,-2 3 5-16,3 16-2 0,-2-5-2 0,0 4-5 0,0-2 1 15,0 2-6-15,-4 3-2 0,3-17 1 16,1 11-9-16,-1-7 4 0,-1-5-5 0,1 0-3 0,1 1-2 16,0-4-3-16,0-2-6 0,-3 1-2 0,4-2-1 15,-4-3-4-15,2-5 3 0,-1-1-9 0,1-1 5 16,-2-1-4-16,3-4 0 0,-2 0-5 0,-1-4-22 15,1 2-14-15,-1-2-24 0,0-4-21 0,-2-4-31 16,1 13-35-16,-1-13-43 0,0 0-35 0,-1 13-48 16,1-13-168-16,0 0-465 0,-11 4 206 0</inkml:trace>
  <inkml:trace contextRef="#ctx0" brushRef="#br0" timeOffset="-71573.47">32603 7774 137 0,'3'-11'307'15,"-3"2"-17"-15,1 2-8 0,0 0-6 0,-1 7-3 16,0-9-19-16,0 9-14 0,0 0-25 0,0-9-32 16,0 9-16-16,0 0-13 0,0 0-18 0,0 0-18 15,0 0-13-15,-16 18-16 0,9-4-1 0,0 1-4 16,2-1-16-16,1-1-6 0,-2 2 0 0,3-3-14 15,0 2-2-15,1-1 0 0,-2-3-6 0,3 1-2 16,1-2-4-16,-2-2-5 0,2-7-4 0,-1 12 3 16,1-12-10-16,-1 7 10 0,1-7-6 0,0 0-8 15,0 0 16-15,0 0-6 0,0 0 1 0,0 0-3 16,0 0-8-16,0 0 2 0,0 0-11 0,-2-29 19 16,5 13-22-16,-2 0 17 0,3-1 1 0,1-1-7 15,1 0 5-15,2-6-3 0,-3 0-4 16,3-1-7-16,0 2 0 0,-2-1 6 0,2 7-7 0,-2 0-2 15,2 4-1-15,-4 1-1 0,1 2 9 0,1 0 0 16,-3 5-3-16,1 0-7 0,-4 5 1 0,4-7 3 16,-4 7-2-16,6-2-22 0,-6 2 18 0,0 0-4 15,11 9-7-15,-7-2 7 0,-4-7 11 0,0 0-7 16,0 0 4-16,27 56-1 0,-27-56 0 0,10 32 1 16,-10-32 1-16,9 28-1 0,-9-28 2 0,12 31 3 15,-12-31-9-15,0 0 1 0,7 34-8 0,-7-34-20 16,0 0-14-16,9 32-29 0,-9-32-24 0,0 0-22 15,8 25-23-15,-8-25-38 0,0 0-46 0,0 0-42 16,0 0-240-16,0 0-549 0,0 0 244 0</inkml:trace>
  <inkml:trace contextRef="#ctx0" brushRef="#br0" timeOffset="-71423">32587 7763 19 0,'0'0'206'0,"-3"-7"-19"0,3 7-18 15,0 0-16-15,0 0-21 0,8-11-12 0,-2 8-11 16,2 1-28-16,2-3-32 0,2 2-34 0,-12 3-36 16,0 0-38-16,0 0-33 0,65-13-86 0,-65 13-194 15,0 0 86-15</inkml:trace>
  <inkml:trace contextRef="#ctx0" brushRef="#br0" timeOffset="-71187.9">32914 7638 123 0,'0'0'203'0,"0"0"-8"0,0 0 3 15,0 0 0-15,23-35-3 0,-23 35-5 0,0 0-6 16,0 0-11-16,0 0-16 0,0 0-13 0,0 0-12 16,0 0-2-16,0 0 3 0,0 0 2 0,0 0 0 15,0 0-8-15,0 0-10 0,-50 72-5 0,50-72-10 16,-16 43 1-16,8-21-4 0,8-22-8 16,-12 44-2-16,12-44-8 0,-9 37-6 0,9-37-8 0,-2 36-11 15,2-36-1-15,-1 35-11 0,1-35-2 0,0 0 1 16,5 43-12-16,-5-43-17 0,0 0-14 0,2 30-32 15,-2-30-31-15,0 0-28 0,0 0-29 0,0 0-27 16,8 28-28-16,-8-28-39 0,0 0-29 0,0 0-31 16,0 0-162-16,0 0-472 0,0 0 209 0</inkml:trace>
  <inkml:trace contextRef="#ctx0" brushRef="#br0" timeOffset="-71040.16">32781 7869 16 0,'0'0'174'0,"0"0"-13"15,0 0-13-15,0 0-3 0,14-47-10 0,-14 47-12 16,0 0-9-16,0 0-11 0,40-16-12 0,-40 16-9 16,30-3-17-16,-30 3-37 0,0 0-45 0,44 0-51 15,-44 0-44-15,0 0-86 0,0 0-215 0,37 15 95 16</inkml:trace>
  <inkml:trace contextRef="#ctx0" brushRef="#br0" timeOffset="-70861.98">32556 8076 129 0,'0'0'234'0,"0"0"-14"0,0 0-18 16,0 0-13-16,39-6-12 0,-39 6-19 0,53-9-12 16,-53 9-16-16,67-9-15 0,-33 4-11 0,-3 3-33 15,-31 2-43-15,60-3-53 0,-32-1-80 0,-28 4-191 16,0 0-320-16,43 0 142 0</inkml:trace>
  <inkml:trace contextRef="#ctx0" brushRef="#br0" timeOffset="-70451.52">32677 8322 170 0,'-5'7'258'0,"1"5"4"0,1-6-13 0,-4 2-11 15,7-8-9-15,-6 10-16 0,6-10-14 0,-4 12-20 0,4-12-1 16,-4 8-8-16,4-8 5 0,0 0-13 0,-4 15-9 16,4-15-15-16,0 0-3 0,-2 10 0 0,2-10-1 15,0 0-3-15,0 0-3 0,0 0-9 16,0 0 3-16,0 0-6 0,0 0-1 0,0 0-8 16,0 0-13-16,0 0-3 0,0 0-26 0,0 0-5 0,0 0 4 15,0 0-5-15,0 0-3 0,-3-35-11 16,7 21-13-16,3-1-7 0,-1-2-5 0,-6 17-9 0,23-37-4 15,-23 37-2-15,22-33-3 0,-22 33-1 0,19-27 6 16,-19 27-3-16,14-18-3 0,-14 18-6 16,0 0 4-16,0 0-6 0,20-18 1 0,-20 18 1 15,0 0 1-15,0 0 2 0,0 0 8 0,0 0-4 0,0 0-10 16,0 0 3-16,55 28 10 0,-55-28-6 0,0 0 3 16,21 29-6-16,-21-29 8 0,11 20-5 15,-11-20 1-15,0 0 3 0,18 31-3 0,-18-31 7 16,12 21-15-16,-12-21-22 0,0 0-44 0,14 24-43 15,-14-24-43-15,0 0-30 0,0 0-41 0,0 0-44 0,9 30-51 16,-9-30-247-16,0 0-619 0,0 0 274 0</inkml:trace>
  <inkml:trace contextRef="#ctx0" brushRef="#br0" timeOffset="-70297.08">32665 8322 13 0,'0'0'214'0,"0"0"-11"15,0 0-11-15,0 0-10 0,0 0-18 16,52-31-15-16,-52 31-13 0,47-13-16 0,-19 7-13 16,2-1-42-16,-30 7-42 0,62-11-40 0,-28 4-79 15,-5-1-147-15,-29 8-262 0,55-14 115 0</inkml:trace>
  <inkml:trace contextRef="#ctx0" brushRef="#br0" timeOffset="-70030.33">33278 7696 89 0,'0'0'306'0,"0"0"-3"0,0 0-12 16,0 0-20-16,0 0-23 0,0 0-28 0,0 0-11 16,0 0-9-16,0 0-2 0,0 0 0 0,0 0 12 15,0 0-3-15,0 0-19 0,-10 84-12 0,7-50-8 16,0 2-13-16,-3 0-16 0,4-3-13 0,-2 2-10 15,1-2-19-15,1 2-1 0,2-35-4 0,-3 61-27 16,5-31 14-16,-2-30-14 0,-2 55-11 0,2-31-3 16,0-24-45-16,0 43-31 0,0-43-49 0,3 30-59 15,-3-30-60-15,0 0-69 0,-1 46-97 0,1-46-238 16,0 0-645-16,-16 36 285 0</inkml:trace>
  <inkml:trace contextRef="#ctx0" brushRef="#br0" timeOffset="-68188.13">27434 9379 177 0,'-12'-1'229'0,"1"-1"-5"0,0 0 6 0,2 2-8 16,9 0-11-16,-11 0-10 0,11 0-15 0,-11-3-8 16,11 3-15-16,-8 0-8 0,8 0-12 15,0 0-11-15,0 0-8 0,0 0-11 0,-6-4-17 0,6 4-14 16,0 0-2-16,0 0-15 0,27-9-15 15,-9 5-20-15,2 1-21 0,7-5-26 0,-6 5-30 0,7 1-41 16,-8-1-42-16,-1-3-42 0,1 5-34 16,0 1-34-16,-9 1-127 0,2-1-397 0,-1 0 175 0</inkml:trace>
  <inkml:trace contextRef="#ctx0" brushRef="#br0" timeOffset="-68022.89">27488 9441 152 0,'-7'2'172'15,"0"1"1"-15,7-3 4 0,-7 3 4 0,7-3 4 16,-6 4-12-16,6-4-12 0,0 0-14 0,-8 2-14 16,8-2-12-16,0 0-11 0,0 0-10 0,0 0-20 15,32 3-25-15,-14-3-33 0,5 0-36 0,4-2-46 16,2 0-52-16,2-2-45 0,-4 2-144 0,0-3-324 16,2 1 144-16</inkml:trace>
  <inkml:trace contextRef="#ctx0" brushRef="#br0" timeOffset="-67311.34">28045 9126 18 0,'-3'-9'280'0,"-1"2"-8"16,3 0-6-16,1 7-1 0,-2-13-7 0,0 6-13 0,2 7-16 15,-2-12-22-15,2 12-24 0,5-11-18 16,2 5-19-16,-3 1-14 0,4 1-14 0,1-1-14 16,-2 4-10-16,5-2-16 0,-1 5-1 0,2-1-10 0,-2 3-5 15,0 3-11-15,2 0-7 0,-3 3 8 0,-3 2-19 16,0-1-4-16,-1 4 1 0,-3 2-5 0,1 0 2 16,-8 2 6-16,1-2-15 0,0 1-2 15,-7-2 1-15,1 1-1 0,-6 2 10 0,1-3-10 0,1-3-6 16,-1-1-3-16,-1-1-4 0,1-2 1 0,3-2 2 15,2-3-2-15,0 2 2 0,4-3-2 0,0 2 5 16,5-5-1-16,-11 4-3 0,11-4 0 0,-7 4-3 16,7-4-7-16,0 0 1 0,0 0 0 0,0 0 4 15,0 0 5-15,0 0-9 0,0 0-5 0,32-8 0 16,-21 5-4-16,7 1-14 0,0-1-11 0,3-2-12 16,-1 3-17-16,0-1-18 0,1-1-11 0,-2-1-18 15,1 0-13-15,2 3-19 0,-3-2-9 0,-1 1 3 16,-1 1 0-16,-3-3-1 0,-1 3 5 0,-1-1 13 15,-1-1 12-15,-2-1 14 0,1 0 14 0,-4 2 10 16,1-4 25-16,0-1 7 0,-2 4 14 0,1-2 13 16,-2-1 35-16,-1 1 2 0,1 0 18 0,-4 6 12 15,4-14 10-15,-3 7 10 0,-1 7 11 0,3-11 4 16,-3 11 3-16,1-6-7 0,-1 6-8 0,0 0-10 16,1-8-3-16,-1 8-8 0,0 0-3 0,0 0-5 15,0 0 14-15,0 0-2 0,0 0-6 0,3 22-3 0,0-12 2 16,-1-5-3-16,0 1-1 0,1 3-4 15,-1-1-2-15,4-2-2 0,-1 1-2 0,2 1-1 16,2-2-2-16,0-1-2 0,3-1-1 0,0 0-6 16,0-6 7-16,3 2-2 0,1 0-3 0,-2 0 4 15,4-5-4-15,-4 2-3 0,-3 0 1 0,-1-3 0 16,2 0 6-16,-3 2 2 0,-1-3-3 0,-3-2 5 16,0-2-6-16,-5 4-7 0,0-2 5 0,-4-4-8 15,-1 4 4-15,-3-4-10 0,-2-1 1 0,-4 3 3 16,1-2-11-16,-3 2-4 0,1 3 1 0,-1 2-14 15,0 0-13-15,2 2-8 0,0 3-15 0,1 1-13 16,0 0-13-16,2 1-29 0,-3 5-26 0,3 0-40 16,2-2-38-16,-1 1-133 0,4-2-380 0,2 2 169 0</inkml:trace>
  <inkml:trace contextRef="#ctx0" brushRef="#br0" timeOffset="-67059.19">28808 8969 177 0,'2'-6'284'0,"1"-1"-12"0,-3 7-4 15,2-9-11-15,-2 9-21 0,4-6-25 0,-4 6-20 16,0 0-24-16,0 0-9 0,0 0 13 0,0 0-13 16,7 22-4-16,-7-7-16 0,-2 4 0 0,5 5-7 15,-3-5-11-15,0 1-11 0,0 4-5 0,1-5-1 16,-2 7-17-16,2-1-11 0,2-7-4 0,1 1-9 15,-4-1-35-15,0-2-32 0,2 0-37 0,-2-6-31 16,3 0-31-16,-3 2-30 0,1-2-43 0,1-3-50 16,1 0-32-16,0-1-216 0,-3-6-514 0,6 8 227 15</inkml:trace>
  <inkml:trace contextRef="#ctx0" brushRef="#br0" timeOffset="-66203.78">28969 9146 197 0,'0'0'226'0,"0"0"-13"0,-3-15-13 0,3 15-20 16,0 0-13-16,0 0-7 0,0 0-2 0,0 0-7 16,0 0-8-16,0 0-4 0,0 0-10 0,-10 27-7 0,10-20-4 15,0 2-11-15,0 1-11 0,1-1-4 16,1 1-10-16,0-2-5 0,3 1-8 0,-1-1-6 16,-2 0-6-16,2-2-6 0,-1-2-3 0,2 1-5 15,2 0-1-15,0-3-9 0,-1 1-1 0,-6-3-2 0,15 0-14 16,-7 0-2-16,-8 0-8 0,15-3-4 0,-9 1-2 15,-1-2 0-15,3-2-6 0,-5 2 7 0,1-3-10 16,-1-2 2-16,0 0 1 0,-3-4 0 16,-2 2-3-16,1 1 3 0,-4-1 5 0,1 0-4 0,-5-3-2 15,4 4-1-15,0 1 1 0,-2-1 3 0,1 2 4 16,1 3-5-16,2 0 3 0,3 5 2 0,-5-9-3 16,1 5 3-16,4 4-3 0,-5-5 2 15,5 5-1-15,0 0 2 0,0 0-1 0,0 0 2 0,0 0 0 16,26-3 7-16,-12 2-10 0,6 0 4 0,7 0-4 15,5-3 2-15,-1 3 2 0,-1-1-5 0,0 0 4 16,-1-4 1-16,-1 3-4 0,-8 0 3 16,-1 2-3-16,-3-1 3 0,2-1 1 0,-7 1-3 0,0-2 2 15,-3 4 0-15,-3-2 9 0,-5 2 8 0,10-2 9 16,-10 2 7-16,9-3-5 0,-9 3 3 0,0 0-2 16,6-4-1-16,-6 4-3 0,0 0-3 0,0 0-4 15,0 0-2-15,0 0-1 0,0 0-4 0,-19-8 3 16,19 8-4-16,-17 5-3 0,5-2 6 0,2 0-3 15,-3 2-2-15,-1 5 1 0,0-2-1 0,0 3 1 16,3-3 12-16,4 1-12 0,-2-2-5 0,1 3-4 16,3 0 7-16,-1-3-1 0,3 2 0 0,0-2 0 15,1 0 0-15,2-7-1 0,0 13-2 0,0-13 2 16,6 9 3-16,-1-5-5 0,1 0 1 0,0-3-6 16,-6-1 3-16,18 3-2 0,-12-2-1 0,2-1-4 15,-8 0 7-15,18-4-9 0,-11 2 5 0,-7 2 1 16,12-4-1-16,-4 1 3 0,-8 3-3 0,7-7 0 15,-4 5 0-15,1-3 1 0,-4 5 0 0,5-9-1 16,-3 4 4-16,-2 5-7 0,4-8 5 0,-4 8-1 0,3-6-6 16,-3 6 14-16,0 0-15 0,5-6-1 15,-5 6-2-15,0 0 2 0,0 0-4 0,0 0 2 0,4 22 5 16,-3-7-2-16,-2 3 5 0,1 6 9 16,-6 3-6-16,4 2 1 0,-4 1 3 0,2 2 3 0,-1 4 30 15,2-2 2-15,-1 1 5 0,2-1-5 0,-1-1-3 16,2-1 3-16,-2-4 12 0,2 0-18 0,0-3-1 15,-3-7-5-15,1 0-2 0,1-6 0 0,-1-1 4 16,-1 0 1-16,1-3 11 0,-3 1-8 0,-1-2-6 16,-2 0-3-16,0-2 2 0,0-3-10 0,-2 1 9 15,-1-3-2-15,0 0-5 0,1-1 6 0,-1-3-6 16,1-2 0-16,1-3-4 0,-3-2-6 0,5 3-14 16,1-8-4-16,-1 0-1 0,3 0-4 0,2-2-12 15,2 1-11-15,4-2-13 0,0 2-10 0,5-7-5 16,2 7-16-16,3-5-9 0,-1 6-14 0,5-4-21 15,-2 8-34-15,1-3-42 0,7-1-58 0,-6 3-47 16,-1 2-160-16,2-1-505 0,1 2 224 16</inkml:trace>
  <inkml:trace contextRef="#ctx0" brushRef="#br0" timeOffset="-65804.81">29802 8903 2123 0,'4'-18'109'0,"1"2"10"15,-4 2-41-15,0 5 8 0,1-2-9 0,-2 0-3 16,0 2 8-16,0 3 9 0,0 6 15 0,1-12 14 16,-1 12-1-16,0-9-1 0,0 9-18 0,1-7-5 15,-1 7-18-15,0 0-14 0,0 0-1 0,0 0 1 16,0 0-16-16,6 26-1 0,-5-8 4 0,1 6 3 15,1 2 18-15,-3 5 3 0,1-2-7 0,0 4 3 16,1 0 7-16,0 2 1 0,1 16-1 0,-3-3-6 16,4-2 1-16,-3-13-8 0,0 2-4 0,2-1 0 15,-2 1-8-15,2 1 2 0,-2 0-4 0,3 9 0 0,-6-15-9 16,4-1 1-16,-2-1-10 0,1-9-1 16,-1 4 2-16,2-4-8 0,-2 1 2 0,2-5-2 15,-2-1-3-15,0-4-3 0,1 0 0 0,-1-3-11 16,0 3 4-16,0-10-2 0,0 10 0 0,0-10-6 0,0 11-12 15,0-11-15-15,1 6-11 0,-1-6-21 16,0 0-41-16,0 0-54 0,0 0-40 0,0 0-52 16,0 0-52-16,0 0-80 0,8-22-277 0,-5 13-703 15,-5-2 311-15</inkml:trace>
  <inkml:trace contextRef="#ctx0" brushRef="#br0" timeOffset="-63163.86">30452 8925 43 0,'-1'-16'240'15,"0"3"-19"-15,2 1-4 0,0-5-4 0,-1 5 27 0,2 3-4 16,-2 0-5-16,0 9-14 0,-2-13-12 16,2 13-20-16,3-9-19 0,-3 9-22 0,0 0-14 15,-1-8-15-15,1 8-16 0,0 0-11 0,0 0-6 16,0 0 8-16,0 0-15 0,0 0-5 0,0 30-7 0,0-19-5 16,0 1-4-16,0 1-8 0,2 1 1 15,0 2-6-15,-4-3-5 0,6 2-5 0,-4-4 2 16,1 2-4-16,2-3-5 0,-3 0 1 0,0 1-3 15,3-1 5-15,-2-2-13 0,0-1 4 0,0 0-16 0,-1-7-21 16,3 11-22-16,-3-5-23 0,0-6-18 16,0 10-16-16,0-10-17 0,0 9-24 0,0-9-31 15,-5 7-31-15,5-7-27 0,-5 8-28 0,1-5-155 16,4-3-445-16,-13 5 197 0</inkml:trace>
  <inkml:trace contextRef="#ctx0" brushRef="#br0" timeOffset="-62970.36">30143 9167 66 0,'0'0'169'0,"0"0"1"0,-11 0-18 0,11 0 6 15,0 0-6-15,0 0-9 0,0 0-2 0,42 2-17 16,-10-6-10-16,4 3-10 0,15-7-10 0,-1 5-8 16,2-2-8-16,-1 0-7 0,-13 1-7 0,-2 2-8 15,1 0-6-15,-5 2-3 0,-4 0-12 0,-7 1-24 16,-2 2-32-16,0-1-33 0,-5-1-40 0,-2 0-47 15,-1 3-156-15,-3 0-320 0,-2 0 143 0</inkml:trace>
  <inkml:trace contextRef="#ctx0" brushRef="#br0" timeOffset="-62607.63">30235 9424 42 0,'0'0'251'0,"-1"-10"-4"0,1 10-2 16,0 0 0-16,0-7-8 0,0 7-16 0,0 0-17 15,0 0-22-15,0 0-18 0,0 0-15 0,0 0-19 16,0 0-14-16,0 0-10 0,0 0-7 0,0 0-10 15,0 0 1-15,0 0 0 0,2 26 4 0,2-10-4 16,-4-1-3-16,2-2-6 0,-5 2-1 0,4 2-8 16,-1-1-7-16,2-4-2 0,-1 1 2 15,0-2-9-15,-1 1 6 0,1 0-19 0,1-1-2 0,-1 0 4 0,-1-3-13 16,3 1-3-16,-3-1-2 0,0-8-14 16,1 11-35-16,-1-11-32 0,1 10-34 0,0-5-26 15,-1-5-47-15,3 10-55 0,-3-10-51 0,0 6-238 16,0-6-548-16,0 0 243 0</inkml:trace>
  <inkml:trace contextRef="#ctx0" brushRef="#br0" timeOffset="-61797.79">30455 9492 154 0,'0'0'234'0,"0"0"-3"0,0 0-1 0,0 0-22 16,6-5-18-16,-6 5-21 0,0 0-17 0,0 0-17 0,0 0-13 16,0 0-13-16,0 0-9 0,0 0-6 15,0 0-3-15,7 12-13 0,-7-12-2 0,1 7-7 0,-1-7-4 16,0 0-6-16,3 11-4 0,-3-11-2 16,1 5 0-16,-1-5-4 0,5 7 0 0,-5-7-3 15,1 10 10-15,2-7 1 0,-3-3 2 0,1 12 0 16,0-8 0-16,-1-4-8 0,3 10 5 0,-3-10 2 0,0 10 10 15,0-10-5-15,-1 10-2 0,-1-4-6 0,2-6 2 16,0 0-10-16,-1 11-6 0,1-11 2 16,1 8-8-16,-1-8-8 0,0 0 9 0,0 0-10 15,0 0 8-15,-2 8-6 0,2-8 6 0,0 0-16 16,0 0 4-16,0 0 11 0,0 0 2 0,0 0-11 16,0 0 13-16,0 0-18 0,0 0 1 0,0 0 0 0,0 0-5 15,0 0 1-15,0 0-4 0,0 0 0 0,0 0-2 16,0 0 3-16,-12-18-1 0,12 18-4 0,0 0-6 15,-2-9 5-15,2 9-4 0,0 0 0 16,0-11 0-16,0 11 0 0,0 0 5 0,0-9 6 16,0 9-8-16,0 0-4 0,0-13 10 0,0 13-13 0,0 0 1 15,-1-9-3-15,1 9 8 0,0 0-5 0,0-10-6 16,0 10 11-16,0 0 0 0,0-7-9 0,0 7 3 16,0 0-2-16,0 0 3 0,0-10 3 0,0 10-5 15,0 0 2-15,0 0-3 0,0 0 2 0,0 0 3 16,-3-7 2-16,3 7-5 0,0 0-1 0,0 0-1 15,0 0 8-15,0 0-6 0,0 0 5 0,-3-8-9 16,3 8 10-16,0 0-5 0,0 0-4 0,0 0 6 16,-2-7-4-16,2 7-2 0,0 0 2 0,0 0 0 15,0 0 9-15,-8-6 0 0,8 6-6 0,0 0-8 16,-5-4 11-16,5 4-8 0,0 0 9 0,0 0-8 16,0 0 9-16,0 0-7 0,0 0 1 0,-9-2-5 15,9 2 2-15,0 0 6 0,0 0-6 0,0 0 3 16,0 0 3-16,0 0-4 0,0 0 2 0,-8-4 5 15,8 4-4-15,0 0-3 0,0 0-1 0,0 0 12 16,0 0-3-16,-10 0-10 0,10 0 3 0,0 0-3 16,0 0 1-16,0 0 2 0,-11-1-2 0,11 1-2 15,0 0 2-15,0 0 0 0,0 0 2 0,0 0-12 16,0 0 15-16,0 0-9 0,0 0 6 0,0 0-4 16,0 0 12-16,0 0-8 0,0 0 1 0,0 0 2 15,0 0-2-15,0 0 0 0,0 0 0 0,0 0-4 16,32 1 12-16,-17-2-4 0,5-1 13 0,-2 1-14 0,1 0 2 15,1 0-6-15,-1-1-8 0,3 0-15 16,-10 0-16-16,6 0-21 0,-5 2-27 0,1-1-25 16,-4 1-39-16,-2-1-41 0,-8 1-53 0,17-3-47 15,-11 4-242-15,-6-1-578 0,0 0 256 0</inkml:trace>
  <inkml:trace contextRef="#ctx0" brushRef="#br0" timeOffset="-61364.54">30573 9376 238 0,'0'0'274'0,"-3"-5"-1"16,3 5-12-16,0 0-15 0,-3-8-21 0,3 8-16 0,0 0-26 15,0 0-14-15,0 0-26 0,0 0-16 16,0 0-10-16,0 0-7 0,0 0-4 0,-6 27 6 15,7-10-5-15,-1-1-13 0,-1 3 2 0,0-1-1 16,1 1-6-16,0-1-3 0,-3 0-3 0,6-1-6 0,-3 0-13 16,1 1-2-16,0-3-6 0,-1-3-5 0,3 1-8 15,1-2 0-15,-4 0-7 0,1-1 1 16,0-3-5-16,1 1-6 0,-2-1-22 0,0-7-20 16,2 11-29-16,1-5-26 0,-2 0-32 0,-1-6-32 15,0 0-46-15,0 0-51 0,4 12-45 0,-4-12-209 16,0 0-526-16,0 0 233 0</inkml:trace>
  <inkml:trace contextRef="#ctx0" brushRef="#br0" timeOffset="-60869.52">30946 9428 86 0,'2'-8'304'0,"-2"8"-14"0,3-5-4 0,-3 5-14 0,0 0-17 16,4-5-18-16,-4 5-30 0,0 0-18 15,0 0-18-15,0 0-7 0,0 0-1 0,0 0 0 16,-7 29-4-16,5-18-11 0,-1 2-16 0,1-3-12 16,-2 2-5-16,1-1-11 0,1 0-13 0,-1 0-4 15,2-2-7-15,0 1-9 0,1-3-2 0,0-7-15 0,-2 14 1 16,0-11-5-16,2-3-3 0,0 10-4 15,0-10 12-15,0 0 1 0,0 0 7 0,-1 9 7 16,1-9-1-16,0 0-1 0,0 0-7 0,0 0-5 16,0 0-23-16,0 0 10 0,0 0-4 0,-6-24 0 0,6 24 4 15,3-17-15-15,0 4-6 0,0-3-7 16,0 0-5-16,1-1-6 0,2-2-5 0,4-4-9 16,-3 5 1-16,2-6 7 0,3 0-9 0,-4 7 1 0,-1 0 1 15,1 3-2-15,-3 3 8 0,2 2-1 16,-2 4-2-16,-2-1-2 0,1 3-5 0,-4 3-3 0,7-6 5 15,-7 6-6-15,0 0 8 0,17 7 2 0,-11 2-6 16,4 1 9-16,-3 0 0 0,2 6-1 0,-3-3 8 16,0 2-3-16,0 0 4 0,-1 0-2 15,0 3 0-15,0-3 1 0,0 0-4 0,0 1 6 0,-2-6 0 16,0 3 2-16,0-1-44 0,0 1-43 0,-2-5-34 16,-1 3-58-16,0-1-35 0,0-1-49 0,0-9-53 15,-1 13-46-15,-3-9-196 0,-1 1-596 0,5-5 264 16</inkml:trace>
  <inkml:trace contextRef="#ctx0" brushRef="#br0" timeOffset="-60527.02">31008 9443 137 0,'6'-6'174'0,"3"0"-18"0,1 1-20 0,1-3-14 15,6 0-11-15,-2 5-14 0,4-4-14 0,-1 0-22 16,3 1-29-16,-2 0-22 0,-1-1-31 0,1 1-12 15,-1 1-16-15,-4 2-8 0,1-2-7 0,-2 1-1 16,-2-2 14-16,-1 1 9 0,2 0 4 0,-4-2 18 16,-2 0 13-16,3 1 7 0,-1-2 12 15,-8 8 36-15,6-10 16 0,-3 3 25 0,-1 3 14 0,2-1 9 16,-4 5 7-16,5-6 2 0,-5 6-10 0,0 0-6 16,4-7-17-16,-4 7-2 0,0 0 15 0,0 0 14 15,0 0-1-15,5 22 6 0,-4-11 8 0,1 5 1 16,-2-2-4-16,-2 4-4 0,2-2-9 15,-1 2-12-15,1-1-9 0,0 1-6 0,-2 0-6 0,3 0-11 16,-4-3-6-16,7 1-3 0,-3 0-8 0,-1-4-18 16,2-2-27-16,-1 2-27 0,0-5-31 0,-1 3-39 15,2-1-41-15,-2-9-60 0,-2 12-36 0,2-12-43 16,-1 8-136-16,1-8-442 0,0 0 196 0</inkml:trace>
  <inkml:trace contextRef="#ctx0" brushRef="#br0" timeOffset="-60152.92">31401 9255 115 0,'4'-5'214'0,"2"1"-9"16,-1 0-7-16,-5 4-12 0,9-5-14 0,-3 4-12 16,-6 1-14-16,13-3-11 0,-13 3-13 0,13 4-7 15,-7-2-15-15,2 1-12 0,-4 0-7 0,0 2-10 16,2 0-8-16,-2 1-2 0,1 0-7 0,-1 0-6 15,-2-1 0-15,1 3-8 0,-3-8 0 0,1 11-8 16,-2-3-8-16,1-8-7 0,-3 11-11 0,0-4-11 16,0-1-11-16,3-6-13 0,-6 12-7 15,3-6-7-15,3-6-12 0,-1 10 12 0,1-10-3 0,-1 7-9 16,1-7 3-16,0 0 4 0,0 0 5 0,5 12 5 16,-5-12 2-16,7 3 1 0,-3 1 7 0,1 0-1 15,-5-4 6-15,9 4-2 0,-4-2 7 0,-5-2 0 16,10 8 3-16,-7-2 12 0,-3-6 14 15,5 7-3-15,-2-2 7 0,-3-5-2 0,2 9 8 0,-2-9 1 16,-1 8-2-16,1-8 2 0,-2 10-1 0,2-10-2 16,-7 9-5-16,3-6 0 0,0 3-3 0,4-6-14 15,-11 7-24-15,6-4-39 0,5-3-55 0,-8 1-54 16,8-1-96-16,-16 0-292 0,16 0 129 16</inkml:trace>
  <inkml:trace contextRef="#ctx0" brushRef="#br0" timeOffset="-59905.91">31847 8915 202 0,'2'-9'301'16,"1"3"-10"-16,0-1-23 0,-3 7-24 0,3-6-22 15,-3 6-13-15,0 0-3 0,0 0 7 0,5 23-9 16,-3-4-12-16,-4 10-10 0,2 6-19 0,2 15-15 15,-2 3-10-15,0-3-13 0,2 0-10 0,-2-1-11 16,3 0-13-16,-1-1-2 0,1-2-17 0,2-1-39 16,0-11-40-16,-1 2-39 0,0 0-39 0,-2-2-42 15,0 2-46-15,0-5-59 0,-1 0-51 16,-6-2-194-16,0 0-516 0,0-2 228 0</inkml:trace>
  <inkml:trace contextRef="#ctx0" brushRef="#br0" timeOffset="-59336.87">30440 9542 146 0,'0'0'146'0,"0"0"1"15,0 0-18-15,0 0-14 0,0 0 4 16,0 0-3-16,0 0 7 0,0 0-7 0,16 3-13 16,-16-3-5-16,17-3-9 0,-3 3-12 0,-1-1-8 15,6-1-5-15,-7 0-4 0,1 1-7 0,0 0-5 16,0-2-21-16,-3 0-25 0,1 1-20 0,0 2-44 0,-1-1-40 15,-1-2-39-15,0 3-113 0,-9 0-276 16,12-3 123-16</inkml:trace>
  <inkml:trace contextRef="#ctx0" brushRef="#br0" timeOffset="-59108.4">30578 9403 211 0,'0'0'205'0,"0"0"-20"0,0 0-13 0,0 0 5 0,0 0-1 16,0 0-18-16,-8 23-5 0,7-10-16 15,1 2-11-15,-4 3-13 0,4 1-9 0,2 0-13 16,-2 2-6-16,0-2-8 0,2 6-5 0,0 0-8 16,1-6-11-16,-1 2-24 0,2-3-25 0,-1-2-30 0,-1 1-41 15,0 1-36-15,2-4-35 0,-3-1-32 16,0-1-145-16,-1-2-341 0,0 1 151 0</inkml:trace>
  <inkml:trace contextRef="#ctx0" brushRef="#br0" timeOffset="-56907.89">27896 10805 36 0,'0'0'232'0,"-11"-5"-13"16,11 5-8-16,0 0-14 0,-9-3-21 15,9 3-14-15,0 0-16 0,0 0-21 0,0 0-8 0,0 0-10 16,0 0-11-16,0 0-11 0,0 0-9 0,23-7-6 16,-10 5-23-16,1 1-25 0,-1-1-33 0,1 2-39 15,4-2-43-15,-4 1-28 0,4 2-35 0,-6 2-127 16,-1 1-305-16,-1-3 135 0</inkml:trace>
  <inkml:trace contextRef="#ctx0" brushRef="#br0" timeOffset="-56742.42">27964 10903 148 0,'-2'4'197'0,"2"-4"-1"0,0 0-10 0,0 0-15 0,0 0-10 16,0 0-22-16,0 0-13 0,0 0-14 0,0 0-12 16,0 0-14-16,28-3-33 0,-15-1-43 0,4 3-33 15,3-1-44-15,0 2-56 0,-2 2-123 0,0-2-266 16,5-2 118-16</inkml:trace>
  <inkml:trace contextRef="#ctx0" brushRef="#br0" timeOffset="-56314.57">28602 10705 28 0,'0'0'205'0,"-10"-4"-5"0,6 2-7 15,4 2-13-15,-9-3-15 0,9 3-10 0,0 0-17 16,-13-2-9-16,13 2-11 0,0 0-6 0,-10 0-10 16,10 0-3-16,0 0-2 0,-8-2-9 15,8 2-5-15,0 0-2 0,0 0-8 0,0 0-3 0,0 0-2 16,0 0-7-16,0 0-7 0,0 0-5 0,0 0-8 15,0 0 0-15,0 0-5 0,0 0-1 0,0 0-5 16,0 0 5-16,0 0-6 0,33-7-3 0,-15 3-1 16,-5 2 0-16,6-2-4 0,-1 0 3 0,0-2-6 15,-5 5 1-15,1 1-1 0,-3-2 4 0,3 0-7 16,-5 1-2-16,-1 0 1 0,0-1 0 0,-8 2 1 16,12-1-2-16,-12 1-4 0,11-1 6 0,-11 1-5 15,6-3 1-15,-6 3-2 0,0 0 2 0,9-1 0 16,-9 1-5-16,0 0-1 0,8-1 1 0,-8 1 0 15,0 0-24-15,0 0-19 0,0 0-24 0,0 0-29 16,0 0-21-16,0 0-29 0,0 0-37 0,0 0-54 16,6 7-155-16,-6-7-417 0,0 0 185 0</inkml:trace>
  <inkml:trace contextRef="#ctx0" brushRef="#br0" timeOffset="-55916.34">29006 10526 19 0,'1'-8'218'0,"-1"8"-11"0,5-11-7 0,0 5-11 0,3-1-7 16,2 0-9-16,2 1-9 0,0 0-13 0,0 2-13 16,0-2 3-16,1 4-5 0,2 1-20 0,2 1-8 15,0 1-9-15,1 3-8 0,-5 0-5 0,-3 0-7 16,1 3-9-16,-1 3 0 0,-2-1-13 0,-3 3-3 15,-1-2-4-15,0 0 1 0,-4 3-3 0,-1-1 6 16,-4 4-5-16,-2-4-4 0,-1 1 1 0,-2-2 1 16,-1 3-7-16,-2-3-3 0,0 0-2 0,-2 2-2 15,1-3-8-15,-1 0 5 0,4-4-4 0,2 0-3 16,-1 0-1-16,3-3 3 0,2-2-2 0,5-1 6 16,-10 7 2-16,10-7-1 0,-6 5-2 0,6-5 4 15,-6 2 4-15,6-2-2 0,0 0-6 0,0 0-3 16,0 0-2-16,0 0-3 0,0 0-1 0,0 0-8 15,0 0 7-15,0 0-7 0,0 0-1 0,23-11-1 16,-12 8-8-16,1 2-21 0,1 0-23 0,4-2-26 16,0 1-32-16,-2 2-38 0,2-2-44 0,3 1-53 15,-2 1-38-15,-1 0-191 0,-3-1-503 0,-1 1 222 16</inkml:trace>
  <inkml:trace contextRef="#ctx0" brushRef="#br0" timeOffset="-55566.03">29462 10571 262 0,'0'-9'265'0,"0"9"-8"0,0 0-17 15,0 0-16-15,0 0-23 0,0 0-23 0,0 0-6 16,0 0-1-16,0 0 2 0,0 0-22 0,0 0-15 0,-18 19-7 16,16-10-9-16,-1 1-12 0,2-2-10 15,-1 2-7-15,1-2-9 0,1-8-5 0,1 13-3 16,3-4-6-16,0-3-8 0,1 0-5 0,0-1-6 15,4 2-2-15,2-4-2 0,-1-1-8 0,2 0 2 0,0 1-7 16,2-3 3-16,-1-1-7 0,0-1-3 0,-1 0-1 16,-1-2-2-16,-2-1 1 0,3 1-6 15,-1-4 2-15,-4 1-1 0,3 0-2 0,-4-2 8 16,-3 2-11-16,1-4 0 0,0 3-6 0,-4-3 1 0,-1 2 5 16,0-2-10-16,-2 0 2 0,-2 0-1 0,0 2-6 15,-2-3 4-15,-1 3-1 0,1 1 4 16,-2 1-13-16,3 3-5 0,-3-1-8 0,0 2-19 15,-1 0-13-15,-2 3-10 0,2 0-15 0,0 2-19 0,-3-1-28 16,4 5-34-16,-1 0-57 0,2-1-48 0,3 2-208 16,0-2-510-16,2 1 226 0</inkml:trace>
  <inkml:trace contextRef="#ctx0" brushRef="#br0" timeOffset="-55298.87">29825 10379 281 0,'0'0'318'0,"1"-10"0"15,-1 10-11-15,4-8-12 0,-4 8-24 0,0 0-29 16,0 0-30-16,0 0-10 0,0 0 1 0,0 0 13 16,0 0-13-16,4 29-11 0,-4-16-3 0,-1 3-27 15,-1 2-10-15,-3 0-14 0,4-1-11 0,-3 1-12 16,2-1-12-16,-1-1-5 0,-1 1-13 0,2 0-7 15,0 0-1-15,1-5-13 0,0-1-7 0,1 2-29 16,0-4-41-16,-2 1-50 0,2 0-49 0,-1-1-40 16,0 1-41-16,0-3-61 0,2 1-61 0,-1-8-291 15,1 10-655-15,-1-10 290 0</inkml:trace>
  <inkml:trace contextRef="#ctx0" brushRef="#br0" timeOffset="-54497.84">29983 10494 223 0,'0'0'268'16,"3"-8"-12"-16,-3 8-18 0,0 0-6 0,0 0 1 15,0 0-3-15,0 0-10 0,0 0-2 0,0 0-5 16,-6 28-19-16,4-19-16 0,0 1-14 0,1 0-20 16,-1 0-12-16,2-1-12 0,0 1-10 0,2-4-9 15,-1 2-15-15,3 1 3 0,-1-3-22 0,4 0 6 0,-1 2-16 16,1-3 5-16,3 1-11 0,0-3-4 0,2 0 0 15,-1 0-12-15,1-2 6 0,-2-2-10 16,1 1-27-16,1-3-2 0,-3 2-7 0,2-4-6 16,-4 3-6-16,-1-3-1 0,1-2-3 0,0 2-8 0,-3-5-10 15,-2 3-7-15,0 0 2 0,-1-1 1 0,-2-3 5 16,-2 0-2-16,1 0 1 0,-5 1 5 0,4 0 0 16,-4-1 5-16,1 3 0 0,-2-1 3 0,-1 1 4 15,0 0-1-15,5 5 4 0,-2-3 0 0,1 1 8 16,5 5-1-16,-9-6-2 0,9 6 1 0,-5-3 2 15,5 3 2-15,0 0 5 0,0 0 0 0,0 0 2 16,0 0-5-16,20-1 4 0,-3-1-2 16,3 4 5-16,3-4 0 0,8-1-3 0,-1 1 6 0,4-1-3 15,-5-1-3-15,0 1 0 0,1-2 2 0,-2 0-1 16,0 0 3-16,-10 3-4 0,0 0 3 16,-1-2 0-16,-1 0 1 0,-4 1 4 0,-5-1 9 0,2 4 8 15,-2-3 3-15,-7 3 9 0,6-4 2 0,-6 4-4 16,5-5 5-16,-5 5-8 0,4-5 0 0,-4 5 2 15,0 0-4-15,0 0 7 0,0 0-3 0,0 0-4 16,-17-5-5-16,17 5 9 0,-19 3-3 0,8 0 4 16,-1 4-2-16,-2 2 15 0,4-3-11 0,-4 4 0 15,4-2 0-15,2 1-10 0,-2-1 8 0,3 3-3 16,2-3-17-16,3 0 7 0,-2-2-3 0,1 3 2 16,2-1-8-16,1-8 1 0,0 11 11 0,0-11-25 15,3 9 1-15,-3-9-7 0,2 8-1 0,1-4-8 16,-3-4 0-16,6 4 4 0,-6-4-1 0,9 2 2 15,-9-2 8-15,10 0-10 0,-10 0 7 0,0 0 7 16,13-4-8-16,-13 4 3 0,8-5-2 0,-3 1 2 16,-5 4 4-16,5-5-5 0,-5 5 3 0,8-5-2 15,-8 5-1-15,3-2 2 0,-3 2 4 0,0 0-9 0,4-6 0 16,-4 6-2-16,0 0 0 0,0 0-1 16,8 10 5-16,-4 0-1 0,-3-2 2 0,2 4-3 15,-2 4 9-15,3 2 2 0,-6 0 4 0,2 1 5 16,0 8 0-16,-3-1-7 0,1-6 16 0,-3 4-5 0,5 2 6 15,-2-7 3-15,-1-2-1 0,-1 0 6 16,-1-1-11-16,1-4 9 0,0 1 1 0,-1-2 4 16,-2 0-8-16,-1-2-1 0,0 2 2 0,-1-3 4 15,-2 1-7-15,-3-1-2 0,0-1-3 0,2-3-1 16,1-1-18-16,-3 0-21 0,3-2-24 0,0-2-17 0,0 1-31 16,11 0-31-16,-21-3-43 0,13 0-65 15,2-3-65-15,1 0-268 0,1-2-614 0,4 8 271 16</inkml:trace>
  <inkml:trace contextRef="#ctx0" brushRef="#br0" timeOffset="-54151.78">30906 10437 49 0,'1'-16'320'0,"1"4"0"15,-1 0 4-15,-1 0-6 0,0 2 4 0,0 0-4 16,1 3-13-16,-1 7-28 0,0-10-26 0,0 10-21 16,0 0-31-16,0-9-40 0,0 9 5 0,0 0-18 15,0 0-7-15,0 0-13 0,5 28 7 0,-3-16-24 16,0 5-5-16,-2 0 2 0,2 0-9 0,-2 2-5 16,0-3-4-16,1 1-9 0,-2 1-9 15,2-4-5-15,-1-2-6 0,0 1-5 0,1-1-3 0,0-1-5 16,1 1-8-16,-2-3-2 0,1-2-4 0,0 2-4 15,2-1 3-15,-2-3-5 0,-1-5-4 0,4 12-1 16,-3-7-32-16,-1-5-10 0,0 0-17 0,0 0-21 16,1 13-31-16,2-9-28 0,-3-4-24 0,0 0-17 15,0 0-30-15,0 0-36 0,0 0-52 0,0 0-42 16,0 0-32-16,0 0-209 0,0 0-606 0,0 0 269 16</inkml:trace>
  <inkml:trace contextRef="#ctx0" brushRef="#br0" timeOffset="-53879.08">30805 10400 84 0,'0'0'248'0,"-4"-9"-14"0,4 9-16 16,0 0-14-16,8-14-8 0,3 9-11 0,6-2-2 16,10 2-27-16,1 3-3 0,4 0-16 0,1 4-14 15,-1 2-9-15,0 2-6 0,-1 5 4 0,-2 2-9 16,-4-1-6-16,-3 3-5 0,-5-4-3 0,0 3-8 15,1 3-3-15,-6-1-4 0,-3-2-4 0,-1 0-4 16,-3-2-2-16,-1-1 8 0,-3 1 7 0,0 0 2 16,-3-2 5-16,-4 0 1 0,-3 4-6 0,-3-3-10 15,-4 0-9-15,-2 1-6 0,-11-1-2 0,-2 0-20 16,-1 0-20-16,-3-5-36 0,-3 0-44 0,-1 4-49 16,1-3-61-16,1-3-79 0,0 1-77 0,1-2-182 15,-3 2-556-15,4-4 247 0</inkml:trace>
  <inkml:trace contextRef="#ctx0" brushRef="#br0" timeOffset="-36566.21">29489 13277 60 0,'0'0'90'16,"-14"0"1"-16,3 0-9 0,1 0-6 0,-1 0 7 15,1 2 2-15,-3 1-15 0,1-3 3 0,-2 1-6 16,3 2 1-16,-3-2 4 0,-3 2-3 0,4 0 4 15,-2 0 1-15,2-1 0 0,-1 1 9 0,1 0 3 16,1 0-10-16,1-2-8 0,4 2-3 0,-1-3-5 16,8 0-1-16,-13 2-6 0,7-1-8 15,6-1-2-15,0 0-7 0,0 0 0 0,-7 3-1 0,7-3-1 16,0 0-4-16,0 0 1 0,39 2-6 0,-10-3 0 16,3 1-2-16,19-4-1 0,1-2-6 0,8 1-5 15,32-4-8-15,-31-2-9 0,32-3 1 0,-28 5-8 16,27-4 6-16,0-3-7 0,-25 7 1 0,21-2 3 15,-27 3 3-15,-1-1 1 0,4 0-2 0,-4 2-3 16,-1 0 5-16,-3-3 1 0,-2 0 2 0,-16 3-3 16,-2 0 7-16,-1 3-2 0,-3-2-3 0,-4 1 5 15,-8 4-2-15,-1 0-3 0,-6-1 9 16,-1 2 4-16,-2 0 0 0,-4-3 4 0,-1 1 8 0,-5 2 3 16,11-2 2-16,-11 2-1 0,0 0 4 0,7-3-3 15,-7 3 4-15,0 0-3 0,0 0-1 0,0 0-2 16,0 0-6-16,0 0 0 0,0 0-4 0,-25-4-3 15,25 4-15-15,0 0-15 0,-11 4-24 0,11-4-29 16,-10 3-32-16,10-3-38 0,-6 0-37 0,6 0-127 16,-8 4-332-16,2-2 147 0</inkml:trace>
  <inkml:trace contextRef="#ctx0" brushRef="#br0" timeOffset="-35371.9">30960 10807 83 0,'0'0'91'16,"0"0"5"-16,0 0-16 0,0 0 7 0,0 0-17 15,0 0-1-15,0 0-4 0,0 0-3 0,0 0-1 16,0 0-15-16,0 0-2 0,-28-2-1 0,28 2-2 15,-10 0-2-15,10 0-6 0,-11-1 13 0,11 1-2 16,-11 0-6-16,11 0-2 0,-10 3-11 0,10-3 5 16,-9 0-7-16,9 0 7 0,-9 0-6 0,9 0 5 15,0 0-10-15,0 0 3 0,0 0-2 0,0 0-3 16,0 0-2-16,0 0 3 0,0 0-5 0,0 0 1 16,35 0-12-16,-15-2-12 0,1 2-28 0,11-2-25 15,-1-2-44-15,1 2-103 0,-3-4-227 0,2 0 101 16</inkml:trace>
  <inkml:trace contextRef="#ctx0" brushRef="#br0" timeOffset="-15330.67">5926 3801 19 0,'0'61'59'16,"-3"-4"1"-16,3 2-1 0,0 1-8 0,1-5 2 15,4 4-3-15,-2-4 1 0,2 4-3 0,-1-2 8 16,0 2-2-16,2 23-18 0,1-25 15 0,-1 4 0 16,5 23-3-16,-4-29 2 0,6 27-8 15,-10-25 9-15,5 29-6 0,-1-27-1 0,3 24-3 0,-5-26 2 16,3 26 3-16,-3 4-5 0,1-4 0 0,3 1-2 15,-1 0 2-15,-3-2 12 0,0 1-19 0,1-3 2 16,4 2-1-16,-1 3-2 0,4 3 1 0,1-2 0 16,-2 0 10-16,-1 1-14 0,3 2 4 0,0-1-6 15,0-3 3-15,4 7 4 0,-4-1-4 16,7-1 6-16,-4 4-6 0,-1-6-6 0,2 8 5 0,-3-5-4 16,1 2 0-16,0-2-3 0,0 1 4 0,1 0-1 15,-1-1 2-15,-3 5-3 0,-2-1-2 16,2 0-1-16,-3-5-2 0,-2 4-1 0,2 5 4 15,-2 4 4-15,-3 2-4 0,3 1-1 0,0-2 8 16,-1 2-2-16,-5-2 0 0,7-1 5 0,0 2 2 0,1 2-6 16,-2 0 1-16,-1 3-6 0,3-5 5 0,-4-4-4 15,2 2-4-15,1 4-5 0,3 3 6 0,-1 3-4 16,-1 0-1-16,1-4 3 0,2 2 2 0,-1 0-11 16,4 2 9-16,-7 1-3 0,4 0-1 15,-4-2 1-15,1-1-5 0,3-2-1 0,-3 0-3 16,5 9 4-16,0 3 1 0,-5 1-4 0,3-1-2 15,-4-3 0-15,-2 0 0 0,3 3-1 0,1-5 4 16,3 2-4-16,-5 0-1 0,1 0-2 0,1-2-3 0,-3 4 3 16,-2 2 2-16,1 2-3 0,-3 3 0 15,0 0-2-15,2 0 4 0,-2 0-3 0,3-3 1 16,2 1 0-16,3 0-1 0,-2-1 1 0,4-5-2 16,3 0 0-16,-1 1-2 0,6-1 5 0,2-3 2 15,5-5-2-15,1 0-5 0,1-11-1 0,2-4-5 16,4-1-12-16,-1 3-16 0,6-13-24 0,-4 2-33 15,-2-2-33-15,4-9-41 0,-1-1-58 0,-5 0-136 16,-10-25-390-16,-2-3 173 0</inkml:trace>
  <inkml:trace contextRef="#ctx0" brushRef="#br0" timeOffset="-12847.33">585 3225 42 0,'0'0'178'0,"0"0"0"0,0 0-5 0,0 0-9 0,0 0-13 16,0 0-10-16,0 0-14 0,0 0-17 0,0 0-12 15,0 0-13-15,0 0-11 0,0 0-12 16,0 0-4-16,0 0-2 0,0 0-13 0,0 0-8 15,0 0 5-15,0 0-5 0,0 0-2 0,0 0-2 16,-7 98-4-16,7-98-1 0,2 54-5 0,-2-29 0 16,0-25 0-16,2 51-3 0,-2-51 0 0,3 38 0 15,-3-38-2-15,-3 33-1 0,3-33-2 0,0 0 1 16,-4 42-1-16,4-42-3 0,0 0-2 0,0 0 4 16,-4 32-4-16,4-32 1 0,0 0 2 0,0 0-3 15,0 0 0-15,0 0 4 0,0 0-1 0,0 0 3 16,0 0 0-16,0 0-4 0,0 0-5 0,0 0 3 15,0 0 1-15,0 0-7 0,0 0-2 0,0 0-4 16,0 0 2-16,0 0 0 0,0 0 0 0,0 0 0 16,51-6-3-16,-51 6 3 0,0 0 1 0,56-3-1 15,-56 3-1-15,38-2 3 0,-17 3 3 0,-1-2-4 16,-1-1-2-16,2 1 5 0,-2-1 0 0,-2-1 3 16,3-2-2-16,-2 2-1 0,0-2 0 0,-3 2 1 15,-1-3 2-15,-2 2-3 0,0 1 2 16,-4-2-3-16,1-3 7 0,1 1-8 0,-2 0 1 15,-4-2-3-15,1-1 1 0,-3-2 4 0,0 2-3 16,0-3 11-16,-2 1 1 0,-2 0 1 0,2 0 3 16,-4 0 3-16,4 2-3 0,-3 2 10 0,2 2 0 15,1 6 1-15,-3-12-9 0,3 12-4 0,-4-5-6 16,4 5-1-16,0 0 0 0,0 0-2 0,-12 15-2 16,5-3 1-16,1 2-2 0,2 5-6 0,3 0-4 15,-3-3-12-15,2 2-16 0,2-1-20 16,3 0-30-16,1-1-33 0,6-2-30 0,2 0-37 0,2-3-131 15,0-4-342-15,0-4 151 0</inkml:trace>
  <inkml:trace contextRef="#ctx0" brushRef="#br0" timeOffset="-12622.83">1261 3206 30 0,'0'0'239'0,"0"0"-28"15,-3-13-19-15,3 13-22 0,0 0-24 0,0 0-14 16,0 0-12-16,0 0-6 0,0 0-10 0,-10 28-8 16,8-10-8-16,0 2-7 0,6 5-5 0,-4 2-11 15,0 0-6-15,4-2-3 0,-4 0-5 0,4-6-1 16,-2 1-13-16,1-1-22 0,1 1-23 0,0-1-34 16,-1-3-46-16,-1 0-42 0,-2 0-23 0,0-4-14 15,0-4-91-15,0-8-279 0,-9 18 124 0</inkml:trace>
  <inkml:trace contextRef="#ctx0" brushRef="#br0" timeOffset="-12487">1143 3398 84 0,'3'-14'138'16,"2"9"-25"-16,4-2-21 0,-1 0-29 0,2-1-30 15,6 0-33-15,3 0-15 0,8-1-28 0,3 1-35 16,1 1-84-16,6 0 38 0</inkml:trace>
  <inkml:trace contextRef="#ctx0" brushRef="#br0" timeOffset="-11939.8">1732 3249 148 0,'0'0'206'0,"0"0"-3"16,-21 26-6-16,12-16-6 0,1 1-7 15,0-1-15-15,1-1-8 0,0 3-15 0,2-2-14 16,0 2-10-16,3-2-10 0,-1 0-17 0,3-10-4 15,1 19-10-15,-1-9-8 0,0-10-5 0,7 16-6 0,-3-10-1 16,6-2-7-16,-4 0 0 0,4 1-9 16,0-4-7-16,4 0-6 0,-1 2-10 0,1-6-5 15,5 0-5-15,-2-1-2 0,0-4-6 0,0 1-1 16,-6 0-1-16,4-3-7 0,-6 1-3 0,2-3-1 16,-1-2 1-16,-3-1 1 0,-1-1-1 0,0 0 3 15,0-2-5-15,-4 3 10 0,1-2-6 0,0 6 1 16,-3 0 3-16,0 11 4 0,1-12-1 0,-1 12-2 15,0-10 0-15,0 10-5 0,0 0-5 0,0 0 4 16,0 0 3-16,0 0 4 0,0 0-3 16,-4 37 0-16,4-21 3 0,-1-4 0 0,2 5-1 15,3-5 1-15,-1-1-1 0,2 1 3 0,-1-2 0 16,1 0 1-16,4-4 0 0,0 1 5 0,0-3-5 16,3-1 3-16,0-2-5 0,2-2 4 0,2-4-9 15,2-1 5-15,-2 1-4 0,2-3-3 0,-4 1 0 16,1-3-2-16,-2-1-1 0,-4 0 1 0,2-1-6 15,-4 2 4-15,-1-1 1 0,2-3 1 0,-2 2 3 16,-3 0-3-16,-1 2 1 0,-2 0 7 0,0 10-2 16,2-19-3-16,-2 19-1 0,0-9-6 0,0 9 5 15,0 0 0-15,0 0-3 0,0 0 7 0,0 0 3 16,0 0 1-16,0 0 1 0,-7 33 4 0,1-18 3 16,2 2 2-16,1 1 5 0,0 0 1 0,-1-1-2 15,3 0 3-15,-1 0-1 0,-1-1-3 0,2 0 0 16,0 1-1-16,-1-4-2 0,2 1 2 0,-3 2 1 15,2-6 1-15,-3 1-18 0,4-1-19 0,-2 3-36 16,2-13-49-16,0 0-49 0,-2 21-69 16,2-21-142-16,-4 13-397 0,4-13 176 0</inkml:trace>
  <inkml:trace contextRef="#ctx0" brushRef="#br0" timeOffset="-11386">2708 3137 143 0,'-9'-7'195'16,"1"2"-6"-16,0 1-18 0,8 4-16 0,-11-6-15 16,11 6-16-16,0 0-11 0,-14 0-10 0,14 0-15 15,-12 13-5-15,7-4-6 0,0 0-11 0,-3 2-2 16,5 0-11-16,-1 2-4 0,2-1-4 0,1 1-3 16,2-2-8-16,2 6-3 0,2-2 3 15,4 1-7-15,0-3-2 0,3 1 5 0,0 0-7 0,2-3-4 16,2 0-3-16,0 0 3 0,-2 1-1 0,-3-3-2 15,-1-1 1-15,0-1-8 0,-1 0 4 16,-4-1-3-16,3 2-2 0,-4-2 2 0,-1-2-3 0,-1 4 7 16,-2-8-3-16,-7 16 2 0,1-7 5 0,-1-2-10 15,-2 2-4-15,-2-2-8 0,-3 0-12 0,-3 2-15 16,3-4-17-16,-5 1-13 0,6-2-33 0,1 0-25 16,1-3-41-16,1-1-141 0,10 0-324 0,-15 0 143 15</inkml:trace>
  <inkml:trace contextRef="#ctx0" brushRef="#br0" timeOffset="-10678.63">3008 3215 182 0,'0'0'240'16,"0"-11"-14"-16,0 11-11 0,0 0-11 0,0 0-12 0,-18-3-8 15,18 3-20-15,-17 10-9 0,3 0-14 16,1 3-11-16,0-1-12 0,1 2-9 0,-1-1-12 15,3 2-9-15,4-3-10 0,-1 1-6 0,3-1-12 16,2 0 0-16,1-3-10 0,2 1-7 0,3-1-4 16,-2-4-3-16,3 2-5 0,2 0-8 0,-1-3-7 15,4-3-6-15,2 2-2 0,-1-1-1 0,2-4-2 16,-1 2 0-16,0-4 2 0,1 0-2 0,-2-1-1 16,-1 0-1-16,-1-3 1 0,0 2 6 0,-3-5-10 15,0 3 3-15,-1-3 0 0,-1 2-1 0,1-2-1 16,-2 2 1-16,1-1 1 0,-4 10 2 0,4-12 4 15,-4 12-3-15,1-8 5 0,-1 8-12 0,0 0-4 16,0 0-2-16,6-7 1 0,-6 7 0 0,0 0 3 16,0 0-3-16,0 0 4 0,8 23 3 0,-3-15-3 15,-2 0 0-15,-1 2-1 0,3-3-1 0,-5-7 4 16,10 13 1-16,-7-5 1 0,3-3-1 0,2-2 4 16,4 1-1-16,-2-2 1 0,-10-2 1 0,21 1 7 15,-10-1-5-15,2-3 3 0,-1-1-1 16,0 1-2-16,-1-4-3 0,3-2 1 0,-5 3 3 15,3-3-2-15,-3 1 0 0,-4-1-1 0,4 0 0 16,-3-3 0-16,1 2 2 0,-2 0-1 0,-1 3-5 0,-4 7 12 16,6-11-7-16,-6 11 4 0,6-5-9 15,-6 5-5-15,0 0 2 0,5-7-7 0,-5 7 1 16,0 0 1-16,0 0 1 0,0 0 1 0,0 0 0 16,15 18-1-16,-13-11 3 0,-2-7 0 0,10 12 0 15,-6-7 2-15,5 0 0 0,0 0 5 0,0-2-5 16,1-1 4-16,1-1 4 0,2-1 0 0,-13 0-6 15,25-1 4-15,-14-1 0 0,2-5 5 0,0 4-5 16,2-4 0-16,-3 1-1 0,-1 0 3 0,-2 1-1 16,-1-1 3-16,-2 1 2 0,-6 5 7 0,8-8-5 15,-8 8 1-15,6-8-4 0,-6 8 0 0,5-6-4 16,-5 6-6-16,0 0-1 0,0 0 0 0,0 0-3 16,9 18 3-16,-9-2 11 0,-1 10-1 0,0 5-2 15,-4 1 0-15,2 4 4 0,2 0 1 0,0 0 0 16,-1 10 1-16,0-13 0 0,-1 2-1 15,2-3-6-15,2 0 3 0,-2-3-1 0,2 0 2 0,-1-5-1 16,1-6-23-16,1-1-28 0,-1 1-20 0,2-2-40 16,-5-6-56-16,2-10-74 0,-2 22-250 0,-6-8-522 15,-6-1 231-15</inkml:trace>
  <inkml:trace contextRef="#ctx0" brushRef="#br0" timeOffset="-10251.8">962 4227 249 0,'-9'-18'270'0,"1"2"-6"15,0 2-11-15,4 6-12 0,-3 0-15 0,3 1-25 16,2 1-19-16,2 6-24 0,-7-5-19 0,7 5-16 15,0 0-13-15,0 0-7 0,-2 19-12 0,2-1-1 16,2 7-3-16,-4 5-2 0,2 1-10 0,0 2-4 16,0-1-9-16,0 1-3 0,2-6-7 0,0-1-5 15,-2 2-5-15,2-3-4 0,1-1-1 0,-3-3-14 16,1-2-24-16,0 0-25 0,-1-8-31 0,1 2-28 16,2-1-40-16,-3-12-51 0,4 15-59 15,-1-10-211-15,-3-5-483 0,0 0 214 0</inkml:trace>
  <inkml:trace contextRef="#ctx0" brushRef="#br0" timeOffset="-9977.89">917 4236 56 0,'16'-9'209'0,"0"2"-9"0,3-2-17 0,2 4-13 15,0 1-10-15,6 4-7 0,-6 1-3 0,2 2-7 16,4 5-2-16,-2 2-9 0,0 3-10 0,-4 3-7 15,2 0-8-15,-2 2-8 0,-1 2-6 0,-3 0-6 16,-3 0-11-16,-3-3-1 0,-4 1-3 0,-1 1-4 16,-3-1 6-16,-1 1-13 0,-6 7 11 0,-1-8-5 15,-5 6-3-15,-5 1-8 0,-4-3-1 0,-2 4-7 16,-6-3-2-16,3-1-5 0,-3-4-3 0,-1 0-13 16,2-3-4-16,7-5-15 0,1 0-9 0,7-4-17 15,-1-1-19-15,0-1-28 0,3-2-37 16,9-2-45-16,-17 2-54 0,17-2-247 0,0 0-488 15,-15-7 216-15</inkml:trace>
  <inkml:trace contextRef="#ctx0" brushRef="#br0" timeOffset="-9805.93">1505 4448 53 0,'13'-5'199'0,"-1"2"-15"0,1-3-18 15,0 1-17-15,0 1-14 0,0 0-13 0,1 0-13 16,-14 4-27-16,23-5-45 0,-23 5-40 0,19-1-54 16,-19 1-44-16,14 3-79 0,-14-3-194 0,0 0 87 15</inkml:trace>
  <inkml:trace contextRef="#ctx0" brushRef="#br0" timeOffset="-9658.25">1517 4579 157 0,'-9'6'181'0,"9"-6"-6"0,0 0-6 16,0 0 0-16,0 0-7 0,0 0-14 0,0 0-14 16,22 10-12-16,-22-10-26 0,43-17-25 0,-16 8-33 15,-2-3-47-15,6 2-53 0,-1-1-62 0,0 0-115 16,-4-1-256-16,2-1 113 0</inkml:trace>
  <inkml:trace contextRef="#ctx0" brushRef="#br0" timeOffset="-9425.55">2145 4173 199 0,'4'-11'294'15,"-4"11"-7"-15,0 0-12 0,1-10-16 0,-1 10-17 16,0 0-36-16,5-7-11 0,-5 7-20 0,0 0-15 16,0 0-8-16,0 0 3 0,0 0-21 0,8 40 4 15,-6-23-5-15,-1 4-9 0,0 3-17 16,2-3-6-16,0 4-9 0,-1-4-8 0,-1 4-10 15,0-5-7-15,-1-2-19 0,0 1 4 0,1 0-17 16,-1 0-34-16,2 0-29 0,-2 0-38 0,2-2-37 16,0 1-46-16,-2-18-46 0,5 27-57 0,-1-17-248 15,-4-10-540-15,2 13 239 0</inkml:trace>
  <inkml:trace contextRef="#ctx0" brushRef="#br0" timeOffset="-9130.8">2430 4355 33 0,'0'0'239'0,"0"0"-7"0,0 0 1 16,0 0 1-16,0 0-5 0,0 0-13 0,9 22-16 15,-9-22-22-15,2 15-15 0,-2-15-14 0,8 17-13 16,-3-11-8-16,1 3-16 0,1-2-9 0,-7-7 3 16,18 7-1-16,-6-5-1 0,3-2-17 0,3-3 10 15,4-1-8-15,3-5-12 0,-6 3-2 16,-1-2 0-16,3-1-1 0,-5-3 0 0,0 0-5 15,-7 3 12-15,0 0 5 0,-3-5-7 0,0-1-4 16,-4 3-5-16,-2-1-8 0,0 13-7 0,-9-31-3 16,0 18 0-16,-2-2-15 0,-2 3 1 0,-2-1-6 15,-2 5-4-15,-3 3-17 0,-5 0-8 0,-3 8-12 16,-2 1-27-16,2 6-33 0,3 4-33 0,-5 1-40 16,5 2-54-16,3 2-78 0,0 3-318 0,3-1-641 15,5-7 284-15</inkml:trace>
  <inkml:trace contextRef="#ctx0" brushRef="#br0" timeOffset="-1012.03">1221 5453 27 0,'-8'7'177'16,"8"-7"0"-16,-6 6-6 0,6-6-5 0,0 0-13 0,0 0-8 15,0 0-9-15,-2 6-2 0,2-6-7 0,0 0-5 16,0 0-10-16,0 0-5 0,0 0-9 0,0 0-5 16,0 0-9-16,0 0-8 0,20-19-8 15,-11 12-6-15,-1-2-5 0,2 0-8 0,3-4-3 0,-6 4-4 16,2-2-2-16,-2 0-1 0,-3-1-2 16,3 3 0-16,-3-1-9 0,1-1 1 0,0 1-3 15,-1 2 6-15,-1 3 1 0,-3 5-3 0,4-8-2 16,-4 8-4-16,2-9-4 0,-2 9 1 0,0-7-9 15,0 7-1-15,0 0 0 0,0 0 2 0,0 0-3 16,0 0 2-16,0 0-1 0,-2 42 2 0,0-29-3 16,1-2 1-16,1 2-2 0,1 1-2 0,-1-3 0 15,2-1-9-15,0 1-14 0,0 0-20 0,3 0-14 16,-3-4-23-16,2 1-37 0,3 1-34 0,-1-2-37 16,-6-7-38-16,11 7-142 0,-8-4-389 0,-3-3 173 15</inkml:trace>
  <inkml:trace contextRef="#ctx0" brushRef="#br0" timeOffset="-861.3">1321 5209 28 0,'0'0'112'0,"-4"-10"-2"0,4 10-31 0,0 0-27 15,0 0-32-15,0 0-22 0,27 0-26 0,-16 0-35 16,5 0-66-16,-16 0 29 0</inkml:trace>
  <inkml:trace contextRef="#ctx0" brushRef="#br0" timeOffset="-634.89">1688 5174 121 0,'0'0'214'0,"0"0"-3"16,0 0-14-16,0 0-14 0,0 0-5 0,0 0-10 15,-28 5-10-15,28-5-6 0,-11 14-5 0,0 2-6 16,2 7 3-16,2-5-17 0,-4 9-10 0,7 5-3 15,-1 0-6-15,3-1-9 0,-2 0-8 0,2 2-10 16,0-3-5-16,2 3-3 0,4-5-12 0,-6 1-3 16,5-2-7-16,-3 1-2 0,1-3-6 0,1 0-5 15,0-7-6-15,1 1-5 0,-3-2-28 0,1-1-23 16,0 0-28-16,-2 0-30 0,0 0-51 0,1-16-49 16,0 20-45-16,-3-10-200 0,3-10-462 15,-5 12 205-15</inkml:trace>
  <inkml:trace contextRef="#ctx0" brushRef="#br0" timeOffset="-477.56">1449 5655 1933 0,'4'-8'8'0,"-4"8"11"0,5-13-12 0,-1 7-6 16,2-3-1-16,-2 4-4 0,5-2 2 0,-2 2 8 16,4-4-6-16,0 3 8 0,2-2 1 0,6 0-6 15,5-2 7-15,3 1-13 0,2-2-27 16,0 1-42-16,-1 0-64 0,0 4-158 0,-9 0-317 15,-1 2 142-15</inkml:trace>
  <inkml:trace contextRef="#ctx0" brushRef="#br0" timeOffset="200.05">780 6344 25 0,'0'0'242'15,"0"0"-5"-15,-20-38 9 0,20 38-19 0,0 0-14 16,-25-20-11-16,25 20-17 0,0 0-11 0,-33-14-18 0,33 14-12 15,0 0-9-15,0 0-12 0,-38-2-14 16,38 2-11-16,0 0-5 0,0 0-12 0,-37 30-12 16,37-30-1-16,-20 29-10 0,20-29-4 0,-14 34-4 15,14-34-5-15,-8 30-5 0,8-30-3 0,-3 28-7 16,3-28-4-16,0 0-6 0,0 0-6 0,11 43-4 16,-11-43-5-16,0 0 0 0,0 0-6 0,23 22-1 15,-23-22-10-15,0 0-3 0,0 0-8 0,42 0 2 16,-42 0 3-16,0 0-4 0,0 0-2 0,44-26-1 15,-44 26 2-15,19-22 4 0,-19 22 1 0,17-30 0 16,-17 30-2-16,12-38 9 0,-12 38 1 0,10-45 2 16,-10 21-1-16,0 24 1 0,2-51-1 0,-4 20 0 15,2 31 8-15,-2-55 7 0,2 55 7 0,-6-35 6 16,6 35 3-16,-2-29 7 0,2 29 0 0,0 0-3 16,0 0-4-16,0 0-7 0,0 0-7 0,0 0-3 15,0 0 0-15,0 0 3 0,0 0-6 0,0 0 2 16,0 0 3-16,0 0-1 0,0 0-3 0,25 117 2 15,-21-84 2-15,-1 0-1 0,2 2-2 0,0-4-4 16,1-2-15-16,-2 1-16 0,3-3-22 0,-3-2-42 16,4 1-42-16,-2-10-58 0,1-1-60 0,-3-3-140 15,1 0-427-15,2-2 190 0</inkml:trace>
  <inkml:trace contextRef="#ctx0" brushRef="#br0" timeOffset="602.12">1045 6327 57 0,'0'0'212'0,"0"0"-11"0,0 0 4 15,0 0-16-15,-16 24-4 0,13-12-15 0,-5-1-18 16,6 6-10-16,-5-2-16 0,3 0-8 0,2 1-13 16,-2-6-10-16,1 0-9 0,0 1-9 0,1-1-9 15,2-10-5-15,-2 11-8 0,2-11-2 0,-2 11-8 16,2-11 3-16,0 0-5 0,0 0 1 0,-2 9 6 15,2-9-6-15,0 0-5 0,0 0 0 0,0 0-10 16,0 0 3-16,0 0-7 0,-3-45 3 0,3 27-7 16,0 1 0-16,4-7-5 0,-4-4-4 0,3 1-4 15,1 1-1-15,-4-5-4 0,5 3 6 0,2-5-7 16,0 6 1-16,1-2-2 0,-2 10 3 0,2-5 0 16,-4 9 0-16,1 1 0 0,-1 6-2 0,0 3-6 15,-4 5 0-15,9-4-1 0,-9 4 3 16,17 9 0-16,-9-1 4 0,4 7 3 0,-1 3-3 0,-2-1 8 15,3 6-2-15,-2 4 4 0,-1-2 4 16,0-1-2-16,-1-5 0 0,0 5 0 0,1-1-2 0,-4-5 0 16,1-1-2-16,-1-1-2 0,-1-1-21 15,1-1-27-15,-3-3-21 0,0 0-36 0,-2-11-50 0,2 23-43 16,-2-17-41-16,0-6-151 0,-6 14-414 16,6-14 184-16</inkml:trace>
  <inkml:trace contextRef="#ctx0" brushRef="#br0" timeOffset="754.2">993 6393 175 0,'0'0'179'0,"0"-10"-18"0,0 10-4 0,0 0-13 16,20-10-9-16,-8 7-14 0,4-4-17 0,5 1-8 16,0 2-8-16,9 0-25 0,-10 0-41 0,11 1-45 15,-3-3-66-15,-9 6-134 0,-5-2-240 0,-1 2 106 16</inkml:trace>
  <inkml:trace contextRef="#ctx0" brushRef="#br0" timeOffset="1013.04">719 6838 2227 0,'0'0'53'0,"0"0"-23"0,-38 13-27 0,38-13 2 16,0 0-20-16,0 0 5 0,0 0 4 0,0 0 4 15,0 0 5-15,0 0 2 0,0 0 4 0,0 0 4 16,0 0 3-16,42-1-2 0,-12-4-4 0,9-2 0 16,-1 0 3-16,13-5-5 0,-2 0-4 0,-8 4-23 15,8 1-34-15,-15 1-50 0,2-2-63 0,-5 4-176 16,-2 1-370-16,-9 2 164 0</inkml:trace>
  <inkml:trace contextRef="#ctx0" brushRef="#br0" timeOffset="1451.86">1027 7067 2269 0,'-9'7'80'0,"1"2"-42"16,1-3-21-16,-3 2-11 0,3 0-5 0,1 1 3 15,-1 2 14-15,-2 4 12 0,4-4 9 0,-1 7 1 16,1-1 8-16,-3 0-2 0,3-1 1 16,0 0-2-16,-1-1 0 0,3-4-5 0,2 5 0 0,-2-4-4 15,-1-2 4-15,4 1-5 0,-2-2 2 0,2-3-2 16,0-6-4-16,0 11-3 0,0-11-2 0,-4 10-2 16,4-10 4-16,-1 6 10 0,1-6 2 0,0 0 9 15,0 0 4-15,0 0-5 0,0 0-4 16,0 0-8-16,0 0-2 0,0 0-4 0,1-30-9 15,3 14 0-15,0-3 4 0,3-7-12 0,1 1-3 16,-1-2-5-16,4 1-2 0,-4-4-2 0,2 4-3 16,2-2 6-16,-1 3-3 0,-2 7 0 0,-1 2 0 0,-2 7 3 15,2-1 3-15,-3 3-7 0,-2 3-4 16,-2 4-1-16,9-7 0 0,-9 7-4 0,13 2 3 16,-13-2 2-16,14 10-1 0,-6 0 3 0,2 3 6 15,-3 3 7-15,2-2-3 0,0 4-2 0,-2-2 5 16,-1 0-4-16,3 1 4 0,0-1-1 0,-4 0 2 15,3-1-7-15,-3-4-5 0,1 1-23 0,0-2-27 16,-2 0-31-16,0-3-19 0,0-1-27 0,-3 1-27 16,1-2-24-16,-2-5-36 0,4 7-16 0,-4-7-12 15,0 0-143-15,-8 10-416 0,8-10 185 0</inkml:trace>
  <inkml:trace contextRef="#ctx0" brushRef="#br0" timeOffset="1595.14">964 7219 133 0,'-7'-2'153'0,"1"-1"-6"0,6 3-1 15,0 0-2-15,-11-2-1 0,11 2-10 0,0 0-9 16,0 0-7-16,0 0-9 0,0 0-14 0,0 0-6 16,26-7-11-16,-10 1-3 0,9-4-13 0,4 1-24 15,1-2-27-15,-1-1-46 0,3-3-54 0,-3 1-58 16,-1 3-105-16,-1-4-274 0,0 1 122 0</inkml:trace>
  <inkml:trace contextRef="#ctx0" brushRef="#br0" timeOffset="1878.94">1349 6395 134 0,'-3'-8'266'0,"3"8"-8"0,-2-10-15 15,2 10-16-15,-5-7-26 0,5 7-20 0,0 0-20 16,0 0-4-16,0 0 0 0,0 0-7 0,7 43-2 15,-3-12-8-15,1 3-2 0,3 13-12 0,1 1-4 16,-4 1-9-16,0-1-1 0,0 4-18 0,1-1-7 16,-4-1-3-16,3-1-12 0,0-14-3 0,-1 12-8 15,-1-12-6-15,-1 0-11 0,-2-3-7 0,4 2-24 16,-4-1-28-16,0-3-22 0,2-3-25 0,-2-1-30 16,2-7-37-16,-6 1-38 0,3-5-42 0,0-1-47 15,-3-2-192-15,-3-1-484 0,2-2 214 16</inkml:trace>
  <inkml:trace contextRef="#ctx0" brushRef="#br0" timeOffset="2188.54">400 6318 163 0,'0'0'177'0,"0"0"-16"16,0 0-11-16,0 0 9 0,0 0 1 0,0 0-2 0,0 0-11 16,-2 111-8-16,7-61 17 0,1 9-15 15,4 0-13-15,-4 0-12 0,-1 23-8 0,-3-23-8 16,4 1-12-16,1 22-5 0,-2-28-9 0,0-1-8 15,1 3-5-15,1-5-11 0,4-1-21 0,-4 1-25 16,0-5-28-16,1-10-43 0,-3 9-49 0,2-13-60 16,0-1-197-16,-5-3-404 0,-2-28 180 0</inkml:trace>
  <inkml:trace contextRef="#ctx0" brushRef="#br0" timeOffset="7313.81">1830 6437 228 0,'0'0'230'0,"-8"1"-10"0,8-1-11 16,0 0-11-16,0 0-15 0,0 0-15 0,-9 0-16 15,9 0-13-15,0 0-14 0,0 0-12 0,0 0-9 16,0 0-10-16,0 0-8 0,0 0-7 0,0 0-18 15,25 4-18-15,-25-4-19 0,16 0-26 0,-8 2-25 16,0-1-38-16,0 1-31 0,1 0-44 0,0 1-33 16,-3-1-153-16,0 1-353 0,-6-3 157 0</inkml:trace>
  <inkml:trace contextRef="#ctx0" brushRef="#br0" timeOffset="7480.46">1786 6584 30 0,'0'0'195'0,"-5"3"-3"16,5-3 2-16,0 0-7 0,-6 2-10 0,6-2-16 16,0 0-12-16,0 0-7 0,0 0-15 0,0 0-12 15,0 0-19-15,25 0-22 0,-12-2-29 0,0 1-35 16,6-3-60-16,-2 2-67 0,2-2-172 0,-1-2-311 16,-2 3 138-16</inkml:trace>
  <inkml:trace contextRef="#ctx0" brushRef="#br0" timeOffset="8314.25">2578 6257 109 0,'-1'-9'227'0,"1"9"-5"0,-2-7-6 16,2 7-8-16,0 0-2 0,-4-9-7 0,4 9-18 16,0 0-13-16,0 0-13 0,-3-7-16 0,3 7-15 0,0 0-13 15,0 0-13-15,0 0-8 0,0 0-10 0,0 0-5 16,0 0-9-16,0 0-7 0,0 0-5 0,0 0 1 16,0 0-16-16,0 0-1 0,-2-7-7 0,2 7-2 15,0 0-2-15,0 0-3 0,0 0 1 0,0 0 0 16,0 0-7-16,0 0 1 0,0 0-4 15,0 0 1-15,0 0 3 0,0 0 1 0,0 0 0 0,0 0 2 16,0 0 4-16,0 0-1 0,0 0 5 0,0 0-3 16,0 0 0-16,0 0 0 0,0 0-1 0,0 0 2 15,0 0-2-15,0 0-4 0,0 0 1 0,0 0-6 16,0 0 1-16,0 0-4 0,0 0-1 16,0 0-1-16,0 0 0 0,-9 18-5 0,9-18 5 15,-1 9-7-15,1-9 0 0,0 0 1 0,0 12 1 0,0-12-2 16,1 10 5-16,1-5-6 0,-2-5 6 0,4 11-9 15,0-5 0-15,2 1 4 0,1 0 0 16,0 1-2-16,2-1-1 0,2 0-3 0,-1 0 6 16,0 1-5-16,5-1 3 0,-4 0-1 0,1 0 21 15,0 0 14-15,0-1-2 0,-1 2-7 0,-2-3-4 0,0 1-2 16,1 1-15-16,-2-1 13 0,-1 1-2 16,-1-2 2-16,-1 1 0 0,0 1-5 0,-3-3-3 0,-1 3 0 15,-1-7-2-15,-5 15-7 0,-1-6-2 16,-2-1-6-16,-2 0-5 0,-3 3-12 0,-2-4-8 15,-1 1-11-15,0-1-17 0,-3-1-13 0,6-2-15 16,-1-1-24-16,1 0-26 0,-1-3-38 0,3-2-57 16,-1 0-48-16,1-4-181 0,-2 3-496 0,3-4 220 0</inkml:trace>
  <inkml:trace contextRef="#ctx0" brushRef="#br0" timeOffset="8468.29">2520 6231 84 0,'7'-7'192'0,"4"5"-16"16,1-5-15-16,-1 3-6 0,8-3-10 0,-3 2-14 16,5-2-13-16,6-3-9 0,-6 5-11 0,5-3-12 15,2 2-21-15,-6 3-42 0,7-1-49 0,-1 2-60 16,-7 0-153-16,-3 2-258 0,1 2 114 0</inkml:trace>
  <inkml:trace contextRef="#ctx0" brushRef="#br0" timeOffset="8745.02">3226 6169 78 0,'6'-10'277'0,"-6"10"-2"0,0 0-4 16,1-10-6-16,-1 10-4 0,0 0-7 0,0 0-18 15,0 0-16-15,1-11-25 0,-1 11-21 0,0 0-17 16,0 0-36-16,0 0 14 0,0 0-9 0,0 0-2 15,0 0 1-15,-6 35-6 0,1-19-10 0,-4 8 2 16,0-1-18-16,4-4-6 0,-2 5-4 0,0 2 0 16,-1-3-29-16,3-4 10 0,1 1-9 0,1 0-6 15,-1-1-7-15,1-4-25 0,-2 1-22 0,-3-1-34 16,5-3-26-16,1 0-21 0,-1 0-38 0,-1-4-44 16,1 4-54-16,3-12-64 0,-7 11-259 0,3-5-589 15,4-6 261-15</inkml:trace>
  <inkml:trace contextRef="#ctx0" brushRef="#br0" timeOffset="8906.5">3057 6248 92 0,'0'0'243'15,"0"0"-25"-15,0-10-23 0,0 10-22 0,0 0-33 16,0 0-40-16,0 0-45 0,0 0-80 0,0 0-79 0,0 0-78 15,0 0-196-15,0 0 87 0</inkml:trace>
  <inkml:trace contextRef="#ctx0" brushRef="#br0" timeOffset="9080.08">3330 6490 5 0,'5'2'325'16,"-5"-2"1"-16,10 1 3 0,-10-1 0 0,0 0-23 15,9 2-30-15,-9-2-27 0,0 0-24 0,8 0-37 16,-8 0-40-16,0 0-48 0,0 0-57 0,0 0-69 16,0 0-81-16,0 0-94 0,0 0-219 0,0 0-454 15,0 0 202-15</inkml:trace>
  <inkml:trace contextRef="#ctx0" brushRef="#br0" timeOffset="11447.42">825 8327 149 0,'-2'-13'236'0,"2"13"-4"0,0 0 0 0,0 0-9 0,0 0-17 15,0 0-19-15,0 0-17 0,-27-39-9 0,27 39-11 16,0 0-12-16,0 0-9 0,-30-11-12 0,30 11-10 16,0 0-9-16,0 0-8 0,0 0-5 0,0 0-10 15,-74 29 1-15,74-29-2 0,-29 23-5 0,15-10-19 16,14-13 11-16,-24 30-12 0,24-30-1 0,-15 34-11 15,15-34 0-15,-10 28-6 0,10-28-1 0,0 0-4 16,-9 31 1-16,9-31-5 0,0 0-2 0,0 0-2 16,0 0-2-16,0 0-1 0,14 41 1 0,-14-41-1 15,0 0-3-15,0 0 1 0,0 0-6 0,36 0 3 16,-36 0-15-16,0 0 10 0,0 0 1 0,0 0-3 16,63-33 2-16,-63 33-5 0,25-25 0 15,-25 25 1-15,21-29 0 0,-21 29-3 0,17-29 2 16,-17 29 0-16,12-35-3 0,-12 35 1 0,8-38 2 15,-8 38-2-15,3-47 3 0,-3 47-1 0,0-43-4 0,0 43 3 16,-3-44-1-16,3 44-2 0,-5-38 4 0,5 38-2 16,-5-36 7-16,5 36 8 0,0 0 6 15,-6-29 0-15,6 29 2 0,0 0-4 0,0 0-6 16,0 0-6-16,0 0-3 0,0 0 3 0,0 0-2 16,0 0-7-16,0 0 6 0,0 0-1 0,0 0 1 15,0 0 0-15,0 0-11 0,7 129 9 0,-6-100 2 16,-1-29 5-16,3 56-15 0,2-28 14 0,0 1-4 0,-1-3 4 15,2 0-4-15,1 0 1 0,-5-7-18 0,6 0-25 16,-4-2-25-16,0-5-37 0,0 0-30 16,1-3-45-16,2 1-39 0,0-2-39 0,0 1-194 15,-3-4-486-15,-4-5 215 0</inkml:trace>
  <inkml:trace contextRef="#ctx0" brushRef="#br0" timeOffset="11854.48">1007 8303 133 0,'2'-7'232'0,"-2"7"-17"0,5-8-21 0,-5 8-14 16,0 0 7-16,0 0-2 0,0 0 4 0,0 0-14 15,4 18-16-15,-4-7-9 0,0 1-13 0,4 4-15 16,-3 3-10-16,1 0-9 0,-4-5-10 0,2-2-5 16,2 4-9-16,-2-3-7 0,0-2-10 0,0-3-5 15,0 2-5-15,0-4-2 0,0-6-7 0,1 9-4 16,-1-9 0-16,0 0-3 0,0 10 2 0,0-10 1 15,0 0-3-15,0 0-7 0,0 0-4 0,0 0 3 16,0 0-10-16,-10-19 4 0,6 7-5 16,-1 0-3-16,1-5-6 0,4 1-4 0,-3-3-1 0,1-1-7 15,0-7-2-15,-1-1-1 0,1 2-2 0,0 0-2 16,2-3 1-16,-2 8-1 0,4 4 2 0,2-3-1 16,-4 8-26-16,2 1 6 0,-1 2-6 0,1 3 9 15,0 0 4-15,-2 6-6 0,10-4 7 0,-10 4 2 16,15 3 4-16,-9 5 1 0,8 1 4 0,-1 4 0 15,1 1 6-15,-5 0 1 0,7 7 2 0,-5-6 2 16,0 2 4-16,-1-1-3 0,-2 1-1 16,1 1 5-16,1-1-4 0,-2 1 2 0,1-2 1 0,-2-2-9 15,0 2-20-15,0-1-25 0,-3-7-35 16,-2 3-50-16,0-4-45 0,-2-7-50 0,3 11-172 16,-3-11-435-16,0 0 193 0</inkml:trace>
  <inkml:trace contextRef="#ctx0" brushRef="#br0" timeOffset="12003.9">976 8368 34 0,'0'0'177'0,"13"-17"-22"16,-6 13-11-16,9-5-14 0,-1 0-11 0,5 2-17 16,1-1-21-16,3-2-27 0,3 1-44 0,0 0-40 15,4 1-42-15,-3 1-79 0,-8 0-163 0,5-1 71 16</inkml:trace>
  <inkml:trace contextRef="#ctx0" brushRef="#br0" timeOffset="12220.92">1440 8176 9 0,'0'0'239'0,"0"0"-7"0,0 0-9 16,-11-8 2-16,11 8-5 0,0 0-13 0,-11 0-13 16,11 0-14-16,0 0-16 0,0 0-4 0,-15 15-6 15,7-3-2-15,3 3-11 0,0 4 0 0,0-1-15 16,0 6-10-16,2-7-3 0,2 2-11 0,2-1-12 15,-1 8-5-15,0 0-13 0,1-7-6 0,1 0-6 16,-2-2 4-16,1 2-15 0,-1-1-6 16,1-3-16-16,2-3-27 0,-3 2-26 0,5-3-38 0,-4 0-31 15,-1-11-35-15,3 15-39 0,-3-15-51 16,1 11-29-16,-1-11-202 0,0 0-487 0,0 0 216 0</inkml:trace>
  <inkml:trace contextRef="#ctx0" brushRef="#br0" timeOffset="12372.23">1303 8458 111 0,'0'0'163'0,"10"-12"5"0,-10 12-9 0,11-8-6 15,-5 3-16-15,2 1-18 0,2 0-11 0,1 1-7 16,2-1-16-16,0 1-7 0,-13 3-24 0,24-2-48 16,-10-1-55-16,-14 3-70 0,22 0-94 0,-22 0-230 15,0 0 102-15</inkml:trace>
  <inkml:trace contextRef="#ctx0" brushRef="#br0" timeOffset="12606.27">798 8899 169 0,'0'0'273'16,"0"0"-26"-16,0 0-16 0,-16 17-20 0,30-14-10 15,1-4-10-15,16-6-14 0,1 0-20 0,7-1-12 16,16-4-17-16,-1-3-9 0,2 0-16 0,-4 2-6 16,-3-2-11-16,-11 6-6 0,-1 2-12 15,-5 0-28-15,-3-1-29 0,-2 4-23 0,-7 3-37 0,-2-3-32 16,-3 4-42-16,4 0-31 0,-6-2-33 0,-2 4-168 16,-11-2-384-16,11 4 169 0</inkml:trace>
  <inkml:trace contextRef="#ctx0" brushRef="#br0" timeOffset="13053.47">1150 9143 240 0,'-7'17'252'0,"-6"6"-17"0,4-5-8 0,2-1-11 16,-1 1-12-16,2-3-20 0,1 1-14 15,1-5-11-15,0 1-16 0,2-1-17 0,-2-1-9 16,4-3-11-16,-2 1-13 0,2-8-5 0,-1 12-11 16,0-7-6-16,1-5-8 0,-3 11-4 0,3-11-6 15,0 7 0-15,0-7 1 0,0 0-1 0,0 0 8 16,0 0 2-16,0 0-1 0,0 0-5 0,0 0-4 16,0 0-7-16,0 0-2 0,2-29-5 0,-2 15-6 15,1-3 2-15,3-2-4 0,0 0-8 0,-2-7 1 16,3 0-2-16,0 2-4 0,-1-2-4 0,3 2 6 15,-2 7-3-15,-1 0 4 0,0 2-3 0,2 3 2 16,-4 1-3-16,2 3 7 0,-4 2-9 0,4-2 2 16,0 4-6-16,-1 0-2 0,-3 4-3 0,10-3-1 15,-10 3 10-15,14 4 9 0,-7 5-2 0,2 0 6 16,0 0-1-16,0 6-3 0,0 0 1 0,1 4 8 16,-2-2-4-16,-3 2 12 0,1-2-19 0,2 2 1 15,-4-2-7-15,1-1 1 0,-1-1-2 0,0 0 3 16,1-2-2-16,-1-2-11 0,-2 1-31 0,3-2-27 15,-3 0-25-15,-1 1-35 0,0-3-31 0,-3 2-45 16,2-10-59-16,-4 15-33 0,-1-8-242 0,-4 0-566 16,4-3 250-16</inkml:trace>
  <inkml:trace contextRef="#ctx0" brushRef="#br0" timeOffset="13209.19">1070 9321 61 0,'6'-3'162'0,"1"-2"-3"0,5-1-18 0,-1 2-7 16,0-2-14-16,5-4-16 0,2 3-6 0,-1 1-8 16,-1-4-29-16,2 2-41 0,1 1-32 0,-2 0-38 15,1 1-28-15,-3-1-91 0,-1 3-182 0,-4-2 81 16</inkml:trace>
  <inkml:trace contextRef="#ctx0" brushRef="#br0" timeOffset="13460.88">1441 9090 41 0,'0'0'206'0,"0"-8"6"0,0 8 4 16,2-8 5-16,-2 8 0 0,0 0-9 0,0-9-7 16,0 9-20-16,0 0-15 0,0 0-5 0,0 0-6 15,0 0 1-15,0 0-6 0,-18 25-1 0,16-12-14 16,-3 2-13-16,0 2-5 0,1 1-5 16,0 1-13-16,-1 0 0 0,3 0-14 0,-1 6-9 15,1-8-6-15,2 2-3 0,0 0-11 0,2 1-8 16,-2-1 6-16,0-1-9 0,3-1-3 0,-3-5-10 0,2 3 1 15,1-1-5-15,-2-2-9 0,0-3-16 0,-1 4-16 16,2-2-20-16,-2-1-9 0,0-1-28 0,-2 1-23 16,2 0-35-16,-2 1-32 0,-2-5-34 0,4-6-37 15,-6 13-36-15,0-9-223 0,1 1-525 16,-2 0 232-16</inkml:trace>
  <inkml:trace contextRef="#ctx0" brushRef="#br0" timeOffset="13611.3">1320 9379 90 0,'4'-5'165'0,"-2"-1"-14"0,5 2-10 0,-1-5-12 15,5 4-12-15,0-3-11 0,0 1-9 0,4-2-15 16,2-1-29-16,-3 0-36 0,4 0-44 0,4-4-67 16,-2 6-78-16,-3-1-185 0,-2 0 82 0</inkml:trace>
  <inkml:trace contextRef="#ctx0" brushRef="#br0" timeOffset="13970.59">1647 8374 176 0,'-1'-10'283'0,"-1"4"-7"0,1-5-8 0,-2 5-2 15,3 6-17-15,-2-10-28 0,2 10-17 16,0 0-20-16,0 0-22 0,0 0-19 0,0 0-5 0,13 20-3 16,-3 6-2-16,0 1-2 0,4 19 5 0,-1 1-15 15,1 4 0-15,-2 4-4 0,-6 3-5 0,5 0-14 16,-6 1-8-16,2-2-3 0,-5-5-30 0,4 2 18 15,-4-2-9-15,0-5-7 0,0-11-6 16,4 10-27-16,-4-12 7 0,0 1-16 0,-2 0-11 0,3-1-17 16,-3-4-22-16,0 1-26 0,0-3-30 0,-4-5-32 15,3-4-34-15,-6 0-47 0,4-1-63 0,-5-4-61 16,0 0-171-16,-5 1-539 0,1-4 238 0</inkml:trace>
  <inkml:trace contextRef="#ctx0" brushRef="#br0" timeOffset="14366.45">338 8392 1701 0,'-30'-50'-35'0,"17"30"77"0,13 20 35 16,-23-32 14-16,23 32-26 0,-16-20-8 15,16 20-11-15,0 0-8 0,-15-20-13 0,15 20-1 16,0 0-4-16,0 0-1 0,0 0 12 0,0 0 17 15,0 0 16-15,27 99 6 0,-5-23-4 0,-1 11-2 0,-1 1-4 16,-1-1-4-16,-4-1-3 0,2-6-3 16,-5-22-3-16,5 27-7 0,4-3 5 0,-8-23-4 15,8 26-7-15,-6-27-3 0,1 25 4 0,-2-27-25 0,-1-1-24 16,-4 2-35-16,2-1-28 0,-2-6-49 16,0-4-48-16,-3-12-59 0,-2 0-158 0,-4-4-423 15,0-30 188-15</inkml:trace>
  <inkml:trace contextRef="#ctx0" brushRef="#br0" timeOffset="14804.26">2279 8461 5 0,'0'0'250'0,"0"0"-20"0,-10 0-18 16,10 0-11-16,0 0-6 0,-9 2-16 15,9-2-17-15,0 0-14 0,0 0-14 0,0 0-14 0,0 0-11 16,0 0-8-16,0 0-15 0,0 0-18 0,0 0-16 15,36-3-39-15,-31 3-44 0,5 0-59 0,-1 0-54 16,-9 0-54-16,13 3-103 0,-13-3-325 0,8 1 144 16</inkml:trace>
  <inkml:trace contextRef="#ctx0" brushRef="#br0" timeOffset="14961.94">2200 8660 24 0,'0'0'231'15,"-4"7"-13"-15,4-7-8 0,-3 4-10 0,3-4-15 0,0 0-15 16,0 0-9-16,0 0-17 0,0 0-12 0,23 0-11 16,-12-4-34-16,7-2-39 0,-3 3-48 0,4-5-66 15,1 0-70-15,-5 1-153 0,5 0-311 0,-3-1 138 16</inkml:trace>
  <inkml:trace contextRef="#ctx0" brushRef="#br0" timeOffset="29424.87">2984 7724 2787 0,'-7'-11'-6'0,"0"1"11"16,0-1-1-16,2 5 3 0,1 1 1 0,0-3-5 15,0 3-1-15,4 5 2 0,-6-11 3 16,6 11 4-16,-2-4-2 0,2 4 1 0,0 0 3 15,-4-7-8-15,4 7 0 0,0 0 9 0,0 0 8 16,1 23-18-16,2-9-3 0,-2 4 4 0,3-1 1 0,-2 3 4 16,1 3 1-16,-1 4 0 0,0-2 4 15,0 0-1-15,2 0 3 0,-3-6-2 0,2-1-2 0,1 1 0 16,-3 1-3-16,2-2 3 0,0-1-3 16,1 0 0-16,-1-2-2 0,-2-2 7 0,2-1-6 15,0-1-1-15,0 1-3 0,-2-3 1 0,2 2-3 0,-2-4-10 16,2-1-12-16,-1 2-17 0,-2-8-19 0,4 10-23 15,-4-10-30-15,3 9-47 0,-1-6-36 0,-2-3-30 16,0 0-158-16,1 7-410 0,-1-7 181 16</inkml:trace>
  <inkml:trace contextRef="#ctx0" brushRef="#br0" timeOffset="29617.15">2687 8254 216 0,'-1'5'192'0,"1"-5"-12"16,0 0-8-16,22 4-9 0,-7-8-15 0,7 2-6 16,8-6-7-16,5-2-10 0,17-1-10 0,1-7-15 0,-1 3-6 15,3 1-12-15,-4 0-5 0,3 1-19 16,-17 2-21-16,-1 6-31 0,-3-2-39 0,0 1-25 16,-2 1-65-16,-4 3-41 0,-11 1-114 0,-2 2-300 15,-2 0 133-15</inkml:trace>
  <inkml:trace contextRef="#ctx0" brushRef="#br0" timeOffset="29903.84">3040 8495 160 0,'0'0'267'16,"-12"0"-13"-16,12 0-9 0,0 0-5 0,0 0-16 15,0 0-15-15,0 0-18 0,0 0-19 0,-9 0-22 16,9 0-13-16,0 0-12 0,2 9-8 0,-2-9 2 16,5 21-7-16,-1-9-5 0,1 5-9 0,0 0-13 15,-1 2-7-15,0 0-5 0,1 0-5 0,0 4-6 16,-4-3-9-16,3 4-5 0,1 0-2 0,-5-4-5 16,2-2-5-16,1-1 0 0,-2-1-9 0,-1-1-8 15,2-2-14-15,-2 2-24 0,0-2-31 0,1-4-33 16,-1 3-33-16,-1-2-47 0,-2-3-56 0,3 0-58 15,-5 1-170-15,-3-3-483 0,8-5 215 0</inkml:trace>
  <inkml:trace contextRef="#ctx0" brushRef="#br0" timeOffset="30173.91">2984 8554 169 0,'15'-12'205'15,"5"6"-1"-15,1-2-4 0,-1 1-7 0,7 3-12 16,-5 4-9-16,6-2-17 0,-5 4-11 0,3 0-13 16,-7 5-9-16,2-1-3 0,5 5-20 0,-9-3-10 15,-2 5-8-15,-1-3-6 0,-5 3-9 0,1 3-5 16,-3 0 1-16,-4 2-8 0,-3 0 2 0,-1 1-7 16,-4 0-1-16,-3-1-1 0,-3 7-8 0,-3-2 0 15,-3-3-1-15,-1 1-2 0,-2-2-6 0,6-6-5 16,-3 1-4-16,-1-2-13 0,0 1-18 0,-1-3-16 15,1-2-24-15,2-1-28 0,0 0-47 0,4-4-37 16,0 0-47-16,-1-2-184 0,2-1-426 0,3-1 188 16</inkml:trace>
  <inkml:trace contextRef="#ctx0" brushRef="#br0" timeOffset="30467.53">3626 8035 158 0,'-3'-10'300'0,"0"5"-23"0,-2-1-21 16,5 6-15-16,-2-10-19 0,2 10-24 0,-3-8-17 15,3 8-20-15,0 0-16 0,0 0-15 0,0 0-14 16,0 0-3-16,0 0-9 0,23 15-5 0,-13-4-10 0,4 2-10 15,-1-1-3-15,2 2-9 0,-1 1-4 16,0-1-5-16,0 1-8 0,2-1-4 0,-3 2-3 0,-1-2-7 16,2 0-9-16,-1 0-34 0,-3-4-28 15,2 3-31-15,-6-3-42 0,2-1-52 0,0 0-59 16,-3-2-238-16,-3 0-495 0,-2-7 219 0</inkml:trace>
  <inkml:trace contextRef="#ctx0" brushRef="#br0" timeOffset="30667.38">3807 8063 2755 0,'-3'-12'27'0,"-1"2"7"0,2 2-21 0,-1 2-3 15,3 6 2-15,-2-9 9 0,2 9 7 0,-7-4 14 0,7 4 13 16,0 0 14-16,-19 17 7 0,9-3-1 16,-2 8 4-16,-3 2-13 0,0 3 1 0,-1 0-8 15,2 2-5-15,2 3-8 0,0-3-11 0,2-1-21 16,-4 0-30-16,6 4-31 0,-1-4-36 0,0 0-58 15,0-4-68-15,4-2-77 0,-1-1-191 0,2-6-515 16,-1-2 229-16</inkml:trace>
  <inkml:trace contextRef="#ctx0" brushRef="#br0" timeOffset="32358.35">4464 7577 13 0,'-2'-7'199'16,"2"7"12"-16,-2-9 10 0,2 9-11 0,0 0-18 15,-5-8-19-15,5 8-17 0,-4-8-14 0,4 8-9 16,-8-7-8-16,8 7-3 0,-4-3-8 0,4 3-7 16,0 0-7-16,0 0-7 0,-5-6-11 0,5 6-7 15,0 0-9-15,0 0-5 0,0 0-7 0,0 0-6 16,0 0-5-16,-4-7-5 0,4 7-2 0,0 0-7 16,0 0-2-16,0 0-6 0,0 0-4 0,0 0-2 15,0 0 3-15,0 0-5 0,0 0-3 0,0 0 0 16,0 0-2-16,0 0 1 0,0 0-2 0,0 0 5 15,0 0-10-15,0 0 5 0,0 0 0 0,0 0-4 16,0 0 3-16,0 0-1 0,0 0-2 0,0 0 0 16,0 0 3-16,0 0-5 0,0 0 2 0,0 0 1 15,0 0 1-15,0 0-3 0,0 0 2 0,0 0 3 16,0 0 0-16,0 0-3 0,0 0 3 0,0 0-1 16,0 0 3-16,0 0 1 0,0 0 8 0,0 0-1 15,0 0-3-15,-9 0-1 0,9 0-1 0,0 0-3 16,-8-4 5-16,8 4-5 0,0 0 2 0,-9-3 7 15,9 3-3-15,-8-1-1 0,8 1-1 0,0 0 0 16,-13 0-2-16,13 0-5 0,-6 4 2 0,6-4-8 16,-9 4 4-16,5-1-1 0,4-3-1 0,-8 10-3 15,4-6 2-15,2 5 1 0,-2 2 0 0,0 0-4 16,3 2 2-16,2 3 2 0,-1-3-1 0,0-1-1 16,1-1 0-16,1 0 0 0,2 0 2 0,-1-1-4 15,4 0 4-15,-1-1-1 0,2-2 5 0,0-1-5 16,2 0 3-16,0-4-2 0,-1 2-4 0,1-2 0 15,0 1-1-15,1-1-2 0,-11-2 3 0,19-6 0 0,-10 4 0 16,-2-1-1-16,1 1 3 0,-2-7-2 16,1 0 3-16,-2 0-2 0,-1-4 5 0,-2 2-3 0,1-3 1 15,1-1 1-15,-4 0-5 0,0-2 2 16,-2 0-1-16,-1 0 1 0,-1-3-15 0,1 1 3 16,-2 0 11-16,1 1 2 0,-1 0 2 0,1 1 8 0,-1 7 4 15,1-1 9-15,2 1 1 0,1 3 2 16,-2 1-3-16,3 6-3 0,-3-11-6 0,3 11-7 15,0 0-5-15,-3-4 2 0,3 4 2 0,0 0-6 16,0 0 5-16,1 28-3 0,1-10 0 0,0-1-4 16,-1 10 3-16,2-1-2 0,-2 2 0 0,1-2-14 15,5 3-12-15,-1-3-13 0,-1-2-17 0,0 3-30 0,1 0-33 16,0-1-43-16,0-9-51 0,1-1-49 16,-4 3-163-16,3-5-461 0,0-2 205 0</inkml:trace>
  <inkml:trace contextRef="#ctx0" brushRef="#br0" timeOffset="32755.15">4719 7592 78 0,'0'0'231'0,"2"-7"-22"16,-2 7-21-16,0 0-10 0,0 0-6 0,0 0-4 15,0 0-10-15,0 0-12 0,0 0-12 0,1 27-9 0,0-15-12 16,-2 4-12-16,1-2-10 0,0-3-7 15,1 2-7-15,-2 2-9 0,2-3-5 0,-1-5-4 16,1 3-8-16,1-4-6 0,1-1-2 0,-3-5-5 16,0 12 0-16,0-12-2 0,2 6 1 0,-2-6 1 15,0 0 3-15,0 0-8 0,0 0-3 0,0 0 0 16,0 0-1-16,-9-22-4 0,8 15-3 0,-2-8-3 16,3-2 1-16,-1-1 3 0,1-3-7 0,1-5 7 15,2 0-1-15,-2-3-9 0,1 1 5 0,5 2-9 16,-4-2 8-16,3 4-4 0,-3 6-1 0,1 0 1 15,0 5 3-15,0 5-2 0,0-2-5 0,-3 5-5 0,2 0 6 16,-3 5-11-16,9-5-2 0,-9 5 3 16,14 8-4-16,-4-3 0 0,-2 5 4 0,4 7 2 15,4 3 2-15,-3 1-8 0,0 3 6 0,-5-6-4 16,4 4 2-16,-1 1 12 0,1 0-8 0,0 0 0 16,-5-4-13-16,3 4-23 0,-3-6-28 0,-2 0-53 15,0-5-54-15,1 3-60 0,-5-5-215 0,-1 3-480 16,0-13 213-16</inkml:trace>
  <inkml:trace contextRef="#ctx0" brushRef="#br0" timeOffset="32916.06">4723 7642 145 0,'15'-9'170'0,"2"1"-14"0,1 1-14 0,0 0-16 16,1-1-15-16,1 0-9 0,7 1-8 0,1 1-28 15,-10 2-50-15,12 2-47 0,-10 0-56 0,-6 4-82 0,5-1-182 16,-6 1 81-16</inkml:trace>
  <inkml:trace contextRef="#ctx0" brushRef="#br0" timeOffset="33115.67">4566 8060 2577 0,'-14'8'189'0,"2"0"-104"0,3-1-50 16,4-3-35-16,4-1 2 0,1-3-1 0,0 0 0 16,0 0 3-16,34-7 9 0,-5-2-1 0,1-1-1 15,6-3-2-15,0-1 7 0,14-1-12 0,-13 3-11 16,12-2-23-16,-13 4-30 0,-2 2-31 0,-1 1-35 16,-3 3-33-16,0 2-36 0,-9 2-188 0,-1 2-412 15,-6-1 182-15</inkml:trace>
  <inkml:trace contextRef="#ctx0" brushRef="#br0" timeOffset="33497.89">4818 8273 30 0,'-7'11'213'0,"0"0"0"0,0 0 6 16,1 3-18-16,-1-3-8 0,4 0-3 0,-1-2-8 15,1-1-16-15,2 1-9 0,-2 1-11 0,1-6-9 0,2-4-11 16,-2 13-5-16,2-13 0 0,0 8-2 15,0-8-8-15,0 0-7 0,-1 7 11 0,1-7 1 16,0 0-5-16,0 0 6 0,0 0-12 0,0 0-11 16,0 0-5-16,0 0-10 0,0 0-9 0,8-20-7 15,-4 11-5-15,0-3-6 0,1-4-7 0,1-1-3 16,-1 1-15-16,5-7-5 0,-1-2-2 0,1 0-5 16,1 0-2-16,-2 0-5 0,5 2-3 0,-7 6-2 15,1-1 1-15,3 4-5 0,-5 5 1 0,-1-1-3 16,0 3 0-16,0 3 0 0,1-1-4 0,1 4 4 15,-7 1-7-15,13 0 1 0,-4 6 8 0,2 2 8 16,-2 2 1-16,-1-3 1 0,2 8-4 0,-1-2 4 16,-1 0 0-16,-1 2-1 0,2 0 12 0,-3 1-20 15,1-3 7-15,-1-1-1 0,1-2-12 0,-2 1-20 16,-1-1-20-16,-2-2-25 0,1-2-32 0,-1 1-31 16,0 0-40-16,-2-7-42 0,0 0-29 0,0 15-34 15,-4-11-183-15,4-4-500 0,0 0 221 0</inkml:trace>
  <inkml:trace contextRef="#ctx0" brushRef="#br0" timeOffset="33640.34">4810 8258 117 0,'-9'-2'209'0,"9"2"-17"0,-7-2-19 0,7 2-17 16,0 0-11-16,0 0-8 0,0 0-13 0,0 0-15 0,24-12-11 16,-7 6-7-16,3 2-18 0,5-6-39 15,3 1-26-15,3-1-50 0,1 0-53 0,-1 0-47 16,-3 0-90-16,-3-3-250 0,1 1 111 0</inkml:trace>
  <inkml:trace contextRef="#ctx0" brushRef="#br0" timeOffset="33877.84">5273 7581 199 0,'-2'-8'271'0,"2"0"-14"16,0 8-21-16,0-8-28 0,0 8-22 0,0 0-18 15,0 0 4-15,0 0 3 0,12 20-9 0,-7 8 0 16,1 5-9-16,3 12-7 0,-1 1-16 0,-1 4-9 16,0-1-9-16,-1-1-2 0,-2 0-14 0,0-12-12 15,4 8-5-15,-5-11-7 0,0-2-3 0,1 1-2 16,2-3-21-16,-3-1-19 0,1-3-29 0,-2-6-27 16,1 0-28-16,-1 7-27 0,-3-8-48 0,-3 1-53 15,3-1-54-15,-4-3-244 0,-4 0-519 0,0-1 230 16</inkml:trace>
  <inkml:trace contextRef="#ctx0" brushRef="#br0" timeOffset="34141.95">4323 7758 2822 0,'-26'-20'13'0,"1"1"10"0,7 9 0 0,3 0-7 16,2 1-11-16,5 5-6 0,3 1-3 0,-1 1 1 16,6 2-3-16,0 0 13 0,-13 18 16 0,8-2 13 15,1 15 7-15,3 13-3 0,-1 7 0 0,4 4-2 16,-1 0-4-16,2 0-4 0,0 0 0 0,1 0-3 16,6-1 0-16,1-5-4 0,-1 2-15 0,3 1-19 15,-1-1-19-15,1-6-39 0,1-2-60 0,-3-9-65 16,1 0-74-16,-4-2-165 0,1-3-467 0,-3-5 207 0</inkml:trace>
  <inkml:trace contextRef="#ctx0" brushRef="#br0" timeOffset="35663.97">1726 10103 199 0,'-10'1'223'0,"10"-1"-9"0,-9 3-16 0,9-3-16 0,0 0-8 16,-8 1-16-16,8-1-11 0,0 0-11 0,0 0-10 16,0 0-10-16,0 0-10 0,0 0-10 0,37-5-12 15,-19 2-18-15,3-1-19 0,-1 0-28 0,2 1-25 16,-1 0-33-16,-1 0-37 0,1 1-45 0,1 0-42 15,-4 2-152-15,-5 2-341 0,0 0 152 16</inkml:trace>
  <inkml:trace contextRef="#ctx0" brushRef="#br0" timeOffset="35830.91">1734 10336 131 0,'-9'5'187'0,"0"-1"7"16,4-1 7-16,-3 0 3 0,8-3-9 15,-6 5-17-15,6-5-10 0,0 0-22 0,0 0-15 0,0 0-20 16,0 0-23-16,0 0-19 0,41-15-28 0,-13 3-33 16,-1 1-34-16,6-2-44 0,3-1-65 0,1 2-29 15,-3 1-113-15,-3 0-298 0,3-1 132 16</inkml:trace>
  <inkml:trace contextRef="#ctx0" brushRef="#br0" timeOffset="36137.17">2562 9674 253 0,'-1'-6'271'0,"-2"-1"-10"0,3 7-13 15,-2-10-14-15,2 10-19 0,-2-8-19 16,2 8-17-16,0 0-19 0,-1-8-21 0,1 8-10 15,0 0-17-15,0 0-1 0,0 0-18 0,0 0-8 16,8 30-6-16,-8-14-3 0,2 3-4 0,-2 0-2 0,2 1-2 16,-1-1-8-16,3 6-7 0,-3 0 1 0,1-1-15 15,1 2 1-15,-1-2-6 0,-2 1 0 16,0-6-8-16,3 5 5 0,-2 0-6 0,1-4-20 16,-1-1-24-16,0-1-20 0,-1 1-27 0,3-2-36 15,-5-1-36-15,2 0-49 0,2-6-42 0,-1 3-217 16,-4 0-482-16,2-4 213 0</inkml:trace>
  <inkml:trace contextRef="#ctx0" brushRef="#br0" timeOffset="36334.3">2330 10242 2090 0,'-8'3'85'16,"-3"-1"-40"-16,5 1-27 0,1-1-18 0,-3 1-3 0,8-3 7 15,-7 3 16-15,7-3 10 0,0 0 6 16,0 0 6-16,0 0 3 0,0 0 6 0,34-1-6 15,-7-4 0-15,4-2-5 0,7-2-3 0,12-4-2 16,1-3-1-16,-2 1-5 0,0 1-7 16,-1 0-13-16,-10 1-28 0,-4 4-23 0,1-1-36 0,-1 4-45 0,0-2-51 15,-6 0-42-15,-9 5-136 0,-2-1-380 16,-5 2 168-16</inkml:trace>
  <inkml:trace contextRef="#ctx0" brushRef="#br0" timeOffset="36649.75">2439 10439 83 0,'0'0'276'0,"-9"0"-14"0,9 0-13 0,0 0-12 16,0 0-16-16,0 0-19 0,0 0-18 0,0 0-18 15,0 0-16-15,0 0-10 0,1 11-11 16,-1-11-3-16,11 18 4 0,-7-5-10 0,3 3-2 16,-2 1-6-16,-2 1-12 0,3 0-3 0,-4 1-15 15,3-1-2-15,2 2-10 0,-2-1 0 0,-5 0-11 16,3-2 0-16,2 7-7 0,-2-5-8 0,-1-2-2 16,1 0-15-16,1-1-27 0,-4-3-31 0,1-1-28 15,0 4-33-15,2-5-37 0,-3-1-56 0,0-3-53 16,1 2-53-16,-1-9-153 0,0 13-481 0,0-13 213 15</inkml:trace>
  <inkml:trace contextRef="#ctx0" brushRef="#br0" timeOffset="36975.99">2672 10626 1994 0,'4'-6'120'0,"-4"6"-41"0,2-8-44 15,-2 8-24-15,3-5-2 0,-3 5 6 0,0 0 27 0,0 0 10 16,0 0 6-16,0 0 5 0,0 0-6 15,0 0-2-15,0 0-2 0,8 19-6 0,-7-13-3 16,1 1-5-16,3 0 0 0,-1 0-5 0,1 2-1 16,2-3-5-16,-3-2 0 0,7 2-5 0,-5-2 3 15,6-2-3-15,1 0-3 0,-2-2 10 0,3-2-12 16,0 1-3-16,3-4 0 0,-3 2 3 0,-1-3-2 16,-1 1-1-16,-1-3-2 0,-1 1-1 0,1-1 4 15,-3-2-4-15,0 1 7 0,-3 0-3 0,0 0 2 16,-1-4 3-16,-3 0 0 0,-1 3-4 0,-2-1-3 15,-5-5 6-15,2 5 4 0,-1-1-3 0,-2 4 0 16,-2-2-8-16,-2 0 1 0,2 2 0 0,-1 4-3 16,0 1-2-16,-1 0-1 0,-1 3-21 0,0 1-11 15,-1 4-20-15,-3-1-27 0,3 1-36 0,3 2-54 16,2-2-50-16,0 1-59 0,3-2-162 0,6-4-467 16,-4 8 208-16</inkml:trace>
  <inkml:trace contextRef="#ctx0" brushRef="#br0" timeOffset="37265.37">3229 9856 34 0,'-3'-11'281'16,"3"2"-14"-16,0 1 13 0,0 8-8 0,-2-10-4 15,2 10-19-15,0-10-17 0,0 10-22 16,-3-5-26-16,3 5-23 0,0 0-18 0,0 0-15 16,0 0-8-16,21 8-13 0,-10 0-13 0,2 1-4 15,2 2-3-15,-1 1-10 0,4 1-13 0,-2 1 0 16,1 5-8-16,2-1 2 0,-2 2-12 0,-4-5-3 16,2-3 0-16,0 3-21 0,-1-2-27 0,-3 1-28 0,-1-3-42 15,-2 0-43-15,-2-1-62 0,1-3-60 16,-2 1-59-16,-2-1-156 0,-3-7-494 0,3 7 219 0</inkml:trace>
  <inkml:trace contextRef="#ctx0" brushRef="#br0" timeOffset="37458.61">3431 9806 153 0,'-4'-5'277'15,"0"0"-14"-15,4 5-10 0,-6-7-15 0,6 7-14 16,-8-2-8-16,8 2-8 0,-12 14-2 0,2 0-3 15,-1 10-15-15,-4 0-21 0,0 7-11 0,-2-1-15 16,0 15-11-16,-1-14-15 0,3-2-24 0,2 0-33 16,3 2-43-16,-4-3-46 0,4-3-36 0,-1 1-63 15,2-8-83-15,2 6-265 0,0-6-516 0,3-7 229 16</inkml:trace>
  <inkml:trace contextRef="#ctx0" brushRef="#br0" timeOffset="39139.33">4197 9535 174 0,'0'0'225'15,"0"0"-4"-15,0 0-6 0,-4-12-9 0,4 12-12 16,0 0-17-16,-4-5-13 0,4 5-15 0,0 0-12 15,-5-4-11-15,5 4-8 0,0 0-15 16,0 0-1-16,0 0-14 0,-17 4-6 0,17-4-5 0,-8 5-11 16,3 0-4-16,3 0-6 0,-3 1-6 0,1-1-5 15,0 1-5-15,0 2-1 0,2-3-8 0,0 3-2 16,2-8-4-16,0 11-2 0,0-11-1 0,2 12-2 16,0-6-5-16,1 1 3 0,4 2 0 0,0-2-2 15,0 1-1-15,5 0-4 0,-1-1 4 0,1-2-5 16,4 3 1-16,0-2-4 0,-3 0 5 0,1 2-2 15,-3-1-4-15,5 0 1 0,-6-1-3 16,0-1 2-16,0 1-3 0,-2 1 0 0,-2-4-2 0,2 3 2 16,-3-1 4-16,-1 1-3 0,-3 0 2 0,-1-6-1 15,1 12 5-15,-1-12 3 0,-5 14-5 0,-1-5 3 16,-2-1-6-16,-2 0 1 0,-2-1 1 0,-3 2-11 16,0-1-11-16,0-1-16 0,-2-1-13 0,4-2-31 15,0 0-35-15,-4-1-47 0,2-3-38 0,1 0-55 16,-4 0-160-16,-2-5-444 0,3-1 196 0</inkml:trace>
  <inkml:trace contextRef="#ctx0" brushRef="#br0" timeOffset="39295.8">4118 9561 221 0,'11'-7'210'0,"3"-5"-23"0,0 2-12 15,1 0-11-15,2-3-13 0,1 3-11 0,-3-3-14 16,8-1-15-16,0 2-11 0,3 1-7 0,-1 1-23 15,1 2-36-15,-6 3-57 0,1-3-58 0,-2 3-80 16,-3 1-93-16,-3-2-273 0,0 3 122 0</inkml:trace>
  <inkml:trace contextRef="#ctx0" brushRef="#br0" timeOffset="39589.78">4841 9369 267 0,'0'0'282'0,"0"-9"-13"0,0 9-9 16,0 0-9-16,-4-8-20 0,4 8-19 0,0 0-25 16,0 0-20-16,0 0-15 0,0 0-14 0,0 0-9 15,-18 29-8-15,10-5-12 0,2 0-12 0,1 5-7 16,-4-1-7-16,4-1-3 0,-2-1-12 0,1 0-5 15,2-1-4-15,-1-1-9 0,1-5-2 0,3 0-6 16,-3 0-2-16,3 0-6 0,-2-2-13 0,2-2-20 16,-2-2-22-16,2-2-26 0,-2 1-32 0,1-2-40 15,-1-1-54-15,2-1-42 0,-2-3-58 0,3-5-165 16,-8 7-474-16,8-7 210 0</inkml:trace>
  <inkml:trace contextRef="#ctx0" brushRef="#br0" timeOffset="39743.87">4563 9527 171 0,'0'-7'197'16,"0"7"-21"-16,0 0-19 0,0 0-17 0,4-10-37 16,-4 10-53-16,15-4-72 0,-6 2-140 0,2 1-176 15,1 1 78-15</inkml:trace>
  <inkml:trace contextRef="#ctx0" brushRef="#br0" timeOffset="39898.51">4934 9694 116 0,'4'3'283'16,"-4"-3"13"-16,7 4 5 0,-7-4-1 0,0 0-12 16,8 6-26-16,-8-6-23 0,0 0-28 0,0 0-30 15,5 2-42-15,-5-2-44 0,0 0-53 0,0 0-56 16,0 0-71-16,0 0-85 0,0 0-244 0,0 0-449 15,0 0 198-15</inkml:trace>
  <inkml:trace contextRef="#ctx0" brushRef="#br0" timeOffset="40379.05">1535 11901 217 0,'0'0'237'16,"0"0"1"-16,-6 2-7 0,6-2-8 0,0 0-16 15,0 0-16-15,0 0-22 0,0 0-16 0,0 0-15 16,0 0-17-16,0 0-17 0,21-9-24 0,-11 6-27 16,3-3-28-16,-2 0-42 0,5 0-50 0,3-2-57 15,-3 3-60-15,-4 1-149 0,2-1-360 0,-1 2 159 16</inkml:trace>
  <inkml:trace contextRef="#ctx0" brushRef="#br0" timeOffset="40547.17">1605 12062 157 0,'-3'7'233'0,"3"-7"-3"0,0 0 1 15,-2 6-8-15,2-6-19 0,0 0-18 0,0 0-19 16,0 0-18-16,0 0-18 0,11 2-20 0,-11-2-37 15,29-9-36-15,-8 3-51 0,6-6-63 0,2 2-65 16,3-2-177-16,-3-2-344 0,2 3 153 0</inkml:trace>
  <inkml:trace contextRef="#ctx0" brushRef="#br0" timeOffset="41534.6">3038 11407 104 0,'0'0'219'0,"0"0"-8"0,-2-12-9 16,2 12-8-16,0 0-9 0,-4-5-13 0,4 5-5 16,0 0-13-16,0 0-9 0,0 0-9 0,0 0-4 15,0 0-14-15,-4-8-9 0,4 8-6 0,0 0-15 16,0 0-7-16,0 0-7 0,0 0-7 0,0 0-7 16,0 0-6-16,0 0-5 0,0 0-1 0,0 0-1 15,-15 18-4-15,10-9 6 0,1 0-7 0,-3 3 2 16,1-1-5-16,1 6-1 0,-1-2-1 0,2-2-4 15,-2 1 2-15,3 3-6 0,1-2 0 0,-1-2-6 16,2 4-11-16,1-6-12 0,1 1 4 0,0 4-2 16,1-4-4-16,0 0 5 0,-1-1-2 0,2-1 0 15,3 0 0-15,-2-1 0 0,2-1 3 0,1 0 1 16,-2-1-2-16,5-1-2 0,-1-1 2 0,1 0 9 16,4-2-6-16,-2-3 0 0,3 0 0 0,-2 0 5 15,1-3-9-15,4 0 0 0,2-1 2 0,-3-2 2 16,-4 1 3-16,5-3-3 0,-7 2-3 0,-2-3 1 15,3-1-4-15,-2 1 7 0,-2 0-2 0,-2-6 5 16,-1 3-4-16,-2 0 0 0,-2-2-1 0,-1-3-2 16,-3 2 1-16,0-2 13 0,-3 1-13 0,-1-3 0 15,-2 6 4-15,-3-3 0 0,2 0 4 0,-4 4 0 16,1 1 1-16,-1-2 2 0,-1 5-6 0,-2-1 2 16,4 4-7-16,1 2 3 0,-2 1-9 0,-1 0 4 15,2 2-5-15,1 3-19 0,-2 0-22 0,4 0-20 16,-1 1-36-16,1 4-36 0,3 0-47 0,3 2-40 15,2-4-46-15,1 2-165 0,1-8-470 0,11 19 208 16</inkml:trace>
  <inkml:trace contextRef="#ctx0" brushRef="#br0" timeOffset="41716.18">3494 11498 151 0,'0'0'299'0,"0"0"-6"0,5-3-5 15,-5 3-12-15,0 0-14 0,0 0-20 0,0 0-26 16,0 0-17-16,0 0-28 0,0 0-22 0,0 0-39 16,0 0-41-16,2-9-37 0,-2 9-50 0,0 0-42 15,0 0-41-15,0 0-51 0,0 0-61 0,0 0-157 16,0 0-399-16,0 0 177 0</inkml:trace>
  <inkml:trace contextRef="#ctx0" brushRef="#br0" timeOffset="42027.59">3702 11337 4 0,'0'0'263'15,"0"0"-6"-15,-4-7-2 0,4 7-15 0,0 0-18 16,0 0-19-16,0 0-22 0,0 0-19 0,0 0-15 16,0 0-15-16,0 0-7 0,0 0-20 0,0 0 0 15,0 0-18-15,0 0-8 0,8 28-11 0,-2-19-7 16,-1 0-6-16,2 1-4 0,2 4-7 0,3 0-3 15,-1-6-6-15,-1 3 2 0,4 3-8 0,-3-2 2 16,2 1-5-16,-1 1-3 0,-2-2-1 0,0-2-4 16,-1-1 1-16,0 0-3 0,-1 0 0 0,-2-1-1 15,0 2 7-15,-2-1-9 0,-1-4 3 0,-1 1 5 16,-2 2 1-16,0 0-2 0,0-8 0 0,-5 12-6 16,0-5 1-16,-1-1-10 0,-1-2-14 0,0-1-13 15,-1 2-18-15,-2-3-25 0,-3 0-42 0,1-2-37 16,1-2-44-16,0 0-37 0,-1-3-23 0,-2 3-135 15,0-6-414-15,0-2 183 0</inkml:trace>
  <inkml:trace contextRef="#ctx0" brushRef="#br0" timeOffset="42157.9">3681 11328 84 0,'5'-8'153'0,"3"-1"-15"0,1-1-12 0,5-1-11 15,-4 3-12-15,6-2-11 0,0 2-5 0,9-5-17 16,0 3-17-16,1 0-38 0,1 2-36 0,2-1-37 15,-1 2-102-15,-7 1-173 0,9 0 77 0</inkml:trace>
  <inkml:trace contextRef="#ctx0" brushRef="#br0" timeOffset="42397.49">4424 11133 94 0,'0'0'267'16,"0"0"-1"-16,1-7-14 0,-1 7-13 0,0 0-7 15,0 0-16-15,0 0-19 0,0 0-10 0,0 0-13 16,0 0-9-16,-19 13-5 0,15-3-9 0,-1 0-5 16,-4 7-9-16,3 2-8 0,-3 4-13 0,1 2-15 15,-2-3-5-15,4-2-9 0,0-2-14 0,1 0-3 16,0 1-6-16,0-1-7 0,1-1-3 0,2 0-10 16,-1 1 0-16,1-4-11 0,0-2-21 0,2 1-39 15,-1-3-31-15,-3 0-35 0,3 0-36 0,1-10-42 16,-3 16-72-16,1-10-60 0,-5 3-171 0,7-9-512 15,-11 7 226-15</inkml:trace>
  <inkml:trace contextRef="#ctx0" brushRef="#br0" timeOffset="42562.98">4116 11277 115 0,'-1'-6'240'0,"1"6"-26"0,0 0-21 0,0 0-20 0,0 0-33 16,0 0-36-16,0 0-52 0,15 2-61 0,-15-2-62 16,23 6-122-16,-13-3-207 0,5 5 92 0</inkml:trace>
  <inkml:trace contextRef="#ctx0" brushRef="#br0" timeOffset="42715.93">4508 11468 197 0,'8'1'247'0,"-4"2"19"15,-4-3 10-15,7 5 10 0,-7-5-8 0,7 5-21 16,-7-5-20-16,5 3-18 0,-5-3-36 0,0 0-14 16,8 3-22-16,-8-3-35 0,0 0-60 0,0 0-59 15,0 0-68-15,0 0-87 0,0 0-75 0,0 0-171 16,-31-7-441-16,16 8 195 0</inkml:trace>
  <inkml:trace contextRef="#ctx0" brushRef="#br0" timeOffset="43241.92">2731 12240 153 0,'-9'1'210'0,"9"-1"-10"0,0 0-3 15,0 0-6-15,0 0-4 0,0 0 1 0,23 8-7 16,5-8-10-16,9-2-9 0,19-6-8 0,34-1-11 16,2-2-10-16,3-4-12 0,5 5 1 0,1-9-8 15,-5 6-13-15,1-5-2 0,-6 4-12 0,-27 2-12 16,25-5 3-16,-31 7-6 0,5 0-9 0,-3 0-9 16,2 1-5-16,-6-3-4 0,-3 1 1 0,-15 5-8 15,1-1-4-15,-4-1-1 0,-4 3-6 0,-8 1 4 16,-4 0 12-16,0 2-5 0,-6 0 9 0,-2 1 4 15,-3-1 6-15,0 1 16 0,-2-1 15 0,-6 2 13 16,11-1 5-16,-11 1 4 0,8 0-5 0,-8 0-5 16,0 0-9-16,0 0-9 0,0 0-23 0,0 0-2 15,0 0-15-15,0 0-24 0,-21-13-26 0,14 12-38 16,7 1-45-16,-11-4-38 0,11 4-35 0,-14 0-49 16,14 0-64-16,-15 2-66 0,4-2-250 0,-1 0-643 15,12 0 285-15</inkml:trace>
  <inkml:trace contextRef="#ctx0" brushRef="#br0" timeOffset="52254.13">2557 6889 6 0,'0'0'106'0,"-11"0"4"0,11 0-4 0,-12 0-2 0,12 0-1 16,0 0-11-16,-10 0-3 0,10 0 2 0,0 0-6 16,-11 2-7-16,11-2 2 0,0 0-15 0,0 0-6 15,-12-3-9-15,12 3-2 0,0 0-8 0,0 0 2 16,-11 0-9-16,11 0 4 0,0 0-7 0,-7 1-5 15,7-1 3-15,0 0-7 0,0 0-2 0,0 0 0 16,0 0 1-16,0 0 1 0,-12 0 2 0,12 0 3 16,0 0-2-16,0 0-1 0,0 0 0 0,-8 2-1 15,8-2 5-15,0 0-7 0,0 0 3 0,0 0 9 16,0 0-4-16,-9 1-9 0,9-1 2 0,0 0-4 16,0 0-1-16,0 0 4 0,0 0-7 0,0 0-1 15,0 0 2-15,0 0-4 0,21-7 1 0,-8 4 1 16,7-1 0-16,11-4 2 0,6-1 3 0,10-5-7 15,4 2 1-15,-2-1 2 0,-10 5-2 0,-1-4 1 16,-1 5 1-16,0-3 1 0,0-1 1 0,-2 2 2 16,-1 1-2-16,-2 2-3 0,-3-1-2 0,-1 0-1 15,-6 5 0-15,-2-2-1 0,1 1-1 0,-3 0-4 16,-6 0-1-16,1 1 1 0,-1 1 1 0,-1 0-2 0,-4-2 1 16,3 2 0-16,-10 1 4 0,14 0-3 15,-14 0 2-15,8-1 0 0,-8 1 6 0,0 0-2 16,7-2-2-16,-7 2 6 0,0 0 0 0,0 0 2 15,0 0-4-15,0 0 3 0,10-1 0 0,-10 1-1 16,0 0 1-16,0 0 0 0,0 0-4 0,0 0 1 16,0 0-1-16,0 0-2 0,0 0-2 0,0 0 0 15,0 0 3-15,0 0-2 0,0 0-2 0,0 0-2 16,0 0-5-16,0 0-4 0,0 0-18 0,0 0-15 16,0 0-28-16,0 0-30 0,0 0-25 0,0 0-26 15,0 0-21-15,0 0-149 0,0 0-341 0,0 0 152 16</inkml:trace>
  <inkml:trace contextRef="#ctx0" brushRef="#br0" timeOffset="56445.64">2774 6777 16 0,'0'0'23'0,"-1"-7"-4"15,1 7 3-15,0 0-7 0,0 0-3 0,0 0 0 0,0 0 1 16,0 0-4-16,0 0-7 0,0 0 1 16,0 0-5-16,0 0-6 0,0 0-15 0,0 0-25 15,-5-6 12-15</inkml:trace>
  <inkml:trace contextRef="#ctx0" brushRef="#br0" timeOffset="58293.09">3946 11797 28 0,'0'0'69'0,"0"0"-4"15,4-6-11-15,-4 6-1 0,0 0-13 0,0 0 4 16,0 0-7-16,0 0-10 0,0 0-7 0,0 0-14 15,0 0-16-15,0 0-19 0,0 0-39 0,0 0-72 16,0 0 32-16</inkml:trace>
  <inkml:trace contextRef="#ctx0" brushRef="#br0" timeOffset="59013.51">4078 11869 2 0,'0'0'63'0,"0"0"-7"0,0 0-2 0,0 0-8 0,0 0-8 16,0 0-3-16,0 0-9 0,0 0-10 0,0 0-9 15,0 0-5-15,0 0-14 0,0 0-16 0,2 8-24 16,-2-8-54-16,0 0 24 0</inkml:trace>
  <inkml:trace contextRef="#ctx0" brushRef="#br0" timeOffset="59894.97">4245 11821 45 0,'0'0'97'0,"0"0"-11"0,4-7-7 15,-4 7-8-15,0 0-6 0,0 0-10 0,0 0-4 16,4-6-7-16,-4 6-4 0,0 0-1 0,0 0-1 16,0 0 7-16,0 0-21 0,0 0 9 0,0 0-12 15,0 0-4-15,0 0 1 0,0 0-5 0,0 0 3 16,5-3-5-16,-5 3 1 0,0 0 0 0,0 0-1 16,0 0-3-16,0 0 2 0,0 0-9 0,0 0 8 0,0 0-1 15,0 0-1-15,0 0-5 0,0 0 7 16,0 0-2-16,0 0-1 0,0 0 10 0,0 0-9 15,0 0 6-15,0 0-12 0,0 0 10 0,0 0-6 16,0 0-3-16,0 0 6 0,0 0-9 0,0 0 3 16,0 0 1-16,0 0-2 0,0 0 1 0,0 0 4 15,0 0-3-15,0 0-1 0,0 0-7 0,0 0 3 16,0 0-8-16,0 0 0 0,0 0-1 0,0 0-2 16,0 0-11-16,0 0 3 0,0 0-6 0,0 0-2 15,0 0-11-15,0 0-4 0,0 0-7 0,0 0-9 0,0 0-7 16,0 0-47-16,0 0-122 0,0 0 55 0</inkml:trace>
  <inkml:trace contextRef="#ctx0" brushRef="#br0" timeOffset="75871.87">731 13308 97 0,'0'0'169'0,"0"0"-4"0,0 0-1 16,-27-32 0-16,27 32-15 0,0 0-10 0,-17-19-8 16,17 19-5-16,0 0-11 0,0 0-8 0,0 0-13 15,0 0-12-15,0 0-5 0,-19-21-14 0,19 21-11 16,0 0-1-16,0 0-10 0,0 0-4 0,0 0-2 15,0 0-2-15,0 0-7 0,0 0-4 0,0 0-2 16,0 0-1-16,22 101-1 0,-12-76-3 16,-10-25 0-16,10 49 2 0,-5-23-2 0,-5-26-1 0,8 38-1 15,-2-13-2-15,-6-25-6 0,8 37 5 0,-8-37-9 16,9 38-7-16,-9-38-23 0,6 33-18 0,-6-33-28 16,6 28-31-16,-6-28-25 0,0 0-28 0,6 35-135 15,-6-35-317-15,0 0 140 0</inkml:trace>
  <inkml:trace contextRef="#ctx0" brushRef="#br0" timeOffset="76239.89">803 13502 39 0,'14'-4'62'0,"1"-3"-6"0,5 1-6 0,-3-2-1 15,2 2-12-15,-4-1 1 0,4 0-14 0,-1 0-9 16,-3-2-6-16,-4 5-10 0,3-1-6 0,-5-1 4 16,5 1-4-16,-5-1 0 0,-3 2 4 0,3-3 1 15,-5 2 2-15,2 0-2 0,-3-2 5 0,-2 2 4 16,1-4 15-16,0 1 8 0,-2-2 5 0,-2-1-5 16,0 0 8-16,2 11 4 0,-4-19 20 0,1 9 1 15,0-1 9-15,1 0 6 0,0 4 10 0,2 7 1 16,-4-11 3-16,3 6-9 0,1 5-9 0,0 0-14 15,-2-9 1-15,2 9-15 0,0 0-1 0,0 0-7 16,0 0 2-16,0 0-11 0,11 18 6 0,-5-9-8 16,2 5 3-16,-3 0-3 0,3 4-2 0,-1-2-5 15,2 0 1-15,-4 2-4 0,1 0 0 0,4-1 0 16,-5 1-23-16,0-3-25 0,0 2-40 0,2-2-41 16,-1 1-42-16,0-1-86 0,-4-5-259 15,2 0 115-15</inkml:trace>
  <inkml:trace contextRef="#ctx0" brushRef="#br0" timeOffset="76429.73">1238 13368 2 0,'0'0'146'0,"0"0"-8"15,0 0-8-15,0 0-11 0,5 28-14 0,-4-20-9 16,1 3-10-16,0 1-13 0,0 0-4 0,0 0-8 15,2 0-5-15,0 0-17 0,-3 0-24 0,5-1-30 16,-2 0-47-16,-1-1-37 0,2 2-62 0,-5-12-172 16,4 18 77-16</inkml:trace>
  <inkml:trace contextRef="#ctx0" brushRef="#br0" timeOffset="76837.86">1474 13308 123 0,'-14'25'170'0,"14"-25"-20"0,0 0-9 0,-11 15-10 15,11-15-15-15,-4 11-10 0,1-5-16 0,1 4-8 16,2-10-3-16,-4 17-14 0,4-17-12 0,4 21 1 16,-2-11-4-16,1 0-2 0,3 0-3 0,1 0-11 15,0 1-2-15,0 0-6 0,4 1 6 0,-4-2-7 16,2 4 0-16,2-1-5 0,-2 0 1 15,2 3-4-15,-2 0-3 0,-2 0 3 0,-1 1-7 16,1 0 0-16,-4 1 1 0,-3 0-3 0,0-2 2 0,-2 0-4 16,1 1 3-16,-4-1-19 0,-3-2-25 15,3 2-24-15,-1-5-33 0,0-1-36 0,-2 0-123 0,-3 2-273 16,11-12 121-16</inkml:trace>
  <inkml:trace contextRef="#ctx0" brushRef="#br0" timeOffset="77534.31">1615 13025 63 0,'0'0'182'16,"0"0"-19"-16,6-12-6 0,-6 12-17 0,0 0-7 15,13 23-2-15,-4 0-6 0,2 3-12 0,0 3-6 16,3-2-14-16,-1 4-10 0,-2-4-6 0,0-2-9 15,0 1-6-15,-4-8-8 0,3 0-4 0,-2-3-2 16,-1 1-3-16,-1-4-2 0,-1 0-8 0,2-3 0 16,-5 0-6-16,2-1 4 0,-3-2-11 0,1-2 1 15,-2-4-1-15,3 8 1 0,-3-8 0 0,0 0 0 16,0 0-8-16,4 4 4 0,-4-4-3 16,0 0-5-16,0 0 1 0,-1-27-4 0,0 16 0 15,1 1-5-15,1-1 7 0,2 0-7 0,-1-1-2 16,3 1-1-16,2 3-1 0,0 2-1 0,-7 6 2 0,14-10 1 15,-6 7-3-15,2 2 0 0,2-1 0 0,-12 2 4 16,24 0-4-16,-10 2 3 0,-1-4-4 16,1 2 5-16,5 0 1 0,-6 0-9 0,5-2 12 15,-4 0-3-15,-3-2 3 0,2 1 2 0,-2-2 11 16,0 2 4-16,-2-1 5 0,-9 4 6 0,12-8 0 16,-8 3 0-16,-4 5-1 0,8-11-2 0,-5 4-3 15,-3 7-5-15,2-15-2 0,-2 15-3 0,-1-16 0 16,1 16-3-16,-4-18 5 0,1 9-9 15,-2 0 1-15,1 1 5 0,4 8-7 0,-5-11-7 0,5 11-1 16,-5-8-4-16,5 8 3 0,0 0-4 0,0 0-2 16,0 0-2-16,0 0 2 0,0 0 0 0,0 0 2 15,-12 27-3-15,12-15-2 0,0 0 1 0,1 0 2 16,-1-1-6-16,2 0 3 0,2-2-1 0,-1 0 1 16,4 0 6-16,-2-2-2 0,1-1-1 0,-6-6 4 15,13 6-4-15,-6-3 2 0,-7-3 1 16,13 0 4-16,-13 0-2 0,19-5 5 0,-10-1 0 0,0 0-3 15,-1-2 0-15,0-1 5 0,-1 0-3 0,-2-1 1 16,2 0-2-16,-2-1 1 0,2-1-1 0,-2 1 0 16,0 0 1-16,-2-3-3 0,1 5 2 0,-2 1-2 15,2 0 0-15,-4 8-2 0,5-13-3 0,-5 13-1 16,5-6-2-16,-5 6 0 0,0 0 1 0,0 0 1 16,18 3-1-16,-18-3 0 0,13 9 0 15,-6-2 6-15,-2 5-3 0,1-3-2 0,3 5-18 16,-3-3-25-16,3 2-19 0,-2-2-30 0,3 3-48 15,-4-5-49-15,2 4-150 0,5-5-373 0,-4 1 164 16</inkml:trace>
  <inkml:trace contextRef="#ctx0" brushRef="#br0" timeOffset="77760.22">2614 12890 45 0,'0'0'245'0,"-4"-11"-28"0,4 11-23 16,0 0-20-16,0 0-22 0,0 0-3 0,0 0-5 16,0 0-3-16,0 0-9 0,13 37-10 0,-4-10-10 15,1-1-11-15,-1 3-8 0,0 3-8 0,-1-4-12 16,1 1-5-16,-3 1-6 0,2-2-3 0,-2-2-18 16,1 1-27-16,-2-3-24 0,-1-6-38 15,0-1-44-15,-2-5-49 0,2 4-52 0,-4-6-131 16,0-10-350-16,0 19 156 0</inkml:trace>
  <inkml:trace contextRef="#ctx0" brushRef="#br0" timeOffset="78273.64">2646 13077 8 0,'9'-15'128'0,"3"2"-11"0,0 1-4 15,0-2-12-15,2-1 4 0,-1 3-5 16,1 2-7-16,-5 1-4 0,2-2 4 0,-2 2 1 15,-2 2-1-15,-1 0 4 0,1-1 6 0,-7 8-1 16,10-9-1-16,-10 9-4 0,5-8-5 0,-5 8-8 16,4-7-7-16,-4 7-5 0,0 0-10 0,3-7-8 15,-3 7-10-15,0 0-7 0,0 0-6 0,0 0-1 16,0 0-7-16,13 0-3 0,-13 0 0 0,0 0 0 16,14 14-3-16,-7-4-5 0,-2 1 4 0,4 3 0 15,-3 2-6-15,1 2 9 0,-2 0-10 0,0-1 1 16,0 0 2-16,1-3-6 0,-2-1-9 0,0 0-7 15,1-3-1-15,0 1-2 0,-2-2-5 0,-3-9-1 16,7 11 5-16,-7-11 1 0,0 0 2 16,7 12-3-16,-5-8 5 0,-2-4 3 0,0 0 4 15,0 0-4-15,12 5 5 0,-12-5-7 0,0 0 1 16,14 3 4-16,-14-3 0 0,0 0 5 0,15 0-1 0,-15 0 1 16,0 0-1-16,23 0 3 0,-23 0 1 0,18-5-1 15,-8 3 5-15,-10 2-1 0,21-10 0 0,-11 4-4 16,0 2 3-16,2-4 0 0,-2 0-3 0,-2-1 4 15,-1-1-3-15,0 0 2 0,-7 10-1 16,9-18 2-16,-6 10 2 0,-3 8 8 0,3-16-5 16,-3 16 8-16,-1-13-9 0,1 13 9 0,0 0-6 15,-8-17 0-15,8 17-1 0,-8-6-6 0,8 6-2 16,0 0 2-16,-20 2-6 0,20-2-2 0,-18 15 1 16,12-5 2-16,-5 5 0 0,5-1-1 0,-2 2-2 0,3 3-3 15,3-3-17-15,0 1-23 0,2 2-39 0,3-2-37 16,3-5-63-16,3 1-165 0,4-2-375 15,-3-6 166-15</inkml:trace>
  <inkml:trace contextRef="#ctx0" brushRef="#br0" timeOffset="79300.87">3846 12982 2039 0,'-10'-14'16'0,"-5"0"32"0,2 1-18 0,-4 2 2 16,3 5-6-16,-4-1 7 0,2 4 6 16,-1 0 6-16,-2 1-2 0,2 4 7 0,-2-1-2 15,4 4-3-15,0 5-6 0,0-1-2 0,3 4-6 0,4 0-3 16,0 2-5-16,4 2 2 0,3 0-2 0,0 1-4 15,3 1-1-15,2-4-2 0,4 1-2 16,0-3 1-16,1-2-1 0,1-3 0 0,3 2-4 16,3-4 2-16,3 0-2 0,-1-2 0 0,-1-4 3 0,1-1-1 15,0-3-1-15,-3-1 1 0,-2 0-3 16,-3-2 2-16,-1-1-2 0,2-5-1 0,-7 1-1 0,1 1 2 16,-1-3 2-16,-1-6-1 0,-3 4 9 0,0-2 1 15,-4-2-4-15,0-5 0 0,-4 0-1 16,3-1-1-16,-6-3-4 0,3 2 3 0,-2-1 0 15,-3 0-2-15,3 0 4 0,0 1-1 0,0 0 3 16,1 3 0-16,0 7 1 0,1 2 5 0,3 3 7 16,1 0 4-16,1 6-7 0,0 1-2 0,0-1-10 0,3 6-3 15,0 0-2-15,0 0-4 0,0 0 0 16,0 0-1-16,0 0 0 0,12 39-4 0,-6-15 0 16,4 4 6-16,-1-2-7 0,-1 4 5 0,3-1-1 15,1 1-4-15,-1-3 0 0,1-1 2 0,-1-4-1 16,2 2 3-16,-3-8-3 0,1 1 1 0,-1-2-4 15,0 1-3-15,0-5 6 0,-2-2 3 0,5-1-4 16,-6-4 1-16,2 1 1 0,4-3-5 0,-13-2-1 16,19-2 3-16,-6-2-4 0,-1-2-1 0,-1-2-6 15,2-3 1-15,0-3 2 0,-2 1 6 0,-2-1-4 16,-2-3 0-16,-2-2 5 0,1 1-8 0,-5 0-3 16,3 1 3-16,-3-2-2 0,-3 3 6 0,0-1-1 15,0 2 0-15,1 3 1 0,-6 3 1 0,4-1-4 16,-1 4 2-16,4 6-1 0,-6-8-6 0,6 8 1 15,-9-1 2-15,9 1-1 0,-7 10 5 0,2-2-2 16,0 5-1-16,-2 4-1 0,3 2 3 0,2-2 2 16,-1 2-1-16,3-3-2 0,4 0 3 0,1 0 1 15,2 0-1-15,-2-6-1 0,2-1 4 0,6 1 2 16,-2-4-1-16,1-1-3 0,1-3 0 0,5-2 1 16,-1 0-6-16,-1-4-5 0,2 2 2 0,-1-4-3 15,-2-2-2-15,2-1 4 0,-7 1 1 0,5-3 3 16,-7 1 2-16,0 0 3 0,-2-5-2 0,-1 5 1 15,-3-2 4-15,4-5-3 0,-6 1 2 0,1 4 0 16,-1-5 1-16,-1 7-3 0,-2-3 4 0,2 6 4 16,-2-1 5-16,2 0 0 0,1 8-3 0,-3-10-4 15,3 10-4-15,0 0 1 0,0 0-4 16,0 0 6-16,0 0 3 0,0 0 0 0,0 0 1 0,5 31 4 16,-2-16 1-16,1 1-2 0,0 0 3 0,0 0-4 15,0 0 0-15,-2-1 3 0,4 2-1 0,-3-1-1 16,-1-6 4-16,2 0-9 0,-1 3-14 0,-2-1-13 15,2-1-20-15,-3-2-28 0,0-9-43 16,2 20-51-16,0-13-45 0,-2-7-189 0,0 0-432 16,1 19 192-16</inkml:trace>
  <inkml:trace contextRef="#ctx0" brushRef="#br0" timeOffset="79603.98">4322 13003 21 0,'7'-8'199'15,"1"1"14"-15,-3-2-19 0,4 1-8 0,-1-1-12 16,1-7-15-16,1 1-10 0,-1 1-11 0,4 0-13 0,-2 0-8 16,-1-2-4-16,1 2-10 0,-2-1-4 0,-2 1-3 15,1-1-1-15,-2 0-10 0,-4 4-6 0,0-2-4 16,-1 2-1-16,-3 0-5 0,2 0-3 0,-3 1-4 16,1 2-4-16,-2 2-10 0,1 0-2 0,3 6-10 15,-9-8-3-15,9 8-2 0,-7-4-7 0,7 4-7 16,0 0 1-16,-12 13-3 0,7-3-4 15,-1 2 5-15,3 5-4 0,-1-1 3 0,3 0 2 0,2 0-1 16,2 0-4-16,0-5 0 0,2 1 1 0,3 3-2 16,-2-4-4-16,4 2-2 0,0-5-8 0,2-1-13 15,-2 0-23-15,4-1-26 0,-1-2-44 0,3 1-44 16,-3-4-37-16,1 0-50 0,-2-1-152 16,-12 0-424-16,20-4 188 0</inkml:trace>
  <inkml:trace contextRef="#ctx0" brushRef="#br0" timeOffset="80062.53">4637 12883 202 0,'0'0'242'15,"3"-4"6"-15,-3 4-3 0,0 0-2 0,0 0-9 16,0 0-12-16,0 0-17 0,-4-13-22 0,4 13-13 16,0 0-13-16,0 0-9 0,-2-13-6 0,2 13-24 0,2-13-14 15,-1 3-12-15,2 1-4 0,-1-1-12 0,2 0-4 16,0-1-11-16,0 3-8 0,0-1-5 15,1-1 0-15,0 2-6 0,-1 2-8 0,-2 0-6 16,-2 6-7-16,8-7-3 0,-8 7-6 0,9-3-2 16,-9 3 1-16,13 1-4 0,-13-1-1 0,13 7-4 15,-6-2 1-15,1-2 2 0,0 3-2 0,1 1 1 16,-2-2 1-16,2 1 6 0,0 0-8 0,0-1 2 16,1 0-10-16,-1-3 10 0,-9-2 7 0,17 4-8 15,-4-3-1-15,-13-1 3 0,13 0 0 0,-13 0 3 16,13-5-3-16,-13 5 2 0,13-6-1 0,-13 6-1 15,9-8 1-15,-4 2-3 0,-5 6 3 0,5-12 2 16,-2 2-7-16,0 2-1 0,-3 8 4 0,0-20-4 16,1 10 3-16,-1-1-3 0,0 11 10 0,-1-21-7 15,-1 14-5-15,2 7 2 0,0 0 6 0,-1-15-12 16,1 15 3-16,0 0-9 0,0 0 10 0,-1-14-10 16,1 14 1-16,0 0 1 0,0 0-5 0,0 0 4 15,0 0-2-15,0 0 4 0,5 33 2 0,-5-33-2 16,2 22 2-16,2-7-7 0,-4 1 9 0,2-1 4 15,-1 1-13-15,0 0-16 0,-1-5-29 0,3 5-22 16,-2-6-29-16,-1-10-36 0,-1 21-57 0,2-11-54 16,1-3-201-16,-2-7-495 0,0 0 220 0</inkml:trace>
  <inkml:trace contextRef="#ctx0" brushRef="#br0" timeOffset="80261.92">5029 12635 253 0,'0'0'242'0,"0"0"-17"0,1-9-17 16,-1 9-21-16,0 0-21 0,0 0-5 0,0 0-4 15,0 0-9-15,0 0-6 0,14 17-10 0,-14-17-13 16,6 19-13-16,-3-12-8 0,1 3-9 0,-2 2-11 16,2 1-10-16,0-2-25 0,0 1-30 15,-2 0-37-15,1-1-51 0,-3-11-63 0,6 21-67 0,-5-11-161 16,-1-10-396-16,3 11 176 0</inkml:trace>
  <inkml:trace contextRef="#ctx0" brushRef="#br0" timeOffset="80627.86">5155 12414 256 0,'0'0'271'16,"6"-7"-8"-16,-6 7-21 0,0 0-19 15,0 0-23-15,0 0-18 0,0 0-6 0,0 0 4 16,0 0 1-16,21 20-8 0,-16-4-14 0,2 0-11 16,0 2-11-16,2 6-7 0,-1 2-8 0,0 1-9 15,0-2-9-15,-3 0-9 0,2 1-8 0,-1-7-13 16,-2 0-6-16,0-2-15 0,-2 1-24 0,2-3-34 16,-1 3-36-16,-2-6-51 0,0 0-47 0,-1-12-70 15,-1 19-68-15,1-12-208 0,0-7-523 0,0 0 232 16</inkml:trace>
  <inkml:trace contextRef="#ctx0" brushRef="#br0" timeOffset="80881.59">5145 12639 121 0,'9'-8'144'0,"2"1"-3"0,-2-1-8 0,5-1-5 15,2-3-2-15,1 3-5 0,-1 1-9 0,2-2-7 16,-3 1-11-16,4 3-6 0,-3-2-8 0,-3 3-6 15,-1 2-7-15,2 1-7 0,-1 0-2 0,-3 2-3 16,-10 0 6-16,22 4 11 0,-13 3-2 0,1-2 3 16,-1 2 1-16,0 1 1 0,-3 3 0 0,4-1-7 15,-1 2-7-15,-2-1-7 0,-1-1-3 0,2-1-5 16,-2 0-3-16,-1 1-6 0,3-1-3 0,0 1-16 16,-2-2-23-16,-1 0-32 0,-1-1-43 0,-4-7-56 15,7 10-60-15,-5-3-166 0,-2-7-390 16,0 0 173-16</inkml:trace>
  <inkml:trace contextRef="#ctx0" brushRef="#br0" timeOffset="81335.58">5422 12462 36 0,'19'7'71'0,"-1"3"12"0,0 1 14 0,-4-3-8 16,3 5 4-16,-2-2 7 0,0 3-8 16,-2-4 10-16,1 2-4 0,-2 1-6 0,-1-3-5 15,-1-1-4-15,1-2-1 0,-2 1-6 0,1 0 7 16,-3-3 3-16,1 0 4 0,-1 0-2 0,-7-5 6 15,11 5 9-15,-11-5 10 0,0 0 10 0,10 2 7 16,-10-2-5-16,0 0-7 0,0 0-9 0,14-14-2 16,-11 4-12-16,1-1-8 0,3-4-11 0,-5 3-7 15,2-5-2-15,-1-2-11 0,1 2 8 0,-1-2-3 16,0 2-9-16,-3-2-1 0,4 3-5 0,-4 6-1 16,0 10-10-16,4-24 8 0,-1 16-14 0,-3 8-8 15,4-12-2-15,-4 12-4 0,0 0-1 0,7-8-2 16,-7 8-1-16,0 0 5 0,19 4-7 0,-19-4-2 0,13 14-1 15,-4-6 1-15,-1 1 1 0,-3 2-3 16,5 2 4-16,-4-3-11 0,4 5-20 0,-4-4-17 16,-1-1-27-16,1 2-17 0,1-1-35 0,-3 0-33 15,-4-11-55-15,3 19-56 0,-3-8-194 0,0-11-494 16,-5 15 218-16</inkml:trace>
  <inkml:trace contextRef="#ctx0" brushRef="#br0" timeOffset="81513.36">5683 12300 118 0,'0'0'155'0,"0"0"-33"15,0 0-30-15,0 0-40 0,0 0-70 0,0 0-70 16,0 0-93-16,0 0 42 0</inkml:trace>
  <inkml:trace contextRef="#ctx0" brushRef="#br0" timeOffset="81696.56">5674 11995 163 0,'-1'-9'226'0,"1"9"-21"15,0-13-20-15,0 13-20 0,0-10-20 0,0 10-23 16,0 0-40-16,2-7-30 0,-2 7-32 0,0 0-49 16,0 0-28-16,19 7-38 0,-11-1-103 0,0 1-214 15,3 2 95-15</inkml:trace>
  <inkml:trace contextRef="#ctx0" brushRef="#br0" timeOffset="81898">5896 12046 161 0,'0'0'213'0,"0"0"-7"0,0 0-12 16,0 0-18-16,0 0-18 0,0 0 4 0,0 0 9 16,9 16 7-16,-5 1 4 0,4 7-6 0,-1 2-5 15,0 5-13-15,-5 3-6 0,2 0-18 0,2 0-13 16,-2-2-2-16,2 1-15 0,-3-3-16 0,4-2-2 16,-2 0-9-16,0-1-10 0,-1-2-13 0,-2-8-28 15,1 1-31-15,1-3-27 0,-2 0-37 0,1-2-37 16,-2-3-46-16,2-4-69 0,-2 1-238 0,-1-7-496 15,-3 10 220-15</inkml:trace>
  <inkml:trace contextRef="#ctx0" brushRef="#br0" timeOffset="82314.68">5877 12343 36 0,'0'0'173'0,"0"0"0"0,1-11-7 16,2 7-4-16,-3 4-8 0,5-7-10 0,1 3-12 15,2 1-8-15,1 0-6 0,0-1-17 0,2 2-8 16,1 0-11-16,-2-2-3 0,3 2-10 0,-3 0-6 16,2 1-5-16,-1 1-3 0,-1 0-3 0,-1 0-3 15,3 1-4-15,-4 1-5 0,1-2-6 0,1 1-1 16,0 1 2-16,-4 2-7 0,-1-1 9 0,3 1 0 16,-2 1-2-16,1-2 2 0,-1 5 4 0,1-5-7 15,1 3-6-15,-2 1 2 0,-1-4-6 0,0 1 2 16,0-2-5-16,-5-2 2 0,11 5 0 0,-5-3-2 15,-6-2-2-15,10 0-1 0,-10 0-2 0,13-5 2 16,-8 1 0-16,2-3 5 0,-1 3 5 0,1-3 3 16,1-2-3-16,-2 0 3 0,1 0 0 0,-2-1 12 15,0 2 9-15,0-1 10 0,-3 6-1 0,-2 3 0 16,6-11-5-16,-6 11-11 0,1-5-6 0,-1 5-6 16,0 0-3-16,0 0 8 0,12 16-9 0,-9-8 13 15,2 8-4-15,0 2 2 0,-1 8-2 0,1-1 3 16,-1 1-7-16,0 2-4 0,-3 1-4 0,3 1-4 15,0 0 2-15,-3-2-4 0,2 1-34 0,-2-3-28 16,0 1-56-16,1-2-34 0,-4 1-39 0,0-2-52 16,-1 2-49-16,-3-2-216 0,-4 2-529 0,-1-2 233 15</inkml:trace>
  <inkml:trace contextRef="#ctx0" brushRef="#br0" timeOffset="83038">821 15254 1849 0,'2'-7'0'0,"-2"7"21"16,2-6 2-16,-2 6-14 0,0 0-5 0,0 0-1 15,0-11-2-15,0 11 3 0,0 0 20 16,4-8 3-16,-2 3 3 0,1-1 0 0,5-3-2 16,2-5-2-16,3-2-1 0,3-6-9 0,0 1 4 15,0-3 2-15,1 1-5 0,2-1 0 0,-6 0 2 16,0 1 2-16,-2-2 6 0,-1 2-5 0,-1 7 0 16,-2-2 2-16,-3 0 3 0,-2 1 0 0,0 6 6 15,-2 0 1-15,0 0 0 0,0 0 1 0,0 11 3 16,-2-15 2-16,0 10 4 0,2 5-9 0,0 0-4 15,0-9-3-15,0 9-6 0,0 0-4 0,0 0-6 16,0 0 5-16,0 0-4 0,0 0-5 0,-9 19 1 16,9-9-2-16,2 1-1 0,1-2 0 0,1 3-4 15,0-3 0-15,2-1-1 0,-1 1 2 0,5-1 0 16,-2-2 1-16,1-2 0 0,3 0 3 0,1-4-5 16,-1-1 5-16,6-5 0 0,-2 1-3 0,-1-1 1 15,1-3 3-15,-1 0-4 0,-1-3 6 0,-1-1-13 16,-4 5 9-16,-1-5 0 0,-2 2 1 0,-1-1-1 15,1-2-1-15,-2-1-3 0,0 0 5 0,-2 2-3 16,-2 2-1-16,2 1 0 0,-2 0-2 0,0 10 2 16,2-14-5-16,-2 14-1 0,0 0 0 0,2-12-17 15,-2 12 15-15,0 0-4 0,0 0 4 16,0 0-2-16,17 32 3 0,-10-14-3 0,5 10 2 16,-3-2 2-16,-3 2 0 0,4-2 0 0,-2 3 2 15,-1-4 3-15,3 0-3 0,-2 0-1 0,-2-6 2 16,1 0-14-16,-2-3-20 0,4 1-31 0,-4-1-47 15,1-1-35-15,-3-4-69 0,1-3-170 0,-4-8-416 16,4 15 185-16</inkml:trace>
  <inkml:trace contextRef="#ctx0" brushRef="#br0" timeOffset="83219.28">913 14662 30 0,'-2'-6'261'0,"2"6"-34"0,-8-11-17 16,8 11-27-16,0 0-17 0,0 0-21 0,0 0-27 0,0 0-40 15,17-9-41-15,-17 9-67 0,35 1-75 16,-14 2-115-16,13-4-239 0,1-1 106 0</inkml:trace>
  <inkml:trace contextRef="#ctx0" brushRef="#br0" timeOffset="84206.6">2127 14234 57 0,'-1'-8'214'0,"1"8"-16"0,-4-9-21 0,4 9-19 16,-1-8-19-16,1 8-20 0,0 0-8 0,0 0-8 15,0 0-3-15,10 22-6 0,0-6-7 0,1 6-6 16,-1 4-4-16,5 0-7 0,-3 0-5 0,3 0-7 15,-1 0-6-15,-1 1-4 0,0-6-7 16,-3-5 0-16,-2 3-7 0,7 3-1 0,-9-5-3 16,1-4-4-16,0-2 2 0,0 2 3 0,-2-4-5 0,0 1-5 15,-2-5 2-15,0 2-2 0,-1-2 1 0,-2-5 6 16,5 8 11-16,-5-8 6 0,0 0 9 0,3 5 6 16,-3-5 2-16,0 0-2 0,0 0-7 0,0 0-4 15,0 0-1-15,0 0-9 0,0-25-2 16,2 9-7-16,2-2-5 0,1-6-10 0,3-1-3 15,3-2-1-15,-1 3-3 0,3 1-1 0,0 6-2 16,-4 2-2-16,1 2-1 0,0 3-3 0,-1 3-2 16,0 3 4-16,-1 1-3 0,-1 1-2 0,4 2-1 0,1 0 3 15,0 5-4-15,-1-3 2 0,2 3 1 16,1 2 1-16,0-4-1 0,-1 3 2 0,0-3 5 16,1 0-4-16,-1-1 9 0,1-1-7 0,4-1 5 15,-4-1-2-15,1-1-2 0,-1-4 3 0,2-1 3 16,-4 1-5-16,-2-1 3 0,2-4-2 0,-1 4 3 15,-3-3-4-15,-1-2 5 0,-4 3-8 0,0-2 5 16,-1 1-2-16,-4-2 0 0,-2 2-1 0,2 0 1 16,-4 0-2-16,1 3 1 0,-1-4 0 0,-2 3 2 15,3 3 0-15,0 1 3 0,5 4-10 0,-8-7 5 16,8 7-5-16,-6-1-1 0,6 1-1 0,0 0 4 16,-9 17-1-16,8-6-2 0,1-1-1 0,0 2 4 15,4-2-3-15,3 2 0 0,0-1 1 0,0-2 1 16,7 1-1-16,-2-1 1 0,-2-4 2 0,3 0-1 15,0-1-6-15,1-2 0 0,0-2-2 0,0-2 0 16,-1 0-3-16,-2-3 2 0,0 1 3 0,-3 1 5 16,1-4-1-16,-2 1 0 0,-2 0 0 0,-2 1 4 15,-3 5 3-15,6-12-6 0,-5 9 0 0,-1 3 3 16,1-12 2-16,-1 12-2 0,0-8 2 0,0 8 1 16,0 0-5-16,1-10-3 0,-1 10-1 0,0 0-2 15,0 0-1-15,0 0 4 0,0 0 0 0,8 23 5 16,-4-7-1-16,1 0 2 0,0 8-1 0,0 1 2 15,2-1 1-15,-1-1-4 0,-1-4 1 0,4 6 0 16,-2 0-1-16,0-1-12 0,1-2-12 16,-1 4-25-16,-1-8-19 0,-3 0-28 0,0-2-41 0,1-1-62 15,-4-2-224-15,-1-1-455 0,-1 2 202 0</inkml:trace>
  <inkml:trace contextRef="#ctx0" brushRef="#br0" timeOffset="84378.84">2493 14175 71 0,'0'0'86'0,"0"0"-48"15,0 0-38-15,0 0-33 0,0 0-35 0,22-2 15 16</inkml:trace>
  <inkml:trace contextRef="#ctx0" brushRef="#br0" timeOffset="85045.08">2952 14046 106 0,'0'0'194'0,"0"0"-24"0,5-6-10 16,-5 6-5-16,0 0 0 0,9 17-2 15,-5-3-4-15,2 4-12 0,0 1-12 0,2 8-16 0,0 0-10 16,3-1-6-16,-2 1-11 0,0-3-1 0,1-2-14 16,-3-4-5-16,-1-2-7 0,2 0-6 15,1-2-4-15,-4-5-5 0,-1 1-4 0,1 0 1 16,0-3-1-16,-2-2-6 0,0 1-6 0,-3-6 1 16,4 8-3-16,-1-4 2 0,-3-4 2 0,0 0-9 15,0 0-1-15,0 0-2 0,0 0-8 0,11-12-4 16,-7 2-1-16,1 1 1 0,0-3-3 0,2 2 1 15,-2 1 1-15,2 0-7 0,1 3 1 0,1 0-1 0,0 1 3 16,-3 1-3-16,2 3 0 0,6-1 2 16,-2 2 1-16,0 0 1 0,0 0 5 0,6-1-3 15,-4 1-1-15,-1 1 1 0,1-4 0 0,-1 3 2 16,0-2-2-16,3-2 3 0,-4 0 2 0,0-2 0 16,0 0 5-16,-1-1-5 0,-2-3-4 0,0 3 4 15,0-3 0-15,-4 2 1 0,-1-2 3 0,0 0 4 16,-3 1-3-16,-2-1 3 0,1-1-3 0,-2 1 7 15,0 0-9-15,-2 1 0 0,-1-1 3 0,-1 0-5 16,-1 2 2-16,2 1 1 0,0 1 2 0,1 2 1 16,4 4-2-16,-6-8-7 0,6 8 0 0,-8-1-3 15,8 1-2-15,-6 11 3 0,1 0-3 0,2 1 0 16,2 5 5-16,-1 0-1 0,2 1-5 0,2-1 4 16,2 0-1-16,-1-4 2 0,3 1-5 15,0-3 5-15,4 3-1 0,-1-7-3 0,0 2 3 0,1-4 2 16,-1-1 3-16,1 1-3 0,3-4 1 0,-3 1 3 15,1-4-2-15,0 0 2 0,-2-2-1 0,0 0-1 16,1-2 7-16,-1-2-6 0,-2 1 4 0,-1-3 1 16,0 2-2-16,1-4-3 0,-1-3-1 15,-2 0 4-15,1 3-1 0,-2 0-2 0,2 1-1 0,-2-2 1 16,1 4 6-16,-1 0 6 0,0 2-6 0,-2 2-2 16,-1 5-3-16,5-7-2 0,-5 7-1 15,8-5-2-15,-8 5-3 0,0 0 4 0,17 7 0 16,-10 0-2-16,1 1 2 0,-1 2-17 0,2-1-31 15,-1 1-26-15,2 3-50 0,0-2-47 0,2 1-61 0,0-1-162 16,-1-2-423-16,4-1 188 0</inkml:trace>
  <inkml:trace contextRef="#ctx0" brushRef="#br0" timeOffset="85689.92">4013 13963 129 0,'-4'-10'239'0,"4"10"-25"16,-3-9-16-16,3 9-12 0,0 0-6 0,0 0-14 15,0 0-11-15,0 0-17 0,0 0-12 0,4 38-13 16,0-28-11-16,2 2-12 0,-1-1-1 0,4-1-12 16,1 1-7-16,4 1-5 0,-1-3-7 0,4 0-4 15,-7-3-9-15,0-1 0 0,3-1-6 0,-3-2-3 16,2 1-2-16,-2-3 0 0,-2 0-2 0,-2 1-6 15,-6-1 1-15,0 0-4 0,15-4 5 0,-15 4-8 16,8-8-3-16,-8 8-3 0,5-12 3 0,-5 12-4 16,3-16-2-16,-3 8 2 0,0 8-5 0,1-17 1 15,-1 17 1-15,1-11 2 0,-1 11 2 0,2-7-4 16,-2 7-5-16,0 0-1 0,6-8 1 0,-6 8-4 16,0 0 2-16,0 0-3 0,22 5 4 0,-13-4-2 15,1 2 5-15,1 1-3 0,1 0 4 0,1-2-5 16,1 1 5-16,-2-1-4 0,6-1 2 0,-6 0-1 15,1 1 1-15,1-4 1 0,-1 0-1 16,-1-3 2-16,0 1-2 0,-2-2-2 0,-1 2 0 16,-9 4-5-16,11-12-5 0,-8 5-5 0,-3 7 0 0,3-13-2 15,-5 3-7-15,2 10-3 0,-5-16-6 0,1 3 9 16,-1 4-3-16,-2-3 3 0,2 1 3 0,-1 3 2 16,3 1-2-16,3 7 6 0,-6-10 7 15,6 10 0-15,-4-7-5 0,4 7-1 0,0 0-1 16,-3-9 7-16,3 9-1 0,0 0-2 0,0 0 5 0,15-8-3 15,-5 6 3-15,3 0-1 0,1-2 0 16,3-1 0-16,1 0 1 0,0-1 1 0,-1-2 2 16,-5 4-3-16,2-5 4 0,-3 2 0 0,-2 2 1 15,0-1 13-15,-2 1 10 0,-7 5 2 0,9-8 6 16,-9 8 8-16,5-5 6 0,-5 5 6 0,0 0-3 16,6-5-6-16,-6 5-6 0,0 0-4 0,0 0-8 15,0 0-3-15,0 0-6 0,0 0 2 0,0 0-3 16,15 16-1-16,-12-8 4 0,0 3-5 0,-1 2 1 15,-1-3-10-15,3 3-19 0,-2-3-17 0,2 0-29 16,-3 1-26-16,1-3-32 0,-2-8-54 0,5 15-64 16,-2-7-212-16,-3-8-483 0,0 0 215 0</inkml:trace>
  <inkml:trace contextRef="#ctx0" brushRef="#br0" timeOffset="85863.05">4416 13593 28 0,'-6'-7'233'0,"1"2"-24"0,5 5-23 15,-7-8-18-15,7 8-20 0,-5-7-22 16,5 7-25-16,0 0-30 0,0 0-32 0,0 0-59 0,0 0-68 16,36 13-113-16,-18-9-216 0,9 1 95 15</inkml:trace>
  <inkml:trace contextRef="#ctx0" brushRef="#br0" timeOffset="86053.69">4756 13527 170 0,'0'0'193'15,"0"0"10"-15,-6-16 10 0,6 16 7 0,0 0-17 16,-3-12-18-16,3 12-22 0,0 0-15 0,0 0-20 16,0 0-12-16,0 0-9 0,13 35-3 0,-4-11-5 15,-3 3-9-15,1-1-8 0,-2 4-6 0,1 1-10 16,-1-2-2-16,-2 2-8 0,1-1-4 0,-2-1-14 15,1-3-28-15,-2-6-36 0,2-3-31 0,-1 0-39 16,5-2-63-16,-5-3-63 0,-1-1-149 0,-1-11-403 16,7 9 179-16</inkml:trace>
  <inkml:trace contextRef="#ctx0" brushRef="#br0" timeOffset="86252.77">4938 13504 194 0,'0'0'237'0,"0"0"-12"0,0 0 3 0,0 0 5 16,0 0-4-16,0 0-1 0,7 41-15 0,-5-22-21 15,4 7-14-15,-3 1-22 0,0 3-14 0,0-2-12 0,3-2-15 16,1 5-6-16,-2-4-15 0,0 0-27 0,3 0-39 16,-2-10-44-16,-1 2-46 0,3-2-62 15,-2-7-85-15,-2 2-223 0,5-5-467 0,-9-7 208 16</inkml:trace>
  <inkml:trace contextRef="#ctx0" brushRef="#br0" timeOffset="86870.85">5260 13486 2052 0,'-2'-33'71'0,"0"3"59"0,-1 6-4 16,2 9 1-16,-1 4-18 0,2 1-9 0,0 10-15 15,-3-13-13-15,3 13-11 0,0 0-9 0,0 0 15 16,0 0 6-16,0 0 0 0,0 0-7 0,14 48-5 15,-9-24-5-15,0 1-1 0,0 3 5 0,2-4-17 16,0 1-3-16,-3-6-1 0,1 1-8 0,-1-2-2 16,0-1-2-16,0 0-2 0,1 0-3 0,-1-1-1 15,-3-2 1-15,2-4-2 0,-3-10-2 0,2 20 5 16,-2-20-16-16,3 13 0 0,-3-13-3 0,1 12-3 16,-1-12-2-16,0 0 3 0,0 0-10 0,0 0-6 15,0 0-9-15,0 0 1 0,0 0-6 0,0 0-3 16,17-22 7-16,-14 11-5 0,6-5-4 0,0 1 6 15,-2 5 1-15,2-1-1 0,1 3 7 0,-1-1 2 16,1 5-3-16,-2-2 3 0,-8 6-2 16,14 0 4-16,-14 0 10 0,16 4-6 0,-9 2 2 15,-1 3 2-15,-1-2 0 0,0 3 4 0,-5-10 4 16,3 27-6-16,-3-16 6 0,-3 7-5 0,0-4 5 16,-4 2-2-16,0 4 4 0,-2-4-3 0,-2 0 10 15,0-2-10-15,3-3-3 0,2-2-3 0,-3 0 3 0,4-4-2 16,5-5 3-16,-8 7-3 0,8-7 0 0,-8 3 2 15,8-3-2-15,0 0 0 0,0 0 2 16,0 0-3-16,0 0 15 0,9-36-15 0,0 22 3 16,7 0 9-16,-1 2-7 0,4-6 2 0,3 1-5 15,0-1 2-15,-2 0 0 0,0 0-1 0,1 1 5 16,1-4-5-16,-1 4 2 0,-1-4 1 0,-6 7 3 16,0-2-5-16,-2 0 6 0,-1 0-2 0,-4 0 3 15,2 3-1-15,-4-1 2 0,-3 0-1 0,-1-1 3 16,-1 15 3-16,-3-25 3 0,0 15 5 0,3 10-1 15,-8-14 4-15,2 5-1 0,6 9 4 0,-9-6 0 16,9 6 2-16,0 0 4 0,0 0 5 0,-36 19-2 16,24-6-4-16,2 4 10 0,0 2-14 0,0-2 0 15,2 7-1-15,3-8-9 0,2 2-25 16,2-5-25-16,2 2-21 0,3-2-33 0,1-2-41 0,3 3-54 16,5-3-63-16,-3-3-54 0,-1 0-156 0,6 1-493 15,-4-1 218-15</inkml:trace>
  <inkml:trace contextRef="#ctx0" brushRef="#br0" timeOffset="87289.29">2626 15350 185 0,'-3'-6'224'0,"-1"2"-25"16,4 4-19-16,0 0-22 0,-5-7-22 0,5 7-13 0,0 0-5 15,0 0-3-15,0 0-10 0,9 37-3 0,-4-12-5 16,3 2-5-16,-2 3-8 0,0 1-11 16,-1 2-8-16,-1-1-4 0,1 0-6 0,1 3 22 0,-2-5-1 15,1-2-26-15,0 1-20 0,0-3-18 16,0-1-16-16,2-8-16 0,-4-1-30 0,1 1-38 15,0-1-50-15,-1-5-57 0,-1 0-126 0,-2-11-347 16,0 12 154-16</inkml:trace>
  <inkml:trace contextRef="#ctx0" brushRef="#br0" timeOffset="87792.32">2641 15666 56 0,'4'-15'166'0,"4"-2"-21"0,4-5 0 16,2 0-10-16,3-1-8 0,0-3-1 0,2 5-8 15,0-5-13-15,0 2-4 0,-1 3-7 0,-3 1-10 16,-3 6-5-16,1 1-4 0,-6-2-8 0,2-2-1 16,-1 8-4-16,-4-3-6 0,0 0 3 0,-4 12-1 15,5-19-9-15,-4 10 2 0,-1-1-6 0,0 10-8 16,0-16 2-16,0 16 1 0,1-12-7 16,-1 12-6-16,0 0-6 0,0 0-4 0,0 0-3 15,0 0-5-15,0 0 2 0,0 0-3 0,16 31 3 16,-10-4-2-16,0 3-1 0,1 2 0 0,-1-1 2 15,3 2-3-15,-1-2 0 0,1-1-3 0,1-3-2 16,-1-1 3-16,1-4 0 0,-2-5 1 0,1-2-3 16,-2-1 0-16,-1-4-3 0,-1-3 5 0,1 0-4 15,-2-2 4-15,-4-5 0 0,6 7 3 0,-6-7-4 16,0 0 1-16,0 0 1 0,0 0 0 0,21-9-1 16,-16 2-2-16,3 1-2 0,-2-2 1 15,2-1-4-15,0 4 1 0,1-2 1 0,1 3 2 0,1-2 1 16,-1-1-5-16,2 0 4 0,-1-1-1 0,5 0 4 15,3-2-2-15,-3 0 4 0,1-1-1 0,2-2 2 16,-6 1-3-16,2-2 3 0,-1 0 3 0,-1-1 9 16,-2 0 2-16,-3 1 1 0,-4 3-1 0,-1-4 2 15,-1 2 0-15,-2 13 7 0,-1-28 5 0,-2 18 2 16,3 10-4-16,-7-21-4 0,-1 13-4 0,-1 1 0 16,-1 1-1-16,10 6-8 0,-21-8 0 15,21 8-3-15,-16 1-5 0,16-1-1 0,-22 13-1 16,12-1-6-16,0 5 3 0,1 6-24 0,4 2-23 15,2 2-31-15,3 0-52 0,4-1-72 0,1 1-223 16,1-4-455-16,8-1 202 0</inkml:trace>
  <inkml:trace contextRef="#ctx0" brushRef="#br0" timeOffset="88155.9">3725 15483 205 0,'11'-28'251'0,"1"3"-4"0,-6-3-10 0,3 1-11 16,-2-3-11-16,1 3-16 0,-1-5-11 0,-2 0-20 16,3 3-4-16,-2-3-13 0,-2-1-12 0,0 4-4 15,-3 1-9-15,-1 2-7 0,0 8-4 0,-1 2-3 16,-2-1-12-16,1 7-5 0,2 10-26 0,-9-15 8 16,9 15-12-16,-10-8-6 0,10 8-4 0,0 0-10 15,-22 6-10-15,22-6-6 0,-19 20-9 16,10-4-5-16,1 2-10 0,0 4-8 0,6-3 3 15,3-2-15-15,3 2-11 0,2-2-9 0,3 1-8 16,4-2-2-16,4 2 3 0,-1-5-1 0,0 0 7 16,0-3-3-16,3 2 5 0,-2-2 3 0,2-1 1 15,-2 1 1-15,-2 0 5 0,-2 2 2 0,-3-5 3 16,-2 3 4-16,-3-3 2 0,1 1-1 0,-1 3 2 16,-5-11 3-16,-1 21 2 0,1-21 1 0,-5 24 1 15,0-14-7-15,-3 3-9 0,1-4-20 0,-1-1-14 16,8-8-19-16,-12 14-38 0,12-14-47 0,-6 4-63 15,6-4-174-15,0 0-428 0,0 0 189 0</inkml:trace>
  <inkml:trace contextRef="#ctx0" brushRef="#br0" timeOffset="88373.75">4007 14929 184 0,'-2'-11'277'0,"2"11"-11"16,0 0-14-16,-3-17-20 0,3 17-24 0,0 0-27 15,0 0-11-15,0 0 5 0,0 0-3 0,0 0-6 16,0 0-5-16,21 57-9 0,-15-26-12 0,-1-4-15 16,-1 4-15-16,0-2-8 0,0 0-8 0,-2-2-23 15,5 2 5-15,-4-1-12 0,0-4-14 0,-2 0-22 16,4-4-25-16,1-2-36 0,0-2-24 0,0 0-26 16,-1-5-33-16,2 0-29 0,-7-11-57 0,8 12-42 15,-8-12-187-15,5 11-464 0,-5-11 205 0</inkml:trace>
  <inkml:trace contextRef="#ctx0" brushRef="#br0" timeOffset="89140.28">4023 15204 97 0,'-9'-11'174'0,"9"11"-12"0,0 0-18 0,-3-13-5 16,3 13-6-16,12-14-3 0,0 5-7 0,8-3-16 16,4-1-2-16,3-1-12 0,1-2 0 0,-1 0-13 15,1 2 1-15,-1 0-18 0,-2 1 2 16,-2 2-5-16,-4-1-2 0,-2 3-1 0,-2 0 0 0,-4 3-3 15,-1 2-1-15,-10 4-5 0,13-4-3 16,-13 4-2-16,11-5 2 0,-11 5 2 0,0 0 3 16,0 0 22-16,0 0 12 0,0 0 1 0,1 27 8 15,-1-27 1-15,-16 32-10 0,7-14-1 0,-6 6-2 16,3-2-15-16,-2 0-5 0,5-5-7 0,3-3-4 16,2-3-2-16,0 1-10 0,4-12-4 0,-3 18-2 15,3-18-8-15,3 15 2 0,-3-15-11 16,9 10-11-16,-9-10-2 0,11 7-8 0,-11-7-2 0,16-1-3 15,-16 1-2-15,0 0 0 0,29-12-1 0,-23 6 0 16,2-2 4-16,-8 8-2 0,12-16-2 0,-10 8 10 16,-2 8-4-16,4-17 2 0,-4 17 1 0,-1-18-2 15,1 18-2-15,-3-17 4 0,3 17-1 0,0 0-1 16,-1-15 1-16,1 15-10 0,0 0 4 0,0 0 0 16,0 0-1-16,0 0 2 0,0 0 2 0,0 0 4 15,0 0 0-15,0 0-1 0,0 0 1 0,22 34-10 16,-17-27 10-16,1 1 5 0,3-1-3 15,0 0 5-15,2-3-10 0,1-1 13 0,-12-3 4 16,29 0-1-16,-16-1-5 0,5-2-11 0,0-3 16 16,-3-4-5-16,2 2 2 0,-3-3 1 0,0-2 0 15,-2 0 2-15,-2-1 4 0,-1-2 10 0,-3 1 10 16,0 1-4-16,-2-3-1 0,-2 1-3 0,-1-4-5 16,-2 0 5-16,-2-5-3 0,0 6 5 0,0-8-4 15,-1-1-2-15,-1 4 1 0,-2 3 8 0,2 3 12 16,1 2 10-16,2 4 9 0,2 12-8 0,-4-20 11 15,4 20-3-15,0 0-10 0,-4-18-8 0,4 18-3 16,0 0-2-16,0 0-5 0,0 0-4 0,0 0 3 16,0 0-7-16,0 0 2 0,0 0-5 0,-1 51 3 15,1-34-1-15,0 1 2 0,0 1-20 0,1-3 12 16,0 0-8-16,2 1 4 0,-2-5-2 0,3 1 3 16,0-2-6-16,-4-11 5 0,6 18-7 0,-6-18-3 15,9 14-3-15,-4-8-2 0,-5-6-13 16,11 8-2-16,-11-8-8 0,14 6-2 0,-14-6 1 15,16 1 0-15,-16-1 0 0,18 3-1 0,-18-3-4 16,18 0 3-16,-18 0 2 0,17 4-2 0,-17-4-11 0,13 5 19 16,-13-5 0-16,13 10-9 0,-7-4 11 0,-6-6 2 15,7 16 0-15,-5-4-3 0,-2-12 0 16,0 26 2-16,-6-8-5 0,3-6-6 0,-3 2-13 16,-2 1-22-16,3-4-18 0,-2-1-11 0,2 0-18 15,5-10-15-15,-8 15-27 0,8-15-33 0,-6 9-56 16,6-9-224-16,0 0-503 0,0 0 223 0</inkml:trace>
  <inkml:trace contextRef="#ctx0" brushRef="#br0" timeOffset="89321.9">4873 14863 215 0,'0'0'199'0,"0"0"-10"0,0 0 6 15,0 0 2-15,0 0-4 0,0 0-13 16,0 0-9-16,0 0-18 0,23 33-9 0,-20-22-18 15,3 4-9-15,-6-15-21 0,8 27 2 0,-1-12-7 16,-1 1-14-16,-1-2-26 0,2 3-31 0,-3-6-38 0,-4-11-35 16,10 19-49-16,-5-12-61 0,-5-7-200 15,0 0-393-15,6 16 174 0</inkml:trace>
  <inkml:trace contextRef="#ctx0" brushRef="#br0" timeOffset="89467.77">4781 14772 114 0,'-13'-11'157'0,"13"11"-15"0,-9-11-12 0,9 11-43 15,0 0-39-15,0 0-44 0,0 0-49 0,0 0-62 16,0 0-115-16,0 0 52 0</inkml:trace>
  <inkml:trace contextRef="#ctx0" brushRef="#br0" timeOffset="89667.85">5034 14640 145 0,'0'0'237'0,"0"0"-8"0,0 0 21 0,0-18 9 16,0 18-4-16,0 0-8 0,0 0-24 0,0 0-27 15,0 0-21-15,0 0-20 0,0 0-16 0,0 0-28 16,0 0-1-16,0 0-4 0,0 0-12 0,0 0-7 16,25 40-11-16,-20-21-6 0,4 7-7 0,-2-2-5 15,-4 2-5-15,1-2-4 0,1 0-4 0,-2-3-18 16,2 4-32-16,-1-6-34 0,0-1-31 0,-3 1-32 15,2-3-55-15,-3-16-55 0,3 24-68 0,-1-13-153 16,-2-11-468-16,9 11 208 0</inkml:trace>
  <inkml:trace contextRef="#ctx0" brushRef="#br0" timeOffset="89842.47">5248 14775 30 0,'-1'-14'285'0,"1"14"-17"16,0 0-10-16,1-12-15 0,-1 12-21 0,0 0-15 15,0 0-7-15,0 0-9 0,0 0-20 0,0 0-14 16,0 0-15-16,0 0-12 0,10 43-27 0,-7-31 2 16,0 0-7-16,0-1-16 0,1 5-28 0,0-5-36 15,0 1-39-15,1-1-53 0,-5-11-57 16,8 21-76-16,-4-12-216 0,-4-9-456 0,0 0 202 0</inkml:trace>
  <inkml:trace contextRef="#ctx0" brushRef="#br0" timeOffset="89992.59">5196 14585 191 0,'0'0'191'0,"-10"-6"-19"0,10 6-20 0,0 0-33 0,0 0-55 16,0 0-74-16,0 0-137 0,0 0-158 0,0 0 69 15</inkml:trace>
  <inkml:trace contextRef="#ctx0" brushRef="#br0" timeOffset="90199.4">5380 14421 109 0,'0'0'276'0,"0"0"-12"0,0 0-15 16,0 0-24-16,-3-16-17 0,3 16-4 0,0 0 3 15,0 0-14-15,0 0-5 0,0 0-12 0,31 49-17 16,-25-36-10-16,2 6-20 0,0 3-10 0,-1 2-10 15,-2 0-13-15,-1-4-10 0,0-1-7 16,-1 1-22-16,1-1-32 0,-2-1-35 0,2-2-30 16,1 1-40-16,-2-2-48 0,-1-1-61 0,-2-14-68 0,0 23-178 15,0-23-469-15,1 18 208 0</inkml:trace>
  <inkml:trace contextRef="#ctx0" brushRef="#br0" timeOffset="90728.5">5437 14637 81 0,'5'-9'209'0,"-5"9"-1"0,16-24-5 0,-8 16-7 15,0-1-15-15,3 2-12 0,-11 7-18 0,19-15-15 16,-9 9-12-16,-10 6-11 0,23-6-7 0,-13 3-12 16,-10 3-5-16,22-5-8 0,-22 5-8 0,19 0-5 15,-19 0-7-15,19 3-4 0,-19-3-2 0,21 2-7 16,-21-2-5-16,15 4-2 0,-15-4-2 0,15 3-4 15,-15-3-2-15,0 0-5 0,27-1 0 16,-27 1 1-16,0 0 2 0,20-6-8 0,-20 6 7 16,13-5 7-16,-13 5 7 0,12-8 6 0,-12 8 0 15,0 0 11-15,10-9 3 0,-10 9-1 0,0 0-1 16,0 0-3-16,0 0 0 0,8-11 0 0,-8 11-6 16,0 0-2-16,0 0-13 0,0 0-3 0,0 0-6 15,0 0-4-15,0 0-5 0,0 0 8 0,13 28-6 16,-11-8 0-16,2 6-2 0,1 4 9 0,2 1-1 15,-1 2 0-15,3 2 6 0,5 9-5 0,-2 3 3 16,-2-13 0-16,2 10-3 0,-3-11-5 0,2 3-1 16,1-3-6-16,-1-1 4 0,-1 1-4 0,0-3 0 15,-1 0 1-15,-2-3-1 0,-1-1-3 0,-1-7-2 16,0 5-2-16,-5-5 8 0,0 0-9 0,-3-3 4 16,3-16-4-16,-10 21-4 0,3-12 5 0,-7 0-3 15,-3-1-1-15,-1-3-1 0,-11-3-4 0,-2-2 2 16,0-5 2-16,3-5 0 0,1 1-5 0,1-7-6 15,3-5-2-15,5-3-3 0,0-3-7 0,5-5-6 16,2-14 4-16,3 1-8 0,5-2-3 16,6 0-3-16,1 1-11 0,6-1-5 0,3 0-18 15,-2 14-14-15,8-12-23 0,-2 17-31 0,7-15-26 0,1 17-26 16,6-13-53-16,-5 15-38 0,1 1-189 0,-2 1-506 16,2-1 223-16</inkml:trace>
  <inkml:trace contextRef="#ctx0" brushRef="#br0" timeOffset="90869.58">6149 14439 50 0,'20'2'263'0,"-20"-2"-24"0,0 0-26 16,0 0-17-16,0 0-1 0,20 0-4 0,-20 0-11 15,0 0-13-15,0 0-22 0,0 0-13 0,0 0-25 16,0 0-31-16,0 0-43 0,0 0-61 0,15-7-109 16,-15 7-200-16,0 0-366 0,0 0 162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6:49:22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12615 3452 16 0,'0'0'45'0,"0"0"-2"0,2-6 3 0,-2 6 11 16,0 0-5-16,0 0 1 0,0 0 7 0,0 0 1 15,0 0-5-15,0 0-10 0,0 0-6 16,0 0 6-16,-5-11-9 0,5 11 2 0,0 0-2 15,0 0-5-15,0 0-5 0,-5-5-5 0,5 5 1 16,0 0-6-16,0 0-1 0,0 0-1 0,0 0-3 16,0 0 5-16,0 0-12 0,0 0 9 0,0 0-5 15,0 0-1-15,0 0-8 0,0 0 9 0,0 0 8 16,0 0-12-16,0 0-3 0,0 0-3 0,0 0 3 16,0 0-7-16,0 0 5 0,0 0-3 0,0 0-2 15,0 0-2-15,0 0 3 0,0 0-1 0,0 0-2 16,0 0-3-16,0 0 3 0,0 0 0 0,0 0-7 15,0 0 6-15,0 0-2 0,0 0-2 0,0 0 1 16,0 0-1-16,0 0 2 0,0 0 4 0,0 0 1 16,0 0-7-16,0 0 6 0,0 0 0 0,0 0 0 15,0 0 2-15,0 0 3 0,0 0-1 0,0 0-13 16,0 0-7-16,0 0-10 0,0 0-12 0,0 0-13 16,10 17-5-16,-10-17-33 0,0 0-103 0,0 0 46 15</inkml:trace>
  <inkml:trace contextRef="#ctx0" brushRef="#br0" timeOffset="1620.33">8930 4519 130 0,'0'0'161'0,"-9"-4"-15"0,9 4-20 0,0 0-14 0,-7-5 4 16,7 5-8-16,-5-3-10 0,5 3-3 0,0 0-5 15,-8-4-5-15,8 4-4 0,0 0-5 0,0 0 2 16,-8-1-9-16,8 1-9 0,0 0-2 0,0 0-2 15,0 0-8-15,0 0-8 0,0 0 4 0,0 0-7 16,0 0-4-16,-6-4-4 0,6 4-4 0,0 0 1 16,0 0-8-16,0 0 3 0,0 0-9 0,0 0 7 15,0 0-7-15,0 0 2 0,0 0-5 0,0 0-3 16,0 0 1-16,0 0-2 0,-12 0 0 0,12 0-1 16,0 0 0-16,0 0-4 0,0 0 3 0,-9 0-4 15,9 0 1-15,0 0 2 0,-9-2-4 0,9 2 5 16,0 0-3-16,-11-3 2 0,11 3-5 0,0 0 5 15,0 0-9-15,-10 0 9 0,10 0-1 0,0 0 2 16,0 0-4-16,0 0 1 0,-7-4-8 0,7 4 2 16,0 0 4-16,0 0-6 0,0 0-4 0,0 0-14 15,0 0-24-15,0 0-5 0,0 0-8 0,26-1 4 16,-15 1 4-16,2 0-4 0,6 1 18 0,11-2 1 16,3-2 16-16,5 1-5 0,22 0 5 0,6-5 19 15,31-6-7-15,2 2-2 0,-4 1 0 0,5 1-2 16,2 1-33-16,0 0 1 0,8-1-10 0,-4 5-174 15,-3 0 180-15,-3-1-55 0,-6-6 20 0,-5-1 16 16,-24 2 7-16,27-3 5 0,-32 5 5 0,4-1 9 16,-5 0 6-16,5 2-1 0,-2-1 6 0,2-1 3 15,0-3 5-15,3 4 2 0,20-6 1 0,-22 4 1 16,-4-2 2-16,-2 1 3 0,0-2-1 0,-1 1 5 16,-3-2 5-16,-4 0 3 0,-16 6-1 0,-2-1 5 15,-2-1 7-15,-11 2 0 0,0 2 13 0,1 1 4 16,-4-2 2-16,-4 3 15 0,-3 1-1 0,-10 3 2 15,13-3 6-15,-13 3-3 0,10-3 9 0,-10 3-7 16,0 0 3-16,12-2 3 0,-12 2-1 0,0 0-6 16,0 0-4-16,7-3 2 0,-7 3-5 0,0 0-5 15,0 0-7-15,0 0 10 0,0 0-23 0,0 0-30 16,9-1-39-16,-9 1-32 0,0 0-1 0,0 0-54 16,0 0-156-16,0 0 70 0</inkml:trace>
  <inkml:trace contextRef="#ctx0" brushRef="#br0" timeOffset="2078.4">12486 3559 22 0,'0'0'165'0,"0"0"2"0,0 0-7 15,0 0-18-15,0 0 6 0,0 0-19 0,0 0 3 16,0 0-4-16,-7 3-1 0,7-3-11 0,0 0-8 16,0 0-10-16,0 0-9 0,0 0-9 0,0 0-8 15,0 0-8-15,0 0-9 0,0 0-7 0,0 0-5 16,0 0-9-16,0 0-7 0,0 0-8 0,0 0-26 15,36-9-31-15,-18 6-56 0,14 0-53 0,0-3-168 16,5-1-340-16,15-3 150 0</inkml:trace>
  <inkml:trace contextRef="#ctx0" brushRef="#br0" timeOffset="4396.16">13704 3398 5 0,'0'0'20'0,"0"0"2"0,0 0 4 0,0 0-1 16,0 0 4-16,0 0 4 0,0 0 7 0,0 0-7 15,0 0 6-15,0 0 2 0,0 0-3 0,0 0 2 16,0 0-6-16,0 0 6 0,0 0-6 0,0 0 5 15,0 0 2-15,0 0-1 0,0 0-5 0,0 0 2 16,0 0-5-16,0 0-3 0,0 0-2 0,0 0-2 16,0 0 2-16,0 0-3 0,0 0-7 0,0 0 4 15,0 0 3-15,0 0-12 0,0 0 1 16,0 0-3-16,0 0-8 0,0 0 0 0,0 0-2 0,0 0 1 16,13 6 2-16,-3-8-3 0,0-1-23 0,1 2-11 15,8-2-12-15,-1 0-37 0,1 0-46 0,-2-1-140 16,0 1 62-16</inkml:trace>
  <inkml:trace contextRef="#ctx0" brushRef="#br0" timeOffset="4995.09">14005 3204 36 0,'0'0'34'0,"0"0"1"0,0 0-3 0,0 0-7 15,0 0-4-15,0 0-7 0,0 0 5 0,0 0-3 0,0 0-3 16,0 0 0-16,0 0-1 0,0 0-1 0,0 0-3 16,0 0 7-16,0 0-9 0,9 20-7 15,-5-15 6-15,0 2-3 0,1 2 8 0,2-1-13 0,-2 1 6 16,-1 0 1-16,3-1 18 0,-1 1-19 15,-1-1-1-15,2 1 1 0,-1-3-5 0,-1 2 7 16,1-2-2-16,1-1-3 0,-4 1-3 0,1-1 3 16,0-2-2-16,-4-3 5 0,7 7 1 0,-2-2-1 15,-5-5 0-15,9 5-6 0,-7-1 5 0,-2-4-1 16,7 4-3-16,-7-4 6 0,6 4-3 0,-6-4 2 16,7 4 2-16,-7-4 9 0,0 0 11 0,7 2 21 15,-7-2-2-15,0 0-2 0,0 0 1 0,9-11 14 16,-7 6-24-16,1-2 4 0,0-3 5 0,0 1 9 15,-1-3-18-15,2 1 5 0,-2-1 3 0,2-3-12 16,-4-1-8-16,4 0 7 0,0 0-10 0,-3-2-5 16,3 4-1-16,-2 2-3 0,0 0-3 0,2 2-22 15,-1-1-11-15,-1 4-25 0,3 1-14 0,-2-1-21 16,0 2-50-16,2 0-148 0,-5 5 66 0</inkml:trace>
  <inkml:trace contextRef="#ctx0" brushRef="#br0" timeOffset="5299.96">14393 3192 76 0,'2'-14'86'0,"-2"14"-9"16,6-13-4-16,-5 7-9 0,-1 6-4 0,2-14-4 15,-2 14-3-15,1-13-7 0,-1 13 4 0,0 0-7 16,-1-11-3-16,1 11-3 0,0 0 1 0,0 0-13 16,-9-8 2-16,9 8-10 0,0 0-1 0,0 0 3 15,-30 17-4-15,20-10 3 0,1 2-4 0,1 0 1 16,0 0 1-16,1 2-9 0,1-1 1 0,2-2-7 16,-1 0 4-16,3 1 1 0,2-9 5 0,2 14-3 15,3-8-6-15,3 1-6 0,1-2-13 0,3 0-23 16,8-3-19-16,0-1-19 0,7 2-61 0,3-3-150 15,-2-3 66-15</inkml:trace>
  <inkml:trace contextRef="#ctx0" brushRef="#br0" timeOffset="47928.7">24033 5376 73 0,'0'0'71'0,"0"0"0"0,0 0 4 0,0 0 0 16,0 0-12-16,0 0-11 0,0 0-5 0,0 0-3 15,0 0-13-15,0 0 1 0,0 0 0 0,0 0-6 16,0 0-2-16,0 0-2 0,0 0-13 0,0 0-9 15,0 0-28-15,0 0-16 0,0 0-6 0,0 0-55 16,0 0-112-16,0 0 49 0</inkml:trace>
  <inkml:trace contextRef="#ctx0" brushRef="#br0" timeOffset="70052.78">13158 8613 20 0,'0'0'24'0,"0"0"-7"15,0 0-12-15,0 0-3 0,0 0-14 0,0 0-12 16,11 16 6-16</inkml:trace>
  <inkml:trace contextRef="#ctx0" brushRef="#br0" timeOffset="70419.06">12859 10182 42 0,'0'0'57'0,"0"0"-2"0,0 0-15 0,0 0-5 0,0 0-10 16,0 0-6-16,0 0-7 0,0 0-2 0,0 0-7 15,0 0-9-15,-7 5 8 0,7-5-6 0,0 0 1 16,0 0-8-16,0 0-1 0,0 0-5 0,0 0-5 15,0 0-16-15,0 0-41 0,0 0 19 0</inkml:trace>
  <inkml:trace contextRef="#ctx0" brushRef="#br0" timeOffset="70966.64">14986 8664 14 0,'0'0'39'16,"0"0"-4"-16,0 0-9 0,0 0-11 0,0 0-19 0,0 0-6 15,7 18-10-15,-5-10-21 0,-2 2 10 0</inkml:trace>
  <inkml:trace contextRef="#ctx0" brushRef="#br0" timeOffset="71271.2">14856 9851 36 0,'0'0'59'16,"0"0"-5"-16,0 0-9 0,0 0-5 0,0 0-20 15,0 0-18-15,0 0-25 0,0 0-17 0,14-1-41 16,-14 1 19-16</inkml:trace>
  <inkml:trace contextRef="#ctx0" brushRef="#br0" timeOffset="71489.34">15368 9808 16 0,'0'0'19'16,"0"0"-9"-16,8 2-11 0,-8-2-7 0,5 3-7 16,-5-3 3-16</inkml:trace>
  <inkml:trace contextRef="#ctx0" brushRef="#br0" timeOffset="72005">16152 9769 28 0,'0'0'59'0,"0"0"-4"0,0 0-4 0,6 3-6 15,-6-3 1-15,0 0-9 0,0 0 2 0,0 0-8 16,0 0-6-16,0 0-8 0,0 0 3 0,0 0-1 15,0 0-4-15,0 0-7 0,0 0 2 0,0 0-3 16,0 0-2-16,0 0-7 0,0 0 0 0,0 0-13 16,0 0-1-16,0 0 1 0,0 0 3 0,0 0-1 15,0 0 5-15,0 0-4 0,0 0 6 0,0 0-5 16,0 0-5-16,0 0-5 0,0 0-1 16,0 0-4-16,4 5-2 0,-4-5-21 0,0 0-53 0,0 0 24 15</inkml:trace>
  <inkml:trace contextRef="#ctx0" brushRef="#br0" timeOffset="145494.44">3518 16170 34 0,'0'0'45'0,"-10"-1"12"0,10 1-17 15,0 0 0-15,-16 1-6 0,16-1-7 0,0 0 5 16,-15 1-6-16,15-1 1 0,-13 1-4 0,13-1 9 16,0 0-4-16,-15 0-8 0,15 0-2 0,-10 1 9 15,10-1-11-15,0 0-3 0,-16 2 1 0,16-2 16 16,-10 1-4-16,10-1-2 0,0 0-8 0,-16 1 5 16,16-1-2-16,-12 0-3 0,12 0 11 0,-12 2-17 15,12-2 5-15,-14 2-1 0,14-2 11 0,-10 2 7 16,10-2 6-16,-13 5-2 0,13-5-1 0,-10 2-1 15,10-2-14-15,0 0 5 0,-11 4 1 0,11-4 7 16,0 0-4-16,-12 1 4 0,12-1 2 16,0 0-12-16,0 0 9 0,0 0-10 0,0 0 1 15,0 0-4-15,0 0 1 0,0 0-2 0,0 0-2 0,0 0-5 16,0 0 0-16,0 0-4 0,0 0 1 0,0 0 6 16,0 0 0-16,0 0 0 0,0 0 14 0,33-19 20 15,-13 10-3-15,6-6 4 0,4 1-13 16,2-2 5-16,2-3-6 0,16-3 4 0,0-3-10 15,1-2 1-15,1 1 0 0,26-12 2 0,-20 10-6 16,24-12-1-16,2 1-3 0,3-4 1 0,-3 0 3 16,2-1-4-16,6 0 1 0,0-3 5 0,0 4-7 15,-6 8-1-15,-2-4-3 0,-25 13-2 0,31-10-1 16,-33 11 5-16,0 1-5 0,2 2 1 0,1 0-1 0,-1 2 4 16,-5 2-8-16,-1 0-2 0,-4 2 7 0,-14 0-7 15,3 5 5-15,-3-2-2 0,3 1-6 16,-4 1 0-16,2-2 3 0,-4 1-1 0,1 1-1 15,-1-1 0-15,-2 1 1 0,0 1-3 0,1 1 0 16,-3-2 4-16,-1 0-2 0,-2 0 0 0,-6 4 2 16,2 0-1-16,-6 1 2 0,3 0 3 0,-7 2-3 15,0 0 0-15,0-2 2 0,-11 6 2 0,12-4 5 16,-12 4 1-16,9-3 3 0,-9 3 4 0,0 0 0 16,11-5 2-16,-11 5 3 0,0 0-1 0,9-1 6 15,-9 1-1-15,0 0 1 0,0 0-2 0,0 0-6 16,0 0 3-16,0 0 1 0,0 0-4 0,0 0 2 15,0 0-4-15,0 0-3 0,8-6-3 0,-8 6-1 16,0 0-1-16,0 0-5 0,0 0 2 0,0 0-6 16,0 0-1-16,0 0-1 0,0 0 7 0,0 0-8 15,0 0-5-15,0 0-11 0,0 0-17 0,0 0-17 16,0 0-29-16,0 0-50 0,0 0-66 16,0 0-252-16,0 0-478 0,0 0 211 0</inkml:trace>
  <inkml:trace contextRef="#ctx0" brushRef="#br0" timeOffset="-208193.93">14883 15177 45 0,'0'0'60'0,"0"0"-19"15,0 0-11-15,0 0-24 0,0 0-19 0,0 0-16 0,0 0-30 16,0 0 14-16</inkml:trace>
  <inkml:trace contextRef="#ctx0" brushRef="#br0" timeOffset="-207290.41">9935 16172 3 0,'0'0'61'0,"0"0"-2"0,0 0-13 16,3-7-2-16,-3 7-9 0,0 0-10 0,0 0-12 16,0 0-19-16,0 0-19 0,0 0-18 0,0 0-46 15,0 0 20-15</inkml:trace>
  <inkml:trace contextRef="#ctx0" brushRef="#br0" timeOffset="-205667.36">15605 13631 129 0,'0'0'125'15,"-1"-7"-13"-15,1 7-3 0,0 0-13 0,-3-7 0 16,3 7-4-16,0 0-8 0,0 0-14 0,0 0-7 16,-1-9-4-16,1 9-4 0,0 0-14 0,0 0 2 15,0 0-7-15,0 0-16 0,0 0 11 0,0 0-5 16,0 0 6-16,16 16-8 0,-8-9 1 0,2 1-4 16,1 3-4-16,0 2 7 0,4 1-13 0,-2-2 14 15,4 0-11-15,-3 1-1 0,5 7-5 0,-5-7 1 0,0-1-7 16,-1 1-5-16,-2-1-15 0,0-4-28 15,-2 0-29-15,-3-1-20 0,0-1-9 0,1 0-92 16,-6 2-211-16,0-2 94 0</inkml:trace>
  <inkml:trace contextRef="#ctx0" brushRef="#br0" timeOffset="-205484.73">15799 13507 50 0,'-16'20'99'0,"11"-13"-14"0,-3 3-3 0,0 0-13 16,-2 4-11-16,0-1-4 0,1 2-11 0,-3-2-18 16,5 3-18-16,-2 0-14 0,1-2-21 0,3 2-19 0,-1-1-35 15,-2 2-88-15,0-2 38 0</inkml:trace>
  <inkml:trace contextRef="#ctx0" brushRef="#br0" timeOffset="-186844.98">3025 10458 1 0,'0'0'10'0,"0"0"-9"0,0 0 0 0,0 0-4 16,0 0-2-16,0 0 2 0</inkml:trace>
  <inkml:trace contextRef="#ctx0" brushRef="#br0" timeOffset="-179652.79">3410 11695 39 0,'0'0'79'15,"0"0"-9"-15,0 0-3 0,0 0-10 0,6 4 1 16,-6-4-1-16,0 0 1 0,0 0 0 0,0 0 5 15,0 0-2-15,0 0-2 0,0 0 7 0,0 0 2 16,0 0-9-16,0 0-8 0,0 0-1 0,0 0-3 16,0 0 0-16,0 0-2 0,0 0 13 0,0 0-8 15,0 0 0-15,0 0-3 0,0 0-5 0,0 0-6 16,0 0 7-16,0 0 4 0,0 0-7 0,0 0-3 16,0 0-3-16,0 0-1 0,0 0-3 0,0 0 4 15,0 0 5-15,0 0-1 0,0 0-6 0,-16-17-4 16,16 17 1-16,0 0-7 0,0 0 0 0,0 0-7 15,-6-2 1-15,6 2-2 0,0 0 0 0,0 0-6 16,0 0-5-16,0 0-15 0,0 0-16 0,0 0-19 0,0 0-13 16,0 0-19-16,0 0-20 0,0 0-20 0,0 0-19 15,23 11-102-15,-17-11-260 0,7 0 115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4T05:22:20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24743 6161 76 0,'-3'-10'179'15,"3"10"8"-15,-1-13-20 0,0 6-3 0,1 7-20 0,-3-13-3 16,3 3-5-16,-3 1-3 0,2 2-4 15,-1-3-5-15,2 10-4 0,-4-12 7 0,2 6-7 16,2 6 10-16,-1-11-11 0,0 4-8 16,1 7-9-16,-3-10-7 0,3 10-2 0,-2-9-9 0,2 9-2 15,0 0-5-15,-3-9-10 0,3 9-10 0,0 0-8 16,-2-7-5-16,2 7-9 0,0 0-3 0,0 0-6 0,0 0 4 16,0 0 1-16,-4 23 1 0,5-10-1 15,2 7 4-15,-3-1 4 0,2 9-3 0,-4 0 3 0,4 3-4 16,1 0 1-16,-2 1 0 0,0-1 2 0,2 3-3 15,-3 1-3-15,1-1 2 0,0 1-2 16,-1-5-2-16,4-1-5 0,-4 0 1 0,0-1 7 0,0-1-11 16,-2-1-2-16,4-1-4 0,-2-6-2 15,0-2 4-15,2 0-6 0,0 0 1 0,-1-1-2 0,1-4-8 16,-1 0 6-16,0-2-1 0,2 0 0 0,-1 0-4 16,0 1-9-16,0-4-10 0,1 0-8 15,-1 0 1-15,0-1-8 0,-2-6-11 0,1 10-9 16,-1-10-16-16,0 8-16 0,0-8-16 0,0 9-19 0,0-9-31 15,0 0-34-15,0 0-45 0,0 0-43 0,-10 5-164 16,10-5-468-16,0 0 208 0</inkml:trace>
  <inkml:trace contextRef="#ctx0" brushRef="#br0" timeOffset="518">24681 6125 43 0,'-1'-10'179'16,"-1"-6"-2"-16,0 4-9 0,2-1-15 0,0 2-12 16,3 1-12-16,3 0-12 0,0-1-8 0,3-2-7 15,7 2-6-15,-1 2-1 0,4-1-11 16,-2 5-5-16,3 0-1 0,3 2-3 0,-2 0-9 0,1 4-6 15,-2 2-4-15,0 1-2 0,-3 1 1 0,-2 2-5 16,-2 0-1-16,1 1-5 0,-1 4-1 0,-4-4-5 16,-3 3-2-16,1-1 0 0,0 2-5 15,-4 1 1-15,-1-1-3 0,-2 1 1 0,-2-1-3 0,-2 5-4 16,-2-4-1-16,-1 3-3 0,2-5 0 0,0-2-2 16,-1 1 1-16,-2-1-4 0,3 0-3 0,1-3 1 15,0 0-1-15,2-1-4 0,2-5-3 0,-5 9 0 16,5-9 3-16,-2 9-5 0,2-9 1 0,4 8 2 15,-4-8-3-15,7 9-1 0,-1-3 2 0,1 0-1 16,5-1-2-16,-4 2-1 0,1-2 1 0,3 1 1 16,-3 2-1-16,2-2 3 0,-1-1-1 0,-2 4-1 15,-1-4-4-15,1 5 4 0,-3-4-1 0,0-1-2 16,-1 2 3-16,0-1 5 0,-4 1-6 0,1 0 3 16,-1-7-3-16,-2 11 4 0,-1-4-1 0,-4-1-1 15,-1-1 0-15,-1 1 1 0,-3-1 5 0,-4 0-5 16,3-2 0-16,-1 0 0 0,1 0 1 0,-5-2-3 15,7-1-1-15,-2 0-14 0,-1 0-9 0,3 0-18 16,-1-1-22-16,12 1-29 0,-13-3-43 0,13 3-40 16,-8 0-204-16,8 0-410 0,0 0 181 0</inkml:trace>
  <inkml:trace contextRef="#ctx0" brushRef="#br0" timeOffset="1231.58">25439 6606 2089 0,'0'0'127'0,"0"0"13"0,0 0-55 15,0 0-29-15,0 0-15 0,0 0-8 0,0 0 7 16,0 0 4-16,0 0-7 0,-5-29 6 0,5 29-4 0,7-14 2 15,0 5-8-15,1-2 2 0,2-1 3 16,-4 2-4-16,6-3 2 0,-1 0-2 16,2 0 10-16,1 1 1 0,-2-2-2 0,-1 0-6 0,3 1-2 15,-4-1 7-15,-3 4 2 0,3-4-4 0,0-2-3 0,-6 4 0 16,1 0-2-16,0 2-1 0,-2-2 0 0,-1 1-4 16,2 1 0-16,-4-1-7 0,0 3 3 15,2-2 1-15,-2 10-5 0,0-12-1 0,0 12-2 16,0-8 1-16,0 8-9 0,0 0-6 0,0 0-7 15,-2-9-3-15,2 9 6 0,0 0-4 0,0 0 2 0,0 0 0 16,-12 17-1-16,7-7-1 0,-3 4 0 0,1 1 2 16,3-2-3-16,0 3 3 0,0-5 0 15,0 6-1-15,4-6 0 0,-2 2-1 0,2-1 8 16,0 1-7-16,2-4 2 0,-2 2-2 0,4-2 7 16,2 0-4-16,-1-2 1 0,3 2 2 0,-3-4 1 0,6 2-2 15,-2-4-2-15,2 2 1 0,0-4 5 16,-1-1-1-16,2 0 3 0,0-1-6 0,-1-2 2 15,0-1 1-15,-1-2 2 0,-1 0-5 0,1-4 0 0,0 3 1 16,-4-5 3-16,6-2-9 0,-1 2 4 0,-8 2-1 16,3-6 5-16,-2 2-2 0,-2 3 2 15,3-1-7-15,-3 1 2 0,0-2-2 0,-2 6 0 0,0-5 8 16,2 7-7-16,-2 5 5 0,1-12 0 0,-1 12 1 16,0-7-9-16,0 7-1 0,0 0-4 15,0-9 2-15,0 9-1 0,0 0 14 0,0 0-16 0,0 0 3 16,0 0 1-16,-5 26 1 0,5-17-3 0,-4 3 2 15,1 2 1-15,1-3 3 0,2 7-3 16,0-3 3-16,-2 3-7 0,2-1 3 0,0-1 2 0,-4-1 0 16,4 1 2-16,-2 0 0 0,1-4 0 0,1 4 6 15,-1-5 2-15,1 2-6 0,1-1 0 16,-2-1 5-16,-2-2-8 0,1 1 2 0,-4 1-2 0,3-1-7 16,0-2-9-16,-5-1-4 0,3 2-13 0,1-4-18 15,-4 0-20-15,0 2-23 0,1-4-34 16,1 0-43-16,-2-2-51 0,8-1-46 0,-11-2-177 0,0-1-484 15,4-4 214-15</inkml:trace>
  <inkml:trace contextRef="#ctx0" brushRef="#br0" timeOffset="1406.46">25587 6072 239 0,'0'0'277'0,"-1"-12"-16"0,0 6-22 15,1 6-20-15,-2-10-19 0,2 10-24 0,0-8-20 16,0 8-31-16,0 0-46 0,0 0-44 0,0 0-40 16,3-7-43-16,-3 7-45 0,12 2-57 0,-12-2-135 15,23 3-309-15,-8-3 136 0</inkml:trace>
  <inkml:trace contextRef="#ctx0" brushRef="#br0" timeOffset="4035.85">26479 6292 110 0,'0'0'140'0,"0"0"-2"0,0 0 7 0,0 0 4 16,9 11-9-16,-9-11-4 0,4 15-8 0,-2-8-13 0,1 3-8 15,-3 0-5-15,2 2-6 0,1-2-9 0,-3 1-6 16,0-2-9-16,0 1-7 0,2-1 0 0,-2 0-7 16,0-9-1-16,2 12 1 0,-2-12 7 15,-2 10 1-15,2-10 5 0,0 0 9 0,0 8 8 0,0-8 7 16,0 0 4-16,0 0-4 0,0 0-16 0,0 0-1 16,0 0-12-16,0 0-2 0,0 0-12 15,-16-18-4-15,14 10 1 0,2-1-8 0,-4-2-5 16,4-2-7-16,0-3-7 0,0-1-5 0,4-1-7 15,-2 1-2-15,2-2-1 0,10-4-2 0,-1-3-4 16,-4 8 1-16,9 4-3 0,-5 1-4 0,6 0 5 0,-3 2-5 16,2 3-1-16,2 2 1 0,-2 0 0 0,2 5-1 15,-2 4 2-15,0 1-1 0,0 1-2 0,-1 5 3 16,0 1-1-16,-2 1 4 0,-1 2-2 0,3 1-1 16,-3-2 0-16,-5 1-2 0,-2 2 2 0,-3-5 2 15,3 0-1-15,-2-2-1 0,-3 1 3 0,0-3 0 16,-4 2 2-16,2-9 0 0,-2 12-1 0,2-12 1 15,-2 9 0-15,2-9 4 0,-2 8 1 16,2-8 0-16,0 0 0 0,0 0-1 0,0 0 1 0,0 0-6 16,0 0-5-16,0 0-4 0,-3-28 1 0,8 18 2 15,1-4-3-15,1-1-2 0,5-2 2 0,1 1-3 16,-2 0 2-16,5 0 0 0,-5 0 0 0,3 3-1 16,1 2 1-16,-6 2 1 0,2 2 0 0,-2 2-1 15,-2 2-5-15,2 0 3 0,-2 2 1 16,-7 1-3-16,11 5 6 0,-5 0-1 0,0 1-1 0,0 3 7 15,0 2-1-15,-3 1 1 0,1 4-1 0,1-2 1 16,0 2-13-16,-5-4-21 0,2 3-22 0,-2 1-30 16,2-3-46-16,0-1-40 0,-2-1-22 0,4 0-34 15,-5 2-117-15,3-3-377 0,-2-10 167 0</inkml:trace>
  <inkml:trace contextRef="#ctx0" brushRef="#br0" timeOffset="4339.58">27204 6288 113 0,'0'0'205'0,"0"0"-19"16,-4-10-12-16,4 10-12 0,0 0-14 0,0 0-16 15,0 0-12-15,0 0-11 0,0 0-11 0,0 0-7 16,-5 28-10-16,5-20-6 0,0-8-9 0,3 13-6 16,3-5-5-16,0-1-7 0,-2-3 0 15,2 3-6-15,1-3-3 0,4 0-1 0,-2-2-3 0,0 1 5 16,0-2 5-16,3 0 7 0,-3-2 11 0,-9 1 7 15,18-4 4-15,-12-2 2 0,-1 2-5 16,3-5-4-16,-3 0-7 0,-1-2-7 0,-4 0-6 0,0-1-7 16,0-3-5-16,-4-2-4 0,1-1-4 0,-3 5-13 15,-1 2-8-15,1 2-12 0,-4 0-18 0,2 1-19 16,3 0-22-16,-4 4-20 0,9 4-20 0,-18-1-10 16,18 1-6-16,-23 8-17 0,13 1 4 0,-1 4-9 15,-1 1-17-15,3 2-3 0,0 3-120 0,2-2-306 16,3 1 136-16</inkml:trace>
  <inkml:trace contextRef="#ctx0" brushRef="#br0" timeOffset="4647.96">27315 6435 50 0,'13'-4'118'0,"-1"-3"6"0,3-1 11 0,1-2-1 16,-3-3 4-16,1 0-8 0,-1 0 3 0,0 0-12 16,3-7-6-16,-2-3-4 0,2 1-5 0,-7 6-6 15,2-7 1-15,2-3-13 0,-4 1-4 16,0 8-6-16,-4-2 8 0,0 3-6 0,-2 1-1 0,-2 4-7 15,1-1-3-15,0 2-6 0,-2 3-4 16,0 7-8-16,-2-12-7 0,2 12-6 0,-2-8-6 0,2 8-4 16,0 0-8-16,-4-6 1 0,4 6-4 0,0 0-1 15,0 0-7-15,-12 21-1 0,9-9-2 0,6 3-7 16,-3-1-1-16,2-4 2 0,3 6-1 0,-3 0-1 16,5-1-1-16,-1 1 5 0,2-3-2 0,1 4 1 15,-3-2-1-15,3-2 0 0,0 1-1 0,-5-3 1 16,1-2 2-16,-1 1-2 0,0 0-1 0,-3-1-14 15,1-2 0-15,-2 1-13 0,0 1-17 0,-2-1-10 16,2-8-24-16,-4 13-27 0,1-8-16 0,1 1-29 16,2-6-33-16,-9 8-126 0,2-5-335 0,7-3 147 15</inkml:trace>
  <inkml:trace contextRef="#ctx0" brushRef="#br0" timeOffset="4869.35">27784 5970 171 0,'4'-10'254'16,"-4"3"-20"-16,4 2-22 0,-4 5-25 0,1-8-25 15,-1 8-15-15,0 0-4 0,0 0 2 0,0 0-4 16,11 19-10-16,-6-5-4 0,-1 5-11 0,2 6-8 16,-3 1-12-16,5-2-7 0,-4 0-9 0,-2 3-9 15,2-3-4-15,-2-5-5 0,-1 8-7 0,1-8-24 16,0 2-24-16,0-2-39 0,3 1-41 0,-1-3-47 15,-3-1-39-15,1-5-40 0,0 3-177 0,-2-3-407 16,0-2 180-16</inkml:trace>
  <inkml:trace contextRef="#ctx0" brushRef="#br0" timeOffset="5023.32">27834 6147 134 0,'0'0'144'0,"8"-9"-16"0,-1 3-13 0,3-1-13 16,1 3-4-16,7 1-33 0,3-2-36 0,6 0-39 16,1 2-38-16,5-2-79 0,-2 4-136 0,1-3 60 15</inkml:trace>
  <inkml:trace contextRef="#ctx0" brushRef="#br0" timeOffset="5579.82">28405 6095 62 0,'0'0'216'0,"0"0"-5"0,0 0-11 16,0 0-11-16,0 0-12 0,-29-2-16 0,21 8-7 16,2 0-10-16,-2 4-12 0,-1-1-13 0,3 2-11 15,-3 0-10-15,5 0-9 0,-1 1-12 0,0 0-5 16,3 0-9-16,1 1-4 0,2-1-7 0,1-1-2 16,4-2-3-16,-2 1-5 0,4-1-4 15,-1-1 0-15,5-1-7 0,-2 0-2 0,4 0-7 0,-1-4-5 16,-2-1 1-16,3-1-5 0,-3-1-2 0,0-1 0 15,2-1 1-15,-5-1-1 0,1-2-8 0,-2-4-5 16,-1 0-7-16,-1-1 0 0,-3-2 6 0,0-4-12 16,-4-2 5-16,-2 6-1 0,-1-7 0 0,-6 0 2 15,2 3-2-15,-2-1-1 0,-3 2 3 0,3 1 6 16,-3 1 3-16,3 1 2 0,4 5 0 0,-1 0 2 16,-1 1 0-16,3 2-1 0,2 1-3 0,4 3 1 15,-6-5-4-15,6 5 2 0,0 0 1 0,0 0 0 16,0 0-2-16,0 0-2 0,0 0 2 0,0 0-4 15,31 11-2-15,-14-9 1 0,5 1 3 0,6-2 0 16,0-1-1-16,4-2 0 0,-10-1 3 0,-3 0-3 16,-1-1 2-16,-2 0 2 0,-4-1 3 0,3-4-2 15,-5 2 0-15,-1-1 14 0,0-1 6 0,-2-3-3 16,0-1 7-16,-3 1-3 0,0 1 4 0,-1 0 15 16,-2 3-15-16,2 1 6 0,-1 1 4 0,-2 6-7 15,1-11 1-15,-1 11-9 0,3-8-6 0,-3 8-2 16,0 0-3-16,0 0 7 0,0 0 1 0,-9 46 3 15,4-20-5-15,0 6 4 0,-3 16 3 0,4-13-4 16,-3 0 1-16,3 11-2 0,-1-11-1 0,1 0-2 16,0-1-1-16,3 0-2 0,-2 0 1 0,4-3 0 15,-2 2 0-15,7-4-1 0,-4 0 0 0,-2-3 0 16,2-5-4-16,1 3-12 0,-2-5-33 0,0 0-21 16,-2-3-32-16,1-2-35 0,-1-3-49 0,3-1-45 15,0-2-208-15,-2-8-461 0,0 0 204 0</inkml:trace>
  <inkml:trace contextRef="#ctx0" brushRef="#br0" timeOffset="5947.13">28489 6325 160 0,'0'0'165'0,"0"0"-20"0,0-7-14 15,0 7-14-15,6-7-10 0,-6 7-14 0,15-8-13 16,-4 5-21-16,9-1-28 0,-2-1-26 0,8 2-20 15,-4-1-26-15,5-1-19 0,-8 2-11 0,8-3 5 16,-5 3-8-16,-3-1 10 0,-3-2 10 0,2 0 8 16,-4-2 6-16,-1 3 15 0,-5-5 12 0,-1 0 9 15,-3-1 13-15,2-1 16 0,-5-5 13 0,4 2 10 16,-5-4 14-16,1 0 10 0,-2 2 1 0,3-4 7 16,-2 4 10-16,4 0 4 0,-1 0 13 0,-1 1-1 15,1 4 3-15,-2 4 5 0,2-3 9 0,-3 5-6 16,4 1-10-16,-4 5-11 0,0-9-15 0,0 9-13 15,0 0-11-15,0 0 0 0,0 0-10 0,0 0 4 16,14 20 4-16,-12-4-6 0,1 1-1 0,-2 8-1 16,2 1-10-16,-2 3-3 0,1-2-1 0,-1 0-1 15,2-2-4-15,-3 1 1 0,0-5-7 0,2 4-20 16,-4-6-25-16,5-2-28 0,-2 2-32 0,-1-2-40 16,4 0-53-16,-4-2-45 0,1-2-128 0,-1-3-377 15,0-10 167-15</inkml:trace>
  <inkml:trace contextRef="#ctx0" brushRef="#br0" timeOffset="6329.2">29017 6291 16 0,'13'-14'188'0,"-3"0"-1"0,2-1-10 15,-1-2-13-15,1 0-13 0,-2 0-11 0,0-2-12 16,0 5 4-16,-4 4 1 0,0-3 2 0,-2 3-4 15,1 0-7-15,-4 0-6 0,0 4-1 0,-1 6-10 16,2-8-15-16,-2 8-3 0,0 0-8 0,0 0-5 16,-22 8-6-16,8 5-7 0,-4 0-7 0,0 6-3 15,-2-1-8-15,4 3-7 0,4-5-20 0,-1 6-16 16,4-4-24-16,3-3-29 0,0 3-44 0,4 0-26 16,2-1-42-16,1-2-30 0,2-1-21 0,-1 1-115 15,3-2-357-15,-1-3 159 0</inkml:trace>
  <inkml:trace contextRef="#ctx0" brushRef="#br0" timeOffset="6535.62">29228 6286 96 0,'7'-17'177'16,"1"-2"-19"-16,0 0 9 0,-1 1 2 0,-1 2-4 16,-1 6-2-16,0 0-4 0,-1 5-17 0,1-6-12 15,-2 6-15-15,-1 0-14 0,-2 5-12 16,7-7-11-16,-7 7-8 0,12 1-9 0,-12-1-6 0,13 11-4 15,-6-4-4-15,1 2-8 0,1 4-4 16,0 1 0-16,-3-3-1 0,-1 0-7 0,1 0-4 16,0 8-23-16,0-1-24 0,-3-1-28 0,1-2-65 0,0-3-58 15,-3 0-162-15,2-2-364 0,2-2 162 0</inkml:trace>
  <inkml:trace contextRef="#ctx0" brushRef="#br0" timeOffset="6877.99">29973 6176 139 0,'-7'-3'252'0,"7"3"-3"16,-9-4-15-16,3 2-16 0,6 2-12 0,-10-4-18 15,10 4-18-15,-9-6-18 0,9 6-14 0,-9 0-10 16,9 0-9-16,-8-3-4 0,8 3-7 0,-7-2 0 16,7 2-3-16,0 0-3 0,0 0-8 0,-8-2-3 15,8 2-3-15,0 0-4 0,0 0 9 0,0 0-17 16,0 0-5-16,0 0-10 0,0 0-2 0,0 0-10 16,25-3 5-16,-10 1-13 0,7-2 0 0,8 3-11 15,0-1-5-15,-1 2 13 0,2 0-17 0,-2-3 6 16,-1 1-23-16,0 3-17 0,-8-1-20 0,0-1-28 15,-3 1-34-15,-2-2-45 0,-3 2-53 0,0-2-59 16,0 1-247-16,-4 1-540 0,-8 0 239 0</inkml:trace>
  <inkml:trace contextRef="#ctx0" brushRef="#br0" timeOffset="7115.84">30101 5932 186 0,'0'0'247'16,"0"0"-14"-16,-1-8-19 0,1 8-16 0,0 0-25 16,0 0-28-16,0 0 5 0,0 0-5 0,0 0-3 15,-4 21-5-15,3-11-1 0,1 7-8 0,-2 0-9 16,2 0-13-16,0 2-12 0,0 2-6 16,2 3-5-16,-1 2-5 0,-2-7-12 0,2 0-6 0,2 6-8 15,-2-6 5-15,1-1-12 0,2-1-36 0,-1 1-27 16,-2-2-31-16,0-4-22 0,2 3-57 0,-1-1-54 15,2-3-73-15,-1-2-143 0,2 1-432 0,1-3 192 16</inkml:trace>
  <inkml:trace contextRef="#ctx0" brushRef="#br0" timeOffset="7459.69">30410 6074 1870 0,'9'-18'87'16,"-5"7"-24"-16,1 0-3 0,-2 2-6 0,-1 3 8 15,2-2-6-15,-4 8 4 0,3-10-8 0,-3 10-14 16,5-8-3-16,-5 8-5 0,0 0 9 0,0 0 0 16,0 0 0-16,0 0-2 0,9 21 1 0,-7-13-3 15,1 8-3-15,-1-4 0 0,1 1 0 0,2 2-7 16,-4-2 1-16,1-2-1 0,-1 2-3 0,1 1-2 16,1-2 2-16,0 1-6 0,-1-4 3 0,1 2-4 15,-2-4 3-15,-1-1 6 0,3 0 6 0,-3-6 18 16,3 9 11-16,0-5 20 0,-3-4 17 0,0 0 11 15,4 5-3-15,-4-5-2 0,0 0-10 0,12-10-11 16,-2 0-4-16,-3-2-5 0,5-1-14 0,0-2-3 16,6-7-12-16,-2 3-7 0,3-2-8 0,-1-4-19 15,1 4-6-15,-1 2-14 0,-5 4-4 0,1-1-24 16,-2 4-23-16,0 0-30 0,-1-2-28 0,-3 6-33 16,-2 2-24-16,0 1-36 0,-1 0-39 0,1 3-8 15,-6 2-4-15,0 0-161 0,0 0-458 0,0 0 203 16</inkml:trace>
  <inkml:trace contextRef="#ctx0" brushRef="#br0" timeOffset="7746.23">30771 6147 70 0,'0'0'194'0,"7"0"12"16,-7 0 5-16,0 0-3 0,13-7-9 0,-6 0-16 16,-2 2-7-16,1-4-14 0,2 0-9 0,-2 1-7 15,1-2-12-15,-1 0-11 0,-1 0-12 0,0-1-1 16,-1 1-10-16,-3 0 2 0,0 3-13 0,1-3-9 15,-2 3-2-15,0 7-1 0,-2-15-8 0,1 9-8 16,1 6-9-16,-6-10-7 0,1 6-7 0,-3 1-6 16,-2 3-1-16,-3 0-7 0,0 5 0 0,-5 3-1 15,0 3-4-15,-1-1-4 0,5 2-1 0,-2 1-6 16,1 3 3-16,3-2-2 0,5 4 0 0,1-2 2 16,5 1 0-16,2 2-3 0,5-1 1 0,7 3-1 15,6-2-1-15,7 0-4 0,3-5-18 0,6-1-29 16,13 2-34-16,2 0-25 0,3-5-36 0,-2-3-21 15,-13-4-44-15,-1 1-29 0,-2-4-181 0,-1-3-447 16,-4-1 199-16</inkml:trace>
  <inkml:trace contextRef="#ctx0" brushRef="#br0" timeOffset="8019.99">31337 5714 146 0,'-3'-9'274'15,"2"3"-2"-15,1 6-7 0,0-11-17 0,0 11-15 16,-1-9-35-16,1 9-21 0,0 0-21 0,0 0-12 16,0 0 6-16,0 0-4 0,-5 35-1 0,5-10-10 15,0 4-3-15,-2 5-4 0,1 2 6 0,1 0-10 16,-1 9 2-16,5-11-13 0,-3 2-12 0,2 9-4 16,-2-11-10-16,4 0 8 0,-4 2-18 0,3-4-2 15,-3 2-5-15,0-4-9 0,1 1-4 16,-1-3 0-16,-2 0-4 0,-1-2-6 0,0-6-15 0,-1-1-45 15,-2 5-33-15,4-7-33 0,-1-6-33 0,0 2-35 16,0-3-38-16,-2 0-46 0,1-2-48 0,1 0-36 16,2-8-177-16,-3 9-532 0,3-9 236 0</inkml:trace>
  <inkml:trace contextRef="#ctx0" brushRef="#br0" timeOffset="8235.12">31769 6221 2784 0,'1'-10'60'0,"0"1"7"0,-2-1-32 16,1 10-19-16,-6-13 7 0,3 8 27 0,3 5 29 16,-4-17 19-16,0 11 10 0,4 6 12 0,-5-11 11 15,5 5-3-15,0 6-21 0,-1-9-2 16,1 9-14-16,0 0-14 0,0 0-2 0,0-9-16 0,0 9-17 16,0 0-17-16,12-2-17 0,0 4-19 15,5-3-25-15,5 2-35 0,-1 1-37 0,6-1-39 16,-5-2-36-16,6 2-45 0,-8-2-40 0,-3 1-48 0,-4 0-171 15,0-4-527-15,-3-1 232 0</inkml:trace>
  <inkml:trace contextRef="#ctx0" brushRef="#br0" timeOffset="8580.48">32015 5921 227 0,'0'-10'233'0,"0"10"2"0,-2-15 13 0,2 8 11 16,0 7 0-16,0-11-14 0,0 11-24 0,2-8-23 15,-2 8-17-15,0 0-33 0,0 0-12 0,0 0-14 0,0 0-10 16,12 17-8-16,-8-5 0 0,1 2-6 0,0 2-9 16,3 2-9-16,-2 0 0 0,3 1-1 15,-2-1 2-15,4 5-11 0,-5 2 0 0,1-7-4 16,0-1-5-16,0-3-5 0,-1 1 12 0,-2-4-11 16,1-1-12-16,-1 1 2 0,-1-5-4 0,0 1-14 15,-3-7-11-15,7 10-3 0,-7-10 16 0,2 8 5 16,-2-8 1-16,0 0 12 0,5 8-5 0,-5-8 18 15,0 0-6-15,0 0-15 0,0 0 3 0,21-24-4 0,-15 14 0 16,6-7-7-16,3-3-11 0,-5 2 1 16,8-5-8-16,-2-1-6 0,0 0-3 0,-1 2-15 15,2-2-10-15,-5 8-3 0,5-5-22 0,-6 4-24 16,-1 4-1-16,0 0-25 0,-2-1-41 0,-1 4-29 16,1 2-31-16,-4 1-35 0,-4 7-50 0,10-9-38 15,-7 7-204-15,-3 2-564 0,0 0 251 0</inkml:trace>
  <inkml:trace contextRef="#ctx0" brushRef="#br0" timeOffset="8892.4">32418 6050 67 0,'12'0'191'0,"-12"0"2"16,14-1 12-16,-6-2 1 0,2-1 4 0,-1-2-16 16,3 1-15-16,0-2-6 0,-1 0-19 0,1-2-8 15,-1-3-11-15,2 0-9 0,-3 0-12 0,1-3-4 16,0 0-13-16,-1 1-9 0,-3-1 2 0,-2 4 0 15,0 2-2-15,-4 1-1 0,2-2-6 16,-2 3-8-16,-1 7-9 0,-1-12-5 0,1 12-9 0,-9-10-5 16,1 9-5-16,-2 1-1 0,-11 5 3 0,2 2 16 15,-6 5-8-15,-4 4-2 0,4 1-3 0,2-1 0 16,4 2 3-16,0 1 1 0,1 2-2 16,6-6-2-16,2 0-3 0,2 4 1 0,3-2-8 0,4-2 0 15,0 6-3-15,3-6-2 0,7 0 4 0,0-2-9 16,9 6 3-16,5-3-6 0,5-2-23 15,4-2-15-15,0-1-25 0,0 1-33 0,3-3-32 16,-3-1-34-16,-32-8-35 0,57 6-57 0,-29-6-66 0,-28 0-221 16,0 0-563-16,0 0 249 0</inkml:trace>
  <inkml:trace contextRef="#ctx0" brushRef="#br0" timeOffset="9874.84">24567 7900 185 0,'0'0'243'0,"-8"-4"-13"0,8 4-16 0,-3-6-8 0,1-2-20 16,2 8-14-16,6-22-19 0,4 7-15 0,-2-5-16 16,9 0-10-16,-1-8-13 0,4 2-11 0,3 0-6 15,-3 2-8-15,0-3-5 0,-1 0 2 0,-3 2-7 16,-2-1-3-16,0 0-11 0,-1-3-2 0,-3 2-8 16,-3-2-3-16,0-1 13 0,-5 2-2 0,1 4-3 15,-1 4 1-15,-5 4 5 0,0-2 0 0,0 6-6 16,-2 0-3-16,-1 2-4 0,-2 1-7 0,0 2 1 15,-5 3-6-15,-3 2-6 0,0 4-2 0,-11 3 2 0,-1 3-8 16,2 3 2-16,8-2-7 0,2 0 0 16,-1 2 3-16,8-4-6 0,1 5-2 0,4-5-1 15,2 5 4-15,3-3-1 0,3 2 4 0,1 0-2 16,9 0 0-16,11 2-1 0,0-5 1 0,9 0 2 0,1-1-2 16,2-4 0-16,3 0-1 0,-3-1-3 15,-2 0 2-15,-2 1-2 0,-12-3 3 0,7 2-2 16,-11 2-3-16,-3-1-1 0,-1 0-3 0,-2 3 2 15,-2-1 2-15,3 1-2 0,-1 3 3 0,-7-2-4 16,3 6 4-16,0 1-1 0,-3-3 2 0,0 5-7 0,2-1 8 16,-2 1-5-16,1-1 4 0,-1-2-5 0,0-3 0 15,1 1 2-15,4-2 1 0,-3-1 3 16,3 1-1-16,0-3 3 0,1 1-3 0,2-3 4 16,7-3 0-16,-6 0 1 0,6-1 2 0,0-4-4 0,2-1-4 15,8-1 2-15,-10-2 7 0,0 0-4 0,-1-5-1 16,-1 3-7-16,-2-2 3 0,-3-1-1 15,2-2-4-15,-5 0-4 0,0-3 0 0,-2 1-9 16,-4-1 3-16,-1-1 2 0,0 0-1 0,-2 3-1 16,-2-1 2-16,0 6 0 0,-2 1-1 0,-2 0-1 0,1 1 5 15,-3 3-2-15,-1-1-3 0,-1 7 3 0,0 0-1 16,-1 4 1-16,-8 2 2 0,3 6 3 16,3 0 2-16,-9 6 0 0,8-4-1 0,-4 5 3 15,9-1 0-15,1-3-4 0,0 1 4 0,6 2 5 16,0-2-2-16,2 2-17 0,4-1-25 0,1-2-26 0,4-1-29 15,2-2-43-15,4-1-55 0,6-3-50 0,-3 0-166 16,10-4-443-16,1-1 197 0</inkml:trace>
  <inkml:trace contextRef="#ctx0" brushRef="#br0" timeOffset="10260.57">25785 7447 15 0,'-11'-5'253'0,"-3"1"-19"15,-3 1-2-15,-4 1-15 0,-6 4-12 0,-4 4-10 16,3 2-16-16,2 3-9 0,-1 1-10 0,3 1-15 16,1 2-13-16,9-2-8 0,2 1-14 0,0-3-14 15,5 1-12-15,2-1-6 0,0 4-7 0,4 2-6 16,4-4-6-16,5 1-3 0,-1 1-5 0,2-6-3 16,2-2-5-16,0-1-8 0,2 1-9 15,3-3-1-15,2-2-6 0,2 0-4 0,-2-4-1 0,-5 1 0 16,1-3-4-16,2-4 3 0,-5 5-3 0,0-6 4 15,0 0-5-15,-2 2 3 0,-1-4-6 0,-2 0 2 16,1-3 0-16,-1-1-2 0,-4 2-3 0,4 3 1 16,-4-1 16-16,0 2 9 0,-2 2-3 0,2 1-4 15,-2 6-2-15,2-12-2 0,-2 12-8 0,0-9 0 16,0 9-2-16,0 0-8 0,0 0 4 16,0 0-5-16,0 0 4 0,0 0-2 0,-4 27 4 15,4-16-2-15,-2 3-2 0,4-3 0 0,-2 2 0 16,0 5 2-16,2-2-6 0,1-2-18 0,1-1-19 0,2 2-15 15,1 0-26-15,0-5-36 0,0 0-40 0,2-2-52 16,2-1-41-16,0-1-171 0,0-2-456 0,3-1 202 16</inkml:trace>
  <inkml:trace contextRef="#ctx0" brushRef="#br0" timeOffset="10472.16">25992 7317 270 0,'0'-17'287'0,"0"6"-2"0,0 3-10 0,0 3-12 16,0 5-29-16,2-12-22 0,-2 12-32 0,0 0-20 16,0 0-20-16,0 0-5 0,0 0-4 0,0 0-5 15,4 40-13-15,-6-16-11 0,2 2-9 0,2 3-5 16,-4 1-6-16,0-1-1 0,2 2-20 0,2-4-1 16,-2 2-15-16,2-1-31 0,0 2-34 0,0-3-26 15,1 1-29-15,2-1-50 0,-3-3-58 0,0-5-65 16,-2 0-209-16,5-3-495 0,-5-3 219 0</inkml:trace>
  <inkml:trace contextRef="#ctx0" brushRef="#br0" timeOffset="10845.3">26486 7524 46 0,'4'-4'261'16,"-4"4"-27"-16,0 0-18 0,0 0-4 0,7-1-3 15,-7 1-11-15,0 0-6 0,7 14-18 0,-5-5-16 16,0 2-11-16,1 0-13 0,-1 2-14 0,0 2-11 16,2-4-11-16,-4 0-8 0,0 0-9 0,2 0-9 15,-1 0-5-15,1-2-5 0,-2-2-3 0,0-7-2 16,2 9 2-16,-2-9 10 0,-2 9 20 0,2-9 9 16,0 0-7-16,0 0 6 0,0 0-13 0,0 0 4 15,0 0-18-15,0 0-7 0,-3-30-10 0,6 14-8 16,-1-1-3-16,2-1-7 0,8-8-12 0,-1-1-6 15,5-1-4-15,-1 4-8 0,4-1 0 0,0 3 5 16,-3 2-6-16,-2 6-2 0,0 2 3 0,-1 1-9 16,-1 5 5-16,0 1-3 0,-3 2-5 0,1 0-6 15,-1 3 4-15,-1 4 1 0,2 4-1 0,-1-1 0 16,2 7 4-16,-3 1-1 0,0-2 3 0,1 6 3 16,-3-3-3-16,-2 2-2 0,2 0-36 0,-2 1-30 15,0 5-29-15,-1 0-42 0,-1-6-59 0,0-2-69 16,2 2-256-16,0-5-571 0,-1-4 253 0</inkml:trace>
  <inkml:trace contextRef="#ctx0" brushRef="#br0" timeOffset="11500.72">27090 7441 132 0,'0'0'280'0,"0"-12"-10"0,3 7-12 0,-3 5-12 15,0 0-21-15,0-9-20 0,0 9-20 0,0 0-22 0,0 0-19 16,0 0-17-16,0 0-10 0,0 0-8 16,0 0-3-16,0 0 3 0,0 0-16 0,0 0-4 15,0 0-8-15,-13 20-5 0,9-14-11 0,2-1 2 16,2-5-10-16,-2 9-4 0,0-3-2 0,2-6-5 16,-4 9-5-16,4-9-2 0,-5 11-2 0,5-11-6 0,-4 6 1 15,4-6-2-15,0 0-4 0,0 8 2 16,0-8 7-16,0 0 6 0,0 0 7 0,0 0 11 15,0 0 11-15,0 0 4 0,0 0 5 0,0 0-1 16,0 0 4-16,0 0-4 0,0 0-11 0,0 0-1 0,0 0-17 16,0 0 3-16,0 0-1 0,0 0-5 15,0 0-10-15,0 0 2 0,0 0-7 0,0 0-14 16,0 0 12-16,0 0-3 0,0 0 3 0,0 0 2 16,-8-19-4-16,8 19-14 0,0 0 15 0,0 0-3 0,0 0 1 15,0 0-16-15,0 0 12 0,0 0-7 0,0 0 0 16,0 0-9-16,0 0 4 0,0 0-3 0,0 0-4 15,0 0 0-15,0 0-1 0,0 0-2 16,0 28 3-16,0-17 11 0,-2-1-17 0,2 3 7 0,0-13 1 16,4 21-5-16,2-12 4 0,-6 4-1 0,4-2-1 15,-2 7 2-15,3-8 4 0,1 1 0 0,1-4-4 16,2 0-2-16,2 1 2 0,0-2 5 16,-1 0-3-16,1-2-1 0,0 0 1 0,1-3-2 15,-12-1-3-15,19-1-1 0,-7 0 1 0,-2-4-13 0,-1 1 5 16,1-5-5-16,-1-1-1 0,-1 1 2 0,2-4 2 15,-3 0-6-15,-1-3-18 0,1 0 21 0,-3-1-3 16,-2 1-1-16,4 3 2 0,-2 0 1 0,-2 2 1 16,0 1 0-16,-2 1 2 0,3 3 2 0,-3 6 2 15,1-12-4-15,-1 12 0 0,1-5-21 0,-1 5 17 16,0 0 9-16,0 0-6 0,0 0 0 16,0 0-2-16,0 0-15 0,-5 30 14 0,5-18 10 15,-4-1 3-15,4 0-19 0,0 1-43 0,0-2-24 0,0 4-28 16,2 4-28-16,0-1-24 0,1-5-25 0,-2 0-37 15,0-1-38-15,3 0-20 0,4 0-9 0,-2-3-186 16,-2-1-521-16,5-1 230 0</inkml:trace>
  <inkml:trace contextRef="#ctx0" brushRef="#br0" timeOffset="11990.42">27490 7612 180 0,'5'-5'250'0,"-5"5"-2"16,0 0-3-16,2-7-8 0,-2 7-7 0,0 0-13 15,0 0-10-15,0 0-5 0,2-8-15 16,-2 8-10-16,0 0-6 0,0 0-17 0,0 0-9 0,0 0-3 16,0 0-14-16,0 0-11 0,0 0 0 0,0 0-5 15,-6-9-3-15,6 9-7 0,-5-6 0 0,5 6-2 16,-5-7-19-16,5 7-3 0,-4-11-1 0,1 3-4 16,3 8-2-16,-4-15-9 0,4 4-21 0,0 1 13 15,4-1-8-15,-1-2-15 0,1-2 1 0,3 4-9 16,2-2-6-16,0 3 0 0,-1 0 3 0,2 1 0 15,-1 3-14-15,0 2-6 0,2 1 2 0,-2 2-1 16,2 1-3-16,1 4-3 0,-3 0 1 0,1 3-7 16,0 2 6-16,1 4-3 0,-2 1 7 0,0-2 1 15,-2 3-7-15,-3-3 14 0,5 3-15 0,-7-5 7 16,0 2-5-16,1-1 1 0,-1-3 7 0,-1-2 2 16,1 1 2-16,-2-7-2 0,1 13-4 0,0-11 11 15,-1-2 1-15,0 0 0 0,0 0 4 0,0 0 1 16,0 0-16-16,0 0-11 0,0 0 14 0,0 0 2 15,8-22-3-15,-4 12-2 0,3 0-11 0,1-4 3 16,3-3-7-16,1 2 0 0,5-6 3 0,2 4-9 16,-6 5 4-16,0 0 0 0,2 3 1 0,-6 2 2 15,3 3-3-15,-3-3 5 0,0 5-11 0,-1 1 7 16,0 1-1-16,3 1-3 0,-5 2 5 0,1 4 2 16,3 1 0-16,-2-2 2 0,-6 4 2 0,4-1 2 15,-3 1-9-15,-1 1-26 0,-2 2-31 0,3-3-27 16,-6 3-30-16,3 1-36 0,0-1-35 0,-4 0-50 15,3-3-50-15,-3 1-216 0,0 0-559 0,4-11 247 16</inkml:trace>
  <inkml:trace contextRef="#ctx0" brushRef="#br0" timeOffset="13029.65">28175 7187 84 0,'3'-14'298'0,"-2"1"4"0,-1 3-8 0,1 1-17 16,0 3-28-16,-1 6-32 0,0 0-25 0,2-10-19 16,-2 10-17-16,0 0-7 0,5 26 2 0,-5-8-12 15,4 6 1-15,-3 6-19 0,3-1-15 0,-4 0-2 16,0 1-5-16,0 0-10 0,-3-1-7 0,3-3-9 16,0 0-5-16,-1-6-2 0,0-2-10 0,0-2-5 15,-2-3-6-15,3-2-10 0,0-1 5 0,-2 0 4 0,1-3-6 16,1-7-3-16,-1 11 2 0,1-11-1 15,-3 6-5-15,3-6 0 0,0 0 0 0,-9 3-7 16,9-3 2-16,0 0-3 0,0 0-3 0,-13-12-1 16,11 5-7-16,2 7 0 0,-1-14-11 0,2 4-6 15,1 1-5-15,5-1-9 0,-1-1 0 0,2 4-2 16,0-3-2-16,2 5 8 0,-1-1-5 0,-1 2 3 16,1 4-6-16,-2-1 9 0,-7 1-8 0,17 3 7 15,-8-1-1-15,-3 1 9 0,-2 2-8 0,5 1 3 16,-4-2 2-16,-2 2-3 0,2 1 2 0,-4 1-7 0,-1-3-15 15,0-5-5-15,-6 17-10 0,-2-8-12 0,-1 0-4 16,-7 2-16-16,0-3 1 0,0-1-2 0,-1-1 8 16,3-2 9-16,5-1 3 0,-1 0 12 0,0 0 4 15,3-3 3-15,7 0 8 0,-10 0 0 16,10 0 6-16,0 0 2 0,-13-3 5 0,13 3 3 0,0 0 5 16,0-8 1-16,0 8 3 0,0 0 7 0,21-10-1 15,-10 5 0-15,3 3-2 0,2-2 0 0,1 1 4 16,4-1-1-16,1 0 1 0,-1-1 1 0,9-1 1 15,-2 0-3-15,-3-1 5 0,2-1-5 16,-5 2 5-16,-4 0 4 0,3 0-5 0,-4-1 17 0,0 1-9 16,-2-3 6-16,-2 2 0 0,-3 0 3 15,-2-3 1-15,2 1-3 0,-2 0 6 0,-3-1-4 0,-1 0 4 16,-1 2 2-16,-1 0 2 0,-1 1 3 0,-1 7-1 16,0-12-5-16,0 12 1 0,-4-9-4 0,4 9-4 15,-6-7-1-15,1 6-2 0,5 1-6 0,-18 2 4 16,9 3-4-16,-4 1-2 0,-1 1 3 0,1-1 1 15,3 3-4-15,2 1 4 0,-3 0 3 0,1 1 0 16,6-1-1-16,0 1 5 0,-1 0 3 16,2-1 0-16,3 2 6 0,1-1 6 0,3 2 5 0,3-3 5 15,-1 0-10-15,9 0-7 0,-2-3 9 0,4 2 2 16,2-2-7-16,1-3-1 0,3 1-2 0,7-2-1 16,-2 2 1-16,-1-3-3 0,3-5 2 0,-10 2-4 15,0-3-1-15,3-1-3 0,-4 2-1 0,-1-3 0 16,-1-2-1-16,-1 1 2 0,-4 1-7 0,1-2 15 15,-2-2-8-15,1-1-14 0,-1-4 1 0,-2 2 0 16,-1-3 2-16,-2-1-2 0,-2 2 0 0,-2-2-9 16,-3-1 2-16,2 4-8 0,-7-3 7 0,2 1-2 15,1 6 0-15,-4-1 0 0,1 1-5 0,-3 1 3 16,-1 1 4-16,1 3-1 0,1-2-6 0,-2 4 6 16,-1-1-5-16,4 1 6 0,0 1-4 0,7 2 3 15,-8-1-2-15,8 1 7 0,0 0-6 0,0 0 0 16,-11 0-3-16,11 0 3 0,0 0-1 0,0 0 2 15,0 0 4-15,0 0-5 0,0 0 1 0,12 14 3 16,-1-12 2-16,1-1 0 0,-1 1 2 0,10-1-2 16,-3-1 11-16,3 0-11 0,1 0 0 0,-4 0 1 15,-1 0-2-15,2 0-5 0,-6 3 2 0,-1-3-2 16,-1 2 3-16,-1-1-5 0,-3 2 6 0,0 1 3 16,0 2 21-16,0 0 4 0,-3 1 3 0,1 4 21 15,-3-1 15-15,0 1 0 0,-1 2 10 0,-1-3-32 16,1 3 12-16,-1 4-8 0,-1-4-12 0,2-2 2 15,0 6 1-15,-1-5-12 0,0-2-29 0,3 3-41 16,-2-2-35-16,2-1-24 0,-1 1-36 0,2-1-21 16,1-1-43-16,3 1-55 0,-1-3-49 0,3 0-240 15,-3 0-592-15,3-2 263 0</inkml:trace>
  <inkml:trace contextRef="#ctx0" brushRef="#br0" timeOffset="17125.16">29633 7078 114 0,'2'-7'237'0,"-2"7"-24"0,1-8-26 15,-1 8-12-15,1-10-23 0,-1 10-16 0,0 0-5 16,0 0 0-16,0 0 3 0,8 20-10 0,-4-7-9 15,-1 4-12-15,-1 9-6 0,0-1-7 0,-2 4 6 16,4-4-9-16,-3 3-8 0,1-9-7 0,-1 6-5 0,0-1-7 16,2-6-4-16,-4-2-7 0,2 0-4 0,-1-3-2 15,1-4-6-15,-1-2-2 0,-1 3 4 0,3-3 2 16,-2-7-2-16,0 10 0 0,0-10 7 16,-1 10-1-16,1-10 2 0,0 0 4 0,0 8 4 0,0-8-8 15,0 0-7-15,0 0-2 0,0 0-3 16,0 0-5-16,0 0-1 0,0 0-4 0,10-22-12 0,-5 12-4 15,7 0-4-15,-6-2-2 0,7 1-2 0,0-1-2 16,2 4-5-16,-1 2 1 0,4-3 3 0,-5 6-7 16,1-1 6-16,-1 2-4 0,2 2-1 0,-5 1-2 15,2 0-1-15,-2 3 4 0,0-1 0 0,-5 2 1 16,1 0 1-16,-3 4 0 0,1-2 5 16,-3-1-3-16,-1 4 2 0,0-10 2 0,-8 16-2 0,-1-6-14 15,-3 0-10-15,-5 1-5 0,1-3-11 0,-5 2-19 16,1-1-12-16,-1-4-17 0,2 1-29 0,-1-1-20 15,3-2-34-15,6-2-25 0,1-1-26 0,-2 0-155 16,1-3-409-16,11 3 181 0</inkml:trace>
  <inkml:trace contextRef="#ctx0" brushRef="#br0" timeOffset="17718.82">30008 7274 147 0,'0'0'200'0,"7"-3"-11"15,-7 3-13-15,0 0-4 0,0 0 0 0,11 5 2 16,-11-5-2-16,3 10-15 0,0-3-5 0,0 2-11 16,-1-1-16-16,0 3-10 0,0-3-9 0,2 2-14 15,1 0-5-15,-1-1-6 0,1 1-10 16,0-1-6-16,1 0-6 0,-1-3-6 0,2-2-3 0,2 3-3 16,0-1-7-16,0-4 3 0,1 1-9 0,0-2 0 15,3-1-3-15,-3-2-4 0,-2-2 6 0,3 1-9 16,0-3-4-16,3-1-2 0,-3 0 0 0,-3-3-1 15,2 2 0-15,0-6-5 0,-1 1 0 0,-1-3-2 16,-1 5-2-16,0-4 9 0,-2 3 4 0,0 1 1 16,-2 2 0-16,1-2-2 0,-3 6 6 0,1-1 2 15,-2 6-4-15,4-11 1 0,-4 11-10 0,4-7-6 16,-4 7 0-16,0 0-6 0,0 0 1 0,0 0 1 16,0 0 0-16,4 20 1 0,-4-9-19 0,-2 1-2 15,2-2 5-15,2-1-1 0,-2 1 3 0,4 1 4 16,0-2-2-16,-1 1 3 0,1-1-3 0,4 0 5 15,-1-2-1-15,1 0 3 0,1-1 0 0,1-3-1 16,2 1 5-16,1-2 0 0,-1-1-3 0,0 0 4 16,-1-5 1-16,0 1-4 0,-4-1 1 0,5-3 2 15,-6-2-3-15,3 3 0 0,0-10 0 0,0 1 2 16,-3 0-2-16,-2-4-3 0,0 0 5 0,-1 1-6 16,-2-8 3-16,3-2-3 0,-4 3 0 0,1-1-3 15,0 0 6-15,1 7-3 0,-2 3 9 0,2 4 9 16,-1 1 8-16,1 1 6 0,-2 1-1 0,0 9-4 15,-2-11-6-15,2 11-3 0,2-9-7 0,-2 9 0 16,0 0-2-16,0 0-2 0,0 0-4 0,1 25 1 16,-2-8 3-16,-1 9-1 0,-1-7-1 0,1 7 4 15,2-1 3-15,-1 0-8 0,1 0 8 0,-1-6-2 16,2 6-4-16,2 1 1 0,-1-8-2 0,1 0-4 16,-3 0-29-16,2-3-25 0,-1 1-23 0,1 0-22 15,-1-3-35-15,0 0-51 0,2-3-49 0,0-1-252 16,-3-9-526-16,-3 14 233 0</inkml:trace>
  <inkml:trace contextRef="#ctx0" brushRef="#br0" timeOffset="17875.48">30433 7227 1857 0,'0'-10'130'15,"2"-1"-67"-15,-2 0-42 0,1 2-2 0,-1 2-9 16,0 7-8-16,4-12 2 0,1 5-10 0,0 3-21 15,3-2-29-15,3 2-40 0,10 1-53 0,-4 5-147 16,3-4-319-16,1 5 141 0</inkml:trace>
  <inkml:trace contextRef="#ctx0" brushRef="#br0" timeOffset="18494.22">31039 7361 208 0,'9'-7'257'0,"-2"0"-11"0,3-3-9 16,1 0-14-16,-1-4-6 0,1 1-13 0,-4 2-14 16,4-2-13-16,-3-2-19 0,0 1-12 0,-2-1-2 15,2 0-15-15,1 0-13 0,-5 3 2 0,1 2 0 16,-1-1-8-16,-2 3-1 0,1 0-21 0,-2 2-4 16,2 0-12-16,-3 6-8 0,4-7-4 0,-4 7-9 15,0 0-11-15,0 0-2 0,1-7-12 0,-1 7 2 16,0 0 1-16,0 0-14 0,-6 20 10 0,0-10-8 15,3 0 4-15,-1 2-8 0,1 1 2 0,1-3-7 16,2 1 1-16,0 1-4 0,1-2 6 0,1 1-8 16,0-2 3-16,2 1 3 0,1-1-4 0,1-2-1 15,2-1 1-15,-1 0-3 0,5 0-4 0,-1-2-2 16,2-1-2-16,0-3 0 0,0 0 3 0,0 0-4 16,1 0-1-16,-3-4 6 0,-1 1-6 0,3-1 1 15,-4-2-1-15,5-4 3 0,-6 4 0 0,-2-6-7 16,1 5 7-16,-1-4 6 0,3 0-7 0,-4 0-6 15,3-4 1-15,-1 2 2 0,-2 1-1 0,-1 2 3 16,-1 0 0-16,-1 2 0 0,1 1 2 0,-3 7-2 16,1-11 3-16,-1 11-5 0,4-10-2 0,-4 10 0 15,0 0-5-15,4-2 2 0,-4 2 2 0,0 0 1 16,0 0 3-16,0 0-4 0,0 20 4 0,0-20 0 16,-1 14 4-16,1-7-2 0,0-7 4 0,1 16 5 15,-2-10-6-15,1-6 2 0,-2 13-1 0,5-9 0 16,-3-4 1-16,0 9 3 0,0-9 10 0,1 6-9 15,-1-6 0-15,0 0 5 0,3 7 1 0,-3-7 8 16,10 0-4-16,-10 0-5 0,0 0-1 0,21-6 7 16,-10 2-8-16,-1-1 0 0,2 1-1 0,0 1-2 15,1 0-1-15,1-1 1 0,-2 3-7 0,-2-1 3 16,1 2 0-16,-4-1-4 0,-7 1-1 0,13 1 3 16,-7 5-2-16,-1-5 1 0,2 4-3 0,-2-1 7 15,-1 2-6-15,-1 1-5 0,2-1-18 0,-2 3-11 16,-2 1-23-16,-2 0-19 0,0 1-27 0,-4 0-35 0,1-1-46 15,-1 0-49-15,-2-1-215 0,-2 0-491 0,2-4 216 16</inkml:trace>
  <inkml:trace contextRef="#ctx0" brushRef="#br0" timeOffset="18686.09">31212 6937 209 0,'-7'-8'207'0,"5"3"-41"0,2 5-34 0,-5-6-34 0,5 6-35 16,0 0-49-16,0 0-50 0,0 0-107 0,22 11-154 16,-10-6 69-16</inkml:trace>
  <inkml:trace contextRef="#ctx0" brushRef="#br0" timeOffset="19395.8">32104 7038 205 0,'7'-10'274'15,"-5"3"-11"-15,-2 7-16 0,0-16-5 0,0 6-12 0,0 10-18 16,-4-12-10-16,-1 8-16 0,0-2-18 0,5 6-18 15,-12-3-15-15,4 3-14 0,8 0-8 0,-21 7-13 16,7 2-8-16,-2 1-12 0,1 0-7 0,3 2-7 16,0 1-2-16,0 0-16 0,4-2-6 15,3 1-14-15,0-1-2 0,3-1-15 0,-2 2-10 0,4-2-11 16,-3-3-9-16,3 1-10 0,3-1-2 16,-3-7 5-16,2 11-5 0,1-5 9 0,-3-6 0 0,8 7-1 15,-8-7 4-15,10 0 2 0,-10 0 1 0,0 0 2 16,16-6 4-16,-9 1-3 0,-2-2 5 15,0 3-4-15,-1-2 5 0,5-3 1 0,-5 3 7 16,2 1-8-16,-1 0 3 0,-2-1 5 0,-3 6 2 0,10-5 0 16,-8 1-3-16,-2 4-4 0,0 0-6 0,0 0 3 15,0 0 2-15,15 9-1 0,-13 3 5 0,2 4 0 16,2 10 4-16,-2 2 4 0,-1 1 10 0,-1 4 1 16,2 0 7-16,-3 1 3 0,1 0 2 15,-1-2 5-15,0 3 4 0,-1 0 0 0,3 0-5 0,-3-4 0 16,1 1-4-16,-1 0 3 0,1 0-2 0,-2-5-7 15,-1-3-3-15,-2-7 1 0,1-1 0 0,1-3-4 16,-1-1 6-16,-3-2-7 0,-4-2-2 0,0-1-6 16,0 0 4-16,-2-3-15 0,-1-4-4 15,-1 0-8-15,1 0-7 0,-5-5 2 0,3-3-5 16,-1-2 3-16,5-2-2 0,-1-1 0 0,1-4 0 0,3-4-5 16,2-4 3-16,2 1-4 0,5 7 1 0,7-9-7 15,1 2 4-15,6-1-6 0,3 0 2 0,4 2-5 16,1-1 6-16,2-1-6 0,0 0 4 15,2-1 4-15,-1 2-1 0,0 0-7 0,2-1-3 0,-4 1 13 16,3 1-3-16,-6-1 8 0,0 0 4 0,-3 2-5 16,-3 1 8-16,-4 5 1 0,3-8 1 0,-7 7 3 15,4-7-1-15,-4 7 6 0,-3 0 14 0,0 5 5 16,-3-1 15-16,-1 2 6 0,-1 3 3 0,2 1-5 16,-1 7 0-16,-2-9-8 0,2 9-3 0,0 0-4 15,-9-4 0-15,9 4-3 0,-13 10 5 16,8 0-8-16,-4-1 2 0,0 7 5 0,3-3-12 0,0 2 7 15,4 1-7-15,1-1-14 0,4 1-13 0,-3 1-24 16,6 0-18-16,4-4-37 0,0 1-47 0,2-2-47 16,4-2-202-16,-3 1-431 0,0-5 191 0</inkml:trace>
  <inkml:trace contextRef="#ctx0" brushRef="#br0" timeOffset="20198.16">32473 7115 99 0,'5'-5'223'16,"-5"5"14"-16,0 0-15 0,0 0-14 0,0 0-17 15,0 0-17-15,0 0-18 0,0 0-6 0,0 0-14 16,0 0-9-16,0 0-9 0,8 15-11 0,-8-15-8 0,0 6-7 16,0-6-11-16,1 9-9 0,-1-9-4 15,0 9-4-15,0-9-11 0,0 0 0 0,0 0-4 16,3 8 1-16,-3-8 6 0,0 0 12 0,0 0 8 15,0 0 10-15,0 0 3 0,0 0-6 0,0 0-7 16,0 0-6-16,0 0-10 0,11-14-9 0,-6 9-3 16,3-4-6-16,3-3-6 0,-2-2-24 0,5 1 9 0,1 1-2 15,0-1-3-15,0 4-10 0,-1-2 3 16,-1 3-2-16,-2 2-1 0,-2 0-4 0,0 0 0 16,-2 3-6-16,-7 3 0 0,12-4-3 0,-12 4 2 15,0 0-2-15,0 0 5 0,0 0-3 0,0 0-2 16,38 33 3-16,-38-33-5 0,0 0 5 0,15 34 0 15,-15-34-2-15,8 24 3 0,-8-24 1 0,0 0 1 16,11 38 1-16,-11-38 0 0,9 20-2 0,-9-20 6 16,0 0 0-16,0 0-7 0,18 29 11 0,-18-29 0 15,0 0-5-15,0 0-6 0,24 13 12 0,-24-13 2 16,0 0-4-16,0 0 3 0,0 0-1 0,41-4 4 16,-41 4-17-16,0 0 12 0,0 0 3 0,41-22-2 15,-41 22-6-15,0 0 6 0,24-26-4 0,-24 26 1 16,17-29-3-16,-17 29 1 0,8-23 0 0,-8 23-2 15,6-32-1-15,-6 32 1 0,0 0-7 0,6-33 4 16,-6 33 3-16,0 0-3 0,0 0-12 0,0 0 7 16,0-38 1-16,0 38 0 0,0 0-4 0,0 0-1 15,0 0 1-15,0 0-3 0,0 0 4 0,0 0 1 16,0 0 2-16,0 0-13 0,0 0 13 0,0 0 1 16,0 0-2-16,0 0-13 0,-53 61 15 0,53-61 0 15,0 0 1-15,-10 35-3 0,10-35 13 0,0 0-9 16,0 0 3-16,0 42 0 0,0-42 0 0,0 0 0 15,0 0 1-15,22 35 2 0,-22-35 1 0,0 0-4 16,29 14 3-16,-29-14 3 0,0 0-3 0,37 6 0 16,-37-6-3-16,0 0 3 0,0 0 3 0,0 0-2 15,48-11 0-15,-48 11 3 0,0 0-7 0,24-22-8 16,-24 22-2-16,0 0 2 0,16-31-5 0,-16 31-1 16,9-25 7-16,-9 25-10 0,0 0 3 15,12-33 1-15,-12 33-1 0,0 0-3 0,10-25 7 0,-10 25-3 16,0 0 0-16,0 0-5 0,0 0-4 0,0 0 3 15,0 0 0-15,0 0-2 0,0 0 1 0,0 0 7 16,0 0-4-16,0 0 7 0,0 0-3 16,0 0 5-16,0 0-1 0,0 0 1 0,0 0 2 15,22 71 2-15,-22-71-8 0,0 0-14 0,2 34-27 16,-2-34-20-16,0 0-27 0,0 0-34 0,6 37-31 16,-6-37-58-16,0 0-215 0,0 0-472 0,18 19 209 15</inkml:trace>
  <inkml:trace contextRef="#ctx0" brushRef="#br0" timeOffset="20563.8">33371 7031 113 0,'0'0'207'0,"0"0"-15"0,0 0-9 16,0 0-7-16,0 0-6 0,0 0-1 0,0 0-10 15,0 0-11-15,-74 3-13 0,74-3-16 0,0 0-10 16,-30 29-7-16,30-29-13 0,-12 20-9 0,12-20-6 15,0 0-5-15,-11 29-10 0,11-29-2 0,0 0-5 16,0 0-6-16,0 0-6 0,0 0-5 0,0 0-3 16,0 0-3-16,23 49-4 0,-23-49 0 0,0 0-4 15,0 0-7-15,0 0 2 0,0 0 3 0,46-8-2 16,-46 8-4-16,0 0-3 0,0 0 3 0,0 0-1 16,33-36-1-16,-33 36-4 0,0 0 2 0,15-25-2 15,-15 25 2-15,0 0-1 0,0 0 6 0,18-23 4 16,-18 23-1-16,0 0-4 0,0 0-2 0,0 0-2 15,0 0-5-15,0 0-2 0,0 0 7 0,0 0-9 16,0 0 0-16,0 0 2 0,0 0 2 0,0 0-3 16,0 0 0-16,0 0 2 0,0 0 4 0,0 0-4 15,27 58-1-15,-27-58-24 0,0 0-20 16,13 29-34-16,-13-29-43 0,0 0-61 0,24 18-53 16,-24-18-155-16,0 0-421 0,35 7 186 0</inkml:trace>
  <inkml:trace contextRef="#ctx0" brushRef="#br0" timeOffset="20775.32">33649 6820 147 0,'0'0'314'0,"0"0"-10"0,0 0-9 0,0 0-18 16,0 0-35-16,0 0-19 0,0 0-32 0,0 0-16 15,0 0-18-15,0 0-1 0,0 0-11 0,0 0-1 16,0 0-2-16,0 0-25 0,0 0-7 0,23 79-14 15,-19-51-9-15,-4-28 0 0,11 54-9 0,-6-26-27 16,2-2-36-16,-7-26-36 0,16 53-41 0,-8-28-52 16,-2 2-47-16,-6-27-76 0,12 43-256 0,-12-43-535 15,4 29 237-15</inkml:trace>
  <inkml:trace contextRef="#ctx0" brushRef="#br0" timeOffset="25696.92">24683 8593 116 0,'0'0'205'0,"0"0"-7"15,0 0-5-15,-8-7-8 0,8 7-11 0,0 0-11 16,0 0-18-16,-1-8-18 0,1 8-6 0,0 0-13 16,4-13-8-16,-2 4-2 0,5 3-4 0,-3-5-1 15,3 0-6-15,2-2-9 0,1-1-2 0,0 1 0 16,-3-1-5-16,-1 3-6 0,6-2 1 0,-9 1-11 16,5-4-8-16,-1 0-5 0,0 0-2 0,-2 3-1 0,-2 0-4 15,2 2-3-15,-3 0-6 0,0 0-3 16,-1 3 0-16,0 1-3 0,2 0-1 0,-3 7-4 15,4-9-6-15,-4 9 4 0,0-8-4 0,0 8-1 16,0 0-3-16,0 0-4 0,0 0 1 0,0 0-1 0,0 0 5 16,0 0-1-16,-2 25 1 0,0-15-5 15,-1 1 11-15,3 4-6 0,-1-1-4 0,1 2-1 16,1 1 1-16,2-4-1 0,1-3 4 0,-3 0-3 16,5 2 1-16,-1-3 1 0,2 0-1 0,1-1-1 0,-1-2 1 15,3-2 1-15,1 2 2 0,1-3-4 16,0 0 9-16,-1-1-6 0,1-1 2 0,-1 0-4 15,0-3 12-15,1 0-15 0,-1 2 4 0,-1-6-2 16,2 1 3-16,-4-3-2 0,1 1 2 0,1 0-3 0,-2-1 1 16,0 1 0-16,-2 0-1 0,2 0 1 15,-4-3 11-15,0-1-10 0,1 4-4 0,-3-1 0 16,2 1 8-16,-2 2-7 0,-2 5-3 0,3-9 2 0,-3 9-3 16,0-7 0-16,0 7-5 0,0 0 4 0,5-7-2 15,-5 7-7-15,0 0 5 0,0 0 0 0,0 0 4 16,0 0-3-16,0 0 10 0,-1 25-7 0,0-15 3 15,-3-2-3-15,2 3-3 0,0-1 2 0,0 2 0 16,-1 1 2-16,0-3 1 0,2 2-1 0,1 0 2 16,0-2-1-16,-2 3 4 0,0-1-2 0,2-1-15 15,-2 1-7-15,0-2-15 0,1 2-22 0,1-2-18 16,-1 0-31-16,1 0-42 0,-1-3-28 0,1-7-31 16,-2 13-179-16,0-8-420 0,2-5 186 0</inkml:trace>
  <inkml:trace contextRef="#ctx0" brushRef="#br0" timeOffset="25877.54">24790 8139 180 0,'-7'-3'190'0,"5"-1"-26"0,2 4-12 16,-4-8-19-16,4 8-35 0,0 0-15 15,0 0-33-15,0 0-32 0,0 0-42 0,15-2-43 16,-15 2-97-16,23 11-175 0,-7-6 77 0</inkml:trace>
  <inkml:trace contextRef="#ctx0" brushRef="#br0" timeOffset="26471.62">23669 8650 111 0,'0'0'228'15,"-5"-5"-7"-15,5 5-13 0,0 0-16 0,0 0-18 16,0-12-16-16,0 12-12 0,5-11-16 0,3 3-17 16,-1 0-5-16,6-7-14 0,0 2-7 0,1 0-9 15,0 1-9-15,-1-3-7 0,0 2-5 0,-3 0-3 16,2-2-5-16,-4 2 2 0,0 3-11 0,-2-1 2 0,1 0 0 16,-5 0-5-16,2 1-1 0,0 0-2 0,-1-1-3 15,-1 1-5-15,-2 3 2 0,3-1 0 16,-2 2 3-16,-1 6-1 0,1-10-7 0,-1 10-2 15,0 0-2-15,0-10-8 0,0 10 0 0,0 0-4 0,0 0-4 16,0 0 0-16,0 0 4 0,0 0-1 0,-6 26 13 16,5-14-6-16,-2 1-2 0,2 2-1 0,-2 1 0 15,2 0 0-15,2 1 4 0,3-1-8 0,-3-3-1 16,4 2-1-16,-2-5 1 0,3 3 0 16,1-3-7-16,2 0-16 0,0 0-17 0,1-3-21 0,0 2-26 15,2 0-33-15,-1 1-28 0,6-6-25 0,-4 0-41 16,0 0-156-16,-1-2-396 0,2 0 175 0</inkml:trace>
  <inkml:trace contextRef="#ctx0" brushRef="#br0" timeOffset="26621.57">23929 8193 56 0,'0'0'45'0,"0"0"-29"0,0 0-36 0,0 0-21 16,0 0 10-16</inkml:trace>
  <inkml:trace contextRef="#ctx0" brushRef="#br0" timeOffset="26830.26">24138 8193 160 0,'0'0'167'15,"0"0"-1"-15,0 0-4 0,0 0 4 0,-4 29 0 16,3-12-10-16,1 2-6 0,-4 7-13 0,2 4-10 16,2-2-12-16,-3 3-14 0,3-4-14 0,-2 5-2 15,2-6-9-15,1 2-5 0,-1 0-11 0,1-1-1 16,2-1-8-16,-5-9-5 0,4 2-22 0,-4-2-34 16,2-2-41-16,2-4-50 0,-1 1-31 0,3-3-29 15,-4 1-153-15,0-10-338 0,-4 10 150 0</inkml:trace>
  <inkml:trace contextRef="#ctx0" brushRef="#br0" timeOffset="26978.08">24095 8436 122 0,'6'-4'127'15,"6"-3"-15"-15,0 7-12 0,8-3-12 0,8-3-31 0,2 4-42 16,4-3-39-16,0-1-76 0,-1 6-108 0,7-4 48 15</inkml:trace>
  <inkml:trace contextRef="#ctx0" brushRef="#br0" timeOffset="27511.67">25843 8264 55 0,'0'0'192'0,"2"-6"-1"0,-2 6-2 0,0 0-2 16,0 0-16-16,0 0-9 0,-8-10-11 0,8 10-3 15,-9-2-6-15,9 2-16 0,-19 1-4 0,7 2-5 16,-2 1-2-16,-1 5-10 0,-4-1-6 0,2 2-12 16,0 2-7-16,4 1-11 0,-1-3 0 0,3 2-5 15,2-2-6-15,3 7-8 0,-2-4-4 0,4-2-3 16,2 0-4-16,2 0-4 0,2 1-2 0,-2-2-4 16,4 0-2-16,3 0-4 0,0-2 0 0,0-1-1 15,2 0-5-15,2-4-9 0,0 3 2 0,1-6-2 16,2 1-1-16,-1-1 5 0,-1-1-7 0,1-2 2 15,0 0 0-15,0-2-1 0,-3-3-2 0,0 2 2 16,2-3 3-16,-1-6-5 0,-4 6 1 0,2-4 0 16,-3-2-1-16,-1 4 4 0,-1-1 6 0,-4 2-5 0,5 0 7 15,-5 0 12-15,4 3 9 0,-4 1-6 16,0 6 7-16,2-12-9 0,-2 12-3 0,0-9-3 16,0 9-8-16,0 0-3 0,0 0-3 0,0 0 0 15,0 0-4-15,0 0 1 0,-9 27-1 0,7-17 2 0,-2 10 1 16,4-4-1-16,-2 0-21 0,0 3-19 15,2-3-14-15,4 5-16 0,-2-2-30 0,2 0-30 0,5 4-38 16,5-6-60-16,-1-2-54 0,4-3-143 16,4 4-453-16,4-4 202 0</inkml:trace>
  <inkml:trace contextRef="#ctx0" brushRef="#br0" timeOffset="27775.82">26672 8270 101 0,'-11'-13'283'0,"-3"7"-16"0,-1-3-18 15,-3 3-11-15,0 5-9 0,-2 1-14 0,-1 1-4 16,0 5-27-16,-2 6-19 0,-4 2-15 0,4 4-15 16,3 2-15-16,6-6-15 0,-3 10-7 0,5 0-6 15,5-6-10-15,1 0-13 0,2 2 3 16,4-1-15-16,0-2-19 0,4 0-14 0,2-1-14 0,3-2-20 15,5-2-15-15,-3-2-24 0,5-1-23 0,2-2-26 16,2-3-30-16,3-2-19 0,8-4-28 0,-11-1-5 16,3 0-15-16,4-3-1 0,-8-2-125 0,-2 0-346 15,1 0 154-15</inkml:trace>
  <inkml:trace contextRef="#ctx0" brushRef="#br0" timeOffset="28509.58">26746 8440 616 0,'12'-17'-17'16,"-1"3"10"-16,1 0 20 0,-6 4 15 0,3 0 26 15,-5 0 35-15,2 1 10 0,-2 4 17 0,0 0 10 16,0 1-1-16,-4 4 0 0,5-7-10 0,-5 7-8 15,0 0-9-15,0 0 10 0,0 0-4 0,0 0 6 16,0 0-3-16,-13 23-8 0,5-14-7 0,4 2-6 16,-3 3-12-16,1 1-5 0,-2 1-7 0,6-6-3 15,-2 2-11-15,4 0 7 0,-2-1-14 0,4-2-2 16,-2 2-5-16,2-2 0 0,2 1-6 0,0 0 1 16,2-8-4-16,-2 5 1 0,5-2-2 0,-2-3-2 15,4 2-4-15,2-3 0 0,-1-2-7 0,-1-1 2 16,2-1-9-16,-1-1 1 0,1 0-5 0,3-5-3 0,-5 3-1 15,-2-2 2-15,1-3-7 0,0-1-9 0,-3 3 3 16,-3-2 4-16,2 2-2 0,-4-4 1 16,0 2 0-16,0 0 6 0,-4-2-5 0,0-2 4 15,-3 4-3-15,2-1 0 0,-1 0-3 0,2 5 5 0,0-1 3 16,0 1-1-16,2 7 1 0,-3-7 0 16,3 7-6-16,-4-8 0 0,4 8-2 0,0 0 2 15,0 0-1-15,0 0 2 0,11-4 1 0,-11 4 0 16,0 0-5-16,22 12 8 0,-15-6 0 0,4 1 4 0,-1 2 5 15,-2 0 3-15,3 5-5 0,-3-3 3 0,0 1 1 16,1-1 4-16,-2 3-2 0,0-5-2 16,-1 2-1-16,-1-1 4 0,-3-3-1 0,0 0 2 15,2 2-2-15,-3-3 5 0,-1-6 11 0,4 8 14 0,-4-8 8 16,0 8 5-16,0-8 1 0,0 0-6 0,0 0-1 16,0 0-5-16,0 0-1 0,-15-2 2 15,15 2-3-15,0 0-2 0,-9-14 0 0,9 8 0 0,0 6-3 16,-4-14-6-16,4 3-4 0,2 0-2 0,2 0-3 15,3-6-3-15,-1 8 1 0,3-6 6 0,3 3-19 16,-4 2 2-16,7 2-2 0,-3 0 0 0,-1 4-1 16,-1 1-3-16,1-1-4 0,2 2 3 0,-3 2 1 15,1 4-2-15,-1-1-1 0,-4 2 5 0,5 0-3 16,-1 2-3-16,-2 1 3 0,-1 0 1 0,1 2-4 16,-1-3 5-16,-3 2-1 0,4-1 1 0,-6-2-1 15,2 0 0-15,-1-2 2 0,-1 1 9 0,-2-5-8 16,4 8 3-16,-4-8 4 0,0 0-2 0,4 3 0 15,-4-3 2-15,0 0 3 0,0 0-2 0,0 0-4 16,0 0 3-16,0 0-4 0,0 0 4 0,0 0-5 16,4-20 0-16,0 11-9 0,0 0 0 0,2 2-6 0,-1-1 1 15,8-3 1-15,-5 1 10 0,0 4-12 16,1 0 5-16,-1 2-4 0,-2 1 9 0,3-1-11 16,0 4 3-16,-9 0-3 0,14 3 1 0,-6-2 2 15,-2 3 2-15,1-1 2 0,1 3-2 0,-2 3 2 0,1-2-2 16,-1 4-10-16,0 0-17 0,-2-1-14 15,0 2-15-15,-1-2-27 0,-1 0-33 0,0 1-42 16,2-3-38-16,0 2-39 0,-3 0-179 0,1-3-457 16,0-1 203-16</inkml:trace>
  <inkml:trace contextRef="#ctx0" brushRef="#br0" timeOffset="28741.95">27604 8232 60 0,'0'-15'281'0,"0"-2"2"0,0 5-4 16,0 2 11-16,0 5-12 0,0 5-25 0,0-12-35 16,0 12-27-16,0 0-21 0,0 0-18 15,0 0-6-15,0 0-12 0,5 24-6 0,-3-6-11 0,-4 7-11 16,1 3-14-16,1 0-10 0,-2 3-5 0,2 0 2 16,-4 1-13-16,2 0-5 0,2 0-9 0,-1-1-1 15,1-3-6-15,0-2-24 0,-3 0-24 0,2-1-24 16,-1-6-34-16,2-2-32 0,-2 1-38 0,0-5-58 15,2-6-57-15,-2 4-248 0,0-3-535 0,-1-1 236 16</inkml:trace>
  <inkml:trace contextRef="#ctx0" brushRef="#br0" timeOffset="28955.38">27694 8303 144 0,'14'-6'197'0,"-3"4"-10"0,2-1-13 16,-2 3-5-16,1 0-7 0,-2 5-2 0,-2 1-12 16,0 0-11-16,-1 1-11 0,-2 2-12 0,0 1-8 15,-5 0-11-15,0 1-8 0,0 1-4 0,-5 0-9 16,0-2-7-16,-2 1-3 0,-3 4-24 16,0-3-26-16,-1 0-34 0,0-3-42 0,-3 1-53 0,5-5-55 15,1 2-161-15,-2-7-357 0,10 0 158 0</inkml:trace>
  <inkml:trace contextRef="#ctx0" brushRef="#br0" timeOffset="29352.57">27930 8122 264 0,'0'0'244'0,"4"-8"-29"0,-4 8-22 15,5-1-9-15,-5 1 12 0,0 0 0 0,6 12-2 16,-6 1-8-16,-2 3-6 0,4 1-18 0,-2 2-14 15,0-2-11-15,-2 4-18 0,2-3-9 0,0-1-6 16,0 3-11-16,0-2-9 0,0-2-6 0,5-2-3 16,-2-1-11-16,-1 2-1 0,0-3-10 0,5-1-5 15,-3-3-3-15,2-1 0 0,-1-3-11 0,3 5 5 16,-3-5-8-16,5 0 3 0,1-3-6 0,0 2 3 16,0-3 0-16,1-4-3 0,1 3 3 0,-2-2-9 15,3-1 6-15,1-5-5 0,1 1 3 0,-2-4-4 16,-3 4-5-16,0-5 14 0,0 2-15 0,-1-3-2 15,-3 2-2-15,-2 2 6 0,0 0-4 0,-1 2-4 0,-3 0-5 16,0 2 10-16,-1 6-6 0,0-11 10 16,0 11-6-16,0 0 0 0,-6-13-4 0,6 13-7 15,-10 0 1-15,10 0-4 0,-21 8 2 0,10-1 1 16,-3 3 1-16,1-1 3 0,4 1-1 0,-3 2-2 0,3 0-5 16,3-2-10-16,1-3-11 0,2 6-25 15,2-1-28-15,1-1-22 0,3-1-31 0,-1 2-41 16,2-2-49-16,4-2-52 0,-1 2-243 0,2-5-555 15,0 0 246-15</inkml:trace>
  <inkml:trace contextRef="#ctx0" brushRef="#br0" timeOffset="29562.12">28332 8242 267 0,'2'-6'264'0,"-2"6"-18"0,5-7-19 16,-5 7-22-16,4-5-18 0,-4 5-11 0,0 0-6 15,0 0-3-15,17 11-16 0,-9-4-16 16,0 1-12-16,0 0-12 0,3 7-9 0,-2-5-8 0,1-1-14 16,2 2-5-16,0 3-7 0,0-2-20 0,-4-3-35 15,2 2-28-15,0-2-36 0,-4 0-46 0,1 1-36 16,-1-4-47-16,-2 1-27 0,1-2-164 0,-2 0-403 16,-3-5 179-16</inkml:trace>
  <inkml:trace contextRef="#ctx0" brushRef="#br0" timeOffset="29729.4">28575 8278 146 0,'0'-10'234'0,"0"10"-10"0,0-5-9 15,0 5-15-15,0 0-16 0,0 0-9 0,0 0-1 16,-22 7-14-16,12 1-12 0,-6 4-17 0,-6 4-13 16,-3 0-8-16,3 0-11 0,-1 4-8 0,5-3-21 15,4-5-26-15,-1 2-37 0,2 1-44 0,2-2-55 16,4-2-59-16,3-1-64 0,-4 0-125 0,6-3-367 15,2-7 163-15</inkml:trace>
  <inkml:trace contextRef="#ctx0" brushRef="#br0" timeOffset="30044.29">29148 8042 11 0,'3'-11'338'0,"-3"4"-12"0,2 1-11 0,-1-1-28 16,-1 7-19-16,0 0-28 0,0 0-17 0,0 0 1 16,0 0-9-16,0 0-7 0,-14 31-22 0,5-8-15 15,-1 7-11-15,0 0-13 0,1 2-14 0,-2-2-6 16,1 2-17-16,3 0-12 0,-3 3-7 0,1 12 15 16,6-12-20-16,-2 0-10 0,0-3-9 0,-1 2-5 15,1-4-5-15,-1 2-5 0,2-2-2 0,0-1-2 16,0-5-4-16,3-3-1 0,0-1-23 0,-2-4 16 15,2 3-6-15,1-4-6 0,-1-3-27 0,-2-1-23 16,2-1-26-16,0-3-24 0,-2-1-14 0,3-6-18 16,-1 9-12-16,1-9-12 0,-6 7-28 0,6-7-44 15,0 0-54-15,-12-2-29 0,12 2-241 0,-17-11-571 16,10 0 254-16</inkml:trace>
  <inkml:trace contextRef="#ctx0" brushRef="#br0" timeOffset="30473.44">28846 8416 39 0,'3'-10'176'0,"-1"0"-5"16,1 1-8-16,3-1-5 0,2 0-5 0,1 1-10 16,-2 2-9-16,5 0-13 0,3-2-11 0,2 1-9 15,3 1-11-15,7-3-10 0,1 3-5 0,2 1-7 16,-4-1-10-16,1 3-4 0,-6 0-2 0,0-1-8 16,-3 0 1-16,0 1-2 0,-5 0 0 0,-2-1 6 15,0 2 3-15,-3 2 1 0,0 0 7 0,-8 1 1 16,11-3 8-16,-11 3-6 0,7-3 2 0,-7 3-10 15,0 0-7-15,10-1-7 0,-10 1-5 0,0 0-6 0,0 0 2 16,6 9 10-16,-6-2 1 0,0-7 0 16,-2 12-2-16,2-1-4 0,-1-4-1 0,0 3-5 15,1 1-3-15,-2-3 1 0,0 3-3 0,4-2-8 16,0 0 3-16,0-1-4 0,1 0 2 0,2-1-2 16,0 0 3-16,2 0-6 0,0-2 2 0,2-2-7 15,-2-2-1-15,3-1-5 0,0 0 1 0,0-2 1 16,2-1-3-16,-1-1-1 0,-1 1 2 0,1-4-2 15,-1 0 3-15,-2-1-1 0,-1 0-3 0,2 0-1 16,-3-1 6-16,0-1-4 0,1 1-2 0,-1 0 2 0,-4 0-1 16,3 4 1-16,-1 0 7 0,-4 5 0 15,4-8 1-15,-4 8-7 0,2-8 1 0,-2 8-3 16,0 0-3-16,0 0 1 0,0 0 2 0,0 0-1 16,0 0 0-16,-1 28 1 0,-2-18 1 0,2 0-20 15,-3 2-26-15,2-1-25 0,-4 3-44 0,0 1-59 16,2-3-62-16,2-2-224 0,-2 3-497 0,0-4 221 0</inkml:trace>
  <inkml:trace contextRef="#ctx0" brushRef="#br0" timeOffset="30736.08">29560 8397 235 0,'6'-10'250'0,"0"1"-4"0,-1-2-13 16,0 0-1-16,1 1 5 0,0-1-27 0,-4-2-18 15,2 2-14-15,1 1-11 0,-1-3-11 0,4 3-12 0,-5 0-5 16,3-1-13-16,3 2-15 0,1 0-8 16,-1 2-8-16,-2 1-7 0,0 2-10 0,3 1-1 15,0 2-10-15,1 2-3 0,0 2-9 0,-1 4-8 16,2-1-8-16,-1 1 7 0,2 6-14 0,-5-4-2 0,2 5-3 16,-5-2-2-16,1 2-4 0,1-3 3 0,0 3-17 15,-3-1-29-15,0 0-29 0,0-1-34 0,-2 3-39 16,2 0-52-16,0-3-61 0,-1-2-68 15,-2-4-159-15,-1-6-502 0,0 0 222 0</inkml:trace>
  <inkml:trace contextRef="#ctx0" brushRef="#br0" timeOffset="31069.95">30180 8190 13 0,'-9'-7'251'0,"9"7"-3"0,-11 0-17 0,3 0-15 16,8 0-15-16,-18 7-10 0,7-2-11 0,-3 5-6 15,-3-1-10-15,2 5-7 0,-1-3-15 0,4 3-13 16,-1-2-10-16,3 4-5 0,2-2-19 0,0 0-6 16,5 2-13-16,0-5 3 0,3 2-12 0,1 2-7 15,3-2-17-15,4 0-22 0,1 1-26 0,0-5-26 16,6-1-35-16,0 0-55 0,4-4-55 16,-2-1-56-16,1-1-174 0,0-2-438 0,-2-5 194 0</inkml:trace>
  <inkml:trace contextRef="#ctx0" brushRef="#br0" timeOffset="31295.69">30357 8097 138 0,'0'-10'269'0,"2"-1"11"0,-1 2 4 16,1 2-6-16,-2 7-15 0,1-12-27 0,-1 12-27 16,1-6-23-16,-1 6-19 0,0 0 0 0,0 0 6 15,-5 28-3-15,4-12-11 0,-3 3 1 0,-2 5-3 16,2-5-5-16,-1 9-16 0,2-9-1 0,1 5-9 15,-1 1-25-15,0-1-9 0,2-4-5 0,0-1-10 16,2 2-5-16,-1-2-24 0,3-2-41 0,-2 1-42 16,0-5-42-16,1-5-38 0,-1-1-34 0,0 2-34 15,-1-9-48-15,4 13-25 0,-3-10-57 0,-1-3-182 16,0 0-537-16,0 0 237 0</inkml:trace>
  <inkml:trace contextRef="#ctx0" brushRef="#br0" timeOffset="31553.49">30303 8263 176 0,'-1'-9'218'0,"1"9"-10"0,0 0-14 16,0-12-19-16,0 12-17 0,6-7-17 0,3 3-15 15,1 1-13-15,3-1-11 0,6 0-11 0,-2 2-8 16,3-2-11-16,-1 2-6 0,-1 0-7 0,3 1-3 16,-2-2 0-16,1 2 4 0,1-1 2 15,-7 2 5-15,-1 0 0 0,-2 0-4 0,-3 0-2 0,-8 0-1 16,14 0 1-16,-9 2 3 0,-5-2 12 0,9 5 18 15,-5 2 12-15,0-2-2 0,2 2-1 0,-2 2-5 16,-2 1 3-16,1-2-12 0,0 1-4 0,-2 1-9 16,-1-2-4-16,1 2-13 0,0 1-11 0,-1-4-34 15,2 4-45-15,-2-11-53 0,-2 14-40 0,2-14-62 16,2 15-80-16,-4-5-250 0,2-10-558 0,0 0 246 16</inkml:trace>
  <inkml:trace contextRef="#ctx0" brushRef="#br0" timeOffset="31718.8">30620 8136 2286 0,'-3'-8'44'16,"0"-1"-14"-16,0 3-21 0,3 6-15 0,-3-8-6 16,3 8-8-16,0 0 9 0,-5-5-3 0,5 5-25 15,0 0-32-15,0 0-52 0,0 0-48 0,0 23-146 16,4-14-344-16,0-3 152 0</inkml:trace>
  <inkml:trace contextRef="#ctx0" brushRef="#br0" timeOffset="32249.62">30785 8253 175 0,'6'2'238'16,"-6"-2"-9"-16,0 0-6 0,0 0-16 0,0 0 2 15,0 0-8-15,-5 15-4 0,5-15-12 0,-3 12-15 16,0-7-8-16,-1 7-4 0,1-5-22 0,1 1-11 15,-2 0-7-15,3 1-17 0,1 1-9 0,0 0-6 16,-2 2-8-16,2-1-9 0,3 0-3 0,2 0-6 16,-2-6-7-16,-1 1-1 0,4 1 0 0,-2-3-11 15,0 0 4-15,0-1-3 0,-4-3-10 0,8 6-4 16,-8-6-1-16,11 0-13 0,-11 0 3 0,12-8-6 16,-7 3-10-16,3-4-1 0,-1-1-9 0,-3 1 6 15,4-1-6-15,-2-1 2 0,-1 0 1 0,1-1-10 16,0 1 6-16,0-2-4 0,-1 2 2 0,0 1 1 15,0 1 2-15,2 1-4 0,-4 2 2 0,3 1 4 16,-6 5-1-16,6-8 0 0,-6 8 5 0,9-1 1 16,-9 1 4-16,0 0 4 0,13 11 11 0,-8-4 1 15,-3-2-2-15,4 4 3 0,-4 1 4 0,1-3 4 16,-2 0 4-16,3 2 5 0,-2 3-2 0,0-4 3 0,0-2-2 16,-1-1 14-16,-1-5-16 0,3 11 2 0,-3-11-1 15,1 7 4-15,-1-7 12 0,0 0 8 16,3 5 6-16,-3-5 3 0,0 0-1 0,0 0-8 15,0 0-7-15,0 0-2 0,0 0-20 0,16-19 10 0,-11 13-4 16,1-2-4-16,0 0-7 0,2-1-9 0,3-4 10 16,-1 4-32-16,6 1-3 0,-5 0 1 0,0 0 10 15,1 3-4-15,-1 1 0 0,-1 0 0 16,-1 1-5-16,-2 3-2 0,1-1 0 0,-8 1 2 0,14 0 2 16,-14 0 12-16,12 4-5 0,-7 0-8 0,-1 2 2 15,-1-2 7-15,4 4-8 0,-6-1 5 0,2-1-16 16,-2 0-31-16,0 2-34 0,0-2-30 15,1 3-35-15,-2-9-42 0,0 13-58 0,4-6-61 16,-4-1-269-16,2 1-623 0,-2-7 276 0</inkml:trace>
  <inkml:trace contextRef="#ctx0" brushRef="#br0" timeOffset="32837.75">31458 8233 16 0,'3'-7'291'0,"-3"7"8"0,1-7-4 15,-1 7-14-15,0-9-17 0,0 9-24 0,0 0-24 16,0 0-10-16,0 0 3 0,0 0 6 0,0 0-16 16,-11 23-7-16,5-10-18 0,4-3-16 15,-1 1-26-15,1 3 3 0,2-3-8 0,0 1-12 0,4-1-6 16,-1 5-4-16,1-5-33 0,8 2-11 0,-5-5 22 16,2 2-11-16,2-3-4 0,1-1-6 0,0-2-8 15,2-1-2-15,-2-1-6 0,-2-1-12 0,1-4-8 16,-1 0-7-16,-2 1-8 0,1 0-6 15,-1-6 1-15,-2-1-13 0,1-1-8 0,-5 0-7 0,4-4-2 16,-6 1 1-16,0-5-11 0,-5 1 4 0,2 1 4 16,-4-2-3-16,2 1 9 0,-1 3-24 0,-3-2 5 15,0 2 1-15,5 5 13 0,1 2 0 0,1 2 16 16,-2 1-6-16,4 4 0 0,-4-9-2 0,4 9-1 16,-4-6 2-16,4 6 6 0,0 0-2 0,0 0 1 15,0 0 7-15,0 0-6 0,0 0 2 0,0 0 1 16,19 11 6-16,-8-6-1 0,1-2-4 0,5 0 2 15,1 0-11-15,1-3 10 0,-2 0 0 0,-3-1-10 16,4-1-2-16,-4-1 4 0,-4 0 1 0,2-2 1 16,-4 0 8-16,0-4-4 0,-2 3-1 0,1-2 3 15,-1-2 5-15,1 1-1 0,-4-1 8 0,1-1 0 16,-1 1 0-16,-1 1-2 0,0 1 9 0,-2 8 3 16,1-14 8-16,0 10 7 0,-1 4-14 0,0-8-3 15,0 8-5-15,0 0-3 0,0 0 0 0,0 0 22 16,0 0 5-16,-11 31 8 0,4-14 1 0,-3 11 2 15,0 1 20-15,1-2-12 0,0 5 3 0,1 1-5 16,-2 1-3-16,-4 13 3 0,4-3 5 0,0-9-7 16,3-1-5-16,4 2-2 0,0-2-6 0,2-4-4 15,1 4 0-15,-2-4-3 0,2 0-3 0,2 1-1 16,2-6-8-16,-2-7-60 0,3-1-38 0,-1 0-42 16,-3-6-46-16,2-2-34 0,-2 1-38 0,0-2-50 15,-1-8-50-15,3 6-251 0,-3-6-641 16,0 0 284-16</inkml:trace>
  <inkml:trace contextRef="#ctx0" brushRef="#br0" timeOffset="32987.68">31651 8413 240 0,'4'-12'221'0,"4"3"-11"16,1 2-14-16,6-3-10 0,0 2-17 0,5 0-12 15,0 2-20-15,9-2-12 0,1 1-15 0,0 4-29 16,-3-1-44-16,3 2-43 0,-3 0-62 0,-4 0-69 15,-6 2-140-15,1-2-299 0,-4 2 133 0</inkml:trace>
  <inkml:trace contextRef="#ctx0" brushRef="#br0" timeOffset="33545.61">27047 8831 164 0,'0'0'244'0,"-6"-7"-10"0,6 7-15 0,-5-5-16 0,5 5-19 15,0 0-16-15,0 0-12 0,-16 7-4 0,7 4-12 16,1 5-12-16,3 2-12 0,-5 4-2 0,0 7 1 16,-1-1-8-16,1 2-7 0,4-1-6 0,1 4-10 15,-3-4-5-15,3 3 4 0,0-6-8 0,1 3-6 16,1 0-5-16,1-2-5 0,2 1-10 0,0-3-1 15,-2-6-3-15,0-1-7 0,2 2-2 0,0-3-3 16,-4 0-4-16,4-1-14 0,0-3-19 0,0-3-19 16,-1 0-21-16,2 1-23 0,-4-5-31 0,3-6-29 15,-2 12-37-15,2-12-33 0,0 9-29 0,0-9-190 16,0 0-451-16,0 0 200 0</inkml:trace>
  <inkml:trace contextRef="#ctx0" brushRef="#br0" timeOffset="33867.41">26863 9194 22 0,'0'-4'183'0,"0"4"-5"0,4-9-12 0,-2 5-3 0,4-1-8 15,-6 5-12-15,11-4-7 0,-5 3-16 16,6-1-4-16,-1 2-9 0,2 3-7 0,1 3-9 16,-3-1-12-16,3 0-2 0,3 3-5 0,0 4 2 0,-3 1-4 15,-1-3-5-15,-1 4-1 0,0-1-2 16,-3-3-5-16,-2 4-5 0,1-2-5 0,-3-2-1 15,2 0-10-15,-5-3 3 0,1-1 6 0,-1 0 4 16,0 0 2-16,-2-6 6 0,0 7 1 0,0-7-6 0,0 0-4 16,0 0-2-16,0 0-4 0,-16 0-2 0,16 0-5 15,0 0-3-15,-5-16-2 0,1 7-4 0,4-2-1 16,-2 1-3-16,4-1-6 0,2-6-3 0,1 0-3 16,4-1-8-16,2-6-6 0,6 2-6 0,0 0-6 15,4 2-6-15,3 1-13 0,-2 3-12 0,1 1-20 16,0 3-29-16,2 0-32 0,-8 4-31 0,3 0-26 15,0 7-33-15,-2-2-154 0,1 2-403 0,-2 5 178 16</inkml:trace>
  <inkml:trace contextRef="#ctx0" brushRef="#br0" timeOffset="35112.51">27398 9265 202 0,'0'0'231'0,"0"0"-4"0,0 0-11 15,0 0-14-15,6-23-19 0,-6 23-17 0,7-10-17 16,-1 0-16-16,-1 3-12 0,3-2-9 0,-2 0-10 16,3-1-8-16,-1 1-11 0,2-4-7 0,1-1-9 15,-2 2-4-15,-2 1 1 0,0 1 7 0,-1 1-3 16,-2-3-4-16,-2 6-5 0,-1-1 9 0,-1 7-15 0,0-12 5 16,0 12-6-16,-2-9 6 0,2 9-15 0,-5-5-3 15,5 5-9-15,-18 1 6 0,9 5-13 16,-4 3 5-16,-1 4-3 0,-1-1 2 0,1 2-6 15,1 2-4-15,2-2 3 0,1 3-4 0,2-2-5 0,1 2 2 16,5-3 0-16,2 3-4 0,2-3-3 0,5-1-7 16,-1-2-15-16,8 1-16 0,1-3-22 15,3-1-16-15,8 1-20 0,2-4-22 0,-5 0-21 16,6 0-23-16,0-4-10 0,2-2-10 0,-2-3-4 0,-3 0 5 16,1-1 7-16,-6 0 15 0,-2-3 4 0,2 2 14 15,-2-2 13-15,4-3 14 0,-3 0 12 0,-3 1 22 16,0-1 5-16,-2-3 13 0,-1-2 20 15,-3 2 7-15,-2-1 9 0,-4 1 28 0,1 2 12 0,-4 2 22 16,-1-2 18-16,-2 2 5 0,-2 2 12 0,-2-1 10 16,-2 5 6-16,0 1 5 0,-6 1 6 0,1 4 0 15,-5 1-6-15,-1 7 4 0,0-3-5 0,-7 5 3 16,7-2-8-16,0 3 0 0,-2 5-11 0,3 0-10 16,4-6-7-16,3 4-5 0,2-5-7 0,0 2-5 15,5-1-3-15,3-1-3 0,0 0-5 0,3-1-4 16,1-2-7-16,3-1 8 0,4-2-14 0,-2 1 1 15,5-3-9-15,3 0-3 0,2-3-1 0,-2-2-2 16,2 1-1-16,-1-4-1 0,-3 0-2 0,-2 1 1 16,3-3 0-16,-5 2 0 0,1-2-3 0,-1 1 3 15,0 0-2-15,-1-1 3 0,-2-1 2 0,1 3 2 16,1 0 2-16,-6-2 0 0,0 5 1 0,-4 2 3 16,9-7-8-16,-9 7-4 0,0 0 7 0,7 0 0 15,-7 0 0-15,5 11 16 0,-3-1 6 0,-2 4 1 16,2 4-4-16,-2 6 4 0,0 5 0 0,-2-1 8 15,-1 1 1-15,-1 2-5 0,3 0-2 0,-1-3 0 16,-5 2-1-16,5-4-3 0,-2 1 0 0,4-8 1 16,0 0-4-16,-2 0 0 0,0-4-1 0,4-2 1 15,-4-3-5-15,2-3 1 0,-1 0 2 0,1-7 0 16,0 11 9-16,0-11 18 0,0 0 2 0,0 0 6 16,0 0-10-16,0 0-7 0,0 0 5 0,0 0-17 15,14-27-3-15,-5 9 1 0,-2 0-5 0,6-5 1 16,-1-8-4-16,1 3-5 0,-2-3-5 0,7 3-2 0,-4-5-4 15,1 1-2-15,-1 2-2 0,1-1-1 0,-2 1-3 16,1-1 0-16,0 2-2 0,0 4 5 16,-3-2-3-16,-2 10 6 0,2-6-10 0,-4 7 19 0,-1 5-12 15,-1 2 10-15,-3-1 17 0,3 4-13 0,-3 0 4 16,-2 6-2-16,5-7-7 0,-5 7-4 0,4-6-4 16,-4 6-2-16,0 0 3 0,0 0-9 0,0 0 9 15,0 0-4-15,4 24-2 0,-4-13 14 16,-2 0-8-16,2 3-3 0,-2-2 5 0,2 0-2 0,0-2-4 15,0 2 4-15,0 0-7 0,0-1-4 0,0-1 9 16,4-1 6-16,-3-3 2 0,3 1-2 0,0-1 2 16,3-2-3-16,1 1 5 0,-2-3-5 0,5 0-8 15,1-2 17-15,-1 0-21 0,0-2-2 0,3-2 0 16,0 0-4-16,2-5 0 0,-4 2-3 0,4-3-7 16,-2-2-1-16,-3 1 0 0,2-3 1 0,-4-2-1 15,-1 1 4-15,1 4 6 0,-4-2-2 0,1 3 1 16,-2 1-2-16,-1-2 0 0,0 6 3 0,-3 5-1 15,5-9-1-15,-5 9-2 0,4-5-3 0,-4 5 6 16,0 0 4-16,0 0 3 0,11 17 7 0,-9-8 3 16,1 1-3-16,-1 0 8 0,2 4-5 0,1 2 9 15,1-2-3-15,-1-3 12 0,1-2-3 0,0 2 1 16,4-2 0-16,-2 0-2 0,2-2-3 0,2 0 6 16,-1-4-7-16,7 3 8 0,-5-6-11 0,5 0 3 15,-7 0 5-15,2-3 2 0,6-3-9 0,-6 1 2 16,-2 0 0-16,0 1 1 0,-2-3-3 0,-1-2 3 15,0 0-12-15,-1 0 5 0,-3-7 0 0,-2 4 1 16,1 0-1-16,-2 0 3 0,1 2 0 0,-2-1-6 16,-2 0-3-16,1 1-5 0,-4 3 0 0,5 7 0 0,-4-9 5 15,0 5-5-15,-5 1-3 0,9 3 5 16,-11 2-6-16,11-2 0 0,-16 7 1 0,7 0 3 16,-1 3-3-16,2-1-9 0,2 1-22 0,1 2-22 15,-2 0-28-15,6 0-17 0,-3 0-23 0,4 3-19 0,3-1-32 16,1-5-42-16,1 1-44 0,4 0-17 0,0-3-177 15,2 1-499-15,1 0 221 0</inkml:trace>
  <inkml:trace contextRef="#ctx0" brushRef="#br0" timeOffset="35312.35">28856 9255 84 0,'5'-9'189'0,"3"-5"-9"0,-3 4 14 0,1-6 3 16,0 0-9-16,3-1 4 0,1 0-6 0,-1 3-1 15,2 0-3-15,2 0-2 0,-1 3-3 0,-2 3-5 16,0 0-12-16,2 0-11 0,-2 5-12 0,1-1-16 15,-1 3-9-15,1 1-8 0,-2 0-13 0,0 3-14 16,-2 2-1-16,2 3-8 0,-3-2-6 0,-2 4-9 16,2 0-4-16,-4 1-3 0,1 1-4 0,-1 0-29 15,0 4-22-15,-1-1-36 0,-1-3-30 0,0 0-31 16,1 0-67-16,-1-5-59 0,4 3-69 0,-2-3-154 16,3-4-492-16,1 1 218 0</inkml:trace>
  <inkml:trace contextRef="#ctx0" brushRef="#br0" timeOffset="35873.99">29457 9086 249 0,'-4'-9'279'16,"4"9"-8"-16,-9-6-6 0,9 6-10 0,-10 3-5 16,10-3-15-16,-15 4-11 0,7 2-12 0,0 0-24 15,-1 1-8-15,0 2-18 0,3 3-16 0,2-2-16 0,0 1-8 16,3-2-9-16,0 3-13 0,2-1-5 15,4 0-5-15,2-1-7 0,2 1-13 0,2-4 0 0,4 2-7 16,3-3-2-16,-1-3-11 0,3 0-5 16,-1-3-7-16,-6 1-10 0,5-4 3 0,-1 0-7 0,-3 0-3 15,-3-1-5-15,0-1-2 0,0 0-1 0,-1-1 0 16,3-5-2-16,-4 2-8 0,0-1-1 16,0-3-1-16,0 2 2 0,-3 1-6 0,-1-3 3 0,2 4-4 15,-2-1 14-15,-1 0-7 0,1 4-5 0,-3-1-3 16,1 2 2-16,-3 5 1 0,4-8-6 0,-4 8-6 15,4-6 8-15,-4 6 0 0,0 0 4 0,0 0 10 16,9 13-3-16,-3-8-1 0,-1 3-6 0,1 0 9 16,2-1 2-16,1 1 2 0,2 1-3 0,5-1 1 15,2 0 6-15,1-2-2 0,0-1 10 0,9 0-17 16,-1 0 1-16,-5-4-7 0,-3-1 5 0,1-1 3 16,-1-1 3-16,-1 0-2 0,-5 1 1 0,0-4-2 15,-1 2 1-15,-2-1 3 0,-1-2 7 0,-3 0-11 16,1-1-5-16,0-2 8 0,-2 3-11 0,0-3 6 15,0 2 5-15,-1 4 10 0,-1-5 6 0,-3 8 10 16,7-6-5-16,-7 6-3 0,4-5-4 0,-4 5 4 16,0 0-2-16,5-4-16 0,-5 4-1 0,0 0 0 15,0 0 0-15,0 17 3 0,-1-1-1 0,-4 1 3 16,1 2 7-16,-2 6 3 0,-2 4-4 0,4 3 6 0,0-3-3 16,-1 0 5-16,4 0-12 0,1 1 8 0,1-1-13 15,2-4 7-15,-1 4-3 0,2-4-7 16,1 0-21-16,2-8-37 0,2 0-60 0,-2-1-21 15,-1-6-50-15,0 0-58 0,3-3-88 0,-2-1-333 0,1-2-711 16,-1-2 314-16</inkml:trace>
  <inkml:trace contextRef="#ctx0" brushRef="#br0" timeOffset="36053.32">30515 9247 189 0,'3'-5'371'0,"1"-1"-27"0,-2-1-21 16,-2 7-33-16,3-11-18 0,-2 6-30 0,-1 5-21 0,3-9-23 16,-3 9-32-16,0 0-52 0,2-11-56 0,-2 11-59 15,0 0-67-15,5-7-96 0,-5 7-263 0,0 0-460 16,0 0 204-16</inkml:trace>
  <inkml:trace contextRef="#ctx0" brushRef="#br0" timeOffset="36873.83">23719 6300 143 0,'3'-12'193'0,"-3"-4"7"0,1 3 7 0,1 1 3 15,0-1-9-15,-1-3-10 0,3 0-5 0,-6 7 2 16,5-1 5-16,-3 4 3 0,1-1-4 0,-1 7-16 16,0-11-18-16,0 11-18 0,1-7-20 0,-1 7-11 15,0 0-12-15,0 0-7 0,0 0 4 0,0 0-8 16,-10 25-2-16,4-9-9 0,1 3-6 0,1 0 4 16,-4 7-14-16,1-7-2 0,3 1-12 0,-1-2 1 15,1 6-4-15,0-5-7 0,1 1-27 0,1 3-28 16,-1-5-29-16,2-1-4 0,-3 2-32 0,2-3-34 15,1-3-61-15,-3-1-67 0,4 1-69 0,-5-2-167 16,-1-2-523-16,-1-1 233 0</inkml:trace>
  <inkml:trace contextRef="#ctx0" brushRef="#br0" timeOffset="37038.71">23585 6128 2128 0,'-4'-17'-11'0,"1"6"-7"16,1 0 15-16,-2 1-2 0,0 1 8 0,2 2-11 16,-1 0-4-16,0 1-12 0,3 6-21 0,-3-8-30 15,3 8-55-15,0 0-170 0,-4-8-325 0,4 8 143 16</inkml:trace>
  <inkml:trace contextRef="#ctx0" brushRef="#br0" timeOffset="37260.41">24056 6091 154 0,'9'4'181'0,"3"3"23"0,-2 6 9 16,-1 3-12-16,4 7-9 0,-6 2-6 0,-1 3-6 16,-1 1-20-16,-4 4-11 0,-1-3-13 0,0-1-14 15,-3 0-11-15,0-1-7 0,0-1-11 0,0-8-10 16,-3 6-7-16,-2-7-5 0,0-2-9 0,-2 0-15 0,-1-1-27 15,-2-1-33-15,-2 1-36 0,-3-5-44 16,0 0-60-16,-1-1-46 0,-1-2-174 0,-9-4-405 16,4 0 179-16</inkml:trace>
  <inkml:trace contextRef="#ctx0" brushRef="#br0" timeOffset="37458.1">23278 6273 50 0,'-4'6'241'0,"0"4"-10"0,-2 2 0 0,2 5-14 16,0 0-10-16,2 2-7 0,-1 7-13 15,3-7-21-15,3 7-15 0,-1 0-15 0,4-7-9 16,1-1-15-16,3 5-10 0,1-6-9 0,1 0-9 16,9-1-30-16,1 2-31 0,2-5-42 0,0 0-58 0,2-8-88 15,3 2-228-15,-1-9-424 0,2-2 189 16</inkml:trace>
  <inkml:trace contextRef="#ctx0" brushRef="#br0" timeOffset="37634.15">23825 5972 2715 0,'-1'-24'9'0,"-6"7"52"0,4 1-5 15,-3 5-17-15,3 2-9 0,-3 0-4 0,3 2-2 16,-1 2-3-16,-1 0-5 0,5 5-1 0,-4-8-6 0,4 8-15 15,-4-4-19-15,4 4-20 0,0 0-40 0,0 0-50 16,0 0-56-16,0 0-232 0,10 19-458 0,-10-19 204 16</inkml:trace>
  <inkml:trace contextRef="#ctx0" brushRef="#br0" timeOffset="41797.74">26419 10417 113 0,'0'0'208'0,"-2"-14"-11"0,1 8-4 16,1 6 2-16,-2-13-4 0,2 6-5 0,0 7-13 0,0-12-8 15,0 12-12-15,-2-9-5 0,2 9-9 0,-2-6-10 16,2 6-12-16,0 0-10 0,0 0-12 0,0 0-12 16,-3-9-9-16,3 9-9 0,0 0-6 15,0 0-2-15,0 0-16 0,0 0-2 0,0 0-9 0,0 0 0 16,0 0-2-16,0 0-3 0,7 27-5 0,-4-14 0 16,-1-3 1-16,-2 0-1 0,0 2-5 0,4-2 5 15,-4 4-2-15,2-2 2 0,-2-2-1 0,2 3-2 16,-2-2-4-16,0 2 1 0,0-2 0 0,2 0 0 15,-1 0 1-15,-1-1-5 0,0-2-1 0,2 2-1 16,0-3-21-16,-2 0-18 0,0-7-16 0,2 11-8 16,0-5-20-16,1 0-15 0,-3-6-32 0,0 9-26 15,0-9-26-15,3 4-25 0,-3-4-28 0,0 0-131 16,0 0-387-16,0 0 170 0</inkml:trace>
  <inkml:trace contextRef="#ctx0" brushRef="#br0" timeOffset="42018.96">26594 10315 126 0,'0'0'190'16,"2"-8"-19"-16,-2 8-16 0,0 0-10 0,0 0-20 15,2-6-5-15,-2 6 10 0,0 0-4 0,0 0-3 16,0 0-11-16,-2 25 1 0,0-15 1 0,2 0-6 16,-3 2-6-16,1-1-4 0,0 2-13 0,-1 2-1 15,3-3-11-15,0 0-8 0,-2 0-8 0,0 1-2 16,2-1-4-16,-2-1-4 0,2 1-8 0,2-1-5 0,-2 1-16 15,0-2-21-15,0 0-17 0,0-1-34 16,0 1-31-16,0-2-44 0,2-2-30 0,-2-6-39 16,0 14-139-16,0-14-364 0,-2 7 162 0</inkml:trace>
  <inkml:trace contextRef="#ctx0" brushRef="#br0" timeOffset="42197.07">26519 10118 28 0,'0'0'107'0,"0"0"-28"0,0 0-24 16,0 0-19-16,0 0-34 0,0 0-54 0,0 0-55 0,0 0 25 15</inkml:trace>
  <inkml:trace contextRef="#ctx0" brushRef="#br0" timeOffset="42395.46">26910 10315 122 0,'3'16'159'0,"-1"1"-2"0,0 0-8 0,0 1-7 15,-2-1-9-15,-2-2-16 0,2 2-7 0,-2-2-11 16,0 1-9-16,-1 1-7 0,-1-1-10 0,-3-5-9 15,5 0-3-15,-5 4-1 0,3-3-16 0,-5 2-28 16,-1-1-41-16,-1 0-37 0,-2-4-25 0,-3 4-47 16,1-6-95-16,-6 1-248 0,3-4 111 0</inkml:trace>
  <inkml:trace contextRef="#ctx0" brushRef="#br0" timeOffset="42604.73">26264 10390 119 0,'-7'4'200'0,"-3"5"-12"15,2-2-3-15,1 4-15 0,-2 3-9 0,4-3-10 16,1 5-19-16,2 2-13 0,2-1-10 0,0 0-13 16,6 2-9-16,4-1-4 0,-1-1-8 0,8 3-5 15,4 0-25-15,6-4-33 0,-2-1-35 0,6 0-47 16,2-2-52-16,3-2-52 0,-4 0-96 0,1-4-291 15,3-2 130-15</inkml:trace>
  <inkml:trace contextRef="#ctx0" brushRef="#br0" timeOffset="43727.91">27457 10429 152 0,'-13'0'198'16,"13"0"-6"-16,-6 3-6 0,6-3-5 0,0 0-9 15,-9 1-18-15,9-1-6 0,0 0-10 0,0 0-7 16,0 0-10-16,0 0-8 0,0 0-2 0,0 0-2 16,0 0-6-16,0 0-6 0,28-3-13 0,-9 1-5 0,2 0-10 15,8-4 0-15,0 0-9 0,2 2-10 16,-3-1 20-16,3 3-7 0,-11-1-8 0,2 0-4 16,-3 2-7-16,0-1-23 0,-1-1-12 0,-2 1-24 15,-4 2-21-15,1-3-32 0,-1 2-31 0,-1 1-52 0,-2-1-34 16,2 0-31-16,-4 0-161 0,-7 1-409 15,17-4 182-15</inkml:trace>
  <inkml:trace contextRef="#ctx0" brushRef="#br0" timeOffset="44139.94">28004 10175 213 0,'-1'-10'274'0,"1"10"-7"16,0 0-18-16,0-9-15 0,0 9-32 15,0 0-24-15,0 0-19 0,0 0-14 0,0 0-16 16,0 0-16-16,0 0-5 0,11 25-6 0,-7-9-10 0,1 2-10 16,1-1-7-16,2 6-5 0,-3-4-8 0,0-2-4 15,4 6-2-15,-2-5-5 0,-1 1-2 0,2-1-5 16,-2-2-5-16,3 0-2 0,-1-2-3 0,-1-3 1 15,0-1 6-15,-1-2-2 0,2 0 0 0,-4-2-1 16,4-1 7-16,-2 0 5 0,-2-1 4 0,-4-4 15 16,9 5 10-16,-2-4 4 0,-7-1-9 15,0 0 6-15,17-6 1 0,-12 1 4 0,5-4-20 0,-1 0 0 16,1-4-9-16,3-3-8 0,-3-1-5 0,7-7-5 16,-3-1 1-16,-1-2-10 0,3 0-5 0,0-2-10 15,-2 1-17-15,1 3-14 0,0 1-9 0,-5 1-22 16,-1 7-11-16,0 1-17 0,-4 6-23 0,1 0-32 15,-4 0-33-15,1 4-52 0,-3 5-46 0,4-5 9 16,-4 5 13-16,0 0 0 0,0 0-14 0,7 25-138 16,-8-13-424-16,1 6 188 0</inkml:trace>
  <inkml:trace contextRef="#ctx0" brushRef="#br0" timeOffset="44399.1">28456 10346 126 0,'0'0'172'0,"0"0"14"16,13-7 6-16,-5 1 2 0,-3 2-10 0,0-3-2 15,3-1-13-15,-1-1-14 0,1 0-9 0,0 0-1 16,-1-1-9-16,0 0 1 0,0-2 3 0,-3 2-17 16,3-2-10-16,-5 0-9 0,3 2 3 0,-2 0-1 15,-2 1-3-15,1 0-4 0,-2 9-2 0,0-12-3 16,0 12-12-16,-2-12-10 0,0 9-9 0,2 3-8 16,-12-2-4-16,2 2-7 0,-2 4-6 0,-3 3 1 15,-2 5 2-15,2-1-4 0,-7 6 0 0,3 1-4 16,2 2 0-16,5-3-5 0,3 0-6 0,1 0-12 15,3-1-19-15,1 0-21 0,8 0-11 0,0-2-20 16,3 2-21-16,4-4-22 0,7 1-31 0,1-3-46 16,10 1-53-16,2-3-56 0,3-1-165 0,4-3-493 15,14-2 219-15</inkml:trace>
  <inkml:trace contextRef="#ctx0" brushRef="#br0" timeOffset="44688.68">29362 9942 162 0,'-5'-10'290'0,"0"1"-17"0,1 4-22 0,-1 2-20 16,5 3-16-16,-13-2-13 0,13 2-10 0,-11 10-14 16,4 7-2-16,2 7-9 0,-1 2-17 0,4 3-16 15,-2 3-5-15,1 3-9 0,3 1 5 0,-1-3-10 16,2 2-7-16,2-2-7 0,-1 2-3 0,1-3-1 15,2-3-12-15,-4 1 3 0,2-1-20 0,0-3-5 0,1-1 6 16,-1-7-14-16,-2 2-5 0,2-2-6 0,-1 0-4 16,0-7-4-16,-1 1-24 0,0 1-32 15,-1-2-21-15,0-2-31 0,1 0-23 0,-1-2-37 16,0-7-36-16,0 15-45 0,0-15-48 0,0 6-37 16,0-6-173-16,-5 8-510 0,5-8 226 0</inkml:trace>
  <inkml:trace contextRef="#ctx0" brushRef="#br0" timeOffset="45206.55">29205 10411 36 0,'9'-7'204'0,"0"-1"-5"0,5-2 1 0,3-1-5 16,-2 1-11-16,12-5-17 0,0 4-12 0,-2-2-12 16,3 1-6-16,0 1-10 0,1-1-11 15,-1-1-6-15,-10 4-3 0,1 0-8 0,-1 0-7 0,0-2-4 16,-3 3-7-16,-1-3-1 0,-4 3-1 0,4-2 2 15,-6 3 5-15,-2-1 5 0,0 3-3 16,0 0-9-16,-1 2-3 0,-3-3 1 0,-2 6-4 16,3-8-4-16,-3 8-11 0,0-10-4 0,0 10-9 15,0 0 1-15,-5-9-10 0,5 9-7 0,-11 0 1 0,11 0-6 16,-15 8 1-16,6 0-1 0,-1 1 2 0,1 1-5 16,-2 3 0-16,1 1-6 0,1 1 7 0,2-1-8 15,1 3-3-15,2-5 2 0,3 4 0 0,2-4 9 16,4 1-14-16,-1 2-2 0,2-4 4 0,1-1-7 15,0 0-4-15,7-1-5 0,2 1-14 0,3-3-8 16,0-1-9-16,-1-4-5 0,0 0-3 0,-1-1 1 16,-4-2 1-16,4 0 4 0,-5-1 2 0,-1-3 5 15,0 0 4-15,1 0 1 0,-2-2 5 0,-1 0-1 16,0-3 3-16,-1-1 0 0,0-2 0 0,-1 1 1 16,1-5 5-16,-3 2-3 0,-2 2 4 0,-1 3 9 15,-2 1 4-15,1-1 11 0,-2 1-3 0,1 9 2 16,-2-13 3-16,0 7 3 0,2 6-7 0,-5-8-1 15,5 8-7-15,-11-1 5 0,11 1-1 0,-17 8 11 16,9-2-6-16,-3 1 2 0,2 2 1 0,1 1-1 16,1 0-2-16,0 1-1 0,3 1 2 0,1 0-2 15,3-2-1-15,-2 3-1 0,4-4-15 0,0 2-12 16,5-2-12-16,0-1-16 0,3 0-30 0,6-1-38 16,2 1-41-16,2-4-39 0,1-1-34 0,5-2-24 15,-4-1-140-15,-1 0-425 0,7-4 188 0</inkml:trace>
  <inkml:trace contextRef="#ctx0" brushRef="#br0" timeOffset="45606.77">30182 10215 99 0,'-2'-6'202'0,"2"6"-2"0,-5-15 1 0,1 12-5 16,-3-2-8-16,-2 2-9 0,-3 2-12 0,-2 2-7 16,-3 2-2-16,-3 3-5 0,-4 3-7 0,1 3-9 0,-2 1-3 15,8-2-11-15,0 1-17 0,0-1-9 16,6 1-7-16,-2 2-8 0,5-4-12 0,2 1-1 15,2-1-8-15,3-1-6 0,-2 2-2 0,5-2-9 16,-2-9-5-16,3 12-2 0,1-5-7 0,1-1-2 0,1-2-8 16,4-1-8-16,-3-2-4 0,4 1-6 0,-11-2-2 15,20-6 4-15,-11 0-1 0,0 2-3 16,2-1 0-16,-3-4 0 0,0 0-5 0,1-2 4 16,-2-5-4-16,0 0-4 0,-2-2 4 0,3-1 2 0,-2 3-6 15,0-9 5-15,0 0-4 0,1 0 6 16,-2-1-9-16,0-1 8 0,-1 1 2 0,-1-1 6 15,-1 1-1-15,1 7 6 0,-1 4 10 0,1 3 9 16,-3 2 6-16,1 3 0 0,-1-1-4 0,0 8-5 16,2-9-9-16,-2 9-5 0,0 0-3 0,0 0 7 0,0 0-2 15,-6 28 3-15,3-12 0 0,-1 3 2 16,-1 0-3-16,1 0-4 0,-1 6 0 0,1 3 3 16,3 1-1-16,-2-3-1 0,4-8-6 0,1 3-22 0,3 3-25 15,0-5-25-15,5 2-22 0,-1-2-31 0,5 1-21 16,4-1-43-16,-1-5-55 0,4 1-232 0,-3-6-506 15,-1-1 224-15</inkml:trace>
  <inkml:trace contextRef="#ctx0" brushRef="#br0" timeOffset="46007.36">30467 10079 1686 0,'3'-29'142'15,"-1"-1"-5"-15,3 10 6 0,-4 2-35 0,-1 7 4 16,1-2-13-16,2 4-18 0,-3 2-22 15,0 7-16-15,0-9-6 0,0 9 7 0,0 0 7 0,0 0 5 16,0 28 5-16,-3-12-3 0,5 1-2 0,-1 8-5 16,-4 1 0-16,7-2 2 0,-5-4-4 0,2 5 1 15,-3-7-6-15,2-1 0 0,0 1-3 0,0-4-4 16,1-3-5-16,-2-2-2 0,2-1-3 0,-1-8-1 16,-1 12 2-16,1-12-3 0,-2 8-2 0,2-8 9 15,0 0 1-15,0 0 9 0,2 10-14 0,-2-10 8 16,0 0-2-16,0 0-8 0,0 0-6 0,0 0-9 15,0 0-13-15,0 0-6 0,23-22-16 16,-12 15-6-16,5-2 0 0,-3 5 5 0,3-2 0 0,0 2-3 16,-1 3 2-16,-2 0 3 0,2 1-3 0,-4 1 5 15,-1 1 0-15,1 2 1 0,-5 1 1 0,0-1 5 16,-2 4-2-16,1 0 4 0,-3-2-1 0,-2 4 4 16,0-3 10-16,-6 4 13 0,1-1-3 0,-5 4 0 15,-1-2-3-15,-6-3 9 0,3 2-3 0,-3-3-8 16,1 3 3-16,3-5-20 0,1-1-12 0,-3 1-10 15,1-1-27-15,2-3-30 0,2 1-45 0,10-3-46 16,-14 1-53-16,14-1-229 0,0 0-503 0,-10-6 223 16</inkml:trace>
  <inkml:trace contextRef="#ctx0" brushRef="#br0" timeOffset="46369.77">30922 10067 195 0,'2'-3'253'15,"-2"3"-15"-15,0 0-13 0,0 0-6 0,0 0 2 16,0 0 4-16,-27 14-9 0,18-7-18 0,0 2-9 16,-6 3-9-16,5 1-9 0,-2 0-7 0,3-1-20 15,3-1-18-15,1-1-7 0,1 0-9 0,0 1-15 16,-1 0-5-16,4-1-16 0,0-1-5 16,2-1-11-16,-1-8-6 0,4 9-9 0,-1-2-12 15,-3-7-7-15,8 3 2 0,-3 0-4 0,-5-3-10 0,12-1 5 16,-12 1-8-16,12-6-1 0,-5 0-5 0,-2 1-2 15,1-2 1-15,1-3 1 0,-1 3-5 0,-2-3 2 16,1-1 3-16,-2 3-1 0,1 0-2 0,-1 2 1 16,-1 0-2-16,-2 6 6 0,5-8-1 0,-5 8 3 15,1-7-7-15,-1 7-2 0,0 0-7 0,0 0 2 16,0 0 0-16,0 0 4 0,0 0 0 0,0 0 5 16,2 21-9-16,-2-21 4 0,0 17 3 0,0-7-6 15,0-1 3-15,3 3-5 0,0-3-7 0,-1 1-36 16,3-2-40-16,-1 1-28 0,1-1-44 0,4-1-45 15,-1-2-34-15,2-1-38 0,0-1-158 0,3-1-474 16,-1-4 210-16</inkml:trace>
  <inkml:trace contextRef="#ctx0" brushRef="#br0" timeOffset="46801.51">31187 10039 112 0,'-1'-8'234'16,"1"8"-12"-16,-3-12-14 0,3 12-19 0,-5-7-20 15,5 7-11-15,-9 1 5 0,9-1 1 0,-16 13 2 16,4-2 3-16,1 2-13 0,-2 2-14 0,4 2-9 16,-1 0-10-16,0-1-8 0,5 2-17 0,-1-2-9 15,4 0-6-15,3 2-4 0,0-2-10 0,3-4-8 16,4 1-11-16,3 2-18 0,5-4-19 0,2-4-24 16,2 0-22-16,1-3-23 0,7-3-14 0,-5-2-7 15,5 0-21-15,0-5-9 0,-8 2-7 0,10-3-19 16,-5-4-6-16,-6 1-5 0,-4 0 18 0,-1 0 4 15,-2-5 20-15,-3 2 2 0,1-4 11 0,-3 0 9 16,-2-1 10-16,3-5 25 0,-7 4 10 0,4 0 13 16,-5-6 10-16,1 0 19 0,1 7 24 0,-4 3 23 15,2 1 27-15,0 0 9 0,2 4 11 16,-2 0 17-16,0 4 3 0,0 6-4 0,0-12-8 0,0 12-16 16,2-6-9-16,-2 6-8 0,0 0 3 0,0 0 12 15,0 0 14-15,0 0 6 0,0 34 12 0,0-16 0 16,0 0 1-16,-2 2-4 0,-2-1-1 0,0 5-14 15,2-5-12-15,-1 1 0 0,3 4-8 0,1-6-1 16,-3-1-10-16,4 2-9 0,-3-2-10 0,2-1-9 16,1-3-23-16,0-1-37 0,3-1-28 0,-4-2-36 15,4 2-38-15,-3-3-40 0,-1 0-39 0,0-2-52 16,-1-6-33-16,3 5-234 0,-3-5-558 0,0 0 247 0</inkml:trace>
  <inkml:trace contextRef="#ctx0" brushRef="#br0" timeOffset="47064.94">31701 9949 101 0,'3'-10'234'0,"0"4"-17"0,1 4-17 15,-4 2-23-15,0 0-11 0,0 0 4 0,0 0-3 16,0 0-8-16,0 0-3 0,-21 19-12 0,5-7-8 16,2 3-10-16,-6 3-9 0,-1 0-12 0,6-3-8 15,1-1-11-15,-3-2-7 0,4 1-6 0,2-5-5 16,3 1-9-16,3-4-9 0,1 3-3 0,0-2-5 15,2-1-3-15,2-5-2 0,0 14-3 0,4-9 0 16,2 3-2-16,5-3-3 0,1 0-5 0,6 2 3 16,3-1-7-16,-1 0 0 0,7 3-4 0,2-2-8 0,-1 0-24 15,-1-2-20-15,-5 0-26 0,-3-1-27 0,-4 2-46 16,-1 0-51-16,-2-2-48 0,-4 3-189 16,-2 1-459-16,-5-3 203 0</inkml:trace>
  <inkml:trace contextRef="#ctx0" brushRef="#br0" timeOffset="47910.46">27366 11640 157 0,'0'0'270'0,"0"0"-20"0,-13-1-19 0,13 1-24 16,-2-9-20-16,2 9-20 0,4-15-15 0,0 3-16 15,8-4-11-15,1 1-11 0,5-8-4 0,0 1-9 0,0 2-5 16,3-6-6-16,-1 2-8 0,-3 0-6 0,-1 2-3 15,-2-4-10-15,-1 0-2 0,-1 2-8 16,-3-2-2-16,-3-1 9 0,-4 3 0 0,1 5-6 16,-6-1-6-16,-1 2-5 0,0 3-4 0,-1 2-2 0,-1 4-2 15,-2 0-2-15,1 1-3 0,-1 4 1 0,-4 0 0 16,1 5-10-16,1 0 2 0,-4 3-9 16,2 3 1-16,-4 1-3 0,3 3-4 0,-1 0 4 15,7-3-5-15,1 2-2 0,2 0 2 0,1 0-1 0,3 2-1 16,3 1 6-16,1-3-7 0,5 0 1 0,1 0 1 15,5-1-2-15,3 1 0 0,0-3 4 0,2 1 1 16,1-2-3-16,0-1-4 0,-2 0-6 0,-4 0 3 16,-1 0 1-16,-3 0-3 0,1 1 0 0,-3 1-3 15,-1-2 1-15,-1 2 3 0,0 3-4 0,-1 0 3 16,-1 0-2-16,2 2 2 0,-3-1-1 0,1 1 1 16,2 4 0-16,-3-4 1 0,4 2 6 0,-3-3 1 15,3-1-6-15,-2 0 2 0,3-3 0 0,0 2 4 16,0-4-3-16,0 1-1 0,2-1 3 0,1-5 5 15,0 1-7-15,0-2 1 0,1-2-2 0,-2-2 4 16,2 0 1-16,-1-2 0 0,-1 0-1 0,1-5 1 16,-3 3-5-16,-2-2 2 0,2-3 0 0,0-2-2 15,-5 0 1-15,1 0 3 0,-2-1-6 0,-2 2-2 16,3 0 1-16,-4 3 4 0,0 1-1 0,0 0-2 16,-4 3 2-16,3 1-3 0,1 7 3 0,-6-11-5 15,0 7 2-15,6 4-2 0,-9-2-3 0,9 2 0 16,-16 8 4-16,5 0-4 0,6 0 0 0,-6 6 3 15,2-4 0-15,3 3 0 0,3 0 1 0,-2-2-11 16,5 0-19-16,0-1-12 0,3 2-18 0,2 1-32 16,1-2-30-16,0-1-47 0,3-3-41 0,3 1-44 15,1-4-160-15,5-3-450 0,2-1 199 0</inkml:trace>
  <inkml:trace contextRef="#ctx0" brushRef="#br0" timeOffset="48712.18">28295 11258 223 0,'0'0'222'0,"-11"-7"-6"16,3 5 2-16,-5 3-15 0,1 3-16 0,-1 1-3 15,-4 1-5-15,3 4-11 0,-2 1-8 0,0 1-9 16,0 0-7-16,3 3-6 0,-1-1-11 0,3 1-14 16,2 0-5-16,2-1-8 0,0-3-18 0,5 0-8 0,-1 1-5 15,3 4-4-15,1-6-6 0,3 1-8 16,0-3-4-16,1-3 0 0,0-1-7 0,3-2-3 15,0 0-3-15,3-2 0 0,0-4-3 0,0 2-3 16,0-2-6-16,-2-3 1 0,4-2-4 0,-3 0-1 0,-1 1-3 16,-1-3 1-16,1-6-3 0,-1 1 3 0,1 1-5 15,-5-9 0-15,4 0 2 0,-4 4-3 16,0-4-2-16,1-4 0 0,-1 1-2 0,-4-3 5 16,2 1-3-16,-2-1 0 0,2 2-4 0,-4 1 7 15,2 3 5-15,0 6 7 0,2 3 5 0,-2 3 8 0,0 0 3 16,0 7 7-16,0 5-14 0,1-12-11 15,-1 12-10-15,0-7 6 0,0 7-5 0,0 0 4 16,0 0-7-16,2 24-1 0,-2-7 8 0,0 8-6 16,-2 0-1-16,4 1-2 0,-4 1-3 0,4-2-4 0,1 1 7 15,0-1 6-15,0 0-2 0,1-6-10 0,2 0 3 16,-1-1-1-16,1-2 0 0,4 3 2 0,-3-5-1 16,4-1 0-16,-2-4 1 0,0 0 15 15,0 0-12-15,1-1 2 0,3-5 1 0,-4 0-2 0,2-1-1 16,0 0 4-16,2-4-15 0,-3 0 9 0,3-1 2 15,-2-4-7-15,0 0-5 0,0 1 19 0,3-7 0 16,-4 1-19-16,0-1-6 0,-3 2 0 0,2-4 7 16,-3-1-5-16,2 0-4 0,-2 0 4 15,0 0-2-15,-4 5-1 0,1 2 6 0,-1-1 2 0,-1 4 1 16,-1 6-3-16,4-9 1 0,-4 9-8 0,0 0-1 16,0 0-1-16,0 0-2 0,0 0 6 0,0 0 4 15,-13 27 2-15,8-15-8 0,1 0 2 16,2 1 5-16,0 0-4 0,-1-2 4 0,3 1-1 0,0-1 6 15,2 0-2-15,1-1 3 0,1-2-1 0,-2-1 6 16,0 0-4-16,5-3 8 0,-2-1-7 0,5 1 3 16,-3-1 12-16,3-3-1 0,1-2-8 15,0 1 2-15,1-3 5 0,-3 1-5 0,-1-1-2 16,3-3 4-16,-3 1 10 0,0-2-15 0,1-1-4 0,-4 0 4 16,3-1-8-16,-5-1 1 0,3-1 11 0,-3 0-3 15,4-2-11-15,-3 2-1 0,-3 1-1 0,1 0 5 16,0 4-4-16,0-2 2 0,-2 9-6 0,2-9-1 15,-2 9-3-15,2-6-1 0,-2 6 0 0,0 0-1 16,0 0-2-16,0 0 8 0,0 0 4 0,3 24 3 16,-2-14-1-16,-1 0-1 0,-1 0 0 0,2 3-1 15,0-2 6-15,3 0-2 0,-1 1 0 0,0 0-8 16,0-3-12-16,2 1-29 0,3 0-22 0,-2-3-26 16,3 0-34-16,-1-2-36 0,2-2-46 0,0 1-48 15,2-3-30-15,-1-1-195 0,3-1-523 0,-2-1 232 16</inkml:trace>
  <inkml:trace contextRef="#ctx0" brushRef="#br0" timeOffset="49308.59">29027 11121 9 0,'-8'-5'221'0,"8"5"-4"0,0 0-6 0,-17 8 1 15,7 0-3-15,1 0-13 0,-2 4-10 0,0 1-15 16,1 1-9-16,0-2-12 0,1 4-14 0,2-6-12 15,5 2-11-15,0-1-11 0,0 0-6 0,3 2-10 16,-1-4-9-16,4 2-4 0,0-4-4 0,1 2-9 16,4-4-3-16,1 3-6 0,0-6-7 0,2 1 1 0,5-1-11 15,-2-3 3-15,1-1-7 0,4-4 1 16,-1 2-5-16,-3-2-3 0,3-1 2 0,-3-2-3 16,0-1-4-16,-3 0 1 0,3-2-5 0,-4 0 2 15,0-2-3-15,-2 1-3 0,0-3-3 0,-2 3-5 0,-3 1 3 16,0-2-3-16,-1 2 2 0,-4 1-4 15,1 1 4-15,-1 1-5 0,0 2 4 0,0 7-4 16,-5-11 1-16,0 7 1 0,5 4 1 0,0 0 4 16,-23 8 3-16,14 0 7 0,-5 3-4 0,0 2 6 15,0 1 9-15,2-1 3 0,1 2 0 0,2-1 5 0,5-2-8 16,-1 2-3-16,1-1 11 0,2 0-16 0,2-5 2 16,1 3-3-16,1-1-1 0,4-4-2 15,1 2-2-15,2-2-1 0,4-1 4 0,4-1-4 0,2-2 0 16,0-2-2-16,3-3 0 0,6-3 3 0,-6 1-7 15,4-2-1-15,-5 0 1 0,-2-1 4 0,5-3-6 16,-5 3-6-16,-4-1 4 0,0-1-3 0,-4-1 2 16,2 0-4-16,-4 0 1 0,1 0-2 15,-5-1 1-15,1 1-5 0,0 3 5 0,-2 0 1 16,-1-1-2-16,1 5 4 0,-2-3-2 0,0 2-3 0,-2 5 7 16,3-7-10-16,-3 7 3 0,0 0-5 0,0 0 4 15,0 0-2-15,0 0 14 0,-7 22-2 0,3-11-4 16,-1-1-1-16,-1 2 1 0,2 0 8 15,0 0-11-15,1 3 6 0,-3 1-3 0,1 0 3 0,0-5-2 16,2 3-4-16,0-2 9 0,2 0 2 0,-2-1-12 16,2 0-24-16,-1-2-17 0,1 1-22 0,0-4-18 15,1 4-22-15,0-10-31 0,1 13-47 16,0-8-60-16,-1-5-50 0,3 11-151 0,-3-11-483 0,0 0 214 16</inkml:trace>
  <inkml:trace contextRef="#ctx0" brushRef="#br0" timeOffset="49768.84">30064 11104 2238 0,'5'-14'147'0,"-4"2"-49"16,-1-1-37-16,-2 2 8 0,1 1 26 0,-2 1 7 16,0 2 11-16,0 1-6 0,-3 2-11 0,6 4-1 15,-12-7-9-15,4 9-5 0,-4 2 5 0,-3 2-7 16,1 6-4-16,-1-1 5 0,3 2-19 0,-1 1-10 15,-1-1 5-15,7 0-14 0,-1 2 4 0,3-3-7 16,4-1-5-16,0 1-14 0,-1-3 7 0,5 1-20 16,-1-1-3-16,5-1-14 0,-2-4-7 0,0 1-1 15,4-3 0-15,0 0 0 0,1-2 2 16,0 0 2-16,2-2 0 0,-1-3-4 0,0 1 7 0,0-1 1 16,-1-1-2-16,1-1 5 0,-1 0-3 0,-1 0-4 15,-2 1 2-15,2-2 2 0,-3 2 1 0,0 1 0 16,-2 1-2-16,2 0 2 0,-6 4 3 0,10-5-9 15,-10 5 5-15,0 0-3 0,13 7 4 0,-9-1 1 16,0 4 3-16,2 7 4 0,0 1 4 0,1 5 11 16,-1 5 4-16,1 0-2 0,-1 0 0 0,-1 3 1 15,-1 0 1-15,-3 3 4 0,2 2-2 0,-1-1 2 16,-2 12 2-16,3-13 1 0,-3-2-7 0,-3 0 2 16,1-1-5-16,-3-5 1 0,-4 1-1 0,-3 0 10 15,-3-4-9-15,-4 0-2 0,-4-6 2 0,0 0 9 16,1-2-21-16,-2-4-6 0,3-3-15 0,2-1-16 15,1-4-19-15,5-1-21 0,1-3-15 0,0-2-26 16,2-1-29-16,1-2-41 0,3-3-47 0,-1-1-30 16,3-5-233-16,2-1-535 0,3-4 236 0</inkml:trace>
  <inkml:trace contextRef="#ctx0" brushRef="#br0" timeOffset="50697.11">30460 11210 2095 0,'15'-21'64'0,"-4"5"26"0,-5 3-28 0,-3 3 8 16,-1 0 4-16,-3 0 9 0,1 1 8 0,-4 2 11 16,4 7-8-16,-6-9 3 0,1 5-6 0,-4 3-5 15,9 1-1-15,-20 7 2 0,4 0-3 0,2 2-4 16,-1 3-11-16,-2 0 1 0,2 1-11 0,3-1-2 16,3 1-5-16,-1 2-5 0,5-5-7 0,0 0 0 15,3 0-7-15,0 1 3 0,3-3-9 0,2 2-2 16,-1-4-6-16,2 2-5 0,3 0-9 0,3-5-4 15,0-1 3-15,3-2-11 0,1 0-1 0,-3 0-3 16,3-2 4-16,-2-1-4 0,2-3 3 0,5-1 1 16,-6 1-1-16,2-5 0 0,-6 3 3 0,6-3 2 15,-3-1-2-15,-2 4 5 0,-1-1-7 0,-3-1 7 16,0-2-1-16,-3 2-1 0,0 1 4 0,3 1 3 0,-2 4-2 16,-3-3 5-16,-1 7 0 0,4-7-1 0,-4 7-3 15,0 0-4-15,3-6 1 0,-3 6 2 16,0 0 4-16,0 0-3 0,0 0 0 0,-10 21 3 15,8-14 1-15,0 3 9 0,0-3-14 0,0 0 7 16,2-7-3-16,4 13-1 0,-3-5 5 0,3-3 9 0,0 1-15 16,0 2 1-16,3-3 6 0,5 0 4 0,-2-2-4 15,3-1 6-15,2 0 5 0,3-4-15 16,0-2 7-16,-5 2-4 0,5-2-2 0,1-3-5 16,-8 2 4-16,6-3 1 0,-6 2 0 0,0-2-2 0,1 1 1 15,-3-2 7-15,0 0-4 0,0-1-10 0,1-3 1 16,-4 3 3-16,-1-2 0 0,-3 2 1 0,1 0 3 15,2-1-1-15,-4 1 7 0,2 3-8 16,-3 7 4-16,1-14 4 0,-1 9 1 0,0 5-7 16,0 0-3-16,1-11-1 0,-1 11-12 0,0 0 6 0,0 0 7 15,0 0-12-15,0 0 3 0,-16 18 10 0,11-6-2 16,-2-2-11-16,2 0 9 0,1 2 3 16,-1-3-5-16,-1 1 5 0,3 1-6 0,1-2 3 0,0 2-3 15,2-3 2-15,0-8 10 0,3 13-6 0,-1-6 10 16,2-3 13-16,0 1-14 0,4-2 6 0,-3 1-9 15,6 0-1-15,1-4 4 0,1 0-2 0,-1-1-5 16,9-2 4-16,-10 0 2 0,3 0-6 16,-2 1 13-16,1-3-11 0,-3 0 1 0,0-2-3 15,3 2-13-15,-3-4 8 0,-1 2-5 0,1 1 7 0,-1-4-3 16,-1 1-1-16,-2 0 3 0,1 1-3 0,-2 2-6 16,-1 0 3-16,-1 0 4 0,0 2 6 0,-3 4-8 15,5-6-14-15,-5 6 6 0,4-5 8 0,-4 5-6 16,0 0-5-16,0 0 0 0,0 0 7 0,0 0 4 15,0 0 0-15,0 0-6 0,-4 23 5 0,4-23-2 16,-2 11 4-16,2-11 1 0,-2 10 9 0,2-10-10 16,-1 9-2-16,1-9 9 0,0 8-2 0,0-8 5 15,0 0-1-15,1 10 0 0,-1-10 6 0,6 3 5 16,-6-3-7-16,7 3-6 0,-7-3 15 0,12 0 0 16,-12 0-1-16,14-2-3 0,-4 0 6 0,-1 0-9 15,1-2-6-15,1 4 4 0,0-1-3 0,-2-2-2 16,0 3-3-16,-2-2-3 0,-7 2-1 0,16 2-13 15,-9-2 19-15,4 3-6 0,-6 0-1 0,0 0 1 16,-1 2-3-16,1 0 7 0,0 0-4 0,-1-1 0 16,3 3-3-16,-4-2 6 0,0 1-3 0,-1 0-4 15,-2-6-15-15,6 12-21 0,-3-7-35 0,-3-5-33 16,2 8-31-16,0-2-36 0,-2-6-25 0,2 5-44 16,-2-5-53-16,0 0-56 0,0 0-199 0,0 0-595 15,0 0 262-15</inkml:trace>
  <inkml:trace contextRef="#ctx0" brushRef="#br0" timeOffset="50875.71">30911 10814 112 0,'-7'-7'272'0,"3"1"-15"0,-1 2-17 0,5 4-18 16,-7-7-26-16,7 7-26 0,-4-4-43 0,4 4-58 15,0 0-61-15,0 0-49 0,0 0-54 0,0 0-162 16,0 0-277-16,0 0 123 0</inkml:trace>
  <inkml:trace contextRef="#ctx0" brushRef="#br0" timeOffset="51469.44">27024 12245 43 0,'-4'-10'213'0,"0"-2"1"0,-1 2 3 0,5 2-2 0,-4 1-4 16,4 7-1-16,-4-11-16 0,4 11-16 0,-2-6-20 15,2 6-18-15,-3-6-18 0,3 6-5 16,0 0-20-16,0 0 1 0,0 0 3 0,0 36 9 15,0-10-3-15,-2 6 8 0,-1 2-16 0,3 2-1 16,-2 0-5-16,-1 12-1 0,-1-2 33 0,4 2-13 16,0-14-7-16,2 2-12 0,-2-2-3 0,2-1-14 15,-1 0-3-15,1-1-10 0,-2-3-1 0,2-1-6 16,1-3-4-16,-1-6-20 0,1 0 3 0,-2 0-24 0,0-5-31 16,-1 0-26-16,4-3-39 0,-2 1-33 0,0-5-30 15,0 0-33-15,1-2-50 0,-3-5-45 0,11 5-245 16,-11-5-563-16,11-3 249 0</inkml:trace>
  <inkml:trace contextRef="#ctx0" brushRef="#br0" timeOffset="51940.97">27335 12513 1821 0,'7'-15'94'0,"-1"2"-8"16,1 5-24-16,-5-1-34 0,2 3-9 15,0 2-11-15,-4 4 8 0,4-5 24 0,-4 5 21 0,0 0 21 16,0 0 9-16,-4 32-3 0,0-14-8 0,0 1-4 15,2 0-7-15,-1 6 0 0,-3-4 4 0,2 3-5 16,2-5-1-16,1-2 3 0,-1 0-8 0,0-2-5 16,2-4-4-16,-3 2-8 0,3-5 1 15,0-1-8-15,0-7-8 0,0 13 6 0,3-8-5 0,-3-5 17 16,0 0 8-16,0 10 11 0,0-10 31 16,0 0 1-16,0 0-11 0,0 0-7 0,0 0-10 0,0 0-9 15,0 0-5-15,-3-34-6 0,3 17-8 0,3-1 1 16,-1-7-11-16,0-1-9 0,5-3-6 0,0-2-3 15,1 1-8-15,2-3 1 0,3 1-18 0,7-12 13 16,-6 15 0-16,2 2-4 0,-1 2 7 0,-1 2-6 16,-1 1 16-16,-4 7-7 0,2 1-13 0,-6 4 6 15,2 3-9-15,-3 1 8 0,0 2-8 0,-4 4 6 16,15-4-5-16,-15 4-2 0,14 8 10 0,-4 2 1 16,-1 3 15-16,2 1 2 0,0 4-1 0,-4-1 9 15,4 5-8-15,-2-3 5 0,-2 0-2 0,4 4 6 16,-2 0 6-16,-1-4-9 0,-2-3 16 0,1 1-16 15,-1 0-5-15,2 0-2 0,-2-3 3 0,0-2 2 16,-2 0-5-16,1 0-8 0,-1 0 2 0,0-2-5 16,0-1-14-16,2-2-31 0,-3 0-24 0,-1-1-23 15,-2-6-21-15,4 7-23 0,-4-7-19 0,4 7-9 16,-4-7-24-16,0 0-34 0,0 0-50 0,0 0-41 16,0 0-228-16,0 0-578 0,0 0 255 0</inkml:trace>
  <inkml:trace contextRef="#ctx0" brushRef="#br0" timeOffset="52104.7">27434 12527 19 0,'0'0'206'0,"-3"-5"-21"16,3 5-7-16,0 0-14 0,16-11-15 0,2 1-14 16,2 5-11-16,7-6-12 0,4 3-10 0,1-1-12 15,-1 0-30-15,0 1-34 0,-1 1-48 0,-1 0-34 16,0 2-37-16,-2 2-37 0,-8 0-79 0,3-1-225 15,-2 0 100-15</inkml:trace>
  <inkml:trace contextRef="#ctx0" brushRef="#br0" timeOffset="52407.71">28083 12317 219 0,'0'0'277'0,"-4"-12"1"0,4 12-8 15,-2-8-11-15,2 8-13 0,-8-7-15 0,8 7-15 16,-9-3-13-16,9 3-12 0,-13 4-11 0,4 2-1 16,-2 4-11-16,-1 2-4 0,-4 8-5 0,2 0-4 15,2-2-14-15,1 8-10 0,-1-3-9 0,1-1-16 16,4 2-9-16,1-4 5 0,3 5-15 0,-1 1-11 16,4 0 0-16,-3-1-3 0,8-1-7 0,-10-3-7 0,5-3 2 15,0 2-9-15,3-1 3 0,-3-1-16 16,0-1-2-16,3 0-3 0,0 0 0 0,-2-5-8 15,-1 0-19-15,0-1-20 0,4-2-19 0,-4 0-23 16,0-2-34-16,0-7-25 0,2 11-25 0,-2-11-13 16,2 8-19-16,-2-8-27 0,0 0-44 0,0 0-59 0,0 0-261 15,0 0-608-15,0 0 268 0</inkml:trace>
  <inkml:trace contextRef="#ctx0" brushRef="#br0" timeOffset="52543.46">27926 12645 53 0,'6'-4'152'0,"-1"-1"-11"0,3-1-9 16,2-1-13-16,8 1-11 0,0 0-12 0,-1 2-21 15,2-4-38-15,-1 3-44 0,1-3-52 0,2 0-83 16,-4-1-152-16,9-1 67 0</inkml:trace>
  <inkml:trace contextRef="#ctx0" brushRef="#br0" timeOffset="53203.94">28465 12077 89 0,'-5'-11'204'0,"5"5"2"0,0 6-12 15,-2-11-13-15,2 5-5 0,0 6 1 0,-3-16-2 16,2 10 5-16,-2-1 5 0,3 7-4 0,-4-11-6 15,4 5-6-15,0 6 2 0,-2-11 5 0,2 11-6 16,-2-8-15-16,2 8-5 0,0 0-21 0,-1-7-22 16,1 7-11-16,0 0-11 0,0 0 2 0,0 0 6 15,-4 26-4-15,1-9 3 0,-1 10-2 0,1 1 1 16,2 1 1-16,0 2-4 0,-3-1 1 0,4 15-4 0,-4-12-4 16,1 3-5-16,1-2-2 0,-3 2-2 15,5-3-9-15,-2 1 0 0,0-1-5 0,2-3-8 16,-1 2-2-16,1 0-10 0,0-5-2 0,1 0-3 15,-1-7 0-15,1-1-3 0,0 0-3 0,4-6-5 16,-3 0-3-16,-1-1 1 0,0-1 2 0,1-2-7 0,-1-3 0 16,1 0 3-16,0 0-3 0,-2-6-1 15,0 9-5-15,0-9-17 0,2 7-15 0,-2-7-17 16,0 0-22-16,3 7-31 0,-3-7-32 0,0 0-40 16,0 0-39-16,0 0-31 0,0 0-41 0,0 0-44 0,8-16-319 15,-5 9-690-15,1-3 305 0</inkml:trace>
  <inkml:trace contextRef="#ctx0" brushRef="#br0" timeOffset="53874.91">29191 12131 187 0,'0'0'216'0,"0"0"-12"16,0 0-20-16,1-7-20 0,-1 7-4 0,0 0-1 16,0 0-4-16,0 0-4 0,-17 22-3 0,9-12-12 15,1 1-16-15,-2 0-1 0,-1 3-8 0,-1 1-4 16,-1-1 7-16,1 2-13 0,-2-2 4 0,-1-1-17 16,1 3-3-16,-1-4-10 0,1 1-5 0,-2-2-8 15,3 0-5-15,1-5-2 0,1 2-3 0,1-2-8 16,1 0-3-16,3-4 3 0,1 2 0 0,4-4 1 15,-9 5 3-15,4-1-2 0,5-4 7 0,0 0-2 16,-6 3-7-16,6-3 10 0,0 0-8 0,0 0-4 16,-4 4 3-16,4-4-3 0,0 0-14 0,0 0 2 15,0 0-6-15,0 0-2 0,0 0-4 0,0 0-3 0,0 0 0 16,0 0-1-16,0 0-4 0,14 11 5 0,-4-8 1 16,2 1-3-16,-2 1 4 0,8-3-3 15,0 5-7-15,1-3 9 0,0 0-3 0,0 0-10 16,9 1 8-16,0-3-19 0,1 2-34 0,-3 1-49 0,-4-3-45 15,-3 1-48-15,2 1-69 0,-1 0-57 0,-7-2-216 16,6 2-568-16,-4 1 251 0</inkml:trace>
  <inkml:trace contextRef="#ctx0" brushRef="#br0" timeOffset="54358.11">29872 12053 146 0,'-1'-4'261'16,"1"4"7"-16,-6-10-22 0,6 10-27 0,-4-6-25 15,4 6-17-15,0 0 1 0,0 0 13 0,-7 26-6 0,5-9-15 16,-1 7 2-16,3-3-3 0,0 7-8 16,0 4-16-16,0 0-6 0,3-1-6 0,1 0-3 15,1-1-10-15,-3-2-10 0,1 1-13 0,2-2-9 16,-1-2-7-16,0-4-9 0,-2-5-3 0,2 4-3 0,-3-4-10 16,4 1-17-16,-1-2-30 0,-3-2-26 0,2-4-33 15,1 3-38-15,-1-1-28 0,-2 0-33 16,1-3-45-16,1-1-54 0,0-3-56 0,-3-4-184 15,7 9-528-15,-7-9 234 0</inkml:trace>
  <inkml:trace contextRef="#ctx0" brushRef="#br0" timeOffset="54819.71">30225 12353 2114 0,'6'-7'178'0,"-2"1"-52"0,-1 1-76 0,-3 5-27 16,5-7-11-16,-5 7 27 0,0 0 23 0,0 0 20 15,0 0 4-15,0 0 3 0,4 22 7 16,-7-12 10-16,2 1-16 0,-2 1-5 0,1 0-5 16,-1 4-7-16,2-1-3 0,0-4-6 0,-1 1 13 15,2-1-23-15,-1-2 3 0,0 1-6 0,1-10-3 0,0 12 0 16,0-12 0-16,0 9 17 0,0-9 16 0,0 0 17 16,-3 5 16-16,3-5-5 0,0 0-10 15,0 0-7-15,0 0-10 0,0 0-8 0,-1-26-7 16,2 14-5-16,3 0-8 0,1-6-3 0,0-1-7 0,3-5-6 15,-2-1-4-15,5-1-7 0,0-3-3 0,-1 4-4 16,4-5-2-16,-2 6-5 0,2-3-1 0,-1 4-3 16,2 0-1-16,2 4-3 0,-8 5 1 15,2-1 3-15,-4 8-3 0,-2-2-11 0,-1 4 7 16,-1 1-1-16,4 1-1 0,-7 3-1 0,0 0 2 16,15 4-4-16,-10 1 1 0,-5-5 1 0,12 17-4 15,-6-5 12-15,-1 3-2 0,-2-4 1 0,1 4 0 0,1 2 2 16,0-1 12-16,-1-1-13 0,-1 4 1 0,3-1 1 15,-4-3-2-15,2 2 6 0,-1-1-17 0,0-1 4 16,2-4 8-16,-2 1 0 0,-3-1-1 0,2-1-5 16,2-1-13-16,-1-2-22 0,-3-7-28 0,3 12-34 15,-1-7-41-15,-2-5-24 0,4 8-23 0,-4-8-18 16,1 7-15-16,-1-7-21 0,0 0-30 0,0 0-28 16,0 0-43-16,0 0-179 0,0 0-560 0,0 0 248 15</inkml:trace>
  <inkml:trace contextRef="#ctx0" brushRef="#br0" timeOffset="54976.18">30311 12307 38 0,'-4'-3'204'16,"4"3"-16"-16,0 0-23 0,0 0-11 0,11-10-19 16,1 5-10-16,5-1-17 0,4 3-4 0,7-2-17 15,-1-1-14-15,2 1-35 0,1-1-41 0,-3 3-51 16,2-5-47-16,-8 6-110 0,-1-2-227 0,3 0 101 15</inkml:trace>
  <inkml:trace contextRef="#ctx0" brushRef="#br0" timeOffset="56160.21">30934 12026 104 0,'0'0'139'16,"-2"-8"-2"-16,2 8 22 0,-4-7-4 0,4 7 4 15,-3-11-4-15,1 5-2 0,2 6 0 0,-3-13 2 16,3 7 8-16,0 6 6 0,-4-9 6 0,4 9-1 16,-2-5-4-16,2 5-26 0,0 0-9 0,-2-8-20 15,2 8-11-15,0 0-10 0,0 0-11 0,0 0-5 16,-3 23-3-16,1-5-1 0,-1 9-8 0,-2-2-8 15,3 4-5-15,1 0-5 0,2 2-4 0,-2-1-5 16,4 1-21-16,-2 1-26 0,0-2-26 0,4 2-34 16,-2-1-30-16,0 0-48 0,1-1-63 0,0 0-64 15,0-2-179-15,-1-3-490 0,1 1 216 0</inkml:trace>
  <inkml:trace contextRef="#ctx0" brushRef="#br0" timeOffset="59954.68">27813 12966 33 0,'-13'0'154'15,"-1"2"-1"-15,-3-2-4 0,-2 0-2 0,-2 1-1 16,-2 1-8-16,-4 0-5 0,2 0-6 0,2 0-2 16,1-2-1-16,-7 0-3 0,8 2 0 0,1-2-13 15,-3 2-4-15,3 0-1 0,0 0-8 0,5-1-3 16,1 0-6-16,5 0-10 0,2-1-10 0,7 0-4 16,-13 1-5-16,13-1-10 0,0 0-6 0,0 0 9 15,0 0-10-15,26 4 18 0,6-3-4 0,27-4 2 16,30 0-2-16,6-6-5 0,8-1-5 0,5 0 3 15,14-6-3-15,7-1-2 0,6 5-4 0,7-2 0 0,7 1 1 16,-5-2-7-16,4-1 1 0,4 1-6 16,4 2 1-16,-4-2-8 0,-2 0-3 0,0-4 17 15,1 3-15-15,2-1-27 0,-2 2 3 0,-2 2-4 16,-5-1 6-16,2 4 0 0,-3 1-1 0,-3-1-1 16,-6 1 6-16,-10 1 4 0,-9 0 14 0,-13 1-5 15,-37-1 7-15,-3 3 1 0,-3-4-3 0,-7 2 2 16,-16 4-2-16,-4-3 6 0,-4 0 0 0,-10 1 5 15,1 3 9-15,-8 0 9 0,-2-1-1 0,2 3 2 16,-5-1 4-16,-6 1 6 0,12-3 11 0,-12 3-17 16,7-2-2-16,-7 2 1 0,6-3-8 0,-6 3-5 0,0 0-8 15,4-5-13-15,-4 5-19 0,0 0-20 16,-12-10-22-16,12 10-24 0,-14-8-30 0,2 4-33 16,-1 2-30-16,-1-1-45 0,-2 0-57 0,-2 0-43 15,-12 4-199-15,1-2-544 0,-2 2 242 0</inkml:trace>
  <inkml:trace contextRef="#ctx0" brushRef="#br0" timeOffset="62759.9">26356 13408 131 0,'0'0'134'0,"-2"-7"2"16,2 7-8-16,0 0-6 0,-3-9 0 16,3 9-5-16,0 0-6 0,-2-6-5 0,2 6-7 15,0 0-14-15,0 0-14 0,0 0 6 0,0 0-19 16,0 0 2-16,0 0-18 0,0 0 0 0,0 0-5 15,0 0-8-15,0 0-1 0,-5-7-1 0,5 7-5 16,0 0 1-16,0 0-5 0,0 0-5 0,0 0 2 16,0 0-2-16,0 0-4 0,0 0 2 0,0 0-5 15,0 0 2-15,0 0 9 0,0 0-7 0,0 0-6 16,0 0 2-16,0 0 4 0,0 0-7 0,0 0-1 0,0 0 0 16,0 0 4-16,0 0-5 0,0 0-2 15,0 0 6-15,0 0-2 0,0 0 0 0,0 0-2 16,0 0 0-16,0 0 2 0,0 0 0 0,0 0-3 15,0 0 0-15,0 0 0 0,0 0 5 0,0 0-7 0,0 0 1 16,0 0 2-16,0 0 0 0,-2 19-5 0,2-19 3 16,0 0 4-16,0 0-3 0,0 0 1 0,0 0-2 15,0 0 5-15,0 0-2 0,0 0 1 16,0 0 0-16,0 0-1 0,0 0 2 0,0 0-2 0,0 0 2 16,0 0-4-16,0 0 11 0,0 0-2 0,0 0-4 15,0 0 3-15,0 0 5 0,0 0 5 0,0 0 7 16,0 0 3-16,0 0 6 0,0 0 2 0,0 0 2 15,0 0 6-15,0 0-4 0,0 0-6 16,0 0-7-16,0 0 3 0,0 0-6 0,0 0-3 0,0 0 1 16,0 0-6-16,0 0 0 0,0 0 1 0,-7-17-3 15,7 17-1-15,0 0-2 0,0 0 1 0,-2-9-1 16,2 9 4-16,0 0 3 0,0 0 2 0,0 0-3 16,-2-9 0-16,2 9-2 0,0 0 2 15,0 0-1-15,0 0 3 0,0 0-5 0,0 0 2 0,0 0-1 16,0 0-1-16,0 0-3 0,0-8 0 0,0 8-1 15,0 0-4-15,0 0 2 0,0 0-3 0,0 0-1 16,0 0 0-16,0 0-3 0,0 0 3 0,0 0 5 16,0 0-6-16,0 0 0 0,0 0 0 15,0 0-3-15,0 0 0 0,0 0 3 0,0 0 0 0,0 0-3 16,0 0 0-16,0 0-1 0,0 0 2 0,0 0-1 16,0 0-1-16,0 0 2 0,0 0-1 0,0 0 0 15,0 0 2-15,0 0-1 0,0 0-3 0,0 0 7 16,0 0-3-16,0 0-2 0,0 0 0 0,0 0 0 15,0 0 0-15,0 0 1 0,0 0-2 0,0 0 3 16,0 0-1-16,0 0-3 0,0 0 1 0,0 0 2 16,0 0-2-16,0 0 1 0,0 0 3 0,0 0-3 15,0 0-2-15,0 0 1 0,0 0 1 0,0 0 0 16,0 0-2-16,0 0 2 0,0 0-1 0,0 0-1 16,0 0 2-16,0 0 1 0,0 0 1 0,0 0-5 15,0 0 2-15,0 0-1 0,0 0 0 0,0 0 1 16,0 0 1-16,0 0-2 0,0 0 3 0,0 0-1 15,0 0 4-15,0 0-5 0,0 0-2 0,0 0 4 16,0 0-4-16,0 0 3 0,0 0 1 0,0 0 3 16,0 0-2-16,0 0 1 0,0 0-2 0,0 0-3 15,0 0 1-15,0 0-1 0,0 0-1 16,0 0 2-16,0 0 0 0,0 0 0 0,0 0 3 0,0 0-4 16,0 0 1-16,0 0 2 0,0 0-2 0,0 0 0 15,0 0 3-15,0 0-2 0,0 0-3 0,0 0 3 16,0 0 0-16,0 0-2 0,0 0 5 0,0 0-1 15,0 0-1-15,0 0-1 0,0 0 4 0,0 0-4 16,0 0 2-16,0 0-2 0,0 0 1 0,0 0 1 16,0 0-3-16,0 0 1 0,0 0 4 0,0 0-3 15,0 0 1-15,0 0-1 0,0 0-1 0,0 0 1 16,0 0 3-16,0 0-2 0,0 0 2 0,0 0 2 16,0 0 5-16,0 0 6 0,0 0 6 0,0 0 0 15,0 0 2-15,0 0 6 0,0 0-3 0,0 0-3 16,0 0 0-16,0 0-4 0,0 0-2 0,0 0-5 15,0 0-3-15,0 0 0 0,0 0-2 0,0 0-6 16,0 0 2-16,0 0-4 0,0 0 1 0,0 0 1 16,-4 29-1-16,8-18 1 0,-4 5-1 0,0 1 0 15,0 2 3-15,0-2 2 0,-2 8 2 0,0-5 4 16,1-2 0-16,1 2 1 0,0-4-2 16,0 0 1-16,0 0-4 0,0 2 2 0,-2-2 2 0,2-1-3 15,0-2-4-15,0-2 5 0,0 0 0 0,0 0-6 16,2 0 4-16,-2 2-7 0,0-6-18 0,0 2-27 15,0-9-15-15,-2 14-18 0,2-7-27 0,0-7-40 16,-2 12-43-16,2-12-39 0,-4 9-200 0,4-9-461 16,0 0 203-16</inkml:trace>
  <inkml:trace contextRef="#ctx0" brushRef="#br0" timeOffset="63543.98">26385 13550 113 0,'15'-11'126'0,"-1"0"-11"16,-1 0-8-16,1 1-8 0,-1 0-12 0,-2 2-2 15,-1 1-8-15,-1 0 6 0,-1 0-1 0,-1 1-9 16,0-1-8-16,-2-1 5 0,1-2-5 16,-2 3 4-16,-1-2 8 0,-1 3 2 0,0-4-4 0,-2 1-9 15,0 0-1-15,0 9-2 0,-2-12-8 0,2 12 2 16,-2-12-4-16,2 12-5 0,-2-6-15 0,2 6 1 15,0 0-4-15,0 0-3 0,0 0-3 0,0 0 3 16,-7 28-2-16,5-12 0 0,-2 3-19 0,1-2 1 16,-1 4 1-16,1-2 0 0,1 6-3 0,-1-6 3 15,1 0-2-15,2-1 2 0,-4-1-2 0,4 1-6 16,0-3 1-16,-2-2 1 0,2-2 1 0,0 1 0 16,0-2 2-16,-2-2 0 0,2 1-1 0,0-9 1 15,0 8 6-15,0-8-8 0,0 8 2 0,0-8 1 16,0 0 0-16,6 3-5 0,-6-3-1 0,0 0 3 15,16-8-1-15,-7 2 0 0,0-2 4 0,3-1-3 16,-2 1-2-16,4 0 1 0,2-1 2 0,-5 1-2 16,3 0-3-16,-3 3 3 0,7 0-3 0,-5 2 4 15,-4 0 4-15,5 2 1 0,-3-2 2 0,2 3-3 16,-2-2 4-16,0 2 1 0,1-1-3 0,-1 0 4 16,3 0-3-16,-3-1-2 0,0 2 1 0,-1 0-1 15,0-2 4-15,1-1 0 0,1 0-2 0,-1 1-1 16,-3-3-1-16,0 1 3 0,-1 1 3 0,-1-2 3 15,-1 1-2-15,-1-2 0 0,0 1-3 0,2-3 2 16,-6 2-3-16,4-1-2 0,-2 0-1 0,0 0-3 16,-2 7 3-16,2-14 0 0,1 8-4 0,-3 6-1 15,2-8 3-15,-2 8-9 0,0 0 1 0,0 0-1 16,0 0 2-16,0 0-4 0,0 0 5 0,0 0-1 16,0 0 1-16,0 0-2 0,-2 25 0 0,2-25 1 15,2 13 1-15,-2-6 0 0,4 1-2 0,-2 0 1 16,1-3 4-16,2 0-3 0,1 0 3 0,1-1 0 15,-1-2 2-15,3-1-2 0,3-1 1 0,-3 0 1 16,5-3-5-16,-4 0 3 0,-1-1-2 0,5-2 2 16,-1 0 2-16,0-1-3 0,-3 0 6 0,-3-2-5 15,-1 1 0-15,1 0 0 0,-2-1-1 0,2 2-3 16,-3-2 8-16,0 3 2 0,-2 1-1 0,1-1 7 16,-3 6-1-16,2-8-6 0,-2 8 0 0,4-5-2 15,-4 5-2-15,0 0-1 0,0 0 1 0,0 0-3 16,0 0 2-16,0 0-2 0,-4 27 0 0,2-16 0 15,-1 0 0-15,1 1 0 0,0 4-1 0,0 1-1 16,-1-5 2-16,2 5-4 0,-4-2-11 0,3 1-10 16,-3-4-20-16,3 3-19 0,-1-2-23 0,1-3-34 15,2-1-42-15,-2 0-48 0,-2-2-133 0,4-7-371 16,-7 12 163-16</inkml:trace>
  <inkml:trace contextRef="#ctx0" brushRef="#br0" timeOffset="64465.52">27522 13317 185 0,'0'0'236'0,"0"0"-10"15,-1-13-16-15,1 13-17 0,0 0-23 0,-5-9-17 16,5 9-12-16,0 0-3 0,-17 14-3 0,12-4 0 15,-6 5-2-15,-2 2-12 0,4 0-9 0,-5 6-10 16,-1 0-10-16,7-5-7 0,-5 4-10 0,6-5-8 16,1-1-4-16,-1-1-7 0,5 2 4 0,1-5-7 15,2 4-5-15,1-4-11 0,5-2-8 0,-2 0-16 16,3-1-10-16,-1-2-13 0,6 0-8 0,3-2-15 16,0-1-8-16,2-3-10 0,0-1-7 0,-1-3-6 15,2-1-3-15,-1 1 2 0,0-1-8 0,0-6-7 16,-1 1 4-16,-3-1 12 0,-3 4 0 0,3-5 6 15,-3-2 3-15,2 0 9 0,-3 1-5 16,-4 0 5-16,0 2 6 0,-1-6 7 0,-3 6 14 0,1 2 15 16,0 1 12-16,-3 1 7 0,0 6 6 0,4-8 0 15,-4 8-12-15,2-5-3 0,-2 5 6 0,0 0 10 16,0 0 6-16,0 0-6 0,-9 30 3 0,8-19-5 16,-3 1-8-16,4 0 7 0,-4 0 0 0,4 3 6 15,4-3 3-15,-4 2-3 0,2-2-4 0,1-1-3 16,0-1 0-16,3 1-2 0,-1-3-2 0,1 1 3 15,0-3-1-15,-1 0 2 0,6-2-3 0,-4-2-2 16,-1 0 1-16,3-2-3 0,-9 0 3 0,13 0-5 16,-13 0-4-16,10-4 4 0,-2 1 2 0,-2-2 2 15,1-1-7-15,-5 0-3 0,3-1 3 0,-4 0-2 16,2-1-1-16,1-4-3 0,-4 3-5 0,5-3 3 16,-2 3-1-16,1-4-3 0,-2 1 1 0,2 1-2 15,1 1 2-15,-3-1-1 0,2 5 2 0,0 1-6 16,-4 5 0-16,4-9 2 0,2 7 7 0,-6 2 7 15,0 0 0-15,13 2 4 0,-13-2 0 0,5 9-1 16,0-3 5-16,-3 2-6 0,2 0 1 0,-1 0 1 16,1 1 0-16,-2 0 0 0,2-1 1 0,-1 0-1 15,-3-2 0-15,0-6-4 0,4 12 6 0,-4-12-2 16,0 9 3-16,0-9 5 0,0 6 4 0,0-6 9 16,0 0 3-16,9 7 1 0,-9-7-3 0,0 0-3 15,0 0-4-15,0 0-2 0,0 0-2 0,11-11 0 16,-6 5-4-16,4-1-3 0,0 1-2 0,-2 0-1 15,3-2 0-15,1 3-3 0,-1-2 3 0,-1 2-2 16,1 1 5-16,-2 1-4 0,-1 1-6 0,0 1-2 16,-7 1 1-16,17 3-1 0,-12-2 3 0,2 3-3 15,-5 1-1-15,6 0 1 0,-5 0-1 0,0 1 1 16,3 4 0-16,-3-4-11 0,1 0-13 0,0 3-20 16,-2 0-23-16,4 0-23 0,-2-4-40 0,0 2-35 15,0-1-34-15,-1-2-37 0,4 1-125 0,0-1-390 16,2-3 173-16</inkml:trace>
  <inkml:trace contextRef="#ctx0" brushRef="#br0" timeOffset="64903.46">28330 13458 132 0,'-4'-8'188'0,"0"2"-7"16,-2-1 0-16,1 2-15 0,5 5-9 0,-12-5-15 15,3 5-7-15,9 0-6 0,-17 7 3 0,7-1-4 16,-4 4-4-16,1 2-9 0,1 1-4 0,1-1-5 15,2 0-1-15,-2 3-17 0,4-5-6 0,1 6-8 16,4-6-8-16,-1 2-11 0,3-1-3 0,0 1-2 16,4-3-2-16,-2-2-7 0,1-3-2 0,1 3-9 15,6-2 1-15,-2-1 0 0,-1-1-3 0,4-2-1 16,0-1-4-16,-1-2-3 0,2-2 0 0,-2-1-3 16,1-1-2-16,1-1-3 0,-4-3-1 0,3-2-3 15,-4 2 1-15,2-5-7 0,-4 1-1 0,1-2 0 16,1-1 0-16,-5-3-1 0,3 1 1 0,-2-5-4 15,-1-2 0-15,0 3-3 0,-2 4 2 0,2-2-7 0,-1 3 7 16,1 0-3-16,-1 3 2 0,2 1 4 16,-2 3 11-16,0 4-3 0,-1 3-4 0,0 4 0 15,2-10-5-15,-2 10 2 0,0 0 5 0,0 0 6 16,0 0 11-16,0 0 15 0,3 32 1 0,-6-17 0 16,1 3 7-16,2 0 0 0,0-1 2 0,0 2-2 0,-1-1 2 15,0 1-5-15,-1-1-2 0,1-1-7 0,0 0-4 16,-1-2-2-16,4 1-3 0,-2-4 0 15,1 1-7-15,0-1-12 0,-1 1-24 0,2-5-23 16,0 3-22-16,0-4-29 0,0-1-13 0,1 0-35 16,-1-1-52-16,-2-5-30 0,7 10-37 0,-3-8-169 15,-4-2-465-15,7 2 206 0</inkml:trace>
  <inkml:trace contextRef="#ctx0" brushRef="#br0" timeOffset="65279.18">28471 13212 1664 0,'3'-17'26'15,"0"5"23"-15,-3 4-23 0,2-1-9 0,-2 9 2 16,3-10 7-16,-3 10 13 0,1-7 11 0,-1 7 17 16,0 0 2-16,0 0 9 0,0 0 4 0,0 0-1 15,9 20-4-15,-8-11 3 0,2 0-5 0,-3 1 0 16,1 1-6-16,0-2-2 0,1 2-7 0,-2-6-5 15,0-5-5-15,-3 14-2 0,3-14-6 0,1 7-1 16,-1-7-2-16,0 0-1 0,0 10 5 0,0-10 12 16,0 0 4-16,0 0-8 0,0 0-5 0,0 0-6 15,0 0-7-15,12-17-1 0,-3 9-3 0,-1-1-4 16,2-5 0-16,3-1-5 0,0 1 3 0,1 2-7 16,1-4-5-16,0 7 3 0,-5 2-8 0,2 0 0 15,-2 3-2-15,-1-1 3 0,1 3 0 0,-2 2-8 16,1 0 1-16,-9 0 6 0,10 7-3 0,-1-2-1 15,-4 2-4-15,0 2 4 0,-2 0-4 0,1 1 4 16,-2 1-16-16,-1 3-25 0,-1-2-25 0,-1-2-35 16,0 6-41-16,0-2-67 0,1 1-63 0,-3-3-203 15,3 0-513-15,-1-2 226 0</inkml:trace>
  <inkml:trace contextRef="#ctx0" brushRef="#br0" timeOffset="65774.95">29153 13455 157 0,'7'-8'183'0,"2"-2"-11"0,-1 0-10 0,5 0-16 15,-4 0-4-15,5-1-6 0,-3 0-13 16,-2 3-10-16,4-6-2 0,-5 5-2 0,-1-1-7 15,-1 0-2-15,-1 1-8 0,0-2-9 0,-3 2 4 16,-1 2 1-16,1 0-3 0,-2 7-10 0,-2-12-7 16,2 12-9-16,-6-10-5 0,-1 7-5 0,-2 0-9 0,-2 2-2 15,-3 3 0-15,-1 3-1 0,-3 5 0 16,1-1-5-16,-3 8 5 0,1 1 11 0,2 2-3 16,5-3 2-16,0 4 3 0,2 1-5 0,3-5-3 15,5 0 0-15,2 1-3 0,1 0-9 0,5 0 5 16,2-1-7-16,2-4 1 0,4-1-6 0,0 0-8 15,12 2-18-15,-3-4-21 0,5 0-26 0,-7-6-15 16,5 1-27-16,-4-3-24 0,-3-1-27 0,2-3-31 16,-2-1-17-16,-2 0-15 0,-1-3-163 0,-6 0-398 15,-1 1 176-15</inkml:trace>
  <inkml:trace contextRef="#ctx0" brushRef="#br0" timeOffset="66381.64">29481 13384 3 0,'0'0'123'0,"0"0"30"0,0 0 16 0,0 0-4 16,0 0-7-16,5 19-3 0,-2-11-3 0,-3 3 0 16,0 0 0-16,1 1-5 0,-2 0-7 0,-2 0-8 15,2-1-7-15,1 1-7 0,0-3-8 0,0 1-10 16,-1-3-8-16,1-7-8 0,1 12-3 0,-1-12-8 16,-1 10-2-16,1-10 2 0,-1 7 9 0,1-7-3 15,0 0 8-15,0 0 3 0,0 0-4 0,0 0-14 16,0 0 1-16,0 0-14 0,0 0-10 0,0 0-2 15,15-14-7-15,-11 5-7 0,3-1-3 0,2-4-7 0,0 0-9 16,1 0-3-16,4-2-5 0,3-6-9 16,1 1 1-16,0-2 3 0,4 4-5 0,-2 1-2 15,-5 5 3-15,-2 2-6 0,-3 5 3 0,-1 0-1 16,0 2-1-16,0 4 2 0,-9 0 1 0,10 4 1 16,-3 2-8-16,-1 2 12 0,1 4-2 0,-4-4-1 15,1 4 8-15,0 4 2 0,0-5-1 0,-1 0-1 16,-2 1 0-16,3-2 2 0,1 0-1 0,-2 1 0 15,1-4 0-15,0-1 1 0,0 0 2 0,-1-1 1 16,-3-5-2-16,10 4 1 0,-4-3 5 0,-6-1-2 16,14-2-4-16,-5-1 1 0,1-1-2 0,-1-1 0 15,0-1 3-15,2 0-2 0,-5-4-2 0,2 1 0 16,-2-1 2-16,0 0-4 0,-1 0-1 0,1-2-5 16,-1-3 4-16,-3 2 2 0,-2 1-8 0,-1-1 5 15,1 4-5-15,0-1 2 0,0 10-1 0,-1-13-1 16,-2 8-6-16,3 5 5 0,0 0-2 0,-9-3 1 15,9 3-2-15,-15 11-1 0,6-4-8 0,3 1-3 16,-2 2 0-16,2 4 0 0,2-2 1 0,2 0-1 16,2 3 2-16,4 1 3 0,-1 0-2 0,-1-3 7 15,3-1-4-15,-1-1 4 0,0 0-2 0,1 0 2 16,0-1-2-16,2 6 1 0,-1-5 3 0,-1-2-1 0,0 0 2 16,1-1 1-16,-3 2 1 0,1-5-2 15,-1 2 1-15,-1-1 4 0,-2-6-7 0,3 9-2 16,-3-9-12-16,-5 9-13 0,5-9-15 0,-7 8-20 15,1-6-23-15,-1 1-23 0,7-3-37 0,-11 1-49 16,11-1-39-16,-11 0-153 0,11 0-427 0,-13-5 190 0</inkml:trace>
  <inkml:trace contextRef="#ctx0" brushRef="#br0" timeOffset="67507.35">30178 13263 56 0,'0'0'214'0,"6"-1"14"16,-6 1 9-16,0 0-1 0,4 17-13 16,-4-8-18-16,-1 3-2 0,-1 1-13 0,2 1-14 15,-1 3-10-15,1-1-11 0,-1-3-18 0,2 3-10 16,2-4-12-16,-1 1-10 0,2-2-12 0,2 1-1 0,1-2-11 16,2-2-11-16,0-1-3 0,2-3-8 0,-1 3-1 15,1-5-12-15,-1-2-1 0,1 0-1 16,-2-2-9-16,3 0 3 0,-2-3-11 0,-1 2-5 15,0-3-6-15,-1-2-4 0,-1 0-1 0,0-1-4 16,0-1 1-16,0 1-5 0,-1-6 1 0,2-1 2 0,-4 5-2 16,1-5-8-16,-2-2 1 0,1 6-3 15,0 0 3-15,0 3 0 0,0-1 5 0,-3 3 8 16,2 1-1-16,-3 6-3 0,1-9-7 0,-1 9 4 16,1-6-3-16,-1 6-5 0,0 0 5 0,0 0 1 15,0 0 9-15,0 0 6 0,-1 29-3 0,2-19 8 0,-1 2-2 16,-1 0 8-16,1 0 3 0,1 0-6 15,-1 3 3-15,3-2-4 0,-1-2 5 0,1-2-7 16,2 3-1-16,1-3-4 0,1-1 1 0,-1-1 0 16,4 0-8-16,2-2 7 0,-1 0 1 0,-3-3-3 15,5 0 7-15,1-2-5 0,-2-1-5 0,-1-1 2 0,2-3-11 16,0 0 1-16,-2-1-4 0,-2-1-2 0,1-2-3 16,-1 0-13-16,0-2-4 0,-2 0 8 15,-2-4-9-15,-3 0-7 0,1-4-5 0,-2 1 0 16,0 0 6-16,-3 0-1 0,2 2 2 0,-7 1 0 15,2 0 3-15,0 3 5 0,0 3-3 0,-1 1 7 0,-1-1-2 16,2 3 5-16,-1 2 5 0,-1 1 0 0,0 0-2 16,7 3-6-16,-8-6 0 0,8 6 0 15,0 0 3-15,0 0 3 0,0 0 4 0,0 0 4 16,0 0-1-16,0 0 1 0,0 0 4 0,27 6 11 16,-14-6-3-16,7-3-1 0,2 0 5 0,6 0 2 0,-1 2-2 15,-7 0 0-15,2-1 12 0,-3 2-10 16,-1 0-4-16,-4-1 0 0,-2 1-2 0,-1 1-1 0,-1 3 14 15,1 1 10-15,-4 1 3 0,2 0 7 0,-1 0 2 16,-4 3-2-16,1 1 7 0,-1-1 4 16,-1 3-9-16,-3 0-4 0,3-1-1 0,2 5-1 0,-4-5-5 15,1 0-2-15,0-1-5 0,-1 2 8 0,1-2-7 16,3-2-13-16,-1 1 6 0,0-2 0 0,-2-2-3 16,6 2-6-16,-3-2 8 0,0-1-8 15,4-1 5-15,0-1 2 0,1-2-4 0,2 1-6 16,0-3 4-16,1-1 1 0,5-3-12 0,-8-1 6 0,7 0-14 15,-6 0 7-15,1-5-19 0,-2 2-1 0,3-1-3 16,-2-3-5-16,0 0 3 0,-4-1-9 0,-2 2-4 16,2-3 0-16,-1-3 5 0,-2 7 0 0,0-3 1 15,-2 5 3-15,1-3 5 0,-3 5 3 16,2-2 3-16,-2 4 1 0,0 6-4 0,0 0 0 0,-3-10 3 16,3 10 5-16,0 0-3 0,-22 11 6 0,12-3 4 15,-4 4 7-15,2 0-1 0,1 1-1 16,-2-2 7-16,4 2 4 0,2-1-4 0,2-1 6 15,0-1-1-15,2 1 1 0,1-1-2 0,1-3-4 0,2 3 7 16,3-3-4-16,0 0 17 0,2-2-10 0,2 1-1 16,-2-4-1-16,7 0-6 0,-1 0 5 0,0-2-5 15,2-2-3-15,4-1-1 0,-1-2 3 0,-2-1 1 16,2-2-7-16,-4 4 7 0,-1-2-12 16,-1-1 5-16,3-4 3 0,-5 2-2 0,-2-1-6 0,1-1-4 15,1-3-3-15,-4 3-3 0,0 0-5 16,-1-5-1-16,-1 1 1 0,1 4-1 0,-2 4-1 0,2 1 2 15,-4-1 7-15,0 7-7 0,2-12-1 0,-2 12 0 16,2-7-7-16,-2 7 5 0,0 0 1 0,0 0 4 16,0 0 4-16,0 0 0 0,-8 29-1 15,6-19 3-15,0 1 0 0,0-1 5 0,0 1 3 16,-3 5 4-16,4-3 4 0,-3 0-4 0,1 1 1 16,1-2 4-16,-2 1 2 0,3-2-5 0,-4 1 4 0,2-2-2 15,-1 2 3-15,3 0 0 0,0-2-10 16,-2 0-16-16,2-1-14 0,-2-2-16 0,2 0-24 15,1-7-27-15,-1 10-24 0,1-10-30 0,-3 9-43 0,3-9-44 16,-2 7-44-16,2-7-151 0,0 0-470 0,-7 3 207 16</inkml:trace>
  <inkml:trace contextRef="#ctx0" brushRef="#br0" timeOffset="68239.67">31816 12966 87 0,'1'-8'241'0,"-1"8"-13"0,2-12-5 0,-2 12-9 0,2-9-14 16,-2 9-10-16,0-7-16 0,0 7-11 0,0 0-18 15,0 0-15-15,0 0-17 0,0 0-11 0,0 0-16 16,0 0-9-16,0 0 2 0,0 0 4 0,-4 28 0 16,3-3 7-16,-3 1-4 0,0 1 0 15,1 3-6-15,0-2-5 0,-2 0 7 0,4-1-11 0,-3-1-9 16,3-1 31-16,-1-6 4 0,1 1-4 0,-2 0-17 15,2-3 9-15,1-2-17 0,0 1-2 0,-1 0-9 16,1-6-3-16,1 0-4 0,-2 0-2 16,2-1-5-16,-1-9-4 0,0 13 3 0,1-7-7 0,-1-6-24 15,0 10 11-15,0-10 14 0,2 7-15 16,-2-7 3-16,1 6-1 0,-1-6-9 0,0 0 6 0,1 7-4 16,-1-7-15-16,0 0-10 0,0 0-8 0,0 0-13 15,0 0-32-15,0 0-19 0,0 0-36 0,0 0-18 16,0 0-34-16,0 0-22 0,0 0-37 0,0 0-55 15,0-29-228-15,0 29-553 0,0-16 245 16</inkml:trace>
  <inkml:trace contextRef="#ctx0" brushRef="#br0" timeOffset="70523.64">31831 13123 101 0,'0'0'107'0,"0"0"6"0,24-12-7 16,-13 6-10-16,-3 2-3 0,2-1-4 0,-1 0-3 16,1-1-4-16,-2 0-1 0,1-1-14 0,-3 2-5 15,0-2-8-15,1 0-1 0,-1-3-5 0,2 3-5 16,-3-3-2-16,-1 5-7 0,0-5 1 0,-1 3 5 16,1-1-1-16,-1 1 4 0,0 1 1 0,-3 6 5 15,2-14 8-15,-1 9 3 0,-1 5-1 0,3-9-8 16,-3 9-4-16,0 0-12 0,2-5-4 0,-2 5-5 15,0 0-2-15,0 0-1 0,0 0-7 0,-2 27 4 16,-1-10-1-16,0 0 2 0,-1 2 6 0,0 6-2 16,-3-1 1-16,5-5-4 0,-2 1 0 0,0-2-1 15,0 0-4-15,2-3 1 0,-1 1 1 0,2-3 3 16,-2-2 5-16,1-2 1 0,1 1-3 0,-1-1 0 16,1-3-4-16,1-6-1 0,-3 10 2 0,3-10-1 15,0 9-5-15,0-9 1 0,0 0 2 0,-1 7-4 16,1-7 3-16,0 0-2 0,0 0-5 0,0 0-2 15,0 0-1-15,0 0 1 0,17-19-4 0,-8 12 0 16,0-1 1-16,2-4-3 0,3 1 0 0,-1 0 4 16,1 2-4-16,1-1-3 0,-2 4 5 0,0 1-6 15,-3-2 1-15,2 4 2 0,-2 0 1 0,0 3-2 16,2 0 6-16,-3 1-2 0,-2 2 4 0,5-1-5 16,-3 0 6-16,2 1 1 0,3 1 0 0,-1-2 0 15,0 4 5-15,0-2-2 0,-1-2 2 0,2 2-1 16,-1-3 1-16,-1 1 1 0,-1-2-3 0,1 1-1 15,-1-2 0-15,-1 1 2 0,-2-3-4 0,4 1-1 16,-6-2 2-16,-1-1-2 0,-1 0-2 0,2-4 2 16,-1 2-1-16,-1 2-1 0,-4-5-1 0,1 3 2 15,-1-3-5-15,2 0 1 0,-2 10 0 0,-3-13 3 16,1 7-1-16,-1-1 1 0,-6 0-2 16,3 2-4-16,1 2-1 0,-3 2 0 0,8 1-1 0,-20 4 2 15,9 1 2-15,-1 0-4 0,0 2 4 0,-3 2-3 16,5 0 4-16,2-1-7 0,1 3 5 0,0 0-2 15,2 1 1-15,1 0 1 0,1-1-3 0,1 0-18 16,2 0-24-16,4 0-31 0,1-1-45 0,2-2-63 16,2-3-53-16,3 3-166 0,4-4-433 0,1-1 192 15</inkml:trace>
  <inkml:trace contextRef="#ctx0" brushRef="#br0" timeOffset="70736.14">32593 13034 230 0,'0'0'237'16,"0"0"-26"-16,5-10-21 0,3 8-22 0,2 2-15 0,-10 0-14 16,0 0-15-16,0 0-8 0,81-5-15 0,-81 5-8 15,57 0-14-15,-57 0-27 0,49-4-27 0,-49 4-35 16,43-4-39-16,-43 4-34 0,42-6-46 15,-42 6-146-15,35-8-297 0,-35 8 132 0</inkml:trace>
  <inkml:trace contextRef="#ctx0" brushRef="#br0" timeOffset="71302.07">32970 12907 13 0,'0'0'213'0,"0"0"-9"15,0 0-4-15,0 0-14 0,0 0-23 16,0 0-15-16,0 0-22 0,0 0-8 0,0 0-6 15,0 0 6-15,0 0-5 0,0 0 0 0,0 0-3 16,0 0 0-16,0 0-9 0,0 0-5 0,0 0-5 16,0 0-5-16,25 66-10 0,-25-66-6 0,0 0-4 15,8 32-14-15,-8-32-2 0,0 0-7 0,8 29 3 16,-8-29-7-16,0 0-2 0,0 0-9 0,9 26 3 16,-9-26-5-16,0 0-1 0,0 0 2 0,0 0-3 15,0 0 1-15,0 0-3 0,0 0-5 0,0 0 1 16,0 0-5-16,0 0 2 0,0 0-5 0,0 0 4 15,0 0-5-15,0 0-9 0,0 0-3 0,0 0 3 16,60-46-1-16,-60 46-5 0,26-26 0 0,-26 26-3 16,29-25-24-16,-12 12 4 0,-17 13 4 0,34-20 2 15,-34 20-2-15,27-18 5 0,-27 18-1 0,0 0 9 16,29-13-6-16,-29 13 7 0,0 0 5 0,0 0-3 16,30-5 0-16,-30 5 4 0,0 0-3 0,0 0 6 15,0 0-3-15,0 0 3 0,0 0 10 0,0 0 2 16,0 0 8-16,53 6 3 0,-53-6-3 0,0 0 2 15,0 0-3-15,38-13 1 0,-38 13-2 0,21-9-3 16,-21 9 30-16,0 0-5 0,27-21-5 0,-27 21-1 16,0 0-2-16,18-25-7 0,-18 25-1 0,0 0 2 15,14-31-5-15,-14 31-3 0,0 0-3 0,0 0 3 16,4-32 0-16,-4 32-3 0,0 0 2 0,0 0-20 16,0 0 15-16,0 0 3 0,0 0-5 0,0 0 0 15,0 0-2-15,0 0 0 0,-84 21-2 16,84-21 3-16,-29 27-4 0,29-27-1 0,-19 28 7 15,19-28 0-15,-14 27-4 0,14-27 3 0,0 0 0 16,5 36-1-16,-5-36-1 0,0 0-2 0,37 42 2 16,-14-30-7-16,2 1-18 0,4-1-16 0,0-1-30 15,0-4-21-15,-29-7-34 0,44 12-30 0,-44-12-49 0,33 4-70 16,-33-4-166-16,0 0-471 0,0 0 208 0</inkml:trace>
  <inkml:trace contextRef="#ctx0" brushRef="#br0" timeOffset="72049.95">26364 13869 157 0,'-10'-1'177'0,"10"1"-2"0,-15 5-3 15,7 3-10-15,-1 2-3 0,-1 8-4 0,-5 4 0 16,1 2-12-16,3 5-2 0,0 0-3 0,2 1-6 16,5 0-1-16,1-2-7 0,-3 2-1 0,2-1-6 15,-1-3-13-15,3 2-9 0,0-3-8 0,-3-6-3 16,4-1-10-16,1 1-2 0,0-1-5 0,-2-1-9 15,4-6-5-15,-2 7-3 0,0-8-10 0,0 1-1 16,0 0-6-16,-2-4-2 0,4 0-13 0,-2-7-15 16,-4 12-16-16,4-12-14 0,-2 8-15 0,2-8-26 15,-5 9-36-15,5-9-45 0,-6 3-48 0,6-3-45 16,-12-2-163-16,12 2-438 0,-13-5 193 0</inkml:trace>
  <inkml:trace contextRef="#ctx0" brushRef="#br0" timeOffset="72964.05">26157 14282 127 0,'12'-6'146'0,"2"-3"0"15,2 1-8-15,3-2-6 0,6 1-8 0,2-4-5 16,0 2-8-16,0 2-8 0,1-3-15 0,-3 0 1 16,1-1-8-16,-8 6-8 0,-3-3-8 0,3 2-3 15,-4-2-3-15,0 1-6 0,-2 0-7 0,-2 1-2 16,-3-2-1-16,1 1 8 0,-3-1 4 0,-1 5-10 15,1-6-1-15,-2 6 3 0,-3-1-4 0,0 6-1 16,0-10-6-16,0 10-8 0,-8-9 3 0,8 9-8 16,-9-3 1-16,9 3-3 0,-15 3-1 0,5 0-2 15,-2 6-1-15,1 1-1 0,-1 3-1 0,1 1 3 16,-1 2 0-16,5 1-3 0,-1-2 0 0,4 3-2 16,1-3 2-16,1 0 1 0,4-1 8 0,1-2-9 15,3 2 2-15,1-2-1 0,4 2-3 0,2-5-1 16,1 3 5-16,4-6-4 0,2-1 0 0,0-2-4 15,3-1 2-15,4-2-3 0,-5 0 1 0,5-3-4 16,-9 0 7-16,2-4-5 0,-2 2 2 0,0-4-2 16,-5 1-5-16,4-3 6 0,-5 0-10 0,2 1-5 15,-5 0 2-15,-2-1-4 0,-3 0 1 0,6-3 2 16,-6 2 1-16,-2 2-1 0,-2-2-1 16,3 2 5-16,-3 1-4 0,-3 0-2 0,3 9 8 0,-2-12-6 15,2 12 0-15,-4-5 1 0,4 5-2 0,-12-1 2 16,12 1 3-16,-11 6 11 0,2 1-7 0,0 2 1 15,4 3 2-15,-3-2-3 0,3 1 5 0,1 0-4 16,0 1 7-16,1 0-2 0,2 1-4 0,1-3-3 16,0 3 6-16,4-4-1 0,0 1-1 0,3-1 1 15,1-2-4-15,4 1-1 0,-3 0-9 0,4-5-14 16,5 4-7-16,0-6-21 0,2 1-16 0,-1-2-14 16,-2-2-13-16,3 0 2 0,1-3-16 0,-1-1 2 15,5-3 11-15,-5 1-1 0,-1 0-4 0,-2-2 9 16,0 0 5-16,-1-1 9 0,3 1 4 0,-8-2 13 15,1-2-4-15,-2 2 11 0,-3 2 19 0,-3 1 5 16,-1-1 22-16,-2 4 4 0,-2-2 16 0,1 8 21 16,-1-10 4-16,1 10 10 0,-6-9 8 0,2 4-4 15,4 5-2-15,-19 1 10 0,19-1 2 0,-17 7-4 16,5 1 6-16,-3 1 0 0,1 3-1 0,1-1-3 16,-1 1 4-16,3-1-5 0,2 2 1 0,1-4 2 15,2 3 0-15,2-3-6 0,1 1-3 0,1-2-5 16,2-1-3-16,2 4-5 0,-1-6-1 0,1 1-4 15,-2-6-2-15,8 10-4 0,0-7-1 0,-4-1-5 16,7-2-3-16,0 0 1 0,-1-1-2 0,2-1-3 16,-3-4 2-16,3-1-7 0,-5-1 5 0,3 0-7 15,0 0 3-15,-5-2-4 0,1-1-1 0,0-5-1 16,-1-3-1-16,-2 1 0 0,-1 0 1 0,1-2-5 16,-3 1 3-16,0-6-9 0,0 5 4 0,0-7-1 15,0 8 0-15,2-6-1 0,-2 6 7 0,2 4-1 16,0 3 15-16,-2 2 3 0,0 1 4 0,0 1-5 15,0 8-6-15,-2-9-7 0,2 9 2 0,0 0 0 16,0 0 0-16,0 0 4 0,-2 30-1 0,0-14 0 16,2 1-1-16,-5 4 1 0,2-1 2 0,1 4 6 15,0 2-8-15,0-1-3 0,-1-2-6 0,3-3 6 16,0-2-2-16,3 0 2 0,-3-1-12 16,1 0-25-16,0-5-20 0,3-1-25 0,1-1-30 0,0 0-33 15,-1-1-41-15,2-3-41 0,1-1-191 0,-3-1-441 16,-4-4 195-16</inkml:trace>
  <inkml:trace contextRef="#ctx0" brushRef="#br0" timeOffset="73343.67">27315 14002 140 0,'4'-4'166'15,"-4"4"23"-15,0 0-8 0,0 0-1 0,0 0-7 16,4 26 0-16,-4-16-9 0,-2 3-2 0,0 2-9 15,-2 0-1-15,1 2-7 0,-1 0-16 16,2-5-8-16,-3 0-14 0,4 0-14 0,-1-4-4 0,0 3-9 16,-2-1-7-16,4-4-7 0,0-6-8 0,-2 11-3 15,2-11-7-15,-2 8-2 0,2-8-2 0,-2 4-5 16,2-4-6-16,0 0-4 0,0 0-3 0,0 0-9 16,10 3-9-16,-10-3-5 0,16-3 0 0,-4-1-9 15,1-2-2-15,2-1-9 0,2 2-2 0,0-2 3 16,1 3 4-16,-5-1 0 0,1 2-3 0,-3 2-1 15,-4 1 1-15,1-1 4 0,-8 1 2 0,13 4-2 16,-7-1-2-16,-6-3 6 0,3 8 5 0,-3-8 7 16,-7 12 7-16,0-5-1 0,-4 2 0 0,2 1 1 15,-4-1 1-15,-1 1 0 0,0-1-2 0,-2-2-2 16,4 1 3-16,2-4-6 0,-3 1-10 0,2-2-9 16,-1 0-20-16,3 1-9 0,2-2-28 0,7-2-41 15,-13 1-44-15,13-1-37 0,0 0-38 0,0 0-141 16,0 0-401-16,0 0 178 0</inkml:trace>
  <inkml:trace contextRef="#ctx0" brushRef="#br0" timeOffset="74141.47">27624 14057 45 0,'0'0'182'0,"0"0"3"0,0 0-1 0,-22 2-3 15,13 5 1-15,-2 3-6 0,0-3-5 0,-1 4-8 16,-1 3 0-16,2 0-20 0,0-2-5 0,-1 2-13 15,8-4-10-15,-3 1-10 0,2-1-13 0,4 0-9 16,-1-1-10-16,2 1-3 0,1-2-4 0,1-1-5 16,3-3-10-16,2 3-1 0,1-4-5 0,2-3-4 15,1 0-6-15,1-1-1 0,1 0-3 0,0-4-7 16,-1 1-3-16,1-1 5 0,-2-2-10 0,1-2-2 16,0-1-2-16,-2 1 1 0,-1 0-4 0,0-1 8 15,-3 0-6-15,2 0-5 0,-4-1 0 0,0 1-4 16,0 0 3-16,-2 5 0 0,-1-4 12 0,3 5-3 15,-4 4-1-15,2-8-2 0,-2 8 1 0,0 0-7 16,3-5 9-16,-3 5-6 0,0 0-2 0,0 0 3 16,0 0 7-16,-9 23 0 0,9-16-3 0,0-7 1 15,-1 16 2-15,-1-7-2 0,2 1-7 0,0-3 3 16,0 2-2-16,2-2 4 0,1 2-3 0,1-3 2 16,4 1-1-16,0-1-7 0,-1-5-11 15,4 2-11-15,1-1-9 0,0-2-6 0,5-2-6 0,2-1-6 16,0-1-3-16,0-1 6 0,-2-2-8 0,1 0 4 15,1-2 0-15,-2-1 6 0,1 0-2 0,-2 0-3 16,-5 0 0-16,2-4 2 0,-4 2 7 0,0-1-3 16,0 2 6-16,-4-1 6 0,1-3 5 0,-2-1 0 15,-1 3 0-15,-3 2 9 0,2 2 8 0,-2-3 8 16,0 4 11-16,2 3 5 0,-2 5 4 0,0 0-4 16,-2-12-4-16,2 12 1 0,0 0-2 0,0 0 7 15,-18 10 3-15,12-3 7 0,0 3 14 0,1 0-9 16,-2 4 15-16,2-2-13 0,-1-1 4 0,3 2-1 15,-4-3 9-15,5 3-16 0,0-3-1 0,2 2 0 16,0-3-4-16,0 0 4 0,4-3-6 0,1 1 0 16,0-3-2-16,4-1-5 0,0 0 3 0,2-2 1 15,2-1-5-15,6-2 0 0,-2-3 0 0,2-1-1 16,-4-1-5-16,3-2 0 0,0 1-3 0,-3-3 4 16,-1 0-10-16,0 0 4 0,-3-3-5 0,0 1-2 15,-2-1-4-15,-3 2 4 0,1-2-7 0,3-1 7 16,-6 1-3-16,2-3-4 0,-3 5 4 0,-1-4 0 15,0 3 6-15,2 1-4 0,-3 5 11 0,1-3 4 16,0 3 3-16,-2 7-6 0,3-10-5 0,-3 10-1 16,0 0 2-16,0 0-2 0,0 0 11 0,0 0 7 15,0 0 5-15,-6 24 9 0,4-11 9 0,-4 1 11 16,3 1 0-16,-3 2 11 0,0 0-18 0,2-2 0 16,-2 1-17-16,1 0 8 0,1-3-7 0,0 2-3 15,0-4 1-15,0 0-13 0,-2 0-29 0,4 0-24 16,2-6-31-16,-2 1-27 0,0 2-28 0,2-8-22 15,-5 11-12-15,5-11-18 0,0 7-33 0,0-7-20 16,0 0-18-16,0 0-4 0,0 0 6 0,0 0-129 16,20-7-401-16,-11 2 179 0</inkml:trace>
  <inkml:trace contextRef="#ctx0" brushRef="#br0" timeOffset="74360.34">28270 14015 131 0,'14'-21'15'0,"-2"6"7"16,-1-2 21-16,-2 2 9 0,-2 5 22 0,0 0 16 15,-2 2 0-15,-1 2 12 0,-2 1 11 0,-2 5-9 16,2-8-2-16,-2 8 3 0,0 0-8 0,0 0 6 15,0 0 1-15,-20 13 3 0,9-5 2 0,2 1-3 16,0-2 1-16,-5 6-3 0,1 0-8 0,7-3-4 16,-6 3-3-16,6-3-11 0,1-1-1 0,2 1-9 15,-1-1-1-15,3 0-3 0,1-9-1 0,5 13-2 16,0-6-6-16,2-3 4 0,4 1-14 0,1-1-5 16,1 1 0-16,4-1-4 0,2-2-5 0,-1 0-8 15,0-2-13-15,0 0-22 0,-4 0-27 0,0-2-27 16,-1 2-41-16,-5 0-45 0,5-1-42 0,-3 0-207 15,-3-2-435-15,1 2 193 0</inkml:trace>
  <inkml:trace contextRef="#ctx0" brushRef="#br0" timeOffset="74537.55">28507 13986 110 0,'0'0'143'0,"0"0"-30"16,0 0-31-16,0 0-30 0,0 0-37 0,0 0-48 15,0 0-48-15,0 0-87 0,0 0 39 0</inkml:trace>
  <inkml:trace contextRef="#ctx0" brushRef="#br0" timeOffset="81428.25">26565 14528 88 0,'0'0'95'16,"0"0"5"-16,0 0-7 0,0-7 4 0,0 7-7 16,0 0-1-16,0 0-7 0,0 0-9 0,0 0-5 15,-6-8-6-15,6 8-10 0,0 0-2 0,-12-2-5 16,12 2-6-16,-14 2-7 0,5-2-3 0,-2 2-3 15,0-2 5-15,-3 3-3 0,5-2 1 0,-5 2-4 16,-3-2 4-16,-2 3-7 0,2-1 9 0,-4-3-3 16,1 4 3-16,1-2 0 0,-4 2 5 0,-4-3-1 15,6-1 2-15,2 2 1 0,0 2 0 0,-3-3 0 16,11-1 6-16,-2 2 1 0,3 0 2 0,3-2 1 16,7 0-3-16,-11 1-6 0,11-1-1 0,-9 0-6 15,9 0-6-15,0 0-1 0,0 0-3 0,0 0 0 16,34 1-4-16,-5-1 0 0,9-2-2 0,13 0 1 15,8-3-4-15,2 4 0 0,33-3 0 0,-2 1-5 16,-2-3-11-16,0 5-3 0,-25-2 0 0,31-2 4 16,-2 1 2-16,-3-1-3 0,-25 1 4 0,30 2-4 15,-6 3 7-15,-1-4-7 0,-28 0 2 0,1-2 6 16,5-1-1-16,-5 3 1 0,-1-3-6 0,-1 3 7 16,-6-3 2-16,-13 2 4 0,-4 1 0 0,2 0-4 0,-3-1 2 15,-5-1 1-15,-2 1 2 0,-8 1 2 16,0-4 1-16,-4 4 4 0,-3 0-1 0,-2 3 6 15,-2-4 2-15,-1 4 3 0,-9 0-2 0,11-3-1 16,-11 3-4-16,8-2 0 0,-8 2-1 0,10-2-9 16,-10 2 3-16,0 0-4 0,5-1-12 0,-5 1-23 15,0 0-23-15,0 0-33 0,0 0-43 0,0 0-37 16,0 0-33-16,0 0-147 0,0 0-367 0,0 0 162 16</inkml:trace>
  <inkml:trace contextRef="#ctx0" brushRef="#br0" timeOffset="82163.61">28712 13753 59 0,'0'-12'201'0,"-1"1"1"16,1-1-6-16,0 5-2 0,0 7-13 0,0-12-15 16,0 12-17-16,1-7-18 0,-1 7-14 0,0 0-12 15,0 0 12-15,0 0 2 0,0 0 2 0,0 45 3 16,0-14-11-16,-3 1-5 0,1 13 3 0,-3-9-4 16,-3 9-4-16,5-9-6 0,-3 0-3 0,1-1-10 15,1-2-2-15,2-1-4 0,-5 0-11 0,6-2-1 16,-2-2-7-16,2-1-7 0,0-2-8 0,-2-5 1 15,1 0 0-15,-1-2-9 0,3 2-3 0,0-1-7 16,0-3-19-16,-1 0-27 0,1-5-31 0,0 0-26 16,-1-2-22-16,-2 4-26 0,3-4-51 0,0-9-46 15,0 12-40-15,-3-5-173 0,3-7-470 0,-3 9 207 16</inkml:trace>
  <inkml:trace contextRef="#ctx0" brushRef="#br0" timeOffset="83161.56">29275 13994 176 0,'-5'-4'188'0,"5"4"-5"16,-10-6-10-16,4 4-8 0,-2-1-17 0,-3 3-2 16,0 0-11-16,0 2-2 0,-7 2-9 0,1 3-3 15,1 3-3-15,-5-1-5 0,6 1-10 0,-7 6-8 16,8 0-1-16,0-1-8 16,1-1-3-16,3 2-6 0,1-2-13 0,0 1-5 0,3 3-8 0,1-6-2 15,2 1-5-15,1-2-5 0,3 0-2 0,1 1 1 16,1-2-5-16,2-2-4 0,1 0 0 15,0-3-6-15,1 1-1 0,-1-2 0 0,6-1-4 16,-3-2 2-16,0-1-5 0,2-2 2 0,0-1-5 0,-1-1 0 16,1-1-2-16,-2-4 5 0,2 1-6 15,0-5 2-15,-1 0-4 0,-1-2 2 0,1-2-4 0,-1-6 1 16,-1 1 0-16,0 2 3 0,-1-3-5 16,1-2-2-16,-1 0 1 0,-2 1 1 0,1 5 0 0,-1-7 2 15,0-2-3-15,-1 4 2 0,-1 4-2 0,1-7 1 16,-1 1 3-16,-1 2-1 0,0 6 1 15,-1 0 6-15,1 6 4 0,-1 0-5 0,-1 2 4 16,0-1 1-16,0 11-3 0,1-9 3 0,-1 9-8 0,0-9 2 16,0 9-8-16,0 0 2 0,0 0-2 0,0 0 2 15,0 0-1-15,0 0-3 0,0 0-1 0,0 0 4 16,-5 29 5-16,1-18-7 0,4 5 1 16,-2-4 5-16,2 5 0 0,-1-6 2 0,-2 5 0 15,3-3-1-15,-3 0 1 0,5 2 2 0,-2-4 0 0,1 2-1 16,0-1 0-16,-1-1 1 0,2 6 1 0,-1-5 0 15,1 0-1-15,0-1-3 0,1 1 6 0,0-2-5 16,-1 1 2-16,1-3 0 0,0 2-1 0,1 0-7 16,-1-1 3-16,1-2 0 0,0 0 5 15,1 3-1-15,0-3-2 0,0-1 0 0,0 1-4 16,-1-2 2-16,3-1-4 0,0 2-2 0,1 0 4 0,1-3 3 16,-1 1-1-16,2-1 1 0,0 2-2 0,-1-4-6 15,4 2 6-15,-2-5 0 0,3 2-4 16,-1-1 4-16,0-2-2 0,0 0-3 0,-3-1 3 0,3-2-2 15,-3 0 0-15,4-3 2 0,0 0 0 16,-5 0-2-16,4-1 2 0,-3-5-8 0,-4 5 10 16,3-3-15-16,-4 1 0 0,-1 2 2 0,-1 0-1 0,-3-3 3 15,0 13-3-15,-4-20 2 0,1 10 0 0,-2 0 4 16,5 10-9-16,-7-11 6 0,2 8-1 0,-1 0-3 16,-1 3 1-16,7 0 0 0,-14 4 0 15,3 1 4-15,4 2 2 0,-5 2 1 0,3 4-5 16,2 2 1-16,-2-1 5 0,5 2 3 0,0 0-3 15,3-4 2-15,1 4 9 0,2-4-11 0,4 3-2 0,1-1-9 16,3 0-21-16,2-4-19 0,2 1-24 0,1-1-20 16,2-2-28-16,-2-3-44 0,4 0-39 0,-1 0-40 15,4 0-198-15,-4-5-479 0,0 2 213 0</inkml:trace>
  <inkml:trace contextRef="#ctx0" brushRef="#br0" timeOffset="84945.81">29825 13886 41 0,'-6'-3'183'0,"-2"-1"-13"15,8 4-10-15,-18-2-7 0,7 1-9 0,0 1-7 16,2 1-15-16,-1 1-2 0,-1 0-10 0,-1 2-6 15,2 1-5-15,-2 0-7 0,1 4-4 0,1-2-7 16,1 3-5-16,0-1-2 0,1 1-10 0,3-2-4 16,0 2-6-16,1-2-10 0,-1 1 0 0,4 0-4 15,-2-2-4-15,3-7-5 0,3 14-2 0,0-8-2 16,3 1 0-16,-1-3 1 0,0 0-6 0,3-2-1 16,-1 0 1-16,3-2 0 0,1-2-7 0,-1 0 1 15,1-2-4-15,-2 0 2 0,0 1-1 0,1-3-1 16,-2-1-1-16,0 1 1 0,-3-3-3 0,1 3-2 15,-2 0 2-15,1-2 1 0,-1 3 2 0,-1-7 2 16,-1 6-6-16,1-1 10 0,-2 1 5 0,-1 6 2 16,5-10-1-16,-1 4 1 0,-4 6-1 0,2-10-1 15,-2 10-5-15,2-7-2 0,-2 7-4 0,0 0-4 16,0 0 3-16,0 0-3 0,0 0-3 0,7 19 4 16,-7-2 6-16,2 2 3 0,-4 7 5 0,1 3 10 15,0-1-5-15,-3 2 6 0,1 2 0 0,-2 0 2 16,-1-2-2-16,1-1 1 0,1 0-4 0,-1-2 0 15,-4 0-1-15,3-3 1 0,-1-3-8 0,3-4 1 16,-2 2-1-16,0-3 0 0,-3-1-5 0,1-6-2 16,3 2 3-16,-2-2-3 0,0-4 2 0,-2 0 0 15,3 0-7-15,-1-3 4 0,7-2-7 0,-14-2-4 16,14 2-6-16,-13-6-7 0,8 1-9 0,-1-1-2 16,2-5-2-16,3 1-6 0,2-3 3 0,1-2-4 15,6-2-2-15,0 2 5 0,3-7 0 0,2 5 1 16,3-4 3-16,1 4 1 0,1-1 4 0,3-1 3 15,0-1 1-15,4 3 2 0,-2-2-1 0,2 2-2 16,3-1 1-16,-2 2 4 0,-1 0 3 0,1 2-2 16,-4-1-4-16,1 2 9 0,-7 1-3 0,0 1-3 15,-1 0 6-15,-1-2 0 0,-4 5-1 0,0-1 2 16,-3 1-1-16,-1-4 0 0,-2 3 0 0,-1 0 1 16,-1 0 0-16,1 0 3 0,-3 2-2 0,0 7 4 15,0-13-1-15,0 13 0 0,-4-7-2 0,4 7 2 16,-6-4-1-16,6 4 1 0,-15 4 2 0,5 1 4 15,0 4-2-15,-1 3 5 0,-2-1-3 0,3 3 4 16,-1 2-3-16,3-1 2 0,1 1-1 0,2 0-4 16,2 0 1-16,-1 1 1 0,4-6 1 0,2 3-9 15,0-4-21-15,2 2-21 0,3-2-16 0,0-2-27 16,2-1-24-16,3 0-28 0,-1-2-36 0,8-1-31 16,-1-2-14-16,0 1-149 0,0-3-395 0,-5-3 175 15</inkml:trace>
  <inkml:trace contextRef="#ctx0" brushRef="#br0" timeOffset="85653.68">30271 13979 126 0,'0'0'175'0,"0"0"-17"0,3-4-5 16,-3 4-6-16,0 0 11 0,0 0-3 0,0 0-3 16,0 0-10-16,-8 23-7 0,7-17-9 0,-1 3-13 15,1 0-2-15,-2 3-4 0,1-5-6 0,1 1-8 16,-1 0-7-16,0 1 15 0,2-9-8 0,0 11-11 15,0-11-5-15,-1 9-6 0,1-9-8 0,0 0-2 16,0 8-2-16,0-8 8 0,0 0 8 0,0 0-11 16,0 0-7-16,0 0-6 0,0 0-8 15,0 0-5-15,0 0-2 0,23-15-1 0,-14 8-6 16,1-2-15-16,3-3-1 0,-4 4 0 0,4-4-3 0,2-1-2 16,0 3-2-16,-1 0-1 0,-3 3-2 0,0 1 0 15,-1 2-4-15,-4 0 5 0,3 3-6 0,-2-2 0 16,-7 3 2-16,11 0 3 0,-11 0-1 15,13 3 2-15,-8-2-2 0,-5-1 2 0,12 5 6 16,-7-1-2-16,2-3 2 0,0 3-1 0,-1-1 0 16,1-2 0-16,1 2-2 0,-8-3 3 0,13 1 8 0,-13-1-2 15,14-1 6-15,-2-2-8 0,-1-1 11 16,1 0-17-16,-1-1 8 0,1-1-3 0,-1-1-3 16,0 1 2-16,-2 0-1 0,1-2-14 0,-1 2 13 15,-3-3-1-15,-1 2 1 0,0-1-2 0,0-2 0 16,-2 2-3-16,-2 1-2 0,0-1 0 0,-1-1 0 15,0 9 0-15,0-11-2 0,0 3 1 0,0 8-4 0,-3-8 3 16,3 8-3-16,0 0 1 0,-12 0 4 0,12 0-1 16,-13 10-3-16,6-1-2 0,-6 3-7 15,5 1 15-15,0-2 0 0,2-1-2 0,0 1-1 16,2 4 3-16,0 1 2 0,4-5 7 0,0 2 0 16,3-2-1-16,-3 1 0 0,4-1-2 0,-2-2 1 15,3 0-12-15,-2-5 9 0,0 3 3 0,1-1 2 16,0-1 2-16,1-2-1 0,2 0-1 0,-7-3 1 15,12 1 3-15,-12-1-6 0,16-4 0 0,-6 0-4 16,-2-2-4-16,-1-2-12 0,1 1 17 0,2-2 0 16,-2 0-4-16,2-4-2 0,-1 0-4 0,1-1-9 15,1-1-1-15,0 2 1 0,-1 0 5 0,1-2-9 16,-5 7 4-16,2-2 0 0,-3 4-3 0,-1 1-1 16,-1 1-1-16,-3 4-2 0,8-3 10 0,-8 3-5 15,0 0 4-15,13 10 1 0,-7-3 0 0,-4 1 7 16,0 1-6-16,1 0 2 0,-2 4-1 0,2-3 15 15,-1 3-13-15,-1-2-15 0,2 1-7 0,-3 1-20 16,4-2-21-16,-2-2-20 0,2 0-24 0,-1 1-36 16,-1-3-45-16,3-2-46 0,0 0-46 0,3-2-151 15,4-2-469-15,7-1 207 0</inkml:trace>
  <inkml:trace contextRef="#ctx0" brushRef="#br0" timeOffset="86023.35">31117 13857 103 0,'-9'-3'217'0,"-1"2"0"0,-3 2-18 16,2 2-4-16,-1 0-9 0,-5 5-6 0,3 1-8 15,-2 2-4-15,3 1-14 0,-2 1-17 0,4 1-13 16,-1 2-8-16,5-6-12 0,1 0-12 0,1 2-9 16,1-2-9-16,4 1-5 0,-1-2-5 0,2 1-4 15,1 0-6-15,1-4-6 0,1 0-1 0,1-2-7 16,2 1 0-16,1-3-4 0,-8-2-4 0,17-1-7 15,-9-2 2-15,2 0-4 0,-2-2-1 0,2 0-2 16,0-4-2-16,-1 2 0 0,-1-3-3 0,2 0-1 16,-1-3-1-16,0 4-2 0,-4-2 4 0,0 2 2 15,-1-1 1-15,1 3 3 0,-3 1 5 0,0-1 1 16,2 1-5-16,-4 6 2 0,3-6-4 16,-3 6-3-16,0 0-1 0,0 0 3 0,0 0 4 15,0 0 6-15,-1 25 6 0,-3-15-11 0,3 2-2 16,-2-1-13-16,2 4 10 0,-1-1 1 0,0-3-17 0,1 2 11 15,1 2-11-15,0 2-26 0,1-7-24 0,1 2-25 16,0-3-21-16,1-2-30 0,2 0-42 0,-1-4-59 16,2 3-47-16,0-3-170 0,-6-3-477 0,0 0 211 15</inkml:trace>
  <inkml:trace contextRef="#ctx0" brushRef="#br0" timeOffset="86263.56">31311 13741 245 0,'0'0'268'0,"3"-10"-25"16,-3 10-19-16,0 0-16 0,0 0 18 0,0 0-5 15,0 0-4-15,0 0-25 0,4 42 12 16,-7-24-11-16,2 0-16 0,-2 9-4 0,2-8-6 16,-2 5-18-16,0-5-18 0,0 2-10 0,1-1-8 15,-2-1-16-15,1 0-23 0,3 0 12 0,-2-2-17 16,0 1 2-16,1-1-32 0,-2-4-5 0,2-1-32 15,0 0-41-15,0-3-34 0,-1-2-29 0,1 1-27 16,1-8-32-16,-6 11-53 0,6-11-54 0,-3 6-225 16,3-6-535-16,0 0 237 0</inkml:trace>
  <inkml:trace contextRef="#ctx0" brushRef="#br0" timeOffset="86529.49">31220 13962 35 0,'19'-9'145'16,"-7"3"-5"-16,5 0 1 0,2-1-9 0,1 4-5 16,1-3-4-16,-2 2-5 0,3 1-7 0,-6 0-1 15,4 0-3-15,-4 0-5 0,-3 3-4 0,-3 0-2 16,-1 0-1-16,4 0-2 0,-7 2 0 0,1 0 9 16,-1 6 7-16,-2-4 10 0,1 5-1 0,-2 0 3 15,0-2-10-15,0 5 0 0,-2-2-6 0,-1 0-5 16,-1 2-4-16,2-1-15 0,-1 1-6 0,-1-2-10 15,0 2-1-15,1-2-13 0,0-1-22 0,-2 1-27 16,2-10-19-16,0 14-25 0,0-14-22 0,-1 13-27 16,1-13-43-16,0 0-47 0,-2 14-38 0,2-14-211 15,0 0-466-15,0 0 207 0</inkml:trace>
  <inkml:trace contextRef="#ctx0" brushRef="#br0" timeOffset="87145.25">31470 13791 99 0,'0'0'95'0,"0"0"-12"0,0 0-4 16,0 0-13-16,0 0-1 0,0 0-3 0,0 0-9 15,0 0 3-15,14 32 16 0,-14-32-14 0,5 13-5 16,3-6 11-16,-8-7-7 0,9 10 0 0,-9-10-4 15,10 10 6-15,-4-5-4 0,-1-2-5 0,2 5-1 16,-7-8-1-16,10 12 10 0,-6-5 1 0,3 0 0 16,0-1 0-16,-3 4-2 0,2-4-1 0,-1 3-4 15,0-1-2-15,2 1-3 0,-1 0 1 0,0 0-7 16,0-1-1-16,1 0-2 0,-2 0-5 16,2-1 7-16,-2 2-4 0,1-3 0 0,-1-1 2 15,3-1-8-15,-3 0 1 0,0 0-3 0,-1-1 6 0,-4-3-3 16,8 6 1-16,-8-6 6 0,6 4 1 0,-6-4 6 15,5 2 3-15,-5-2 8 0,0 0 5 0,7 4 2 16,-7-4-3-16,0 0-1 0,0 0-8 0,10-6-8 16,-10 6-5-16,5-10-4 0,0 7-2 15,-1-3 1-15,1 0-10 0,1-1-2 0,2-3-5 0,1 3 2 16,0 0-2-16,-4 2 0 0,2 1-3 0,1-1-1 16,-1 0-3-16,-2 2-1 0,1 1 2 0,-6 2 0 15,7-5-5-15,-7 5 3 0,6-4 9 16,-6 4 0-16,0 0 4 0,9-5 2 0,-9 5-1 0,9-4 0 15,-4 2 1-15,3-2 6 0,-2 0-1 0,1-1-1 16,2 1-3-16,-2 0 2 0,1-1-3 0,-8 5-4 16,9-10 0-16,-4 4-2 0,-5 6-16 15,6-11 10-15,-1 6 5 0,-5 5-6 0,4-10-2 16,-4 10-2-16,0 0 0 0,3-13-4 0,-3 13-4 0,0 0 1 16,0 0 4-16,-15 2-3 0,15-2-14 15,-17 9 4-15,8-1 9 0,-4-2 1 0,3 5 0 0,-4 2-3 16,2 2 3-16,1-1 2 0,-1 1-3 0,5-2 0 15,-1-3 0-15,3 6-15 0,-1-6-18 0,3 2-23 16,2-2-28-16,-1-1-31 0,2-9-60 0,7 12-60 16,-1-6-251-16,-6-6-527 0,13 5 233 0</inkml:trace>
  <inkml:trace contextRef="#ctx0" brushRef="#br0" timeOffset="87459.39">32315 13668 167 0,'2'-6'214'0,"-2"6"4"0,0 0-3 0,0 0 0 16,0 0-3-16,-27 20-1 0,13 2-13 0,4-4-8 0,-5 5 0 16,2 0-3-16,-1 1-10 0,0 2-9 15,1 1-11-15,4 0-6 0,3-1-9 0,-1 6 2 0,1-4-15 16,1 0-10-16,4 1-14 0,-5 0-2 15,6-1-10-15,3-1 6 0,-6 0-8 0,3-3-6 16,-2-5-12-16,1 0-5 0,1 0-6 0,-2-2-10 16,2 2 2-16,0-4-4 0,2 0-1 0,-2-2-11 0,-2-3-5 15,1 1-15-15,1-11-24 0,-1 15 3 16,1-9-38-16,-2 2-16 0,2-8-21 0,-2 9-27 16,2-9-35-16,-10 5-30 0,10-5-36 0,-13 1-45 15,6-2-38-15,7 1-234 0,-16-7-564 0,8 1 250 16</inkml:trace>
  <inkml:trace contextRef="#ctx0" brushRef="#br0" timeOffset="87960.4">32104 14087 94 0,'0'0'188'16,"3"-11"-12"-16,1 6-3 0,3-3-7 0,2 1-9 16,0 1-16-16,3 0-7 0,5-1-15 0,2 0-9 15,5-5-6-15,-6 5-5 0,2 0-7 0,1-1-8 16,-3 1-4-16,3 0-6 0,-2 1 0 0,-5-3-6 15,2 1-3-15,-4 2-8 0,-2-1 2 0,0 0-5 16,-2-1-2-16,-2 1-3 0,0-2-3 0,-1 3 1 16,0 1 2-16,-3-1 1 0,-2 6-3 0,4-10-1 15,-4 10-7-15,0-7-1 0,0 7-7 0,0 0 1 16,0 0 2-16,-13-6-6 0,13 6 10 0,0 0 6 16,-19 11-6-16,9-3 2 0,2 0 6 0,-2 1-3 15,4 1 0-15,-4-1-6 0,2 2 0 0,0-2-4 16,3 3-4-16,-3-2 0 0,7 0-7 0,-1 2 3 15,2-2-3-15,2-1-4 0,1-2 0 0,6 0 0 16,1 0-1-16,-1-4-2 0,5 3-9 0,-3-5-5 16,10 2-3-16,-2-4-7 0,0 1 6 0,1 0-2 15,-7-5-2-15,5 1-2 0,-2-2 4 0,-1 0-4 16,-5-1-1-16,2 2 2 0,0-4 1 0,-3 1-4 16,0-2-2-16,3-1-5 0,-6-1 3 0,2-2 4 15,-3 5-1-15,1-1 0 0,-2-1 4 0,-3 1-7 16,-1 1 7-16,3 2-3 0,-3 7 8 0,0 0-1 15,-3-12 1-15,3 12 6 0,-11-2 6 0,11 2 0 16,-17 7 4-16,1-2 4 0,6 4 4 0,-3 0-2 16,-3 4-1-16,4-3 4 0,0 2 0 0,4-1 0 15,1 0-7-15,0 4 4 0,2-6-7 0,4 3 7 16,0-3-15-16,2 1-17 0,4 2-22 0,1-5-33 16,2 1-33-16,4-2-37 0,0-3-45 0,6 1-36 15,0-3-41-15,1 0-171 0,-5-1-467 0,4-4 207 16</inkml:trace>
  <inkml:trace contextRef="#ctx0" brushRef="#br0" timeOffset="88367.1">32805 13924 102 0,'0'0'221'0,"0"0"-7"0,0 0-3 16,0 0-2-16,0 0-11 0,-42-9-10 0,28 15-9 15,-1-1-15-15,-1 3-11 0,2 1-10 0,-1 0-12 16,2 1-9-16,4-1-12 0,-3 2-11 0,4-1-6 15,3 0-11-15,1-1-9 0,3 1-3 0,1 0-11 16,2-4 1-16,2 3-7 0,1-4-3 16,2 1-5-16,-7-6-6 0,0 0-2 0,0 0-4 15,0 0-4-15,60 11-2 0,-60-11-4 0,0 0-5 0,0 0-1 16,53-14-6-16,-53 14-3 0,26-17-8 0,-26 17-3 16,23-19 0-16,-23 19 10 0,18-28-9 0,-18 28-2 15,14-33-4-15,-14 33 1 0,9-38-3 16,-4 14 4-16,-5 24-3 0,8-45 3 0,-6 18-4 15,-2 27 4-15,9-42 2 0,-9 42 15 0,2-27 10 16,-2 27 14-16,0 0 2 0,0 0-2 0,0 0-5 0,3-34-5 16,-3 34-4-16,0 0 21 0,0 0 15 0,0 0 2 15,0 0-9-15,0 0 3 0,0 0 4 0,0 0-2 16,-33 81-4-16,33-81-3 0,-10 39-10 0,10-39 1 16,-7 39-2-16,7-39-4 0,-4 35-5 15,4-35-13-15,2 34-29 0,-2-34-29 0,0 0-30 16,6 37-25-16,-6-37-26 0,0 0-34 0,10 26-40 0,-10-26-60 15,0 0-51-15,0 0-158 0,0 0-507 0,32 10 225 16</inkml:trace>
  <inkml:trace contextRef="#ctx0" brushRef="#br0" timeOffset="88749.57">33102 13730 26 0,'0'0'211'0,"0"0"-12"0,0 0 15 15,0 0 6-15,0 0-9 0,0 0 2 0,0 0-9 0,0 0-5 16,0 0-6-16,-23 78-6 0,23-78-10 16,-12 36-2-16,12-36-14 0,-10 35-9 0,10-35-13 15,-6 30-10-15,6-30-18 0,0 0-6 0,-5 35-9 16,5-35-13-16,0 0-3 0,0 0 0 0,0 0-19 16,-4 29 5-16,4-29 5 0,0 0-8 0,0 0-7 15,0 0-8-15,0 0-10 0,0 0-6 0,0 0-12 16,0 0-11-16,0 0-15 0,0 0-21 0,0 0-13 15,0 0-9-15,0 0-6 0,0 0 3 0,0 0-1 16,0 0 3-16,83-29 2 0,-83 29 4 0,0 0 0 16,0 0 5-16,0 0 5 0,37 10 0 0,-37-10 6 15,0 0 2-15,0 0 2 0,0 0 6 0,10 28 8 16,-10-28 11-16,0 0 11 0,0 0 4 0,0 0 8 0,0 0 0 16,-31 51 3-16,31-51-5 0,0 0 3 15,-30 17-3-15,30-17-1 0,0 0 7 0,-33 11-20 16,33-11-22-16,0 0-30 0,0 0-32 0,-32 3-45 15,32-3-44-15,0 0-49 0,0 0-51 0,0 0-182 16,0 0-483-16,0 0 213 0</inkml:trace>
  <inkml:trace contextRef="#ctx0" brushRef="#br0" timeOffset="89552.09">33345 13836 193 0,'0'0'256'0,"0"0"-3"0,0 0-9 0,0 0-4 16,0 0-5-16,0 0-14 0,-91 30-11 0,91-30-16 16,-18 15-22-16,18-15-11 0,0 0-15 15,-18 24-13-15,18-24-17 0,0 0-8 0,0 0-8 16,-6 31-6-16,6-31-14 0,0 0-7 0,0 0-1 0,0 0-6 16,0 0-8-16,41 26-3 0,-41-26-12 0,0 0 27 15,0 0-7-15,47-3-18 0,-47 3 2 0,0 0-14 16,0 0-19-16,42-19 16 0,-42 19-10 0,0 0-11 15,22-25 7-15,-22 25-3 0,0 0-8 16,18-25 4-16,-18 25 3 0,0 0-7 0,0 0 4 16,0 0-2-16,13-24-4 0,-13 24 0 0,0 0-7 15,0 0 6-15,0 0 7 0,0 0-3 0,0 0 19 0,0 0-4 16,0 0 9-16,0 0 0 0,0 0 3 0,0 0 6 16,0 0 2-16,0 0-6 0,0 0-9 15,0 0 12-15,0 0-6 0,-17 99-27 0,17-99 26 16,0 0-6-16,0 0-4 0,8 29 8 0,-8-29-10 15,0 0-1-15,0 0-14 0,26 13-6 0,-26-13-12 16,0 0-4-16,0 0-8 0,0 0-4 0,51-9-8 16,-51 9 2-16,0 0-5 0,0 0 10 0,37-23 0 15,-37 23 1-15,17-17-7 0,-17 17 2 0,0 0 7 16,23-28-5-16,-23 28 6 0,12-22-1 0,-12 22 8 16,11-27-1-16,-11 27 1 0,0 0 11 0,10-29 1 15,-10 29 16-15,0 0 8 0,0 0 7 0,0 0 0 16,7-33-4-16,-7 33-5 0,0 0 10 0,0 0 11 15,0 0 9-15,0 0 1 0,0 0-9 0,0 0 17 16,0 0-7-16,0 0 2 0,0 0 1 0,0 0-8 16,-63 66 2-16,63-66 6 0,-11 24-6 0,11-24 2 15,0 0-6-15,-3 35 6 0,3-35-10 0,0 0 3 16,0 0 2-16,0 0-6 0,28 40-3 0,-28-40 3 16,24 8-14-16,-24-8 3 0,0 0 0 0,43-2-4 15,-43 2-8-15,0 0 5 0,0 0-3 0,53-19-6 16,-53 19-12-16,25-24-7 0,-25 24-5 0,20-26 0 15,-20 26 0-15,20-38-15 0,-12 13-7 0,-8 25 4 16,10-35 2-16,-10 35 1 0,13-38 3 0,-13 38 6 16,5-34-15-16,-5 34 15 0,0 0 12 0,5-33-1 15,-5 33-4-15,0 0 6 0,0 0 0 0,0 0-11 16,0 0 19-16,0 0 14 0,0 0 8 0,0 0 7 16,0 0 4-16,0 0 6 0,0 0 3 0,0 0 9 15,0 0-1-15,0 0 6 0,-41 96-7 0,41-96 2 16,-11 31-6-16,11-31 1 0,-9 31-8 15,9-31 0-15,-6 28-3 0,6-28-2 0,0 0-15 0,0 0-24 16,-8 35-27-16,8-35-23 0,0 0-32 0,0 0-31 16,0 0-39-16,0 0-46 0,0 0-35 0,0 0-22 15,0 0-20-15,0 0-16 0,0 0-3 0,0 0-2 16,0 0-175-16,0 0-518 0,0 0 230 0</inkml:trace>
  <inkml:trace contextRef="#ctx0" brushRef="#br0" timeOffset="89735.24">33759 13886 844 0,'23'-31'-9'0,"-23"31"36"16,0 0 33-16,13-25 28 0,-13 25 8 0,0 0 13 15,0 0 0-15,0 0 8 0,0 0 13 0,0 0 22 0,0 0 5 16,0 0 4-16,0 0 8 0,0 0 3 0,0 0-8 16,0 0 5-16,0 0-1 0,0 0-19 0,0 0-25 15,0 0 6-15,0 0-15 0,-68 52-17 16,68-52 4-16,0 0-15 0,0 0 0 0,0 0-10 16,0 0-10-16,0 0-5 0,0 0 0 0,0 0-14 15,43 50-19-15,-43-50-30 0,0 0-6 16,37 5-29-16,-37-5-20 0,0 0-15 0,32 3-22 0,-32-3-17 15,0 0-18-15,0 0-26 0,0 0-36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6:54:09.2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24036 9622 24 0,'0'0'110'0,"0"0"3"0,4-7-11 0,-4 7-7 15,0 0 2-15,0 0-13 0,0 0-8 0,0 0-3 16,0 0-14-16,0 0 4 0,0 0-8 0,0 0-4 16,0 0-6-16,0 0-8 0,0 0-1 0,0 0-1 15,0 0-3-15,0 0-4 0,0 0-9 0,0 0 9 16,0 0-1-16,0 0 1 0,11 17-2 0,-9-13 2 15,-2-4 5-15,3 10-4 0,-1-5-7 0,-2-5 6 0,4 9 1 16,-2-4-9-16,-2-5-3 0,3 9 10 16,2-4 1-16,-3 0 1 0,-2-5-5 0,4 10 2 15,-4-10-3-15,4 9-1 0,0-5 5 0,-4-4-3 16,4 8-4-16,-4-8-1 0,4 5-1 0,-4-5 7 0,7 6 8 16,-7-6 6-16,0 0 13 0,6 2 7 15,-6-2 12-15,0 0-2 0,0 0-6 0,0 0-8 16,13-8-3-16,-5-2-19 0,3-4-15 0,6-8-8 15,2-1-17-15,5-5-7 0,7-14-20 0,6 0-26 0,2-4-20 16,3 0-40-16,14-18-27 0,-15 24-28 0,-4 6-122 16,-10 8-321-16,2 1 142 0</inkml:trace>
  <inkml:trace contextRef="#ctx0" brushRef="#br0" timeOffset="29923.24">15616 11531 23 0,'0'0'25'0,"0"0"3"16,0 0 0-16,-1-8-6 0,1 8 9 0,0 0-5 15,0 0-4-15,0 0-1 0,-2-11-5 0,2 11 3 16,0 0 5-16,0-9 0 0,0 9-10 0,0 0 9 15,0 0-10-15,0-9 16 0,0 9-6 0,0 0-2 16,0 0-14-16,0 0 4 0,-3-7 2 0,3 7-6 16,0 0 5-16,0 0 1 0,0 0 6 0,0 0-1 15,0 0-3-15,0 0 3 0,0 0 0 0,0 0-5 16,0 0 8-16,0 0-3 0,0 0-3 0,0 0 2 16,0 0-3-16,0 0-2 0,0 0 1 0,0 0 5 15,0 0-1-15,0 0-3 0,0 0 0 0,0 0 3 16,0 0-4-16,0 0 3 0,1-11 3 0,-1 11 0 15,0 0 0-15,0 0-2 0,0 0-3 0,0 0 2 16,0 0-8-16,0 0-1 0,0 0-2 0,0 0-4 16,0 0-5-16,0 0-13 0,0 0-1 0,0 0-5 0,0 0-5 15,0 0-3-15,0 0 0 0,0 0-12 16,0 0 3-16,0 0-1 0,0 0-4 0,0 0-3 0,0 0-2 16,0 0 0-16,0 0-29 0,0 0-85 0,0 0 38 15</inkml:trace>
  <inkml:trace contextRef="#ctx0" brushRef="#br0" timeOffset="30683.41">15726 11472 28 0,'0'0'40'0,"0"0"-3"0,0 0-5 0,0 0 2 0,0 0 1 16,0 0-13-16,0 0 0 0,0 0-4 16,0 0-3-16,0 0 2 0,0 0-2 0,0 0 1 15,0 0-3-15,0 0-2 0,0 0 2 0,0 0-2 16,0 0-4-16,0 0 4 0,0 0-5 0,0 0 7 0,0 0 1 16,0 0 0-16,0 0-1 0,0 0 3 0,0 0-2 15,0 0 0-15,0 0 0 0,0 0 3 16,0 0-10-16,0 0 4 0,0 0-1 0,0 0-2 15,0 0 0-15,0 0 3 0,0 0-4 0,0 0-4 0,0 0 2 16,0 0-2-16,0 0 2 0,0 0-4 0,0 0 4 16,0 0-8-16,0 0 2 0,7 3-1 15,-7-3 7-15,0 0-5 0,0 0-2 0,0 0 3 0,0 0-3 16,0 0 3-16,4 6 5 0,-4-6-8 0,0 0-2 16,5 7 5-16,-5-7 1 0,5 6-2 0,-4-2-1 15,3 3 1-15,-4-7-2 0,5 8 0 0,-1-3 5 16,-4-5-8-16,6 11 4 0,-3-5 2 0,-1 0-5 15,2-1 10-15,-1 2-4 0,-1-1 1 0,3-3-2 16,-2 3 1-16,-3-6-4 0,5 11 4 0,-2-6-1 16,-3-5-4-16,3 6 7 0,-3-6-4 0,3 6 3 15,-3-6-2-15,0 0-1 0,4 5 0 0,-4-5 4 16,0 0-3-16,1 6 5 0,-1-6 4 0,0 0 2 16,0 0 3-16,0 0 6 0,0 0-3 0,0 0 4 15,0 0 1-15,0 0-5 0,0 0 2 0,13-2 4 16,-13 2-2-16,9-5 8 0,0-3-12 0,2 0 11 15,3-3-1-15,7-6-8 0,-2-2 4 0,5 1 0 16,2-1-4-16,-1 0 3 0,1 0-5 0,-2 0 2 16,3-1 8-16,-1 4-6 0,0-3 4 0,-1 3-4 15,-2-1 1-15,-1 2-5 0,-7 3 1 0,0 2-11 0,0-1 9 16,0 1-9-16,-2 0 1 0,-2 4-2 16,-1 0 1-16,-1-1 1 0,-3 4-5 0,-1-3 6 15,1 3 2-15,-6 3 0 0,6-7 8 0,-6 7 3 0,6-3 7 16,-6 3 0-16,0 0 5 0,5-3 7 0,-5 3-8 15,0 0 0-15,0 0-1 0,0 0-8 16,6-4 7-16,-6 4-5 0,0 0-7 0,0 0 0 0,0 0-4 16,0 0 1-16,0 0 1 0,0 0-7 0,0 0 2 15,0 0-9-15,0 0-7 0,0 0-15 0,0 0-18 16,0 0-17-16,0 0-25 0,0 0-25 0,0 0-11 16,0 0-15-16,0 0-1 0,0 0-67 0,0 0-212 15,1 17 94-15</inkml:trace>
  <inkml:trace contextRef="#ctx0" brushRef="#br0" timeOffset="33559.92">17255 12498 73 0,'0'0'113'0,"0"0"1"0,0 0-14 16,10-7-9-16,-10 7 6 0,0 0-21 0,0 0-3 15,0 0-16-15,0 0 2 0,0 0-10 0,0 0-4 16,0 0 2-16,0 0-13 0,0 0-1 0,0 0-4 15,0 0 1-15,0 0 6 0,13 9-2 0,-13-9-2 16,6 1 5-16,-6-1-7 0,5 4-2 0,-5-4-2 16,7 4 0-16,-7-4-7 0,6 5 1 0,-6-5 2 0,8 6-3 15,-4-3 2-15,-4-3-8 0,6 7 3 16,-1-4-3-16,-1 1-2 0,-4-4-1 0,5 9 0 16,-1-5-2-16,0 1 2 0,1-1 0 0,-1 1 4 15,1 2-6-15,-1-2 5 0,-1 1-4 0,1-1 2 0,-1 0-7 16,1 0-1-16,-4-5 9 0,4 8-5 0,-1-4-1 15,-3-4-4-15,3 5 10 0,-3-5-6 16,0 0-3-16,6 7-1 0,-6-7-2 0,0 0 1 16,4 3-2-16,-4-3 3 0,0 0 9 0,0 0-1 0,0 0-3 15,0 0 11-15,0 0 0 0,0 0 4 0,8 2-1 16,-8-2-2-16,0 0-3 0,0 0 1 0,0 0-5 16,0 0 10-16,11-10-4 0,-3 7 5 0,2-3 2 15,1-3-1-15,4-4-2 0,6-3 0 0,1-2-10 16,4-3 5-16,-2 2-3 0,3 0-3 15,2-1 2-15,-2-2-2 0,0 1 0 0,2-1 1 0,2 0-5 16,-3-1 0-16,0 2-3 0,0 1 2 0,-1 2 1 16,-4 4-3-16,-7 0 2 0,1 3-6 0,-4 2 5 15,1-1 3-15,-4 4-2 0,-2 0 1 0,2 0-8 16,-3 0 13-16,0 0 1 0,-1 2 4 0,-1 0 4 16,-5 4 3-16,7-7 2 0,-7 7 4 0,8-4 3 15,-8 4-1-15,0 0 5 0,4-4-4 0,-4 4 1 16,0 0 0-16,5-5-1 0,-5 5-5 0,0 0 0 15,0 0-1-15,0 0-4 0,0 0 0 0,0 0 3 16,0 0-5-16,0 0-2 0,0 0-2 0,6-3-3 16,-6 3-1-16,0 0-1 0,0 0 0 0,0 0 1 15,0 0-6-15,0 0 3 0,0 0-1 0,0 0 1 16,0 0 0-16,0 0 1 0,0 0-4 0,0 0 3 16,0 0-3-16,0 0 2 0,0 0-2 0,0 0 1 15,0 0 3-15,0 0-2 0,0 0-1 0,0 0 1 16,0 0-4-16,0 0 7 0,0 0-9 0,0 0 3 15,0 0-6-15,0 0 5 0,0 0-2 0,0 0 0 16,0 0 0-16,0 0-1 0,0 0 1 0,0 0 0 0,0 0-2 16,0 0 3-16,0 0-1 0,0 0 0 0,0 0-1 15,0 0-1-15,0 0 1 0,0 0-1 16,0 0-1-16,0 0 3 0,0 0-4 0,0 0 4 16,0 0-3-16,0 0-2 0,0 0 3 0,0 0-3 0,0 0 3 15,0 0 2-15,0 0-1 0,0 0-2 16,0 0 0-16,0 0 0 0,0 0-3 0,0 0 1 15,0 0 0-15,0 0 4 0,0 0 3 0,0 0-5 16,0 0-2-16,0 0 3 0,0 0-3 0,0 0 0 0,0 0 3 16,0 0-3-16,0 0-3 0,0 0 5 0,0 0-2 15,0 0 2-15,0 0-2 0,0 0 3 16,0 0-4-16,0 0 6 0,0 0-6 0,0 0 1 16,0 0 2-16,0 0-1 0,0 0-3 0,0 0 5 0,0 0-1 15,0 0-1-15,0 0 1 0,0 0 3 0,0 0-1 16,0 0 2-16,0 0-4 0,0 0 1 0,0 0-5 15,0 0 3-15,0 0-1 0,0 0 1 0,0 0 0 16,0 0 0-16,0 0 0 0,0 0 1 0,0 0-1 16,0 0-2-16,0 0 4 0,0 0 2 0,0 0-5 15,0 0 2-15,0 0-3 0,0 0 4 0,0 0 2 16,0 0-4-16,0 0 3 0,0 0-2 16,0 0 2-16,0 0 0 0,0 0-3 0,0 0-1 0,0 0 1 15,0 0 1-15,0 0-1 0,0 0 4 0,0 0-7 16,0 0 3-16,0 0-1 0,0 0-2 0,0 0 6 15,0 0-1-15,0 0 1 0,0 0-1 0,0 0-1 16,0 0-1-16,0 0-3 0,0 0 5 0,0 0 0 16,0 0-3-16,0 0 3 0,0 0-3 0,0 0 2 15,0 0 0-15,0 0-3 0,0 0 1 0,0 0 4 16,0 0-1-16,0 0-1 0,0 0 0 0,0 0 0 0,0 0 3 16,0 0-1-16,0 0-2 0,0 0-3 15,0 0 3-15,0 0 1 0,0 0-4 0,0 0 4 16,0 0-3-16,0 0 5 0,0 0 0 0,0 0-1 15,0 0-1-15,0 0-1 0,0 0 8 0,0 0-8 0,0 0-2 16,0 0 1-16,0 0 4 0,0 0-4 16,0 0 2-16,0 0-1 0,0 0 3 0,0 0-1 15,0 0-1-15,0 0 1 0,0 0-1 0,0 0-2 16,0 0 3-16,0 0-2 0,0 0 1 0,0 0-2 0,0 0 4 16,0 0-1-16,0 0 0 0,0 0-2 15,0 0 2-15,0 0-2 0,0 0 1 0,0 0 2 16,0 0-6-16,0 0 3 0,0 0 3 0,0 0 0 15,0 0-3-15,0 0-4 0,0 0 7 0,0 0-2 0,0 0-1 16,0 0 0-16,0 0 2 0,0 0-6 0,0 0 5 16,0 0 1-16,0 0-3 0,0 0 0 0,0 0 1 15,0 0 0-15,0 0 1 0,0 0-1 0,0 0 2 16,0 0-1-16,0 0-3 0,0 0 0 0,0 0 3 16,0 0-2-16,0 0 0 0,8-2 0 0,-8 2 9 15,0 0-6-15,0 0-2 0,0 0-2 0,0 0 1 16,0 0-2-16,0 0-1 0,0 0 2 0,0 0 1 15,0 0 1-15,0 0-2 0,0 0 2 0,0 0 0 16,0 0 0-16,0 0-2 0,0 0 0 0,0 0 3 16,0 0-4-16,0 0 1 0,0 0-1 0,0 0 1 15,0 0-5-15,0 0 3 0,0 0-2 0,0 0 3 16,0 0-7-16,0 0 1 0,0 0 1 0,0 0-2 16,0 0 0-16,0 0 0 0,0 0 0 0,0 0 2 15,0 0 0-15,0 0-2 0,0 0 0 0,0 0 0 16,0 0 0-16,0 0 1 0,0 0-4 0,0 0 4 15,0 0 2-15,0 0 0 0,0 0-1 0,0 0 3 16,0 0 1-16,0 0-1 0,0 0 2 0,0 0-2 16,0 0 0-16,0 0 4 0,0 0-1 0,0 0-1 15,0 0 5-15,0 0-2 0,0 0-5 0,0 0 5 0,0 0-2 16,0 0-2-16,0 0 0 0,0 0 0 0,0 0 3 16,0 0 4-16,0 0-5 0,0 0 0 15,0 0-2-15,0 0 1 0,0 0 3 0,0 0 0 16,0 0-1-16,0 0 2 0,0 0-2 0,0 0 1 0,0 0-4 15,0 0 6-15,0 0-4 0,0 0 2 0,0 0-1 16,0 0-1-16,0 0 4 0,0 0-3 0,0 0 1 16,0 0-2-16,0 0-1 0,0 0 0 0,0 0-13 15,0 0-4-15,0 0-16 0,0 0-13 0,0 0-13 16,0 0-20-16,0 0-10 0,0 0-21 0,0 0-13 16,0 0-18-16,0 0-2 0,0 0 2 0,0 0-8 15,0 0-112-15,0 0-286 0,0 0 127 0</inkml:trace>
  <inkml:trace contextRef="#ctx0" brushRef="#br0" timeOffset="34868.33">16452 14683 19 0,'0'0'90'0,"0"0"4"0,0 0-14 15,0 0-3-15,0 0-3 0,0 0-10 0,0 0 1 16,0 0-8-16,0 0-2 0,0 0-5 0,0 0-2 16,0 0 4-16,0 0-4 0,0 0-3 0,0 0 2 15,0 0-7-15,0 0 4 0,0 0-11 0,0 0 3 16,0 0-8-16,0 0 0 0,0 0 1 0,0 0-1 15,0 0-6-15,0 0 6 0,0 0-11 0,0 0 1 16,0 0 0-16,0 0-4 0,0 0-7 0,0 0 1 16,0 0-3-16,15 9 1 0,-15-9 6 15,6 6-1-15,-6-6-5 0,5 2 3 0,-5-2-3 0,6 8 6 16,-6-8-9-16,7 4 4 0,-2-1-5 0,-2 2 2 16,-3-5 0-16,8 5 9 0,-8-5-12 0,5 5 2 15,-5-5 6-15,7 5-2 0,-7-5-6 0,7 4 0 16,-7-4 2-16,0 0-2 0,8 4 2 0,-8-4-3 15,4 2 1-15,-4-2 1 0,0 0-7 0,6 4 2 16,-6-4 2-16,0 0-2 0,7 1-5 0,-7-1 11 16,0 0 0-16,8 3-3 0,-8-3 5 0,7 1 0 0,-7-1-2 15,8 1 1-15,-8-1-7 0,11-3 3 16,-11 3-3-16,15-7 6 0,-5 2-2 0,1-4 4 16,3 1-1-16,0-1 4 0,1-3-7 0,1 1 15 15,-2 0-6-15,2-1 7 0,5-4-9 0,1-3 4 0,-5 8 1 16,5-7 1-16,0 1 8 0,-3 6 0 0,-5-2-7 15,-1 2 0-15,1 0 2 0,-4 2-9 16,0 3 6-16,1-3-11 0,-4 3 6 0,1-1 2 16,0 3 0-16,-2-1-1 0,0 3 2 0,-6 2 0 15,9-7 5-15,-5 6 10 0,-4 1 3 0,0 0 0 0,0 0 9 16,7-6-4-16,-7 6 2 0,0 0 3 0,5-4-2 16,-5 4-6-16,0 0 1 0,0 0 0 0,0 0-8 15,4-6 1-15,-4 6-3 0,0 0-7 0,0 0 4 16,0 0-6-16,0 0 3 0,0 0-4 0,0 0-1 15,0 0 1-15,0 0-2 0,0 0-2 0,0 0-3 16,0 0 5-16,0 0-4 0,0 0 3 16,0 0 0-16,0 0-3 0,0 0 2 0,0 0-3 0,0 0 3 15,0 0-4-15,0 0 4 0,0 0-2 0,0 0-1 16,0 0 0-16,0 0-2 0,0 0-1 0,0 0-2 16,0 0-6-16,0 0-4 0,0 0-1 0,0 0-4 15,0 0-7-15,0 0-8 0,0 0-18 0,0 0-10 16,0 0-13-16,0 0-14 0,0 0-14 0,0 0-12 15,0 0 0-15,0 0 0 0,0 0-8 0,0 0 0 16,0 0 8-16,0 0-1 0,0 0-2 0,-7 25-79 16,7-25-207-16,-4 13 93 0</inkml:trace>
  <inkml:trace contextRef="#ctx0" brushRef="#br0" timeOffset="37464.03">17083 15570 22 0,'0'0'25'0,"0"0"-6"0,0 0-2 0,0 0 8 16,0 0-7-16,0 0 5 0,0 0-9 0,0 0 7 15,0 0-3-15,3-7 1 0,-3 7 0 0,0 0 0 16,0 0-1-16,0 0 0 0,0 0-7 0,0 0 6 15,0 0 1-15,0 0-5 0,0 0-6 0,0 0 2 16,0 0 9-16,0 0-1 0,0 0-1 0,0-8-4 16,0 8 4-16,0 0-5 0,0 0-1 0,0 0-2 15,0 0 2-15,0 0-3 0,0 0-1 0,0 0 5 16,0 0-5-16,0 0 8 0,0 0 1 0,0 0-2 16,0 0 5-16,0 0 3 0,0 0-2 0,0 0 4 15,0 0-3-15,0 0 5 0,0 0 5 0,0 0-2 16,0 0-1-16,0 0-6 0,0 0 10 0,0 0-15 15,0 0 10-15,0 0 1 0,0 0-7 0,0 0-7 16,0 0-1-16,0 0-1 0,0 0-4 0,0 0 6 16,0 0 4-16,0 0-5 0,0 0 1 0,0 0 1 15,0 0 3-15,0 0-5 0,0 0-6 0,0 0 2 16,0 0 6-16,0 0 0 0,0 0 3 0,0 0-4 16,0 0 2-16,0 0-7 0,0 0-1 0,0 0-5 15,0 0 3-15,0 0 0 0,0 0-2 0,0 0 3 16,0 0 2-16,0 0-11 0,0 0 8 0,0 0-5 15,0 0-1-15,0 0-1 0,0 0 8 0,12 14-4 16,-12-14-1-16,0 0 0 0,4 6-3 0,-4-6-2 16,0 0 13-16,0 0-10 0,0 0 3 0,5 4 0 15,-5-4 4-15,0 0-3 0,0 0 1 0,5 6-10 16,-5-6 7-16,0 0 3 0,2 5-5 0,-2-5 0 16,0 0 5-16,0 0-4 0,5 4 4 0,-5-4-5 15,0 0 6-15,4 4-11 0,-4-4 9 0,4 5 2 16,-4-5-6-16,0 0 4 0,0 0-3 0,5 6 2 15,-5-6-2-15,0 0 0 0,3 6 3 0,-3-6 0 16,0 0 1-16,5 6-5 0,-5-6 2 0,0 0 12 0,0 0-14 16,4 6-2-16,-4-6 12 0,0 0-9 0,0 0-2 15,5 5 3-15,-5-5-5 0,0 0 0 0,0 0 4 16,0 0-5-16,0 0 2 0,2 4 2 16,-2-4 8-16,0 0-12 0,0 0 13 0,0 0-2 15,0 0-4-15,0 0 2 0,0 0 7 0,0 0-7 0,0 0 7 16,0 0-3-16,0 0 0 0,0 0 1 15,0 0 0-15,4 5-1 0,-4-5 1 0,0 0 0 16,0 0-3-16,0 0-3 0,0 0 6 0,0 0-2 0,0 0-1 16,0 0-1-16,0 0-2 0,0 0-5 0,0 0 13 15,0 0-8-15,0 0 3 0,0 0-3 0,0 0 2 16,0 0 1-16,0 0 10 0,0 0-3 0,17-10 3 16,-11 5 1-16,-1 0 8 0,3-1-7 0,2-1 5 15,0 0-5-15,2 0 10 0,3-4-9 0,2 0-5 16,5-4-2-16,-5 2 6 0,5-2 0 0,2-5 2 15,2 4-2-15,-2-2-1 0,1 1-2 0,0-2 1 16,1 1-1-16,-1-1-2 0,-3 2-5 0,-4 0-2 16,0 5 1-16,-3 3 0 0,3-7 1 0,-4 6-2 15,0-2-3-15,-2 5 2 0,3-1-2 0,-5-1 1 16,-2 3-2-16,2 0 2 0,-2 2-3 0,1-2 5 16,-3 2-6-16,0 1 3 0,1 0-3 0,-7 3 7 15,8-6-2-15,-3 4 1 0,-5 2-2 0,5-5 5 16,-5 5 1-16,9-3 5 0,-9 3 0 0,0 0 1 15,0 0 1-15,3-4 4 0,-3 4 5 0,0 0-6 16,0 0 3-16,6-5 0 0,-6 5-1 0,0 0 2 16,0 0-3-16,0 0-4 0,0 0 1 0,0 0-5 15,0 0-2-15,0 0 1 0,0 0-1 0,0 0 0 16,0 0 0-16,0 0-2 0,0 0-3 0,0 0-1 16,0 0 1-16,0 0-1 0,0 0 1 0,0 0-3 15,0 0-2-15,0 0-1 0,0 0 3 0,0 0-2 16,0 0 2-16,0 0-3 0,0 0 0 0,0 0 7 15,0 0-4-15,0 0-1 0,0 0-1 0,0 0-4 16,0 0 3-16,0 0 1 0,0 0-2 0,0 0 3 16,0 0 0-16,0 0 0 0,0 0-4 0,0 0 2 15,0 0 0-15,0 0 5 0,0 0-7 0,0 0-3 0,0 0 8 16,0 0-4-16,0 0 4 0,0 0-3 16,0 0-1-16,0 0-1 0,0 0 2 0,0 0 0 15,0 0-2-15,0 0 1 0,0 0 0 0,0 0 1 16,0 0 4-16,0 0-4 0,0 0-1 0,0 0 1 15,0 0-1-15,0 0 1 0,0 0 2 0,0 0-2 16,0 0-1-16,0 0 0 0,0 0 0 0,0 0 0 16,0 0-1-16,0 0 3 0,0 0 0 0,0 0 1 15,0 0-3-15,0 0-1 0,0 0 0 0,0 0 3 0,0 0 0 16,0 0 1-16,0 0 1 0,0 0 0 0,0 0-3 16,0 0 5-16,0 0 7 0,0 0-11 0,0 0 0 15,0 0 0-15,0 0 0 0,7-1 1 16,-7 1 3-16,0 0-4 0,0 0-2 0,0 0 1 0,0 0 5 15,0 0-7-15,0 0 14 0,0 0-15 0,0 0 4 16,0 0-4-16,0 0 2 0,0 0-2 16,0 0 0-16,0 0 0 0,0 0 2 0,0 0-1 15,0 0 5-15,0 0 3 0,0 0-8 0,0 0 3 16,0 0-3-16,0 0 1 0,0 0 1 0,0 0 1 0,0 0-2 16,0 0-3-16,0 0 4 0,0 0 0 0,0 0-1 15,0 0 2-15,0 0-2 0,0 0 1 16,0 0 1-16,0 0-1 0,0 0 0 0,0 0 4 15,0 0-4-15,0 0-2 0,0 0 1 0,0 0 2 0,0 0-1 16,0 0 2-16,0 0-1 0,0 0-2 0,0 0 1 16,0 0 1-16,0 0-1 0,0 0-3 15,0 0 2-15,0 0 2 0,0 0-2 0,0 0 1 0,0 0 1 16,0 0-2-16,0 0 0 0,0 0 0 0,0 0 0 16,0 0 3-16,0 0-3 0,0 0 0 0,0 0 4 15,0 0-4-15,0 0 1 0,0 0 2 0,0 0-2 16,0 0 0-16,0 0-2 0,0 0-1 0,0 0 2 15,0 0 2-15,0 0 1 0,0 0-2 0,0 0-2 16,0 0 4-16,0 0-1 0,0 0-4 0,0 0 3 16,0 0 2-16,0 0-4 0,0 0 2 0,0 0 3 15,0 0-6-15,0 0 4 0,0 0-2 0,0 0-1 16,0 0 1-16,0 0 4 0,0 0-5 0,0 0 2 16,0 0-1-16,0 0 3 0,0 0-2 0,0 0-3 15,0 0 10-15,0 0-7 0,0 0-4 0,0 0 4 16,0 0-2-16,0 0 5 0,0 0-2 0,0 0 1 15,0 0-2-15,0 0-2 0,0 0 3 0,0 0-1 16,0 0 0-16,0 0-5 0,0 0 7 0,0 0-1 16,0 0-2-16,0 0-1 0,0 0-2 0,0 0-1 15,0 0 0-15,0 0-5 0,0 0 1 0,0 0-7 16,0 0-3-16,0 0 1 0,0 0-10 0,0 0-2 16,0 0-9-16,0 0-5 0,0 0-16 0,0 0-19 15,0 0 0-15,0 0-18 0,0 0-3 0,0 0-13 16,0 0-2-16,0 0-1 0,0 0-5 0,0 0 1 15,0 0-64-15,0 0-200 0,0 0 89 0</inkml:trace>
  <inkml:trace contextRef="#ctx0" brushRef="#br0" timeOffset="40484.04">26375 16362 106 0,'0'0'149'0,"0"0"-11"0,0 0 1 0,0 0 1 16,0 0-3-16,0 0-3 0,0 0-2 0,0 0-11 15,0 0-3-15,0 0 2 0,0 0-9 16,0 0-2-16,0 0-6 0,0 0-7 0,0 0-6 0,0 0-6 15,0 0-6-15,0 0-2 0,0 0-5 0,0 0-2 16,0 0-5-16,0 0 1 0,0 0-4 0,0 0 5 16,0 0-2-16,0 0-1 0,0 0-1 0,0 0 1 15,0 0-4-15,0 0-1 0,0 0-5 0,0 0 2 16,0 0-4-16,0 0-3 0,0 0 2 0,16 14-6 16,-13-10-1-16,-3-4-5 0,2 9-2 0,2-3-7 15,-4-6 7-15,3 10-6 0,-1-4-4 16,3 0 1-16,-5-6-2 0,4 8 0 0,-4-3 1 15,0-5-3-15,3 8-5 0,-3-8 5 0,4 7-7 16,0-1 5-16,-2 0-6 0,-2-6-2 0,5 8 2 0,-5-8 1 16,0 5-3-16,0-5-4 0,0 0-6 0,4 6 3 15,-4-6-7-15,0 0-3 0,0 0-2 0,5 5-3 16,-5-5 0-16,0 0-2 0,0 0-3 0,0 0 0 16,15-7-6-16,-8 4-1 0,-3-3-2 15,6-1-11-15,-5-4-7 0,5-1-9 0,6-4-15 0,-2-5-10 16,2-1-24-16,1-3-17 0,-1 1-18 0,-3-1-30 15,8-2-15-15,0 3-13 0,0-1-16 0,-2 6-20 16,-6 5-116-16,3-7-373 0,-3 8 166 0</inkml:trace>
  <inkml:trace contextRef="#ctx0" brushRef="#br0" timeOffset="76884.86">30413 9171 104 0,'0'0'150'0,"6"-4"3"0,-6 4 1 16,0 0-17-16,0 0-9 0,0 0-15 0,0 0-12 15,0 0-7-15,0 0-15 0,0 0-5 0,0 0-7 16,13 6-5-16,-13-6-13 0,0 0-5 0,0 0-7 16,0 0 7-16,3 8-6 0,-3-8-8 0,0 0-5 15,2 5 3-15,-2-5-3 0,4 10 5 0,1-5-6 16,-4 0 0-16,3 0-1 0,-4-5-3 0,7 11 2 15,-5-2-2-15,1-1-2 0,1 0 1 0,-2-1-3 16,2 2 1-16,-2-3-6 0,2 2 3 0,-1-3-3 16,-1 1 2-16,0 0 1 0,-2-6-4 0,4 10 0 15,-2-7-3-15,-2-3 2 0,3 8 6 16,-3-8 7-16,1 8 5 0,-1-8-10 0,3 8 5 0,-3-8 4 16,3 4-1-16,-3-4-1 0,0 0-4 0,4 6 0 15,-4-6 1-15,0 0 7 0,0 0 7 0,5 2 5 16,-5-2 10-16,0 0-6 0,14-3 3 0,-5-1-6 15,4-3-2-15,4-4-4 0,8-10-3 0,2 1-18 0,12-13-10 16,5-1-14-16,4-3-19 0,1-1-27 16,18-18-14-16,-21 19-40 0,1-1-25 0,21-20-48 15,-24 25-172-15,-1-1-382 0,1 3 169 0</inkml:trace>
  <inkml:trace contextRef="#ctx0" brushRef="#br0" timeOffset="96918.14">24579 15526 38 0,'0'0'169'0,"0"0"-6"0,-4-8-7 0,4 8-4 16,0 0-11-16,0 0-9 0,-5-3-14 0,5 3 2 15,0 0-13-15,0 0-4 0,0 0-8 0,-5-6-10 0,5 6-3 16,0 0-9-16,0 0-9 0,0 0-6 15,-17 2-5-15,17-2-3 0,-10 2-8 0,4 1-4 16,6-3-2-16,-17 4-2 0,8 0-4 0,-2 1-3 16,0-1-3-16,0 0 1 0,-2-1-1 0,3 1 4 15,-3-1 0-15,7-1 3 0,1 1-1 0,-2-1-1 16,0 2-4-16,7-4-2 0,-10 3 0 0,10-3-4 16,-7 1-2-16,7-1-1 0,0 0-3 0,0 0 3 15,0 0 0-15,0 0 1 0,0 0-3 0,0 0 6 16,0 0-9-16,33-1 2 0,-19-2-3 0,4-1-1 15,2 1-1-15,0-1 1 0,-1 0 0 0,0-1-2 16,0 2 2-16,3-1-3 0,-2 0-1 0,-2 2-7 16,2-1-16-16,-3 1-10 0,-4 0-20 0,0 0-21 15,-2-1-17-15,0 2-45 0,-11 1-14 0,16-3-7 16,-16 3-14-16,13-1-9 0,-8 0-105 0,-5 1-304 16,0 0 135-16</inkml:trace>
  <inkml:trace contextRef="#ctx0" brushRef="#br0" timeOffset="97150.63">24554 15361 6 0,'0'0'139'0,"-11"-7"-11"0,11 7 1 0,-10-4-12 16,10 4-6-16,-9-3-8 0,9 3-10 0,0 0-2 16,0 0 1-16,0 0 3 0,-10 9-9 0,10-9-1 15,2 20 7-15,-2-7-6 0,0 2-9 0,6 3-8 16,-1 1-3-16,0 7-5 0,-4 0-7 0,5-1-1 15,-2 4-11-15,0-3-4 0,-3 0-3 0,1-2-5 16,-1 2-3-16,4-7 0 0,-7-1-4 0,2 8-17 16,0-9-43-16,-2 1-32 0,6-6-42 0,-4 0-37 15,1 0-135-15,-2 0-306 0,2-2 135 0</inkml:trace>
  <inkml:trace contextRef="#ctx0" brushRef="#br0" timeOffset="97485.74">24748 15365 76 0,'0'0'141'0,"0"0"12"0,0 0 0 16,0 0 2-16,0 0-17 0,0 0-14 0,18 24 5 15,-13-11-9-15,4 7-7 0,-3-3-10 0,2 8-5 16,1-1-10-16,0 0-1 0,-3-5-8 15,2 4 1-15,-2-5-7 0,4-2-5 0,-3-1-5 16,-1-3-1-16,-1-1 2 0,3-2 4 0,-2 0-4 16,2 0 0-16,-3-4-5 0,3 1-4 0,-4 0-1 0,2-4 30 15,-6-2-3-15,10 1 5 0,-10-1-2 0,10-3-2 16,-1-3-5-16,-5 0-2 0,3-1-11 0,-1-3 1 16,1 0-8-16,1-6 0 0,1 0-9 0,-5-1-3 15,3-2-4-15,0 0-3 0,1-4-8 0,-1 5-2 16,1-5-9-16,-3 6-10 0,3 1-30 15,-2 6-29-15,-4 1-35 0,0 1-38 0,-2 8-39 0,1-13-64 16,-1 13-45-16,0 0-174 0,0 0-480 0,0 0 213 16</inkml:trace>
  <inkml:trace contextRef="#ctx0" brushRef="#br0" timeOffset="97799.85">25183 15518 152 0,'7'-3'188'0,"-2"-5"-3"16,0 3-2-16,4-4-6 0,-3 1-8 16,0-1-7-16,0-1-13 0,3-4-10 0,-1 3-7 15,-2-4-10-15,-1 4-7 0,-1 1-6 0,0 0-3 16,1 0-3-16,-5 0-11 0,0 10-9 0,-3-13-9 16,3 13-3-16,-6-12-8 0,6 12-5 0,-12-6-6 15,7 2-2-15,5 4-8 0,-23 1 0 0,13 5-5 16,-3-1-2-16,4 4-8 0,-5 3-6 0,3 5 4 15,3 0-2-15,2 1-2 0,-2 8 1 0,-1-2-2 16,5-1-3-16,0-3-2 0,3 0 3 0,2-1-5 16,3 0 0-16,-1-3-1 0,2 1 1 0,3-4-6 15,3 0 1-15,2 0-8 0,-4-4-31 16,5 0-34-16,1-2-40 0,1 0-51 0,-4-3-57 0,10-2-44 16,-9 0-133-16,6-2-422 0,1 0 187 0</inkml:trace>
  <inkml:trace contextRef="#ctx0" brushRef="#br0" timeOffset="98303.72">25847 15183 163 0,'-2'-6'209'0,"-2"0"-4"16,4 6 1-16,-8-9-12 0,3 5-13 0,5 4-19 15,-9-5-16-15,9 5-17 0,0 0-11 0,0 0-10 16,-10 16 5-16,8-4-6 0,0 11 3 0,2 7-4 16,-2 5-4-16,4 11-12 0,-1-11-10 0,0 13 1 15,4-2-8-15,-1-10-2 0,-1 0 5 0,4 9-4 16,-7-13 29-16,4 2-10 0,-1-3-5 0,1 0-11 15,-2-2-6-15,0 0-9 0,-2-5-8 0,2 2-2 16,-2-8-7-16,0-1-5 0,2-1-13 0,0-1-19 16,-2-2-33-16,-1-6-43 0,1 4-38 15,0-5-42-15,-3 3-30 0,3-9-41 0,-4 9-45 16,-1-6-164-16,-3-2-465 0,8-1 206 0</inkml:trace>
  <inkml:trace contextRef="#ctx0" brushRef="#br0" timeOffset="98820.98">25756 15648 23 0,'0'0'127'0,"1"-9"-8"0,5 5 2 16,-6 4-4-16,9-5 1 0,-3 0-2 15,3 0 1-15,0 1-7 0,1 0-6 0,5-3 0 0,5-2-5 16,-1 1-9-16,-2-1-6 0,8-6-3 0,-2 4-6 16,-6-1-3-16,-1 1-9 0,-1-1-3 0,1 2-6 15,-5-2-2-15,-4 2-6 0,0 0 1 16,0 0-5-16,-1-7-5 0,-1 5-3 0,-1 1-2 15,-4 0-1-15,2-5-2 0,-2 4-3 0,0 12 14 16,-2-21-2-16,-2 11 0 0,0 2-3 0,4 8-5 0,-5-11 0 16,-1 5-2-16,6 6-4 0,-12-5-1 0,12 5 4 15,-11 1-6-15,0 2-3 0,1 6 0 0,-1 2-2 16,-1 4 0-16,0 1 1 0,-3 5 6 16,5 3 3-16,3 1 4 0,3-1-2 0,1-6-5 15,3 0 0-15,3 1 7 0,1-2 3 0,2-2-5 16,4 0-2-16,-5-4 1 0,8 0-3 0,1 2 0 15,-1-4-3-15,7 0-4 0,-2-5 6 0,-2-2-7 16,3 1-1-16,0-3 1 0,-1-4-5 0,2 0 2 16,-2-4-4-16,3 3 1 0,-6-8 1 0,3 2-3 15,-3 0-1-15,2-2 0 0,-2 0-1 0,-1-3 0 16,-3 4 2-16,-4-4-4 0,2 1 0 0,-2 0-1 16,-5 2 0-16,0 1 3 0,-2-3-3 0,-2 1 2 15,0 3-4-15,-1 0 2 0,3 11 1 0,-4-20 5 0,-1 14 3 16,5 6-1-16,-9-11 1 0,9 11 2 15,-11-5-2-15,11 5-2 0,-11-2-2 0,11 2 3 16,-14 9 3-16,4 2-2 0,0 1 1 0,1 4 6 16,0 1-3-16,0 0 0 0,4 4-2 0,-1-2-6 15,2-2 5-15,1 1-1 0,6 2-1 16,-3-2-2-16,6-1 0 0,-2-2-3 0,1-3-12 0,2 2-30 16,2 0-39-16,2-3-44 0,-1-3-54 0,7 0-52 15,-5-3-42-15,5-1-167 0,-3 0-471 0,3-4 209 16</inkml:trace>
  <inkml:trace contextRef="#ctx0" brushRef="#br0" timeOffset="99216.89">26511 15428 170 0,'-5'-10'197'0,"5"10"-10"16,-12-10-7-16,6 6-4 0,-3-1-7 0,-2 1-7 15,11 4-13-15,-22 0-5 0,12 4-12 0,-3 1-6 16,-3 6-7-16,0 0-9 0,2 3-6 0,-3 5-12 15,8-5-9-15,0 2-7 0,6-3-9 0,1 0-4 16,0-3-7-16,6 3-3 0,-3-3-8 0,3 0-1 16,1-1-5-16,2 0-3 0,1-5-3 15,-1-1 0-15,7 0-6 0,-3-1 1 0,3-5-1 0,3-2-4 16,2-2-1-16,-2 0-4 0,-3-2-4 16,-1-4-1-16,1 2 1 0,-3-2 0 0,-2-2 0 0,-3 0-3 15,-2 0 0-15,0-2-2 0,-2-1-1 0,-2 0 1 16,-2-2 1-16,-2-6-2 0,3 8-2 0,-6-6-4 15,0-1 4-15,-1 1-1 0,3 5-2 16,-2 0 0-16,0-6 1 0,1 8 1 0,1 1 6 0,3 6 3 16,-2 0 6-16,4 0 7 0,-2 4-7 15,2 6-2-15,-2-12-7 0,2 12 5 0,0 0-4 0,0 0 5 16,0 0-3-16,4 29 1 0,-2-4-4 0,0 4 5 16,-2 3-2-16,7-3-1 0,-5 2-2 15,0 2 1-15,0 1-5 0,0-6-10 0,1 1-34 16,2 1-33-16,-1-2-34 0,-1-1-42 0,-1-8-42 0,2-2-48 15,0-1-207-15,-2-4-479 0,1-4 212 0</inkml:trace>
  <inkml:trace contextRef="#ctx0" brushRef="#br0" timeOffset="99603.85">26746 15221 168 0,'-2'-9'220'0,"0"1"-8"15,2 8-17-15,-1-9-21 0,1 9-12 0,0 0-7 16,0 0 6-16,0 0-6 0,-6 23-3 16,6-4-6-16,-2 9-10 0,0 0-8 0,-1 3-9 15,1-3-9-15,2 0-3 0,-2 1-3 0,2-5-5 16,-2 2-9-16,2-8-4 0,-4 0-8 0,1-6-11 16,3-1 0-16,-3 1-8 0,3-5-3 0,-2-3 0 0,2-4-11 15,0 13 18-15,0-13-4 0,-2 6-6 0,2-6-10 16,0 0-1-16,0 0-6 0,0 0-2 15,0 0-7-15,0 0-15 0,14-23 9 0,-8 13-10 16,1 1-6-16,7-4 0 0,-5 2 5 0,1 3-9 16,-1-1 0-16,1 2-1 0,-1 3 0 0,1-1 0 15,-4 2-3-15,0 0 0 0,-6 3 0 0,0 0-1 16,13 6 2-16,-13-6-2 0,2 9 1 0,-1 1 0 16,-4-1 4-16,-1 1-4 0,0 2 8 0,-5 2 1 15,-1-1-9-15,2 1 0 0,-5-3 6 0,1 3-12 16,3-5-18-16,0 1-28 0,0 2-26 0,0-4-40 15,5-1-51-15,-1-4-54 0,3 2-44 0,2-5-189 16,0 0-497-16,0 0 221 0</inkml:trace>
  <inkml:trace contextRef="#ctx0" brushRef="#br0" timeOffset="99969.98">26915 15376 157 0,'-9'3'217'0,"-3"1"-6"0,1 4-8 15,-3 0 0-15,6 2-6 0,-3 3-18 0,-1 4-18 16,1-4-15-16,5 1-16 0,3 3-11 0,-1-4-15 16,2 3-6-16,4-6-5 0,0 2-16 0,3-2-9 15,-1 1-2-15,2-4-5 0,1 0-5 0,1-3-9 16,0-1-2-16,1-3-7 0,3 0 0 0,-4-3-5 16,3 0-4-16,-1-5-2 0,1 1-2 15,-2 0-4-15,0-3-2 0,0 1 4 0,-3-2-5 0,-1 0-3 16,-1 2 2-16,-2-3-5 0,-2 1 0 0,0 2-1 15,0-2 9-15,0 1 9 0,0 10 3 0,0-10 5 16,0 10-4-16,0 0-5 0,-2-11-2 0,2 11-4 16,0 0 1-16,0 0-3 0,0 0 8 15,0 0-2-15,0 0 0 0,-2 33-4 0,2-23-2 0,2 2-1 16,-2-2-4-16,2 3-1 0,1-3-3 16,4 0 2-16,-3 1-4 0,3-4-3 0,1 2-26 15,-3-5-18-15,5 0-34 0,0-2-37 0,-10-2-37 16,21-2-47-16,-4-3-32 0,-1-2-25 0,-2 0-151 0,-2 2-433 15,5-6 191-15</inkml:trace>
  <inkml:trace contextRef="#ctx0" brushRef="#br0" timeOffset="100351.04">27252 15302 156 0,'-2'-9'163'0,"-1"-5"13"0,-1 5 10 0,4 9 0 16,-7-13-5-16,7 13 1 0,-7-10-12 0,1 6-11 15,6 4-7-15,0 0 3 0,0 0 6 0,-17 11 1 0,11 0-6 16,2 0 5-16,-3 3-13 0,3 3-5 0,-4 1-9 15,6-2-27-15,2 4 5 0,-2-4-10 16,4 2-14-16,-2 0-6 0,5-1-7 0,-2-2-5 16,1-5-11-16,0 1-4 0,2-1 1 0,1-3-12 15,3-1-15-15,-4-2-16 0,1-1-33 0,2-1-25 16,5-4-28-16,-1 2-26 0,1-5-25 0,-3 0-16 0,5-4-15 16,-5 2-4-16,2-2 0 0,3-5 10 0,-3 0 8 15,-1 1 20-15,-2-5 11 0,-3 2 14 16,0-2 12-16,0 0 11 0,-3-2 22 0,-1-5 10 15,-1 9 35-15,-2-2 5 0,0 0 19 0,0 2 7 16,0 0 28-16,-2-1 5 0,4 6 14 0,-4 0 9 16,2 2-1-16,0 9-8 0,0-12-8 0,0 12-5 0,0-7-2 15,0 7 28-15,0 0 14 0,0 0 16 16,4 25 0-16,-2-10-8 0,-4 3-10 0,0 7-14 16,0 0-9-16,-1 2-4 0,-3 0-3 0,-1 2-7 15,0-2-12-15,3-4 1 0,-1 3-19 0,1-8-25 16,4-3-41-16,-2-2-26 0,2 0-37 0,-2-4-36 15,2-9-48-15,-1 13-34 0,1-13-55 0,3 7-181 16,-3-7-490-16,0 0 216 0</inkml:trace>
  <inkml:trace contextRef="#ctx0" brushRef="#br0" timeOffset="100549.9">27652 15193 171 0,'-7'-10'225'0,"2"8"-2"16,5 2 6-16,-16 1-7 0,6 3 1 0,-2 5-12 15,1 4-7-15,-3 0-15 0,1 0-13 0,-2 9-16 16,3-6-17-16,3 7-11 0,0-6-14 0,2 0-10 16,4-1-13-16,3-4-8 0,-1 1-3 0,2 0-13 15,0-2-23-15,8 4-32 0,-2-6-49 0,1 1-56 16,-1-3-47-16,5-3-75 0,-1 1-234 0,0-1-481 16,3-1 213-16</inkml:trace>
  <inkml:trace contextRef="#ctx0" brushRef="#br0" timeOffset="100692.07">27775 15362 132 0,'6'-6'253'0,"-6"6"-5"0,5-6-8 16,-5 6-5-16,0 0-8 0,0 0-14 0,0 0-19 15,8-7-22-15,-8 7-8 0,0 0-10 0,0 0-4 16,0 0-15-16,17 1-13 0,-17-1-13 0,13 0-15 16,-13 0-16-16,19 3-42 0,-19-3-55 0,0 0-71 15,20 1-83-15,-12-1-86 0,-8 0-144 0,0 0-436 16,0 0 193-16</inkml:trace>
  <inkml:trace contextRef="#ctx0" brushRef="#br0" timeOffset="101533.86">28483 15496 84 0,'0'-6'228'0,"-3"-3"-23"0,3-4-11 0,2 2-8 0,-1-5-8 16,0-1-12-16,2-2-11 0,1 4-11 0,0-3-17 15,1-2-9-15,0 2-9 0,0-7-8 0,-1 6-5 16,-2 0-10-16,2-5-3 0,-1 5-9 0,-3 2-4 15,0 0 1-15,0 2 0 0,-2 2-10 0,0 0-5 16,2 1-3-16,-4 3 2 0,-1 2-12 0,0 0-1 16,-2 1-7-16,-2 2-1 0,-1 3-4 0,-4-1-2 15,3 2-4-15,-8 3-2 0,3 2-2 0,3 0-2 16,2 2-5-16,2-4-4 0,1 0 4 0,2 3-3 16,2-2 0-16,4-4-3 0,-1 12 8 0,1-12-9 15,8 12 1-15,-1-5 1 0,6 0 1 0,3-1-3 16,4-1-5-16,7-1 4 0,0 2-1 0,4-2 1 15,-10 0 0-15,9-1-3 0,-9 1 0 0,1-1 7 16,-5 1-8-16,1 0 3 0,-5 0-6 0,-1 0 1 16,-5 2 3-16,1 1-2 0,-3-1 0 0,-1 2 1 15,-2 4-4-15,-2 0 2 0,-2 3 1 0,2 0 1 16,0-2 1-16,-2 0-1 0,1-2 1 0,2 3-6 16,-1-4 3-16,2 1 0 0,2-3-1 0,0 2 7 15,-1-2-5-15,4 1 2 0,-2-6-1 16,3 1 2-16,2 1-2 0,0-2-1 0,1-3 0 0,8-2 2 15,-2 1-2-15,1-4 3 0,1 0 1 0,-1-4-2 16,-4 3 2-16,2-4-3 0,-4 0 1 0,4-3-6 16,-5 2 1-16,-2 2-3 0,4-4-2 0,-8 0-2 15,2-2-1-15,-5-1-3 0,1 0 4 0,-2 2 0 16,-5-2 1-16,4 3 0 0,-4 1-1 0,2 1 2 16,-2 1 2-16,-3 2 1 0,2 0 3 0,3 3-3 15,2 5-2-15,-9-7 1 0,4 3 2 0,5 4-4 16,0 0 4-16,-19 7 1 0,11 1 3 0,1 1-3 15,1 3 0-15,2-1 2 0,-1 4-3 16,2-2 4-16,5-1-5 0,-1 1 2 0,3 2 2 0,1-5-20 16,0 2-39-16,3-2-27 0,-2-1-32 15,3 0-28-15,3-4-35 0,1 0-22 0,1-2-170 0,4 1-404 16,-1-4 179-16</inkml:trace>
  <inkml:trace contextRef="#ctx0" brushRef="#br0" timeOffset="102901.64">29269 15150 149 0,'-8'-5'177'0,"2"1"1"0,6 4-2 0,-15-3-6 0,6 3-4 15,0 3-1-15,0 3-9 0,-3 1-12 0,3 1 3 16,-2 3-20-16,2 0-8 0,1 4-11 0,2-2-12 16,2 5-11-16,3-5-5 0,1-2-11 0,1 6-3 15,2-7-8-15,-1 2-5 0,5-3-5 16,0 1-6-16,2-4-5 0,0 2 1 0,3-6-9 15,-1-1 2-15,1 0-3 0,0-2-5 0,1 0-2 0,-3-2-6 16,3 0 6-16,-4-1-5 0,1-2 3 0,-2-1-7 16,1 0 0-16,-4 0 1 0,0-1-2 0,-1 1 6 15,-1 0-8-15,-1-1-1 0,1 1-3 0,-2-2 1 16,-1 9 2-16,5-10-1 0,-4 6-1 16,-1 4 2-16,0 0-5 0,4-7-1 0,-4 7-4 15,0 0 18-15,0 0 10 0,8 13 13 0,-6 0 9 16,1 6 0-16,-2 1 6 0,4 9-4 0,-1 3 1 15,-3 1 1-15,1 2 9 0,-1 0 17 0,1 10 7 0,1 2-4 16,-4-10-12-16,2-3-3 0,-1 1-9 16,-3-3-1-16,0-2-5 0,0-2-7 0,-4-2-4 15,-1-1-9-15,3-8 0 0,-2 1-2 0,-3-2 4 16,1-1-6-16,-1-2-12 0,-3-1 1 0,-2-4-4 0,3-2 5 16,1-3-10-16,-1 0-1 0,0-3-19 0,0-3-1 15,7 0-5-15,-4-6-7 0,3-3-8 16,3 2-5-16,3-9 0 0,4-7-1 0,6-3-4 15,0-3 5-15,6 1-1 0,8-12 9 0,3 4-4 16,1-3 3-16,1 1-1 0,-8 12 4 0,11-10-4 16,-3 1 9-16,0 0 1 0,-7 11 6 0,1-3 3 15,-1 4 0-15,0 1 0 0,-2-2 3 0,-2 3-1 0,-3 3 5 16,-2-1-2-16,-5 6 3 0,-2 0 9 16,1 1 2-16,-6 3-2 0,-1 1 9 0,-1 0-4 15,1 11 17-15,-4-20-1 0,-1 12 3 0,-2 2 4 16,7 6 5-16,-14-8-12 0,5 7 0 0,-2 1-1 15,-1 3 5-15,2 4 7 0,1 1-5 0,-4 5-2 0,3 0 4 16,0 5-8-16,1-2-5 0,2 1 4 16,5 1-5-16,-1-1 1 0,2 2-8 0,4-3 1 15,2 1-2-15,1 0-6 0,4-3-38 0,-1-1-9 16,3-3-30-16,2 1-32 0,1-3-29 0,0-1-21 16,2 0-27-16,-3-3-13 0,-1 1-13 0,-2-5-21 15,1 0-4-15,0 0 4 0,-12 0 5 0,16-2-124 16,-16 2-375-16,12-5 167 0,-7-1 1459 0,-5 6-1027 15,9-14 33-15,-7 6 11 0,1-2 20 0,-1 1 20 16,0-2 13-16,-1-1 16 0,0 1 6 0,3 0 9 16,-1 0 10-16,1 1 23 0,-1 1 8 0,-3 9 12 15,7-12 11-15,-7 12 7 0,2-9 4 0,-2 9 9 16,0 0 21-16,9-3 3 0,-9 3 7 0,0 0 12 16,0 0-3-16,10 18 1 0,-8-10-1 0,-1 3-3 15,-1-11-4-15,4 20-9 0,-3-10-12 16,-1 2-12-16,1-3-3 0,-1-9 10 0,1 15 6 0,-1-15-21 15,0 0-7-15,0 15-11 0,0-15-1 0,0 0 10 16,0 8-19-16,0-8 8 0,0 0-5 0,0 0-8 16,0 0-14-16,0 0 10 0,0 0-4 0,21-25-1 15,-15 17-9-15,-1-2-4 0,2-1 1 0,3-3-1 16,-2 4-5-16,-2-4-5 0,3 1 1 16,-1-1-7-16,2 5 1 0,-1 0 5 0,-1 3-8 0,-3-1 8 15,2 3-14-15,-2 1 4 0,-5 3-13 0,11-2 11 16,-11 2 7-16,10 8-5 0,-4 3 1 0,-2-1-13 15,0-1 14-15,0 1-1 0,0-1 1 0,1 1 0 16,0 0 5-16,1 2-1 0,1-4-3 0,-1-2 4 16,1 1 0-16,3-3-18 0,-1 1 17 15,1-2-1-15,1-3 0 0,-11 0-18 0,25-6 35 16,-7 4-19-16,-6-3-2 0,5-4 0 0,-2 2 3 0,2 0-5 16,-5 0 11-16,-1-2-4 0,2-2-4 0,-4 3-2 15,-2-3-2-15,4-2-4 0,-5 2 7 16,-1 0-22-16,-2-1 20 0,0 0 0 0,-3 1 0 0,0 0-12 15,-1-2 14-15,-3 7-3 0,2-3 2 16,-3 0-1-16,1 3-4 0,0 1 2 0,-1-1-3 16,-2 3-2-16,7 3 2 0,-14 0 4 0,14 0-2 15,-14 10 4-15,4-3-3 0,2 3 4 0,-1 3-9 0,-1 2 6 16,3 3-14-16,0 0 23 0,1-2 5 16,2 2-22-16,1 0 17 0,2-2-5 0,1 0-14 15,1-3 24-15,2-2-5 0,-1 1-7 0,2-2 11 0,2 1-9 16,-1-3 2-16,2-1 6 0,1-2-10 15,1 2 1-15,-1-5-5 0,-8-2 4 0,19 0 7 16,-19 0-7-16,23-5-2 0,-14 0 8 0,0-1-14 16,2-1 4-16,-3-1 11 0,5-5-8 0,-6 4-1 0,1-2-6 15,-2 1 7-15,2-6-2 0,-2 7 1 16,1-4-3-16,0-2-11 0,0-2-4 0,1 2-12 16,-1 1 21-16,1 3 0 0,-2 2-12 0,-1 0 11 15,1 2 5-15,0 1-1 0,-2 4 8 0,-4 2-12 16,7-3 2-16,-7 3-16 0,0 0 19 0,12 8 0 15,-7 2 4-15,-1-3-1 0,-3 2-1 0,0 4-3 16,2-3 3-16,-1 3-11 0,0 3-9 0,-1-5-35 16,0 0-22-16,2 2-42 0,-1-6-36 0,2 3-43 15,-4-10-43-15,9 13-42 0,-3-9-238 0,-6-4-565 16,19 2 249-16</inkml:trace>
  <inkml:trace contextRef="#ctx0" brushRef="#br0" timeOffset="103252.03">30655 15077 97 0,'-12'-4'246'16,"-1"4"-4"-16,-5 2-2 0,0 0-1 0,0 6-11 15,2-2-15-15,-1 5-14 0,1 0-18 0,3 5-8 16,0-2-22-16,4 1-2 0,0-1-14 0,5-3-15 16,2 1-19-16,2-2 0 0,0 0-13 0,0-10-2 15,6 19-13-15,-1-12-7 0,0-1-2 16,6-3-8-16,0 0-4 0,-1-3-7 0,4 0-3 15,-1-3-2-15,2 3-4 0,-3-6-4 0,0-1-2 0,-1 3-3 16,-2-4-11-16,0-2 3 0,-3 3 5 0,-1 1-6 16,2-2 0-16,-6 0-10 0,2 1 3 0,-2-3-11 15,1 0 12-15,-2 3-1 0,0 7-3 0,3-11-1 16,-3 11-1-16,3-9-1 0,-3 9-6 0,0-6-5 16,0 6 10-16,0 0-3 0,0 0 2 15,0 0-3-15,0 0 0 0,0 0-3 0,10 21 6 16,-9-12 0-16,0 1-3 0,1 3 1 0,0-3-4 0,1 0-1 15,-1-1-15-15,2 4-33 0,-1-4-43 0,1 1-37 16,-2-3-67-16,-2-7-63 0,9 10-231 0,-4-8-533 16,-5-2 236-16</inkml:trace>
  <inkml:trace contextRef="#ctx0" brushRef="#br0" timeOffset="103484.7">30956 14864 99 0,'1'-19'247'16,"-2"3"10"-16,0 7 1 0,-1 0-4 16,1 0-9-16,1 9-26 0,-1-10-19 0,1 10 13 15,0 0 9-15,0 0-6 0,6 26-6 0,-4-7-4 16,2 11-16-16,-4 1-14 0,-2 1-14 0,1 0-10 16,0 4-21-16,1-4-28 0,-3 0 6 0,0 0-7 15,1-1-9-15,1-2-10 0,-1 1-14 0,1-3-16 0,-2-4-40 16,3-3-41-16,-1-1-56 0,1-2-54 15,-1-8-57-15,1 4-67 0,1-7-55 0,-1-6-226 16,0 0-589-16,-5 12 260 0</inkml:trace>
  <inkml:trace contextRef="#ctx0" brushRef="#br0" timeOffset="103767.47">30870 15113 31 0,'-2'-5'184'0,"2"5"-7"0,0 0-13 0,0 0-14 15,0 0-11-15,9-10-12 0,-4 7-9 0,-5 3-3 16,19-5-9-16,-1 1-5 0,2 0 3 0,-2-2-8 16,4 2-2-16,-3-1-10 0,7-3 0 0,-7 5-5 15,-1-2 0-15,-5 4 2 0,-2-2 2 0,3 0 1 16,-6 0 5-16,-2 0-12 0,3 1-1 0,-1 1-6 16,-8 1-3-16,11 0-2 0,-4 2 10 0,0 1 1 15,-2 2 2-15,1-2 1 0,-1 3-9 0,0 2-5 16,-1 0-2-16,-1 2-8 0,1 0-2 0,-1 3-11 15,-1 2-1-15,1-4-4 0,0 1-4 0,-2 1-26 16,0-2-14-16,2 0-34 0,-3 4-37 16,2-4-47-16,0-1-39 0,-1 0-65 0,0-1-247 0,-1-9-516 15,0 13 229-15</inkml:trace>
  <inkml:trace contextRef="#ctx0" brushRef="#br0" timeOffset="104283.83">31205 14947 81 0,'0'0'194'0,"0"0"-13"0,0 0-12 16,0 0-15-16,9 28-13 0,-4-17-15 0,3 4-12 15,1-3-11-15,0 5-10 0,1-3-12 0,2 0-5 16,-1-2-10-16,1 1-4 0,0-2-7 0,0-3-3 15,-4-2-5-15,2 1 3 0,-1-1-9 0,-3-1 1 16,-1-1 1-16,3 0 3 0,2-1-1 0,-5 1-6 16,0 0-1-16,2-2 0 0,-7-2 2 0,12 1 3 15,-12-1-5-15,7 2-1 0,-7-2-1 0,10-3-4 16,-10 3 2-16,9-6-2 0,-9 6 3 0,8-4 12 16,-8 4 16-16,6-7 9 0,-2 5 1 0,-4 2-1 15,4-5-5-15,-4 5-5 0,0 0-2 0,8-5 0 16,-8 5-3-16,0 0 0 0,10-2-6 0,-10 2 2 15,10-3-9-15,-5 1-5 0,-5 2-4 0,14-3-3 16,-4 0 0-16,-2 0-2 0,0 0-3 0,3 1 1 16,-1-5-10-16,3 2 4 0,-1-1-4 0,-1 0 0 15,1-1-2-15,3-3 0 0,-2 1-4 0,-4 0-1 16,-2 2-2-16,1-2 2 0,1 0-2 0,-4 0-9 16,-1 0 11-16,-2 3 14 0,1 0-4 0,-3 6 5 15,0-14 5-15,0 14-9 0,-6-11 3 0,0 7-7 16,0 1-14-16,6 3 14 0,-18 2 2 0,7 2-13 15,-2 2 18-15,-2 4 5 0,-1 3-9 0,3 0 1 16,0 3-3-16,4-1-5 0,-1-1 2 0,2 1-9 16,4 1-10-16,4-5-38 0,0 2-59 0,1 3-62 15,4-4-76-15,3-1-59 0,5 1-18 0,2 1-178 16,12 0-532-16,5-4 236 0</inkml:trace>
  <inkml:trace contextRef="#ctx0" brushRef="#br0" timeOffset="104716.84">32249 14763 44 0,'0'0'254'0,"-7"-9"-3"0,7 9-21 0,-9-5-18 16,9 5-18-16,0 0-8 0,0 0 0 0,-17 10-3 15,12 1-7-15,2 10 1 0,1 6-7 16,1 4-1-16,-1 2-3 0,1 2-11 0,1-3-5 16,-1 2-7-16,3 0-2 0,1 2-13 0,-1-5-3 0,1 1-5 15,-2-1-14-15,2-5-8 0,1 3-3 0,-4-5-17 16,4 2-6-16,-3-7-6 0,3-1-4 16,3 0-9-16,-4-3-9 0,-1 2-3 0,2-6 2 15,0 0-8-15,0-2-21 0,0 0-43 0,-2-3-38 16,1 0-81-16,-3-6-40 0,0 0-40 0,0 0-75 15,-5 17-265-15,5-17-614 0,0 0 271 0</inkml:trace>
  <inkml:trace contextRef="#ctx0" brushRef="#br0" timeOffset="105216.9">32219 15148 112 0,'12'-7'121'16,"4"-4"-13"-16,0 2-4 0,2-1-3 0,1 1-1 15,6-5 5-15,-2 2-3 0,-3 3 3 0,-3-1-6 16,-1 1-2-16,-2-1 7 0,-5 4-8 0,2-3-5 16,-2 1 0-16,-3-2-2 0,-2 2 0 0,0-3-4 15,-3 4-6-15,-2-3-2 0,-2 1 1 0,0 0-5 16,0 1 3-16,-4 2-6 0,2 1-2 0,0 2-11 16,-3-1 0-16,8 4-5 0,-15-4-1 0,7 4-5 15,8 0 2-15,-20 8 0 0,12-1-2 0,3 4 3 0,-3 0 1 16,2 1 2-16,-1 4-6 0,4-1 4 15,2 1-2-15,1 1-10 0,4-6-6 0,-1 3 1 16,5 3-3-16,-3-5-2 0,3-2 0 0,2-1-8 16,0 0 0-16,2-3-3 0,4 1 4 0,0-2-6 15,3-1-5-15,-1-2-4 0,1-4-7 0,-1 1-8 16,-2-4-5-16,3 2-3 0,-3-4 0 0,-2 2-2 16,-4-1-4-16,7-3 29 0,-8 1-8 0,0 0 1 15,-3-2-2-15,0 0-1 0,0 1-9 0,-1-8 12 16,-3 7-2-16,1-2 2 0,-2 1 3 0,0-5-4 15,-1 5 4-15,-1 3 6 0,1 8-3 0,-4-12 9 16,2 5-1-16,-3 2-8 0,5 5 15 0,-11-5 2 16,11 5 0-16,-12 2 10 0,12-2 3 15,-18 10 6-15,9-2-6 0,1 2-3 0,0-3-6 0,2 5 1 16,2-3-18-16,2 2 15 0,0-1-2 0,1 2-8 16,4-5-3-16,1 5-15 0,3-6-36 0,-1 4-29 15,2-2-31-15,1 0-42 0,5-3-30 0,-14-5-50 16,0 0-29-16,56 8-186 0,-56-8-471 0,37 0 209 15</inkml:trace>
  <inkml:trace contextRef="#ctx0" brushRef="#br0" timeOffset="105583.35">32852 14983 23 0,'0'0'203'16,"0"0"1"-16,-33-25-4 0,33 25-3 0,0 0-2 0,0 0-4 15,0 0 3-15,0 0-8 0,0 0 2 0,-60 25-7 16,51-16-18-16,2 1 1 0,-1 1-9 0,3-1-9 15,1 1-14-15,4-11-14 0,-6 23-11 0,6-23-24 16,0 0 9-16,0 0-15 0,0 0 1 16,0 0-10-16,21 44-8 0,-21-44-7 0,0 0-3 15,31 7-3-15,-31-7-4 0,0 0-6 0,0 0-4 16,0 0 0-16,56-15-7 0,-56 15 6 0,0 0-10 16,26-20-4-16,-26 20 0 0,0 0-2 0,15-28-2 0,-15 28 2 15,0 0-4-15,5-42-1 0,-5 42-3 0,-1-34 0 16,1 34 3-16,0 0-7 0,-6-57 3 15,6 57 2-15,-8-37-4 0,8 37 2 0,-4-38-16 16,4 38 16-16,-5-32-2 0,5 32 2 0,0 0 2 16,-3-33-4-16,3 33-1 0,0 0-4 0,0 0 2 15,0 0-2-15,0 0 0 0,0 0 0 0,0 0 3 16,0 0-1-16,0 0 0 0,0 0-5 0,0 0 5 16,0 0-4-16,5 110 3 0,-5-110 0 0,3 44-7 15,4-19-36-15,-7-25-34 0,2 40-50 0,-2-40-55 16,7 34-67-16,-7-34-72 0,6 26-177 0,-6-26-539 15,0 0 238-15</inkml:trace>
  <inkml:trace contextRef="#ctx0" brushRef="#br0" timeOffset="105949.84">32989 14801 27 0,'0'0'215'0,"0"0"-13"0,0 0 13 15,0 0 9-15,0 0-6 0,0 0-9 0,0 0-4 16,0 0-12-16,0 0-7 0,0 0-15 0,13 75-16 0,-13-75-2 16,0 36-7-16,0-36-8 0,0 0-9 15,-1 47-20-15,1-47-7 0,0 0-9 0,0 0-20 16,0 34 2-16,0-34-2 0,0 0-12 0,0 0-10 16,0 0-7-16,0 0 10 0,0 0-9 0,0 0-3 15,0 0-2-15,0 0-4 0,0 0-6 0,0 0-4 16,0 0-9-16,0 0-10 0,0 0-6 0,33 5-7 15,-33-5-6-15,0 0-2 0,0 0-13 0,0 0 15 16,0 0 2-16,0 0 0 0,0 0-2 0,49-7 3 16,-49 7 0-16,0 0 0 0,0 0-3 0,0 0 2 15,19 25 1-15,-19-25 10 0,0 0-2 0,0 0-1 16,0 0 3-16,-22 51-4 0,22-51-2 0,0 0-5 16,-24 28-18-16,24-28-34 0,-19 14-41 0,19-14-44 15,0 0-45-15,-27 19-54 0,27-19-223 0,0 0-506 16,0 0 224-16</inkml:trace>
  <inkml:trace contextRef="#ctx0" brushRef="#br0" timeOffset="106289.53">33192 14898 117 0,'0'0'212'0,"0"0"-12"0,0 0-6 0,-60 24-6 16,60-24-7-16,0 0-18 0,-19 28-10 0,19-28-7 15,0 0-11-15,-5 29-11 0,5-29-10 16,0 0-14-16,0 0-6 0,0 0-9 0,23 43-10 16,-23-43-10-16,0 0-2 0,32 13-4 0,-32-13-5 15,0 0-6-15,38 1-8 0,-38-1-1 0,0 0-5 16,0 0-4-16,0 0-3 0,50-15-2 0,-50 15-2 0,0 0 1 16,0 0-8-16,17-22-1 0,-17 22 3 15,0 0 4-15,0 0 2 0,0 0 6 0,0 0 6 0,0 0-2 16,0-37 2-16,0 37-2 0,0 0-7 15,0 0-3-15,0 0 2 0,0 0 5 0,0 0-4 16,0 0-3-16,0 0 3 0,0 0-7 0,0 0 0 16,0 0-5-16,0 0 0 0,0 0-5 0,0 0-6 15,0 0-18-15,0 0-32 0,0 0-40 0,0 0-43 16,1 86-47-16,-1-86-63 0,0 0-205 0,0 0-479 16,0 0 213-16</inkml:trace>
  <inkml:trace contextRef="#ctx0" brushRef="#br0" timeOffset="106700.74">33417 14830 167 0,'0'0'202'0,"0"0"9"16,0 0 0-16,0 0-3 0,0 0 6 0,0 0 3 16,0 0-20-16,0 0-13 0,0 0 0 0,-38 56-19 15,38-56-10-15,-6 29-14 0,6-29-8 16,0 0-19-16,1 38-10 0,-1-38-4 0,0 0-14 0,0 0-8 15,17 39-7-15,-17-39-10 0,0 0-9 0,19 13-25 16,-19-13-24-16,0 0-31 0,0 0-34 0,45 3-44 16,-45-3-29-16,0 0-18 0,0 0-7 0,0 0 2 15,48-29-1-15,-48 29 10 0,13-21 4 0,-13 21 17 16,14-26 7-16,-14 26 12 0,9-29 13 16,-9 29 9-16,6-30 15 0,-6 30 12 0,2-34 19 15,-2 34 18-15,3-37 30 0,-3 37 19 0,0-35 13 16,0 35 20-16,0 0 21 0,0 0 20 0,-1-39 6 15,1 39 5-15,0 0-8 0,0 0-14 0,0 0 4 16,0 0 37-16,0 0 11 0,0 0-3 0,0 0 10 16,0 0-5-16,0 0-4 0,0 0-8 0,0 0-1 15,0 0-3-15,1 106-12 0,-1-106-18 0,0 36-4 16,0-36-10-16,-1 37-10 0,1-37-10 0,0 0-9 16,0 0-23-16,1 42-46 0,-1-42-41 0,0 0-45 15,0 0-50-15,0 0-43 0,0 0-62 0,2 30-58 16,-2-30-163-16,0 0-515 0,0 0 229 0</inkml:trace>
  <inkml:trace contextRef="#ctx0" brushRef="#br0" timeOffset="106887.84">33655 14757 98 0,'0'0'200'0,"0"0"-2"0,0 0-3 0,0 0 3 15,0 0-1-15,0 0-10 0,0 0-12 0,-63 54-7 16,63-54-13-16,-7 28-16 0,7-28-14 0,0 0-15 15,-6 36-11-15,6-36-9 0,0 0-6 0,0 0-11 16,16 42-29-16,-16-42-38 0,0 0-52 16,26 24-48-16,-26-24-57 0,20 12-37 0,-20-12-156 15,0 0-373-15,26 10 166 0</inkml:trace>
  <inkml:trace contextRef="#ctx0" brushRef="#br0" timeOffset="107049.82">33320 15215 74 0,'0'0'200'0,"0"0"-18"0,0 0-17 0,0 0-23 16,0 0-44-16,0 0-56 0,90-3-53 0,-90 3-62 16,58-17-64-16,-27 8-148 0,-1 3 66 0</inkml:trace>
  <inkml:trace contextRef="#ctx0" brushRef="#br0" timeOffset="181217.74">17559 11233 146 0,'-1'-7'138'0,"1"7"1"15,-3-8 0-15,3 8 2 0,-2-8-5 0,2 8-9 16,0 0-10-16,-6-9-7 0,6 9-9 0,-3-6-7 16,3 6-4-16,0 0-7 0,-9-5-7 0,9 5-15 15,-7-2 0-15,7 2-9 0,0 0 1 0,0 0-8 16,-15 12-5-16,7-4-4 0,2 4-3 0,-3 3 4 15,1 3-2-15,-3 8 0 0,-1-1-4 0,1 4 3 16,1-1 6-16,1 5-9 0,0 1 0 0,-1 0-1 16,1 11 2-16,5-13-6 0,2-4-3 0,0-1-4 15,3 1 2-15,-1-8-1 0,4-1-3 0,2-2 0 16,-2-1-3-16,3-5 0 0,-1 0 0 0,3-1-5 16,1-3 2-16,0 1-2 0,2-2 2 0,-2-1-1 15,4-2-8-15,-2-1-14 0,3-2-20 0,-2-2-38 16,1 0-30-16,-1 0-13 0,3-2-37 0,-3 0-21 15,0 0-154-15,-2-2-350 0,-2-1 155 0</inkml:trace>
  <inkml:trace contextRef="#ctx0" brushRef="#br0" timeOffset="181436.97">17780 11350 101 0,'1'-10'175'0,"-1"10"-7"0,-2-8-16 15,2 8-8-15,0 0-15 0,2-7-7 0,-2 7-19 16,0 0-10-16,0 0 9 0,0 0-3 0,0 0 7 16,10 24-8-16,-4-9-12 0,-4 1-5 0,5 1-10 15,0 8-9-15,1-1-3 0,0-1-6 0,-2 3-8 16,1 0-3-16,-1-7-8 0,-2 0-14 16,-1 0-40-16,1 0-30 0,0-1-38 0,1 2-26 0,-2-4-42 15,-2 0-131-15,0-5-310 0,-1 1 138 0</inkml:trace>
  <inkml:trace contextRef="#ctx0" brushRef="#br0" timeOffset="181785.99">17890 11477 29 0,'6'-8'142'0,"2"1"-4"0,0-1-3 0,1 1-8 15,1 0-9-15,0 0-11 0,0 0-8 0,2 0-11 16,3-2-8-16,-3 3-9 0,5-1-3 0,-5 2-12 15,6-4-7-15,-3 4 1 0,2 0-13 0,-4-1-15 16,-3 2-15-16,1-1-24 0,0 3-14 0,-2 0-18 16,-2-1-6-16,0 2 0 0,-7 1 2 0,9-3 1 15,-9 3 1-15,5-3 10 0,-5 3 12 0,6-4-3 16,-6 4 11-16,0 0 7 0,0 0 5 0,0 0 15 16,-10-17-3-16,6 14 22 0,4 3 4 0,-9-7 8 0,3 3 20 15,-1 0 9-15,7 4 10 0,-7-5-5 16,7 5 2-16,-9-3-10 0,9 3-7 0,0 0-1 15,0 0-8-15,-13 4-4 0,13-4-9 0,-1 13 6 16,-1-2 2-16,1 1-9 0,1 4-1 0,1-2-3 16,1 5-3-16,3 5-1 0,-2 1-13 0,3-1-9 0,-2-6-48 15,2-1-44-15,2-1-58 0,-3 1-123 0,-2-1-292 16,1-5 130-16</inkml:trace>
  <inkml:trace contextRef="#ctx0" brushRef="#br0" timeOffset="182210.08">18447 11381 98 0,'0'0'222'16,"0"0"-27"-16,0 0-9 0,0 0-12 0,-14 26-2 16,9-9-16-16,0 2-8 0,-1 5-8 0,0 0-14 15,4-5-9-15,-2-2-12 0,-1 2-10 0,5-3-11 16,0-6-9-16,0 3-9 0,0-4-3 0,0 0-9 15,2-2-5-15,-2-7-5 0,-2 11 1 16,2-11-4-16,2 7-3 0,-2-7-1 0,0 0 6 0,0 0-7 16,0 0 2-16,0 0-6 0,0 0-3 0,0 0-6 15,-5-25 1-15,5 13-3 0,-1-4 0 0,1-1-5 16,-1-2 3-16,1-1-5 0,1-5 2 0,-2 6-6 16,0-6 1-16,1 5-2 0,0-5 2 0,1 6-4 15,-1-6 1-15,1 6-3 0,2 2 2 0,0 1-1 16,0 4 5-16,1 2-5 0,-2 2 3 0,0 2-6 15,3 1 3-15,-5 5-4 0,9-4 0 0,-9 4 2 16,12 1-1-16,-3 3 5 0,2 4 8 0,-1 0-2 16,0 5 0-16,0 0 1 0,3 2-3 0,-1-1-3 15,-3 2-2-15,2 0 3 0,-3-2-1 0,2 3-1 16,0-1-1-16,-3 0 1 0,-1 0-2 0,-1 1 1 16,7-4-4-16,-7 1-30 0,-4-1-29 0,3 2-36 0,-3-2-33 15,-1-3-33-15,1 2-19 0,-2-3-22 0,-1-1-13 16,-2-2-137-16,-3-1-376 0,7-5 166 15</inkml:trace>
  <inkml:trace contextRef="#ctx0" brushRef="#br0" timeOffset="182343.14">18441 11530 65 0,'0'0'164'0,"-5"-8"-14"16,5 8-17-16,-5-7-25 0,5 7 3 16,0 0-16-16,-2-7-1 0,2 7-12 0,0 0-11 0,10-8-7 15,-2 2-3-15,1 2-4 0,3-1-11 0,-1-1-16 16,7-1-41-16,0 0-26 0,0-1-39 0,6-6-28 15,-9 6-81-15,-2-1-198 0,4-3 88 16</inkml:trace>
  <inkml:trace contextRef="#ctx0" brushRef="#br0" timeOffset="182533.49">18707 11281 49 0,'1'-8'174'0,"-1"8"-17"0,0 0-16 15,0 0-8-15,0 0 20 0,0 0 5 0,7 18-15 16,-5-6 12-16,0 4-5 0,1 2-12 0,0 6-9 15,-2-5-13-15,4 6-12 0,-2 2-10 0,-1-1-8 16,3-2-8-16,-2 2-6 0,0-1-13 0,0-7-2 16,0-2-13-16,-1 1-31 0,3-1-39 0,-3-5-40 15,-1 0-32-15,2-3-40 0,-3 1-28 0,1-3-153 16,-1-6-344-16,0 0 152 0</inkml:trace>
  <inkml:trace contextRef="#ctx0" brushRef="#br0" timeOffset="182874.19">18741 11290 155 0,'3'-13'180'0,"-1"3"-4"0,3 1-5 0,-1 0 3 15,-1 3-9-15,2-2-15 0,-1 3-15 0,-2 1-14 16,-2 4-6-16,9-8-4 0,-4 5-14 0,-5 3-7 16,11-2-6-16,-11 2-7 0,12 0-3 0,-12 0-12 15,11 6-6-15,-6-2-4 0,-1 2-4 0,-1 1-8 16,0 0-3-16,2 1 2 0,-5 1-11 0,1-1-2 15,0 2 0-15,1-2-4 0,-2 2-3 0,1-5-18 16,-1-5-8-16,0 13-9 0,0-13-10 16,0 8-5-16,0-8-10 0,5 6-5 0,-2-2 4 0,-3-4 3 0,0 0 7 15,11 3-1-15,-3-3 5 0,-8 0 4 0,13 1 4 16,-8 0 2-16,-5-1 2 0,11 2 1 16,-11-2 2-16,9 1 6 0,-9-1-1 0,7 5 11 15,-7-5 8-15,4 9 4 0,-4-9-1 0,1 9 8 0,-1-3-8 16,0-6 1-16,-5 18 4 0,1-8-8 15,-1 0-3-15,-2 1 0 0,0 1-1 0,2-5-10 16,-2 1-20-16,2 1-37 0,0 1-39 0,1-5-46 0,-2 2-170 16,6-7-341-16,-12 6 152 0</inkml:trace>
  <inkml:trace contextRef="#ctx0" brushRef="#br0" timeOffset="183054.98">19118 11094 135 0,'7'-8'242'0,"-1"3"-28"0,-2 1-21 0,1 2-15 16,-5 2-1-16,15 2-14 0,-8 2-15 0,0 3 1 16,5 8-14-16,-6 4-13 0,1 6-10 0,-2 5-13 15,-4 3-14-15,-2 3-30 0,-7 12-36 0,-2-2-52 16,-5 2-57-16,-1-4-62 0,-4 1-174 0,-2-1-352 16,-4 0 156-16</inkml:trace>
  <inkml:trace contextRef="#ctx0" brushRef="#br0" timeOffset="183433.77">19003 11950 107 0,'31'-10'226'0,"3"-7"-18"15,17-12-19-15,6-2-20 0,18-21-13 0,4 5-20 16,-8-6-17-16,-22 17-6 0,23-17-13 0,-25 18-25 16,1 1-49-16,-5 3-46 0,4-3-58 0,-2 4-58 0,-2 2-96 15,-13 3-251-15,-1 1 111 0</inkml:trace>
  <inkml:trace contextRef="#ctx0" brushRef="#br0" timeOffset="187864.95">19232 11594 70 0,'0'0'77'0,"6"3"-11"0,-6-3-6 16,0 0-9-16,0 0-2 0,0 0-8 0,0 0-2 15,0 0-8-15,0 0-1 0,0 0-3 16,0 0 1-16,0 0-5 0,0 0-2 0,12-3-2 15,-12 3-2-15,0 0-5 0,0 0-1 0,0 0 1 0,0 0 0 16,0 0-6-16,0 0 1 0,0 0-1 16,0 0-5-16,0 0 3 0,0 0-1 0,0 0 3 15,0 0-1-15,0 0 1 0,0 0-1 0,0 0 1 16,0 0-5-16,0 0 0 0,0 0 0 0,0 0 2 0,0 0 1 16,0 0-9-16,0 0 4 0,0 0 4 0,0 0-2 15,0 0-3-15,0 0 3 0,0 0-10 0,0 0 6 16,0 0-7-16,0 0-2 0,0 0-7 0,0 0 1 15,0 0-8-15,0 0-5 0,0 0 1 0,5 4-8 16,-5-4-2-16,0 0-8 0,0 0-31 0,0 0-87 16,0 0 39-16</inkml:trace>
  <inkml:trace contextRef="#ctx0" brushRef="#br0" timeOffset="198650.74">22055 2327 16 0,'6'7'15'15,"-2"1"4"-15,3-1 7 0,-1 4 0 0,-1-2-5 0,2 0-1 16,-4 1 0-16,2-1-2 0,-1 1-4 0,0 2 6 16,1 2-2-16,-1-1-6 0,0 1 2 15,1 3-2-15,-2 0 5 0,2-1-9 0,-2 4 10 16,3-3-2-16,-3 1-3 0,1 1-2 0,2 2-1 15,2 3 3-15,-1-5 12 0,-1-1 0 0,-1 0-7 16,2-1 1-16,3 1 18 0,-2 0-28 0,1-3 4 16,-1 2 1-16,0-1 3 0,-2 1 2 0,2-2-4 15,-3 1 1-15,4 0-3 0,-1-3 3 0,0 3-5 16,-3-5-2-16,4 5 2 0,-2-2 6 0,1 1-1 16,-3 0-10-16,4 0 0 0,-3 3 6 0,2-2 5 15,-1 0-13-15,1-2 11 0,-1 4-7 0,0-2-2 16,1 1 13-16,1-1-9 0,0 0-6 0,-3 1 1 15,3-2 4-15,-1 2 0 0,1-1-3 0,-1-1-4 16,-1 0 9-16,2 0-7 0,-1 2 2 0,-3-2 5 16,2 5-6-16,1-2 9 0,0 5-8 0,-3-4 4 15,4 4-2-15,-1 0 5 0,-3 2 6 0,1-6-6 16,1 7-4-16,0-2 1 0,2-2 8 0,-1-3-10 16,1 4-3-16,-3-4-2 0,3-1 1 0,-4 9 6 15,3-1-1-15,-2-2-4 0,2 3 4 0,-3-3-1 16,3-1-4-16,-4 7 5 0,0-4-3 0,-1 3 3 15,0 1-1-15,2-3 6 0,-1 2-7 0,-3 2 3 16,0-2-10-16,-2 2 10 0,-3 0 4 16,-2 2 2-16,0-1 5 0,-6 2 11 0,2 1 0 0,-6-4 1 15,1 3-4-15,-8 9-5 0,1-12-4 0,-3 9 10 16,6-12-6-16,-4-2-5 0,-2 3 4 16,-9 7-8-16,-2-3 3 0,10-8 2 0,-2 1-3 15,-11 3-1-15,9-5 5 0,-9 7-3 0,7-11 5 0,-10 6-6 16,8-8 5-16,-10 5 2 0,7-7-4 0,-9 3-2 15,8-6 0-15,-13 4-7 0,14-6 2 16,-18 6 4-16,2-5 2 0,2 1-3 0,-3-2-3 16,2-2-3-16,3 1 10 0,9-3-12 0,2-1 2 15,-13 1-2-15,14-1 0 0,-3-3-2 0,-11 0 4 16,13-1-3-16,3-2 1 0,-1 0-4 0,1 0 4 16,-1-2-1-16,1-1-4 0,0 1 0 0,0 0 1 15,2-4-5-15,0 0-2 0,-1 1 2 0,0-3 5 16,-1 1-3-16,0 2-3 0,0-2 5 0,1-3-4 15,-1 0-1-15,2-2 1 0,1-1-2 0,0 2 1 16,3-4 2-16,3-2 1 0,1-2-4 0,5-3 4 16,-3 0-2-16,-1-1-5 0,6 1 4 0,-2-2-1 15,2-2 5-15,1 1-10 0,-1 1 5 0,4-2-8 16,0 1 9-16,0 1 3 0,-1 0-4 0,1 1-1 16,-2-2 3-16,7 7-7 0,-3-5 2 0,0 6-2 15,2-6 2-15,2 7 6 0,-2-10-4 0,2 8-1 16,2-1 0-16,-1-6 5 0,-1-1-4 0,3-2 3 15,2 2 1-15,-1-3-5 0,0 1 4 0,0-1-6 16,2 1 3-16,1-2 2 0,-3 3-5 0,1-2 5 16,1 0-8-16,-2 3 5 0,1 2 8 15,-1 5-11-15,2 1 5 0,-2-1-7 0,1 1 4 0,2 1 3 16,-1-1 3-16,-1 0 0 0,-2-1-5 16,3 2-2-16,-2-2 1 0,1 3 4 0,2-4 0 0,-1 1 1 15,1 0-1-15,1 0-1 0,-1-1 3 16,1 1 1-16,0-5-3 0,1 5 2 0,-2-6 6 0,2 1-5 15,-1 5 13-15,1-5 1 0,2-1 1 16,0 4-1-16,-1 2-7 0,2-7 0 0,1 1-2 16,-2 7 0-16,-2-8 0 0,1 8 0 0,0-1-3 0,0 2-3 15,2-3 6-15,0 1-4 0,4-6-2 0,-1 1 6 16,0 6-6-16,2-8 1 0,1 3-5 16,-3 4 10-16,4-4-10 0,-5 5 3 0,7-5-8 15,-7 5 1-15,5 0-1 0,-5 0-6 0,3 1 3 16,1-6-6-16,-1 7 4 0,4-1 1 0,0-5-5 15,-2 8 1-15,-1-2 0 0,1-1 7 0,4-4-4 16,-4 4 0-16,7-5 1 0,0 2 1 0,0 0-4 16,-1-1-4-16,-3 5 1 0,-1 0 4 0,1 3 0 15,0-1 3-15,1-1-2 0,-1 1-3 0,0 0 2 16,1 2 7-16,-2 0-3 0,3-1-6 0,1 1-2 16,3-6 6-16,3 3-11 0,1-2 7 0,-1 1-1 15,1-1 13-15,2 2-6 0,-1-1 3 0,1 0-7 16,1 2 13-16,-2 0-7 0,2 0 5 0,1-1 2 15,-1 2-2-15,0 0-6 0,0 3-1 0,-1-3 5 16,4 4-2-16,1-2 2 0,-2 3 0 0,0-2-2 16,2 3 9-16,-4-3-3 0,5 6-3 0,-5-2 14 15,0 2-18-15,-6 0 7 0,1 2 0 16,-1 2 4-16,0 0-14 0,0 0 15 0,-2 1-5 0,3 3 1 16,-3 0 2-16,-3 0-3 0,3 2 9 0,-2-1-9 15,2 2 5-15,-3-1-1 0,0 3 4 0,-2-2-5 16,2 4-7-16,-1-1 15 0,-4-3-7 0,-2 1-2 15,2 0 7-15,-1 1-6 0,3 2 7 0,-2-2 0 16,-3 2-3-16,-1-2 2 0,4 4 5 16,-1-1-6-16,-2 0-7 0,-2 2-6 0,-1 2-8 15,0 0-24-15,0 2-28 0,-3 8-19 0,-2-2-21 0,-2 2-58 16,-3 2-179-16,1-2 79 0</inkml:trace>
  <inkml:trace contextRef="#ctx0" brushRef="#br0" timeOffset="199699.87">21784 2198 103 0,'-8'-4'163'0,"8"4"-5"16,-9-2 1-16,9 2 15 0,-10-4 0 0,10 4-19 15,-9-3-3-15,9 3-13 0,-6-4-10 16,6 4-14-16,0 0-8 0,0 0-14 0,-4-6-5 15,4 6-13-15,10-12-6 0,6 0-11 0,7-6-4 16,9-4-1-16,17-8-6 0,24-15-3 0,-20 9-8 0,31-11-3 16,-7-1-4-16,-22 17-4 0,0-2 0 15,1 2 1-15,-5 0-4 0,-1 0-2 0,-4 4 0 16,-13 7-2-16,-2-2-5 0,-2 2 1 0,-1 1-2 16,-3 2-5-16,-4 0 3 0,1 2 6 0,-9 2-8 15,-3 6 2-15,-1 2 0 0,-3 0 8 0,-6 5 7 16,9-6 1-16,-9 6 1 0,7-7 6 0,-7 7-4 15,0 0-4-15,0 0 1 0,8-5-6 0,-8 5-3 16,0 0-3-16,0 0-3 0,0 0-3 0,0 0 1 16,-21 31-1-16,8-8 4 0,-1 6-6 0,-3 2 3 15,1 0-6-15,2 14 3 0,-2-12 28 0,4-1-1 16,0 2-4-16,1-5 3 0,4-1-15 0,3 0-13 16,-1-3-30-16,4-5-30 0,0-3-40 0,2 1-43 15,3-3-53-15,-2-3-43 0,0 0-165 0,-2-12-434 16,2 16 192-16</inkml:trace>
  <inkml:trace contextRef="#ctx0" brushRef="#br0" timeOffset="199883.89">22481 1471 7 0,'-19'-22'223'0,"-2"1"-30"0,3 2-2 0,4 5-16 16,-1 0-10-16,2 2-15 0,1 3-13 0,5 1-15 15,-2 1-13-15,4 2-13 0,1 0-20 0,-2 0-42 16,6 5-50-16,0 0-13 0,0 0-39 0,11-7-33 16,2 4-28-16,7 2-94 0,1-1-241 0,9-4 107 15</inkml:trace>
  <inkml:trace contextRef="#ctx0" brushRef="#br0" timeOffset="200918.72">23281 1069 131 0,'0'0'180'0,"0"0"-8"0,0 0-15 16,-36 9-3-16,13 3-10 0,-3 1-5 0,-2 1-3 15,-2 4-1-15,3 0-10 0,-3 1-12 0,6 0-7 16,1 0-14-16,3 0-11 0,8-5-9 16,3 2-4-16,3-5-7 0,3 6-6 0,3-1-3 15,5 1-6-15,3-2-7 0,5-3 0 0,6 6-2 16,-2-5-11-16,8 3 9 0,2-1-12 0,1-5 3 15,3 1-1-15,-2-2-8 0,-3 3 5 0,0-3-7 16,-6-2-3-16,-1 4 1 0,-3-1-6 0,1 2 5 16,-7-2 0-16,0 0-6 0,-3 0 2 15,-2 2-1-15,-4 4 1 0,-6 1-1 0,-6 0-2 0,-6 6-9 16,-7-1-13-16,-3 0-10 0,-2-3 7 0,-2-3-1 16,0-1 8-16,4-7 3 0,8 1 2 0,0-5-1 15,6-3 2-15,2-1 3 0,11 0 1 0,-14-5-10 16,14 5 9-16,-3-16-2 0,7-1-2 0,4-1 3 15,6-5-1-15,2-3-5 0,7 1 5 0,14-11-2 16,-1 0 3-16,0-1-4 0,0 4 9 16,-8 9-3-16,9-9 3 0,-1 2-7 0,-12 9 8 15,3-3-4-15,-5 3 0 0,-1 3 9 0,0-1-5 0,-10 6-3 16,-1 0 16-16,-1 5 15 0,-4-4-5 16,-2 5 0-16,-3-3 0 0,-1 1-6 0,1 10 0 15,-7-15-2-15,-2 6-2 0,0 4 1 0,-2-1-6 16,-2 4 1-16,-4 0-7 0,-4 2 3 0,-6 8 0 15,2 1-1-15,0 4 3 0,-2 3 2 0,2-1-3 16,2 4-5-16,2 4 10 0,5-1-3 0,-1-1 1 16,8-2-4-16,4-1-4 0,4 1 5 0,2 0-1 15,4-1 3-15,12 8 3 0,1-7-8 0,2 3-2 16,6-6-14-16,2-5-15 0,1 2-29 0,2-6-20 16,1 1-34-16,-2-3-5 0,-3-1-13 0,1-2-7 15,1 0 2-15,-9-5 0 0,2 0 3 0,-6-3 20 16,2-1 6-16,-5-2 11 0,-2-1 11 0,-2 3 10 15,-2-3 14-15,-2-1 21 0,-2 0 4 0,-3 11 25 16,5-23 17-16,-3 11 13 0,-1-3 6 0,-1 15 17 16,0-23 17-16,-3 13 14 0,3 10 4 0,-3-17 12 15,3 17-5-15,-2-9-7 0,2 9-9 0,0 0-6 16,-2-10-8-16,2 10-12 0,0 0-3 16,0 0-7-16,0 0-5 0,0 0 2 0,0 0 2 15,0 0-3-15,0 0 6 0,0 0-4 0,9 39-5 16,-6-28 4-16,-3-11-11 0,5 19 2 0,-3-13-1 15,-2-6-2-15,5 13-2 0,-5-13 2 0,3 10-8 16,-3-10 6-16,0 0-3 0,0 0-1 0,0 0 1 16,3 14 0-16,-3-14-2 0,0 0 1 0,0 0-7 15,0 0 6-15,0 0-5 0,20-30-4 0,-14 17 2 16,1-3-1-16,2 2-2 0,-2-3-1 0,2 2 2 16,2 0-3-16,-3 1 3 0,1 4-4 0,-1-1 0 15,-3 4 1-15,4 1-2 0,-2 1-4 0,-7 5 2 16,11-7-4-16,-11 7 3 0,15-3 4 0,-15 3-7 15,13 0 3-15,-13 0 2 0,19 3 3 0,-8 0-2 16,0-3 1-16,-11 0 1 0,21 2 0 16,-10-3 2-16,-11 1-1 0,14 0 3 0,-14 0 0 15,13-4 1-15,-6-2-1 0,1 0 5 0,-8 6-7 0,9-14-1 16,-5 2 4-16,1 2-1 0,-1-1-7 16,-3 0 5-16,-1 0-2 0,3-1 6 0,-1 2-4 15,-2-1-2-15,0 11 5 0,0-15 0 16,0 15 2-16,-1-11 2 0,1 11-7 0,0 0 2 0,-1-14-5 15,1 14-2-15,0 0 4 0,0 0-2 0,0 0-7 16,0 0 14-16,0 0-2 0,0 0 2 0,-2 41 1 16,4-25 1-16,3 1-4 0,-4 0-1 0,3 1 1 15,2-2-1-15,-2 1-1 0,5 0-10 0,-2-7-23 16,2 5-36-16,-1-4-41 0,3-1-42 0,-1 4-37 16,0-8-165-16,-2 1-379 0,-8-7 167 0</inkml:trace>
  <inkml:trace contextRef="#ctx0" brushRef="#br0" timeOffset="201117.84">24176 1185 191 0,'-1'-18'186'0,"0"11"-19"15,1 7 13-15,0 0-4 0,-3-15-21 0,3 15-13 16,0 0-19-16,-2-9-15 0,2 9-7 16,0 0-4-16,0 0-9 0,0 0-4 0,0 0-9 15,0 38-4-15,4-21-7 0,-3 2-10 0,3 0-2 16,0-2-7-16,2 8-22 0,2-7-43 0,-2-1-27 15,0 0-47-15,2-2-39 0,1-2-55 0,-5-2-96 16,1-3-306-16,-5-8 135 0</inkml:trace>
  <inkml:trace contextRef="#ctx0" brushRef="#br0" timeOffset="201242.29">24055 1024 88 0,'-5'-5'57'0,"5"5"-39"0,0 0-46 16,0 0-29-16,0 0 13 0</inkml:trace>
  <inkml:trace contextRef="#ctx0" brushRef="#br0" timeOffset="201469.83">24275 937 1523 0,'0'0'143'0,"0"0"-37"0,0 0-67 15,14-34 14-15,-14 34 3 0,0 0-16 0,0 0-4 16,0 0-5-16,0 0-17 0,0 0 1 0,0 0 4 16,0 0 28-16,0 0 22 0,2 2 12 0,-2-2 6 15,4 41-5-15,-1-12 6 0,-2 3-3 0,0 0-8 16,3-1-15-16,0 2 6 0,0 1-13 16,0-4-3-16,3-3-9 0,0 4 1 0,-1-7-5 15,-3-4-15-15,4-2 6 0,0 1-30 0,-1-4-43 16,3-2-36-16,-2-1-39 0,3-3-47 0,-3-2-35 15,2 4-43-15,-2-6-134 0,-7-5-409 0,0 0 182 16</inkml:trace>
  <inkml:trace contextRef="#ctx0" brushRef="#br0" timeOffset="201707.86">24298 1233 31 0,'-4'-7'155'0,"4"7"4"0,0 0-34 0,14-19-13 16,1 9-18-16,-2 0 1 0,10-7-13 0,0 2-5 15,-1-2-9-15,6 3-5 0,-1 1-6 16,-3-1-7-16,0 1-3 0,1 3-7 0,-10 1-8 16,2 3 2-16,-7 2-10 0,0-2 5 0,-10 6-7 0,14-4 6 15,-14 4-5-15,10 0-4 0,-10 0 5 0,13 6 1 16,-13-6 2-16,10 13-4 0,-4-4 8 0,-3 2-8 16,3 2-1-16,-3 1-2 0,5 2-1 15,-3 2-8-15,-1-1 3 0,1 2-8 0,-1-2-45 0,1 1-50 16,0-1-176-16,-2-1-285 0,0-3 127 15</inkml:trace>
  <inkml:trace contextRef="#ctx0" brushRef="#br0" timeOffset="202167.56">24509 1011 27 0,'0'0'78'0,"38"4"-15"0,-38-4 9 0,32 2-20 15,-12-2 2-15,2-1-5 0,-1 0-7 0,0-1-8 16,1 2 1-16,-3 2 3 0,0-1 3 0,-2-1-10 16,2 4 28-16,-1-1-14 0,-5 3 6 0,1 0 9 15,-3 1-10-15,2 0-2 0,1 3-1 0,1 2-4 16,-4 1-3-16,3 0 5 0,-8-5-12 0,1 2 6 15,2-2-10-15,-4 0 4 0,1-1-6 0,-6-7-9 16,7 9 22-16,-7-9 25 0,3 6 15 0,-3-6 26 16,0 0 15-16,0 0 3 0,0 0-13 15,0 0-11-15,0 0-9 0,0 0-17 0,12-19-2 0,-11 8-7 16,0-1-7-16,3-4-8 0,0 1-4 0,0-1-3 16,1 4-2-16,-1-3-7 0,-4 15-6 0,0 0 2 15,17-40-9-15,-17 40-2 0,0 0 1 0,14-29-3 16,-14 29-4-16,0 0 0 0,0 0-3 0,0 0-10 15,17-19 1-15,-10 19 3 0,-1 3-1 0,-6-3 1 16,14 11 3-16,-9-2-10 0,1 2 8 16,4 4-4-16,-4 0 5 0,-1 2-8 0,1 1-34 15,-1 0-26-15,-2-3-47 0,3 4-52 0,-4-3-76 16,0 2-129-16,-2-7-397 0,0-11 175 0</inkml:trace>
  <inkml:trace contextRef="#ctx0" brushRef="#br0" timeOffset="202517.86">25091 732 3 0,'0'0'174'0,"0"0"-18"0,0 0-14 0,0 0-12 0,0 0 22 16,0 0 9-16,0 0 10 0,0 0-18 0,0 0-8 15,3 99-13-15,-2-70-11 0,4 2-7 0,-5-3-14 16,4-2-8-16,-1 1-5 0,1 3-11 0,-2-4-9 15,5-1 2-15,-2 0-8 0,-1-6-11 0,1-1-3 16,-1-2-22-16,0-4-49 0,-1 0-28 0,6 3-43 16,-6-4-46-16,1-1-30 0,0-2-154 15,-4-8-350-15,0 0 155 0</inkml:trace>
  <inkml:trace contextRef="#ctx0" brushRef="#br0" timeOffset="203018.04">25111 1043 87 0,'2'-9'129'0,"-2"9"-6"0,7-18-6 16,-7 18-10-16,0 0 8 0,0 0-10 0,28-33-16 16,-28 33-4-16,0 0-8 0,28-21-8 0,-28 21-2 15,0 0-14-15,29-13 0 0,-29 13-9 0,0 0-4 16,23-1 0-16,-16 2-2 0,4 2-2 0,-11-3-5 16,13 6 5-16,-4 1-10 0,-3-3 1 0,-6-4-6 15,12 10 5-15,-5-4-7 0,-1-1 4 0,0 1 2 16,-6-6-13-16,10 6 1 0,-3-2 5 0,-7-4-1 15,12 5 1-15,-12-5 11 0,5 4 9 0,-5-4 18 16,0 0 15-16,0 0 16 0,0 0-5 0,12 1 3 16,-12-1 5-16,0 0-2 0,0 0-3 0,0 0-3 15,9-14-9-15,-9 14-1 0,0 0-2 0,0 0-1 16,3-8-9-16,-3 8-4 0,0 0-9 16,0 0-8-16,0 0-6 0,0 0-3 0,0 0-5 15,0 0-3-15,4 26-1 0,-1-6 1 0,3 8-8 16,-4 4 4-16,3 15 0 0,1-11-1 0,-4 13-5 15,1-3-3-15,2 0 5 0,1 3-4 0,-1-3 5 16,-3 2-1-16,0-13-4 0,3 0 3 0,0-4-3 16,0-1-4-16,-1 0 3 0,-3-3 2 0,-2-3-1 15,-2 2-1-15,-1-11 0 0,-4 1-12 0,-2 1 15 16,3-8-3-16,-1 1 1 0,-3-1 9 0,-1-6-6 16,12-3 5-16,-23 5-6 0,23-5 1 0,-31-12-3 15,17 0-5-15,-2-8-2 0,3-4 3 0,3-4-2 16,6-6-3-16,4-18-1 0,3 4-3 0,6-5-10 15,6 2-5-15,3-3-5 0,2 4-5 0,5 4-3 16,3 0-14-16,5 0-15 0,5 3-14 16,0 2-25-16,1 5-29 0,3 2-25 0,-4 5-41 0,-7 9-26 15,1 0-196-15,-1 1-448 0,-1 1 198 16</inkml:trace>
  <inkml:trace contextRef="#ctx0" brushRef="#br0" timeOffset="203286.19">24453 2048 2069 0,'-6'9'25'16,"3"-1"-44"-16,4-2 23 0,-1-6-4 0,18 3-3 0,11-7 0 16,8-9 8-16,23-11-8 0,31-15 1 0,6-12-2 15,-1 2 3-15,5-3-6 0,-5-3-40 0,6 1-29 16,8-6-70-16,-3 2-153 0,-5 1-324 16,-4 0 144-16</inkml:trace>
  <inkml:trace contextRef="#ctx0" brushRef="#br0" timeOffset="203417.81">26194 1151 3359 0,'0'0'62'16,"0"0"-34"-16,0 0-32 0,0 0 3 0,0 0-8 15,0 0-8-15,0 0-31 0,0 0-26 0,0 0-31 16,0 0-45-16,0 0-50 0,0 0-60 0,0 0-171 16,0 0-466-16,0 0 207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4:50:37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6139 4112 21 0,'0'0'24'0,"0"0"2"0,-9-2-2 0,9 2-1 15,0 0-6-15,-9-1 0 0,9 1-4 0,0 0 2 16,0 0-6-16,-11-2 2 0,11 2-5 0,0 0 1 16,0 0-3-16,0 0-1 0,0 0 1 0,-7-2 2 15,7 2-2-15,0 0-3 0,0 0 0 0,0 0 6 16,0 0-8-16,0 0-2 0,0 0 3 0,0 0 3 16,0 0 3-16,0 0-1 0,28 6 6 0,-9-5 1 15,3-1-2-15,9-1 1 0,3 0 1 0,3-2 6 16,13-2 1-16,-9 1 1 0,10-1-9 15,2 0 3-15,2-1 0 0,0 0 6 0,1 0 1 16,0 0-8-16,3 1 6 0,-3 1 1 0,-1 0-8 0,1 0 6 16,-1-1-5-16,3 4-3 0,-1-1 5 0,0 0-7 15,0-2-5-15,-1 1 6 0,2 1 8 0,1-2-9 16,1 0 2-16,-3 0 2 0,1 1 2 0,-3-1 2 16,1-3-8-16,-4 4 3 0,5-1 1 0,-4 1-3 15,-13 0-1-15,11-3 4 0,-14 5-5 0,0-3-4 16,-2 1 7-16,-1 0 0 0,-3 0-4 0,-1 0-1 15,-4 0 6-15,-4 1-3 0,-1 1 3 0,1-2-3 16,-4 1 1-16,0 0-2 0,-4 2 11 0,-1-3 4 16,-4 0 8-16,-9 3-2 0,14-1-3 0,-14 1 9 15,12-2-6-15,-12 2 8 0,0 0 3 0,13-2-4 16,-13 2-4-16,0 0 7 0,0 0-18 0,11-1 6 16,-11 1-3-16,0 0 3 0,0 0-8 0,0 0-1 15,0 0 1-15,0 0-3 0,0 0 3 0,0 0 6 16,11-3-12-16,-11 3-1 0,0 0-1 0,0 0-4 15,0 0-2-15,0 0 0 0,0 0-5 0,0 0-1 16,0 0-12-16,0 0-10 0,0 0-15 0,0 0-8 16,0 0-20-16,6 12-16 0,-6-12-21 15,0 11-72-15,0-11-190 0,0 0 84 0</inkml:trace>
  <inkml:trace contextRef="#ctx0" brushRef="#br0" timeOffset="1163.06">24853 3120 9 0,'37'-4'27'0,"14"2"5"0,2-1-10 15,1 2-1-15,0-2-3 0,2 2 3 0,1 1 0 16,2-2-5-16,1 2 2 0,3-3-4 0,2 0-1 16,23 0 4-16,-25 3-9 0,2 1 2 0,25-5-2 15,-28 6-8-15,3-2 3 0,2 0-3 0,-2 1-1 16,0-1 5-16,-2 0-5 0,2-1 5 16,-6 1 2-16,-3-2-3 0,0-1-4 0,-3 2 4 0,-16 0 1 15,3-1-3-15,-4 1 5 0,1 1-1 0,-6 0-1 16,-2-2 3-16,-7 4-2 0,-5-2 3 0,-6-2 3 15,-1 0 5-15,-2 1 5 0,-2 0 6 0,-6 1 8 16,11-1 1-16,-11 1-3 0,10-3-6 0,-10 3-3 16,0 0 13-16,4-5-14 0,-4 5 1 0,0 0 6 15,0 0-21-15,0-8-2 0,0 8-3 0,0 0 0 16,0 0-1-16,0 0-18 0,0 0-12 0,0 0-15 16,-18 0-8-16,18 0-46 0,-17 9-103 0,5-4 46 15</inkml:trace>
  <inkml:trace contextRef="#ctx0" brushRef="#br0" timeOffset="2476.96">15844 4201 5 0,'34'-3'31'0,"18"-4"2"0,0 1 9 0,3-1 0 0,5-1-7 15,4 0 0-15,28-4-11 0,-27 3 3 0,24-3 2 16,-23 4 0-16,0 1-6 0,29-3 2 16,-30 2 3-16,24-3 3 0,-26 5-7 0,4 0-3 0,25-1 4 15,-30 1-2-15,3 2-10 0,0-1 2 16,-1 1 6-16,-2-1-12 0,0 1 8 0,-4-1 1 0,-1 2-10 16,0 0 4-16,-4-3-1 0,-2 2 1 0,-11 2-4 15,0 0 0-15,-2-1 5 0,0 0-4 16,-2 1-6-16,0-1 10 0,-4 2-2 0,-5 1-7 15,-6 0 2-15,-3-3 3 0,-5 3 2 0,-3 0-6 16,-2-1 0-16,-8 1 7 0,13 0 21 0,-13 0 8 16,7-1 5-16,-7 1-7 0,0 0 5 0,11-3 1 15,-11 3-11-15,4-4-1 0,-4 4 7 0,0 0 2 16,0 0 7-16,1-10-10 0,-1 10-4 0,0 0-9 0,-1-9-4 16,1 9 1-16,0 0-7 0,0 0 0 0,-4-10 2 15,4 10-3-15,0 0 1 0,0 0-12 16,-3-7-8-16,3 7-18 0,0 0-18 0,0 0-18 15,0 0-15-15,0 0-1 0,0 0-6 0,0 0-20 16,0 0-69-16,-4 20-182 0,3-13 81 0</inkml:trace>
  <inkml:trace contextRef="#ctx0" brushRef="#br0" timeOffset="4313.78">20211 4021 30 0,'14'-1'33'15,"5"1"-6"-15,4-3 9 0,-1 2-8 0,8 0-1 16,0 0-3-16,-1 0-4 0,2-3 12 0,1 2-6 15,1 0-13-15,2 2 3 0,2-3 4 0,-1 2-2 0,3-3-2 16,-1 3 3-16,15 0-7 0,-5-2 7 16,3 0-10-16,-12 1 2 0,13 0 5 0,-3 0-8 0,-10 2 3 15,11 0 5-15,-11 0-8 0,12 2 3 16,-13-2-2-16,2 0 2 0,10 0 2 0,-11 0-3 16,12 0-4-16,2 2 8 0,-15-1-8 0,-1-1-4 15,15 3 4-15,-13-3 4 0,12 1-2 0,0-1 1 0,-15 0-3 16,1 3 7-16,15-2-7 0,-16-1-5 0,2-1 4 15,15 2 3-15,-14-1-4 0,0 0-7 16,0-1 10-16,1 2-2 0,0-4 4 0,-2 5 1 16,1-4-2-16,1 4-5 0,13-1 3 0,-18 0 8 15,2 0 5-15,1-1-16 0,-3 0-5 0,2-1 1 0,-2 1-3 16,-1-1 3-16,1 0 2 0,-2-1 5 0,4 2 1 16,0-1-4-16,-1 1 4 0,0-1-3 0,-2 1 0 15,2 0-2-15,0-2 3 0,-2 2 7 16,1-1-5-16,-1 0 0 0,0 1 10 0,-3-2-10 15,3 2 3-15,-1-3 4 0,0 4 8 0,2-2-7 16,-3 1-16-16,1 0 4 0,0 1 4 0,2 1-7 16,-3-2 7-16,-2 0 0 0,5 0 9 0,-3 2-17 15,0-4-1-15,0 4-2 0,1-2-2 0,-1 0 10 16,-3 0 0-16,1 0-3 0,0 1 3 0,0 0-9 16,-10 1 9-16,2-2-1 0,-2 0 0 0,1 1 0 15,0-1-3-15,8 1 6 0,-3-1 7 0,2 2-17 16,-1-2 4-16,0 0 8 0,-5-2-8 0,1 1-2 15,-1 1 4-15,8-1 2 0,-4-1 11 0,-7 1-16 16,8 1-2-16,-5 0 8 0,-2 0-4 0,8 0 2 16,-9 0-4-16,-1-1 2 0,3 3-4 0,-1-2 1 15,-3 0 2-15,-3 0-2 0,4 0 2 0,1 2 3 16,-1-4-1-16,-2 2 0 0,3 2 1 0,1-2 0 16,0 0-2-16,-2 0 1 0,-1 0-4 0,4 0 4 0,-1 0-6 15,1 0 8-15,1 1-1 0,6 0-2 16,-9-1-1-16,3 0 2 0,0 2-7 0,-2-2 4 15,1 1 4-15,-1-1-4 0,1 2 2 0,-1-1-3 16,8-1 8-16,-9 0-12 0,2 0 5 0,0 2-4 16,0-2 15-16,1 1-4 0,6-1 0 0,-6-1 0 0,0 1 5 15,9 0-4-15,-9-2 2 0,-2 1-5 16,8 1-1-16,-6 0 2 0,-1 0-5 0,1-1 7 16,0 1-2-16,-1-2 3 0,-2 3-2 0,2-2 11 15,-1 2-15-15,-2-1-5 0,1 0 11 0,-4 2-18 16,-1-2 7-16,-3 0 4 0,-1 1 1 0,4-1-5 15,-4 0 8-15,4 0-3 0,3 0 1 0,-3 0 12 16,5-2-11-16,0 3-5 0,0-3 9 0,0 1-4 16,-1-1-5-16,-5 2 2 0,0 2 3 0,4-2 4 15,0-2-3-15,1 2-6 0,-4-1 5 0,3-2 1 16,2 2 1-16,-6 0-5 0,-1-1 3 0,-1 2-3 16,1 0 1-16,1-2 0 0,-1 1 4 0,7-1 5 15,-6 1-2-15,3 0-7 0,-1 1 1 0,2-1 0 16,0 1 3-16,-1-2-4 0,0 4 7 0,4-4-16 15,-2 4 12-15,0-4 3 0,0 1-5 0,-2 2-4 16,4 1 5-16,-7-1-10 0,-1-2 8 0,1 2-1 16,-2-1-9-16,5 1 8 0,-1 0 7 0,-1 1-6 0,-1-2 6 15,1 0-1-15,-5 0-3 0,5 0-1 16,3 1-1-16,-3-1 16 0,-1 0-12 0,1 0-1 16,4 0-4-16,-7-1 8 0,3 1-5 0,-5 0 3 15,7 0 5-15,-5 0-3 0,2 1-3 0,-3 1 4 16,0-2-5-16,1-2 9 0,3 4-5 0,1-4-2 15,4 2 3-15,-1 0-1 0,0-1 4 0,2 1-10 16,-3-2 8-16,2 2-8 0,-4-1 12 0,3 0-9 16,1 1-2-16,-2 0-3 0,0 1 6 0,-2-1-12 15,-4 0 11-15,0 0-1 0,0 0-2 0,1 1 2 16,-1-1-2-16,3 0 2 0,-1 0-2 0,0 0-5 16,-1 2 7-16,1-2-1 0,-1 0 8 0,-1 0-3 15,-3 0 0-15,4 1-6 0,-1-1 9 0,2 2-7 16,-3-2 4-16,1-2-2 0,-2 2-1 0,2 0 1 15,-11 0 1-15,16 0 6 0,-10 0-5 0,-6 0 0 16,14-1 1-16,-14 1 1 0,11 0 2 0,-11 0-1 16,10 0 3-16,-10 0-2 0,0 0 2 0,8 0 0 15,-8 0-2-15,0 0-5 0,0 0 6 0,9 1-3 16,-9-1-1-16,0 0 2 0,0 0-6 0,0 0-1 16,0 0-2-16,0 0 4 0,0 0-18 0,0 0-10 15,0 0-17-15,0 0-33 0,0 0-31 0,0 0-22 16,0 0-99-16,0 0-243 0,0 0 107 0</inkml:trace>
  <inkml:trace contextRef="#ctx0" brushRef="#br0" timeOffset="5609.78">15509 4119 10 0,'0'0'15'0,"0"0"4"15,0 0-7-15,0 0-2 0,0 0 0 0,0 0 2 16,0 0 3-16,0 0-3 0,0 0-7 0,0 0-1 0,0 0 5 15,0 0 3-15,0 0 5 0,34-4-5 0,-21 3 7 16,8 1-4-16,-1-3 5 0,9 2-1 0,4-2 9 16,2 1-8-16,1-1 3 0,3 2 7 15,13-2-5-15,0 0 4 0,5-1-4 0,1 0 1 16,6 0-4-16,0 0 4 0,0 0-5 0,29-5 3 16,-30 7-1-16,2 0 2 0,0-4-5 0,25 1 7 15,-28 4 0-15,30 0-6 0,-27-2 0 0,26-3-3 16,-26 4 3-16,27 2-3 0,-1-3-2 0,-28 3-11 15,28 0 8-15,-29 3 8 0,2-2-3 0,-1 3-6 16,2-2-4-16,-4 2-6 0,-1-2 12 0,0 2-5 16,0 0 0-16,-3 0 4 0,-6 2-3 0,0-2-2 15,0-2-9-15,-14 1 8 0,0 0 2 0,3 1-6 16,-1-2 0-16,-3 0 9 0,-1 0-5 0,0-1-4 16,-1-2 2-16,-1-1 7 0,-4 0-5 0,1 2 11 15,-1-2-11-15,-7 0 10 0,-2 1-3 0,7 0 6 16,-6-2-10-16,-5 1 9 0,2 0-2 0,-5 1 0 15,1-1-6-15,-4 0-1 0,2 1 14 0,-12 1-10 16,14 0 3-16,-14 0 1 0,11-2-2 0,-6 0 1 16,-5 2 4-16,9-1-8 0,-9 1 17 0,0 0-9 0,0 0-4 15,9-1 0-15,-9 1-4 0,0 0 2 16,0 0-8-16,8-3 2 0,-8 3 0 0,0 0 3 16,0 0-2-16,0 0-2 0,0 0-2 0,0 0 6 15,0 0-10-15,0 0 3 0,0 0-3 0,0 0 0 16,0 0 4-16,0 0-7 0,0 0-6 0,0 0-10 15,0 0 2-15,0 0-25 0,0 0-1 0,0 0-3 16,0 0-10-16,0 0-18 0,0 0-20 0,0 0-5 16,0 0-73-16,0 0-183 0,0 0 82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4:58:03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 16545 78 0,'0'0'102'0,"0"0"-7"15,0 0-6-15,0 0 3 0,0 0 0 0,0 0-10 16,-27-26 4-16,27 26-4 0,0 0-10 0,0 0-12 15,0 0-4-15,0 0-2 0,0 0-10 0,0 0-1 16,0 0-11-16,0 0 0 0,0 0 0 16,0 0 0-16,0 0 6 0,0 0-3 0,0 0 11 15,0 0-4-15,44 99-2 0,-31-77 3 0,-1 1 1 16,-1 2-1-16,-11-25-4 0,23 45-5 0,-11-21 5 16,-3-2-7-16,2 6 7 0,-11-28-12 0,18 41 2 15,-10-22-2-15,-8-19-1 0,17 36-7 0,-17-36 4 16,13 31-10-16,-13-31 7 0,13 29-7 0,-13-29-6 15,14 29-20-15,-14-29-16 0,11 25-22 0,-11-25-25 16,0 0-24-16,12 28-33 0,-12-28-22 16,0 0-81-16,0 0-256 0,0 0 113 0</inkml:trace>
  <inkml:trace contextRef="#ctx0" brushRef="#br0" timeOffset="387.21">172 16576 70 0,'0'0'104'0,"0"0"-5"0,8-54-5 0,-8 54 3 16,16-25-10-16,-16 25-7 0,0 0-5 16,33-16-5-16,-33 16-8 0,0 0-2 0,43 2 2 15,-43-2-6-15,0 0-8 0,36 22-3 0,-36-22 1 16,25 26-6-16,-25-26-8 0,18 32-1 0,-18-32 0 15,14 36 0-15,-14-36-10 0,0 38 2 0,0-38-2 16,-1 33-2-16,1-33-2 0,-8 35-2 0,8-35 1 16,0 0 8-16,-18 33-11 0,18-33-5 0,0 0-2 15,-14 24 8-15,14-24 1 0,0 0-1 0,0 0 2 16,0 0 4-16,0 0-7 0,0 0 2 0,-11 22-9 16,11-22-4-16,0 0 3 0,0 0 10 0,0 0-13 15,0 0-1-15,0 0-2 0,0 0 10 0,0 0 0 16,0 0 6-16,56 6-7 0,-56-6 0 15,0 0 5-15,38 3-6 0,-38-3 5 0,0 0 1 0,48 2-12 16,-48-2-19-16,38 2-18 0,-38-2-26 16,0 0-40-16,54 0-37 0,-54 0-91 0,0 0-249 15,46-8 110-15</inkml:trace>
  <inkml:trace contextRef="#ctx0" brushRef="#br0" timeOffset="642.19">725 16263 147 0,'0'0'182'0,"0"0"-7"0,0 0-9 0,0 0-11 16,0 0-15-16,-57 24-10 0,57-24 2 0,-16 42-8 15,13-17-16-15,3-25-9 0,-8 49-16 0,8-49-3 16,4 46-10-16,-4-46-2 0,5 39-11 0,-5-39-3 15,16 33-6-15,-16-33-2 0,22 28-5 0,-6-16-1 16,-16-12-12-16,29 22-5 0,-12-15-28 0,2-3-21 16,1-1-21-16,0-3-30 0,2-2-40 0,6-3-56 15,-1-1-120-15,-10-3-315 0,8-4 140 0</inkml:trace>
  <inkml:trace contextRef="#ctx0" brushRef="#br0" timeOffset="905.47">1058 16044 84 0,'-8'-9'265'0,"-1"2"-1"0,9 7-7 0,-14-13-11 16,14 13-14-16,-9-7-22 0,9 7-26 0,0 0-20 16,-6-8-18-16,6 8-7 0,0 0-6 0,0 0-10 15,0 0-8-15,0 0-4 0,37 41-10 0,-21-20-9 16,0 0-6-16,3 3-9 0,-2 0-9 0,-3 2-5 15,3-3-8-15,-3 0-7 0,2 1-3 0,-1 0-14 16,1-2-15-16,0 3-26 0,-3-3-25 0,1-5-10 16,-1 3-14-16,-2-2-24 0,3 2-43 0,-3-4-42 15,-4-2-34-15,2-3-38 0,0 4-159 16,-5-6-430-16,0 0 190 0</inkml:trace>
  <inkml:trace contextRef="#ctx0" brushRef="#br0" timeOffset="1139.79">1068 15941 16 0,'4'-10'167'16,"2"0"-17"-16,-1 1-15 0,3 0-11 0,-8 9-15 15,17-9-11-15,-17 9-13 0,20-3-4 0,-20 3-2 16,18 6-14-16,-6 2-6 0,-5 2-7 15,1 0 3-15,-2 5-5 0,2 2-1 0,-6 2-13 0,1-1-2 16,-2 3-14-16,-1 5-1 0,0-6-20 16,-2 5-26-16,0-8-18 0,0 1-25 0,2-6-29 15,0-12-109-15,-3 24-223 0,3-24 99 0</inkml:trace>
  <inkml:trace contextRef="#ctx0" brushRef="#br0" timeOffset="1529.21">1189 15685 163 0,'0'0'204'0,"-5"-12"-24"0,5 12-21 0,0 0-16 16,0 0-11-16,0 0-4 0,0 0-5 0,0 0-2 15,35 25-8-15,-20-5-14 0,3 5-5 0,1-4-9 16,-2 1-8-16,-2 1-6 0,3-2-13 15,-9-3-3-15,3-4-5 0,3 8-2 0,-6-7-3 0,0-5-11 16,-4-1 0-16,-5-9-2 0,13 16-5 0,-13-16 2 16,7 11-3-16,-7-11-3 0,7 11 0 0,-7-11 2 15,0 0-2-15,0 0 2 0,10 10-1 0,-10-10-4 16,0 0 4-16,0 0-6 0,0 0 0 0,0 0-3 16,0 0-3-16,0 0-2 0,-4-44 1 15,4 27-3-15,0 17-2 0,4-26 2 0,-3 16-2 16,-1 10-5-16,8-21 1 0,-8 21-9 0,5-12 6 15,-5 12 1-15,0 0-3 0,16-10 0 0,-16 10-3 16,0 0 0-16,25 3 6 0,-25-3-2 0,23 7 3 16,-23-7-13-16,22 8-36 0,-10-2-34 0,4 0-32 15,-1 0-43-15,-2-1-41 0,1 0-135 0,-14-5-360 16,22 7 160-16</inkml:trace>
  <inkml:trace contextRef="#ctx0" brushRef="#br0" timeOffset="2285.27">1594 15644 174 0,'0'0'206'0,"0"0"-19"0,-19-1-17 0,19 1-12 16,0 0-16-16,-13 19-3 0,11-8-8 16,2-11-11-16,-1 33-14 0,2-16-4 0,-1 1-15 0,2-2-12 15,4-1-5-15,-6-15-3 0,7 22-11 0,-2-14-5 16,-5-8 0-16,13 15-7 0,-13-15-4 15,12 10-5-15,-12-10 3 0,14 4-1 0,-14-4-9 16,0 0 0-16,0 0 2 0,0 0-4 0,25-13-3 16,-25 13 0-16,8-14-5 0,-8 14-4 0,0-21 5 15,0 21-2-15,0-22-3 0,0 22 1 0,-8-27-3 16,4 11-5-16,-1 1 3 0,5 15 1 16,-6-22 8-16,2 14 4 0,4 8-1 0,0 0-5 0,-10-19 3 15,10 19-10-15,0 0-5 0,0 0-3 0,0 0 2 16,0 0 0-16,0 0-3 0,0 0 3 0,0 0 2 15,0 0-7-15,0 0-1 0,29 38 1 16,-21-29 5-16,2-2-3 0,-10-7 2 0,19 15-1 16,-10-11 0-16,-9-4 2 0,21 5 2 0,-21-5 3 0,24-2-3 15,-24 2 2-15,30-12-3 0,-15 2 4 16,0 0-3-16,-1-2 1 0,-4-4-1 0,2 2 2 16,-3-3-1-16,-4 0-2 0,0 0 4 0,-4 0-3 15,-1-2 1-15,-1 1-3 0,-4-2 0 0,0 1 2 16,-2 1 0-16,0 1-5 0,-2 3 2 0,1 2 4 15,8 12 11-15,-11-18 1 0,11 18-4 0,-7-13-2 16,7 13-8-16,0 0-1 0,-7-11-3 0,7 11 3 16,0 0-5-16,0 0 2 0,0 0 1 0,0 0-3 15,30 45 1-15,-19-29 1 0,0 2 0 16,4 2 0-16,2-1-1 0,-4-3 1 0,2 4 0 0,-2 3 0 16,-3-7 0-16,0-2 2 0,-2 1-1 15,1-2-3-15,0 0 4 0,-3-4-3 0,-6-9-7 0,7 15-3 16,-7-15-1-16,6 10 1 0,-6-10 3 0,0 0-2 15,8 12 5-15,-8-12 0 0,0 0 1 16,0 0 0-16,0 0-2 0,0 0-10 0,0 0 1 16,0 0 0-16,18-41 1 0,-14 24-2 0,4-7-4 15,0 0-1-15,-2-1 1 0,2-3 5 0,0 1-1 16,-3 0 4-16,0 0-2 0,-1 1 1 0,-4 0 0 16,0 0 4-16,0 8 5 0,0 1 6 15,0 17 2-15,-7-24 2 0,0 14 6 0,7 10 4 16,-8-16 2-16,8 16 1 0,-8-7-7 0,8 7-1 0,0 0-3 15,0 0 2-15,0 0 9 0,0 0 4 0,-30 31-3 16,23-16-2-16,2 0-4 0,4 3 3 0,1 0-2 16,4 0-4-16,0-1-1 0,2 1-17 0,4-4-28 15,3-3-24-15,1 4-39 0,4-7-60 16,8 0-63-16,-6-2-177 0,-1-6-431 0,9 0 191 16</inkml:trace>
  <inkml:trace contextRef="#ctx0" brushRef="#br0" timeOffset="2652.17">2393 15470 34 0,'0'0'281'0,"-19"-13"-8"0,13 1-9 0,6 12-10 16,-9-20-23-16,2 3-23 0,2-8-18 0,4-4-21 16,1 2-12-16,1-2-14 0,3 0-18 0,0-3-10 15,1-2-15-15,0 2-11 0,1-1-11 0,0 3-9 16,-5-5-10-16,0 2-11 0,1 1-7 0,-4-3-5 15,-4 6-3-15,2 1-6 0,-1 3-3 0,-2 10-3 16,1 0 1-16,2 4-8 0,4 11 0 0,-9-14-4 16,9 14-4-16,0 0-5 0,-16-6 3 0,16 6-5 15,0 0-1-15,0 0-10 0,-18 36 0 0,14-17-4 16,3-1 1-16,2 2-4 0,7 5-1 16,-3-7 0-16,4 6-4 0,5-2-3 0,0-8-1 0,7 4-1 15,-4-5 3-15,5 2 1 0,2-3 2 16,-1 1-3-16,-4-5 2 0,6 3 3 0,-6-2 4 0,-3-2 3 15,1 1-5-15,-2-1 1 0,-3 0 8 0,-1 0-2 16,-11-7-5-16,17 14-11 0,-9-6-11 16,-8-8-9-16,9 17-18 0,-9-17-16 0,6 15-22 15,-6-15-19-15,1 12-28 0,-1-12-23 0,0 0-134 16,0 0-334-16,0 0 147 0</inkml:trace>
  <inkml:trace contextRef="#ctx0" brushRef="#br0" timeOffset="3040.39">2462 14779 65 0,'-4'-11'231'0,"4"11"-4"16,-6-19-18-16,6 19-26 0,0 0-20 0,-6-15-17 16,6 15-16-16,0 0-8 0,0 0 1 0,0 0-5 15,0 0-7-15,55 18-6 0,-34-2-8 0,-4-3 1 16,5 2-6-16,-1 3-10 0,-5-6-3 0,-2 2-11 15,0-4-3-15,-2 3-7 0,3-3-9 0,-6-1-3 16,1-2-7-16,-10-7 3 0,15 13-6 0,-15-13-4 16,12 10-5-16,-12-10-1 0,9 6 2 0,-9-6-2 15,0 0-3-15,0 0 1 0,10 9-1 16,-10-9 0-16,0 0-3 0,0 0-2 0,0 0-11 0,0 0-5 16,5-31-8-16,-1 14 1 0,-3-4-6 15,3 3 4-15,0 0-1 0,3 1-1 0,1 2-1 16,-2 4-1-16,-6 11 1 0,14-18 0 0,-6 12 0 15,-8 6-2-15,15-5 2 0,-15 5-1 0,21-1 5 16,-21 1 1-16,24 3 0 0,-24-3 1 0,23 7-1 16,-12 0 2-16,-11-7 1 0,22 10-1 0,-13-3-31 15,2 0-33-15,-11-7-40 0,19 9-32 0,-19-9-45 16,16 8-41-16,-16-8-133 0,12 5-387 16,-12-5 172-16</inkml:trace>
  <inkml:trace contextRef="#ctx0" brushRef="#br0" timeOffset="3218.28">2938 14647 73 0,'-8'-16'188'0,"0"3"15"0,2-1 11 16,6 14-5-16,-12-15-7 0,12 15-17 0,-7-12-23 15,7 12-20-15,0 0-14 0,0 0-16 0,0 0-3 16,0 0-8-16,0 0-5 0,0 0-11 0,0 0-5 16,0 0-5-16,34 40-10 0,-22-24-5 0,-3-2-6 15,4 1-7-15,-1 0-30 0,-2 2-26 0,2-3-32 16,1-1-51-16,-2 3-66 0,2-4-72 15,-7-3-117-15,2 0-375 0,-8-9 167 0</inkml:trace>
  <inkml:trace contextRef="#ctx0" brushRef="#br0" timeOffset="3367.91">2852 14489 22 0,'0'0'-4'0,"0"0"-4"16,0 0 2-16</inkml:trace>
  <inkml:trace contextRef="#ctx0" brushRef="#br0" timeOffset="3749.41">2995 14428 147 0,'0'0'226'0,"-2"-16"-18"16,2 16-17-16,0 0-26 0,0 0-16 0,0 0-6 16,0 0-2-16,0 0-4 0,28 18-7 0,-19-9-8 15,5 4-12-15,-1 2-7 0,0 2-9 0,6 1-4 16,-7-1-8-16,1-2-9 0,0 1-11 0,1-1-3 16,-4-1-5-16,1-2-4 0,-3-1-4 0,3 0-6 15,2 0 1-15,-7-1-6 0,-6-10-5 16,15 13 1-16,-6-6-20 0,-9-7-12 0,0 0-5 15,9 9-7-15,-9-9 7 0,0 0-7 0,0 0-17 16,0 0-11-16,0 0-12 0,0 0 4 0,0 0 5 16,0 0-5-16,0 0 7 0,0 0-1 0,-37-45 7 15,20 25 6-15,3-2 2 0,-1-2 0 0,1 0 8 16,-2 1-2-16,1-3 10 0,-1 1 4 0,3-1 2 0,-3 2 5 16,5 2 13-16,3 3 11 0,3 1-3 15,0 7-1-15,2-2 2 0,1 0-1 0,2 13-4 16,1-22 2-16,-1 22 0 0,9-19-8 0,0 10 1 15,3-2-2-15,3 3-10 0,2 0-18 0,2 2-22 16,2 2-33-16,6 0-35 0,1 3-34 0,-7 3-38 16,-1 3-122-16,-3 1-329 0,-1 2 145 0</inkml:trace>
  <inkml:trace contextRef="#ctx0" brushRef="#br0" timeOffset="3899.55">3261 14528 1604 0,'-8'11'107'0,"1"0"-60"0,7-11-34 16,-12 15-4-16,12-15 8 0,-6 11 26 0,6-11 34 15,0 0 12-15,-9 11-7 0,9-11 0 0,0 0-4 16,0 0-13-16,0 0-10 0,0 0-19 16,0 0-23-16,0 0-27 0,0 0-34 0,35-46-41 15,-20 24-63-15,1 2-54 0,-3-3-112 0,2-1-345 16,-2 0 152-16</inkml:trace>
  <inkml:trace contextRef="#ctx0" brushRef="#br0" timeOffset="4152.82">3318 14083 115 0,'0'0'208'16,"-5"-8"2"-16,5 8-4 0,-6-9-10 0,6 9-17 16,0 0-18-16,0 0-23 0,0 0-13 0,0 0-13 15,0 0 4-15,0 0 8 0,0 0-2 0,27 32-6 16,-17-16-9-16,2 5-6 0,2 2-5 0,1 1-1 16,-3-1-7-16,1 2-6 0,-4-2-1 0,-1-4-4 15,2-2-4-15,-1 1-4 0,2-2-6 16,-4 1-8-16,2-3-2 0,0 2-2 0,1-2-10 15,-1-4-1-15,-2-1 7 0,2 0-17 0,-2-3-3 16,3 2 3-16,-1-2-9 0,-9-6-12 0,22 7-23 16,-12-9-19-16,-10 2-23 0,25-2-28 0,-25 2-37 15,24-8-37-15,-9-2-53 0,0 0-51 0,-2-2-160 16,-1-1-455-16,-3 0 202 0</inkml:trace>
  <inkml:trace contextRef="#ctx0" brushRef="#br0" timeOffset="4306.21">3444 14254 95 0,'-21'1'207'0,"3"1"-6"0,4-1 2 0,14-1 5 0,-18 2-2 16,18-2-11-16,0 0-21 0,-16 0-16 0,16 0-16 15,0 0-15-15,0 0-15 0,0 0-19 0,0 0-22 16,19-33-28-16,0 14-29 0,7-3-38 0,2 0-59 16,9-9-52-16,-6 10-57 0,-3 1-111 0,-3 1-327 15,1 4 144-15</inkml:trace>
  <inkml:trace contextRef="#ctx0" brushRef="#br0" timeOffset="4886.14">1076 17151 129 0,'-10'6'200'15,"0"-1"-9"-15,3-2 3 0,7-3-10 0,-13 5-3 16,13-5-15-16,0 0-10 0,-16 3-14 0,16-3-16 16,0 0-12-16,0 0-10 0,0 0-11 0,0 0-10 15,29-52-2-15,1 12-1 0,24-26-5 16,4-2-6-16,9-6-4 0,5-6 1 0,7-2-9 0,16-8 4 15,3-5-5-15,12-5-4 0,3-3-9 0,4 0 0 16,2-6-2-16,4-2-4 0,7-4 3 0,3-1-3 16,4 3-8-16,-8-2-2 0,-1 4-6 0,-6 7-6 15,-4 9-1-15,-12 7 3 0,-8 8-4 0,-10 8 1 16,-8 7-11-16,-9 9 9 0,-25 21 1 16,-3 1 1-16,-15 9-4 0,0 2 2 0,-5 3 1 15,-7 8 3-15,0-1-2 0,-4 3 1 0,-1 3 7 16,-11 7 6-16,12-12 0 0,-12 12 1 0,9-9-2 0,-9 9-4 15,0 0 3-15,10-9-3 0,-10 9-7 0,0 0-21 16,0 0-18-16,0 0-25 0,0 0-34 16,0 0-36-16,0 0-37 0,0 0-57 0,-51 28-258 15,36-17-509-15,-8 6 226 0</inkml:trace>
  <inkml:trace contextRef="#ctx0" brushRef="#br0" timeOffset="6821.32">1937 16890 42 0,'0'0'169'0,"-8"-7"-15"15,8 7-19-15,0 0-16 0,0 0-13 0,0 0-3 16,0 0-10-16,0 0-6 0,0 0-4 16,10 29 0-16,-3-18-10 0,1 0-6 0,4 3-3 0,-1 1-7 15,3-3-5-15,-3-1-1 0,2 0 5 16,5-2-2-16,-2-3-7 0,1 1 1 0,-3-4-1 0,-1-3-4 16,5 0-1-16,-5-1 6 0,2-3 5 0,-1-2-3 15,-4 1 3-15,2-2-1 0,-3-2-3 16,0 2 1-16,-2-1-2 0,1-4-6 0,-3 0-2 0,-2 4 0 15,-3 8-7-15,3-23 0 0,-1 7-5 16,-5 5-1-16,1-1-3 0,-3 1-6 0,1-2 2 16,-4-1-2-16,2 3-2 0,-3-3-5 0,2 4 2 15,0 1-5-15,3 4 1 0,4 5-6 0,-8-8 3 16,8 8-3-16,-5-9-3 0,5 9-1 0,0 0-2 16,-8-5 3-16,8 5-2 0,0 0-2 0,0 0-1 15,0 0 4-15,0 0-3 0,0 0 3 0,16 23-1 16,-16-23 0-16,15 10 3 0,-7-6-1 0,-2 2 0 15,-6-6 0-15,15 1 2 0,-7 1-4 0,-8-2 4 16,14-2 2-16,-14 2-1 0,14-3 4 0,-14 3-1 16,0 0-2-16,17-5 2 0,-13 3-4 0,-4 2 3 15,0 0-1-15,15-10-1 0,-11 5 4 16,-4 5-1-16,0 0-1 0,5-10 1 0,-5 10-2 16,0 0 0-16,5-7 0 0,-5 7-1 0,0 0-3 15,0 0 3-15,0 0-1 0,-8-17 1 0,8 17-1 16,0 0-1-16,-6-9-1 0,6 9 3 0,-7-7-2 15,7 7 0-15,0 0-3 0,-10-8 2 0,10 8 0 16,-7-7 0-16,7 7-5 0,-9-7 5 0,9 7-3 16,-12-8 4-16,7 4 0 0,5 4 0 0,-9-8-3 15,9 8 4-15,-10-6-1 0,10 6-3 0,-9-7 8 16,9 7-3-16,-8-3-3 0,8 3-2 0,0 0 1 16,-7-7 2-16,7 7-3 0,0 0 0 0,-8-5 1 15,8 5-1-15,0 0 0 0,0 0 1 0,-9-5 1 16,9 5 0-16,0 0-2 0,0 0 2 0,0 0-2 15,0 0 4-15,0 0-3 0,0 0 0 0,-9-4 0 16,9 4-1-16,0 0 1 0,0 0-1 16,0 0 1-16,0 0-1 0,0 0-1 0,0 0 0 0,0 0 0 15,0 0 2-15,0 0-2 0,0 0 1 16,0 0-8-16,0 0-9 0,0 0-8 0,0 0-17 16,0 0-10-16,0 0-14 0,0 0-27 0,0 0-18 15,0 0-26-15,3 24-32 0,-3-24-157 0,1 23-356 16,-1-7 158-16</inkml:trace>
  <inkml:trace contextRef="#ctx0" brushRef="#br0" timeOffset="7543.79">1952 16894 211 0,'-15'-9'220'0,"15"9"-10"0,-9-9-18 0,9 9-23 16,-9-6-16-16,9 6-20 0,0 0-17 0,0 0-11 16,0 0-12-16,0 0-11 0,0 0-9 0,0 0-3 15,23 25 0-15,-10-11-4 0,5 5-5 0,2 0-8 16,-6-5-4-16,1-2-2 0,2 8 5 0,0-7-11 16,-3-2-2-16,1 1-5 0,-1-2 1 0,3-2-6 15,-1-1 0-15,-3-1-1 0,-1-3-3 16,1-1-4-16,-1 0 8 0,0-2-9 0,-12 0 3 15,22-5-1-15,-13 1 0 0,1-3-3 0,-3-1 1 16,0-1 4-16,1-6-4 0,0 1-4 0,-1-2 4 16,-6 0-2-16,0-3-1 0,-1 2-1 0,-1-2-2 15,-4-1-2-15,-1 2 0 0,-1-8-5 0,0 9-1 16,-5-7 2-16,2 7 0 0,-2 0-3 0,1 1 0 16,-1 2 4-16,2 1 0 0,4 3-5 0,-3 3-4 0,2 0 3 15,3 1 3-15,4 6-7 0,-7-8-2 16,7 8-5-16,0 0 1 0,0 0 2 0,0 0-3 15,0 0 3-15,0 0 0 0,0 0-1 0,25 42 6 16,-14-29-2-16,5 6 1 0,-2-7-1 0,-1 2 1 16,1-1 1-16,0-4-2 0,0 1 2 0,-2-5 2 15,2 1 4-15,0 2 4 0,-14-8-7 0,20 2 4 16,-9-2-2-16,-11 0 6 0,22-7-4 0,-13 0 6 16,1-3-6-16,1-2 3 0,-1-2-4 0,-7-1 3 15,2-4-4-15,-1 1 9 0,-3 0-5 16,-2-6 0-16,-6 0-1 0,1 0 2 0,-3 2-2 0,-4-4-6 15,2 0 3-15,-3 3-1 0,0 1-1 0,4 6 2 16,2 1-2-16,-4 3-1 0,3 4-2 16,-1-2 2-16,4 4-5 0,6 6 3 0,-12-6-4 15,12 6-2-15,0 0-3 0,0 0-1 0,0 0 3 16,0 0 4-16,-13 23-6 0,13-23 1 16,7 26 2-16,-1-11 1 0,3 1-1 0,4-2 1 0,2-2 2 15,3-1 0-15,8 3 2 0,-6-8-1 0,9 1 0 16,1 2 1-16,-1-3 5 0,-2-3-6 0,1-1 1 15,-7 4 0-15,-1-3 0 0,-1 2 0 16,-2-1 1-16,-4 1 1 0,-2 0-7 0,-3 1-4 0,2 2-5 16,-4 0-1-16,-2 1-5 0,-1 3-8 15,-3-12-16-15,-1 23-16 0,-3-10-16 0,4-13-26 16,-9 20-32-16,9-20-36 0,-12 14-46 0,5-9-122 16,7-5-366-16,0 0 163 0</inkml:trace>
  <inkml:trace contextRef="#ctx0" brushRef="#br0" timeOffset="7730.58">2530 16376 44 0,'0'0'212'0,"0"0"-21"0,0 0-24 16,1-15-13-16,-1 15 7 0,0 0 6 16,17-3-15-16,-17 3-12 0,0 0-8 0,36 18-7 15,-21-8-14-15,2 3-10 0,-3 0-8 0,6 4-11 0,-3-3-18 16,2 4-32-16,-4-5-26 0,4 6-32 0,-6-7-39 15,1 1-38-15,0-1-61 0,-2-1-132 16,-7 1-321-16,-5-12 141 0</inkml:trace>
  <inkml:trace contextRef="#ctx0" brushRef="#br0" timeOffset="8280.56">2890 16384 39 0,'0'0'194'0,"0"0"-1"0,0 0-9 0,0 0-4 16,0 0-15-16,-29-26-15 0,22 18-15 0,0-1-15 16,1-1-16-16,6 10-6 0,-12-22-8 0,8 14-6 15,0-3-7-15,4 11-1 0,-7-20-9 0,5 11-11 16,2 9-3-16,0 0-10 0,3-21-6 0,-3 21-1 16,8-10-4-16,-8 10-4 0,0 0-4 15,18-12 0-15,-18 12-5 0,19-3 1 0,-19 3-2 16,24-3-2-16,-11 2-2 0,5-3 0 0,-2-1-8 0,-16 5-3 15,28-12-4-15,-12 5-2 0,-2-3-2 16,-1-1 2-16,-3 2 3 0,-3-1 0 0,-7 10-4 16,11-21 1-16,-6 10 2 0,-5 11-1 0,1-19 5 15,-1 19-2-15,-4-20 2 0,4 20 2 0,-5-16 2 16,5 16 1-16,-8-12 0 0,8 12 2 0,0 0 3 16,-9-14-2-16,9 14-10 0,0 0-2 0,0 0 0 15,0 0 0-15,0 0 0 0,0 0-1 0,0 0 1 16,0 0 2-16,0 0 2 0,22 43-8 0,-10-27 4 15,3 6 2-15,3 0 1 0,-3 0-2 16,4 0 1-16,-1 0-2 0,2 1 1 0,-3 0 5 0,0 0-5 16,0-1 0-16,-1 0-2 0,3 1-7 0,-1-1-22 15,-4 0-31-15,-3-7-50 0,1 2-52 16,1 3-181-16,-6-3-373 0,0-3 165 0</inkml:trace>
  <inkml:trace contextRef="#ctx0" brushRef="#br0" timeOffset="8642.34">3458 15873 2475 0,'-8'-23'20'0,"-1"7"8"0,-2 0 16 16,6 6 16-16,-1 2-8 0,1 1-3 0,3 0 4 15,-1 2-8-15,3 5-3 0,-2-8-1 0,2 8-11 16,0 0 12-16,0 0-2 0,0 0-4 0,0 0-2 15,7 24-6-15,0-16-2 0,-1 3-3 0,3-2 0 16,4 2-1-16,-3-4-4 0,7 1 1 0,-4-5-3 0,3 4 1 16,1-3-2-16,-1-2-2 0,-2 0 3 0,4-5 2 15,-5 0-4-15,1 0-2 0,0-4-2 16,-2-1 4-16,-3 1-2 0,-3-2-15 0,-1 1 17 16,0-4-4-16,-2 1-15 0,-3-3 11 0,-5-1 5 15,-2 0-1-15,0-2 0 0,-5 2-4 0,-6-5-14 16,3 4 17-16,0 3 1 0,-2 2-10 0,2 2 1 15,-3 1 0-15,4 2-2 0,0 2-12 0,2 3-12 16,-1 1-25-16,-1 2-5 0,4 3-17 0,-4 8-20 16,1 1-24-16,3 2-25 0,-1 1-65 15,3-1-44-15,4 1-160 0,3 0-444 0,1-8 196 0</inkml:trace>
  <inkml:trace contextRef="#ctx0" brushRef="#br0" timeOffset="8882.34">3598 15505 1924 0,'-7'-25'81'0,"-3"-2"30"16,1 9-5-16,-2 3 13 0,1-1-11 0,1-1-6 16,0 0 3-16,-2 4-7 0,4 4 7 15,3 2 0-15,-1 0-18 0,5 7-13 0,-5-8 7 16,5 8-13-16,0 0-3 0,0 0 1 0,0 0-7 16,22 22 10-16,-5 0-3 0,-1 1-2 0,2 2 2 15,0 1-19-15,1 2 2 0,3 2-3 0,-3 1-6 16,-1-3 0-16,2 1-8 0,0 1 1 0,-1-3-6 15,0-1 4-15,-1-2-16 0,-2 0-13 0,-1-1-20 16,0-1-41-16,-6-5-30 0,5 4-32 0,-1 1-48 16,-6-5-59-16,1-1-60 0,-1 0-233 0,0-2-562 15,-3-4 249-15</inkml:trace>
  <inkml:trace contextRef="#ctx0" brushRef="#br0" timeOffset="9134.53">3667 15592 22 0,'2'-17'199'0,"2"-4"3"0,4-3-7 0,3-1-7 0,0 5-4 15,1 5-23-15,-1 3-5 0,3 1-15 16,-2 3-18-16,-1 2-11 0,2 1-3 0,-1 3-11 16,-12 2-2-16,22 8-1 0,-13-1-5 0,3 7-3 15,-3-1-6-15,-4 4-9 0,-1-3-7 0,0 5-3 16,-4 1-9-16,-2-1-3 0,1-1-8 0,-3-1-3 15,-2 0-6-15,2 0-3 0,-2-3-21 0,3-1-16 16,-3-4-21-16,3 2-17 0,1-4-27 0,2-7-23 16,-4 11-39-16,2-8-47 0,2-3-191 0,0 0-403 15,0 0 178-15</inkml:trace>
  <inkml:trace contextRef="#ctx0" brushRef="#br0" timeOffset="9252.04">3891 15525 166 0,'0'0'177'0,"8"-17"-5"0,-5 7-17 15,1 1-7-15,1-1-12 0,1-2-14 0,3-3-11 16,-1-2-15-16,4 2-20 0,1-1-56 0,1-5-87 16,-1 5-152-16,4-7-237 0,0 1 105 0</inkml:trace>
  <inkml:trace contextRef="#ctx0" brushRef="#br0" timeOffset="9676.29">4134 15147 75 0,'0'0'308'0,"0"0"-7"0,-14-13-8 0,14 13-17 16,-10-4-23-16,10 4-28 0,0 0-28 15,0 0-20-15,0 0-16 0,0 0-14 0,0 0-11 16,0 0-16-16,20 29-19 0,-11-13 4 0,0 0-10 16,-3-2-10-16,1 3-9 0,2-2-3 0,-2 0-7 15,0-5-6-15,-1 0-9 0,-2-2-6 0,0 3 0 16,-4-11-5-16,7 11-4 0,-7-11 3 0,5 11 0 15,-5-11 7-15,0 0 8 0,4 11 4 16,-4-11-15-16,0 0 5 0,0 0-6 0,0 0 0 0,0 0-3 16,-16-38-3-16,9 23-20 0,0-9 8 15,-1 1-2-15,-3-4-6 0,3-4-8 0,0-3-3 0,-2-12-4 16,2 14-3-16,2-5 4 0,-2 4-2 0,4 0 0 16,-2 3 0-16,-2 2 6 0,3 1-2 0,0 10 14 15,2 5 4-15,2 1-13 0,1 11-1 16,-2-15 1-16,2 15-1 0,0 0-4 0,14-6 4 15,-14 6-4-15,25 9 0 0,-7 2-1 0,5 5 6 16,2 4-6-16,-4-2-1 0,0 1 11 0,2 1-21 16,-2 2 13-16,0-2 4 0,1-1 0 0,-1-3-6 15,-3 2 3-15,-1-4-18 0,4 2-18 0,-6-5-33 16,0 1-36-16,-1 1-38 0,0-2-49 0,-1 1-45 16,-4-3-65-16,-3-1-243 0,-6-8-583 0,6 12 259 15</inkml:trace>
  <inkml:trace contextRef="#ctx0" brushRef="#br0" timeOffset="10297.44">4193 15190 177 0,'-5'-11'187'0,"6"1"-17"16,-1 10-10-16,11-29-10 0,3 5-9 0,2-1-12 16,3 0-15-16,1-4-11 0,0 4-10 0,-1-2-8 15,-1 3-6-15,2 0 1 0,-1 5-11 0,-5-3 1 16,-1 8 1-16,-3-1-3 0,1 3 0 15,-4 4-3-15,-1 1-9 0,-2 1-4 0,-4 6-6 16,8-9-5-16,-8 9 2 0,9-2 13 0,-9 2 3 16,15 2 1-16,-15-2 8 0,18 9 0 0,-8-3 0 15,1 2-6-15,-1-2 3 0,0 4 0 0,-1-4-17 16,0 4 3-16,0-2-16 0,-3-1 8 0,1 1-6 16,-2-4 0-16,-5-4-1 0,9 10-3 0,-9-10 2 15,5 5 10-15,-5-5 8 0,0 0 6 0,0 0-5 16,0 0-4-16,0 0-3 0,0 0-16 0,0 0 8 15,0 0-3-15,0 0-2 0,0 0-3 0,-30-17-3 16,22 8-9-16,1-1-6 0,-2-3 4 0,1-3-5 16,0-2-3-16,0-6-1 0,3 1-4 0,0-2-1 15,2 6-3-15,3-1 1 0,1 4 1 0,1 4-4 16,0 1-1-16,5-1 2 0,-2 4-2 0,-5 8-6 16,19-10 2-16,-7 10 5 0,-12 0-8 0,24 6 10 15,-7-1-8-15,0 2 5 0,0 5 0 0,-2-3-11 16,0 2 11-16,-2 0 5 0,1-1-1 15,-2 0-2-15,-3-1-1 0,0-5 2 0,-9-4 1 16,11 10-10-16,-11-10 17 0,8 6-1 0,-8-6 3 16,0 0 9-16,8 6 3 0,-8-6-18 0,0 0 10 0,0 0 8 15,0 0-3-15,0 0-8 0,0 0-12 0,0 0 15 16,-13-42-6-16,10 26-2 0,-1-3-8 16,0-6-20-16,2-1 20 0,-2 0-12 0,4-1-4 15,0 6-2-15,4 2-1 0,0 4 4 0,1-1-1 16,-1 4 4-16,1 1-4 0,1 1 5 0,3 5-4 15,-1-3 4-15,-8 8 2 0,22-2 0 0,-22 2 3 16,20 4-16-16,-9 1 16 0,1 0 4 0,1 4-3 16,-2 0 3-16,-2-1 1 0,2 8-6 0,0-4 5 15,-5-1 3-15,3 3 0 0,0-2-6 0,-1 2-29 16,-2-6-39-16,-6-8-52 0,14 19-56 0,-7-13-70 16,-7-6-237-16,7 10-532 0,-7-10 236 0</inkml:trace>
  <inkml:trace contextRef="#ctx0" brushRef="#br0" timeOffset="10538.19">4761 14322 243 0,'-10'-15'254'0,"5"4"0"16,-1 1-13-16,0 1-9 0,6 9-22 16,-6-11-25-16,6 11-30 0,-5-6-3 0,5 6-6 0,0 0-5 15,0 0 14-15,0 0-1 0,32 34-6 16,-17-13-11-16,2 1-5 0,2 2-11 0,-1 1-6 15,-3 1-10-15,3-3-6 0,-5 2-6 16,2 4-10-16,-1-1-6 0,5-4-15 0,-3-2 2 0,-1-1-22 16,-3-3-13-16,-3-2-26 0,1-1-18 0,-2-1-26 15,1 1-31-15,-2-4-29 0,1-2-39 0,-2 1-32 16,-6-10-34-16,9 17-50 0,-5-9-216 0,-4-8-511 16,0 0 226-16</inkml:trace>
  <inkml:trace contextRef="#ctx0" brushRef="#br0" timeOffset="10784.01">4823 14437 53 0,'-4'-16'221'15,"3"-3"-7"-15,2 2-11 0,3 1-11 0,1 0-3 16,0 3-14-16,4 1-12 0,1 4-16 0,-1 3-9 16,1-2-13-16,-10 7-14 0,23-4 7 15,-10 5-6-15,-13-1-10 0,24 7-6 0,-7-1-3 16,-8 1-14-16,0 2 8 0,0 0-3 0,-3 1-7 15,1 3 0-15,-5 3-14 0,-1-4 3 0,-1 5 0 16,0-17-6-16,-7 33-7 0,3-17-5 0,-5 3-8 16,-3 4-11-16,2-6-16 0,1-2-17 0,2 1-24 0,1-6-24 15,6-10-36-15,-7 17-46 0,7-17-50 16,-4 10-50-16,4-10-195 0,0 0-464 0,0 0 206 16</inkml:trace>
  <inkml:trace contextRef="#ctx0" brushRef="#br0" timeOffset="10929.5">5142 14354 56 0,'7'-14'300'16,"-7"14"-17"-16,4-9-7 0,-4 9-6 0,0 0-2 16,3-11-7-16,-3 11-13 0,0 0-22 0,0 0-33 15,0 0-9-15,7-11-21 0,-7 11-28 0,0 0-45 16,0 0-48-16,0 0-39 0,0 0-46 0,0 0-65 16,0 0-100-16,0 0-233 0,-10 45-476 15,0-27 212-15</inkml:trace>
  <inkml:trace contextRef="#ctx0" brushRef="#br0" timeOffset="11237.66">3969 15938 192 0,'-29'25'258'0,"6"-4"-21"0,5-5-25 0,5-5-16 0,7-4-2 15,4-4 8-15,2-3 6 0,0 0 1 16,24-19-9-16,5-6-10 0,15-18-13 0,34-29 5 16,8-6-23-16,-2-7-15 0,14-7-6 0,-4-2-19 15,8-6-9-15,-1 5-4 0,-5-1-16 0,5 5-5 16,-3 0-8-16,-11 9-8 0,-6 4-8 0,-11 16-4 16,-25 23-6-16,-6 5-4 0,-13 10-8 0,-4 5-8 15,-7 4 3-15,-3 5-10 0,-2 1 0 0,-4 0-24 16,-1 4-6-16,-5 5-25 0,7-13-25 15,-7 13-27-15,4-10-28 0,-4 10-40 0,0 0-58 0,0 0-84 16,0 0-238-16,0 0-575 0,0 0 256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7:00:43.3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28535 5941 40 0,'7'5'92'16,"-7"-5"-10"-16,2 4-12 0,-2-4-8 0,3 7-1 15,-3-7-7-15,0 0-1 0,3 8-6 0,-3-8-12 16,0 7-1-16,0-7 2 0,0 0-3 0,3 6-7 16,-3-6-11-16,0 0 13 0,3 6-13 0,-3-6 3 15,0 0-3-15,0 0 1 0,0 0-1 0,0 0 8 16,0 0-4-16,0 0 1 0,3 5 5 0,-3-5-5 15,0 0 8-15,0 0 3 0,0 0 2 0,0 0 6 16,0 0-10-16,0 0 3 0,0 0 3 0,0 0-3 16,0 0-5-16,0 0 5 0,0 0-9 0,0 0 2 15,-7 8 2-15,7-8-2 0,0 0 5 0,0 0-2 16,0 0 0-16,-5 6 1 0,5-6 1 0,-4 5 1 16,4-5-4-16,0 0-6 0,-6 6 2 0,6-6 0 15,-2 6 2-15,2-6 0 0,0 0-4 16,-6 5 9-16,6-5-1 0,0 0-2 0,-6 9 5 0,2-6 3 15,4-3-6-15,-5 5 4 0,5-5-5 0,-8 4 1 16,8-4 4-16,-8 4-2 0,8-4 1 0,0 0 1 16,-6 4 0-16,6-4-4 0,0 0 1 0,0 0 3 15,-9 3-4-15,9-3-5 0,0 0-1 0,0 0 0 16,-9 2-3-16,9-2-5 0,0 0 2 0,0 0-3 16,0 0 1-16,-7 1-3 0,7-1-1 0,0 0-1 15,0 0 0-15,0 0 0 0,0 0 3 0,0 0 0 16,0 0 6-16,0 0 3 0,0 0 1 0,0 0 2 15,0 0 3-15,0 0 2 0,0 0-1 0,0 0-3 16,-9-6-2-16,9 6 0 0,0 0 1 0,0 0-7 16,-4-7-1-16,4 7-4 0,-3-8 3 0,3 8-9 15,-4-14 8-15,2 6-7 0,0-1-2 0,-3-3-2 16,2 2 3-16,0-2-3 0,-2 1 1 0,0-2-2 16,0-3 0-16,-1 1 2 0,1-2-1 0,0 2-3 15,-1-2 0-15,3 0-2 0,1-1 5 0,-4 1-4 16,4-9 0-16,-1 2 0 0,3-2-1 0,0-2-2 15,0-2 2-15,0-1-4 0,3-3 2 0,-1-2-1 16,5-12-1-16,-3 2 4 0,6-1-3 0,-1-2 1 16,1 4 0-16,-2-3-5 0,0 14-16 0,-1-17-2 15,2-1 3-15,0 3 4 0,0-4-2 0,2 3 1 16,-3-2-2-16,0 6 2 0,1-4 7 0,-1 15-2 16,1-11 2-16,-3 14-2 0,2-4 6 0,3-9-1 15,-4 14 1-15,1-3 0 0,2 3-1 0,0-3 1 16,1 3 0-16,-1-3-3 0,1 5 5 0,1-2 0 15,-1-1-2-15,0 3-4 0,2 0 5 0,0 1-1 16,0 0 0-16,-1 2-1 0,0-2-2 0,2 3 8 16,-3 3-3-16,-1 5 4 0,1 1 1 0,-1-1-2 15,-4 2 5-15,3 1-4 0,-4 4-5 0,2-2 5 0,1-2 0 16,-2 3 0-16,3-3 0 0,-2 5 0 16,-1 0-1-16,-1 1 4 0,2-2-2 0,0-1 0 15,-1 1-1-15,1 1 3 0,0-1-3 0,2 2 4 16,-3-1-2-16,1 2 0 0,-3-1 2 0,5-1-5 15,-4-1 0-15,-1 3 7 0,1 1 0 0,-3 1 2 16,-2 5 0-16,7-8 5 0,-4 3-5 0,0-2 0 16,1-2 1-16,0 1-1 0,1-1-1 0,-4 3-2 15,4-4 0-15,-3 4-4 0,1 1 5 0,-3 5-1 16,7-9 0-16,-5 5-3 0,-2 4 6 0,5-7-5 16,-5 7 0-16,4-4-1 0,-4 4 5 0,0 0-4 15,3-7 0-15,-3 7 3 0,0 0 2 0,0 0-5 0,0 0 1 16,0 0 2-16,2-7 1 0,-2 7-3 15,0 0 1-15,0 0-1 0,0 0-1 0,0 0 1 16,0 0 0-16,0 0 5 0,0 0-6 0,0 0 0 16,0 0 3-16,0 0-1 0,0 0-1 0,0 0-4 15,0 0 6-15,0 0-6 0,0 0 6 0,0 0-4 16,3-5 2-16,-3 5-1 0,0 0 0 0,0 0 0 16,0 0 0-16,0 0 2 0,0 0-1 0,0 0 1 15,0 0-1-15,0 0-4 0,0 0 3 0,0 0 1 16,0 0 2-16,0 0-4 0,0 0 2 0,0 0 0 15,0 0-2-15,0 0 1 0,0 0 2 0,0 0-4 16,0 0 3-16,0 0 2 0,0 0-1 0,0 0-3 16,0 0-1-16,0 0 2 0,0 0 2 0,0 0 0 15,0 0 1-15,0 0-1 0,0 0-1 0,0 0-1 16,0 0 0-16,0 0-1 0,0 0 4 0,0 0-8 16,0 0 5-16,0 0 1 0,0 0 2 0,0 0 1 15,0 0-1-15,0 0-2 0,0 0 2 0,0 0-1 16,0 0 6-16,0 0-6 0,0 0 0 0,0 0 1 15,0 0 0-15,0 0 2 0,0 0 1 0,0 0 1 16,0 0 7-16,0 0-9 0,0 0 0 0,0 0 0 16,0 0 0-16,0 0-2 0,0 0 1 0,0 0 1 15,0 0-2-15,0 0-1 0,0 0 3 0,0 0-2 16,0 0 0-16,0 0-3 0,0 0-1 0,0 0 4 16,0 0-6-16,0 0 6 0,0 0 0 0,0 0 0 15,0 0-2-15,0 0 2 0,0 0-3 0,0 0 5 16,0 0-5-16,0 0-2 0,0 0 1 0,0 0 0 15,0 0-2-15,0 0 0 0,0 0 3 0,0 0 0 16,0 0-1-16,0 0 2 0,0 0 0 0,0 0 0 16,0 0-1-16,0 0-1 0,0 0 2 0,0 0-4 15,0 0 4-15,0 0-2 0,0 0-1 0,0 0 0 16,0 0-2-16,0 0 5 0,0 0-5 0,0 0 1 16,0 0 0-16,0 0 0 0,0 0 0 0,0 0 1 15,0 0 1-15,0 0-3 0,0 0 5 0,0 0-3 16,0 0-1-16,0 0 3 0,0 0 0 0,0 0-1 15,-10 21 3-15,7-16-3 0,3-5 2 0,-3 9-4 16,3-9 4-16,-2 9-5 0,2-9 2 0,-4 9 1 16,4-9 3-16,0 10-1 0,0-10-1 0,-2 13 2 15,0-5-2-15,2-2 0 0,0-6 0 0,-1 17 0 16,-1-7 3-16,0-1-5 0,1 1 4 0,1 2-3 16,-1 1 1-16,-2-2-2 0,3 1 2 0,0 1 3 15,0-3-1-15,0 0-4 0,0 2 1 0,-2-2 2 16,2 2 2-16,0 1 0 0,1-2-3 0,0 0 1 15,2 1 0-15,-1-1-1 0,1-1 0 0,-2 1 2 16,2 2-2-16,-1-3 4 0,1 2 4 0,0-1-10 16,1 4 5-16,0-2-5 0,0 1 5 0,1 4 0 15,-1-3-7-15,1 2 5 0,0 0 0 0,-1 1 2 16,1 1 2-16,0-1-2 0,0 1-1 0,-2-2-3 16,3 0 4-16,-1 1-1 0,-1 3 3 0,0-2-4 15,0 6-1-15,1-6 1 0,0 6 1 0,-2-5-1 16,-1 5 3-16,1-5-3 0,2 4 4 0,-1-3-5 15,0-2 3-15,0 0 1 0,-1 2 2 0,5 2-3 16,0 3-2-16,-5-7 3 0,3 6 1 0,-1-1-2 16,0-4-2-16,1 6 0 0,1-1 2 0,-1 1 9 15,0 0-8-15,3-3-1 0,-1 1 0 0,2 2 1 16,3-2-3-16,-3 2 1 0,1 1 5 0,0-2-8 16,0 0 5-16,0 1-1 0,1 0 3 15,0 0-1-15,3-3-1 0,-3 1 4 0,2-1-2 0,0 0-3 16,0-1 6-16,0 0 5 0,-5-5-1 0,6 4 0 15,-4-3-6-15,1 5 2 0,-2-6 1 0,1-3 6 16,-2 2-5-16,3 1-3 0,-1-1 0 0,-1 0 0 16,3 0-2-16,0-1 0 0,-1 0 2 15,1-3-4-15,1 2 3 0,-1 0-2 0,0 0-2 0,-1-1 2 16,0-1 1-16,3-3-2 0,-1 1 0 0,2-2-3 16,-6 0 4-16,0-3-4 0,3 0 5 0,-2 0-4 15,-2 2 3-15,3-4-5 0,-3 1 3 0,0 0-2 16,1 0 4-16,-2-2-2 0,-8-2-1 0,15 5-2 15,-9-3 4-15,-6-2-7 0,12 2 8 0,-12-2-5 16,9 5 4-16,-9-5-3 0,0 0-1 0,12 2 4 16,-12-2-4-16,0 0 2 0,8 2-4 0,-8-2 4 15,0 0-2-15,0 0 3 0,11 3-2 0,-11-3-2 16,0 0 2-16,0 0-1 0,0 0 5 0,0 0-8 16,13 0 6-16,-13 0-2 0,0 0 2 0,0 0 4 15,0 0-5-15,0 0-6 0,0 0 4 0,0 0 0 16,0 0 1-16,0 0 3 0,0 0-4 15,0 0 4-15,0 0 1 0,13-2 0 0,-13 2 2 0,0 0-2 16,0 0 6-16,0 0-4 0,0 0 1 0,0 0 1 16,0 0 1-16,0 0-2 0,0 0 4 15,0 0-4-15,0 0 1 0,0 0-4 0,0 0 0 16,0 0 1-16,0 0 1 0,0 0-5 0,0 0 4 16,0 0-4-16,0 0 4 0,0 0-1 0,0 0 0 15,0 0-2-15,0 0 3 0,0 0 3 0,0 0 1 0,0 0-1 16,0 0 5-16,0 0 0 0,0 0 3 0,0 0-1 15,0 0 4-15,0 0-2 0,0 0 7 0,0 0-2 16,0 0-1-16,0 0 0 0,0 0-2 0,0 0-3 16,0 0-2-16,0 0-4 0,0 0 3 0,0 0 0 15,0 0-3-15,0 0 1 0,0 0-1 0,0 0-4 16,0 0 0-16,0 0-1 0,0 0-1 0,0 0 2 16,0 0-3-16,0 0-1 0,0 0 1 0,0 0 3 15,0 0 0-15,0 0-7 0,-19-20 2 0,19 20 0 16,0 0-1-16,0 0-2 0,-7-9-1 15,7 9 5-15,0 0-4 0,-7-9 0 0,7 9 3 16,-6-8 1-16,6 8-3 0,-7-10 1 0,7 10 0 16,-6-9-1-16,6 9-2 0,-6-10 4 0,2 3-2 0,4 7 0 15,-7-16-1-15,3 7 0 0,2 0-8 16,-2-3 6-16,-1 0-2 0,1 0 2 0,-1-5 3 0,2-1-10 16,0-1 3-16,-3-8 0 0,3 3-6 0,0-1 10 15,2 0-15-15,-2 1 0 0,3-2 4 0,-1-1 0 16,1 3 0-16,-1-5-2 0,2 1-3 15,0-2-6-15,4-4 9 0,-2-1-7 0,3-11 2 0,-6 12-9 16,9-16-1-16,-2 1 2 0,2 0 1 0,1 1 0 16,-1 0 8-16,2 2-4 0,-2 11 4 15,2-14 3-15,-3 15 0 0,3-13 5 0,0 3-3 16,-1 11-3-16,2-13 6 0,-1-1 2 0,0 2-2 16,-1-1 30-16,-1-1-2 0,3-2-1 0,0 3 0 15,-4 12-1-15,6-12-8 0,-8 12-2 0,2 2 4 0,1-3-7 16,-3 2 4-16,1 1-1 0,-1 1 0 15,4-1-3-15,-2 6 3 0,0-3-4 0,1 2 1 16,1 2-1-16,-1 0 4 0,-2 7 9 0,5-4-3 16,-3-1-2-16,-2 5-2 0,0 0-2 0,2 0 5 15,-3 2-35-15,2 0 6 0,0-2-1 0,0 0 5 16,0 2-2-16,0-1 6 0,0 2-4 0,2-1 6 16,-1 0 1-16,-2 2-1 0,0 1 1 0,3-4 0 15,-2 4 1-15,-2-4 0 0,-1 9 5 0,1-3 0 0,-1 1-2 16,2 0 3-16,-1-4 1 0,1 6-2 0,-2-1-3 15,-1 1 2-15,-1 2 1 0,0-1 0 16,0 2 2-16,0 0-4 0,-3 5 4 0,4-7 0 16,-4 7-3-16,5-10 3 0,-2 5-1 0,-3 5-1 15,5-10 1-15,-5 10 1 0,5-7 0 0,-5 7 3 16,3-4-3-16,-3 4 1 0,0 0 0 0,4-6 1 16,-4 6-3-16,0 0 1 0,0 0 2 0,0 0 0 15,0 0 1-15,0 0-2 0,3-7-2 0,-3 7 3 16,0 0-2-16,0 0 3 0,0 0-4 0,0 0 4 15,0 0-1-15,0 0 0 0,0 0 0 0,0 0 2 16,0 0-2-16,0 0 0 0,0 0 4 0,0 0-3 16,0 0 0-16,0 0 2 0,0 0-3 0,0 0 7 15,0 0-6-15,0 0 4 0,0 0-4 0,0 0-2 16,0 0 2-16,0 0 0 0,0 0-3 0,0 0 1 16,0 0 0-16,0 0 1 0,0 0-4 0,0 0 5 15,0 0-4-15,0 0 2 0,0 0-2 16,0 0 0-16,0 0 1 0,0 0-3 0,0 0 1 15,0 0 3-15,0 0-2 0,0 0 0 0,0 0 1 16,0 0 4-16,-10 19-1 0,10-19-3 0,-2 13-1 0,-1-9 1 16,2 3 3-16,1-7 0 0,-5 10 2 0,3-3-2 15,2-7-5-15,-3 12 2 0,1-7 1 16,2-5-4-16,-1 10 3 0,-2-2 2 0,3-8-1 16,0 11 0-16,0-3 1 0,-1-1 0 0,0 2-2 15,1-9 0-15,-1 12 2 0,2-5-4 0,-1-7 3 16,-1 15-2-16,-1-6-1 0,2 1 2 0,0 0 1 15,-1 3 5-15,2-2-2 0,-2 3-1 0,1 0 2 16,-1-3-2-16,2 5-2 0,-2 1 2 0,1 0 2 16,0 1-1-16,-2 0 0 0,1 1 0 0,1 0 3 15,-1 0-3-15,-2 6 7 0,1-6-2 0,2-1-6 16,-3 9 5-16,3-8 4 0,0 6-3 0,0-6 1 16,3 0-1-16,-3 7 2 0,0 2 6 0,0-3-8 15,1 3 1-15,-1-3 1 0,1 2-1 0,2 1 4 16,-2 3-6-16,2-1 1 0,1 0 3 0,-1-1-7 15,1 0 9-15,-1-3-4 0,6 2-6 0,-3-3 2 16,1 1 2-16,-1 0-2 0,2-2 1 0,-1 2 0 16,1-2 4-16,0 1-3 0,-1 2 3 15,2-1-2-15,3 3-3 0,-2-1 1 0,1 3 3 0,1 0-3 16,2-1 2-16,0 0-4 0,0-1 2 0,-1 1-2 16,1-2 8-16,-1 0-7 0,-3-1 1 0,1 1 1 15,0-5-5-15,-1-1 5 0,3 0-1 0,-6-3-4 16,2-1 4-16,-1-3-4 0,1 2 0 0,0-2 5 15,-5 0-3-15,5 2 4 0,1-2-5 0,-4-4-1 16,3 2 4-16,3 0 4 0,-3 0 0 16,1 0-1-16,0-4 2 0,0 1-4 0,2 0 3 15,-2-1 7-15,2 1-12 0,-2 3 3 0,1-3-1 16,0 0 1-16,-2-1-4 0,-1-1 4 0,1-1-3 0,0 2 1 16,0-3-1-16,1 2-2 0,-2-2 2 15,-8-6-3-15,12 8 5 0,-1-3-1 0,-11-5 1 0,13 6-2 16,-13-6 3-16,19 5-1 0,-19-5-5 15,14 7 3-15,-14-7-4 0,14 1 6 0,-14-1-1 16,14 3-3-16,-14-3-1 0,14 2 3 0,-14-2-4 16,0 0-1-16,21-1 5 0,-21 1-1 0,12 1-1 15,-12-1-2-15,0 0 3 0,17-1-2 0,-17 1-1 16,0 0 0-16,0 0 1 0,15-1-1 0,-15 1 3 16,0 0 2-16,0 0 2 0,0 0-5 0,0 0 0 15,0 0-4-15,0 0 4 0,0 0 0 0,16-1 2 16,-16 1-4-16,0 0 2 0,0 0 0 0,0 0-3 15,0 0 1-15,0 0 1 0,0 0 0 0,0 0-2 16,0 0 0-16,0 0 4 0,0 0-3 0,0 0 0 16,0 0 3-16,0 0 0 0,0 0-6 0,0 0 3 15,0 0 7-15,0 0-6 0,0 0-2 0,0 0 3 16,0 0-3-16,0 0 15 0,0 0-11 0,0 0 9 16,0 0-7-16,0 0 1 0,0 0-3 15,0 0 7-15,0 0 7 0,0 0-6 0,0 0 3 0,0 0 4 16,0 0 0-16,0 0 1 0,0 0 3 0,0 0-3 15,0 0-1-15,0 0 1 0,0 0-4 0,0 0 4 16,0 0-2-16,0 0-2 0,0 0-9 0,0 0 2 16,0 0 3-16,0 0-3 0,0 0 5 0,0 0-1 15,0 0-11-15,0 0 3 0,0 0-1 16,0 0-20-16,0 0-22 0,0 0-24 0,0 0-32 16,0 0-43-16,0 0-41 0,0 0-42 0,0 0-39 15,0 0-260-15,-51-2-561 0,51 2 248 0</inkml:trace>
  <inkml:trace contextRef="#ctx0" brushRef="#br0" timeOffset="8048.94">17050 8693 30 0,'-16'0'57'16,"9"2"-8"-16,-3-2-4 0,0 2-7 0,-2 2-1 15,3 0-5-15,-2 0-2 0,1 0-5 0,-2-1-3 16,2 2-2-16,0 0-7 0,-3 1 5 0,1-2-18 16,2 1 16-16,0 0 2 0,1 0-5 0,0-2-1 15,1 0 0-15,-2-1-5 0,4 0 4 0,-1 1-3 0,1 0-1 16,-1-2 1-16,-1 2-2 0,8-3 1 15,-13 3 0-15,5-1-4 0,8-2-2 0,-10 1-2 16,4 0 1-16,6-1-1 0,-11 4 6 0,5-4 1 16,6 0 1-16,-10 6-1 0,3-4-3 0,7-2-5 0,-12 3 1 15,7-3 1-15,5 0 6 0,-9 4 2 16,9-4 5-16,-7 3-4 0,7-3 6 0,0 0-3 16,-9 1 5-16,9-1-2 0,0 0 8 0,0 0-8 15,0 0 1-15,0 0 4 0,0 0-4 0,0 0 0 0,0 0 5 16,0 0-10-16,0 0-1 0,0 0-7 0,0 0 15 15,0 0-6-15,0 0-7 0,0 0 5 0,0 0-2 16,0 0 0-16,0 0-5 0,0 0 9 16,0 0-4-16,0 0 0 0,0 0 0 0,28-6 8 0,-19 6-6 15,2 0 0-15,-1 0-4 0,4 0-2 0,4-2 2 16,1 4-1-16,0-2 3 0,0 1 6 0,4-1-3 16,-1 0-9-16,6 0 16 0,-7 1-7 15,7-1 9-15,0 0-16 0,1 0 10 0,2 3 13 0,1 0 4 16,-2-3-14-16,4 3 13 0,-1-2-9 0,0 2 1 15,3-3-1-15,1 0-4 0,0 0 4 0,-2 2 8 16,2-1-7-16,-3 0-12 0,2 0 5 0,2 3-4 16,-3-1 1-16,1-1-4 0,1-1 2 0,15 2 0 15,-16 0-2-15,1-1 2 0,14 1 3 0,-13-2-7 16,13 1 4-16,-12 1 1 0,0-3 4 0,13 3-11 16,-13-3 1-16,1-2 3 0,-1 0-2 0,1 2 0 15,0-2 6-15,-2 0-2 0,0 1 3 0,-3 2-6 16,-1-1 2-16,0-1-1 0,-2 4 5 0,-2-3 1 15,1 2-3-15,-2 2 11 0,2-1-10 0,-3 2 1 16,0-3 6-16,3 1-12 0,-2 2-2 0,1-1 3 0,-1 0 4 16,3-3-1-16,0 2-6 0,0 0 7 15,2 0-5-15,1-2 2 0,1 0 0 0,-1-1 7 16,1-1-6-16,-1 1 5 0,-2 0 3 0,-1-1-4 16,0-1-1-16,-4 1-3 0,-1 1 0 0,-7 1 3 0,2-1 2 15,0 2-3-15,-6-1-9 0,1 0 7 0,-3-1-4 16,0 1-3-16,-1-1 14 0,1 1-7 15,-3 0 0-15,5-1-2 0,-6 1 3 0,3-1-5 16,1 0 5-16,-3 0 3 0,3 2-2 0,-2-5-3 0,1 3 7 16,-1-1-4-16,0 1 4 0,-1 0-4 0,-4-1-2 15,-7 1 1-15,11 0-2 0,-11 0-1 16,9-1 1-16,-9 1-1 0,9 1 3 0,-9-1 0 16,0 0 1-16,0 0-12 0,0 0 11 0,9-2-4 0,-9 2 3 15,0 0-4-15,0 0-2 0,0 0-2 0,0 0-17 16,0 0-8-16,0 0-15 0,0 0-19 15,0 0-17-15,1 8-16 0,-1-8-15 0,0 0-16 0,0 0-22 16,-7 13-117-16,-1-7-282 0,0-2 126 0</inkml:trace>
  <inkml:trace contextRef="#ctx0" brushRef="#br0" timeOffset="8832.67">18882 7909 27 0,'0'0'55'0,"9"3"1"0,-9-3 2 15,14 1 10-15,-7 0-8 0,4 0-6 0,1 1 1 16,1 0 2-16,6-2 3 0,2 5-16 15,4-2-2-15,5 1-6 0,-1 0 16 0,2-1-26 0,1 2 5 16,2 0 1-16,3-1-4 0,-2 1 6 0,3 3-8 16,13 0-22-16,-12-2 22 0,12 4-7 0,-3 0-2 15,-9-3 9-15,12 2-6 0,-12-2-9 0,13 3 3 16,0-3-6-16,-1 0 14 0,-1 1-10 0,2-2 0 16,1 1-1-16,-2-4-4 0,2 1 6 0,-3 1-2 15,5-3-4-15,0-1-2 0,3-1 2 0,-1-1-3 16,2 0-1-16,-3-2 3 0,4 0 4 0,0-1-2 15,2 1 1-15,-3 0-1 0,-5 0-4 0,3 3 9 16,-4 0-3-16,-3 0 0 0,-9 0-4 0,-4 0 10 16,0 2-5-16,2-1-5 0,-6 0 7 0,1-1 1 15,-2 2-7-15,0-4 8 0,-2 4 0 0,-3-2-2 16,-6 0 4-16,0 0 0 0,-3 0 3 0,-1 0 0 16,0 0 0-16,1 0 4 0,0 0 4 0,-5 0-1 15,-1-2-3-15,1 2 10 0,-3 0-4 0,2-2-5 16,-2 0-1-16,-2 2 3 0,-8 0-4 0,14-1-3 15,-8-1-3-15,-6 2 3 0,10-1 2 0,-10 1-9 16,0 0 2-16,9 0-6 0,-9 0-4 0,0 0 1 16,0 0-17-16,0 0-29 0,0 0-30 0,0 0-30 15,0 0-11-15,-29 4-27 0,12-1-91 0,-9 0-248 16,-5 1 111-16</inkml:trace>
  <inkml:trace contextRef="#ctx0" brushRef="#br0" timeOffset="9764.73">17450 8085 31 0,'-7'0'43'0,"7"0"0"0,-13 1-6 16,13-1-5-16,-12 1-2 0,12-1 1 0,-11 0-1 15,11 0-5-15,-10 4-6 0,10-4 0 0,-9 4 0 16,9-4-4-16,-9 4-1 0,9-4-1 0,-7 1 1 15,7-1-3-15,0 0 7 0,-7 3-5 0,7-3 3 16,0 0-2-16,0 0 0 0,-8 3-6 0,8-3 12 16,0 0-6-16,0 0 6 0,0 0-9 0,0 0 1 15,0 0 5-15,0 0-1 0,0 0-2 0,0 0-8 16,0 0 5-16,0 0-1 0,0 0-6 0,0 0 4 16,0 0-2-16,0 0-1 0,0 0 2 0,0 0-3 0,0 0 5 15,-8 3 3-15,8-3 5 0,0 0-3 0,0 0 5 16,0 0 0-16,0 0 2 0,-6 4 0 15,6-4 8-15,-9 3-8 0,3-1 4 0,-6 2-7 16,3-1-3-16,-2 4 13 0,-3-4-16 0,-2 3 3 0,0 0 7 16,0 1-1-16,2-3-7 0,-1-1 7 0,1 0-2 15,2 1-5-15,0-1 1 0,1-1-2 16,2-1-1-16,2 1 6 0,7-2 3 0,-16 1-8 16,10 0 11-16,6-1 0 0,-11 1 8 0,11-1-4 0,-8 0 1 15,8 0-1-15,0 0-6 0,0 0-2 0,-9 2 5 16,9-2-2-16,0 0-13 0,0 0 6 0,0 0 2 15,0 0-7-15,0 0 1 0,0 0 2 0,0 0-1 16,0 0-6-16,0 0 7 0,0 0 7 0,0 0 1 16,42-8 3-16,-15 2 3 0,6 0-2 0,4-1 4 15,16-4-3-15,0 0 0 0,6-4-1 0,0-1 0 16,2 1 4-16,27-8-2 0,-29 7 4 16,31-4-2-16,-31 6-6 0,6 0 2 0,-3 1-5 0,3-2-2 15,-2 7 0-15,-7-1 0 0,-5 2-5 0,-13 2-2 16,-4 0 3-16,-3 1-4 0,-3 0 1 0,-6 2-2 15,-2 2-4-15,-6 0 0 0,-1-2 2 0,-3 1 0 16,-2 1-2-16,-8 0 0 0,14 0-3 0,-14 0 0 16,9-2 13-16,-9 2 1 0,0 0 5 0,0 0-2 15,9 0 2-15,-9 0-5 0,0 0-2 0,0 0 1 16,0 0-4-16,0 0 1 0,-32 10-1 0,21-6 0 16,0 1-10-16,-1 0-24 0,1-1-34 0,-3 6-38 15,4-3-32-15,-3 0-30 0,1 6-29 0,0-4-107 16,0 1-314-16,-2-1 139 0</inkml:trace>
  <inkml:trace contextRef="#ctx0" brushRef="#br0" timeOffset="32032.83">29541 9624 91 0,'0'0'137'0,"-1"-10"-17"0,1 10 0 0,-1-9-6 16,1 9-2-16,-2-11-5 0,2 11 12 15,2-11-3-15,-2 11 0 0,-2-12-7 0,4 6-12 16,-2 6-8-16,-2-13 9 0,4 6-1 0,-2 7-3 15,-2-13-5-15,-1 7-2 0,3 6-9 0,-3-12 5 0,3 12-1 16,-3-8-3-16,3 8-7 0,-3-9-5 16,3 9-8-16,0 0-5 0,-7-6-9 0,7 6-3 15,0 0-10-15,-5-2 0 0,5 2-4 0,0 0-5 16,-10 12-3-16,5-3 2 0,0 3-4 0,-4 5-2 16,0 5-4-16,2-3-3 0,1 6 2 0,0 3-3 15,1-3 0-15,2 3 2 0,-1-1-8 0,4 2 5 16,-1 0-4-16,1-1 1 0,2 0 3 0,1 4 0 15,0-1 0-15,-1-2 0 0,-1 4 1 0,4-4-1 0,-2 2 1 16,-2-1-1-16,0 0-2 0,-1-1 1 16,2-3-2-16,-4 1 4 0,0-3-5 0,1-3 5 0,1-2-4 15,-2 8-2-15,0-10 1 0,1 0 1 16,-2-1-2-16,1-1 0 0,-1 1 0 0,2-5-1 0,-3 0 4 16,3-1-1-16,-2 0-2 0,0 0 2 0,2-2-2 15,-1-2-1-15,2-6-4 0,-3 11-19 0,3-11-24 16,-5 10-22-16,5-10-27 0,-5 6-37 15,5-6-15-15,-8 0-36 0,8 0-40 0,-14-6-119 0,4-2-370 16,1-1 164-16</inkml:trace>
  <inkml:trace contextRef="#ctx0" brushRef="#br0" timeOffset="32481.18">29190 10146 70 0,'0'0'140'0,"-4"-4"-22"16,4 4-5-16,0 0-10 0,0 0-20 0,8-13-1 15,2 9 0-15,8-3-3 0,7-3-9 0,5-4 3 16,2-1-11-16,2 4-5 0,2-3 1 0,-3 1-12 16,2 1-6-16,-3 2 6 0,-3 1-8 0,-2 2-2 15,-9 0-8-15,-5 2 3 0,-1 2-8 0,1-3 3 16,-4 2-7-16,-9 4 3 0,19-4 0 0,-14 2-1 16,-5 2 1-16,0 0 3 0,14-1-2 15,-14 1 0-15,0 0-3 0,8 3 7 0,-8-3 3 0,0 0-1 16,0 7 1-16,0-7-3 0,-5 12 6 0,5-4 1 15,-3 1-6-15,0 3 3 0,1-2-5 0,1 1 1 16,-3 1-8-16,4 0 1 0,-1-1 0 0,2 0-6 16,-1 0 2-16,3-4 0 0,-1 1-2 0,3 0-2 15,0-2 3-15,1 0-2 0,-1-2 1 0,1-4 1 16,2 3-2-16,3-3 0 0,1-3-4 0,-3 0 4 16,5-1 1-16,-4-2 2 0,5-5-1 0,-2-1-5 15,-1 1 4-15,0-2-5 0,-1-2 1 0,-4 1 2 16,1-1 6-16,-4 4 1 0,-3-1-4 0,-1-5-1 15,-4 5-1-15,-5-2-2 0,0-2-2 0,-4 2-4 16,0 3 2-16,-3 2 2 0,-3 1-5 0,4 1-1 16,-4 3-5-16,6 3 1 0,-6 1-5 0,6 1-11 15,-6 4-8-15,1 1-15 0,1 5-18 0,2 0-19 16,1-1-30-16,6-1-27 0,0 0-25 0,3 4-151 16,0-5-337-16,3 0 149 0</inkml:trace>
  <inkml:trace contextRef="#ctx0" brushRef="#br0" timeOffset="32638.19">30000 9923 31 0,'14'-1'121'0,"-8"0"2"0,-6 1-16 16,15-3-11-16,-5 1-11 0,-3 1-9 15,4 1-12-15,-2 1-27 0,2-1-33 0,-11 0-19 0,14 0-20 16,-5 3-34-16,-5 0-36 0,1 1-112 15,-1 2 49-15</inkml:trace>
  <inkml:trace contextRef="#ctx0" brushRef="#br0" timeOffset="32775.01">30024 10037 64 0,'-7'8'161'0,"-2"-4"-14"0,0 2 0 0,2 0-7 16,1-2-9-16,0 0-16 0,2 1-11 0,4-5-3 0,-4 7-24 15,4-7 4-15,0 0-5 0,0 0-7 0,14 9-11 16,-2-8-23-16,7-1-35 0,9-5-55 0,-1-2-66 15,1-1-101-15,5-5-240 0,1 0 106 0</inkml:trace>
  <inkml:trace contextRef="#ctx0" brushRef="#br0" timeOffset="33631.55">30999 9209 140 0,'-3'-13'206'0,"3"1"-3"0,-2 2-9 16,1 1-3-16,1 9-9 0,0-12-11 0,0 12-14 16,1-10-19-16,-1 10-18 0,0 0-12 0,0 0-12 15,0 0-9-15,0 0-8 0,0 0 23 0,13 46-1 16,-5-18 11-16,-3 1-5 0,1 6-11 0,2 10-11 15,-2 1-7-15,1-11-8 0,-3 0-4 0,0 1-7 16,2-1-6-16,-4-3-3 0,2 0-7 0,-1-5 2 16,-1 0-14-16,1-1 2 0,-1-6-3 0,2 6-6 15,-1-7 1-15,1 0-2 0,2-2-3 0,-2 2-14 16,0-2-31-16,0-1-52 0,1 2-61 0,-4-6-44 16,3 4-42-16,-3 3-224 0,-3 0-485 0,-4-4 215 15</inkml:trace>
  <inkml:trace contextRef="#ctx0" brushRef="#br0" timeOffset="33782.21">30700 10094 81 0,'0'0'183'16,"26"-19"-18"-16,-2 8 3 0,4-3-7 0,8 0-7 15,13-9-8-15,2 4-13 0,-1 2-10 0,3 1-13 16,0-3-11-16,-5 3-10 0,1 4-15 0,-17 3-29 15,0 4-69-15,-12 2-71 0,0 3-174 0,-10 0-292 16,-10 0 130-16</inkml:trace>
  <inkml:trace contextRef="#ctx0" brushRef="#br0" timeOffset="34149.39">30709 10343 222 0,'7'3'239'0,"4"-1"4"0,-2 0-13 0,2 3-21 16,0-2-19-16,-3 3-17 0,1-1-13 0,-4 1-12 15,2 2-10-15,-3 1-9 0,-1 2-2 0,-3-1-9 16,0 3-6-16,-4 1-14 0,-1 2-5 0,-5 0-10 16,-6 4-9-16,1-5-7 0,-1-1-4 0,1-2-5 15,-5 4-6-15,2-5-6 0,-1-2 4 0,2-1-13 16,2 1 0-16,-3-4-1 0,4 0-11 0,5-1-3 15,-3 0 1-15,2-1-2 0,10-3-2 0,-14 0-8 16,14 0-4-16,-13 0-5 0,13 0 0 0,0 0-10 16,0 0-1-16,0 0 1 0,0 0 3 0,0 0-2 15,0 0 2-15,0 0-1 0,0 0 3 0,36 0-5 16,-26 3 3-16,3-1 2 0,1 0-2 0,4 3 4 16,0-1 1-16,0-1-2 0,1-2 1 0,-1 1 0 15,0 2 1-15,0-1-2 0,-3 0-7 0,-1 1-35 16,-2-2-43-16,-2-1-47 0,0 1-67 0,-2-1-51 15,-3 0-175-15,-5-1-462 0,0 0 205 0</inkml:trace>
  <inkml:trace contextRef="#ctx0" brushRef="#br0" timeOffset="34365.01">30963 10326 223 0,'2'-6'230'0,"-2"6"-24"0,4-7-16 0,-4 7-7 15,0 0 15-15,0 0 8 0,0 0 8 0,14 13-12 16,-10-4-4-16,1 2-13 0,1 7-18 0,-3-1-10 16,0 1-24-16,3-2-15 0,-1 1-9 0,-1 1-13 0,-2 0-5 15,2-1-9-15,1-2-11 0,-4-2-2 16,2-2-38-16,-2 1-47 0,-1 5-52 0,0-6-64 16,0-1-61-16,1-1-55 0,-1-2-203 0,0-7-488 15,2 13 217-15</inkml:trace>
  <inkml:trace contextRef="#ctx0" brushRef="#br0" timeOffset="34565.97">31107 10373 122 0,'2'-6'260'0,"0"-1"-16"0,-2 7-26 16,2-10-16-16,-2 10-16 0,2-5-15 0,-2 5-13 16,0 0 21-16,0 0 6 0,0 0 4 0,11 13-6 15,-9-4-20-15,0 1-16 0,2 2-6 0,1 2-17 16,-4 4-11-16,2-2-15 0,-1-1-8 0,0-3 1 15,1 4-26-15,0-4-2 0,-1 0-11 0,1 0-25 16,1 4-46-16,-3-6-55 0,0 0-61 0,2 0-67 16,-2-1-49-16,-1-4-214 0,0-5-504 0,0 0 223 15</inkml:trace>
  <inkml:trace contextRef="#ctx0" brushRef="#br0" timeOffset="34714.81">31038 10375 149 0,'4'-6'144'0,"3"1"-12"0,2-3-11 16,7-2-17-16,-2 3-10 0,5-3-6 0,-1 3-12 15,2-2-30-15,10 0-33 0,-4-1-36 0,1 2-24 16,1-3-20-16,3 4-72 0,-6-2-150 0,2 0 67 16</inkml:trace>
  <inkml:trace contextRef="#ctx0" brushRef="#br0" timeOffset="34918.94">31405 10219 178 0,'10'-5'43'0,"-4"-2"28"0,1-1 19 0,-2 1 15 16,-3 0 4-16,1 2 13 0,-2-6 4 0,-1 11 9 15,1-11 6-15,-1 11 7 0,0-9 2 0,0 9 1 16,-4-9-5-16,4 9-15 0,0 0-14 0,4-7-16 16,-4 7-6-16,0 0-9 0,0 0 33 0,0 0 4 15,9 28 8-15,-5-11-8 0,1 9-15 0,-2 1-2 16,2 1-8-16,-3-1-9 0,-3 0-8 0,6 1-10 16,-1-2-8-16,-4-2 1 0,1-5-11 0,2 0-5 0,0-1-1 15,-1 0-11-15,1-1 3 0,-2-2-12 16,-1-3-19-16,4-2-25 0,-3 0-35 0,-1-2-39 15,0 0-43-15,0-8-52 0,0 0-52 0,0 15-43 16,0-15-166-16,0 0-484 0,0 0 214 0</inkml:trace>
  <inkml:trace contextRef="#ctx0" brushRef="#br0" timeOffset="35204">31488 10043 16 0,'11'-12'222'0,"-2"3"-17"15,0 1-6-15,0 3-22 0,0 1 16 0,1 4-16 16,2 2-12-16,-3 1-17 0,-2 2-15 0,1 2-8 16,2 2-11-16,-5 3-12 0,2 5-9 15,-6 0-10-15,-2 2-4 0,-2 0-11 0,-2-1-5 0,-3 5-4 16,0-4-9-16,0-4-3 0,-1-1-4 0,0 0-7 16,-4-1-1-16,5-4-4 0,2 1-3 0,0-3-2 15,2-3-4-15,4-4-2 0,-5 8-2 0,5-8-4 16,-3 7-4-16,3-7 4 0,0 0-3 15,9 9-1-15,-1-7-2 0,2-1 5 0,3 1-4 0,6-1-21 16,3-2 1-16,-1-2-17 0,9-2-31 0,2-2-27 16,1 0-42-16,4-3-44 0,-1-1-31 0,0-3-159 15,-2 4-391-15,-2-4 174 0</inkml:trace>
  <inkml:trace contextRef="#ctx0" brushRef="#br0" timeOffset="35417.01">32249 9923 121 0,'4'-12'175'0,"-2"1"1"0,-1 2 1 15,-1-1-10-15,0 10 4 0,-7-10-4 0,2 4-4 16,-1 5-11-16,6 1-9 0,-17 3 2 16,8 4 1-16,-8 6 4 0,-4 9-6 0,2 5-9 15,-3 1 2-15,-4 12-11 0,9-9-7 0,-1-1-7 0,5 1-5 16,5-2-22-16,1 0-7 0,2-5-10 16,6 2-2-16,1-7-3 0,6-1-9 0,0-1-3 0,3-3-11 15,11 2-6-15,2-4-15 0,3-2-31 16,6-5-32-16,2-2-41 0,-1-1-33 0,2-2-36 15,1-2-46-15,-4-2-29 0,-1 4-213 0,-10-1-479 0,-2-2 213 16</inkml:trace>
  <inkml:trace contextRef="#ctx0" brushRef="#br0" timeOffset="35668.07">31049 10969 247 0,'-57'32'282'0,"12"-6"-28"16,20-9-28-16,10-5-18 0,8-1-9 0,7-3-2 16,9-3 4-16,20-3 1 0,27-7-8 15,44-16-9-15,18-14-15 0,16-8-1 0,17-9-8 0,7 0-14 16,3-6-13-16,-10 1-18 0,-4 8 1 0,-6 4-18 16,-16 6-8-16,-6 0-8 0,-10 9-8 15,-10 1-9-15,-36 12-12 0,25-7 5 0,-36 8-19 16,-15 4-16-16,-2 3-23 0,-5 3-18 0,-30 6 8 0,35-9-35 15,-35 9-44-15,0 0-53 0,24-9-73 0,-24 9-85 16,0 0-233-16,0 0-576 0,0 0 255 0</inkml:trace>
  <inkml:trace contextRef="#ctx0" brushRef="#br0" timeOffset="39599.01">29594 12168 64 0,'-3'-10'128'0,"2"-2"-2"16,-3 1-6-16,0 0 1 0,0 1 10 0,1 0 6 15,-1-1-1-15,-1 3-4 0,-1-1-8 0,0 2-10 16,-2 0-11-16,5 2-11 0,3 5-5 16,-9-5-6-16,2 3-9 0,7 2-10 0,0 0-7 15,-19 10-2-15,11 1-6 0,2 6-3 0,-3 7 1 0,1 7 0 16,3 15 0-16,0 1-7 0,4-1 1 16,3 4-3-16,1-3 11 0,1 3-7 0,1-2-5 0,0 0-2 15,1-14-4-15,-2 2-4 0,3-3-2 0,-2-2 0 16,0-1-3-16,-1 2-4 0,2-5 2 0,-6 0 0 15,3 1-3-15,-3 1-5 0,-2-4 2 0,-3 0 0 16,3-7-4-16,-1 1 1 0,1-2 0 0,-2-4-8 16,0-2-8-16,1 4-15 0,-1-4-21 0,2-4-19 15,1-2-21-15,-1 4-19 0,2-9-21 0,0 0-17 16,0 0-38-16,0 0-11 0,0 0-100 16,-11-18-313-16,8 5 140 0</inkml:trace>
  <inkml:trace contextRef="#ctx0" brushRef="#br0" timeOffset="39981.8">29406 12669 50 0,'-3'-9'112'16,"3"9"-13"-16,0 0-5 0,0 0-6 0,4-10-2 15,-4 10-21-15,14-5-6 0,-2 0-3 0,3-2 1 16,5 2-16-16,7-2 1 0,3-3-4 0,-2-1-2 16,2 3-4-16,-3-1 0 0,1 2-4 0,-8 2 4 15,-1-2-13-15,-8 5-3 0,1-1-3 0,-1 1 0 16,-1 0 4-16,-3 1 13 0,-7 1-7 0,11 0 22 15,-11 0 8-15,0 0 14 0,5 4 1 0,-5-4 4 16,-2 11-6-16,2-11 1 0,-5 18-3 0,1-8-4 16,2 2 0-16,-2-2-5 0,1 4-7 15,0-4-3-15,1 2-7 0,2-1-4 0,0-1-2 0,-1 0-2 16,3-5-2-16,1 2-1 0,2 2-2 0,0-5-4 16,3 0 3-16,2-1-4 0,0-2-1 0,3-2-1 15,-2-2 0-15,5 0-3 0,-5-2-1 0,6-4 0 16,-6 2 0-16,3-5-3 0,-3 4-2 0,-1-4 2 15,-4 3-1-15,-1-1 3 0,0 1-5 0,-5 0 6 16,-1-2-5-16,-4 1-4 0,-1 1 4 0,-3 0-4 16,-2 1-2-16,-3-2 3 0,-1 3-3 0,-3 2 0 15,-1-1-1-15,6 5-3 0,-5 0-2 0,2 0-9 16,1 2-22-16,4 0-25 0,1 2-27 0,2 1-34 0,3-1-23 16,5-3-20-16,-6 9-144 0,5-3-332 15,1-6 147-15</inkml:trace>
  <inkml:trace contextRef="#ctx0" brushRef="#br0" timeOffset="40114.05">30086 12465 10 0,'9'-3'107'0,"-3"0"-6"0,4-1-15 0,-3 3-12 16,0-2-30-16,-7 3-28 0,13-1-21 0,-13 1-27 15,12 3-36-15,-9-1-71 0,-3-2 31 0</inkml:trace>
  <inkml:trace contextRef="#ctx0" brushRef="#br0" timeOffset="40240.4">30159 12545 28 0,'0'0'152'0,"0"0"-13"0,-4 5-16 0,4-5-8 16,0 0-15-16,0 0-12 0,0 0-10 0,0 0-3 16,15 1-21-16,-3-5-34 0,8 0-45 0,7-7-67 15,-2-1-51-15,4-4-154 0,-1-2 68 0</inkml:trace>
  <inkml:trace contextRef="#ctx0" brushRef="#br0" timeOffset="40582.98">31044 11966 32 0,'0'0'209'15,"0"0"4"-15,0 0-6 0,0 0-4 0,0 0-6 16,-19 15-15-16,11-1-11 0,-1 4-8 0,0-1-23 15,-2 6-5-15,2 1-14 0,4 0-14 0,1-4-12 16,3-2-6-16,-3-3-11 0,8 0-4 0,-3-2-8 16,5-3-4-16,2 1-8 0,0-3-6 0,6-4 1 15,-3 0-5-15,5-3-3 0,0-2-3 16,3-1-8-16,-3-2-2 0,3-2 1 0,-2-3-1 0,-1 1-4 16,-2-3 2-16,-1-3 0 0,-3 0 1 0,0-1 8 15,-3 5 1-15,-5-8 0 0,0 6 5 0,-4-1-9 16,-3-4 4-16,-2 1-9 0,-4 2-2 0,1-3-4 15,-5 6 2-15,-1-3-7 0,-3 3 4 0,3 3-9 16,-5 5 6-16,2-1-22 0,-1 4-16 0,-1 4-25 16,1-1-25-16,-7 8-22 0,10 1-24 0,0-2-56 15,4 0-45-15,6 2-43 0,5 1-141 0,0-3-434 16,6-3 192-16</inkml:trace>
  <inkml:trace contextRef="#ctx0" brushRef="#br0" timeOffset="40719.99">31361 12030 252 0,'0'0'223'0,"8"-2"-18"0,-8 2 2 0,0 0-12 16,0 0-2-16,2-6-17 0,-2 6-14 0,0 0-22 15,0 0-14-15,0 0-20 0,0 0-31 0,0 0-55 16,0 0-58-16,0 0-56 0,0 0-51 0,0 0-156 16,0 0-326-16,0 0 145 0</inkml:trace>
  <inkml:trace contextRef="#ctx0" brushRef="#br0" timeOffset="41031.93">31585 11908 61 0,'0'0'198'15,"0"0"-2"-15,0 0-6 0,0 0-2 0,-18 0-10 16,18 0-9-16,-8 10-9 0,3-5-4 0,-1 4-20 16,-1-1-11-16,4 3-12 0,-1 1-7 0,2 0-13 15,1-2-8-15,4 0-9 0,-1 0-6 0,5-2-7 16,-1 1-5-16,5-1-1 0,0-3-9 0,0 1-1 15,6-1-3-15,1-1-6 0,0-4 0 0,-1 0-3 16,0 0 1-16,1-5-10 0,-5 0 6 0,0-2 3 16,-3 2 5-16,-1-2 2 0,1-3-4 0,-6-2-3 15,2-2 5-15,-3 2-6 0,-2 0-2 0,-1-5 6 16,-4 1-8-16,-1 1-1 0,0-1 2 0,-4 1-8 16,0 1-7-16,-1 1 1 0,-3 1-5 0,0 1-6 15,2 5-10-15,-6-1-19 0,4 5-15 0,-1 0-21 16,1 5-19-16,0 1-33 0,0 1-48 0,1 3-17 15,3 2-30-15,3-2-19 0,1 2-149 0,3-2-405 16,2-8 180-16</inkml:trace>
  <inkml:trace contextRef="#ctx0" brushRef="#br0" timeOffset="41400.08">32001 11707 97 0,'2'-6'216'16,"-2"-1"7"-16,0 7 2 0,0-11 7 0,0 11-7 15,-3-12-6-15,3 12-13 0,-4-8-13 0,4 8-11 16,-2-7-23-16,2 7-24 0,0 0-12 0,0 0-1 16,0 0-18-16,-17 17-10 0,9-3-11 0,1 2 0 15,-5 9-13-15,2 1-1 0,1 1-10 0,-2-1-5 16,3 2-6-16,3-1-9 0,0-8 3 0,2-2-8 16,-1 2-3-16,6-3-6 0,0 1-2 0,-1-2 0 15,5-2-4-15,-1-4 0 0,1 1 1 0,2-2-5 16,-2-2-3-16,2-1 1 0,1 0 4 0,1-2-9 15,-1-3 11-15,1 0-10 0,-1-2 1 0,-9 2 2 16,15-6-1-16,-9 3 2 0,0-3-2 0,2-2 1 16,-5-1-4-16,0-1 3 0,-2-1-8 0,-1 1 12 15,0 1-13-15,-2-1 6 0,-1 2-3 0,-2-2-7 16,-1 3 0-16,-1 0 4 0,-2 2 3 0,-1 0-7 16,-1 5 2-16,-1 3-3 0,-4 0-2 0,-1 4-15 15,-1 2-14-15,3-1-27 0,-1 3-28 0,6-5-29 16,-3 6-36-16,7-3-55 0,1 0-33 0,2 1-221 15,2-3-501-15,1-7 221 0</inkml:trace>
  <inkml:trace contextRef="#ctx0" brushRef="#br0" timeOffset="41748.14">32217 11603 18 0,'0'0'236'0,"0"-9"-5"0,0 9-4 0,-2-9-13 16,2 9-12-16,0 0-20 0,-7-8-16 0,7 8-15 16,0 0-13-16,-7 0-15 0,7 0-11 0,0 0-13 15,-8 10-10-15,8-10-10 0,0 13-8 0,0-6-7 16,0-7-7-16,5 15-4 0,0-7-8 0,0 2 3 16,2-3-8-16,2 2-2 0,3 3-3 0,0-2-7 15,5-2-1-15,-5 3-2 0,4 1-1 0,-3-3-3 16,2 1-1-16,0-3-5 0,-3 4 2 0,3-2-4 15,-6 1-2-15,-1 0-2 0,3 0 0 0,-6-2-3 16,2 3 3-16,-2-3-2 0,0 2-1 0,0-1-1 16,0-1 1-16,-4-2-2 0,-1 0 3 0,0-6 1 15,-1 11 7-15,-1-4-6 0,-4-1 5 0,-1 3-2 16,-2-2 0-16,-1 0-5 0,-3 0-14 0,0-3-22 16,-3 1-35-16,-2-1-34 0,-2-2-49 0,0 0-47 15,3-2-32-15,3 0-158 0,-6-4-415 0,3-1 185 16</inkml:trace>
  <inkml:trace contextRef="#ctx0" brushRef="#br0" timeOffset="41931.75">32228 11637 78 0,'7'-10'188'0,"1"2"-19"0,1-2 0 16,0 2 2-16,4-6-1 0,1 2-5 0,1 2-11 15,0-1-14-15,5 2-13 0,-3 0-11 0,0-3-15 16,1 2-2-16,-7 4-16 0,6-2-9 0,-5 4-12 15,-3-1-17-15,-1 1-35 0,-1 2-44 0,-7 2-43 16,11-2-63-16,-5 1-172 0,-6 1-338 0,0 0 150 16</inkml:trace>
  <inkml:trace contextRef="#ctx0" brushRef="#br0" timeOffset="42767.42">31153 12501 90 0,'-18'2'177'0,"0"-1"3"15,4 0-2-15,0 1-5 0,1-1-5 0,2 0-9 16,-1 1-11-16,2-2-11 0,5 2-12 0,5-2-14 16,0 0-7-16,0 0-15 0,0 0 0 0,0 0-9 15,29-9-5-15,7 0-11 0,23-7-3 0,33-8-8 16,2-2-1-16,9-5-9 0,5 2-1 0,-2-1-5 15,-2 2-4-15,-6 0-4 0,-5 3-1 0,-3-1-5 16,-33 8 1-16,1 4-3 0,-3 0-7 0,0 3 3 16,-17 1-3-16,-2 3-3 0,-5-2 3 0,-2 0-6 15,-3 1 4-15,-7 3-2 0,-2 0-2 0,-5 2-2 0,-4 1 4 16,2-2 3-16,-2 3 32 0,-8 1-4 16,10-1-5-16,-6-3-3 0,-4 4-7 0,0 0-1 15,0 0-10-15,0 0-15 0,0 0-36 0,-31 15-36 16,7-4-51-16,-4 4-54 0,-17 8-52 0,-9 4-157 15,1 0-418-15,-25 11 185 0</inkml:trace>
  <inkml:trace contextRef="#ctx0" brushRef="#br0" timeOffset="43030.91">31530 12662 104 0,'0'0'223'0,"-10"3"-21"16,10-3-5-16,0 0 8 0,0 0 4 15,0 0-12-15,0 0-11 0,0 0-22 0,-7 6-3 16,7-6 12-16,0 0-5 0,10 20-4 0,-2-4-19 16,0 0-11-16,-2 4-12 0,6 2-4 0,-2 0-23 15,-2 2 5-15,2 1-10 0,-5-2-11 0,1 1-9 16,-4-4-3-16,3-2-13 0,-1 2 2 0,-2-1-20 16,-1 0 4-16,4-2 4 0,-2-1-18 0,-2-4-21 15,0-2-27-15,1 2-42 0,-2-3-38 0,0-9-39 16,-2 16-43-16,2-16-41 0,-2 11-33 0,2-11-182 15,0 0-477-15,-11 8 212 0</inkml:trace>
  <inkml:trace contextRef="#ctx0" brushRef="#br0" timeOffset="43335.01">31575 12624 61 0,'6'-13'181'0,"0"1"-7"0,1 2-8 0,-2 1-2 16,3 2-9-16,-1 0-9 0,2 3-3 0,-2 1-16 15,-7 3-15-15,16-1-2 0,-8 2-16 0,-1 1-8 16,1 3-12-16,-3 2-5 0,3 0-6 0,-3 2-8 16,0 2-3-16,-4 0-5 0,-1 2-4 0,0-1-9 15,-3-1-3-15,-1 1-1 0,0-2-4 0,1 2 1 16,-3-4-3-16,2 1-5 0,-1-2 0 0,1 0-3 0,0-2-2 16,0-1 1-16,4-4-3 0,-2 6-2 15,2-6-1-15,-4 5-3 0,4-5-1 0,0 0 0 16,0 0 0-16,1 12 1 0,-1-12-2 0,5 6-4 15,1-1 3-15,0-1 2 0,3 0 0 0,2 0 1 16,6 1-3-16,1-2 2 0,1-2 1 0,3-2-7 0,0-1-33 16,8-3-30-16,2-1-35 0,3-2-55 15,-3 0-41-15,-2-4-127 0,0 0-347 0,2-3 154 16</inkml:trace>
  <inkml:trace contextRef="#ctx0" brushRef="#br0" timeOffset="43515.88">32293 12465 4 0,'-10'-6'227'0,"10"6"-7"0,-17-1 3 0,4 1-2 16,0 4 9-16,-6 2 3 0,-4 7 0 0,1 2-10 15,0 2-6-15,2 0-16 0,4 3-19 0,-1 3-15 16,7-6-9-16,1 7-31 0,1-7-7 0,7 2-12 16,0-4-12-16,3 1-10 0,7-1 2 0,1 0-26 15,4-3-14-15,3-2-48 0,10 0-53 0,1-7-59 16,5 0-54-16,2-4-70 0,-1-1-249 0,0-1-525 15,-4 1 233-15</inkml:trace>
  <inkml:trace contextRef="#ctx0" brushRef="#br0" timeOffset="43764.94">31235 13309 154 0,'-31'17'269'0,"5"0"-28"0,11-7-25 16,7-1-19-16,7-2-10 0,1-7 4 0,12 15 1 16,9-12-16-16,31-5-15 0,10-10-16 0,44-13-12 15,9-8-13-15,5-3-13 0,4-3-12 0,-5-4-16 16,0 2-3-16,1 3-19 0,-9-1-12 0,-10 3-26 16,-10 5-24-16,-30 10-19 0,-5 1-33 15,-7 4-19-15,-14 6-40 0,-3 2-38 0,-32 8-36 0,37-13-27 16,-37 13-121-16,0 0-364 0,0 0 162 0</inkml:trace>
  <inkml:trace contextRef="#ctx0" brushRef="#br0" timeOffset="44832.91">31379 13430 225 0,'-14'0'242'15,"-3"0"-22"-15,-4 6-23 0,-6 3-18 0,-4 3-19 0,-1 0-16 16,-5 2-15-16,-14 7-12 0,-1 1-10 0,-5-1-14 15,-1 0-9-15,-2 0-5 0,-26 3-8 0,28-6-4 16,-3 2 0-16,-26 11 2 0,22-14-2 16,-22 7 1-16,1 4-4 0,1-2 0 0,21-8-7 15,-32 6-3-15,7 0-4 0,2-9 1 0,24-2-5 16,-26-2-3-16,25-5-4 0,0 1-3 0,-1-2 2 0,-1-4-11 16,2-2-1-16,-1 1-2 0,0-6-2 0,1 0-6 15,8-5 1-15,-4-1-5 0,5-9 3 0,3-1-4 16,2-2 3-16,5-3-4 0,3-7 0 15,0-2 0-15,9-5 1 0,3-4-4 0,8-6-2 16,-7-27 3-16,7-3-4 0,8 0-1 0,4 0-1 16,4-6-3-16,4 6 8 0,9-3-6 0,4 4 2 15,-2-5-3-15,-1-1-1 0,3 1-2 0,3 3 0 16,7-1-1-16,-7 24 0 0,13-22 4 0,-7 28-1 16,3-3 2-16,1 4-3 0,5-2 4 0,0 5-3 15,2 0-4-15,2 6 2 0,1 2-2 0,2 3 2 16,2 1 0-16,1 2-5 0,-1 2 2 0,3 4-2 15,2-1 0-15,0 3 1 0,4 0 2 0,-1 3-1 16,6-2-4-16,6 2 3 0,22-12 2 0,-21 14-1 16,27-6-3-16,-24 9 4 0,28-5 2 0,1 5-5 15,1-4 0-15,-6 4 2 0,5 0-3 0,5 8 1 16,-6-4 0-16,4 2-1 0,5 1-8 0,0-1 3 16,3 2-8-16,-4 2 2 0,-3-1 2 0,-1 1 2 15,0 1-4-15,-28 1 5 0,32-2-3 0,-2-3 3 16,-5 2 2-16,-25 1 1 0,30-1-3 0,-7-1 3 15,-24 3-1-15,22-1 2 0,-24 3 2 0,-2 1 1 16,3-5 0-16,0 4 2 0,-1 1-2 0,-6 0 3 16,-6 2-2-16,-11 2-1 0,0 1 2 0,-3-1 2 15,0 0-1-15,-37 1 1 0,68 1 0 0,-36 2-2 16,-32-3 4-16,58 7 3 0,-30-3-6 0,0 2 5 16,-28-6-3-16,55 11-1 0,-37-4 3 0,11 5-1 15,-29-12 0-15,33 20-3 0,-15-7 2 0,4 3 0 16,-3 3 5-16,1 2 5 0,-2 3-1 0,-4 0 0 15,1 3 0-15,3-1 2 0,-3 5-2 0,-1 1 1 16,7 15-3-16,-2-2 3 0,-2-2-4 0,2 2 1 16,-9-10-4-16,6 10 3 0,-3 1 6 0,0-2-33 15,0-10 4-15,-1 10 0 0,-2 0 2 0,-1-12 5 16,-3 3-2-16,0-3 3 0,4 1-1 0,-4 3 2 16,-1-4 3-16,-1 1-2 0,1-3 2 0,-5-30 4 15,6 58-2-15,-6-29 1 0,2 2 0 0,-2-31 1 16,0 56 6-16,-3-27-2 0,3-29 4 0,-6 55-8 15,2-29 1-15,4-26-1 0,-8 52 5 0,2-27-4 16,6-25 0-16,-9 51 5 0,2-25-4 0,7-26 2 16,-10 49 0-16,1-25 0 0,9-24 2 15,-13 44 2-15,2-19-7 0,11-25 3 0,-19 40-5 0,2-13 5 16,4-2 5-16,-7-2 1 0,2 1-4 0,-4-3 0 16,-2 0-1-16,1-1 1 0,-1-2-1 15,-1 1-1-15,-1-1 3 0,-4 0-2 0,0-2 0 0,-4-2-1 16,-2 1 1-16,-16 5-1 0,-4-4-3 0,0 1 6 15,-4-3-1-15,-2-2-3 0,5 3 0 0,-5-3 1 16,1 0-6-16,0 0 0 0,-2-3-8 0,4 1-12 16,4-4-11-16,2 1-20 0,0-5-31 0,1 4-18 15,12-6-25-15,3 2-54 0,-1-1-128 0,1 0-340 16,1-2 151-16</inkml:trace>
  <inkml:trace contextRef="#ctx0" brushRef="#br0" timeOffset="65853.07">26580 11901 51 0,'0'0'65'0,"0"0"-4"0,0 0-7 0,0 0 2 16,0 0-4-16,0 0 2 0,0 0-3 0,0 0 3 16,0 0 3-16,0 0 1 0,0 0-7 0,0 0-5 15,0 0 9-15,0 0 0 0,0 0-7 0,0 0 4 0,0 0-1 16,0 0-19-16,0 0 12 0,0 0-19 15,0 0 11-15,0 0-5 0,0 0 5 0,0 0-14 16,0 0 18-16,0 0-11 0,0 0 9 0,0 0-7 16,-21 2-4-16,21-2 1 0,0 0 7 0,0 0 4 0,0 0 6 15,0 0-1-15,0 0-1 0,-13-2 2 0,13 2-2 16,0 0-1-16,0 0-5 0,0 0 2 16,0 0-3-16,-10-1-1 0,10 1 1 0,0 0 2 15,0 0 0-15,0 0-1 0,0 0 2 0,0 0-4 0,-10-2 1 16,10 2-1-16,0 0-8 0,0 0-3 0,0 0-3 15,0 0 1-15,0 0-6 0,0 0 0 0,0 0-1 16,0 0-1-16,0 0-2 0,0 0-4 0,0 0-3 16,0 0-1-16,0 0 3 0,0 0-1 15,0 0-2-15,0 0 3 0,0 0 0 0,0 0-5 0,25-4 5 16,-16 4-3-16,2-2-3 0,2 1 2 16,6-3-1-16,3 1 0 0,-2 0 0 0,1-1-1 0,6-1 1 15,2 2-3-15,0-3 6 0,1-2-2 0,-1 2-3 16,4 0 1-16,1-2-1 0,-1 2 2 15,3-1-2-15,-2 0 1 0,4 0 1 0,1 0 1 0,-3-1 0 16,1 1-3-16,1-1 5 0,-2 1-5 0,1-2 3 16,1 0-5-16,0 2 6 0,0 0-2 0,-3 0-2 15,2-1 2-15,-1 2-2 0,-4 2 3 0,1-3-1 16,-3 3 1-16,-1-2-4 0,0 3 5 0,-9 1-6 16,-2-2 2-16,0 3-1 0,-3 1 1 15,2 0-2-15,-5-1 5 0,1 1-6 0,1 1 2 0,-1-1 2 16,0 1-1-16,2-1 5 0,-3 2-4 0,0-4 0 15,-1 5 0-15,-11-3 1 0,15-1 1 0,-7 2-3 16,-8-1 4-16,11 1-1 0,-11-1-6 0,8 2 8 16,-8-2-4-16,0 0 2 0,9 0-3 0,-9 0-1 15,0 0-3-15,6 0-12 0,-6 0-15 0,0 0-22 16,0 0-15-16,0 0-24 0,0 0-26 0,0 0-33 16,0 0-36-16,0 0-105 0,0 0-317 0,0 0 140 15</inkml:trace>
  <inkml:trace contextRef="#ctx0" brushRef="#br0" timeOffset="66759.87">25190 11949 42 0,'-5'-4'70'16,"5"4"1"-16,0 0-7 0,0 0-5 0,-4-6-7 15,4 6 7-15,0 0-10 0,-5-9-1 0,5 9-9 16,-4-5 8-16,4 5-7 0,-4-7 1 0,4 7-6 16,-5-7 0-16,5 7-5 0,-5-7-1 0,5 7 2 15,-6-7-6-15,2 4-7 0,4 3 7 0,-10-9-9 0,4 6 5 16,1-2-5-16,0 1 6 0,5 4 4 15,-9-6-13-15,3 4 4 0,6 2 5 0,-10-6 0 16,4 3 3-16,6 3-6 0,-8-3-1 0,8 3 5 16,-6-3 4-16,6 3 0 0,0 0-5 0,0 0 2 0,-10-2-4 15,10 2 7-15,0 0-6 0,0 0-1 16,-5-3 2-16,5 3-2 0,0 0 4 0,0 0-8 16,0 0 7-16,0 0-4 0,0 0 9 0,0 0-14 15,0 0 1-15,0 0 1 0,0 0-10 0,0 0 5 0,0 0-15 16,0 0 19-16,0 0-5 0,0 0 13 15,0 0-3-15,0 0 6 0,27 5-3 0,-16-4 10 16,18-1 2-16,-6 2 9 0,7-6-5 0,3 1-2 0,2 0-3 16,1 0 1-16,17-5-5 0,-1 2 0 15,-1-1-6-15,1-1 0 0,-2 0-2 0,2 6-2 0,-14-3-3 16,3 0-1-16,-5 2-1 0,4 1-2 16,-4 1-7-16,-4-1 6 0,-1 1 0 0,-2 1-4 15,-6-1 2-15,-3 1-4 0,-4 0-2 0,-2 0 4 0,-3 1 1 16,-1-1 3-16,0 0-8 0,-10 0 1 0,11 0 5 15,-11 0 15-15,9 0 12 0,-9 0 8 0,0 0 7 16,11 0-3-16,-11 0-7 0,0 0 2 0,0 0-8 16,0 0 5-16,0 0-7 0,0 0-4 0,0 0-5 15,0 0 0-15,0 0-6 0,0 0-2 0,0 0 1 16,0 0-2-16,0 0-5 0,-31-4 0 0,31 4-11 16,0 0-12-16,0 0-24 0,0 0-26 0,0 0-19 15,0 0-27-15,-12 1-21 0,12-1-24 0,0 0-20 16,0 0-19-16,0 0-124 0,0 0-340 0,0 0 151 15</inkml:trace>
  <inkml:trace contextRef="#ctx0" brushRef="#br0" timeOffset="75852.36">27315 11818 45 0,'0'0'49'0,"0"0"-7"0,0 0-9 15,0 0 5-15,0 0-8 0,0 0-4 0,0 0-1 16,0 0-14-16,0 0-6 0,0 0-11 0,0 0-8 0,2 5-11 16,-2-5-19-16,0 0-47 0,0 0 22 0</inkml:trace>
  <inkml:trace contextRef="#ctx0" brushRef="#br0" timeOffset="81602.19">22515 12527 42 0,'0'0'68'0,"0"0"-6"16,0 0-11-16,0 0 1 0,0 0-14 0,0 0 0 16,-10-4 0-16,10 4-8 0,0 0-5 15,0 0-2-15,0 0-6 0,0 0-17 0,0 0 13 16,0 0-18-16,0 0-3 0,0 0-9 0,0 0-2 0,0 0-10 16,0 0-42-16,0 0-74 0,0 0 32 0</inkml:trace>
  <inkml:trace contextRef="#ctx0" brushRef="#br0" timeOffset="82816.39">26270 12304 20 0,'0'0'43'0,"0"0"0"0,0 0-5 0,0 0-8 16,0 0-5-16,0 0 1 0,0 0-8 0,0 0-2 15,0 0 2-15,0 0 0 0,0 0-1 0,0 0 0 0,0 0-4 16,0 0-9-16,0 0 7 0,0 0-2 0,0 0-4 16,0 0 1-16,13 7 2 0,-13-7-6 15,0 0-2-15,0 0 4 0,0 0-2 0,0 0 1 0,0 0-2 16,6 3 1-16,-6-3 0 0,0 0-1 0,0 0 0 15,0 0-3-15,0 0-3 0,0 0 0 0,0 0 5 16,0 0-11-16,0 0-3 0,0 0-3 16,0 0-8-16,0 0 2 0,-3 13-3 0,3-13 5 0,0 0-22 15,0 6-46-15,0-6 21 0</inkml:trace>
  <inkml:trace contextRef="#ctx0" brushRef="#br0" timeOffset="85366.98">23044 13151 47 0,'0'0'67'0,"0"0"-10"0,0 0-10 16,0 0-7-16,0 0-4 0,0 0-10 0,0 0 1 15,0 0 3-15,0 0-3 0,0 0-9 0,0 0-3 16,0 0 1-16,0 0 1 0,0 0 2 0,0 0-4 16,0 0-1-16,0 0 2 0,0 0-7 0,0 0 2 15,0 0-3-15,0 0 2 0,0 0-3 0,0 0 2 16,0 0-4-16,0 0 0 0,0 0-17 0,0 0 0 16,0 0-2-16,0 0-13 0,0 0-2 0,0 0-21 15,0 0-26-15,3 6-82 0,-3-6 37 0</inkml:trace>
  <inkml:trace contextRef="#ctx0" brushRef="#br0" timeOffset="86864.96">26481 12866 26 0,'0'0'83'0,"0"0"-3"0,0 0-3 15,0 0-7-15,0 0-11 0,0 0 4 0,0 0-7 16,0 0 5-16,0 0-7 0,0 0-6 0,0 0-2 16,0 0 1-16,0 0-15 0,0 0 2 0,0 0 0 15,0 0-8-15,0 0 2 0,0 0-21 0,0 0 19 16,0 0-9-16,0 0-6 0,0 0 0 0,0 0 1 16,0 0 4-16,0 0 0 0,0 0-6 0,0 0 2 15,0 0-5-15,0 0 8 0,0 0-4 0,0 0-11 0,0 0 8 16,0 0 4-16,0 0-1 0,-6 3-6 15,6-3 3-15,0 0 6 0,0 0-8 0,0 0 6 16,0 0-4-16,0 0-4 0,0 0 6 0,0 0-3 16,0 0 1-16,0 0-6 0,0 0 9 0,0 0-3 0,0 0 3 15,0 0-1-15,0 0-2 0,0 0 5 0,0 0-7 16,0 0-8-16,0 0 3 0,0 0 0 16,0 0 3-16,0 0-2 0,0 0-1 0,0 0-2 15,0 0-1-15,0 0 4 0,0 0 1 0,0 0 3 0,0 0-4 16,0 0-1-16,0 0 1 0,0 0-16 0,0 0 21 15,0 0-7-15,0 0-4 0,0 0-5 0,0 0 14 16,0 0 1-16,0 0-6 0,0 0 7 0,0 0-3 16,0 0-2-16,0 0-4 0,0 0 6 0,0 0-3 15,0 0-7-15,0 0 3 0,0 0 5 0,0 0 1 16,0 0-3-16,0 0 3 0,0 0-1 0,0 0-4 16,0 0-3-16,0 0 5 0,0 0 2 0,0 0 2 15,0 0-8-15,0 0 1 0,0 0 6 0,0 0 0 16,0 0-3-16,0 0 4 0,0 0-4 0,0 0 4 15,0 0-7-15,0 0-1 0,13 11 4 0,-13-11-2 16,0 0 6-16,2 7 5 0,-2-7-3 0,4 7 10 16,-4-7-9-16,3 6 0 0,-3-6 4 0,5 8-2 15,-5-8-1-15,0 6-4 0,0-6 11 0,0 0 0 16,4 7-7-16,-4-7 0 0,0 0-7 0,2 6 5 16,-2-6 2-16,0 0 0 0,0 0-1 0,3 4 3 15,-3-4-3-15,0 0-3 0,0 0 2 0,0 0 8 16,0 0-13-16,0 0 8 0,4 6 0 0,-4-6 0 15,0 0-3-15,0 0 0 0,0 0-1 0,0 0-2 16,0 0 1-16,0 0 2 0,0 0-2 0,0 0 4 16,0 0-1-16,0 0-2 0,0 0-3 0,0 0 8 15,15-15-6-15,-7 7-16 0,0-1 5 0,1-1-16 16,5-2-7-16,1 0-21 0,6-8-8 0,0 5-11 16,0-3-12-16,2 0-20 0,2 0-92 0,-5 1-210 15,2-2 93-15</inkml:trace>
  <inkml:trace contextRef="#ctx0" brushRef="#br0" timeOffset="89039.09">22520 14005 47 0,'0'0'55'0,"0"0"-8"0,0 0-6 16,0 0-1-16,0 0-5 0,0 0 2 0,0 0-11 15,0 0-3-15,0 0-12 0,0 0-15 0,0 0-15 16,0 0-38-16,15 20-61 0,-12-14 27 0</inkml:trace>
  <inkml:trace contextRef="#ctx0" brushRef="#br0" timeOffset="90264.82">25579 13698 71 0,'0'0'86'0,"0"0"-1"15,0 0-10-15,0 0-9 0,0 0-3 0,0 0-1 0,0 0 12 16,0 0-9-16,0 0-15 0,0 0 13 15,4 6 7-15,-4-6-17 0,2 7 2 0,0-3-3 16,-2-4 11-16,7 12 5 0,-5-3-4 0,0-2-5 16,0-1-6-16,1-1-5 0,-1 3-5 0,0-2-1 0,1-1-6 15,-1 3 7-15,-2-8-7 0,5 9-3 0,-1-5-3 16,-4-4-2-16,3 6-3 0,-3-6 1 16,6 4-6-16,-6-4 2 0,11-2-2 0,-2-2-1 15,3-8-14-15,4-1-33 0,8-7-8 0,1-5-9 0,13-11-40 16,-2 2-21-16,2-3-34 0,-5 2-83 0,6-1-240 15,-1 2 106-15</inkml:trace>
  <inkml:trace contextRef="#ctx0" brushRef="#br0" timeOffset="97167.85">24836 14920 6 0,'0'0'84'0,"0"-11"-1"16,0 11 11-16,-1-7-24 0,1 7 9 0,0 0-14 16,0 0-8-16,1-11-13 0,-1 11-5 0,0 0-4 0,0 0-7 15,0 0-2-15,0 0-28 0,0 0-3 0,1-8-8 16,-1 8-4-16,0 0 0 0,0 0-1 15,0 0-4-15,0 0-11 0,10-3-11 0,-10 3-8 16,10 0-30-16,-10 0-87 0,9 0 39 0</inkml:trace>
  <inkml:trace contextRef="#ctx0" brushRef="#br0" timeOffset="98164.95">28897 14325 53 0,'0'0'157'0,"0"0"-12"0,0 0-4 0,0 0-11 16,-13-12-9-16,13 12-7 0,0 0-13 0,0 0-6 15,0 0-7-15,0 0-11 0,0 0-4 0,0 0-2 16,0 0 0-16,0 0-13 0,0 0-3 0,0 0 11 15,0 0-7-15,7 23-3 0,-7-23-9 0,2 8 0 16,-2-8-6-16,3 10 4 0,-2-4-6 0,-1-6-4 16,2 9-2-16,-2-9-1 0,1 10-8 0,-1-10-1 15,2 5 1-15,-2-5 2 0,0 0-7 0,4 6-2 16,-4-6-6-16,0 0 3 0,0 0-2 0,5 4-2 16,-5-4-2-16,0 0 0 0,13-1-2 0,-13 1-3 15,15-8-13-15,-6 0-17 0,7-3-16 0,-1-1-14 0,7-8-28 16,-1-2-11-16,6-4-18 0,7-10-16 15,0 2-6-15,4-1 3 0,-11 9-7 0,11-6-74 16,-13 10-233-16,-2 1 103 0</inkml:trace>
  <inkml:trace contextRef="#ctx0" brushRef="#br0" timeOffset="121032.07">23132 16161 77 0,'0'0'116'0,"-3"-6"-7"0,3 6-8 16,-6-7-6-16,6 7 6 0,-2-9-10 0,2 9 0 15,-4-8-3-15,4 8-6 0,-3-7-2 0,3 7-5 16,0 0 0-16,-5-6-11 0,5 6-5 0,0 0-5 15,0 0-13-15,0 0 1 0,0 0-10 0,-2-7 3 16,2 7-6-16,0 0-2 0,0 0-3 0,0 0-7 16,0 0-2-16,0 0 3 0,0 0-3 0,0 0 1 15,0 0-5-15,19 15 5 0,-14-11-1 0,-1 0-4 16,1 0-5-16,-5-4 4 0,10 1 0 0,-10-1-2 16,10 2-1-16,-10-2 1 0,12-2-3 0,-12 2 1 15,17-12-1-15,-3 1-1 0,6-7 3 0,-1-7-4 16,2 0-13-16,2-2-19 0,-2-4-20 0,11-8-36 15,-4-3-26-15,2 0-143 0,-3 2-273 0,-2-4 122 16</inkml:trace>
  <inkml:trace contextRef="#ctx0" brushRef="#br0" timeOffset="122131.96">16815 16030 16 0,'0'0'105'0,"0"0"-6"0,0 0-10 0,-6-4-13 16,6 4 0-16,0 0-11 0,0 0-23 15,0 0 9-15,0 0-14 0,0 0 5 0,0 0-16 0,0 0 9 16,0 0-2-16,0 0-2 0,0 0-6 16,0 0 8-16,4 33-2 0,-4-33 3 0,3 20-8 15,1-13 4-15,-4-7-8 0,7 19-7 0,-1-12 7 0,-2-1-5 16,-2 1 5-16,-2-7-2 0,8 13-9 15,-4-7 4-15,-4-6-8 0,8 10 13 0,-3-5 1 16,-5-5-2-16,10 12-2 0,-10-12 0 0,8 6 4 16,-8-6-6-16,6 6-1 0,-6-6 4 0,8 3 2 15,-8-3-2-15,0 0-4 0,16-5 5 0,-7-3-3 16,5-7-6-16,3-9 4 0,5-5 4 0,7-10-7 16,3-3-7-16,3-2-22 0,0-5-29 0,19-19-25 15,-14 21-37-15,15-18-94 0,-23 19-219 0,3-1 98 16</inkml:trace>
  <inkml:trace contextRef="#ctx0" brushRef="#br0" timeOffset="123492.1">20047 16348 3 0,'0'0'53'0,"0"0"-13"0,14-1-18 0,-14 1-10 0,7 3-15 15,-7-3-19-15,3 3-22 0,-3-3 10 0</inkml:trace>
  <inkml:trace contextRef="#ctx0" brushRef="#br0" timeOffset="124716.84">15027 16295 4 0,'39'2'8'0,"0"-1"-8"0,15 3-2 0,3-2-3 16,1 3 2-16</inkml:trace>
  <inkml:trace contextRef="#ctx0" brushRef="#br0" timeOffset="125372.83">19942 16444 5 0,'9'-4'59'0,"3"2"-8"0,2-3-5 0,3 1 1 16,4-1-3-16,6-2-14 0,-6 3 1 0,9-4 2 15,1 2-33-15,0 1-21 0,-1-1-34 0,0 4-58 16,0-4 26-16</inkml:trace>
  <inkml:trace contextRef="#ctx0" brushRef="#br0" timeOffset="130842.9">12138 18503 35 0,'0'0'44'0,"0"0"-3"0,0 0 0 16,0 0-5-16,0 0-2 0,0 0-1 0,0 0 7 15,0 0-7-15,0 0 7 0,0 0-6 0,0 0 3 16,0 0-6-16,0 0-5 0,0 0 4 0,0 0 0 16,0 0-1-16,0 0-2 0,0 0-4 0,0 0-6 15,0 0 5-15,0 0 7 0,29 26 3 0,-29-26 1 16,0 0-2-16,0 0 2 0,0 0 2 0,0 0-5 15,0 0 1-15,0 0 1 0,0 0 3 0,0 0 0 16,0 0-2-16,0 0 4 0,0 0-3 0,0 0 4 16,0 0-9-16,0 0 6 0,0 0-3 15,0 0-1-15,0 0-1 0,0 0 6 0,0 0-6 16,0 0 4-16,0 0 5 0,0 0-3 0,0 0 0 16,0 0-6-16,45-35-2 0,-45 35-6 0,18-42 4 15,-7 16 2-15,1 1-9 0,3-3-3 0,-1 2 1 16,-1-4-6-16,1 4 3 0,-5 1 2 0,4 0-2 15,-13 25 2-15,19-41-6 0,-9 24 5 0,-10 17-8 16,14-32 0-16,-8 20-7 0,-1-1 5 0,-1 3 3 16,-1 0 0-16,4 1-4 0,-7 9-2 0,6-10 4 15,-6 10-4-15,5-13 1 0,-5 13 7 16,4-9-6-16,-4 9-6 0,0 0 1 0,0 0 4 16,5-14 3-16,-5 14-2 0,0 0-3 0,0 0-2 15,0 0 4-15,0 0-2 0,6-10 5 0,-6 10-3 16,0 0-4-16,0 0-2 0,0 0 5 0,0 0 2 15,0 0 2-15,0 0-6 0,0 0-3 0,0 0 9 16,0 0-3-16,0 0-9 0,0 0 5 0,0 0-7 16,0 0-1-16,0 0-9 0,0 0-8 15,0 0-2-15,0 0-12 0,0 0-17 0,0 0-18 16,0 0-26-16,0 0-13 0,0 0-13 0,0 0-94 0,0 0-240 16,0 0 107-16</inkml:trace>
  <inkml:trace contextRef="#ctx0" brushRef="#br0" timeOffset="132134.75">19564 18416 25 0,'0'0'133'0,"0"0"1"0,0 0-21 15,0 0-2-15,0 0-12 0,0 0-4 16,0 0-11-16,0 0 3 0,0 0-6 0,0 0-2 16,0 0-4-16,0 0 0 0,0 0-12 0,0 0 3 15,0 0-13-15,0 0 1 0,0 0-8 0,0 0 1 16,0 0 4-16,0 0-2 0,0 0-8 0,0 0 5 16,0 0-4-16,0 0 5 0,0 0-10 0,0 0 1 15,0 0-5-15,36 29 0 0,-36-29-9 16,0 0 3-16,0 0-6 0,0 0 2 0,0 0 0 0,0 0 0 15,0 0-3-15,0 0-1 0,14 20 3 0,-14-20 5 16,0 0 3-16,0 0-1 0,0 0-5 0,0 0-2 16,0 0 0-16,0 0-2 0,0 0-1 0,0 0 3 15,0 0-6-15,0 0-6 0,0 0 5 0,0 0-5 16,61-30 5-16,-43 7-8 0,0-2-1 0,3-4-12 16,8-14-30-16,2 0-18 0,3-4-42 0,-1-3-33 15,3 0-55-15,14-24-138 0,-17 22-348 16,16-19 155-16</inkml:trace>
  <inkml:trace contextRef="#ctx0" brushRef="#br0" timeOffset="214144.09">13245 16429 19 0,'0'0'178'0,"0"0"0"0,-6-5 6 15,6 5-7-15,0 0-9 0,-5-7-12 0,5 7-6 16,-4-9 2-16,4 9-6 0,-2-6-12 0,2 6-8 16,-7-8-11-16,7 8-11 0,0 0-10 0,-3-8-8 15,3 8-10-15,0 0-2 0,0 0-12 0,-2-6-7 16,2 6-3-16,0 0-7 0,0 0-6 16,0 0-3-16,0 0-6 0,-2-7-8 0,2 7-18 15,0 0-23-15,0 0-23 0,0 0-34 0,0 0-23 16,0 0-30-16,0 0-26 0,0 0-27 0,0 0-145 15,23 15-354-15,-23-15 157 0</inkml:trace>
  <inkml:trace contextRef="#ctx0" brushRef="#br0" timeOffset="-213160.69">19054 16425 25 0,'0'0'70'16,"0"0"-5"-16,-10-3-4 0,10 3-9 0,-9 0-7 16,9 0 7-16,-10 0-14 0,10 0-3 0,-15 0 9 15,15 0 4-15,-11 0-4 0,11 0-7 0,-14-3-5 16,14 3 5-16,-11 2-8 0,11-2 0 0,-11-2 1 15,11 2 2-15,0 0 5 0,-17 0-15 0,17 0 4 16,-8-2 1-16,8 2 3 0,-7-1-3 0,7 1-2 16,0 0-2-16,0 0-1 0,0 0-2 0,0 0 0 15,0 0 2-15,0 0 0 0,0 0-7 16,20-14 12-16,-13 12 3 0,2 1 0 0,3 0-5 16,-1-2 2-16,2 1 2 0,5 1 3 0,-3 1-1 0,1-2 1 15,0 4-1-15,3-2 5 0,1-2-2 0,0 4 3 16,8-1-2-16,-7 0-1 0,8-2-6 0,-8 2 3 15,9-2-8-15,-2 5 4 0,2-4-8 16,-1 2 5-16,0-3-3 0,3 1 0 0,0 1-2 0,-1-1 1 16,0 1 4-16,2 1-7 0,0-2-4 15,0 0 4-15,-1 0 1 0,2 1-1 0,1-2-5 16,2 4 3-16,-1-6-2 0,3 3 4 0,-2-3-6 0,2 3-1 16,-3-2 0-16,1 2-1 0,-2-3 2 15,-1 3-5-15,-1-1-3 0,-1 1 5 0,-1-1-3 0,0-1 2 16,-1 2 1-16,-2-2-5 0,2 3 5 15,-10-2-2-15,2 5 0 0,-1-7-1 0,-1 4 2 16,-1-2 0-16,2 1-7 0,-2 0 10 0,2 0-7 16,-1-1 3-16,0 1-3 0,0-2 4 15,0 2-2-15,0 0 1 0,3 0 3 0,-2-2 0 0,0 1-4 0,1 2 2 16,6-1-3-16,-7-1 10 0,0-2-5 0,0 3-2 16,-2-1 0-16,1-2-2 0,1 3 7 15,-2-1 1-15,3 1 1 0,-4-2-2 0,1 2-4 16,0-3 3-16,-1 2 0 0,2-2-2 0,-2 3 0 15,1-1-1-15,-1 0 3 0,0 0-6 0,-4 0 2 16,4-2 0-16,1 1 3 0,-2 1-5 0,1-1 1 16,2 2-2-16,-1 0 4 0,-1 0-3 0,3-1-2 15,-3-1-2-15,3 1 1 0,1-1 3 0,-1 1 3 16,-1-2-4-16,-1-1 2 0,0 2-2 0,3-1 2 16,-2 2-3-16,0-2 5 0,3 0-5 0,-2 1 0 15,-1-1 2-15,1 1-5 0,0 0 6 0,-2 1-4 16,0-2 0-16,1 1 3 0,-2 1-7 0,0 1 9 15,-4-1-4-15,4 1 0 0,-6-2 0 0,5 1 2 16,-4-1-5-16,3 1 2 0,-4 0 0 0,1 1-1 16,5-1 1-16,0 0 2 0,-5 0 2 0,1-1-2 15,-1 1-1-15,0 1 3 0,0 0-3 0,-1-1 1 16,2-1-1-16,-2 2 1 0,-1 0 6 0,2-1-7 16,0-1 1-16,-1 2-4 0,1-2 9 15,-1 1-6-15,-1-1 0 0,-11 2 0 0,18-2 0 0,-5 2-3 16,-13 0 2-16,13-1-1 0,-13 1-1 0,11-1 2 15,-11 1-4-15,0 0 2 0,13-2 1 0,-13 2 1 16,0 0-5-16,9-4 1 0,-9 4 1 0,0 0-2 16,0 0-12-16,0 0-14 0,0 0-19 0,11 7-22 15,-11-7-33-15,0 0-51 0,0 0-42 0,0 0-136 16,0 0-359-16,0 0 159 0</inkml:trace>
  <inkml:trace contextRef="#ctx0" brushRef="#br0" timeOffset="-211001.65">12567 16304 60 0,'-6'1'55'16,"6"-1"1"-16,-9 4-7 0,1-2 3 0,8-2 1 15,-9 4-15-15,3-3 7 0,6-1-1 0,-9 3 5 16,9-3-8-16,-14 4-5 0,8-1 2 0,-1-1-18 0,0 0 5 16,7-2-5-16,-11 5 5 0,4-3 0 15,1 1 4-15,6-3-4 0,-10 5 3 0,4-3-3 16,6-2-2-16,-9 6-4 0,9-6 10 0,-9 4-1 15,4-2-9-15,5-2 1 0,-9 4-2 0,9-4-1 16,-8 2 1-16,8-2 1 0,0 0-7 0,-5 4 3 0,5-4-4 16,0 0 1-16,0 0-4 0,-9 2 5 15,9-2-7-15,0 0-8 0,0 0 5 0,0 0-2 16,0 0 0-16,0 0 4 0,0 0-7 0,-3 6 6 16,3-6-3-16,-2 6 6 0,2-6 5 0,0 0-13 15,0 0 21-15,0 9 7 0,0-9-4 0,0 0 0 0,0 0 4 16,-4 8-10-16,4-8 1 0,0 0-3 15,0 0 1-15,-3 7-6 0,3-7 2 0,0 0-5 16,-6 5 9-16,6-5 1 0,0 0 12 0,-4 5-8 16,4-5 5-16,0 0 6 0,-6 4-4 0,6-4 0 15,0 0 3-15,0 0-7 0,-8 3 3 0,8-3 1 16,0 0-1-16,-6 2 1 0,6-2 3 0,0 0-2 16,0 0 0-16,0 0-1 0,0 0 3 0,-7 4-3 15,7-4-1-15,0 0-2 0,0 0-3 0,0 0-2 16,0 0 0-16,0 0-9 0,0 0 1 0,0 0 0 15,0 0 1-15,0 0-4 0,0 0 2 0,0 0-6 16,0 0 2-16,0 0 2 0,0 0-7 0,0 0 6 16,0 0 0-16,0 0 1 0,21 0-7 0,-21 0 10 15,14-1-1-15,-14 1-4 0,14-2 3 0,-1 0-10 16,-1 1 10-16,2-1 2 0,-2 1-2 0,7-1 2 16,-6-1 3-16,6 2-1 0,2-3-2 0,-2 1 4 15,3 0-4-15,2 0 2 0,-3 0-3 0,8-1 3 16,-7 2 0-16,-2 1 1 0,10-3 1 0,-1 0 0 15,0 3-4-15,0-5 5 0,3 0 0 0,-1 2 1 16,1 2-2-16,1-4 1 0,2 1 5 0,-4 1-4 16,1-2-5-16,1 1 3 0,-3-3-2 0,5 4 1 15,1-1-4-15,-3 1 6 0,3-2 5 0,-2 2-1 16,0 0-2-16,2-1 1 0,0 0-3 0,-2 1 1 16,4-1-5-16,-1 1 4 0,-5-1 0 0,5 4-3 15,-6-3-5-15,0 3 4 0,-2-1-3 0,5 1 3 16,-4 2-3-16,1-5 2 0,-5 4-3 0,1 2 1 15,2-1-3-15,-8 0 1 0,2-2-2 16,4 2-1-16,-6 2-1 0,0-3 1 0,6 0-2 0,-7 2-1 16,-2-2 4-16,3 3-3 0,-2-2 0 0,0 1 2 15,-2-1-4-15,1-1 1 0,1 1-1 0,-2-1 3 16,1 2-3-16,-2-1 4 0,2 0-3 16,-1 1 4-16,-2-2-5 0,3 2 4 0,-5-2-1 15,6 1-2-15,-2-1 1 0,3 0 0 0,-4 0 1 16,-2 0-3-16,-1 2 2 0,1-2 0 0,-1 1-2 15,5-1 1-15,-1 1 2 0,-3 0-2 0,-1-2 0 0,-1 1 1 16,6 0-1-16,-2-1 1 0,-3 1-5 0,0 0 4 16,1 0-1-16,1 0-1 0,-1 0 1 15,-1 0 1-15,4 0 0 0,-4 1-1 0,7-1-1 0,-7 1 1 16,2-1 1-16,-2 2 3 0,4-4-2 0,-4 5-3 16,4-2 0-16,-4 1 2 0,1-1 2 15,-1 0-1-15,0-1-5 0,-1 1 5 0,1 0-3 0,1 0 0 16,-5 2 0-16,4-1 2 0,1 0-3 15,-3 1 1-15,3-1 0 0,-1-1 3 0,1 2-3 16,-3 0 3-16,2-2-3 0,-1 0 4 0,1 1-4 16,2 2 3-16,-3-2-2 0,1 2 0 0,1-2 1 15,-1 2 1-15,7-2 0 0,-8-2-1 0,2 1 1 16,3 2-2-16,1-3 0 0,-5 3 3 0,6-3 1 16,-1 2 0-16,-2 0-1 0,2-2 3 0,-5 1-3 15,1-1 2-15,-1 0-4 0,0 0 2 0,1 0 2 0,-1-1-4 16,2 0-1-16,-5 1 3 0,4 0 0 15,-2 1 6-15,1-1 2 0,0 1 2 0,-2 1-5 16,-1-2 2-16,3 0-1 0,0-2-4 0,-1 5 3 16,1-3 0-16,1 1 0 0,3-1-2 0,-3 1-1 15,1 0 2-15,-2-2-2 0,1 2-2 0,1-2 0 16,-1 1 0-16,3-1 0 0,-3 1 0 0,0-1-4 0,0 1 2 16,0-3-2-16,4 2 3 0,-5 0 0 15,5 1 0-15,-1-3 2 0,2 3-2 0,-7-3-2 16,7 3 4-16,-3-1-2 0,-3-1 0 0,1 1-3 15,4 1 3-15,-6 0-1 0,2 0 0 0,1 0-3 16,2 0 5-16,-5 0-3 0,6 1 0 0,-7-1 1 16,3 2 0-16,-2-2-2 0,-1 0 0 0,5 1 2 15,-5-1-1-15,3 0-5 0,-2 0 6 0,3 0-5 16,-2 0 5-16,5 0 1 0,-4 0 0 0,5-1 0 16,-6 1-3-16,1-2 5 0,-1 1-4 0,1 1 5 15,-2 0-1-15,5-2-5 0,-3 0 5 0,0 0-2 16,0 0-2-16,3 0 5 0,2-1 3 0,-2 3 4 15,0-4-4-15,0 3-3 0,-4 1 3 0,0 1 0 16,1-2 1-16,-3 1 0 0,3-1-4 0,-1 1-1 16,1 0 1-16,-2-1-3 0,-2 1-3 0,3 0 2 15,-6 0 4-15,2-1-8 0,-9 1-14 0,15 0-8 16,-8 1-15-16,-7-1-14 0,10-1-19 16,-10 1-12-16,9 1-16 0,-9-1-17 0,0 0-34 0,0 0-31 15,8-4-30-15,-8 4-190 0,0 0-435 0,0 0 193 16</inkml:trace>
  <inkml:trace contextRef="#ctx0" brushRef="#br0" timeOffset="-208947.89">15931 15770 1 0,'0'0'58'0,"0"0"0"0,0 0-2 15,0 0 1-15,0 0-7 0,5 16 7 0,-5-16-2 16,5 11-3-16,-5-11-7 0,4 15 4 0,-3-8 3 15,2 3-9-15,1 1-5 0,-2 0 2 0,1-1-3 16,-1 2-9-16,1-1 9 0,-1-1-4 0,3-1 6 16,-1-3-9-16,-4-6 9 0,4 16-1 0,-4-16 3 15,3 9-5-15,-3-9 1 0,0 0 8 0,7 10-1 16,-7-10 0-16,2 4 15 0,-2-4 0 16,0 0 2-16,0 0-11 0,0 0 0 0,0 0 0 0,15-13-9 15,-11 5 1-15,2-1-6 0,2-4-4 0,3-1-2 16,3-6-6-16,3 1 1 0,1-4-2 0,2-1-12 15,5 2-22-15,-2-3-20 0,14-8-23 0,1 1-24 16,3 2-23-16,4-1-20 0,-1 4-119 0,4-1-259 16,-1-1 115-16</inkml:trace>
  <inkml:trace contextRef="#ctx0" brushRef="#br0" timeOffset="-208222.73">20487 15536 82 0,'1'-7'110'0,"-1"7"0"0,0 0 4 16,0 0-21-16,2-8 4 0,-2 8-21 15,0 0-1-15,0 0 3 0,0 0 4 0,0 0-3 16,0 0-9-16,0 0-5 0,11 22 0 0,-10-13-9 0,3-1 3 16,-3 2-13-16,3 2 7 0,-1-2-7 0,-1 1-1 15,0-2-6-15,3-1-5 0,-4-1 0 16,0 1 2-16,2-2 0 0,-3-6 1 0,5 10 9 16,-1-8 10-16,2-1 0 0,-6-1-3 0,20-3-2 15,0-7-6-15,9-8-14 0,18-8-19 0,2-8-24 0,25-17-25 16,-1-4-50-16,4-4-29 0,-1 8-33 15,3-1-129-15,-7 1-301 0,-3-4 133 0</inkml:trace>
  <inkml:trace contextRef="#ctx0" brushRef="#br0" timeOffset="-205912.29">20538 16209 98 0,'0'0'90'0,"-9"-4"-4"0,9 4 0 16,-9-2-10-16,9 2-15 0,0 0-15 0,-8-2 5 16,8 2-3-16,0 0-9 0,0 0-8 0,0 0-16 15,-5-4-13-15,5 4-20 0,0 0-19 0,0 0-21 16,0 0-45-16,0 0-111 0,0 0 48 0</inkml:trace>
  <inkml:trace contextRef="#ctx0" brushRef="#br0" timeOffset="-200199.84">6899 18723 44 0,'0'0'78'0,"0"0"-4"0,0 0 0 0,-35-24 6 0,35 24-2 16,0 0-6-16,0 0-29 0,0 0 30 0,-32-11-24 16,32 11-23-16,0 0 17 0,0 0-8 15,0 0-1-15,-39-1-7 0,39 1 8 0,0 0-8 16,0 0-2-16,0 0-9 0,-55 6-2 0,55-6 9 15,0 0-6-15,-35 5 4 0,35-5-16 0,0 0-3 16,-34 8 10-16,34-8-4 0,0 0 7 0,-33 6-9 16,33-6 6-16,0 0 4 0,0 0 6 0,-33 8-8 15,33-8 5-15,0 0-8 0,0 0 4 0,0 0-3 16,-31 8 4-16,31-8 1 0,0 0-5 0,0 0 2 16,0 0-4-16,0 0-1 0,0 0 2 0,0 0-5 15,0 0 7-15,0 0-6 0,0 0-4 0,0 0-1 16,0 0 3-16,0 0-10 0,0 0 19 15,0 0-11-15,0 0-2 0,0 0-13 0,0 0 23 16,0 0-11-16,0 0-5 0,0 0 15 0,0 0-2 16,0 0 5-16,0 0 3 0,72 31-4 0,-72-31 3 15,36 5 2-15,-36-5-1 0,35 2 5 0,-35-2-6 16,0 0 0-16,55 0 1 0,-55 0 2 0,36 3-6 16,-36-3-1-16,40 2-1 0,-40-2 1 0,41 2 5 15,-41-2 0-15,43 2 7 0,-43-2-4 0,42 1-3 16,-42-1 1-16,49 1 3 0,-49-1-3 15,43 1 0-15,-43-1-8 0,42 3 0 0,-42-3 0 16,44 0 2-16,-44 0-4 0,40 2 0 0,-40-2 1 16,49 2 3-16,-49-2-3 0,40 0 0 0,-40 0-1 15,42 5 6-15,-42-5-3 0,41 0 4 0,-41 0 8 16,51 4-1-16,-51-4-5 0,44 0-4 0,-44 0 6 16,48 1-5-16,-48-1 4 0,42-1-17 0,-42 1 3 15,50 0 8-15,-50 0 0 0,42 3-5 0,-42-3 5 16,41 0-2-16,-41 0-1 0,48 1 1 0,-48-1-4 15,39 3 0-15,-39-3 2 0,41 2 0 0,-41-2-3 16,40 2 2-16,-40-2 3 0,39 0-1 0,-39 0-6 16,39 2 0-16,-39-2-2 0,39 3 4 0,-39-3-1 15,40 1-1-15,-40-1 2 0,37 5-2 16,-37-5 1-16,38 3 0 0,-38-3 0 0,40 7 5 16,-40-7-2-16,45 5 0 0,-45-5 3 0,41 5-1 15,-13-2 0-15,-28-3-2 0,44 3 5 0,-44-3-9 16,59 3 11-16,-30-1 4 0,-29-2-1 0,61 2 1 15,-33-2-4-15,-28 0-4 0,61 3 8 0,-28-2 5 16,-33-1-7-16,58 0-3 0,-27 0 2 0,-31 0 1 16,65-1 0-16,-33 1 1 0,-32 0 2 0,66-1 2 15,-33-1 1-15,-33 2-1 0,67-1-1 0,-35 1-4 16,-32 0-3-16,66-1 2 0,-34-1 1 0,3 0-5 16,-35 2 3-16,69-1-2 0,-35 1-1 15,-1-1-3-15,-33 1 6 0,71-3-2 0,-37 3 4 0,1 0-5 16,-35 0-2-16,71-3 1 0,-35 1-1 15,0 0-2-15,0 1 2 0,-36 1-1 0,74-4 1 16,-39 3 3-16,3 0-2 0,-38 1-2 0,69-2 3 16,-35 0 0-16,-1 1-4 0,-33 1-1 0,69-3-2 15,-34 2 9-15,-2-1-6 0,-33 2 5 0,69-3 5 16,-36-2-1-16,-1 2-2 0,-32 3 2 0,68-4-8 16,-35 1 8-16,3 2 3 0,0-3-2 0,0 1-3 15,-36 3-2-15,66-4 2 0,-31 2 2 0,0-1-8 16,0 1 8-16,3 0-4 0,-2-3 3 15,0 2-3-15,-36 3-4 0,70-5 1 0,-32 2 0 0,-3 0 4 16,3 0-1-16,-3-2-4 0,1 3 5 16,2-1 1-16,-38 3-1 0,69-8 7 0,-34 5-5 15,1 1-10-15,-1-2 8 0,1 0 1 0,2-2-3 16,-1 3-2-16,-4 0-1 0,4 0 2 0,-1-2 1 16,1 2-3-16,-37 3-2 0,72-8 4 0,-38 5-1 15,3-1-5-15,0 1 1 0,-3 0 2 0,-34 3 4 0,67-7 0 16,-33 6-1-16,-34 1-7 0,61-4 9 15,-34 2-1-15,-27 2 1 0,51-2 5 0,-51 2 0 16,50-4-8-16,-50 4 6 0,42-5 3 0,-42 5-5 16,32-1 2-16,-32 1 1 0,0 0 2 0,40 0 1 15,-40 0-1-15,0 0 1 0,0 0-3 0,0 0 5 16,35-4 8-16,-35 4 0 0,0 0-6 0,0 0 5 16,0 0-2-16,0 0-1 0,0 0 2 15,0 0-3-15,0 0-9 0,0 0 4 0,0 0-5 16,0 0-2-16,0 0 2 0,0 0-9 0,0 0-13 15,0 0-25-15,0 0-24 0,0 0-37 0,0 0-41 16,0 0-44-16,0 0-46 0,0 0-76 0,0 0-158 16,0 0-497-16,0 0 220 0</inkml:trace>
  <inkml:trace contextRef="#ctx0" brushRef="#br0" timeOffset="-197280.72">5818 18213 37 0,'0'0'168'0,"0"0"-7"0,0 0-19 0,0 0-13 16,0 0-11-16,-25-28-9 0,25 28-11 0,0 0-10 15,0 0-12-15,0 0-5 0,0 0-9 0,0 0-12 16,0 0 1-16,0 0-5 0,0 0-8 0,0 0-1 15,0 0-4-15,0 0-1 0,0 0-6 0,0 0 3 16,0 0-9-16,0 0 9 0,0 0-7 0,0 0 1 16,0 0-4-16,55 62-1 0,-55-62 0 0,0 0-3 15,21 23-3-15,-21-23 1 0,0 0-1 0,22 18-7 16,-22-18 7-16,0 0 0 0,22 14 9 16,-22-14-4-16,0 0 2 0,0 0-7 0,23 14 4 15,-23-14-4-15,0 0 2 0,0 0 6 0,0 0 3 16,0 0 2-16,0 0 2 0,0 0-4 0,52-9 6 15,-52 9-4-15,30-17 3 0,-7 3-2 0,1-1-4 16,-1-1 3-16,-1-1 4 0,2-2 3 0,3-2-1 0,-2 2 4 16,1-2-1-16,1 2-4 0,-3-3 1 15,2 2 5-15,-1 0-7 0,-2 0-3 0,3 0 6 16,-5 1-1-16,2 2-3 0,-6 5-2 0,-4 2-1 16,0-2-2-16,-2 0 1 0,-2 5-2 0,1-1-7 15,-1 2 1-15,-9 6 3 0,10-9-4 0,-10 9-7 16,8-6 4-16,-8 6-2 0,10-7-1 0,-10 7-6 15,0 0 11-15,0 0-7 0,11-7 0 0,-11 7-4 16,0 0-3-16,0 0-6 0,0 0-4 0,0 0-12 16,0 0-7-16,0 0-15 0,0 0-11 15,0 0-15-15,0 0-27 0,0 0-29 0,0 0-26 16,0 0-13-16,0 0-18 0,0 0-137 0,0 0-347 16,0 0 154-16</inkml:trace>
  <inkml:trace contextRef="#ctx0" brushRef="#br0" timeOffset="-196141">17887 16099 30 0,'-2'-7'200'16,"2"7"-8"-16,-3-9-10 0,3 9-4 0,-2-10-1 16,2 10-7-16,-3-7-7 0,3 7-5 0,-4-7-12 15,4 7-14-15,0 0-13 0,-1-7-12 0,1 7-12 16,0 0-7-16,0 0-11 0,0 0-10 0,0 0-5 16,0 0-6-16,0 0-1 0,0 0-6 0,0 0 0 15,0 0-9-15,15 20-1 0,-12-13-7 0,0 0 2 16,-1 1-3-16,2 3 7 0,0 0-1 0,0-1-2 15,-1-3-5-15,1 0 0 0,0 1-3 0,1-1-4 16,-2-1 2-16,-1-1 1 0,4-1-3 0,-3 1-3 16,4-3-2-16,-2 4 2 0,1-1-7 0,-1-3 2 15,4 4-1-15,0-5 1 0,3 0 0 0,2 0-5 16,1 1-1-16,4-6 0 0,7-3-5 0,-1-4 5 16,2-1-1-16,3-1-3 0,2-3 0 0,-2-3 2 15,1-4-3-15,12-6 3 0,-4-3-4 0,0 3 9 16,-2-4-10-16,2 3-1 0,-2-2-2 0,2 2 4 15,0-3-1-15,4 4 1 0,-2-1-4 0,1-1 4 16,0 4 0-16,-14 5-3 0,3 5 0 0,-1 1 0 16,-9 2-6-16,4 3-12 0,-9 3-20 0,-6 2-22 15,1 3-33-15,-2-1-22 0,-9 4-13 0,12-3-23 16,-12 3-33-16,11-1-21 0,-11 1-16 0,0 0-119 16,0 0-369-16,0 0 163 0</inkml:trace>
  <inkml:trace contextRef="#ctx0" brushRef="#br0" timeOffset="-195447.03">11711 16063 10 0,'-9'-7'51'0,"9"7"-3"0,0 0-8 0,-9 0-5 15,9 0-9-15,0 0-3 0,0 0-9 0,-14 2-8 16,14-2-3-16,-6 5-15 0,6-5-11 0,-9 3-15 16,5 0-39-16,4-3 18 0</inkml:trace>
  <inkml:trace contextRef="#ctx0" brushRef="#br0" timeOffset="-195048.04">11551 16130 5 0,'0'0'77'0,"0"0"1"15,0 0-5-15,0 0-9 0,0 0 5 0,0 0-1 16,0 0-1-16,0 9-1 0,0-9 10 0,6 12-5 16,-4-5 10-16,2 1-5 0,1 3-6 15,-1 0-6-15,2 4 15 0,-3-2-1 0,2 0-9 0,-2-2-4 16,0 0-7-16,2-1-5 0,-2 2-5 0,1-8-8 15,-2 6 9-15,2-4-8 0,-1 0 2 0,1-2 3 16,-4-4 0-16,6 8 26 0,-1-4 5 16,0 0-2-16,-5-4 0 0,13 0-2 0,-13 0-6 15,16-7-3-15,-1-3-10 0,1-2 0 0,6-3-6 16,5-6-5-16,2-3-2 0,13-11-7 0,0 1 1 0,1-1-5 16,6-3-2-16,-2 2-3 0,1-1-2 15,3 1-1-15,-2-2 1 0,-1 8-3 0,-4-2-1 0,0 5-2 16,-13 6-3-16,-3 5 0 0,-1-2-2 15,-1 1-3-15,1 3-1 0,-9 5 3 0,-1-1-8 16,-3 4-8-16,-1 2-25 0,-6-2-24 0,1 3-34 16,-8 3-35-16,13-1-26 0,-13 1-25 0,13 2-22 0,-10 4-137 15,-3-6-359-15,0 0 160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4T05:53:58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11887 8939 5 0,'0'0'11'0,"0"0"-2"16,-9 0 11-16,9 0-9 0,0 0 0 0,-14 0 3 15,14 0 5-15,0 0-9 0,-15 0 3 0,15 0-3 16,-13 0-2-16,7 0 0 0,6 0-1 0,-17-2-1 16,10 1 6-16,7 1 7 0,-14-1-2 0,6 1-4 15,-2-3 9-15,2 2-2 0,8 1 5 0,-14-3-6 16,4 2-2-16,4-3 3 0,-5 3 5 0,2-1-16 16,0 1 13-16,9 1 3 0,-14-4-9 0,3 3 0 15,2 0-2-15,1-1 6 0,8 2-4 0,-15-2 3 16,9 1-5-16,6 1 1 0,-13-4 8 0,6 3-4 15,7 1-10-15,-11 0 12 0,11 0-11 0,-9-2 1 16,9 2 1-16,-7-1-4 0,7 1-1 0,-10-3 3 16,10 3 0-16,0 0-1 0,0 0-8 0,-10 0 2 15,10 0-3-15,0 0 6 0,0 0-8 0,0 0 7 16,-9-1-4-16,9 1 0 0,0 0-1 0,0 0 3 16,0 0-3-16,0 0 19 0,0 0-10 0,22 7 9 15,-10-7-16-15,7 3 17 0,1-1 3 0,8-1 11 0,5 1-6 16,3-3 18-16,14-1-22 0,1 0-1 15,5-1-4-15,0 0 1 0,6-4-6 0,0 1 4 16,1 1-2-16,0-3 7 0,-1 2-7 0,0 1 4 16,-2 0-3-16,1 1 4 0,-1-1-7 0,1-1 7 15,4 2-4-15,-4-2 2 0,-1 2-9 0,1-1 11 16,-5 1-16-16,-1 2 10 0,-15-1-12 0,-2 1 9 16,-2-1 3-16,0 3-17 0,-6 0 14 0,-2 2-11 15,-8-1 7-15,-1 0 2 0,0-1 1 0,-7 0-7 16,-1 0 1-16,-2 1 14 0,0-2-20 0,-9 1-12 0,11 3 21 15,-4-3 3-15,-7 0-11 0,0 0 16 0,12 0 2 16,-12 0-4-16,0 0 5 0,8 0-5 16,-8 0-2-16,0 0-4 0,0 0 0 0,0 0-8 0,0 0-9 15,0 0-21-15,0 0-17 0,0 0-23 0,-18 15-23 16,7-8-104-16,-7 3-213 0,0-1 94 0</inkml:trace>
  <inkml:trace contextRef="#ctx0" brushRef="#br0" timeOffset="1432.65">9567 8359 7 0,'0'0'18'16,"0"0"-6"-16,0 0 1 0,0 0 5 0,0 0-7 15,0 0-2-15,0 0 2 0,0 0 2 0,0 0-2 16,0 0-5-16,0 0 2 0,0 0-3 0,0 0 1 15,0 0-5-15,0 0 4 0,0 0 1 0,0 0-1 16,0 0-1-16,0 0 3 0,0 0-1 0,0 0-3 16,0 0 2-16,0 0-2 0,0 0-2 0,0 0 2 15,0 0-1-15,0 0-1 0,0 0 1 0,0 0 5 16,0 0-5-16,-18 6 0 0,18-6 1 0,0 0 0 16,-7 3-1-16,7-3 2 0,0 0-2 0,0 0-5 15,0 0 0-15,-7 3 3 0,7-3 0 0,0 0-4 16,0 0 6-16,0 0 0 0,0 0-4 0,0 0-1 15,0 0 1-15,0 0 8 0,0 0-7 0,0 0 4 16,0 0-3-16,0 0 6 0,0 0-8 0,0 0 7 16,0 0-5-16,0 0 2 0,-7 3-2 0,7-3 2 15,0 0-4-15,0 0 3 0,0 0 4 0,0 0-8 16,0 0 2-16,0 0 2 0,0 0-1 0,0 0 1 16,0 0-2-16,0 0-3 0,0 0 0 0,0 0 6 15,0 0-2-15,0 0 0 0,0 0-5 0,0 0-10 16,0 0 5-16,0 0-2 0,14 9-7 0,-14-9-10 15,7 4-30-15,-7-4 14 0</inkml:trace>
  <inkml:trace contextRef="#ctx0" brushRef="#br0" timeOffset="2273.87">21395 8105 25 0,'0'0'72'0,"0"0"-8"16,0 0-6-16,0 0-11 0,0 0-9 0,0 0-15 0,0 0-5 15,0 0-9-15,0 0-2 0,0 0-11 16,0 0-6-16,0 0 2 0,0 0-11 0,0 0 0 16,0 0-2-16,0 0-5 0,0 0-17 0,0 0-46 15,0 0 21-15</inkml:trace>
  <inkml:trace contextRef="#ctx0" brushRef="#br0" timeOffset="3730.22">18163 8635 14 0,'-6'8'14'0,"6"-8"0"0,-6 6-3 0,6-6-11 15,-7 6 8-15,7-6-2 0,-6 5 0 0,6-5 1 16,-7 4-3-16,7-4 3 0,-3 4-1 0,3-4-1 15,-9 3-1-15,9-3 1 0,-12 6 1 0,7-4-5 16,-3 1 2-16,-2 1-2 0,1 0-1 0,-1 1 1 16,-1-1-1-16,-1 0 4 0,1 2-3 0,-1-2 1 15,0-1-2-15,1 0-1 0,1 1 1 0,-3-1 3 16,0 0 3-16,3 0-2 0,-4 0 4 0,4-2 0 16,-2 2 4-16,2-1 4 0,0-1 3 0,1 2-4 15,9-3 7-15,-14 1 4 0,7 0-3 0,7-1 1 16,-14 0-5-16,14 0 8 0,-11 2 0 0,11-2-2 15,-9 0 0-15,9 0 4 0,0 0-4 0,-9 0-3 16,9 0 7-16,0 0-7 0,0 0 1 0,0 0-5 16,0 0-1-16,0 0 8 0,0 0-5 0,0 0-4 15,0 0 9-15,32-13-5 0,-12 8 9 0,10-1-10 16,2-2 7-16,0 4 4 0,5-2-10 0,1 2-1 0,0 0-12 16,2 0 6-16,11-1 7 0,0 1-9 15,-14 1-2-15,3 1 1 0,12 1-6 0,1 0 7 16,-15 1 3-16,13-1-11 0,-11 1-9 0,-2 1 13 15,1 1 4-15,-4 0-7 0,1 1 10 0,-3-2-6 0,0 2-7 16,-4 0 4-16,-9-1-1 0,2 0 7 16,-3-2-5-16,-1 3-8 0,1-3 3 0,-6 0-1 15,0 3 9-15,-4-3-1 0,-3 1-2 0,-6-1 12 16,14 0 4-16,-8 0 6 0,-6 0 13 0,8 1 3 0,-8-1 11 16,0 0-4-16,0 0 5 0,0 0-8 0,10-1-7 15,-10 1 2-15,0 0-4 0,0 0-4 0,0 0-1 16,4-7-14-16,-4 7 8 0,0 0-2 15,0 0-3-15,0 0-3 0,0 0-6 0,-10-15 2 0,10 15 0 16,-4-5-2-16,4 5-5 0,-4-6 0 0,4 6 1 16,0 0-2-16,-4-7-2 0,4 7 0 0,0 0 4 15,0 0-6-15,0 0 0 0,-5-6-5 0,5 6 2 16,0 0-1-16,0 0 5 0,0 0-9 0,0 0 4 16,0 0-2-16,0 0 4 0,0 0-3 0,0 0-1 15,0 0 0-15,0 0-6 0,-6-4 0 0,6 4 4 16,0 0-13-16,0 0 10 0,0 0-6 15,0 0-1-15,0 0 8 0,0 0-6 0,0 0-4 0,0 0-4 16,0 0 6-16,0 0-1 0,0 0-3 0,0 0 4 16,0 0-7-16,0 0 14 0,0 0-3 0,0 0-1 15,0 0-2-15,0 0 8 0,0 0-1 0,0 0 3 16,0 0-8-16,0 0 3 0,0 0 2 0,0 0-5 16,0 0 11-16,0 0-3 0,0 0-3 0,0 0 1 15,0 0 16-15,0 0-19 0,0 0-4 0,0 0 10 16,0 0-2-16,0 0 2 0,0 0 2 0,0 0-3 15,0 0-2-15,0 0 4 0,0 0-1 0,0 0 10 16,0 0-15-16,0 0 5 0,0 0 2 0,0 0 6 16,0 0-17-16,0 0 13 0,0 0 1 0,0 0-3 15,0 0-5-15,0 0 5 0,0 0 2 0,-9-3-1 16,9 3 1-16,0 0-2 0,0 0 4 0,0 0-2 0,0 0-3 16,0 0-4-16,0 0 4 0,0 0 2 15,0 0-3-15,0 0 3 0,-8-1-3 0,8 1 3 16,0 0-3-16,0 0 5 0,0 0-15 0,0 0 11 15,0 0 3-15,0 0-8 0,0 0-7 0,0 0-12 0,0 0 0 16,0 0-1-16,0 0-18 0,0 0-10 0,0 0-4 16,0 0-8-16,0 0-7 0,0 0-11 0,0 0-88 15,-5 11-185-15,5-11 81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4:59:01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28590 2442 58 0,'0'0'157'0,"-3"-13"-21"0,3 13-11 16,0 0-10-16,0 0-14 0,0 0-4 0,0 0-19 15,-7 33 11-15,2-18-18 0,2 2-5 0,2 0 0 16,-1 2-10-16,-1 0-2 0,0-2-11 0,1 2 5 16,1 0-8-16,0-3-2 0,-2 1-2 0,2 1-4 15,-1-6-3-15,-1 0-4 0,1 0 5 0,1 0 0 16,-2-1-4-16,2-1 3 0,1-10-3 0,0 0 1 16,-2 15 11-16,0-11 6 0,2-4 6 15,0 0 14-15,0 8 4 0,0-8 6 0,0 0-9 0,0 0-7 16,0 0-5-16,0 0-2 0,0 0-7 15,0-27-2-15,-2 11-10 0,6-3 1 0,-2-1-11 0,2-6 5 16,1-1-9-16,-1-4-3 0,1 2 4 16,1-1-2-16,1-4-4 0,0 4 1 0,0-2-5 15,-1 0-1-15,2 4 1 0,-4 0 5 0,1 3-5 16,-3 8 3-16,4 1 5 0,-4 5-2 0,1 0-3 0,0 5-2 16,-1-1 0-16,-2 7-2 0,4-10-6 15,-4 10 2-15,0 0-6 0,12-1 2 0,-12 1 2 16,17 18 1-16,-7-1-3 0,-3-1 0 0,6 11 0 15,-2 2 7-15,0-1-3 0,1 1 1 0,-2-1 1 16,-1 2-3-16,1-3 5 0,-2 1-3 0,-1-1-3 16,0-9 6-16,-2 0 3 0,0 2-8 0,0-2 2 15,3 0 1-15,-3-1-1 0,0-2 1 0,5 0-5 16,-8-5-22-16,3 1-24 0,-1 0-19 0,0 0-29 16,1-2-41-16,-5-9-18 0,7 13-47 0,-5-10-153 15,-2-3-380-15,0 0 168 0</inkml:trace>
  <inkml:trace contextRef="#ctx0" brushRef="#br0" timeOffset="163.66">28507 2605 52 0,'13'-5'102'0,"14"-6"-13"0,1 1-5 0,1 0-12 16,2 0-27-16,4-2-22 0,-1 2-26 0,1 0-21 0,1 2-19 15,-3 0-24-15,5 1-71 0,-5 1 32 16</inkml:trace>
  <inkml:trace contextRef="#ctx0" brushRef="#br0" timeOffset="426.11">29163 2430 137 0,'6'-3'184'16,"-6"3"-6"-16,0 0-5 0,4-7-5 0,-4 7 0 15,0 0-7-15,0 0-5 0,0-6-14 0,0 6-10 16,0 0-15-16,0 0-13 0,0 0-10 0,0 0-12 15,-18 10-9-15,12-1 6 0,0 5-3 0,-2 1-7 16,-1 3-3-16,-2 7-7 0,1 3-5 0,4-2-3 16,0 3 0-16,-1-1-10 0,4-1-3 0,-1 0-2 15,1 1 1-15,2-3-1 0,0-2-7 16,1-4-1-16,0 0-1 0,2-1 0 0,-2 0-3 0,0 0-3 16,1-1-3-16,-1 1 2 0,3-3 0 0,-3 2-6 15,3-2 0-15,-3-2 3 0,1-3-11 16,0 3-16-16,0 0-16 0,-1-13-20 0,4 22-24 0,-4-22-36 15,-4 19-34-15,4-19-33 0,0 11-34 0,0-11-169 16,0 0-405-16,-6 9 180 0</inkml:trace>
  <inkml:trace contextRef="#ctx0" brushRef="#br0" timeOffset="594.63">28938 2801 39 0,'0'0'142'0,"0"0"-7"0,9-10-12 16,0 4-10-16,1 1-6 0,3-1-12 0,6-2-11 16,-1 1-10-16,10-5-20 0,2 3-24 0,5-2-19 15,0-1-59-15,2 0-15 0,0 1-23 0,-3 3-49 16,0-3-147-16,-4 2 65 0</inkml:trace>
  <inkml:trace contextRef="#ctx0" brushRef="#br0" timeOffset="737.02">29534 2598 16 0,'9'-3'152'0,"-9"3"2"0,0 0-2 16,0 0-6-16,0 0-10 0,10-4-13 0,-10 4-13 16,0 0-13-16,10-6-8 0,-10 6-11 0,10-4-19 15,-10 4-28-15,0 0-43 0,22-7-39 0,-14 6-41 16,-8 1-106-16,12-2-215 0,-12 2 95 16</inkml:trace>
  <inkml:trace contextRef="#ctx0" brushRef="#br0" timeOffset="868.95">29628 2656 141 0,'0'0'160'0,"0"0"-1"0,-2 9-4 0,2-9-11 15,0 0-21-15,0 0-8 0,0 0-14 0,0 0 1 16,0 0-23-16,0 0-32 0,0 0-30 0,41-12-43 16,-22 5-65-16,1 0-114 0,3-3-221 0,3-2 98 15</inkml:trace>
  <inkml:trace contextRef="#ctx0" brushRef="#br0" timeOffset="1187.83">30475 1899 287 0,'-2'-10'277'0,"2"1"-15"16,0-1-12-16,0 10-16 0,-1-10-25 16,1 10-18-16,-2-8-19 0,2 8-22 0,0 0-18 15,0 0-12-15,0 0-11 0,0 0-13 0,0 0-6 16,2 45-4-16,-1-18-6 0,3 4-3 0,-3 3-14 16,0-4 2-16,3 3-3 0,-1-2-5 0,1 1-7 15,-1 2-1-15,1-1-7 0,-1 1 2 0,1-4-10 16,2-2 1-16,-1-1-2 0,-1 0 0 0,1-2-18 15,-2-8-29-15,-1 2-30 0,2-1-32 0,-3-1-27 16,2-2-49-16,-1-3-46 0,1-1-60 0,-2-2-169 16,-1-9-462-16,3 14 204 0</inkml:trace>
  <inkml:trace contextRef="#ctx0" brushRef="#br0" timeOffset="1399.78">30263 2527 2062 0,'-20'3'142'0,"1"-1"-52"0,6-1-47 15,4 3-17-15,9-4-17 0,-15 1 0 0,15-1 11 16,0 0 13-16,0 0 2 0,0 0 7 16,51-12 12-16,-19 3-1 0,16-2-4 0,10-1 4 15,2 2-3-15,3-8-8 0,29 4-2 0,-31 4-1 16,0-2-6-16,2-1-1 0,-2 6-4 0,-5-1-7 16,-3 0-2-16,-15 5-11 0,-3-3-21 0,-1 4-18 15,-4 0-26-15,-2 4-33 0,-7-1-28 0,-3 2-54 16,1-1-62-16,-10 0-153 0,3 1-418 0,-12-3 186 15</inkml:trace>
  <inkml:trace contextRef="#ctx0" brushRef="#br0" timeOffset="1751.05">30174 3039 200 0,'1'-9'293'0,"0"2"-20"0,-1 7-17 15,0 0-30-15,0 0-17 0,2-15-29 0,-2 15-20 16,0 0-17-16,0 0-11 0,0 0-4 0,0 0-18 15,2 44 7-15,-3-17-7 0,0-1-12 0,1 3-5 16,1-1-12-16,-2 2 0 0,-2-3-13 0,3 2-2 16,0-3-12-16,-1 0-1 0,2-6-8 0,-1-2-1 15,0 1-9-15,0-1 2 0,1 1-3 16,-1-4-4-16,2-3-28 0,0 0-28 0,1-2-40 0,-2 0-41 16,-1-10-48-16,4 13-68 0,0-6-241 0,-4-7-502 15,0 0 222-15</inkml:trace>
  <inkml:trace contextRef="#ctx0" brushRef="#br0" timeOffset="1931.14">30483 3187 57 0,'12'-2'188'0,"2"-1"-8"15,-1-1-6-15,4 1-5 0,-4-2-22 0,4 0-13 16,1 2-13-16,1 0-10 0,-6-1-14 0,7 0-10 15,-1 0-18-15,0 2-35 0,-5 0-41 0,3-2-63 16,-4 3-52-16,-2 0-107 0,-11 1-246 0,0 0 109 16</inkml:trace>
  <inkml:trace contextRef="#ctx0" brushRef="#br0" timeOffset="2113.48">30670 3039 190 0,'-5'-6'233'0,"5"6"-5"16,0 0-8-16,-8-6-23 0,8 6-22 0,0 0-19 15,0 0-16-15,0 0-14 0,0 0-12 16,0 0-5-16,-5 25 0 0,2-12-12 0,2 2-5 16,-2 1-6-16,5 2-7 0,-2 0-9 0,0-1-5 15,1 0-7-15,-1-1-3 0,1 2-5 0,2 1-10 16,0-4-33-16,3 3-43 0,-2-1-61 0,-1-5-84 16,3 2-216-16,-3-4-431 0,3-4 191 0</inkml:trace>
  <inkml:trace contextRef="#ctx0" brushRef="#br0" timeOffset="2596.14">31079 3079 160 0,'4'-9'259'0,"-4"9"-25"0,0 0-15 0,0 0-1 15,0 0-8-15,0 24-13 0,-3-9-8 0,0 4-11 16,0 6-10-16,-1-5-8 0,1-2-18 15,1 6-12-15,-2 2-28 0,0-8 4 0,3 1-8 16,0-2-8-16,-1-1-14 0,1 0 0 0,0 0-11 16,-1-4-4-16,2-1-2 0,-1-4-12 0,1-7-1 15,0 12-4-15,0-12 0 0,0 11 8 0,0-11 12 16,0 0 17-16,0 0 13 0,0 0-5 0,0 0-5 16,0 0-14-16,0 0 0 0,0 0-12 0,0 0 0 15,0 0-3-15,-5-49-20 0,6 26 8 0,0-3-18 16,2-1-3-16,-2-1 0 0,2-1-16 0,2-2 3 15,0 0-3-15,0 0-6 0,3 4 6 0,-3 2-6 16,0-1 3-16,1 10-18 0,-3 0 16 0,0 5-2 16,0 2 1-16,-1 1-4 0,-2 8-2 0,5-12 3 15,-5 7-2-15,0 5-1 0,4-4-4 0,-4 4 3 16,0 0 6-16,0 0-7 0,21 19 8 0,-16-9-1 16,3 7-3-16,1 0 2 0,1 7 1 0,-2-7 4 15,0 2-1-15,-1-1 5 0,-3 0 4 0,3-2 0 16,-2 2-1-16,0-2-4 0,1 0 9 15,-1-1-1-15,-2-3 3 0,2-1-6 0,-1 0-1 16,-2 0 4-16,1-2 0 0,0 0-12 0,-1 0-23 0,-1-1-23 16,3 1-28-16,-4-9-28 0,4 11-24 0,-4-11-28 15,0 12-36-15,0-12-27 0,0 0-50 0,2 11-249 16,-2-11-557-16,0 0 248 0</inkml:trace>
  <inkml:trace contextRef="#ctx0" brushRef="#br0" timeOffset="2947.73">31100 3239 208 0,'0'0'205'0,"0"0"-23"16,0 0-18-16,0 0-14 0,4-15-14 0,-4 15-16 15,18-13-13-15,-6 7-9 0,3-1-11 0,3-2-11 16,2-1-21-16,5 2-26 0,-4 1-27 0,5-5-31 16,1 1-27-16,-7 4-42 0,-2 0-18 0,1 0 1 15,-1 0 3-15,-4 0 14 0,-2 2 8 0,0-1 12 16,-1-1 22-16,-1-1 19 0,-2 0 23 0,-8 8 29 15,10-19 29-15,-6 10 23 0,-3-1 15 0,0 1 9 16,2-2 5-16,-1 2 13 0,-2 9 0 0,2-20 13 16,-2 20 2-16,0-13 6 0,0 7 12 0,0 6-11 15,1-11-2-15,-1 11-16 0,0 0-8 0,0 0-19 16,-1-9-11-16,1 9-2 0,0 0 6 0,0 0 7 16,0 0-1-16,4 46 2 0,-2-25-4 15,3 4 1-15,-2 0-4 0,-2 0-15 0,1 0 0 0,0-8-6 16,0 2-2-16,-2 0-7 0,3 6-7 0,-1-7-6 15,5 0-6-15,-5-1-22 0,3-1-27 0,-1-3-30 16,1 0-32-16,-3-3-31 0,0 0-37 16,1-1-41-16,-1-1-55 0,-2-8-211 0,3 12-492 15,-3-12 218-15</inkml:trace>
  <inkml:trace contextRef="#ctx0" brushRef="#br0" timeOffset="3325.44">31502 2996 1840 0,'1'-31'4'0,"0"4"16"16,1 3 17-16,1 7 12 0,1 1-2 16,1-1 8-16,4 2 10 0,-1 1 5 0,-2 3 0 15,3 3 1-15,0-2 2 0,0 3-3 0,0 0-6 16,1 3-7-16,-3 1-3 0,3 2-4 0,1-2-3 16,-3 4-15-16,1 1 4 0,1-1-1 0,0 3-2 15,-1 2-12-15,1-2 8 0,-3 3-3 0,-3 1-2 16,1-2-1-16,-4 4-2 0,-1-1-1 0,-2 1 1 15,-2 3-4-15,-4 0 0 0,1-3-6 0,1 0-8 16,-5 2-15-16,1-2-6 0,0 3-16 0,0-5-9 16,2 0-4-16,3-1-10 0,-1-3 4 0,6-4-5 15,-3 10 9-15,3-10-4 0,0 0 8 0,5 15 0 16,-5-15 4-16,15 7 10 0,-10-2 3 0,-5-5 1 16,16 7 0-16,-5-5 6 0,-2 2-2 0,-3-1 4 15,-6-3 6-15,14 7 7 0,-9-1 3 16,-1 1 13-16,-4-7 8 0,7 9 9 0,-7-9 4 0,-3 12-5 15,3-12 6-15,-9 18-4 0,0-10 0 0,-1 0-6 16,0 2 3-16,-5-2-12 0,-1 0-23 0,-2 0-33 16,2-2-41-16,4 1-87 0,-5-1-215 0,4-3-417 15,0 1 185-15</inkml:trace>
  <inkml:trace contextRef="#ctx0" brushRef="#br0" timeOffset="6293.22">31475 2187 152 0,'0'0'211'0,"0"0"-10"0,0 0-14 16,0 0-11-16,0 0-12 0,0 0-24 0,0 0-9 15,27-10-10-15,-21 6-14 0,8-1-15 0,-1 2-5 16,-1 0-33-16,0-2-33 0,0 3-41 0,-3-4-47 15,3 5-46-15,-5-1-161 0,-7 2-298 16,0 0 132-16</inkml:trace>
  <inkml:trace contextRef="#ctx0" brushRef="#br0" timeOffset="6455.42">31553 2265 86 0,'0'0'138'16,"20"3"-16"-16,-20-3-15 0,22-9-5 0,-10 5-10 16,5-4-33-16,4 3-33 0,6-2-59 0,-7 2-84 15,1 1-126-15,7-6 55 0</inkml:trace>
  <inkml:trace contextRef="#ctx0" brushRef="#br0" timeOffset="6913.9">32132 2034 8 0,'0'0'124'0,"0"0"-8"16,0 0-1-16,0 0-7 0,0 0 0 0,0 0-11 15,0 0 2-15,-3-5-2 0,3 5-9 0,0 0-2 16,0 0-9-16,0 0 0 0,0 0-1 16,0 0-5-16,0 0-8 0,0 0-1 0,0 0 2 15,0 0-6-15,0 0-5 0,0 0 8 0,0 0-5 16,0 0 0-16,-27 7-3 0,27-7-3 0,-9 1 0 15,9-1-4-15,0 0 2 0,-15 4-2 0,15-4 2 16,0 0 1-16,-10 2-1 0,10-2-4 0,0 0 1 16,0 0-2-16,0 0-4 0,0 0-2 0,0 0 2 15,0 0-7-15,0 0 3 0,0 0-2 0,0 0-4 16,0 0-3-16,43-10 0 0,-32 6-6 0,1 2 2 16,1-2-5-16,-1-2 3 0,2 5-4 15,0-2-1-15,-4 0-19 0,0 2-13 0,0-2-27 16,-10 3-30-16,14-3-30 0,-14 3-48 0,12-1-42 15,-12 1-26-15,0 0-112 0,0 0-359 0,0 0 160 16</inkml:trace>
  <inkml:trace contextRef="#ctx0" brushRef="#br0" timeOffset="7263.92">32306 1896 58 0,'0'0'222'16,"0"-8"-16"-16,0 8-14 0,0 0-10 0,0 0-24 16,0 0-20-16,0 0-12 0,0 0-14 0,0 0-14 15,0 0-10-15,0 0-2 0,7 27-5 0,-2-19-13 16,2 2-4-16,-1 0-1 0,-2 3-5 0,4-4-8 16,1 2 2-16,1 2-6 0,-4-4-5 0,1 0-1 15,-1 1-3-15,2 0-5 0,-2-3 0 0,-1-3-1 16,-5-4-3-16,8 10-1 0,-8-10-1 15,10 5 6-15,-10-5 8 0,5 6 11 0,-5-6 5 16,0 0 7-16,0 0 1 0,0 0-6 0,0 0-12 16,0 0-2-16,14-14 16 0,-14 14-5 0,5-16-9 15,3 0-3-15,-4 1-4 0,1 1-5 0,-1-2-14 16,5-9-10-16,0 6-4 0,-2 1-13 0,0 0-13 16,-2 3-23-16,4-2 0 0,-5 3-28 0,1 5-34 15,-5 9-42-15,6-13-60 0,-3 8-221 0,-3 5-464 16,0 0 206-16</inkml:trace>
  <inkml:trace contextRef="#ctx0" brushRef="#br0" timeOffset="7563.69">32612 1988 52 0,'0'0'215'0,"12"-10"-12"0,-3 2-10 0,-3-1-1 16,2-1-3-16,-2 1-6 0,1 0-12 0,-7 9-16 15,0 0-24-15,0 0-7 0,25-42-5 0,-25 42-11 16,0 0-10-16,15-29-7 0,-15 29-5 0,0 0-9 16,0 0-1-16,11-23-14 0,-11 23-9 0,0 0-5 15,0 0-3-15,1-12-9 0,-4 12-1 16,3 0-10-16,0 0 2 0,0 0-3 0,-32 14-2 16,20-4-5-16,-2 1-2 0,1 4-1 0,0-4-2 15,4 3 0-15,0 0 3 0,4-2-11 0,-1-2 4 16,6-10-6-16,-4 19 9 0,4-8-5 0,0-11-4 15,5 19-20-15,3-12-14 0,2 6-27 0,1-6-30 16,-11-7-37-16,0 0-36 0,57 15-61 0,-57-15-153 16,48 2-405-16,-48-2 180 0</inkml:trace>
  <inkml:trace contextRef="#ctx0" brushRef="#br0" timeOffset="7808.11">32992 1707 106 0,'0'0'243'16,"0"0"-4"-16,0 0-18 0,0 0-13 0,-9-45-18 16,9 45-15-16,0 0-20 0,0 0-18 0,0 0-21 15,0 0-10-15,0 0 6 0,0 0 0 0,0 0-10 16,0 0-10-16,0 0 0 0,0 0 0 0,4 126-13 16,0-101 2-16,-4-25-10 0,5 47 1 0,-5-47-5 15,5 44-11-15,-5-44 0 0,4 38-8 16,-4-38-5-16,7 32-3 0,-7-32-14 0,4 31-32 15,-4-31-20-15,4 30-25 0,-4-30-33 0,0 0-35 0,4 42-41 16,-4-42-53-16,0 0-200 0,0 0-448 16,-4 33 198-16</inkml:trace>
  <inkml:trace contextRef="#ctx0" brushRef="#br0" timeOffset="7979.73">33015 2033 2031 0,'0'0'37'16,"0"0"-14"-16,0 0-13 0,0 0 24 0,-10-44 5 15,10 44 1-15,0 0-6 0,0 0-10 0,0 0-4 16,0 0 7-16,0 0-4 0,9-43-7 0,-9 43 3 16,0 0 0-16,19-22-3 0,-19 22-5 0,0 0-10 15,20-18-18-15,-20 18-29 0,0 0-29 16,25-15-33-16,-25 15-46 0,0 0-184 0,0 0-365 16,0 0 161-16</inkml:trace>
  <inkml:trace contextRef="#ctx0" brushRef="#br0" timeOffset="8479.65">33107 1942 11 0,'0'0'191'0,"0"0"-5"0,0 0-11 0,0 0-6 0,38-64 0 16,-38 64-17-16,0 0-12 0,9-26-9 0,-9 26-8 15,0 0-2-15,0 0-4 0,0 0-6 16,8-35-9-16,-8 35-1 0,0 0-3 0,0 0-3 15,0 0-7-15,0 0-5 0,0 0-11 0,0 0-7 16,0 0-5-16,0 0-8 0,0 0-9 0,0 0-4 16,0 0-4-16,0 0-5 0,0 0-2 0,0 0 0 15,0 0-6-15,0 0-8 0,0 0-5 0,0 0 8 16,0 0-5-16,0 0-1 0,0 0 0 0,0 0 0 16,0 0 4-16,0 0-4 0,0 0-3 0,0 0-6 15,0 0-19-15,0 0-16 0,0 0-23 0,0 0-15 16,2 92-22-16,-2-92-12 0,32 6-15 15,-32-6-8-15,0 0 4 0,54 1-12 0,-54-1 6 0,0 0 10 16,42-6 10-16,-42 6 7 0,0 0 15 16,33-12 5-16,-33 12 41 0,0 0 12 0,23-20 18 15,-23 20 6-15,0 0 31 0,12-29 6 0,-12 29 13 16,0 0 14-16,4-30 9 0,-4 30 11 0,0 0 9 16,0 0-4-16,0 0 2 0,0 0-2 0,-8-42-3 15,8 42-10-15,0 0-8 0,0 0-7 0,0 0-2 16,0 0 0-16,0 0 1 0,0 0 0 0,0 0-7 15,0 0-2-15,0 0-9 0,0 0-4 0,0 0-3 16,0 0 0-16,-64 50-2 0,64-50-7 0,0 0 2 16,0 0-6-16,-4 33 4 0,4-33-20 0,0 0-23 15,0 0-21-15,0 0-30 0,0 0-42 16,34 42-49-16,-34-42-72 0,0 0-120 0,37 1-385 16,-37-1 170-16</inkml:trace>
  <inkml:trace contextRef="#ctx0" brushRef="#br0" timeOffset="8837.19">33453 1746 75 0,'0'0'142'0,"0"0"-15"16,0 0-10-16,0 0 2 0,0 0-9 0,0 0-4 16,0 0-11-16,-39 48-10 0,39-48-7 0,0 0-6 15,0 0-7-15,0 0-3 0,-4 36-1 0,4-36-10 16,0 0-7-16,0 0-9 0,0 0-12 0,0 0-5 15,0 0-13-15,0 0-8 0,0 0 4 0,0 0-4 16,0 0-1-16,0 0 2 0,0 0-6 0,0 0 5 16,0 0 4-16,0 0-2 0,0 0 2 0,0 0-4 15,64-59 4-15,-64 59 0 0,0 0 2 0,-3-50 11 16,3 50 7-16,0 0-7 0,-6-47 11 16,6 47 11-16,0 0 13 0,0 0 7 0,-5-37-3 15,5 37-9-15,0 0-2 0,0 0-8 0,0 0-7 16,0 0-7-16,0 0-6 0,0 0 4 0,0 0-3 15,0 0 0-15,0 0-2 0,0 0 4 0,0 0-4 16,0 0 0-16,-12 102 0 0,12-102-3 0,0 38-13 16,0-38-27-16,0 0-22 0,8 50-38 0,-8-50-40 15,12 22-41-15,-12-22-92 0,0 0-282 0,19 20 124 16</inkml:trace>
  <inkml:trace contextRef="#ctx0" brushRef="#br0" timeOffset="9162.19">33600 1642 93 0,'0'0'166'0,"0"0"5"0,0 0-16 16,0 0-5-16,0 0-9 0,0 0-12 0,0 0-14 16,0 0-10-16,0 0-5 0,0 0-15 15,0 0-10-15,12 89-6 0,-12-89 0 0,0 0-13 16,0 0 5-16,0 0-11 0,7 28-5 0,-7-28 2 15,0 0-4-15,0 0-3 0,0 0-8 0,0 0 3 16,0 0-4-16,0 0-6 0,0 0-6 0,0 0-3 16,0 0-4-16,0 0-10 0,0 0-3 0,0 0 2 15,20 15-4-15,-20-15-2 0,0 0 2 0,0 0-5 16,0 0 2-16,0 0-3 0,0 0 1 0,0 0 0 16,28 11 6-16,-28-11-6 0,0 0 2 0,0 0 4 15,0 0 0-15,7 28-3 0,-7-28 1 0,0 0-2 16,0 0-23-16,0 0-34 0,-15 50-40 0,15-50-45 15,-22 26-138-15,3-8-308 0,19-18 137 0</inkml:trace>
  <inkml:trace contextRef="#ctx0" brushRef="#br0" timeOffset="10181.7">29344 4963 2432 0,'-5'-9'-8'16,"-1"2"42"-16,1 2-6 0,0 1-11 0,5 4 5 15,-7-7-5-15,7 7 0 0,-4-7-1 0,4 7-4 16,-6-3 1-16,6 3-2 0,0 0-1 0,0 0 6 16,0 0 11-16,-15 16 0 0,10-4 2 0,-1 3-4 15,1 2 0-15,-2 2 0 0,0-4-6 0,1 1 0 16,-2-2-4-16,4-2 2 0,2-2-3 0,-1 0 0 15,-2-1-1-15,3-3 3 0,2 2-2 0,-2-1 8 16,2-7 14-16,-3 8 11 0,3-8 11 0,-3 6 19 16,3-6 6-16,0 0 11 0,0 0 2 0,-4 6 11 15,4-6-13-15,0 0-4 0,0 0-22 0,0 0-7 16,-1-22-6-16,1 10-23 0,0-4 4 0,1-1-7 16,0-2 0-16,1-8-6 0,2 0-9 0,-1-3-2 15,3 3-3-15,-1-2-9 0,4-3-8 0,-2 5 7 16,1 0 0-16,2 4-3 0,-5 5 3 0,3 3-6 15,-2 1 1-15,0 3 0 0,0 4-1 0,-4 1-3 16,2 0 3-16,-1 2 0 0,-3 4-3 0,10 0 0 16,-10 0 1-16,13 7-2 0,-7 2 2 0,2 5 1 15,1 2 6-15,1 2 6 0,-2 0-10 0,2 4 1 16,0 2 1-16,-2 0 1 0,-3-5-1 0,1-2 8 16,0 2-6-16,2-2 2 0,-1 1 3 0,-3 0 3 15,1-2-9-15,0-1-1 0,-3-5 10 0,3 3 11 16,-1-4-17-16,0 3-32 0,-1-3-32 0,-1 0-22 15,1-3-28-15,-1 3-36 0,-2-9-41 0,3 12-46 16,-2-7-31-16,-1-5-208 0,0 0-515 0,-6 14 229 16</inkml:trace>
  <inkml:trace contextRef="#ctx0" brushRef="#br0" timeOffset="10566.28">29220 5006 189 0,'0'0'168'0,"0"0"-19"0,3-11-14 0,-3 11-19 16,15-13-9-16,2 6-6 0,2-4-14 16,7 1-10-16,-1-2-23 0,3 1-17 0,2 0 0 0,-1-1-25 15,-1 3-12-15,-2-3-1 0,-2 0 10 0,-1 0-11 16,-4 5 5-16,-5-2-11 0,-1 4 9 16,-3-1 0-16,-1 1 13 0,-1 1 17 0,-3 0 17 15,-5 4 9-15,8-8 16 0,-4 3 17 0,-4 5-1 16,1-7 4-16,-1 7-6 0,0 0-3 0,0 0-8 15,-6-11-6-15,6 11-3 0,0 0-3 0,0 0-9 0,0 0-6 16,0 0-6-16,0 0 7 0,0 0-6 0,-12 21 3 16,11-9-5-16,-1 5 6 0,4 2-6 0,0 5-2 15,-2-5 2-15,3 7 3 0,-1-2-9 16,2-3-2-16,-1 4 6 0,1 0 1 0,1 0-3 16,-3-8-3-16,3 1-6 0,-2 2-3 0,2-4 2 15,0 1-4-15,-1-2 0 0,-1 1-2 0,-1-3-4 16,-1 4 1-16,4-7-1 0,-5 2-4 0,2-2-10 0,-2-1-18 15,0-9-14-15,1 17-28 0,-1-17-32 0,-5 13-27 16,5-13-31-16,-6 11-45 0,6-11-62 16,-9 5-135-16,9-5-418 0,0 0 185 0</inkml:trace>
  <inkml:trace contextRef="#ctx0" brushRef="#br0" timeOffset="10707.9">29502 5045 89 0,'10'-8'113'0,"5"0"-6"16,1-2-19-16,3 2-10 0,6-3-34 0,1 3-48 15,-6 1-83-15,-1-1-92 0,8 0 41 0</inkml:trace>
  <inkml:trace contextRef="#ctx0" brushRef="#br0" timeOffset="10861.06">29876 4879 49 0,'3'-9'222'0,"-3"9"-22"0,5-7-16 16,-3 1-19-16,-2 6-7 0,8-8-19 0,-3 3-13 15,-1 0-15-15,1 0-13 0,2 2-33 0,0-1-36 16,1 1-49-16,1-1-52 0,0 3-51 0,-9 1-100 16,11 1-239-16,-11-1 106 0</inkml:trace>
  <inkml:trace contextRef="#ctx0" brushRef="#br0" timeOffset="10997.88">29927 4975 104 0,'0'0'180'0,"-4"10"0"0,4-10 6 0,0 0 0 0,0 0-2 15,0 0-16-15,0 0-20 0,0 0-9 0,0 0-18 16,20-4-21-16,-6-2-28 0,2-3-35 0,10 0-41 16,2-5-58-16,1 1-57 0,3-1-151 0,-4-3-293 15,6 0 129-15</inkml:trace>
  <inkml:trace contextRef="#ctx0" brushRef="#br0" timeOffset="11303.66">30728 4188 153 0,'0'-14'246'0,"0"3"6"15,-1-2-8-15,1 5-2 0,0 0-14 0,0 8-19 16,0-13-25-16,0 13-17 0,1-7-23 0,-1 7-18 16,0 0-13-16,0 0-11 0,0 0-10 0,0 0-2 0,8 34-4 15,-3-9-3-15,1 2 0 0,-4 0 4 16,6-1-12-16,-5-1 2 0,1 2-9 0,1 1 3 0,-2-2-12 16,2-2 2-16,-4 2-5 0,4-2-4 15,-1-7-6-15,-1 10-3 0,2-1-4 0,-2-6-9 16,0 4-23-16,1-5-31 0,0 6-28 0,-3-8-21 15,1-4-29-15,1 3-39 0,-1-4-41 0,0-1-54 16,-1 2-35-16,1-1-152 0,-1-5-458 0,-1-7 204 16</inkml:trace>
  <inkml:trace contextRef="#ctx0" brushRef="#br0" timeOffset="11560.05">30423 4846 161 0,'-5'0'231'0,"5"0"-13"16,0 0-18-16,0 0-10 0,0 0-13 0,43-23-2 16,-5 8-14-16,20-8-2 0,25-11-11 0,3 7-10 15,-2-2-8-15,1 0-8 0,2 1-5 0,-30 8-6 16,4-2-7-16,-1 0-2 0,2 1-9 16,-7 2-3-16,-5 5-6 0,-2-4-11 0,-15 9 2 0,-2 0-16 15,-3 0-2-15,-7 3-7 0,-2 3-1 0,-6-2-10 16,-3 3 1-16,0-1-7 0,-3 0-22 0,-4 0-30 15,-3 3-33-15,9-2-36 0,-9 2-31 0,0 0-39 16,0 0-57-16,0 0-59 0,-27 21-138 0,8-11-447 16,-11 4 198-16</inkml:trace>
  <inkml:trace contextRef="#ctx0" brushRef="#br0" timeOffset="12002.41">30419 5334 167 0,'-2'-9'284'0,"-2"1"-6"0,-1 1-17 0,4 1-13 16,1 6-15-16,-6-9-21 0,6 9-14 15,-5-6-29-15,5 6-23 0,0 0-18 0,0 0-11 16,0 0-14-16,0 0-10 0,2 23-8 0,0-6-10 15,-1 2 5-15,3 6-7 0,-1 1 0 0,-2 2-10 0,3-2-6 16,-2 1-2-16,-2-1-7 0,0 0-1 0,2-7-10 16,-2 0 0-16,1-1-9 0,0 0 6 0,0-1-3 15,2-2-1-15,-2-2-1 0,1 0-4 16,1-1-22-16,-1-2-31 0,0-3-18 0,0 3-29 16,0-4-29-16,1-1-44 0,-3-5-52 0,9 7-46 15,-6-4-204-15,-3-3-488 0,0 0 216 0</inkml:trace>
  <inkml:trace contextRef="#ctx0" brushRef="#br0" timeOffset="14543.6">30764 5257 2095 0,'-1'-1'33'0,"0"-1"76"0,1 0-237 0,-2 0 403 0,2 1-498 0,-1 1 564 16,1-3-354-16,0 3-29 0,0 0 100 15,0 0-85-15,0 0 3 0,0 0 12 0,0 0 45 16,0 0-23-16,0 0-18 0,0 0-15 0,0 0 28 16,0 0-36-16,0 0 55 0,0 0-25 0,5-1-4 15,-5 1 5-15,0 0-22 0,0 0 43 0,5 4-113 16,-5-4 210-16,0 0-200 0,0 0 120 0,7 4-31 16,-7-4-94-16,0 0 35 0,5 4 104 0,-5-4-81 15,5 4-58-15,-5-4 68 0,0 0-48 0,0 0-49 16,6 5-1-16,-6-5 52 0,0 0-87 0,0 0 4 15,4 3-16-15,-4-3-22 0,0 0-32 16,7 2-81-16,-7-2-51 0</inkml:trace>
  <inkml:trace contextRef="#ctx0" brushRef="#br0" timeOffset="16853.77">30875 5532 9 0,'0'0'145'0,"0"0"-12"0,0 0-4 0,-8-4-2 0,8 4-7 16,0 0 1-16,-8-5-7 0,8 5-4 0,0 0-4 16,-7-2-5-16,7 2-4 0,0 0-7 0,0 0-1 15,0 0-4-15,0 0 3 0,0 0-4 0,0 0 2 16,0 0-4-16,0 0-8 0,0 0-5 0,0 0-4 15,0 0-10-15,0 0-2 0,0 0-5 0,15-16-3 16,-5 10-6-16,0 3-3 0,2-4-5 0,1 3 4 16,2-3-11-16,1-1-8 0,1 2-11 0,-4-1-23 15,-2 3-21-15,1 0-33 0,-2-1-44 0,1-1-44 16,2 2-51-16,-4-1-106 0,1 0-341 0,-1 0 152 16</inkml:trace>
  <inkml:trace contextRef="#ctx0" brushRef="#br0" timeOffset="17364.98">31333 5251 180 0,'0'0'182'0,"0"0"-15"0,0 0-21 16,0 0-21-16,6-5-8 0,-6 5-12 0,0 0-10 15,0 0-7-15,0 0-5 0,0 0-9 16,-1 24-4-16,1-15-2 0,-1 0-2 0,1 2 1 16,-3 0-10-16,1-4-6 0,2 4 0 0,-1-1-11 0,1-10-1 15,0 15-3-15,-2-8-6 0,2-7 2 0,0 10-3 16,0-10-2-16,0 8 7 0,0-8 7 0,0 0 7 16,0 0 4-16,0 0 14 0,-1 8 7 0,1-8 7 15,0 0 3-15,0 0-6 0,0 0-8 16,0 0-6-16,0 0-4 0,0 0 0 0,0 0-16 15,1-33-1-15,1 20-2 0,-1-3-13 0,0 4 4 0,3-7-10 16,-2 0-2-16,2-1-4 0,0-5 32 0,1-2-2 16,-1 4-9-16,1-3-3 0,-3 0-13 0,1-1 7 15,1 1-4-15,1 2-2 0,-1 8-4 0,0 1-1 16,-3 3-4-16,2 3-3 0,-3 2-2 16,2 1-2-16,-2 6 0 0,0-10-5 0,0 10 0 15,0 0 1-15,8-1-14 0,-8 1 15 0,10 14-4 0,-2-3 0 16,0 4 4-16,0 4-4 0,0-2 2 0,0 6 1 15,0 2 0-15,-1-6-4 0,-3-2 4 0,1 2-2 16,0-3 0-16,0 2 3 0,2-1-2 16,-4 0 0-16,1 0 0 0,1-5 5 0,-2-1-10 15,2 2 9-15,-2-2-20 0,-1-3-15 0,3 3-27 0,0-4-33 16,-5-7-28-16,7 13-41 0,-3-9-41 0,0-1-25 16,1 0-187-16,-5-3-448 0,0 0 198 0</inkml:trace>
  <inkml:trace contextRef="#ctx0" brushRef="#br0" timeOffset="17729.58">31392 5261 37 0,'-9'-5'164'0,"9"5"-13"0,0 0-18 0,6-13-7 16,-1 8-19-16,7-2-9 0,-3-1-14 0,7-1-7 15,1-1-15-15,1 1-26 0,1 0-14 0,7-2-29 16,-7 0-25-16,4-2-10 0,-7 4-5 0,1-1-6 0,-2 1-5 15,1-1-4-15,-6 3 7 0,-1-3 3 16,1 2 13-16,-4-2 3 0,1-1 4 0,-2 0 15 16,-1 1 18-16,1-5 14 0,-4 3 10 0,2 0 16 15,-3 3 16-15,-3-1 14 0,3 0 23 0,0 10 11 16,3-12 3-16,-2 6-1 0,-1 6-5 0,0 0-15 16,0-9-8-16,0 9-13 0,0 0-10 0,0 0 0 0,0 0 11 15,0 0 4-15,9 27 7 0,-5-7 13 16,0 3-4-16,-2 3-4 0,2-1 1 0,-1 1-14 15,0-3-7-15,0 2-4 0,0-5-8 0,-1 0-3 16,2 0-4-16,-3-1-7 0,1-1-2 0,0 7-1 16,-1-7-7-16,2 1-4 0,-2-3-12 0,1-3-15 15,-1 1-27-15,0-2-28 0,0 0-39 0,1 0-28 16,3-1-39-16,-3 0-34 0,-1 2-137 0,-1-13-364 16,-1 15 161-16</inkml:trace>
  <inkml:trace contextRef="#ctx0" brushRef="#br0" timeOffset="18152.86">31766 4921 112 0,'3'-13'176'0,"2"-2"0"15,-3 4-12-15,4 1-9 0,0 1-14 0,0-1-18 16,1 1-17-16,0 3-8 0,1 0-18 0,1 4 0 15,-1-1-9-15,-8 3-5 0,13 0-6 16,-13 0-5-16,11 7-4 0,-2-3 1 0,-1 1-5 0,-2 2-4 16,-2 3 3-16,0 0-7 0,-3 2-1 0,0-2-3 15,-4 3-2-15,-1-2 0 0,-2 0-3 0,-4 3-2 16,1-4-7-16,4-1 0 0,-1-1-6 0,2-1-10 16,0-3-6-16,0 0-7 0,4-4-3 0,-5 10 7 15,1-7-8-15,4-3 4 0,0 0 0 0,-3 6 0 16,3-6-1-16,0 0 4 0,0 0-1 0,20 0 0 15,-8-2-1-15,0 1 1 0,0 0-3 0,-1 1 0 16,1 0 5-16,-3 1-1 0,2-1-1 0,-5 3 8 16,1-3-11-16,-1 3 5 0,-6-3 2 0,8 5-4 15,-3-1 4-15,-5-4 2 0,1 9 2 0,-1-9 1 16,-5 11 8-16,-1-3-2 0,-3 0-1 16,-1-2 1-16,-4 4 1 0,1-1-3 0,-2 1-2 0,-3 0 0 15,1-2-13-15,2 2-17 0,1-4-31 0,0 2-33 16,1-3-42-16,4-1-43 0,-1 2-99 0,0-4-294 15,10-2 130-15</inkml:trace>
  <inkml:trace contextRef="#ctx0" brushRef="#br0" timeOffset="20337.68">32183 4160 80 0,'0'0'170'15,"0"0"-8"-15,0 0-9 0,0 0-16 0,-12-3-3 16,12 3-12-16,0 0-5 0,0 0-3 0,0 0-3 16,0 0-8-16,-8 3 3 0,8-3-5 0,0 0-2 15,0 0-10-15,0 0-7 0,0 0-5 0,0 0-5 16,0 0-7-16,0 0-6 0,0 0-6 0,0 0-7 15,0 0-3-15,0 0-8 0,0 0 0 0,24-17-6 16,-13 12-2-16,8 1-10 0,0-1-14 16,1-1-22-16,-2 2-29 0,-5 0-23 0,3 0-33 0,-3 2-34 15,0-2-33-15,-3 1-144 0,-4 1-342 0,-6 2 151 16</inkml:trace>
  <inkml:trace contextRef="#ctx0" brushRef="#br0" timeOffset="20568.16">32248 3991 109 0,'-6'-9'205'15,"6"9"-1"-15,0 0-7 0,-6-8-15 0,6 8-13 0,0 0-20 16,-2-4-23-16,2 4-11 0,0 0-14 16,0 0-8-16,0 0-10 0,0 0-8 0,-1 28-3 15,3-15-11-15,2 4 2 0,0 1-12 0,-1-1 1 16,2 7-5-16,-3-5-6 0,2 0-6 0,0-1 0 15,0 1-8-15,-2 0 1 0,-1-4-24 0,2 2-32 16,2-2-33-16,-2-1-40 0,1-3-45 0,1-1-49 16,-3 0-105-16,2-1-323 0,-4-9 144 0</inkml:trace>
  <inkml:trace contextRef="#ctx0" brushRef="#br0" timeOffset="20903.84">32431 3985 159 0,'0'0'161'0,"0"0"-19"0,0 0 1 16,5-3 0-16,-5 3-1 0,0 0-1 0,18 16-8 16,-13-7 18-16,4 0-10 0,0 0-5 0,2 4-16 15,-3-4-3-15,0 1-13 0,1 1-7 0,-3-3-9 16,2 1-9-16,-1 1-9 0,-2-4-5 0,-1-1-4 15,0 0-4-15,1-2 4 0,-5-3 14 0,4 5 11 16,-4-5 10-16,0 0 6 0,0 0-9 0,0 0-5 16,0 0-17-16,0 0 0 0,19-13-12 0,-16 5-6 15,1 1-1-15,-2-5-7 0,3 1-9 0,-1-6-11 16,4 0 9-16,1-7-12 0,0 5-13 0,0-3-16 16,2-3-13-16,-1 9-13 0,-10 16-14 0,21-32-32 15,-21 32-28-15,14-22-23 0,-14 22-33 0,0 0-29 16,29-14-27-16,-29 14-19 0,0 0-145 0,0 0-414 15,0 0 184-15</inkml:trace>
  <inkml:trace contextRef="#ctx0" brushRef="#br0" timeOffset="21168.01">32792 4007 22 0,'0'0'208'0,"0"0"-9"16,0 0-9-16,0 0-15 0,0 0-12 0,0 0-3 15,0 0-4-15,0 0-8 0,0 0-15 0,0 0-15 16,0 0-8-16,22-61-15 0,-22 61-7 0,0 0-7 15,0 0-11-15,5-31-1 0,-5 31-5 0,0 0 0 16,0 0-6-16,0 0-7 0,0 0-5 0,0 0-3 0,0 0-9 16,0 0-4-16,0 0-4 0,0 0-3 15,0 0-2-15,0 0-5 0,0 0-2 0,0 0 1 16,0 0 1-16,0 0-4 0,-61 38 3 0,52-28-2 16,1 5-1-16,2-4-6 0,1 1 1 0,0-2 2 15,5-10-8-15,0 0-7 0,0 0-16 0,0 0-14 16,0 0-21-16,0 0-33 0,15 62-44 0,-15-62-46 15,26 8-196-15,-26-8-408 0,0 0 181 16</inkml:trace>
  <inkml:trace contextRef="#ctx0" brushRef="#br0" timeOffset="21447.18">33031 3666 181 0,'0'0'235'0,"0"0"-14"0,0 0-15 16,-10-36-13-16,10 36-24 0,0 0-23 16,0 0-11-16,0 0-16 0,0 0 5 0,0 0 5 15,0 0-11-15,0 0 0 0,0 0-11 0,-15 97-4 16,14-69-4-16,1-28-8 0,0 59-6 0,2-33-3 16,-2-26-5-16,0 51-3 0,0-51 0 0,0 46-1 15,0-46-5-15,3 38-8 0,-3-38-5 0,4 38-6 16,-4-38-4-16,3 32-8 0,-3-32 1 0,6 31-6 15,-6-31-18-15,0 0-8 0,1 36-26 0,-1-36-25 16,0 0-27-16,0 0-36 0,2 38-35 16,-2-38-48-16,0 0-42 0,0 0-193 0,0 0-460 0,0 0 203 15</inkml:trace>
  <inkml:trace contextRef="#ctx0" brushRef="#br0" timeOffset="21950.41">33011 4021 85 0,'0'0'154'0,"23"-30"4"16,-23 30-10-16,22-23-3 0,-22 23-10 16,31-22-9-16,-31 22-18 0,22-26-1 0,-6 13-11 15,-16 13-8-15,27-23-11 0,-27 23-8 0,25-24-6 16,-25 24-4-16,18-20-5 0,-18 20-3 0,16-23 2 16,-16 23 1-16,0 0-6 0,16-29 1 0,-16 29 2 15,0 0 0-15,0 0 1 0,6-25-3 0,-6 25-9 16,0 0 0-16,0 0-6 0,0 0-8 0,0 0-2 15,0 0-1-15,0 0-1 0,0 0-8 16,0 0-1-16,0 0 0 0,0 0-1 0,0 0-1 16,0 0-3-16,0 0 2 0,0 0 0 0,-67 54 1 15,67-54-2-15,0 0 0 0,-7 30 4 0,7-30-4 16,0 0 0-16,0 0 1 0,0 0-2 0,0 0 1 16,0 0-1-16,23 48 3 0,-23-48-1 0,0 0-1 0,32 8-1 15,-32-8-1-15,0 0-2 0,45 0-3 16,-45 0-3-16,0 0-5 0,0 0 4 0,50-14 5 15,-50 14-7-15,0 0 3 0,30-16-6 0,-30 16 6 0,0 0 0 16,21-25-1-16,-21 25-1 0,0 0 2 16,10-29-1-16,-10 29-1 0,0 0 1 0,0 0-25 15,1-34-1-15,-1 34 4 0,0 0 5 0,0 0 5 16,0 0 1-16,0 0-5 0,0 0 6 0,0 0-3 16,0 0 0-16,0 0 6 0,0 0 5 0,0 0-5 15,0 0 2-15,0 0 4 0,0 0 1 0,0 0-1 16,0 0 5-16,0 0-7 0,0 0 3 0,0 0-9 15,0 0-15-15,0 0-19 0,0 0-29 0,0 0-9 16,0 0-20-16,0 0-17 0,0 0-18 0,0 0-14 16,12 85-5-16,-12-85-78 0,0 0-254 15,0 0 112-15</inkml:trace>
  <inkml:trace contextRef="#ctx0" brushRef="#br0" timeOffset="22306.89">33476 3855 369 0,'0'0'-23'0,"0"0"26"0,33-32 10 0,-33 32 12 0,0 0-1 15,12-30 28-15,-12 30 3 0,0 0 12 0,0 0 11 16,5-34 5-16,-5 34 0 0,0 0-2 0,0 0-6 15,0 0-9-15,0 0-13 0,0 0 3 16,0 0 0-16,0 0 0 0,0 0 3 0,0 0-6 16,0 0 1-16,0 0 5 0,0 0 1 0,0 0-1 15,0 0-5-15,0 0-7 0,0 0-2 0,0 0-6 16,0 0-4-16,0 0-2 0,0 0-1 0,0 0-5 16,-55 62-3-16,55-62-3 0,0 0 5 15,0 0-4-15,0 0 1 0,0 0-6 0,0 0-3 0,0 0-3 16,0 0-3-16,0 0-1 0,0 0 1 0,0 0-4 15,0 0 0-15,0 0 3 0,0 0-10 0,0 0 7 16,0 0-3-16,65-51 1 0,-65 51 3 0,0 0-8 16,2-47 5-16,-2 47 1 0,-2-34-3 15,2 34-2-15,0 0 3 0,-2-39 11 0,2 39 10 16,0 0 1-16,0 0-4 0,0 0-2 0,-5-33-7 16,5 33-1-16,0 0-6 0,0 0 0 0,0 0-2 15,0 0 1-15,0 0-1 0,0 0 2 0,0 0 1 16,0 0 0-16,0 0 0 0,0 0 0 0,0 0-1 15,3 104-20-15,-3-104-20 0,7 38-32 0,-7-38-26 0,0 0-35 16,9 39-41-16,-9-39-123 0,0 0-317 16,5 23 140-16</inkml:trace>
  <inkml:trace contextRef="#ctx0" brushRef="#br0" timeOffset="22639.67">33604 3638 46 0,'0'0'131'16,"0"0"4"-16,0 0 9 0,0 0-7 0,0 0-18 16,0 0-7-16,0 0-3 0,0 0-11 0,0 0-9 15,0 0-4-15,0 0-9 0,0 0-6 16,0 0-10-16,0 0-1 0,0 0-1 0,5 87-8 16,-5-87-11-16,0 0 4 0,0 0-8 0,0 0-6 15,0 0-8-15,0 0-1 0,0 0-6 0,12 27-6 16,-12-27-4-16,0 0-5 0,0 0 1 0,0 0-3 15,0 0-3-15,0 0 5 0,0 0-9 0,0 0 8 16,0 0 2-16,0 0-6 0,0 0-2 0,0 0 0 16,0 0 2-16,44-6 0 0,-44 6 7 0,0 0 9 15,0 0 8-15,0 0 5 0,0 0 4 16,0 0-3-16,0 0 2 0,0 0-1 0,-3 41-7 16,3-41-4-16,0 0 3 0,0 0-23 0,0 0-22 0,0 0-26 15,-20 44-35-15,20-44-34 0,0 0-151 16,0 0-295-16,0 0 131 0</inkml:trace>
  <inkml:trace contextRef="#ctx0" brushRef="#br0" timeOffset="22907.86">33709 3675 18 0,'0'0'114'16,"0"0"-14"-16,0 0 5 0,0 0-22 0,0 0-8 15,0 0-2-15,0 0-10 0,0 0-7 0,0 0-11 16,0 0 3-16,0 0 3 0,0 0-18 16,0 0-5-16,0 0-16 0,0 0-4 0,0 0-2 15,0 0 2-15,0 0-5 0,0 0 0 0,0 0-4 16,0 0 2-16,0 0-5 0,0 0-3 0,0 0 4 16,0 0 5-16,0 0-1 0,0 0-1 0,0 0-3 15,48 46 5-15,-48-46-17 0,0 0 2 0,0 0-8 16,0 0-28-16,0 0-8 0,0 0-16 0,0 0-43 15,0 0-124-15,0 0 55 0</inkml:trace>
  <inkml:trace contextRef="#ctx0" brushRef="#br0" timeOffset="41064.92">19748 6610 5 0,'0'0'14'0,"-15"1"0"16,15-1-5-16,-12 3 1 0,12-3 2 0,-10 3-4 15,4-3-2-15,6 0 0 0,-15 1 0 0,7 1 3 16,1 0 0-16,-3-1-3 0,0 0 2 0,0 0-2 15,1 1-2-15,-4 3 0 0,1-3 2 0,-2 0-1 16,-2 3-4-16,2-3 0 0,1 2-1 0,-5-1 2 16,7 2 1-16,-2-1 0 0,-5 0 3 0,6-3 4 15,1 4 5-15,-6-2 0 0,5-1 2 0,0 2 5 16,-2-2-5-16,4 0 2 0,-2 2 7 0,0-3-1 16,1 1 6-16,1 0-3 0,0 0 4 0,2-2 6 15,8 0-2-15,-12 2 1 0,12-2 2 0,-11 0-7 16,11 0 1-16,0 0-4 0,-9 1-3 0,9-1-3 15,0 0-1-15,0 0-2 0,0 0-4 0,0 0 0 16,0 0-3-16,0 0 9 0,0 0-11 0,0 0 4 16,0 0-1-16,39-3 2 0,-19 2-2 0,-1-2 2 15,9 0-7-15,0-2 6 0,4 2-4 0,-2-1 12 16,2 0-4-16,-2 1-4 0,2 1-5 0,3 0 3 16,-1 0-6-16,-1-2 3 0,2 1 0 0,2-1 2 15,-1 0-3-15,1 0 10 0,1 0-7 0,1 0 6 16,13-2-2-16,-14 2 2 0,16-3-7 15,-3-2-2-15,3 1 0 0,-3-1 0 0,-1 1 9 0,1-1-4 16,1 2-3-16,-1-1 1 0,3-4-6 16,-2 3 7-16,2 0 2 0,0-1-7 0,1 1 1 0,1-2 7 15,0 1-5-15,-5 0 3 0,3 0 3 0,-2 0-6 16,2 1-2-16,1-1 8 0,-3 2-13 0,1-3 6 16,-2 5 2-16,1-3 5 0,2 2-6 0,2-3 1 15,-2 1-7-15,1 2 8 0,1-3-2 0,-1 2 6 16,-1 0-8-16,-3 3 1 0,1-3-3 0,3-1-1 15,-2 2-3-15,3 0 8 0,0 2-5 0,2-1-1 16,-4 2 1-16,0-1-1 0,0 0 6 0,1 1-1 16,0 0-11-16,-4 2 7 0,3-1-1 0,-3 0-4 15,-13 2 0-15,2 1-1 0,1-2 3 0,9 2-2 16,-12-2 1-16,1 1 2 0,14 0-6 0,-15 1 1 16,-1 0-1-16,2-2 8 0,14 1-7 15,-14 1 3-15,-2 0 0 0,2-1-2 0,1 1 7 0,-2 1-2 16,13-4 0-16,-12 5-9 0,12 0 1 0,-13-2 8 15,1 3-3-15,12-4 5 0,-14 3-8 0,0-2 1 16,1 2-2-16,-1-2 4 0,3 2 0 16,-3-1-6-16,1 2 10 0,0 0-3 0,0-2-1 0,-1 3 5 15,0-1-4-15,1 1 1 0,0-1-3 0,1-1 1 16,-2 2 3-16,1 1 1 0,-1-1-5 0,1-4 10 16,-3 5-2-16,1-2-3 0,1 1-4 0,-1-2 7 15,-1 2 0-15,-3-3 3 0,0 5-8 0,0-2 2 16,0-1-1-16,1 2 3 0,2-2 6 0,0 1-7 15,0 0-3-15,3-1 3 0,-2 0 3 0,0 0-8 16,0 1 1-16,2-1 1 0,2 1-3 0,-1 0 1 16,-1-2 0-16,0 2 4 0,-1 1-5 0,1-2 6 15,-1 2-6-15,-1-2 5 0,4-1-5 0,-3 2-5 16,-1 2 11-16,-2-3-3 0,2 0-2 0,0 0 1 16,2 0-5-16,-4 0 1 0,-2 1-4 0,3 0-2 15,-2-2-6-15,1 1 2 0,0-2 1 0,1 2-8 16,0-1-2-16,1 2-3 0,-2-2-8 0,1 2 0 15,-3-3-11-15,1 3-6 0,-3 1-11 0,1-4-7 16,-11 0-5-16,0-1-9 0,-1 1-12 0,-6 0-18 16,0-1-76-16,-3 0-201 0,-2 0 89 0</inkml:trace>
  <inkml:trace contextRef="#ctx0" brushRef="#br0" timeOffset="43169.97">9044 5796 30 0,'0'0'48'0,"0"0"-10"0,0 0-5 16,0 0-1-16,0 0 0 0,0 0-1 0,0 0-6 15,0 0 3-15,0 0 1 0,0 0 2 0,36-4 2 16,-20 3-5-16,5-1 10 0,0 0 4 0,8 1-11 0,2 1 7 15,3-1-2-15,2-1-11 0,2 1 4 0,14-1-13 16,1 1 11-16,-2 0-2 0,4-2-2 16,0 1-4-16,1-1-5 0,-2 0-4 0,3-1 7 15,-2 0 4-15,0 0-2 0,4 0 5 0,-2 2-4 16,1-1 2-16,1 3-9 0,-6-2-4 0,4 0 8 0,-4 2-5 16,5 0 0-16,-4 0 0 0,0 3-5 0,1-2-9 15,0 0 7-15,-2 2-2 0,0-2 5 0,-2 3 3 16,2-6-9-16,-1 2 4 0,1 0 3 15,-1 0-17-15,1-3 16 0,-2 0-2 0,-14 1 4 16,16-2-8-16,-3 1 2 0,-9 1-3 0,-3-2 2 0,1 0 5 16,0 1-5-16,-3-1 3 0,1 0-9 15,0 1 3-15,1-1-2 0,-2 3 6 0,-1-3 0 16,2 1-6-16,1 1 0 0,-2 0 0 0,14-3 3 0,-13 3 1 16,-1 0 1-16,3-1 2 0,-3 3-1 15,2 0-9-15,-4 0 16 0,2 0-10 0,-3 0 8 16,1 0 5-16,1 2-17 0,-2-1 2 0,-4 2 0 15,-2 0 1-15,3 0-1 0,0-2 1 0,-3 0 1 0,2 0-5 16,-2-1 4-16,0 1 0 0,0-2 2 16,0 1-1-16,1-1-4 0,-9 1 11 0,4 0 4 15,-4-1-11-15,2 0-3 0,8-1 2 0,-8 1 2 16,8-2-5-16,-11 3 1 0,0 0 6 0,0-1-2 16,-5 1-1-16,1 0 0 0,0-2 1 0,-2 2-2 15,2 2-4-15,-2-4-3 0,-2 4-4 0,4-4-3 0,-7 4-4 16,1-1-1-16,0 0-18 0,-8-1-8 15,13 3-6-15,-4 1-5 0,-4-1-17 0,0 2-62 16,1 0-145-16,-4 1 65 0</inkml:trace>
  <inkml:trace contextRef="#ctx0" brushRef="#br0" timeOffset="44426.18">28900 7173 86 0,'-13'4'127'0,"13"-4"-6"16,-9 2-13-16,9-2-10 0,0 0-2 0,-11 2-9 16,11-2-8-16,0 0 2 0,0 0 3 0,0 0 8 15,0 0 3-15,47-4-11 0,-18-2-5 0,4-1-6 16,6 0-8-16,13-3-3 0,4-1-2 0,-1 0-10 0,3 1-2 15,-3 1-3-15,-2-4-6 0,-3 6 0 0,-14 0-2 16,-2 2-4-16,4 1-2 0,-6 2-5 0,-3-2-4 16,-1 0 2-16,-9 1-7 0,3 5-1 15,-2-2 0-15,-2-2-2 0,-4 2-1 0,-1 0 6 16,1 0-10-16,-4 0 3 0,1 0-3 0,-1 0-3 16,-10 0 3-16,14 2 0 0,-8-4-3 0,-6 2 2 15,13 0 5-15,-13 0-4 0,7 0-3 0,-7 0-6 0,0 0 0 16,0 0-10-16,11 0-14 0,-11 0-15 15,0 0-27-15,0 0-27 0,0 0-30 0,0 0-26 16,9 0-128-16,-9 0-299 0,0 0 133 0</inkml:trace>
  <inkml:trace contextRef="#ctx0" brushRef="#br0" timeOffset="44938.8">29461 6273 64 0,'-5'-9'144'16,"1"-1"-9"-16,0-1-9 0,1 2 8 0,0-1 0 15,3 4-1-15,-3-1 8 0,3 7-6 0,-4-10-12 16,4 10-13-16,-1-9-14 0,1 9-13 16,-3-6-8-16,3 6-9 0,0 0-8 0,0 0-5 15,0 0-4-15,0 0 3 0,0 31-8 0,2-12-3 16,1 8-2-16,1 3-2 0,0 5 0 0,3 12-16 15,-2 1-2-15,5-2 5 0,-5-2 0 0,3 2 1 0,-2-13-1 16,3 3-4-16,-1-1-1 0,-1-1-1 16,6 11 4-16,-5-11-7 0,1-3 7 0,0 0 0 15,1-2 0-15,0-4 1 0,-3 1-6 0,3-2 4 0,-4-5-2 16,2 3-7-16,-2-4 4 0,-2-1 2 0,1-1-2 16,0-1-2-16,-1-7-6 0,-1 4 4 15,0-3-3-15,0 0 1 0,-2-3-1 0,2 1-1 16,-2-1 0-16,-1-6-13 0,3 8-11 0,-3-8-12 15,3 9-15-15,-3-9-16 0,0 0-16 0,0 0-14 0,0 0-38 16,0 0-33-16,-14 4-25 0,14-4-122 16,0 0-332-16,-9-17 147 0</inkml:trace>
  <inkml:trace contextRef="#ctx0" brushRef="#br0" timeOffset="47323.82">29466 6259 69 0,'0'-9'111'16,"0"9"-8"-16,6-9-16 0,2 2-3 0,3 1-1 15,6-3-4-15,10-1-6 0,-2 0-4 0,9 0 9 0,0 2-13 16,3-1-5-16,16-6 3 0,-4 3-4 16,0-1 1-16,3 4 3 0,3-1-2 0,-2 5-4 15,3-1-4-15,0-1-4 0,0-5-7 0,-4 3 2 16,-13 3-6-16,10-2-6 0,-15 1 5 15,1-2 6-15,-6-1-6 0,-2 8 2 0,-7-5 4 0,-2 3-3 0,-6 1 12 16,6-5 4-16,-8 6 8 0,0-1 0 16,-5 1-2-16,2-1-1 0,-7 3-3 0,7-7-7 15,-3 3-3-15,-4 4-9 0,0 0-2 0,4-7-7 16,-4 7 0-16,3-5-3 0,-3 5-2 0,0 0-5 16,0 0 1-16,0 0-3 0,0-10-1 0,0 10-8 15,0 0 5-15,0 0-7 0,0 0 0 0,0 0-2 16,0 0 3-16,0 0-9 0,0 0 7 0,0 0-4 15,0 0 2-15,0 0-3 0,0 0 2 0,0 0-3 16,0 0 3-16,0 0-2 0,0 0 1 0,0 0 0 16,0 0-2-16,0 0 1 0,0 0 1 0,0 0-7 0,0 0 8 15,0 0 2-15,0 0-3 0,0 0 2 16,0 0-6-16,0 0 1 0,0 0 1 0,0 0-1 0,0 0 0 16,0 0-1-16,0 0 2 0,0 0-2 15,0 0 2-15,0 0 0 0,0 0 2 0,0 0-4 16,0 0 1-16,0 0-1 0,0 0 5 0,0 0-3 0,0 0 2 15,0 0-4-15,0 0 4 0,0 0-5 0,0 0 1 16,0 0 6-16,0 0-5 0,0 0 1 16,0 0 1-16,0 0 1 0,0 0-1 0,0 0-5 15,0 0 5-15,0 0 1 0,0-8-2 0,0 8-1 16,0 0 0-16,0 0 1 0,0 0 1 0,0 0-1 0,0 0-2 16,0 0-1-16,0 0 3 0,0 0 1 15,0 0-1-15,0 0 4 0,0 0-6 0,0 0 0 16,0 0-1-16,0 0 3 0,0 0-3 0,0 0 3 15,0 0-1-15,0 0 2 0,0 0-1 0,0 0 0 16,0 0 2-16,0 0-1 0,0 0-2 0,0 0 7 0,0 0-8 16,0 0 1-16,0 0-1 0,0 0 2 0,0 0 0 15,0 0-3-15,0 0 3 0,0 0-3 0,0 0 3 16,0 0-3-16,0 0 3 0,0 0 0 16,0 0-2-16,0 0 1 0,0 0 4 0,0 0-3 15,0 0 1-15,0 0 1 0,0 0-3 0,0 0 2 0,0 0 2 16,0 0-5-16,0 0 3 0,0 0-2 0,0 0 3 15,0 0-2-15,0 0 0 0,0 0-2 0,0 0 0 16,0 0 3-16,0 0-2 0,0 0 0 16,0 0 2-16,0 0-1 0,0 0-2 0,0 0-1 15,0 0 3-15,0 0-2 0,0 0 4 0,0 0-2 0,0 0 0 16,0 0 2-16,0 0 2 0,0 0-10 0,0 0 10 16,0 0-6-16,0 0 5 0,0 0-4 15,0 0 5-15,0 0-6 0,0 0 5 0,0 0-1 16,0 0-1-16,0 0 0 0,0 0 1 0,0 0 0 15,0 0-2-15,0 0-5 0,0 0 6 0,0 0 0 0,0 0 2 16,0 0-4-16,0 0-1 0,0 0 5 0,0 0 3 16,0 0-3-16,0 0 0 0,0 0-3 15,0 0 1-15,0 0-2 0,0 0 0 0,0 0 2 16,0 0-1-16,0 0 2 0,0 0-2 0,0 0 0 16,0 0 3-16,0 0-2 0,0 0-2 0,0 0 1 0,0 0 0 15,0 0 0-15,0 0 1 0,0 0 6 0,0 0-8 16,0 0 4-16,0 0-2 0,0 0-3 15,0 0 5-15,0 0-4 0,0 0 4 0,0 0-3 16,0 0-5-16,0 0 4 0,0 0 0 0,0 0 3 16,0 0 3-16,0 0-4 0,0 0-1 0,0 0-2 0,0 0 8 15,0 0-5-15,0 0-1 0,0 0-2 0,0 0 7 16,0 0 3-16,0 0 5 0,0 0 3 0,0 0 1 16,0 0 4-16,0 0-4 0,0 0 4 15,0 0 1-15,0 0-5 0,0 0 2 0,0 0-3 16,0 0-1-16,0 0 0 0,0 0 0 0,0 0-5 15,0 0 4-15,0 0-6 0,0 0 1 0,0 0-2 0,0 0 0 16,0 0 0-16,0 0-3 0,0 0 1 0,0 0-2 16,0 0 1-16,0 0 0 0,0 0 0 15,0 0 2-15,0 0-1 0,0 0-5 0,0 0 3 16,0 0-1-16,0 0 1 0,0 0 2 0,0 0-4 16,0 0 0-16,0 0 3 0,0 0 4 0,0 0-6 0,0 0 0 15,0 0-2-15,0 0 3 0,0 0-3 0,0 0-1 16,0 0-1-16,0 0-3 0,0 0 4 0,0 0-7 15,0 0 3-15,0 0 2 0,0 0-6 0,0 0 4 16,0 0 1-16,0 0-3 0,-5 25 2 16,6-16 4-16,0 3-3 0,0 3 0 0,3 1 0 0,1 9 5 15,2 3 1-15,-5 2-2 0,3 5 2 0,0-2-3 16,1 2 4-16,0 13-1 0,3 0 1 0,1 0-3 16,0-2 0-16,3-2 12 0,-3-11-10 15,3 2 1-15,-4 0-1 0,7 8-1 0,-5-11 1 0,-1-3 1 16,0 0-2-16,3-3 1 0,1 1-4 0,0-2 9 15,-2 0-6-15,-1 2-1 0,2-5 0 0,-4-5 11 16,2 0-11-16,-3 0-1 0,-1-7 1 0,2 3 1 16,-4-4-1-16,2 2-1 0,-2-5 1 15,-1-1 1-15,0 1 2 0,-3-1-4 0,-1-5 1 0,4 5 4 16,-4-5 3-16,4 7 5 0,-4-7 11 0,4 6 5 16,-4-6 5-16,0 0 10 0,0 0-5 0,4 5 3 15,-4-5 0-15,0 0 1 0,0 0 4 0,0 0-2 16,0 0-1-16,0 0-6 0,0 0 0 15,0 0-4-15,0 0-6 0,0 0-1 0,0 0 11 16,0 0-18-16,0 0-3 0,0 0 2 0,0 0-6 0,0 0 0 16,0 0 2-16,0 0-1 0,0 0-3 0,0 0-2 15,0 0-1-15,0 0 0 0,0 0-3 0,0 0 0 16,-13-16 2-16,13 16-1 0,0 0 1 16,0 0 2-16,0 0-5 0,0 0-3 0,0 0 4 15,-3-8 0-15,3 8-1 0,0 0 1 0,0 0 1 16,0 0 0-16,0 0-4 0,-3-6-2 0,3 6 3 0,0 0-5 15,0 0 15-15,0 0-13 0,0 0 1 0,0 0 1 16,0 0-5-16,0 0 3 0,0 0-5 16,0 0 9-16,0 0-4 0,-2-9 0 0,2 9 1 0,0 0-3 15,0 0 0-15,0 0-4 0,0 0 7 0,0 0 4 16,0 0-6-16,0 0 8 0,0 0-7 0,0 0 1 16,0 0 0-16,0 0-3 0,0 0 0 0,0 0 0 15,0 0-1-15,0 0 7 0,0 0-5 16,0 0 4-16,0 0-1 0,0 0-4 0,0 0 0 15,0 0 6-15,0 0-7 0,0 0 0 0,0 0 2 0,0 0 5 16,0 0-2-16,0 0 0 0,0 0-1 0,0 0-3 16,0 0 1-16,0 0-1 0,0 0 2 15,0 0-2-15,0 0 4 0,0 0-3 0,0 0-2 0,0 0 4 16,0 0 1-16,0 0-2 0,0 0 0 16,0 0 0-16,0 0 3 0,0 0-5 0,0 0 1 0,0 0-1 15,0 0 5-15,0 0-4 0,0 0 5 0,0 0-4 16,0 0 0-16,0 0 0 0,0 0-2 0,0 0 4 15,0 0-3-15,0 0 6 0,0 0-2 0,0 0-1 16,0 0-1-16,0 0-4 0,0 0 2 16,0 0 4-16,0 0 3 0,0 0 6 0,0 0-12 15,0 0 5-15,0 0-3 0,0 0-2 0,0 0 2 0,0 0-1 16,0 0 0-16,0 0-5 0,0 0 3 0,0 0 5 16,0 0-1-16,0 0-8 0,0 0 8 0,0 0 7 15,0 0-10-15,0 0 3 0,0 0-7 0,0 0 3 16,0 0 0-16,0 0-1 0,0 0 0 0,0 0 2 15,0 0-5-15,0 0 0 0,0 0 5 0,0 0 1 16,11-6-2-16,-3 6-1 0,4-3-2 0,6-1 7 16,0 2-2-16,10-3 1 0,0-3-3 0,3 2 3 15,2-1-4-15,0 0 3 0,0 0 0 0,1-1 5 16,-5 1-7-16,2 1-3 0,-2 2 1 0,-1-1 1 16,-1 0 2-16,-7 1 0 0,8-1-4 0,-8 2 1 15,1-1 1-15,-3 1-1 0,-4-1 3 0,0 2-2 16,3 0 3-16,-5-1-2 0,-1 3-2 0,-5-1 4 15,1 0 0-15,-7 1 3 0,9 0-2 16,-9 0 2-16,9-5-2 0,-9 5 3 0,0 0-2 0,10 0-2 16,-10 0 4-16,0 0-4 0,0 0-3 0,0 0 3 15,0 0 2-15,8-2-6 0,-8 2 11 0,0 0-4 16,0 0 2-16,0 0 3 0,0 0-5 0,0 0 4 16,0 0-2-16,0 0 3 0,0 0-6 0,0 0 3 15,0 0 2-15,0 0-5 0,0 0-3 0,0 0 3 16,0 0 9-16,0 0-10 0,0 0 0 0,0 0 0 15,0 0-1-15,0 0-15 0,0 0-20 0,0 0-17 16,0 0-32-16,0 0-31 0,0 0-40 0,0 0-47 16,0 0-34-16,0 0-37 0,0 0-183 0,-25 13-493 15,15-10 218-15</inkml:trace>
  <inkml:trace contextRef="#ctx0" brushRef="#br0" timeOffset="68026.02">28294 8560 13 0,'-5'-7'158'0,"1"2"4"0,4 5-6 0,-7-7 5 15,7 7-3-15,-3-5-7 0,3 5-10 0,-5-5-7 16,5 5-11-16,0 0-11 0,0 0-9 0,-7-5-10 16,7 5-7-16,0 0-10 0,0 0-7 0,0 0-7 15,0 0-7-15,-4-7-5 0,4 7-6 0,0 0-6 16,0 0-6-16,0 0-2 0,0 0-4 0,0 0-4 15,0 0-3-15,0 0 3 0,0 0-5 0,0 0-5 16,0 0-1-16,0 0-2 0,0 0 2 0,6 22-1 16,-1-15 0-16,-2-1-1 0,0 1-1 0,2 0 0 0,-1-1 1 15,1 4 3-15,1-2 1 0,1 3 1 0,1-3 0 16,-3 3 10-16,4-1-6 0,0 1 2 16,0 4 0-16,-1-6-3 0,0 2-3 0,1-2 19 15,-2 1-5-15,2 6-1 0,0-6-3 0,-1 2-3 0,-1-1 0 16,2-2-4-16,-2 0-1 0,0 1 2 0,0-2-3 15,0 0-2-15,-2-1-2 0,1 1 1 0,-2-3-4 16,0-1 3-16,0 0-3 0,-4-4-1 16,6 7 1-16,-6-7 1 0,5 4-3 0,-5-4 2 15,4 7 12-15,-4-7 10 0,0 0 14 0,4 3 8 0,-4-3 1 16,0 0-6-16,0 0-7 0,11-17 0 0,-9 9-6 16,-1-3 3-16,4-4-8 0,-2-2 2 0,-2-2-8 15,4 2 3-15,-1-3-4 0,0-5-3 16,1 0-2-16,0 2 3 0,-1-4-11 0,0 3 8 15,1 0-5-15,-3 5-4 0,0-5-2 0,1-3 3 16,1 9-2-16,0 3-2 0,2 0 0 0,-4 2 0 16,-2 2 0-16,1 7 0 0,0-3-5 0,-1 7-1 15,3-11 1-15,-3 11 0 0,0-7-2 0,0 7 4 16,0 0-5-16,1-10-3 0,-1 10 1 0,0 0-7 0,0 0-10 16,0 0-4-16,0 0-10 0,0 0-15 0,0 0-23 15,0 0-32-15,5 24-23 0,-5-24-36 0,4 15-38 16,-4-2-43-16,0-5-170 0,0-8-448 0,-3 18 198 15</inkml:trace>
  <inkml:trace contextRef="#ctx0" brushRef="#br0" timeOffset="69110.19">28833 8692 6 0,'5'-10'210'0,"-5"10"-1"16,2-5 2-16,-2 5-6 0,3-9-8 15,-3 9-16-15,0 0-11 0,3-7-15 0,-3 7-12 16,0 0-16-16,0 0-10 0,3-6-13 0,-3 6-10 15,0 0-13-15,0 0-8 0,0 0-5 0,0 0-11 0,0 0 0 16,-21 13-5-16,15-4-5 0,-1-1-4 16,0 2-10-16,-2 4 1 0,2 0-2 0,1 1-1 15,1 1-2-15,-3-2 0 0,3 2-3 0,1-5 0 16,-1 1-7-16,5-1-1 0,-3 0-1 0,2 1 4 0,1-2-1 16,1 2-3-16,0-2 0 0,1 0 2 0,3-1-2 15,-1 0 0-15,3-1-5 0,1-2 8 16,-4 1-5-16,5-4-2 0,0 1 7 0,1-1-10 0,2-2-2 15,-4 2 0-15,6-3 0 0,-3-1 0 0,3-1 0 16,-1-2-1-16,-3 2 1 0,4-2-3 0,-4 1 3 16,2-3-2-16,-1 0-2 0,0-1 2 0,3-4-1 15,-5 4 0-15,-2-4-2 0,-1 2 3 16,-3-3-2-16,4 0 0 0,-5 1-3 0,1-5-2 0,-3 0 3 16,-2-1 4-16,0 1-4 0,-3-1-2 0,-1 0 5 15,-1 1-3-15,-1 0 0 0,2 1-4 0,-3 1-2 16,0 1 5-16,3 4 0 0,-2 2 0 0,2-1-4 15,-3 0 0-15,2 5-2 0,1 1 0 0,-4-2 1 16,1 4 7-16,9 0-7 0,-26 5 0 0,16-2-3 16,-4 2-7-16,5 0-10 0,-3 2-7 0,0-1-6 15,4 1-17-15,0 2-21 0,2-2-17 0,1-1-19 16,1 2-27-16,3-3-21 0,1-5-35 0,5 17-188 16,-2-12-412-16,5 3 183 0</inkml:trace>
  <inkml:trace contextRef="#ctx0" brushRef="#br0" timeOffset="69363.89">29403 8622 8 0,'0'0'208'0,"0"0"-1"15,0 0-11-15,0 0-10 0,5-7-11 0,-5 7-16 16,5-2-16-16,1-2-17 0,-6 4-4 0,15-5-18 16,-7 1-7-16,3-1-12 0,-1 1-11 0,2 2-27 0,-4-1-23 15,2 1-32-15,-4 0-47 0,2 2-36 16,-8 0-28-16,14 0-24 0,-14 0-115 0,2 4-279 16,-2-4 124-16</inkml:trace>
  <inkml:trace contextRef="#ctx0" brushRef="#br0" timeOffset="69514.28">29423 8732 51 0,'0'0'204'0,"0"0"-1"0,0 0-3 0,-3 6 0 0,3-6-12 15,0 0 3-15,0 0-18 0,0 0-15 16,0 0-17-16,0 0-13 0,0 0-12 0,18-2-10 0,-7 1-11 16,7-5-17-16,0 0-38 0,2 0-37 15,1 0-71-15,8-2-67 0,-1 2-64 0,-8-1-114 0,6-2-337 16,1 1 149-16</inkml:trace>
  <inkml:trace contextRef="#ctx0" brushRef="#br0" timeOffset="71457.23">29992 8380 1 0,'0'0'212'0,"-1"-9"-6"0,1 9-3 16,-1-10-12-16,1 10-10 0,0 0-13 0,-2-8-13 0,2 8-21 15,0 0-16-15,0 0-15 0,0 0-6 0,0 0-14 16,0 0-4-16,0 0-8 0,-8 26-2 0,5-12-6 16,1 6-4-16,-2-1-6 0,1 0 0 0,-1 1-8 15,0-3-7-15,2 2-1 0,-1 0-1 0,2 0-2 16,-2-8 12-16,1 6-5 0,-2-4-4 0,4-3-1 15,0 0-5-15,-1-5-3 0,0 4 3 0,1-9-7 16,-2 9 2-16,2-9 9 0,-1 10 8 16,1-10 12-16,0 0 18 0,0 0-2 0,0 0-1 0,0 0-6 15,0 0-14-15,0 0-3 0,0 0-3 0,3-33-11 16,-2 18-3-16,0-2-2 0,2-1-1 0,0-1-6 16,3-8 1-16,0-2-6 0,0 2 7 0,1-4-9 15,0 3-2-15,-2-2-1 0,3 3-5 0,1-1 1 16,3 4-1-16,-6 6 3 0,4-4-1 0,-2 7-3 15,1-1-1-15,-5 6-6 0,1 1 5 0,0 1-3 16,-1 2 2-16,0 0-6 0,-4 6 3 0,7-8-3 16,-7 8-3-16,11 0 0 0,-11 0 2 0,12 6-1 15,-3 3 1-15,-1-1-3 0,1 6 5 0,1-1-3 16,0 2 2-16,-1 1 3 0,4 7 2 0,0-3-4 16,-5-2 9-16,-1 0 0 0,2 0 4 0,-4-3 4 15,2 3-2-15,-1-2 2 0,2-1-4 0,-5-2-4 16,3-3 0-16,-3 3-2 0,1-2 2 0,1 0 0 15,2-1-2-15,-5 0 0 0,2-1 0 0,-1-3-8 16,-2 1-21-16,2 0-22 0,-3-7-23 0,2 11-24 16,-2-11-32-16,0 13-30 0,0-13-41 0,0 0-38 15,-8 13-219-15,2-9-492 0,6-4 219 0</inkml:trace>
  <inkml:trace contextRef="#ctx0" brushRef="#br0" timeOffset="71618.17">30014 8473 59 0,'-1'-10'180'0,"1"10"-13"0,0 0-17 0,16-11-15 15,-4 9-13-15,5-2-10 0,2-4-7 0,5-1-20 16,4-2-30-16,-1 2-31 0,1 1-31 0,2 3-42 16,-2-5-33-16,0 3-94 0,-8 2-191 0,-2-1 84 15</inkml:trace>
  <inkml:trace contextRef="#ctx0" brushRef="#br0" timeOffset="72019.92">30578 8158 171 0,'4'-7'203'0,"-4"7"-8"0,0 0-13 16,1-9-15-16,-1 9-18 0,0 0-17 0,0 0-7 15,0 0 1-15,0 0 6 0,0 0-3 0,15 21-5 16,-10-10-4-16,6 2-8 0,-4 1-12 0,3-1-7 15,1 2-8-15,-2 2-1 0,1-2-2 16,-1 1-6-16,0-2-6 0,-3-2-7 0,5 2-2 0,-1-2-7 16,-4 1-6-16,5-2-4 0,-6-1-5 0,3 0 0 15,-1-1-3-15,-2-1-6 0,1-1-4 0,-1-1-4 16,-1 1-2-16,1-2 4 0,-2 2-4 0,-3-7-4 16,6 7 3-16,-6-7-2 0,3 4 2 0,-3-4 5 15,6 5 12-15,-6-5 0 0,0 0-5 0,0 0-3 16,13-15 0-16,-11 6-3 0,4-2-2 0,1-6-1 15,-3 2-1-15,2-5-5 0,0 4-2 0,0-9 1 16,0 1 2-16,1 3-6 0,-2 3-22 0,1-7-1 16,-2 6 2-16,0-1-1 0,0 5 5 0,1-2-3 15,-3 4 6-15,0 1-6 0,0 2 5 0,1 4 1 16,-1 0-5-16,-2 6 1 0,2-11-6 0,-2 11-12 16,2-8-18-16,-2 8-26 0,3-5-35 0,-3 5-19 15,0 0-29-15,0 0-30 0,0 0-19 0,7 15-32 16,-5-5-162-16,-2 1-425 0,3 1 188 0</inkml:trace>
  <inkml:trace contextRef="#ctx0" brushRef="#br0" timeOffset="72433.3">31103 8414 32 0,'0'0'193'0,"8"-7"-5"15,-8 7-16-15,4-4-4 0,-4 4-1 0,0 0-7 16,5-7-9-16,-2 1-11 0,-3 6-6 0,5-9-3 16,-3 5 4-16,2-2-5 0,-4 6 0 0,2-10-10 15,-2 10-11-15,3-8-4 0,-3 8-4 0,1-9-7 16,-1 9 5-16,1-8-12 0,-1 8-3 0,0 0-3 16,0-9-2-16,0 9-3 0,0 0-2 15,0-10 1-15,0 10-7 0,0 0-2 0,0 0-4 0,0 0-4 16,0 0-12-16,0 0-3 0,0-8-4 0,0 8-4 15,0 0-10-15,0 0-1 0,0 0-2 0,0 0-6 16,0 0-1-16,0 0-3 0,0 0-2 0,-7 22 6 16,4-11-3-16,0-2 11 0,1 4-1 0,-2 2 6 15,-1 1 2-15,4-1-4 0,-4 0 6 0,2-2-1 16,1 0 6-16,0 3 5 0,2-6-2 0,-2 3-5 16,2-6-6-16,1 3 1 0,2 0 0 0,-3-2-6 15,1 0 2-15,0-2-8 0,2 1 4 0,-3-7-1 16,7 9-13-16,0-6-8 0,-2 0-13 0,1 1-34 15,2-4-31-15,1 2-40 0,-2-2-37 0,4 0-41 16,-11 0-48-16,18-4-47 0,-12 2-248 0,-6 2-582 16,13-13 257-16</inkml:trace>
  <inkml:trace contextRef="#ctx0" brushRef="#br0" timeOffset="72631.19">31135 8151 181 0,'-5'-4'241'16,"5"4"1"-16,-5-6-4 0,5 6-9 0,-7-6-4 16,7 6-12-16,0 0-20 0,0 0-13 0,-5-4-18 15,5 4-17-15,0 0-19 0,0 0-15 0,0 0-14 16,-2-7-25-16,2 7-22 0,0 0-27 0,0 0-31 16,16-6-43-16,-16 6-51 0,13-2-54 0,-3 0-62 15,-2 2-148-15,-8 0-396 0,13-3 176 0</inkml:trace>
  <inkml:trace contextRef="#ctx0" brushRef="#br0" timeOffset="73862.33">24723 8954 27 0,'0'0'149'0,"0"0"-16"0,0 0-15 0,0 0-5 0,0 0 2 16,0 0 5-16,0 0-2 0,0 0-10 0,-3 28-10 15,3-17-6-15,-3 0-7 0,3 4-12 0,-4-1 3 16,4 2-9-16,0-5-16 0,0 1 3 0,-2 0-5 15,2 0-3-15,0 1-8 0,-3-3-1 0,3 2 4 16,-2-2-11-16,0-1-5 0,4-1 1 0,-4-1-6 16,2-7-1-16,0 13-7 0,0-13-12 0,-1 8-16 15,1-8-8-15,0 0-18 0,0 10-18 0,0-10-9 16,0 0-16-16,0 0-22 0,0 0-31 0,0 0-96 16,0 0-252-16,0 0 111 0</inkml:trace>
  <inkml:trace contextRef="#ctx0" brushRef="#br0" timeOffset="74029.5">24693 8997 72 0,'0'0'101'0,"0"0"-4"0,0 0-18 0,0 0 7 15,0 0 5-15,0 0-7 0,5-5 9 0,-5 5-3 16,0 0-10-16,0 0-6 0,19 5-7 0,-11-5 2 16,3 2-4-16,3-2-14 0,4 1-7 0,1-2-4 15,-1-1-15-15,1 2-24 0,2-1-21 0,-3 2-20 16,1-2-12-16,-2 1-28 0,-5 1-14 0,0-1-77 15,1 0-184-15,-6 0 81 0</inkml:trace>
  <inkml:trace contextRef="#ctx0" brushRef="#br0" timeOffset="74218.83">24979 8863 78 0,'0'0'134'0,"-2"-10"-2"0,2 10-2 0,0 0-17 15,-2-8-12-15,2 8-10 0,0 0 2 16,0 0-3-16,0 0 6 0,0 0-6 0,10 22 5 15,-8-8-6-15,0 1-5 0,2 4-6 0,-3 1-7 0,2 3-9 16,-1 1-5-16,0-5-3 0,-1 6-3 0,0 1-12 16,1-7-14-16,-1-3-23 0,-1 2-27 0,1 0-27 15,-1-2-40-15,0-4-33 0,0 1-136 16,0-2-281-16,0 0 124 0</inkml:trace>
  <inkml:trace contextRef="#ctx0" brushRef="#br0" timeOffset="74507.73">25130 9013 89 0,'0'0'144'0,"0"0"5"16,0 0-9-16,5 16-12 0,-5-16 4 0,3 7-2 16,-3-7-6-16,5 7-12 0,0-4-4 0,-5-3-8 15,10 4-4-15,-5-3 0 0,-5-1-7 0,18-2-5 16,-9 0-8-16,-1-2-2 0,1 1-7 0,1-2-1 15,-3-2 5-15,2 0-6 0,0 0-6 0,-4-1-7 16,-1-1 1-16,0 4-4 0,-2-1-1 0,-2-3-5 16,0 9-1-16,-6-16-7 0,1 9-5 0,-1-1-5 15,-4 1-3-15,-1 4-4 0,-1-1-2 0,-1 3-7 16,2-2-4-16,-1 2-10 0,0 1-15 0,1 1-22 16,-1 2-20-16,3 2-25 0,-2 0-35 0,5 0-30 15,2-1-43-15,0 1-133 0,4-5-353 0,0 0 157 16</inkml:trace>
  <inkml:trace contextRef="#ctx0" brushRef="#br0" timeOffset="74789.45">25529 8685 79 0,'-4'-5'219'0,"4"5"-8"0,-4-9-4 0,4 9-14 16,-5-8-13-16,5 8-19 0,0 0-10 0,-10 1-15 15,10-1 4-15,-6 15-12 0,4 3-6 0,-2 6 0 16,1 6-3-16,3 0-10 0,0 2-6 16,0 2-8-16,0-2-5 0,0 2-2 0,0-2-7 0,2 0 0 15,-1-3-8-15,0 0-7 0,-1 1-5 0,2-2-1 0,1-3-4 16,-1 0-10-16,-2-7-4 0,2-1-5 0,1-1-5 16,-3-2 2-16,1-2-6 0,1 0-32 15,-2-2-13-15,3 2-26 0,-3-5-25 0,3 3-31 16,-1-3-30-16,-2 0-23 0,0-7-37 0,0 9-25 15,0-9-20-15,-5 6-134 0,5-6-396 0,0 0 175 16</inkml:trace>
  <inkml:trace contextRef="#ctx0" brushRef="#br0" timeOffset="75283.86">25471 9096 28 0,'8'-8'131'0,"2"-1"11"0,3-1-7 15,3-2 4-15,-1 2-7 0,1-2 0 0,2 1-6 16,7-3-6-16,-3 1-14 0,-4 2-6 0,1 0-8 15,-2-1-9-15,1 3-11 0,-2-3-4 16,2 2-8-16,-4 0-4 0,-3 1-4 0,-1 0-4 0,0 2-7 16,-1-1-2-16,-5 0-2 0,1-1-1 0,-1 0-3 15,-2 1-2-15,1 2 2 0,-1-1-1 0,0 0 1 16,-2 7-2-16,-4-13-2 0,1 8-1 0,3 5-4 16,-7-8-3-16,3 2-2 0,4 6-5 0,-8-2 3 15,8 2-9-15,-10-1 3 0,10 1-2 0,-17 6 1 16,8 0-2-16,-1 2 1 0,1 5 1 0,3-1-6 15,-1-2 2-15,0 4 4 0,2-2 0 0,1-2 0 16,4 0 3-16,0-1-5 0,2 1 1 0,0-2 1 16,5 0 0-16,0-3 2 0,2-1-3 0,2-3-2 15,10 3 4-15,-1-4-3 0,-2-1 0 0,4-3 2 16,-1 0-2-16,-2 0 1 0,2-2-4 0,-6 0-2 16,2-1 3-16,-2-1-1 0,1 1-9 0,-5-3 4 15,-1 3-1-15,-2-1-2 0,1-2 1 0,-3 0-4 16,2 0 5-16,-4-2-6 0,-2 1 6 0,1 1 1 15,-4 2 0-15,-1-2-4 0,2 10 2 0,-4-13-2 16,2 8 0-16,2 5 0 0,-8-5-1 0,8 5 1 16,-9-3 0-16,9 3 5 0,-10 7 1 0,0 1 3 15,1 2-2-15,1 4 2 0,1 0 3 0,-3 1-3 16,4-1 1-16,1 1-2 0,3-2-1 0,0-3 5 16,2 2-6-16,0-1 3 0,2 0 0 0,3-1 0 15,-1-3-4-15,2 1-15 0,4-2-24 0,-1-1-32 16,2-1-44-16,3-2-32 0,-1-1-25 0,5-4-26 0,-5 1-110 15,6-3-332-15,-2 1 148 0</inkml:trace>
  <inkml:trace contextRef="#ctx0" brushRef="#br0" timeOffset="75679.67">26210 8781 11 0,'0'0'143'16,"-3"-13"2"-16,-1 8 7 0,0 0 3 0,4 5-13 15,-12-4-4-15,5 1-9 0,7 3-6 16,-15 4 6-16,5 1-9 0,2 3-9 0,-7 1-6 15,2 4-8-15,1-2-6 0,2-2-10 0,3 1-6 0,1 1-2 16,-1-1-8-16,3 0-6 0,-2-1-4 0,4-2-9 16,2 3-1-16,0-10-5 0,2 12 2 0,4-8-8 15,-2 0 1-15,-4-4-4 0,11 4 0 0,-2-5-7 16,5 0 2-16,3-5-6 0,-1 2-3 0,0-2 1 16,-2-3-2-16,-1 2-2 0,3 0 6 0,-7-3-11 15,-1 1 4-15,2-4-2 0,-5 2-5 16,3-5 2-16,-3 1 4 0,-3-3-5 0,0 0 0 0,-7-8-4 15,1 8 1-15,2-1-3 0,-4-5 4 0,3 4-4 16,-3 2 2-16,0-7-1 0,2 11 1 0,-2 1 2 16,3 4 8-16,-1 0 1 0,2 2-5 0,2 7-5 15,-2-10 1-15,2 10 2 0,0 0-6 0,0 0-1 16,0 0 1-16,-8 22-1 0,6-4 0 0,0 8 0 16,-1 1 4-16,2 3-5 0,-2 1 3 0,3-2 0 15,0 0 3-15,3-3-5 0,1 1 6 0,-2-8-1 16,3 1-14-16,-3-2-15 0,3 1-13 0,-1-2-22 15,-2-2-29-15,1-3-39 0,3-2-23 0,-2-1-31 16,4-2-17-16,-2-1-129 0,-6-6-355 0,5 6 157 16</inkml:trace>
  <inkml:trace contextRef="#ctx0" brushRef="#br0" timeOffset="76037.5">26396 8674 151 0,'0'-6'169'0,"0"6"-10"0,0-10-11 15,0 10-9-15,2-7-10 0,-2 7 3 0,0 0 7 16,0 0-7-16,-2 28-8 0,0-12-8 0,-1 3-10 16,3-1-2-16,-2 1-6 0,0 1-5 0,2-3-12 15,-2 0-4-15,2-2-5 0,0-3-10 0,0-1-3 16,0 0-7-16,0-2-5 0,2-3-4 0,-2-6-6 16,0 12-3-16,0-12-1 0,0 6 1 0,0-6 0 15,0 0 5-15,0 0 5 0,0 9 3 0,0-9-10 16,0 0-1-16,0 0-5 0,0 0-4 0,0 0-6 15,11-18-2-15,-7 12-6 0,6-3-8 0,-3 0-3 16,1 1 1-16,3 1-2 0,-1-1-3 0,-2 3-1 16,3 1-1-16,1 1 1 0,-5 2-1 0,1 1 0 15,4 2-2-15,-7 0 2 0,3 4 5 0,-3-2-7 0,-1 3 4 16,1 3-3-16,-5 1 5 0,0-2 0 16,0 4 3-16,-5-4-10 0,1 3-6 0,-1-2-8 15,-1-1-16-15,2 1-8 0,-1-3-21 0,-2 1-15 0,5-3-28 16,-1 1-21-16,3-6-26 0,-4 6-18 0,4-6-20 15,0 0-116-15,0 0-336 0,0 0 150 0</inkml:trace>
  <inkml:trace contextRef="#ctx0" brushRef="#br0" timeOffset="76389.6">26718 8711 57 0,'0'0'193'0,"-6"-11"-4"0,6 11-2 0,-4-5-3 16,4 5-4-16,-15 0-6 0,15 0-10 0,-19 11-8 15,8 0-13-15,0 1-2 0,2-2-10 0,-2 3-9 16,5-4-12-16,-2 4-3 0,6-5-14 0,-3 3-3 16,3-1-8-16,0 1-9 0,2-3-6 0,0-8-7 15,0 15-4-15,4-9-3 0,1-1-7 0,-1-2-1 16,2 1-4-16,2-4-3 0,-8 0-6 0,13 0-3 16,-1 0-11-16,-5-4-5 0,4 0 1 0,-3 0 1 15,2-2-9-15,-2-2 0 0,-3 1-2 0,2-1 2 16,0 0 2-16,-3 1-9 0,1-2 2 0,-5 1 1 15,4 2-6-15,-2 1 0 0,0-2-1 0,-2 7 5 16,2-9-6-16,-2 9 0 0,3-5-4 0,-3 5 3 16,0 0 0-16,0 0-1 0,0 0 2 0,0 0 0 15,0 0-2-15,0 26 2 0,0-20-1 0,5 5 5 16,-5-1-2-16,0 0 0 0,2-1 1 0,0-2-2 16,1 3-18-16,-1-2-27 0,2-1-30 0,-2 0-32 15,3-1-27-15,-1-2-49 0,4 0-25 0,-4 0-158 16,-4-4-401-16,11 3 177 0</inkml:trace>
  <inkml:trace contextRef="#ctx0" brushRef="#br0" timeOffset="76819.45">26940 8661 88 0,'0'0'195'0,"-3"-5"-8"0,3 5-8 15,0 0-2-15,0 0 5 0,-18 7-8 0,14 1-5 16,-1 1-13-16,-3 3-7 0,3 1-8 0,-2 3-1 15,0-1-8-15,3 1-8 0,-2-1-11 0,2-4-9 0,4 1-12 16,0-2-12-16,0 0-3 0,4 0-8 16,0-1-6-16,-2-2 0 0,2-2-11 0,1 1-2 15,1-3-7-15,2 0-2 0,5-1-4 0,-2-2-16 16,7-2-17-16,0-3-9 0,0 0-11 0,0-1-4 0,0-2-4 16,-2-1-3-16,-1-1 1 0,-1-3 1 15,1 0-3-15,-6 0 2 0,5-4-2 0,-5 1 6 16,1-8 0-16,-8 7 5 0,2-2 1 0,2-1 0 15,-6-6 8-15,0 0 3 0,-2 2 7 0,2 5 9 0,-2-1 5 16,0 2 7-16,0 6 13 0,2 0 10 0,-3 1 3 16,4 4 3-16,-1 7-3 0,0-12-6 15,0 12-8-15,0 0-8 0,0 0-3 0,0 0 1 16,0 0 11-16,0 0 16 0,-2 30 3 0,0-12-5 0,0 1 14 16,0 7 4-16,2 0-3 0,-4-2-1 0,4 3-8 15,0-4-5-15,0-2-4 0,0-3-1 0,0 8-8 16,0-8 9-16,2-1-12 0,-2 0-26 0,2-2-25 15,0-1-10-15,0-4-39 0,-2 1-33 0,2 0-31 16,-1-2-44-16,-1-9-42 0,3 16-45 0,-3-12-30 16,2 2-164-16,-2-6-491 0,0 0 218 15</inkml:trace>
  <inkml:trace contextRef="#ctx0" brushRef="#br0" timeOffset="77047.64">27265 8567 140 0,'2'-12'221'0,"-2"6"0"0,2-4-12 15,-2 4-11-15,0 6-17 0,0-8-17 0,0 8-15 16,0 0-19-16,0 0-12 0,0 0-7 0,0 0-8 16,0 0-8-16,-19 17-11 0,14-5-6 0,-7 1-5 15,2 2-5-15,-3 0-10 0,7-6-5 0,0 0-5 16,1 1-10-16,-1 0-1 0,2-2-4 0,1 0-4 16,0-1 0-16,3-1-3 0,0-6-3 0,-2 14-1 15,4-9-1-15,6 2 0 0,-2 0-6 0,0-1 5 16,5 0-5-16,1-1-14 0,-1-1-18 0,6 1-28 15,2-3-43-15,0-1-51 0,3-2-59 0,-3-1-194 16,9-2-422-16,-8 1 186 0</inkml:trace>
  <inkml:trace contextRef="#ctx0" brushRef="#br0" timeOffset="78014.12">28617 9082 81 0,'0'0'101'0,"0"0"-16"16,0 0-6-16,0 0-22 0,0 0-13 0,0 0-21 15,0 0-28-15,0 0-23 0,0 0-46 0,16 0-78 16,-16 0 35-16</inkml:trace>
  <inkml:trace contextRef="#ctx0" brushRef="#br0" timeOffset="86428.62">28471 9550 56 0,'-4'-6'161'0,"4"6"-1"0,0 0-11 0,-4-9-14 16,4 9-8-16,-5-6-4 0,5 6-10 0,-3-6-1 15,3 6-10-15,0 0-6 0,-3-5-14 0,3 5 0 16,0 0-4-16,0 0-16 0,0 0-3 0,0 0-6 16,0 0-7-16,0 0-9 0,0 0-4 0,0 0-1 0,0 0-10 15,0 0-5-15,0 0 10 0,0 0-6 16,8 24 3-16,-3-11-1 0,4 1-2 0,-1 2 1 16,-1 0 3-16,1 2 10 0,1-1 2 0,0-1-5 15,-1 0-2-15,4 0-6 0,-3-1-2 0,2-1 4 16,-3-1-5-16,3 0 1 0,-2-1-1 0,-2-2-4 15,2-2 0-15,-1 1-4 0,-3-1 0 0,2 0-4 16,1 1 3-16,-2-3-4 0,-3 0 2 0,3-2-2 16,-1 2 2-16,-1-3-1 0,-4-3-4 0,5 7 1 15,-5-7 0-15,6 5 0 0,-6-5 3 0,0 0 2 16,5 4 12-16,-5-4 8 0,0 0 10 0,0 0 13 16,0 0 12-16,0 0 9 0,0 0-8 0,0 0-2 15,0 0-11-15,8-13-3 0,-8 13-9 0,0-18-5 16,1 8-1-16,2-3-4 0,-2 0-5 0,-1-4 0 0,3-1-6 15,-2 0 0-15,1 1-5 0,2-3-1 0,-3 1-3 16,2-8-2-16,-1 8 4 0,0 0-3 16,-1-2 0-16,2-3-4 0,-1 7 3 0,-2 1-3 15,1 4-2-15,1 2-3 0,-2-2 5 0,1 3-3 0,0 2 2 16,-1 7-1-16,2-11-7 0,-2 11 3 0,1-8-3 16,-1 8 5-16,0 0-6 0,-1-9-7 15,1 9-7-15,0 0 2 0,0 0-3 0,0 0-5 16,0 0-10-16,0 0-9 0,0 0-13 0,0 0-26 15,0 0-28-15,1 27-23 0,-2-16-28 0,-1-2-34 0,1 4-20 16,0-2-178-16,-3-1-422 0,0 1 186 0</inkml:trace>
  <inkml:trace contextRef="#ctx0" brushRef="#br0" timeOffset="86925.73">28960 9604 1 0,'0'0'169'15,"0"0"-1"-15,0 0-10 0,0-12 0 0,0 12-8 16,0 0-7-16,0 0-6 0,-3-11-5 0,3 11-5 15,-5-6-3-15,5 6-9 0,0 0-5 0,-4-6-6 16,4 6-8-16,0 0 1 0,0 0-11 0,-6-5-8 16,6 5-6-16,0 0-8 0,0 0-7 0,0 0-4 15,0 0-2-15,0 0-9 0,0 0-4 0,-17 11-1 16,15-6-3-16,-3 3 3 0,-1 1 2 0,3-1-2 16,-1 3-9-16,-1-1 0 0,2 0-1 0,-1 0-1 15,4 2 0-15,-1 1 5 0,-2 2 0 16,1 0 6-16,4 1-5 0,-4 2 4 0,4-3-4 0,0 2 0 15,-1 1 0-15,0-2-5 0,3 2-3 0,-2 0 2 16,-1-3-2-16,5 1 3 0,-1-2-4 0,-2 4 15 16,1-1-17-16,1-1 5 0,-1-4-4 15,-2-2-2-15,1 3-1 0,-2-3-5 0,1 2 1 0,0-3 1 16,0-1-1-16,0-1-1 0,0 2 2 0,-1-1-5 16,-1-8 0-16,0 14 2 0,0-9-4 0,0-5 4 15,-1 12-5-15,1-12-3 0,0 11-7 0,-2-5-15 16,2-6-16-16,-4 7-21 0,4-7-22 0,-7 6-34 15,7-6-26-15,0 0-36 0,0 0-30 0,-11 5-47 16,11-5-171-16,0 0-455 0,0 0 201 0</inkml:trace>
  <inkml:trace contextRef="#ctx0" brushRef="#br0" timeOffset="87106.8">28869 9869 67 0,'0'0'175'16,"4"-5"-4"-16,-4 5-6 0,0 0-14 0,6-9-12 16,-3 5-16-16,6-2-11 0,0 3-9 0,1-3-11 15,0 1-17-15,2 0-25 0,0-1-40 0,0 3-37 16,4-3-46-16,-3 3-38 0,0-1-93 0,-3 3-221 16,3-3 98-16</inkml:trace>
  <inkml:trace contextRef="#ctx0" brushRef="#br0" timeOffset="87263.01">29246 9729 22 0,'5'-3'185'0,"-5"3"-15"0,10-8-11 16,-3 4-18-16,-1 0-13 0,0 3-11 16,1-3-22-16,-7 4-36 0,13-4-35 0,-7 3-31 15,-6 1-40-15,12 0-29 0,-12 0-86 0,0 0-175 16,1 9 77-16</inkml:trace>
  <inkml:trace contextRef="#ctx0" brushRef="#br0" timeOffset="87414.84">29235 9842 99 0,'0'0'201'0,"-3"9"-1"16,3-9-8-16,0 0-14 0,0 0-23 0,0 0-7 15,0 0-15-15,24-11-12 0,-16 8-12 0,3-3-19 16,1 0-28-16,0 3-30 0,1-2-52 0,3-1-56 15,-2 2-57-15,-5 0-116 0,0 0-269 0,1-1 119 16</inkml:trace>
  <inkml:trace contextRef="#ctx0" brushRef="#br0" timeOffset="88179.88">29622 9458 112 0,'0'0'218'16,"-4"-7"-2"-16,4 7-7 0,-5-4-16 0,5 4-15 15,0 0-13-15,-5-5-23 0,5 5-13 0,0 0-15 16,0 0-10-16,0 0-6 0,0 0-5 0,0 0 0 0,0 0 0 16,14 23-9-16,-8-13-2 0,3 5-1 0,0-1-6 15,0 2-5-15,1 0-3 0,2 0-5 16,-3 1-1-16,1-1-6 0,0-1 0 0,-1 2-7 15,-1-1-4-15,0-2-1 0,3 1 2 0,-5-3-5 0,1-2-4 16,0 1-5-16,1 1 20 0,1-5-3 0,-5 3-6 16,0-5-3-16,1 2-4 0,0-1-1 0,-3-2-1 15,-2-4-5-15,5 8-3 0,-5-8 3 16,3 6 6-16,-3-6 11 0,0 0 24 0,5 5 9 0,-5-5 18 16,0 0-6-16,0 0-13 0,0 0-8 0,0 0-3 15,8-19-6-15,-5 10-13 0,0-2 4 16,2 0-5-16,-3 0-5 0,3-3-6 0,0-5 5 0,0 2-15 15,-1-2 5-15,1 0-14 0,1 0 5 0,-1 0-4 16,-1 0 2-16,0 2-21 0,0-2 14 0,0 2 2 16,0 0-7-16,1 1 1 0,-4 3 1 0,3 2-5 15,-3 1-4-15,2 2 6 0,-3 1 6 0,2 1-10 16,-2 6 5-16,2-9-4 0,-2 9-6 16,0-8 4-16,0 8-4 0,0 0-10 0,2-8 2 0,-2 8-13 15,0 0-12-15,0 0-18 0,4-6-13 0,-4 6-16 16,0 0-9-16,0 0-13 0,0 0-18 0,0 0-24 15,0 0-22-15,0 0-32 0,0 0-24 0,0 0-25 16,1 20-36-16,-1-20-175 0,2 12-498 0,0-7 220 16</inkml:trace>
  <inkml:trace contextRef="#ctx0" brushRef="#br0" timeOffset="89028.83">30077 9632 112 0,'0'0'153'0,"0"0"-5"0,0 0-1 16,0 0-6-16,0 0-3 0,0 0 0 0,0 0-1 15,0 0-5-15,11-16 3 0,-11 16-10 0,0 0-5 16,0 0-2-16,0 0-2 0,0 0-8 0,0 0-4 15,0 0-3-15,0 0-5 0,0 0-4 0,0 0-4 16,0 0-8-16,0 0-2 0,0 0-4 0,0 0-2 16,0 0-7-16,0 0 1 0,0 0-12 0,-8-11-1 15,8 11-10-15,0 0-3 0,0 0-6 0,0 0 3 16,0 0-11-16,0 0-1 0,0 0-3 0,0 0 0 16,-19 12 2-16,14-8-3 0,5-4 4 0,-7 8-7 15,3-2 0-15,4-6 0 0,-6 10-4 0,3-5 5 16,2 2-1-16,-2-2 1 0,0 4 2 0,1-3 5 15,1 3-3-15,1 0 3 0,-2-1-3 0,2-8 2 16,0 15-7-16,0-5 0 0,2-5 3 0,-2-5-2 16,2 13-2-16,-1-8 1 0,3 2-3 0,-1-3 6 15,1 1-4-15,2 0-3 0,-1-2 0 0,2 0-1 16,-7-3 1-16,12 4 1 0,-2-3-5 0,1-2 3 16,0-2 0-16,2 2-5 0,-1-2 8 0,0 0 6 15,1-1-17-15,-3 0 7 0,3 0-1 0,-3-1-1 16,-1-1 2-16,1 0 0 0,0 0 3 0,-3 0-4 15,1-2 1-15,-1 0-3 0,-3 0-2 0,0-2 7 16,-1 3-6-16,-2-4 2 0,-2 3-1 0,1-4-1 16,-3 2-2-16,1-2 9 0,-2 3-15 0,-1-1 1 15,1 2 0-15,-5-1 0 0,1 1-2 0,2 1-1 16,-1 3 1-16,-1-1 0 0,1 1 0 0,-2 0 1 16,3 3-16-16,6 1-10 0,-18-1-15 0,11 1-14 15,-3 2-20-15,-1 0-19 0,4 1-30 0,1 1-42 16,-2-1-40-16,8-3-47 0,-6 9-43 0,-2-3-159 15,8-6-492-15,-4 7 218 0</inkml:trace>
  <inkml:trace contextRef="#ctx0" brushRef="#br0" timeOffset="89373.47">30495 9358 1 0,'2'-11'294'16,"-2"11"-9"-16,2-6-8 0,-2 6-11 0,2-6-10 0,-2 6-21 15,0 0-15-15,0 0-24 0,3-7-21 0,-3 7-19 16,0 0-17-16,0 0-15 0,0 0-9 16,0 0-4-16,3 23-4 0,-3-11-5 0,-1 3 9 15,5 0-22-15,-4 2-5 0,0 2 5 0,0-2 0 16,1 2-8-16,-1 0-5 0,0-2 1 0,0 1-9 0,1 0 0 15,-1-1-4-15,4-2-10 0,-2-2-12 16,-2-1 3-16,1 1-14 0,-1-3 2 0,3-1 1 16,-2 2 2-16,0 1-12 0,2-4-4 0,-1-1 13 15,1 1-22-15,-3-8-29 0,2 12-19 0,-2-6-25 16,0-6-26-16,0 10-25 0,0-10-27 0,3 10-32 0,-3-10-36 16,1 8-28-16,-1-8-35 0,-4 8-225 15,4-8-537-15,0 0 238 0</inkml:trace>
  <inkml:trace contextRef="#ctx0" brushRef="#br0" timeOffset="89837.43">30507 9265 141 0,'-1'-16'225'0,"-1"4"-1"0,4-3-4 0,-2 2-13 16,4 4-16-16,-2-2-18 0,2-1-17 16,4 2-10-16,0-1-12 0,2 2-6 0,1 1-13 15,-2 2-8-15,5 1-13 0,2 0-9 0,2 2-4 0,-5 3-8 16,0 0-9-16,-1 3-4 0,1 0-7 0,-2 2-6 16,1 1-4-16,-1 0-4 0,0 1-2 0,-4 1-2 15,-2 1 3-15,2 1-2 0,-4 0-1 16,-3 2 1-16,-1-3-4 0,1 2-2 0,-2-2-2 15,-1 2-3-15,-1-5-2 0,-1 1-2 0,1 2-2 0,-2-1-2 16,2-2-3-16,0-1 0 0,2 1-2 0,2-6-1 16,-5 8 2-16,5-8-4 0,-4 6-3 0,4-6-5 15,0 0-4-15,0 0 0 0,-1 9 0 0,1-9 4 16,0 0-3-16,12 2-1 0,-12-2-2 0,12 3-1 16,-6-1 3-16,4 1 2 0,-2 0-1 0,-2-1-2 15,4 3 0-15,-3-1-2 0,-2-1-1 0,0 0 3 16,0 1 0-16,-1 2 0 0,-4-6 1 0,5 8 2 15,-5-2-1-15,0-6-2 0,-1 11 5 16,-3-3-1-16,-1 0 0 0,-1-1-12 0,-1 3-11 0,-3-4-20 16,1 3-22-16,-2-2-32 0,-1-1-40 15,1 0-55-15,-5 1-59 0,1 0-150 0,-3-1-435 0,0 1 192 16</inkml:trace>
  <inkml:trace contextRef="#ctx0" brushRef="#br0" timeOffset="90776.16">30775 9755 2 0,'0'0'124'15,"0"0"-20"-15,0 0-18 0,0 0-28 0,0 0-36 16,0 0-37-16,0 0-49 0,0 0-69 0,0 0 31 15</inkml:trace>
  <inkml:trace contextRef="#ctx0" brushRef="#br0" timeOffset="94048.93">30570 9467 7 0,'0'0'21'0,"0"0"-26"16,0 0-6-16,0 0 4 0</inkml:trace>
  <inkml:trace contextRef="#ctx0" brushRef="#br0" timeOffset="94632.92">31067 9503 80 0,'0'0'134'15,"-10"-2"-5"-15,10 2-11 0,0 0-11 0,0 0-3 16,0 0-5-16,0 0-7 0,0 0 0 0,0 0-5 0,0 0-5 16,0 0-4-16,0 0-5 0,0 0-6 0,0 0-5 15,0 0-4-15,0 0-4 0,0 0-6 16,0 0-4-16,0 0-3 0,0 0-4 0,0 0-1 16,0 0-7-16,0 0-3 0,0 0-3 0,0 0 7 15,0 0-6-15,0 0-7 0,0 0 1 0,0 0-3 16,0 0-8-16,0 0 4 0,0 0-5 0,0 0 4 15,0 0-1-15,0 0-2 0,0 0 1 0,0 0-4 0,0 0-2 16,0 0 1-16,0 0 2 0,0 0-2 16,0 0-3-16,0 0-2 0,0 0-2 0,0 0-2 15,0 0-7-15,0 0-4 0,0 0-1 0,0 0-1 16,0 0-12-16,0 0 2 0,0 0-9 0,0 0-2 0,0 0-21 16,0 0-7-16,0 0-32 0,0 0-20 0,0 0-18 15,0 0-75-15,0 0-230 0,0 0 101 0</inkml:trace>
  <inkml:trace contextRef="#ctx0" brushRef="#br0" timeOffset="95143.07">30067 9903 114 0,'0'0'137'0,"0"0"-34"16,0 0-13-16,0 0-17 0,0 0-16 0,0 0-26 15,0 0-30-15,0 0-20 0,0 0-31 0,11-6-40 16,-11 6-97-16,9 0 44 0</inkml:trace>
  <inkml:trace contextRef="#ctx0" brushRef="#br0" timeOffset="95581.3">31036 9541 104 0,'0'0'212'0,"0"0"-7"16,0 0-3-16,0 0-14 0,0 0-9 16,0 0-9-16,0 0-17 0,-11-9-8 0,11 9-11 0,0 0-13 15,0 0-9-15,0 0-10 0,0 0-8 16,0 0-10-16,0 0-9 0,0 0-5 0,0 0-7 0,0 0-7 15,6-10-8-15,-6 10-2 0,12-4-11 0,-4-1-19 16,4 1-9-16,-3 1-24 0,4 0-23 0,0-1-38 16,-3-1-38-16,4 2-41 0,-1-1-57 15,-4 0-120-15,2 2-360 0,-11 2 159 0</inkml:trace>
  <inkml:trace contextRef="#ctx0" brushRef="#br0" timeOffset="95763.46">31109 9615 173 0,'-5'3'204'0,"5"-3"-3"15,0 0-11-15,0 0-12 0,0 0-15 0,0 0-18 16,0 0-9-16,0 0-21 0,0 0-18 16,30-3-27-16,-19-1-31 0,2 0-31 0,-2-2-45 15,10-1-50-15,-3 0-58 0,-2-2-97 0,2 0-262 16,0-1 116-16</inkml:trace>
  <inkml:trace contextRef="#ctx0" brushRef="#br0" timeOffset="97433.45">31715 9235 193 0,'-2'-9'229'0,"2"9"-8"16,0 0-17-16,0 0-19 0,0 0-18 0,0 0-18 15,0 0-19-15,0 0-10 0,0 0-13 0,0 0-3 16,0 0-9-16,-4 26-5 0,0-11-9 0,1 1 1 16,1 2-9-16,-2 0-1 0,1 2-12 0,0-2 2 15,-1-1-4-15,0-1-3 0,1 1-5 0,1-5-4 16,-2 0-1-16,2 0 5 0,-1-1-7 0,0-2-1 15,2 0-3-15,0-4-1 0,1-5 6 16,-2 9 0-16,2-9 4 0,-1 7 8 0,1-7 3 0,0 0 7 16,-2 7-7-16,2-7-7 0,0 0-4 0,0 0-7 15,-6-19 6-15,6 7-13 0,0 1-5 0,3 0-2 16,-2-7-7-16,4-1-1 0,2-7-9 0,-1 1-6 16,4-1 1-16,-2-4-6 0,1 1 1 0,1-1-2 0,-1 3 1 15,-1-4-2-15,5 5-1 0,-4 2-3 16,0 1 5-16,-2 6 1 0,2 2 0 0,-4 5 2 15,2-2-7-15,-2 3 6 0,-1 1-8 0,1 2 2 16,-3 2 0-16,3 0-4 0,-5 4 4 0,9-2-1 16,-9 2 9-16,11 6-7 0,-3 0-2 0,0 1 3 15,3 6 8-15,-1 0 4 0,-3 3 5 0,2 0-3 16,-1 1 3-16,0 0-1 0,-2-1 6 0,2 0 1 16,-2 2-5-16,0-2-2 0,1 0 1 0,-1-3-4 15,1 2 5-15,-2 1 0 0,1-4-3 0,-1-1-1 16,-1 0 0-16,0-3-4 0,0 2-19 0,0-1-26 15,-2 0-29-15,1-1-29 0,-2 0-41 0,-1 0-48 16,0-8-42-16,0 12-39 0,-2-7-182 0,2-5-487 16,-8 8 216-16</inkml:trace>
  <inkml:trace contextRef="#ctx0" brushRef="#br0" timeOffset="97598.23">31761 9297 146 0,'0'0'159'16,"10"-7"-7"-16,-5 3-7 0,6-1-20 0,1-1-13 16,5-2-9-16,2 1-23 0,1-1-27 0,1 1-27 15,7-3-36-15,0 1-23 0,-2 1-18 0,-2-2-28 16,-6 2-76-16,1 2-168 0,-3-2 75 0</inkml:trace>
  <inkml:trace contextRef="#ctx0" brushRef="#br0" timeOffset="97811.4">32152 9026 140 0,'0'0'172'16,"0"-12"0"-16,0 12-2 0,0-10 9 0,0 10-2 16,2-7-8-16,-2 7-18 0,0 0-19 0,0 0-8 15,0 0-18-15,0 0 3 0,0 0 7 0,0 0-4 16,5 29 1-16,-5-9 5 0,-2-1-10 0,4 11-10 16,-2-3-6-16,1 0-7 0,0 2-3 0,2-4-8 15,-2 0-7-15,3-4-5 0,0 3-6 0,-3 2-6 16,0-7-3-16,2 1-6 0,-1-3-3 0,1 2-15 15,-2-2-23-15,2-1-20 0,-3 0-26 0,1 0-37 16,0-5-42-16,-2-1-48 0,0-1-45 0,1 0-202 16,0-9-455-16,-2 13 201 0</inkml:trace>
  <inkml:trace contextRef="#ctx0" brushRef="#br0" timeOffset="98215.2">32193 8971 28 0,'4'-10'227'0,"4"0"-15"15,-3 0-10-15,2 1-2 0,1 0-12 0,1 1-9 16,-1 2-18-16,-3 1-13 0,3 2-16 0,-1-1-10 16,-1 3-19-16,5 1-8 0,-11 0-11 0,15 3-6 15,-9-1-9-15,1 0-5 0,-1 1-6 0,-1 2-6 16,2 2-4-16,-2 0-5 0,-1 3-3 0,-3-3-4 15,-1 6-7-15,-1-5-4 0,-2 3-7 0,-1-2-5 16,0 2-9-16,-3-2-11 0,3 1-11 16,-1-4-8-16,0 3-13 0,2-4-7 0,3-5 0 0,-2 12 8 15,0-6 1-15,2-6 6 0,2 9 2 0,-2-9-1 16,3 11 2-16,1-8-1 0,0 1 8 0,3 0-2 16,-2 0 4-16,4 0-1 0,1 1 3 0,-2-1 2 15,2 0 1-15,-4-1 7 0,0 1-5 0,1-1-2 16,-1-1 5-16,1 3 3 0,-4-1-2 0,-3-4 6 15,6 7-2-15,-6-7 4 0,-2 11 3 0,2-11-2 16,-6 12-2-16,-4-2 6 0,1-2-3 0,-2-2-2 16,1 1-1-16,-1 0-17 0,1 2-23 0,-2-4-28 15,4-1-38-15,2 1-22 0,0-2-156 0,-2-1-309 16,8-2 137-16</inkml:trace>
  <inkml:trace contextRef="#ctx0" brushRef="#br0" timeOffset="98630.25">32634 8916 191 0,'3'-10'264'0,"-2"1"-3"0,1 2-9 0,2 1-4 16,-1 1-12-16,-3 5-24 0,1-10-26 0,-1 10-21 15,0 0-18-15,5-4-15 0,-5 4-16 0,0 0 0 16,13 14-8-16,-13-14-6 0,0 0-12 0,27 40-8 15,-27-40 2-15,22 39-9 0,-12-20 3 0,-10-19-9 16,16 40-6-16,-8-22 2 0,-8-18-13 16,15 32 4-16,-15-32-12 0,15 32 0 0,-15-32-7 0,13 25-3 15,-13-25-2-15,11 22-3 0,-11-22 0 0,0 0-9 16,14 22 3-16,-14-22-5 0,0 0 0 0,0 0 3 16,0 0-3-16,15 22-1 0,-15-22 2 0,0 0 7 15,0 0-5-15,0 0 1 0,0 0-22 0,0 0 32 16,0 0-13-16,0 0-1 0,0 0 2 0,32-66 2 15,-32 66-5-15,5-38 0 0,-2 11-8 0,-3 27-20 16,2-54 23-16,2 27-7 0,-4 27 9 0,4-47-9 16,-4 47-2-16,4-38 6 0,-4 38 0 0,4-30-5 15,-4 30-11-15,0 0-12 0,0 0-19 0,5-35-31 16,-5 35-32-16,0 0-38 0,0 0-22 0,0 0-22 16,0 0-14-16,0 0-35 0,0 0-25 15,0 0-198-15,0 0-490 0,0 0 216 0</inkml:trace>
  <inkml:trace contextRef="#ctx0" brushRef="#br0" timeOffset="98929.83">33012 9141 67 0,'0'0'229'0,"0"0"-3"0,0 0 3 0,0 0 4 16,0 0-2-16,0 0-9 0,0 0-20 16,0 0-6-16,0 0-9 0,0 0-16 0,56-36-4 15,-56 36-20-15,0 0-13 0,20-33-14 0,-20 33-9 16,18-21 0-16,-18 21-20 0,11-23-1 0,-11 23-1 15,0 0-25-15,14-35 6 0,-14 35 3 0,0 0-5 0,8-26-5 16,-8 26-10-16,0 0 5 0,0 0-13 16,0 0 6-16,0 0-13 0,0 0-6 0,0 0 3 15,0 0-8-15,0 0 0 0,0 0 3 0,0 0-2 16,0 0 7-16,0 0-2 0,0 0 6 0,0 0 3 16,0 0 0-16,0 0 6 0,-40 80-26 0,40-80 24 15,0 0-7-15,-1 34-3 0,1-34-5 0,0 0-2 16,0 0-1-16,14 39-7 0,-14-39-2 0,0 0-31 15,28 16-50-15,-28-16-50 0,35 6-57 0,-35-6-71 16,0 0-95-16,51-9-265 0,-51 9-649 0,0 0 288 16</inkml:trace>
  <inkml:trace contextRef="#ctx0" brushRef="#br0" timeOffset="99088.65">33292 8668 154 0,'0'0'313'15,"-24"-36"-4"-15,24 36 0 0,-14-18-11 0,14 18-23 16,0 0-30-16,0 0-21 0,-23-18-27 0,23 18-31 16,0 0-52-16,0 0-58 0,0 0-58 0,0 0-83 15,0 0-127-15,0 0-182 0,0 0-427 0,0 0 190 16</inkml:trace>
  <inkml:trace contextRef="#ctx0" brushRef="#br0" timeOffset="137401.75">31851 9709 8 0,'0'0'7'0,"0"0"-3"0,0 0 7 16,-26 4-7-16,26-4 7 0,-13 4-3 0,8-2-6 16,-5 1 4-16,2-1-5 0,-2 0 3 0,0 1 1 15,-2-1-2-15,3 2-1 0,-1-2 4 0,-1 0-6 16,-1 0 2-16,2-1 2 0,-2 0-4 0,3 2 4 15,-2-3-1-15,3 3 0 0,1-2-4 0,7-1 5 16,-13 3 1-16,5-2-1 0,1 0 1 0,7-1 1 16,-15 3-1-16,8-3 0 0,7 0-1 15,-10 0-4-15,10 0 8 0,-9 2-5 0,9-2 0 16,0 0 7-16,-10 1 0 0,10-1-5 0,0 0 0 0,0 0 1 16,0 0 2-16,0 0-2 0,0 0-4 0,38-8-1 15,-13 1 2-15,7 0 0 0,5-1 0 16,2 0 4-16,14-3-8 0,1 0 1 0,1-2 2 0,0-1-1 15,1 0-2-15,0 0-1 0,4-3-1 0,2 2 1 16,0-2 6-16,-2 2-3 0,2 1 4 0,0-3 0 16,-3 1-2-16,-2 3 0 0,-3-2 5 0,-1 1-4 15,-15 5-1-15,-1-2 0 0,-3 3-1 0,-1-2-3 16,-4 2 2-16,-29 8 0 0,49-15-5 0,-29 9 7 16,-20 6-3-16,33-9 4 0,-33 9 0 0,0 0-4 15,0 0-3-15,33-8-3 0,-33 8-2 16,0 0-3-16,0 0 0 0,0 0-26 0,0 0-41 15,0 0 18-15</inkml:trace>
  <inkml:trace contextRef="#ctx0" brushRef="#br0" timeOffset="138380.57">28608 10310 2 0,'0'0'35'15,"-6"-3"-10"-15,6 3-2 0,0 0 4 0,-4-7-10 16,4 7 2-16,0 0-2 0,0 0-5 0,1-10 4 0,-1 10 2 16,8-7-4-16,0 1-7 0,4 0 0 0,3-3 2 15,4 1-5-15,9-4 4 0,-3 2-7 0,6-1 5 16,5-1 2-16,0 0 1 0,1 1 0 16,1 0 1-16,-1-3-4 0,10-3 0 0,1 1 3 0,-13 6 1 15,1-2-6-15,-3-2 5 0,3 1 1 0,-3-1-1 16,1 3-3-16,-4-4 7 0,-1 4 0 0,-4 0-4 15,-7 4 1-15,0 0 6 0,-2 0-5 0,-5 1-5 16,-1 2 9-16,-1-1 3 0,-4 2 5 16,1 2-3-16,-6 1 2 0,8-6-1 0,-8 6-4 15,5-3 1-15,-5 3-9 0,0 0 5 0,0 0-2 0,3-7 0 16,-3 7-8-16,0 0-6 0,0 0-5 0,0 0 0 16,0 0-13-16,-18 11-17 0,10-4-8 0,-2 0-7 15,1 1-30-15,-1 5-87 0,-4-1 39 0</inkml:trace>
  <inkml:trace contextRef="#ctx0" brushRef="#br0" timeOffset="157401.4">31977 9593 41 0,'0'0'111'16,"2"-8"-21"-16,-2 8-3 0,0 0-13 0,0 0-3 15,-3-10-4-15,3 10-1 0,0 0-10 0,0 0-13 16,0 0-1-16,-3-7 0 0,3 7-11 0,0 0-5 16,0 0-4-16,0 0 4 0,0 0-13 0,0 0-10 15,0 0-7-15,0 0-8 0,0 0-15 0,13-4-21 16,-13 4-19-16,0 0-59 0,13 3-136 0,-13-3 61 15</inkml:trace>
  <inkml:trace contextRef="#ctx0" brushRef="#br0" timeOffset="-142891.65">31815 9369 11 0,'0'0'44'0,"0"0"-4"0,0 0-5 0,0 0 8 15,0 0-19-15,0 0-9 0,0 0-4 0,0 0-11 16,0 0-10-16,0 0-8 0,0 0-15 0,19 15-35 16,-13-12 15-16</inkml:trace>
  <inkml:trace contextRef="#ctx0" brushRef="#br0" timeOffset="-142718.48">32183 9322 1 0,'0'0'2'15,"0"0"-3"-15</inkml:trace>
  <inkml:trace contextRef="#ctx0" brushRef="#br0" timeOffset="47782.09">31366 3619 81 0,'19'-10'59'0,"-1"4"-2"0,0-1-13 0,-1 3 0 16,-4 0-13-16,1 1-10 0,-4 1-18 0,-10 2-11 15,13-4-4-15,-13 4-2 0,0 0 7 0,0 0-7 16,0 0 7-16,0 0-4 0,0 0 3 0,0 0 2 16,-40 19 4-16,18-15 0 0,-5 1 6 0,-2-1 7 15,-2 2 2-15,1 1 8 0,-5-1 10 0,6-2 0 16,-4 1 8-16,2-2 9 0,3 1 1 0,1 0 15 16,8-1 6-16,0 1-4 0,6-2 0 0,13-2 5 15,-23 0 0-15,23 0-4 0,-13 0 2 0,13 0 0 16,0 0-14-16,-15 4 3 0,15-4-6 0,0 0-3 15,0 0 1-15,0 0-3 0,0 0-1 16,0 0-6-16,0 0-3 0,47-13 2 0,-29 9 1 0,9-1-3 16,-6 1-3-16,2-1-6 0,-2 1 0 15,-1 1-2-15,2 1-5 0,-5-1 4 0,1-2-8 16,-7 5 0-16,-11 0-6 0,21-4 3 0,-21 4-6 16,17-1 4-16,-17 1-2 0,0 0-4 0,16 0-2 0,-16 0 1 15,0 0 8-15,0 0-9 0,0 0 0 0,0 0 4 16,-27 17-1-16,9-12-5 0,-4 1 2 15,-4 3 0-15,-1-1-8 0,4-4 10 0,-3 3 2 16,4-3-2-16,2 0 8 0,2 1-5 0,0-2 0 16,7-1 2-16,-1-1 2 0,12-1-5 0,-14 0 1 15,14 0 8-15,-10 2-5 0,10-2 1 0,-12 2-1 16,12-2 3-16,0 0-5 0,0 0-2 0,0 0-1 16,0 0 2-16,0 0-9 0,40-15 11 0,-12 4-3 15,4-1-7-15,5 2 6 0,0-4-4 0,11-4 0 16,-10 7 5-16,10-6-6 0,-12 5-7 0,-1 0 7 15,-1 2 0-15,-3-1-3 0,-12 5 1 0,1-1 0 16,-8 1-6-16,1 3 4 0,-3 1-3 0,-10 2 0 16,10-2-4-16,-10 2-3 0,0 0 4 0,0 0-4 15,0 0 0-15,0 0-1 0,-59 24 0 0,30-15 0 16,-5 1-1-16,-4 2 9 0,-13 2-7 0,4-1 1 16,9-3 0-16,-13 2 3 0,15-2 4 0,-15-2-7 15,16-2 9-15,2 0-1 0,4 0 2 0,7-3-2 16,6 1 1-16,3-1 4 0,13-3-4 15,-16 3-1-15,12-1 5 0,4-2-7 0,0 0 6 16,0 0 2-16,46-10 5 0,-10 2-5 0,18-6 1 16,4 1 1-16,29-9-5 0,1 3 5 0,-27 4-5 15,28-7 4-15,-31 5-2 0,3 1 1 0,0 2-3 16,-2 1 9-16,-7 1-12 0,-17 5-1 0,-3 3 1 16,-10-2-3-16,-3 2-11 0,-6 4-27 0,-3 0-2 15,-10 0 1-15,11 0 0 0,-11 0 1 0,0 0-6 16,0 0-7-16,-28 17-4 0,3-8-1 0,-7 3 2 15,-3-2-8-15,-15 5 15 0,3-2 3 0,8-4 3 16,-9 4 10-16,10-4 7 0,1-1 5 0,9-2 9 16,8-2 4-16,3 0 10 0,5-3 1 0,12-1 6 15,-14 5 4-15,14-5-7 0,0 0 9 0,0 0 5 16,0 0 11-16,0 0-10 0,59-11 5 0,-26 2-5 16,4 0 3-16,13-3-11 0,1 2 10 0,-13 0 0 15,13 1-6-15,-16 4 1 0,-3-2-21 0,-4 3-35 16,-9 1-25-16,-1 3-32 0,-5 0-96 0,-2 0-210 15,-11 0 94-15</inkml:trace>
  <inkml:trace contextRef="#ctx0" brushRef="#br0" timeOffset="48132.07">31319 3785 70 0,'0'0'82'0,"0"0"-11"0,31-26-1 0,-5 17-12 16,1-2-4-16,4 2-7 0,-2 0-4 16,1 2-14-16,-1-1-19 0,-2 3-15 0,-5 1-30 0,-1 2-48 15,-1-4-89-15,-6 4 39 0</inkml:trace>
  <inkml:trace contextRef="#ctx0" brushRef="#br0" timeOffset="172655.3">30475 1862 13 0,'0'0'12'0,"0"0"1"0,0 0-4 15,0 0 8-15,0 0-3 0,0 0-8 0,-6-9 8 16,6 9-7-16,0 0 6 0,0 0-5 0,0 0-3 16,0 0 1-16,0 0 6 0,0 0-3 0,0 0-4 15,0 0 4-15,0 0-9 0,0 0 12 0,0 0 4 16,0 0-1-16,0 0 3 0,0 0-4 0,-6-5 5 15,6 5-4-15,0 0 6 0,0 0-4 16,0 0 7-16,0 0 2 0,0 0-2 0,0 0 2 16,0 0-5-16,0 0-5 0,0 0 5 0,-5-9 1 15,5 9-10-15,0 0 9 0,0 0-3 0,0 0 9 16,0 0-4-16,-2-12 3 0,2 12-2 0,0 0 1 16,0 0-2-16,0 0 5 0,0 0 8 0,-4-10-16 15,4 10 2-15,0 0-7 0,0 0 11 0,0 0-11 16,0 0 6-16,0 0-4 0,0 0 0 0,0 0 4 15,-5-7-7-15,5 7 3 0,0 0-4 0,0 0-4 16,0 0 0-16,0 0 0 0,0 0-8 0,0 0 13 16,0 0-13-16,0 0 9 0,0 0-6 15,0 0 0-15,0 0-2 0,0 0 0 0,-7 27-1 16,6-18-1-16,1-9-1 0,-4 21 2 0,1-5 7 16,0-5-12-16,1 1 7 0,-2 3-3 0,0-3 5 15,2 1-1-15,-2 0-2 0,-1-2 1 0,2 0-4 16,-1 2 8-16,1 3-6 0,-1-5 6 0,-2 2-7 15,1-2 0-15,5-11-2 0,-10 21 8 0,6-12-10 16,1 4 12-16,3-13 0 0,-11 17-11 0,6-12 12 16,5-5-11-16,-5 11 8 0,5-11-2 0,-5 9-3 15,5-9 2-15,0 0 2 0,-8 13 3 0,8-13-5 16,0 0 0-16,-5 10-10 0,5-10 12 0,0 0-15 16,0 0 12-16,-4 12 1 0,4-12-15 0,0 0-11 15,0 0-14-15,-5 10-17 0,5-10-14 0,0 0-24 16,-1 10-49-16,1-10-151 0,0 0 67 15</inkml:trace>
  <inkml:trace contextRef="#ctx0" brushRef="#br0" timeOffset="173516.19">30383 2010 16 0,'-3'-12'58'0,"3"12"0"0,0 0-10 16,0 0 4-16,-4-7-3 0,4 7-9 0,0 0 8 16,0 0-12-16,0 0-2 0,-4-10-5 0,4 10-9 15,0 0 10-15,0 0-5 0,0 0-5 0,0 0 2 16,0 0-11-16,0 0 5 0,-5 26-1 0,2-16 5 16,1 1-3-16,-1 0 8 0,-1 5 1 15,-2-1 0-15,2 0-4 0,-1 1 6 0,0 0-4 16,-2 0 8-16,2 0-2 0,-3 1-4 0,2-2-2 15,1 3-4-15,-1-3 1 0,-1 3 3 0,2-3-5 16,-2 0-4-16,2 1 4 0,2-3 0 0,-2-3-4 16,1 3-2-16,1-1 1 0,3-12-5 0,-8 19 7 15,5-9-4-15,3-10-4 0,-5 17 3 0,5-17 6 16,-5 13-10-16,5-13 0 0,-3 12-6 0,3-12 3 16,0 0-11-16,-4 13-16 0,4-13-2 0,0 0-24 15,0 0-18-15,-2 10-22 0,2-10-68 0,0 0-169 16,0 0 75-16</inkml:trace>
  <inkml:trace contextRef="#ctx0" brushRef="#br0" timeOffset="173715.31">30375 2160 43 0,'26'-11'73'16,"4"1"2"-16,4 1-13 0,0-1-9 0,-4 1-33 15,-2 5-39-15,-7 0-33 0,-3 1-55 0,-7 3 25 16</inkml:trace>
  <inkml:trace contextRef="#ctx0" brushRef="#br0" timeOffset="174665.3">30642 4153 112 0,'0'-11'140'16,"0"11"-12"-16,1-11 3 0,-1 11-24 0,1-11-5 16,-1 11-14-16,0 0 1 0,1-11-6 0,-1 11-5 15,0 0-10-15,0 0-8 0,0 0-1 0,0 0-9 16,0 0-10-16,-2-13-3 0,2 13-4 0,0 0-4 15,0 0-6-15,0 0 0 0,0 0-10 0,0 0 10 16,0 0-5-16,-8 44 4 0,6-29-2 0,-5 4 4 16,2 5-3-16,-2 3 1 0,0-2-5 0,1 2 5 15,-6 0-4-15,5 2 2 0,-4-1 2 0,0 0 1 16,-3-2 0-16,2 2-6 0,3-1-6 0,0-2 10 16,-1 0-4-16,0 1 1 0,1-2-3 0,-3 1 1 15,2-2 0-15,3-4-19 0,-1-1-16 0,-3 4-26 16,4-6-29-16,-1-2-34 0,2-2-17 0,1 0-27 15,-3-1-81-15,2 0-251 0,6-11 112 0</inkml:trace>
  <inkml:trace contextRef="#ctx0" brushRef="#br0" timeOffset="174835.69">30398 4564 59 0,'6'-11'146'0,"3"5"-16"0,2 1-7 16,0-3-13-16,9 1-14 0,8-5-6 0,3 2-13 16,-1 0-22-16,5 0-32 0,1 2-29 0,0-2-50 15,-2 2-86-15,2-3-152 0,-4 1 67 0</inkml:trace>
  <inkml:trace contextRef="#ctx0" brushRef="#br0" timeOffset="174988.33">31008 4342 18 0,'2'-8'207'16,"-2"8"-9"-16,0 0-10 0,0 0-18 0,0 0-10 16,2-9-15-16,-2 9-20 0,8-5-13 0,-3 1-28 15,4-2-31-15,0 1-48 0,4-1-62 0,2-1-79 16,-3 2-76-16,5-4-230 0,-2 0 101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7:07:00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28947 7138 46 0,'0'0'89'0,"0"0"-5"0,0 0-10 0,0 0-5 16,0 0-2-16,0 0-6 0,0 0 3 0,0 0-8 15,0 0-13-15,0 0 10 0,0 0-15 0,0 0 0 16,0 0 3-16,0 0-9 0,0 0-18 0,0 0 6 16,0 0 7-16,0 0 0 0,0 0-18 0,0 0 7 15,0 0-12-15,0 0 9 0,0 0-5 0,0 0 11 16,0 0 2-16,0 0-10 0,13 2-4 0,-13-2-3 16,15 2 10-16,-3-1-9 0,2-1-1 0,-3 0-1 15,8-1 0-15,-1 2-4 0,2-2 2 16,0 1 3-16,-2-1 3 0,3 0 1 0,8-1-16 0,-10 2 13 15,2 0-2-15,2 0-2 0,-3-3 1 0,3 2-1 16,-2 1 4-16,2-2-3 0,-2 1 1 0,7-2-8 16,-6 0-2-16,-1 1 8 0,-1 0 2 0,-1 0-9 15,0 0 0-15,0-1-2 0,-6 2 9 0,-2-1 1 16,0 0-9-16,-1 1 8 0,-4-1 11 0,1 1-10 16,-7 1-2-16,10-3 3 0,-10 3 7 0,0 0-10 15,13 0-5-15,-13 0 13 0,0 0-8 0,6-3 5 0,-6 3-1 16,0 0-1-16,10-3-7 0,-10 3 6 0,10-3-2 15,-10 3 5-15,11-1-5 0,-11 1 6 16,10 0-3-16,-10 0-1 0,11 0-1 0,-11 0 3 16,0 0-2-16,14-2 1 0,-14 2-4 0,9-1 5 0,-9 1 1 15,9-1-5-15,-9 1-2 0,0 0 8 0,0 0-10 16,11 1 4-16,-11-1 5 0,0 0 0 0,0 0-3 16,0 0-6-16,0 0 2 0,9-1 2 0,-9 1-5 15,0 0-4-15,13 1 3 0,-13-1-3 0,8-1 9 16,-8 1 4-16,11-1 1 0,-11 1-3 0,12 0 1 15,-7-1-8-15,-5 1 2 0,9 0 3 0,-9 0-5 16,0 0 10-16,12-3 0 0,-12 3-7 0,0 0-4 16,0 0 1-16,9-4 5 0,-9 4-5 0,0 0 4 15,0 0-2-15,0 0 10 0,0 0-3 0,0 0-2 16,0 0 6-16,7-1-7 0,-7 1 5 0,0 0 2 16,0 0-7-16,0 0-2 0,0 0 7 0,0 0 0 15,0 0 2-15,0 0-2 0,-15-10-3 0,15 10 1 16,0 0-4-16,-6-8 3 0,6 8-8 0,0 0 3 15,-5-4 4-15,5 4-7 0,0 0 8 0,0 0-3 16,-4-6-4-16,4 6-1 0,0 0 8 0,-5-6-3 16,5 6 0-16,0 0 1 0,0 0-1 0,-6-6 4 15,6 6 3-15,0 0-5 0,0 0-1 0,-3-7 4 16,3 7-4-16,0 0-5 0,-7-6 4 0,7 6 10 16,0 0-5-16,-7-3 8 0,7 3-8 0,0 0 0 15,0 0-2-15,-2-8-2 0,2 8 2 0,0 0-3 16,-5-5 13-16,5 5-15 0,0 0 8 0,-2-7 1 15,2 7-2-15,-4-6-3 0,4 6 1 0,0 0 1 0,-3-7-2 16,3 7 5-16,0 0-2 0,0 0-5 0,-4-8 6 16,4 8-6-16,0 0 5 0,-3-8-4 15,3 8 0-15,0 0-4 0,-4-6 6 0,4 6 1 16,0 0 2-16,0 0-4 0,-4-8-7 0,4 8 3 0,0 0 11 16,-4-8-15-16,4 8 6 0,0 0 0 0,-4-6 11 15,4 6 0-15,-4-7-5 0,4 7-11 0,0 0 8 16,-3-7 0-16,3 7 2 0,-4-9-2 0,4 9 2 15,-4-8-1-15,4 8 4 0,-3-9-6 0,3 9 4 16,0-9-8-16,-1 1-5 0,1 8 3 0,3-20 3 16,-2 11 7-16,1-2-3 0,0 0-4 0,-2-1 0 15,1-3-1-15,0-2-1 0,-1 2-2 0,2 2 5 16,0-2 5-16,-1-4-7 0,-1 1 1 0,0 1-1 16,0-1-18-16,3 0 15 0,-2 0 13 0,-2-1-6 15,1 1 5-15,0-1-9 0,0-2-2 0,0 2 0 16,0 1 3-16,0 1-4 0,0-1 4 0,0 3 4 15,0 1 2-15,0-3-6 0,0 2 3 0,-1 1 1 16,1 4-4-16,1-2 2 0,0 1 7 0,-1 0-4 16,2 3-7-16,-1-2 8 0,1 0-6 0,2 2 1 15,0 1 6-15,-1 0-9 0,0 1 6 0,-3 6 1 16,4-8-14-16,-4 8 16 0,4-8-1 0,-4 8 0 16,0 0 0-16,3-6 2 0,-3 6-2 0,0 0 0 15,0 0-6-15,0 0 0 0,0 0 3 0,0 0 0 16,-2-10-5-16,2 10 8 0,0 0-14 0,0 0 10 0,0 0-2 15,0 0 4-15,0 0-2 0,0 0-7 0,0 0 6 16,0 0 0-16,0 0 0 0,0 0-6 16,0 0-2-16,0 0-3 0,0 0 2 0,0 0 1 15,0 0-20-15,0 0 8 0,0 0-4 0,0 0-9 16,0 0-7-16,0 0 2 0,0 0 6 0,0 0 2 16,0 0-7-16,0 0 2 0,0 0-22 0,0 0 3 15,15 13-5-15,-15-13 0 0,0 0-3 0,3 7-6 0,-3-7-45 16,4 5-123-16,-4-5 54 0</inkml:trace>
  <inkml:trace contextRef="#ctx0" brushRef="#br0" timeOffset="915.05">29516 6313 2 0,'0'0'43'0,"0"0"2"0,0 0-3 16,0 0-5-16,-3-7-1 0,3 7-6 0,0 0 2 16,0 0-9-16,0 0-7 0,0 0 4 0,0 0 2 15,0 0-2-15,0 0-11 0,0 0 2 0,0 0 9 16,0 0-9-16,0 0-2 0,0 0 0 0,0 0-4 16,0 0-3-16,0 0-1 0,0 0-7 0,0 0 4 15,0 0 9-15,0 0-1 0,0 0-3 0,0 0 2 16,0 0-10-16,0 0 2 0,0 0 3 0,0 0 3 15,0 0-9-15,0 0 5 0,0 0-7 0,0 0 6 16,0 0-8-16,0 0 5 0,0 0 4 0,0 0 7 16,0 0-7-16,0 0-2 0,0 0 0 0,0 0 9 15,0 0-4-15,0 0-9 0,10-4 11 0,-10 4-3 16,0 0 2-16,0 0 4 0,0 0 0 0,0 0-5 16,0 0-2-16,0 0 8 0,0 0-2 0,0 0-3 15,0 0 5-15,0 0 6 0,0 0-13 0,0 0 2 16,0 0 0-16,0 0-1 0,0 0 0 0,0 0-5 15,0 0 4-15,0 0 1 0,0 0-3 0,0 0 5 16,0 0-1-16,0 0-3 0,0 0-1 0,0 0 3 16,0 0-6-16,0 0 2 0,0 0 7 0,0 0-4 15,0 0 1-15,0 0-2 0,0 0 2 0,0 0-10 16,0 0 12-16,0 0-8 0,0 0-5 0,0 0 3 16,0 0-4-16,0 0-4 0,0 0 9 0,0 0-4 15,0 0 3-15,0 0 3 0,0 0-7 0,0 0 1 16,0 0 4-16,0 0-4 0,0 0-4 0,0 0 5 15,0 0 1-15,0 0-2 0,0 0 1 0,0 0 4 16,0 0 2-16,0 0-5 0,0 0 7 0,0 0-2 16,0 0 2-16,0 0-2 0,0 0 1 0,0 0-1 15,0 0-5-15,0 0 0 0,0 0 0 0,0 0 3 16,0 0 1-16,0 0-1 0,0 0 0 0,0 0 0 16,0 0-1-16,0 0 3 0,0 0-5 0,0 0 3 15,0 0 0-15,0 0 1 0,16 4 0 0,-16-4 4 16,0 0-6-16,0 0 4 0,0 0-1 0,0 0 4 15,0 0-3-15,0 0-3 0,0 0 3 0,0 0-2 0,0 0 2 16,0 0 0-16,0 0 3 0,0 0-7 16,0 0 4-16,0 0 8 0,0 0-10 0,0 0-1 15,0 0 1-15,0 0 4 0,0 0-4 0,0 0 6 16,0 0-2-16,0 0-4 0,7-1 5 0,-7 1-4 16,0 0 4-16,0 0 1 0,0 0-6 0,0 0 5 15,0 0 1-15,0 0-7 0,0 0 8 0,0 0-3 0,0 0-5 16,0 0-3-16,0 0-5 0,0 0-7 15,0 0 5-15,0 0-1 0,0 0-1 0,0 0 2 16,0 0-12-16,9 3 26 0,-9-3-21 0,0 0-23 0,0 0 10 16</inkml:trace>
  <inkml:trace contextRef="#ctx0" brushRef="#br0" timeOffset="959.56">29555 6308 41 0,'0'0'-8'0,"0"0"8"0,0 0 1 16,0 0-7-16,0 0-6 0,5 3 3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01:53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27888 6850 49 0,'-3'-12'114'0,"2"5"-6"0,1 7 9 15,-1-11-4-15,1 4-7 0,0 7-1 16,-3-12-5-16,3 12-5 0,0-12-8 0,0 12 0 16,1-11 3-16,-1 11 3 0,0-8-7 0,0 8-6 15,0 0-7-15,0 0-9 0,-1-11-8 0,1 11-6 16,0 0-9-16,0 0-2 0,0 0-5 0,0 0-3 16,0 0-2-16,0 0 8 0,0 0-2 0,5 22-2 15,-5-10-4-15,5 5-8 0,-5 2 11 0,0 0-2 16,0 6-4-16,2 2-3 0,-4-3 1 0,4-6-6 15,-4 1 1-15,2 1-1 0,-2-4-5 0,2 1 0 16,0-4-2-16,-3-2 2 0,6 2 2 0,-1-1-5 0,-2-4 0 16,0 3-1-16,0-5 0 0,0-6-2 15,0 12-2-15,0-12 3 0,0 10 1 0,0-10 1 16,0 7 8-16,0-7 4 0,0 0 8 0,0 0-4 16,0 0-2-16,0 0-2 0,0 0 0 0,0 0-3 0,0 0-2 15,5-30-1-15,-4 18-2 0,2-7-5 0,3 0 0 16,-2-5-2-16,3-6 1 0,5 4-3 0,-3-2 2 15,0-1-3-15,3-1 1 0,-2 4-6 0,4-3-2 16,-3 0-4-16,-1 2 3 0,1 3 0 0,2-1 17 16,-3 2-1-16,0 6-4 0,1-6-1 15,-2 10-1-15,2-2 2 0,-4 5-3 0,-1 1 4 0,-1 1-7 16,4 2 1-16,-6 2-3 0,4 2 4 0,-7 2-4 16,13-1 3-16,-13 1-5 0,18 4 2 0,-9 2-1 15,2 2 2-15,2 5 0 0,0 2 4 0,-3 2-4 16,-2-2 2-16,2 2 1 0,-1 1-1 0,-2-2 2 15,2 3-3-15,-1-4 3 0,2 11-1 0,-2-9-2 16,-3-1-1-16,2-2 3 0,-1 2 1 0,1 0-1 16,-1 0-2-16,0-1 6 0,0-1-21 0,2 3-13 15,-3-7-28-15,-2 6-27 0,1-5-20 0,-2 0-29 16,3 1-28-16,-3-3-33 0,1-1-140 0,-1 3-358 16,-2-11 159-16</inkml:trace>
  <inkml:trace contextRef="#ctx0" brushRef="#br0" timeOffset="179.05">27946 6920 30 0,'0'0'108'0,"25"-19"-11"0,-1 13-12 15,7-6-8-15,1 1-18 0,6 2-22 0,12-4-14 16,-3 0-21-16,3-2-26 0,-15 7-14 0,3-2-38 15,-3-1-83-15,-4 3 37 0</inkml:trace>
  <inkml:trace contextRef="#ctx0" brushRef="#br0" timeOffset="406.21">28580 6627 87 0,'-5'-9'134'0,"2"-1"-9"0,0 2-8 0,-3 0 5 0,3 2 4 15,-1 0-4-15,4 6 11 0,-6-11-20 0,6 11-11 16,-3-6-13-16,3 6-11 0,0 0-8 0,0 0-10 15,0 0-1-15,0 0-8 0,1 32-1 0,3-13 0 16,3 8-1-16,-3 4-2 0,2-1 0 0,-3 3-4 16,0-1 4-16,1 0-2 0,-2 0-3 0,1-2-3 15,-3-2-3-15,3 3-2 0,0-4-4 0,0 1-4 16,-3-4 0-16,1-5-1 0,2 1-3 0,-1-2-5 16,1 0-22-16,-3 1-26 0,2-3-23 0,0 0-46 15,0-1-34-15,0-4-40 0,-1 1-121 0,-4-1-318 16,3-11 141-16</inkml:trace>
  <inkml:trace contextRef="#ctx0" brushRef="#br0" timeOffset="802.33">28604 6567 106 0,'11'-16'154'0,"1"1"-6"0,1 0-2 15,-1 3-6-15,0 0-5 0,-1 7-15 0,-2-1-9 16,5 1-9-16,-5 3-11 0,1 1-9 0,-1 2-7 16,1 2-4-16,-3 1-9 0,4 2-2 0,-2 2-11 15,-3 1-4-15,1-1-2 0,-1 3-5 0,-2-1-3 16,-2 3-2-16,-2 3-7 0,-2-4 6 16,0-2-10-16,-5 7 3 0,3-3-7 0,0-2 0 0,1-1-3 15,-1 0 0-15,1-2-7 0,0-2-15 16,2-1-6-16,0 0-2 0,1-6-1 0,1 14-2 0,-1-14 2 15,2 12 4-15,-2-12 5 0,10 8 0 0,-4-3-1 16,2-1-1-16,-1 2-2 0,1 1 6 0,4-1-4 16,-1 0 1-16,-1 0 2 0,-1 1 0 0,2-2-2 15,-6 0 2-15,-5-5-1 0,8 9 8 0,-3-4 8 16,-5-5-12-16,6 9 6 0,-6-9 5 0,-4 14-2 16,4-14 1-16,-14 17 2 0,5-9 0 0,-8 2-4 15,2-1-1-15,-4-2-14 0,2 2-15 0,2-1-19 16,3-1-35-16,0-4-32 0,1 1-43 0,-1 1-91 15,1 0-264-15,11-5 117 0</inkml:trace>
  <inkml:trace contextRef="#ctx0" brushRef="#br0" timeOffset="6038.48">29229 6768 24 0,'0'0'156'0,"-11"-1"10"0,11 1 10 15,0 0 3-15,-13-2-10 0,13 2-4 0,0 0-12 16,0 0-15-16,0 0-13 0,0 0-12 0,0 0-3 16,0 0-13-16,21-14-10 0,-10 10-3 15,8-4-3-15,7-3-8 0,2 1-8 0,4 0-6 0,-3 1-6 16,4-1-2-16,1 0-7 0,-2 1-5 0,-2-1-7 16,1 4-13-16,-5-1-23 0,0 1-32 15,-5 3-37-15,-1 0-41 0,1 2-25 0,-5-1-28 0,-2 2-155 16,-3 2-347-16,0-1 154 0</inkml:trace>
  <inkml:trace contextRef="#ctx0" brushRef="#br0" timeOffset="6257.12">29175 6985 3 0,'0'0'172'0,"0"0"-14"0,39-12-7 16,-13 0-11-16,6 1-17 0,3-2-11 0,13-4-11 15,1 2-11-15,-11 1-10 0,16-4-11 0,1 1-15 0,-6-1-35 16,0 4-31-16,-2-1-25 0,-14 2-43 0,-1 3-111 16,-6-5-206-16,0 5 91 0</inkml:trace>
  <inkml:trace contextRef="#ctx0" brushRef="#br0" timeOffset="6514.38">29481 6351 120 0,'-4'-2'154'0,"4"2"-10"0,-6-5-14 0,6 5-14 16,0 0-2-16,0 0 6 0,-10 22 7 0,3 3-7 0,4 3-4 15,-3 7-28-15,0 13 0 0,-2 3-5 0,0 2-13 16,-2 0-5-16,1 3-2 0,2-6-9 16,-3 4 2-16,3-6-9 0,-1-15-5 0,3 2 2 15,-1 0-6-15,-2-4-8 0,3 0-1 0,0 1-4 16,1-3-14-16,0-1-26 0,-2-2-29 0,5-2-43 0,2-8-38 16,-1 2-46-16,0-1-105 0,3-7-298 15,2-4 132-15</inkml:trace>
  <inkml:trace contextRef="#ctx0" brushRef="#br0" timeOffset="6744.39">29719 6493 1334 0,'2'-48'-38'0,"-7"16"110"0,0 2-10 0,-1 6-16 16,0 8-7-16,2 4-9 0,0 2 1 15,1 2-8-15,2 1-3 0,1 7-7 0,-5-5 4 16,5 5 17-16,0 0 17 0,-14 33-1 0,4-3 9 0,-2 19 1 15,1 2-8-15,0 4-3 0,0 3-4 16,-4-3-3-16,-1 27-4 0,6-33-2 0,4-2-5 16,0-12 0-16,1-1-5 0,3 1-2 0,-2-3-16 0,-1 0-19 15,2 2-33-15,-1-2-35 0,2-5-49 16,1 1-40-16,-1-2-142 0,0 0-334 0,-1-8 148 0</inkml:trace>
  <inkml:trace contextRef="#ctx0" brushRef="#br0" timeOffset="7645.96">30449 6377 74 0,'0'0'167'0,"-3"-10"-3"0,3 10-9 0,0 0-9 0,-4-7-4 15,4 7-8-15,0 0-9 0,-3-6-16 0,3 6-8 16,0 0-10-16,0 0-13 0,0 0-10 0,0 0-6 16,0 0-6-16,0 0-3 0,0 0-4 15,0 0-9-15,0 0-4 0,0 0-3 0,-16 12-2 0,16-12-4 16,-4 8-6-16,4-8 2 0,-4 9-5 0,2-6 1 16,2-3 2-16,-6 9-1 0,6-9-8 0,-4 5 6 15,4-5-7-15,-5 6 6 0,5-6 2 0,0 0 11 16,0 0 13-16,0 0 8 0,0 0 2 0,-2 7 0 15,2-7-5-15,0 0-7 0,0 0-7 0,0 0-5 16,17-24-2-16,-12 15-2 0,4-4-4 0,1 0 0 16,4-1-1-16,-4 1 0 0,2-1-8 0,-2 4 0 15,-1-2-1-15,0 3 3 0,1 0-5 0,-2 0 2 16,0-1-1-16,-3 2-2 0,1 3 0 0,-2-2-8 16,0 2 8-16,0 0-3 0,-4 5-4 0,5-7 2 15,-5 7-1-15,0 0-6 0,5-6 1 0,-5 6 0 16,0 0 0-16,0 0-4 0,0 0 2 0,0 0 1 15,0 0 0-15,10 14 5 0,-10-5-5 0,-3 2 1 16,1 1 1-16,1 1-1 0,-2 5 7 16,1 0-6-16,0 1 1 0,-3 9-1 0,3-2-1 0,-1 1 5 15,2-1-2-15,1-1-3 0,1 5 1 0,-1-5 5 16,4 1-3-16,-5 0 2 0,3-7-1 0,-1 0 0 16,1 1 1-16,-1-1 4 0,2-1-4 0,-1-1 2 15,2-1-3-15,1 1 1 0,-2-5 0 0,-3 0 3 16,2-3-1-16,-2 3 1 0,3-3-4 0,-2-2 4 15,3-3 0-15,-3 3-4 0,-1-7 2 0,3 8 0 16,-3-8 1-16,2 7 3 0,-2-7 1 0,0 0 3 16,2 8-5-16,-2-8 12 0,0 0-10 0,0 0-1 15,0 0-2-15,0 0 1 0,0 0-4 0,0 0 2 16,-20-7-6-16,20 7 6 0,-18-6-3 16,7 2 1-16,1 0-3 0,2 3 0 0,-1-3 3 0,1 2-2 15,8 2-2-15,-15-3 4 0,9 1-4 0,6 2-1 16,-14-1 1-16,14 1 3 0,-9 0-3 0,9 0-1 15,0 0-1-15,-9 0-6 0,9 0 2 0,0 0 5 16,0 0-3-16,0 0 1 0,0 0 3 0,0 0 1 16,0 0 0-16,0 0-3 0,0 0-10 0,34-5-18 15,-12 3-12-15,10-4-6 0,4 3-23 0,-3-1-15 16,4-1-11-16,-2 1-10 0,-1-2-21 0,-1 0-7 16,2 2-8-16,-2-2-10 0,-4 0 0 0,-1-1-109 15,-8 1-286-15,0 2 127 0</inkml:trace>
  <inkml:trace contextRef="#ctx0" brushRef="#br0" timeOffset="7770.96">31012 6659 39 0,'7'-3'52'0,"-2"1"43"0,-5 2-2 16,9-5 2-16,-9 5 1 0,3-3 10 0,-3 3-3 16,0 0 12-16,3-7-8 0,-3 7-5 0,0 0-2 15,0 0-10-15,0 0-8 0,1-7-12 0,-1 7-6 16,0 0-10-16,0 0-27 0,0 0-25 0,0 0-31 16,0 0-24-16,0 0-28 0,0 0-34 0,0 0-88 15,0 0-219-15,0 0 97 0</inkml:trace>
  <inkml:trace contextRef="#ctx0" brushRef="#br0" timeOffset="13399.54">27658 8089 78 0,'0'0'135'0,"-2"-7"-1"15,2 7-3-15,0 0-1 0,-4-8-3 0,4 8-2 16,0 0-6-16,-4-7-9 0,4 7-10 0,0 0-10 0,0 0-12 15,-3-6-4-15,3 6-9 0,0 0-8 0,0 0-11 16,0 0-1-16,0 0-6 0,0 0-3 16,0 0-10-16,0 0 7 0,0 0-12 0,0 0 1 0,-7 20-5 15,6-14-2-15,1 4 2 0,-1 2-4 0,1-1 1 16,1 5 6-16,-1 0 0 0,3 2 2 16,-3 0-2-16,3 1 2 0,-1 5 4 0,0-5-1 0,-1 1 0 15,2-2 0-15,-2 1 5 0,1 2-9 0,-2 2 11 16,2 4 3-16,2-2-3 0,-1-5 1 0,-1 3 1 15,0-2 1-15,0 4 0 0,4-2-1 0,-4-5-3 16,0 0-2-16,0 1 2 0,0 0 4 0,3 0 3 16,-4 1-3-16,1 4 1 0,-1 2 0 0,3-1-5 15,-4-6-2-15,0 0-3 0,0 0-1 0,2 0-2 16,1 2 4-16,-1-4 1 0,-1 1-1 0,1 1-4 16,-2-1 7-16,2 1-11 0,0 0 1 0,-2-1-4 15,2-1 1-15,0-1-6 0,0 1 1 0,-1 1-4 16,1-3 2-16,0 0-1 0,0 4-2 0,2-3 3 15,-1 0-4-15,2 0 3 0,-1 3 0 0,0-2-1 16,-1 2-4-16,1-2 3 0,-1 0 1 0,1 0-5 16,-2-2 3-16,4 2-3 0,-2-1 4 0,0 1-3 15,1 0-1-15,-3 1 2 0,0 0 1 0,4 0 6 16,-6 2 6-16,4-1 9 0,0 0 1 0,-2 0-7 16,0-2 8-16,0 1-12 0,-1-1 2 0,2-2-5 15,-1 2 11-15,1 1-3 0,-1-3-9 0,0 2 3 16,-1-2 3-16,0 2-5 0,1-3 4 0,-1 1-3 15,1 1-4-15,0 0 2 0,1-3 1 0,1-1 4 16,-1 3-1-16,-1 1-6 0,0-2 4 0,2-4 1 16,-1 3 12-16,-1 1-14 0,0 2-1 0,0 1 2 15,1 0-5-15,1-2 2 0,-3 3 5 0,3-2 1 16,-2 0-2-16,1 3 0 0,1 0 7 0,-2-1-5 0,0-2 2 16,0 3 5-16,1-2-6 0,-1 1-4 15,-1-2-5-15,3 0 9 0,-2 0-5 0,-2-3 5 16,2-1-2-16,0 3-3 0,-2 1 3 0,1 0-7 15,0-3 8-15,1-1-6 0,-1 3-2 0,-1-3 1 0,0 4-2 16,2 3-1-16,0-2 4 0,0 3 6 16,1-1-6-16,-2-2 8 0,1 2-8 0,-1-1 8 15,1 0-1-15,0 1 2 0,3 0-2 0,-4 2 0 16,2-3 2-16,-2 1-1 0,1-1-8 0,0 0 2 0,0 0-4 16,1 0 20-16,-2-1-6 0,0 0-4 0,1 1-2 15,0 2-1-15,0-3 0 0,1-1 5 16,-4-1-10-16,4 1 4 0,0 0 4 0,-3 2-3 0,2-3-7 15,0 1 6-15,-2-2-4 0,4 2-7 0,0 2-2 16,1-4 7-16,-2-3 2 0,-2 5-2 0,2-2 1 16,-1-4 1-16,-2 2-5 0,5 0 1 0,-1-3-7 15,-2 3-23-15,0-3-19 0,-1-2-19 0,1 2-23 16,-2-2-15-16,0-7-25 0,2 10-24 0,-2-10-27 16,0 8-27-16,0-8-19 0,0 0-44 0,0 0-50 15,0 0-175-15,0 0-529 0,0 0 234 0</inkml:trace>
  <inkml:trace contextRef="#ctx0" brushRef="#br0" timeOffset="14828.42">27728 9690 98 0,'0'0'109'0,"0"0"-4"16,4-6-17-16,-4 6-2 0,0 0-15 0,0 0-9 15,0 0 6-15,0 0-12 0,0 0-7 0,0 0 8 16,0 0-13-16,0 0 6 0,0 0-4 0,0 0 4 16,0 0-9-16,3-7 2 0,-3 7-1 0,0 0-6 15,0 0-7-15,0 0 2 0,0 0-5 0,0 0 2 16,0 0-10-16,0 0 2 0,0 0-11 0,0 0 5 16,0 0-6-16,0 0 6 0,0 0-1 0,0 0 0 15,0 0-3-15,0 0 0 0,0 0-1 0,0 0 7 16,0 0-12-16,0 0 4 0,0 0 2 0,0 0-6 0,0 0 9 15,0 0-1-15,0 0-6 0,0 0 0 16,0 0 4-16,-14-6-1 0,14 6-6 0,0 0 4 16,0 0-3-16,-13 1-5 0,13-1 2 0,0 0 5 15,-12-1-2-15,12 1-3 0,-9 1-4 0,9-1 4 0,-12 2 5 16,12-2-4-16,-14 0 3 0,7 2 7 0,-2-1-6 16,9-1 5-16,-18 0 6 0,9 1-2 0,-1-1-3 15,2 1 1-15,-3 1 3 0,4-1-2 0,-4-1 5 16,2 1 0-16,0 0 1 0,9-1 11 0,-14 0 4 15,7 2-5-15,7-2 1 0,-11 1-6 0,2 0 5 16,9-1-2-16,-11 2 1 0,11-2 4 0,0 0-1 16,-11 0-2-16,11 0 3 0,0 0-1 0,-9 0-5 15,9 0 1-15,0 0 1 0,0 0-7 0,-9 0 1 16,9 0-9-16,0 0 5 0,0 0-2 0,0 0-4 16,0 0 0-16,0 0-1 0,0 0-1 0,0 0-5 15,0 0 1-15,0 0-1 0,0 0 0 0,0 0 2 16,0 0-3-16,31 0 2 0,-20 0-4 0,1 0 1 15,7 0 1-15,0-3 2 0,-1 2-2 0,4-1-1 16,5-1 1-16,3 0 0 0,1 1-2 0,0-3 1 16,-1 2-2-16,1-1 2 0,1 0-2 0,-1 1 0 15,6-1 0-15,-5 0 1 0,7-2-2 0,-3 2 0 16,2 0 1-16,13-3-1 0,-12 2 1 0,-1-1-1 16,2 3 2-16,-2-2 1 0,-1 1-4 0,2-1 0 15,-2 1-1-15,1-2 10 0,-5 2-6 0,3 0 0 16,-4 0 2-16,4-1 4 0,1 0 3 0,-3 2 0 15,6-3-4-15,-2 2 3 0,1-1 1 0,1 0-2 16,-3-1 2-16,2 0 3 0,13 0-2 0,-15 2-5 16,16-4 3-16,-16 6 2 0,1-3 1 0,13 0 1 15,-16 2 0-15,16-3 15 0,-13 2-4 0,1-1-3 0,-2 2-2 16,3-1 3-16,0-1-5 0,-3 1 4 0,0 0 3 16,0 2-5-16,3-3 0 0,10 0 1 15,-12 0 0-15,2 0 4 0,-2 1-2 0,14-4 0 16,-2 3-2-16,-11-1-2 0,-1 0-3 0,0 2 5 15,13-3-8-15,-13 3 1 0,0-2-4 0,3 3 0 0,14-5 3 16,-3 4-5-16,-15 0 5 0,1 1-3 0,-1-3-3 16,3 1 0-16,-3 0 0 0,0 1-1 15,0 0-1-15,2 2 3 0,-2-2-2 0,1 1 4 16,-3 0-9-16,-1-1 3 0,1-1-2 0,-4 1 5 0,0 0-6 16,2 0 0-16,-1-1 4 0,2 1 3 0,-2 0-6 15,2-1 4-15,-2 1-2 0,1 0 4 16,-1-2-2-16,3 4-3 0,-3 0 3 0,-2 1-2 15,1-3 0-15,0 2 0 0,-2-1-3 0,2 0 3 16,-2-1-4-16,3 1 5 0,-4-3-4 0,3 3 0 0,0-1 4 16,1 1-4-16,-6 2 4 0,5-3 1 0,4-2-1 15,-2 3-1-15,-2-3-1 0,1 2 1 16,-1-1 0-16,1 1 0 0,-2 1 2 0,-2 1-2 16,1 1-1-16,1-3-1 0,-2 1-1 0,1-1 2 0,-1 1-6 15,0-1 2-15,2 0 0 0,-4-3 4 0,3 2-5 16,-5 0-1-16,4 2 4 0,-9 0-4 0,8-1 0 15,-10 0 0-15,2 1 1 0,-1 1 4 16,1 0-3-16,0 0-2 0,-1 2 3 0,1-2-1 0,-6 0 0 16,4 1 1-16,-3 0 0 0,0-1-8 0,5 1-10 15,-4 1 2-15,-3 0 1 0,2-1 3 0,-3-1 4 16,-3 2-1-16,1-1 3 0,1-1 4 0,-2 2 3 16,-8 0 0-16,11-4-2 0,-11 4 3 0,9-3 6 15,-9 3-11-15,7 0 4 0,-7 0-3 0,0 0 1 16,7-2 9-16,-7 2-25 0,0 0-20 0,0 0-26 15,0 0-22-15,0 0-23 0,0 0-24 0,0 0-35 16,0 0-29-16,0 0-40 0,-23-11-166 0,12 8-435 16,-2 0 192-16</inkml:trace>
  <inkml:trace contextRef="#ctx0" brushRef="#br0" timeOffset="28901.94">27930 9712 54 0,'0'0'79'0,"-7"3"-2"0,7-3-6 0,0 0-12 16,-7 5-15-16,7-5 10 0,0 0-9 0,-7 6-3 15,7-6-3-15,-4 3 2 0,4-3-11 0,0 0 4 16,-6 8-14-16,6-8 6 0,0 0-7 0,-1 9 0 16,1-9-5-16,-4 5 2 0,4-5-1 0,-2 7 0 15,2-7-7-15,0 0 0 0,-4 10 2 0,4-10 1 16,0 0-11-16,-3 6 8 0,3-6-2 0,0 0-3 15,0 0 2-15,0 0 10 0,0 9 0 0,0-9 3 16,0 0 8-16,0 0 6 0,0 0 5 0,0 0 11 16,0 0 0-16,0 0 5 0,0 0-1 0,0 0 1 15,0 0 8-15,0 0 0 0,0 0 0 0,0 0 1 16,0 0 3-16,0 0 0 0,0 0 1 0,0 0-4 16,0 0-11-16,0 0 1 0,0 0-5 0,0 0-1 15,18-18-3-15,-16 11-3 0,1 2 6 0,1-3-6 16,-2 0-1-16,0-1-5 0,3-1-5 0,-3-1 5 15,0 0 9-15,3-4-9 0,0-1-3 0,-1 0-3 16,-2-4 1-16,0 4-5 0,1-3 4 0,1 0-7 16,-1-6-4-16,-1 6 0 0,3-2-3 0,-3-5 0 15,-1 2-3-15,-2-3 0 0,1 8 1 0,1-5-4 0,0 5 2 16,-1-6-6-16,0 1 1 0,0-1-1 16,0 1 1-16,0 6-1 0,0-1-1 0,0 0-1 15,0-1 5-15,0 1-1 0,0 1-2 0,0-1-1 16,-1 1 2-16,2 0 0 0,-1 0-2 0,0-1 2 0,2 1 2 15,0 0-3-15,1-1 2 0,-3 2-3 0,2-1 1 16,1 0 1-16,-2 0 3 0,4 4-3 16,0-5-1-16,-2 1-1 0,2-1 3 0,-1 1-4 0,1-7-1 15,2 6 2-15,-3 0-1 0,1 2 3 0,2-8-3 16,-5 7 0-16,4-2 15 0,-3 4-3 0,4-1-1 16,-1 0-4-16,-1-2 2 0,-1 2-1 0,3 1-1 15,0-2-2-15,-6 0 0 0,7 0-4 16,1-5 4-16,-3 6 1 0,2-1-5 0,-2 4 3 0,3 2 0 15,-1-5-4-15,-2 5 0 0,2-5 3 0,-3 8 5 16,2-4 1-16,-3 3-2 0,-2 0-1 0,4 1 3 16,-2-2-3-16,0-1 3 0,2 5 6 15,-2-4-2-15,-1 1-2 0,1 2-1 0,2-1 0 0,-4 4-1 16,0-3-3-16,4 1 1 0,-1-2 17 0,-3 2 1 16,3 0-8-16,-3 0-1 0,3 1 2 0,-5 6-5 15,8-15 1-15,-5 9-4 0,1-3 1 0,-1 1-2 16,3-1 0-16,-4 1 0 0,3-2-2 0,0 2 6 15,-3 2 1-15,3-1 1 0,-3 2 4 0,2 0-5 16,-4 5 3-16,5-12-1 0,-2 6-5 0,-1 2-1 16,2-4 0-16,0 3-5 0,-4 5 3 0,6-9-1 15,-3 4-2-15,-3 5 2 0,5-6-2 0,-5 6-3 16,3-6 0-16,-3 6-3 0,0 0-1 0,3-7 3 16,-3 7-4-16,0 0 7 0,5-5 0 0,-5 5 0 15,0 0-7-15,0 0 2 0,7-4-2 0,-7 4 3 16,0 0-3-16,6-3-1 0,-6 3 2 0,7-4-1 15,-7 4-1-15,7-3 4 0,-7 3-2 0,0 0 2 16,11 0-4-16,-11 0 2 0,0 0 0 0,11 0 3 16,-11 0-1-16,11 1 4 0,-11-1 2 0,13 3 3 15,-6 0-8-15,0 0 3 0,1-1-5 0,0 1 4 16,2 2 0-16,0-2-2 0,-1 2-3 0,0-1 5 16,1 1-3-16,2 1 1 0,-2 0 1 0,3 0 1 15,-3 0-4-15,-2 1-2 0,4-1-2 0,-3 1 5 16,-1 0 0-16,1 2 1 0,1 0-1 0,-2-1 1 15,0-1-2-15,-1 1 6 0,1 2-9 0,0 1 2 16,-3-2-2-16,2 1 3 0,0 1 3 0,-1-1 2 16,-2 0-6-16,2 1 8 0,1 4 0 0,-1-4-8 0,0 4 3 15,0-5-1-15,0 6 1 0,2-1 4 16,-3 2-2-16,2-1 6 0,0 1 0 0,-1 2 1 16,2-3-1-16,3 0 2 0,-5 0-3 0,0 0 1 15,-1 1 2-15,5 1-5 0,-3 0 2 0,1 0-1 16,0-1-1-16,0 2-2 0,-3-1 2 0,1-1 15 0,0 8-5 15,1-2-8-15,2-3 0 0,-1 2-1 16,0 3 3-16,0-2 3 0,-2-5-4 0,3 6 8 16,-3-6-5-16,3 4 2 0,-3-3-4 0,-1 0 1 0,2-2-3 15,1 1-2-15,-5 0 1 0,5 0 2 0,-2 0 0 16,3 5-2-16,-1-5 11 0,3 4 2 16,-3-4-11-16,4 6 0 0,-2 2 5 0,-1 0-3 15,-1-9-2-15,0 1 3 0,1 7-1 0,2-4-3 16,-1 3 1-16,0-3 1 0,-2-3-8 0,-1 0 5 0,5 7 2 15,-1-1-4-15,2-3 0 0,-4-2 4 0,0 4 3 16,1 0-6-16,0-6 12 0,-2 1-17 0,4 3 3 16,-3-2-3-16,-2-2 6 0,0 2-10 0,3-1 6 15,-1-1-4-15,-2 1 5 0,3-1 11 16,0 1 2-16,1-3-13 0,-1 0 5 0,3 1-10 0,0-1 12 16,-2 2-7-16,0-1-1 0,-2 0 4 15,1-1-3-15,0-1 8 0,-2 3 0 0,1-1-5 16,1 0 3-16,-1 1-7 0,1 1-9 0,-1-2 13 15,-1 4 0-15,-1-3-4 0,1 7 0 0,-2-5 8 0,2 5-6 16,-4-5 6-16,2-2-6 0,1 1 3 0,0 0-2 16,0-1-17-16,0 0 17 0,-1 2-5 0,0-2 8 15,5 0-3-15,-3 0 1 0,0-3 12 0,1 3-11 16,-2-1 3-16,1 0-4 0,0-1 9 0,1 0-20 16,0-1 15-16,0 1-11 0,-3 0 6 0,0-2-1 15,-2-2 4-15,3 3-3 0,0 2 4 0,0-3 1 16,-1-2-6-16,0 1-9 0,0-1 17 0,0 0-7 15,-1-1 3-15,1 0-1 0,-1 0-1 0,1-1-2 16,-3 0-4-16,1-1 3 0,1 2-1 0,3-1 1 16,-3-2-4-16,-1 2 10 0,1 0-5 0,0-1-2 15,0-1 3-15,0 1 3 0,-1-5-1 0,0 1-12 16,-1 2 3-16,1-2 4 0,-4-4 9 0,6 9-14 16,-2-4 6-16,1 0-7 0,-1 0 6 0,-4-5 4 15,6 8-12-15,-2-5-1 0,-2 2 3 0,4-1 1 16,-6-4 3-16,7 8 3 0,1-3-1 0,-4-1-11 15,-4-4 9-15,9 6-1 0,-4-2-1 0,-5-4-1 16,10 6 0-16,-6-2-1 0,0-1-1 0,-4-3 15 16,7 5-31-16,-7-5 18 0,8 5 3 0,-3-1-4 15,0 0 3-15,-5-4-2 0,12 3-13 0,-7 0 16 16,-5-3 4-16,11 4-5 0,-4-3 5 0,-7-1-6 16,11 3 1-16,-6 0 0 0,-5-3 3 0,11 0-9 15,-11 0 13-15,10 2-9 0,-5-1-1 0,-5-1 1 16,13 0 4-16,-13 0-1 0,11 0-2 0,-4 0 1 15,-7 0 2-15,11-1-3 0,-11 1 4 0,12-2-5 16,-6-1 4-16,-6 3 2 0,13-3-10 0,-7 2 13 16,-6 1-12-16,12-4 6 0,-6 2 6 0,2 1-10 15,-8 1-14-15,11-3 18 0,-3 0-3 0,-3 0 4 16,-5 3-3-16,11-3-2 0,-11 3 7 0,8-3 3 16,-8 3-7-16,7-4 1 0,-7 4-1 0,6-5-3 15,0 3-17-15,-6 2 17 0,7-5 5 0,-7 5-1 0,6-5-1 16,-6 5-3-16,5-4 8 0,-5 4-2 15,7-7-3-15,-7 7-4 0,6-7 6 0,-2 3 1 16,-4 4-3-16,8-7-3 0,-5 3-3 0,-3 4 4 16,8-7 5-16,-4 4-2 0,-4 3-2 0,6-9-1 15,-6 9 9-15,7-7-9 0,-7 7-3 0,3-7 7 16,-3 7-3-16,6-9-3 0,-6 9-2 0,2-7 5 16,-2 7 9-16,4-6-22 0,-4 6 12 0,4-7 2 15,-4 7-3-15,2-6-1 0,-2 6 1 0,4-8 8 16,-4 8-3-16,3-9 9 0,-3 9-11 0,1-7-1 0,-1 7 0 15,3-9 0-15,-3 9-4 0,1-6 8 0,-1 6-6 16,2-10 2-16,-2 10-1 0,3-8 0 16,-3 8 1-16,1-12 3 0,-1 12-1 0,2-6-8 0,-2 6 8 15,0-10-2-15,0 10 5 0,1-12-7 0,-1 12-3 16,0-11 5-16,0 4-2 0,0 7 2 0,0-12-5 16,1 5 0-16,-2-3 10 0,1 10-7 15,-1-13 4-15,1 5-6 0,0 8 3 0,-4-11 2 16,4 3-6-16,0 8 1 0,-2-15 2 0,1 10 4 0,1 5 1 15,-2-16-4-15,2 16-3 0,0-10 2 0,-2 3 10 16,2 7-12-16,0-14 2 0,-1 7 3 16,1 7-3-16,-3-13 4 0,3 13-4 0,-1-11 0 0,0 5-9 15,-2-3 10-15,1 2-1 0,-1-1-1 16,3 8-2-16,-2-14 3 0,-3 4 4 0,3 2-6 0,1-1 6 16,-2-2-1-16,2 4-15 0,1 7 1 0,0-17 9 15,0 8 1-15,-4-1 3 0,2 0 3 0,0-1-4 16,0 0 3-16,2-1 1 0,-1 0 0 0,-2 1-6 15,-1 2 0-15,2-1 2 0,1-1 4 0,-2 0-4 16,2 0-4-16,-2 0-2 0,1 1 2 0,0 0 4 16,1 1-3-16,1-3-2 0,-1 2-4 15,-1 0-4-15,0-2-7 0,0 1-2 0,2-1 10 0,0 1 11 16,-1-1-15-16,-1 1-4 0,-1-1 6 0,-1 2 4 16,3-3 11-16,-1 1-9 0,0 1-16 0,1-1-4 15,0 2 21-15,-1-3 4 0,1-3-2 0,0 4-5 16,0-1 2-16,-2-2 6 0,-1 1-5 0,3 2 2 15,-2 0 3-15,2 0-4 0,-3 0-1 0,4 0 6 16,-2 1-3-16,2 1-5 0,0 0 13 0,-1 0-18 16,-1 1 12-16,2-3-13 0,-1 3 10 0,0-2 6 15,-2 0-2-15,2 1-5 0,-1-2 6 0,1-1 4 16,1 3-8-16,-1-2 7 0,0 1-9 0,2-2 13 16,-2 1-8-16,-1 1-6 0,2 0 6 0,-1-5 5 15,1 5-10-15,-1-3 0 0,1 1 2 0,0-1-3 16,-2 1 3-16,1-3-6 0,2 0 0 0,-2-1 1 15,0 1 0-15,0 4 1 0,2-14 3 0,-2 7 6 16,-1 1-6-16,4-1-4 0,-4 1 2 0,2-1 1 16,0 2-1-16,-1-1 7 0,0 1-6 0,-2 1-2 15,2 3 3-15,2-2-7 0,-2 3 12 0,1-3-3 16,0 1-8-16,-1 3 6 0,1 0 2 0,-1-1 4 16,1 3-6-16,0-1 0 0,1 1 1 0,-1-1-2 15,1 1 5-15,0 2-2 0,-1 7 3 0,3-17-10 16,-1 8 8-16,0-1-4 0,0 0 4 0,2 0-7 15,-1 3 13-15,-1 0-7 0,1-2 16 0,2 2-19 16,-2 0 4-16,-2 1 3 0,4-1-1 0,-1 1-5 16,-2-2-2-16,-2 8-5 0,5-13 12 0,-1 6-3 0,0-3 4 15,0 4-3-15,3 0-4 0,0-4 12 0,-1 2-9 16,1 0-4-16,0 0 7 0,1-2-5 16,0 2 10-16,-2-2-5 0,1 4 9 0,0-1-7 15,-2 2-3-15,0-1 1 0,0 1-12 0,-2-3 10 16,1 1-2-16,3 1 1 0,-1-2 3 0,0 1-4 15,-1 0 5-15,2 1 3 0,0 0-1 0,-3 0-3 0,0 0-2 16,-4 6-8-16,8-9 4 0,-6 4 6 0,-2 5-3 16,7-9 5-16,-4 5-1 0,-3 4 2 0,8-8-5 15,-8 8 6-15,6-5-3 0,-2 1-7 16,-4 4-2-16,7-6 5 0,-7 6 3 0,5-5-3 0,-5 5-1 16,7-5 2-16,-3 0 2 0,-4 5-4 0,8-7 10 15,-3 6 1-15,-5 1 4 0,11-6-28 16,-8 3 16-16,-3 3 3 0,10-6-3 0,-6 2-2 15,-4 4 3-15,10-3-5 0,-3 0 5 0,-2 0 0 16,-5 3 4-16,11-4-8 0,-4 1 3 0,0 1 3 0,0-2 1 16,-1 0-8-16,2-1 6 0,1 2-5 0,-9 3 2 15,14-7 2-15,-9 4 3 0,1 0-3 0,1 0-1 16,-7 3 9-16,11-3-15 0,-11 3 1 16,8-3 1-16,-8 3 2 0,11-1 6 0,-11 1-12 0,9-1 9 15,-9 1-8-15,12 2 5 0,-7 0-4 0,-5-2 15 16,14 4-13-16,-8-2-5 0,2 1 11 0,0 0 1 15,1 1-7-15,-3 2 5 0,1-4 0 0,-1 3-1 16,0-2 1-16,1 3 2 0,-2-1 9 0,4 2-14 16,0 1 7-16,-3-2-4 0,2-1 4 0,-1 0 1 15,1 3-9-15,0-2 0 0,-3 0 1 0,1 2 2 16,3-2-5-16,-3 1 13 0,1 0-5 0,1 0-4 16,-2 0 2-16,4-1 8 0,-3 0-8 15,-2 1 3-15,2 1-2 0,0-2 3 0,-1 2-7 0,1-1 2 16,-2 3-2-16,1-3 3 0,2 1 1 0,-3-1 2 15,1 0 0-15,-1 0 0 0,1 1 0 0,0 2-1 16,-1-2-1-16,-1 2 5 0,2-3 0 0,-1 1-9 16,0 1 0-16,3-2 8 0,-2 3-4 15,0-2 2-15,1 3-3 0,-2-3 7 0,3 3-10 0,0-1 10 16,-3 0-8-16,3 0 12 0,-2 1-15 0,0 0 3 16,1 0 1-16,-1-1-9 0,-1 1 14 0,1 0-5 15,0 1-2-15,0-1 10 0,2 0-5 0,-2 3 0 16,0-3-1-16,2 3 1 0,-3-1-8 0,3 1 8 15,-3-2-3-15,3 4 2 0,-1 0 2 0,-2 0-3 16,1 2 1-16,-2-4 0 0,-1-1 2 0,2 0 6 16,0 2 1-16,1 0-12 0,-1 1-3 0,-1 0 4 15,-1 2 4-15,4-4-3 0,-2 2 4 0,-4-4-5 16,4 4 5-16,-1-1-6 0,-1-3 3 0,-1 0-5 16,1 0 4-16,2 0 1 0,-3 0-7 0,6 4 6 15,-5-5-6-15,0 0 3 0,1 3 5 0,2 0 0 16,-4-3 1-16,4 1 1 0,-1 0 3 0,1-1-8 15,-3 0-1-15,1 1-6 0,1 1 9 0,4 2-5 16,-4 0-1-16,2-3 8 0,-1 2-3 0,-1-3 3 16,2 0-6-16,0 3 2 0,-2 1-2 0,3-5 4 15,-4 1-9-15,2 0 5 0,-1 0 5 0,1 1-4 16,3 1 2-16,-4-2-6 0,2-2 10 0,-2 3-9 16,3-4 5-16,-1 3-6 0,-2-1 8 0,3 0-7 0,-1 0 4 15,-2 1 7-15,2-1-9 0,1-1 19 16,-1 2-24-16,-1-1-4 0,-1 0 12 0,3-1-5 15,-2-2 3-15,1 2 2 0,-1-1 0 0,-2-2 3 16,2 1-4-16,1-1-1 0,-4 0 2 0,3-1 1 16,-1 2 7-16,-1 0-9 0,1-4-2 0,2 4 8 0,-2-2-6 15,2 0-2-15,-2-1 4 0,2 4-6 16,3-2 0-16,-5-2 9 0,4 3-13 0,0-1 8 16,2 0 0-16,-2 1 0 0,1-1-1 0,0 1 2 15,1-3 2-15,-2 3 1 0,1-3 0 0,-1 1-5 16,-1-2 0-16,2 2 1 0,-1-1-1 0,-2-1 6 15,2 2-6-15,1-1 12 0,0 0-9 0,-3-3-2 16,3 1-15-16,-1-1 14 0,0 3 3 0,4-2-5 0,-3 0 2 16,-1 0-2-16,0 1 11 0,4 0-11 15,-1 0 1-15,1-3 0 0,-1 3 6 0,1-3-6 16,-3 1 1-16,0-1 7 0,-2 0-7 0,5-1-1 0,-3 1 4 16,-2-1 6-16,2-1 0 0,0-3-4 0,-3 3-4 15,1-1 5-15,-3-2-4 0,2 0-2 0,-1-3 4 16,-2 2 4-16,0-3-5 0,2 1-2 0,-2 2 2 15,1-4-2-15,0 0 3 0,-2 1-7 0,0 0 7 16,-1-1 7-16,1-1-18 0,-3 0-4 0,2 1-30 16,1-2 10-16,-3 1-7 0,1 0 6 0,0-1 7 15,0 0 2-15,-1 0 1 0,2-4 0 0,-2 4 4 16,-2-3 4-16,4 4-4 0,-4-1 6 0,0-5-3 16,1 7 6-16,-1-6 1 0,-1 1 3 0,0 3-3 15,2-4 0-15,-2-2-10 0,-1 1 9 0,3 0-1 16,0-1-2-16,-3 0 4 0,0-6-7 0,3 4 5 15,-2 4 4-15,1-2-5 0,2-2 2 0,-2 5 3 16,2 0-2-16,-2-1-1 0,2 0 3 0,0 4 0 16,0 0 3-16,2 1-2 0,-4 0 3 0,4 0-2 15,-2 0-1-15,3 0 0 0,-2 1 2 0,-1-3 3 16,2 2 1-16,-1-5 2 0,0 7-6 0,0-1 3 16,1-1 0-16,-2 0 0 0,1 0 0 0,2-1-1 15,0-4 1-15,-3 5-2 0,3-3-2 0,0-1 2 16,-1 4 2-16,-2 0 2 0,3 1-4 0,-1 0 1 15,-1-1 6-15,1 1-3 0,0 2-3 0,-1 1 4 16,2 2-5-16,-2-6 7 0,2 2-5 0,-2 1 1 16,2 0-3-16,-2-1 0 0,0 2 3 0,3-1-1 15,-1-2-3-15,-2 3 6 0,3-1-1 0,-3 0 0 16,2 1-1-16,-1-1 1 0,1 1-5 0,-1-3 7 16,2 3-4-16,0-3-2 0,-1 0 3 0,1 0-3 15,2 2 0-15,-2-1 0 0,-2-1 12 0,5 1-11 16,-5-1 3-16,2 2-2 0,-1 3-1 0,-1-4 14 15,6 0-12-15,-5 1 0 0,1-2-3 0,2 2 4 0,-1-3-5 16,0 3 1-16,2-5 1 0,-2 6 2 0,1 0-4 16,-1 1 5-16,0 1-2 0,-1 1-2 15,1-2 2-15,-5 6-1 0,7-4 2 0,-7 4-7 16,7-7 7-16,-7 7-8 0,6-5 12 0,-6 5-5 0,8-2-2 16,-8 2-10-16,11 1 14 0,-11-1-3 15,12 3-5-15,-6-2 2 0,2 4 2 0,-3-1-2 0,3-1 5 16,-3 0-8-16,0 3 4 0,4-1 4 0,0 2-5 15,-1-1 4-15,0 0 2 0,-1 0 2 16,-1 3-6-16,3-4 3 0,0 3-3 0,-3-1 1 16,1 0 0-16,-2-1 3 0,0 1-1 0,0 0 0 0,3 2-2 15,-4-2 4-15,1 2-4 0,0 0 10 0,0 1-10 16,-1-1 2-16,0 1 1 0,1 0-5 0,1-1 4 16,1 1 9-16,-2 0-12 0,2-1 2 15,-3-1-4-15,1 1 7 0,-2-2-5 0,1 3 3 0,0-5 0 16,2 2-2-16,0 2 7 0,-2-1-6 0,1 0 1 15,-1-1 3-15,1 2-1 0,-1-1-2 0,1 0-2 16,0-1 3-16,0 0-4 0,2 1 6 0,-3 1-1 16,0 3-1-16,1-3 1 0,1 1 0 0,-2-1 1 15,0-1 0-15,-2 1-2 0,1-2 2 0,1 2 0 16,1 0-1-16,-1 0 1 0,1 0 0 0,-2-1 1 16,1 0 1-16,0 2 0 0,1-1-4 0,-2-3 2 15,0 0-3-15,3 2 4 0,-2 0 2 0,-1-3-1 16,3 4-1-16,-1-3-1 0,-1 1-3 0,1 2 5 15,2-1-2-15,-3-3-1 0,0 1-1 0,1-1 0 16,-2 0 1-16,4 3 1 0,0-3-4 0,-4 2 7 16,4-1-5-16,-2 1 1 0,-1-1 2 0,2 1 3 15,1-1-4-15,-2-1 36 0,-1 3-4 0,3-3-5 16,-3 1-5-16,0-1 0 0,2-1 3 0,-2 1-22 16,1 2 16-16,-1-3 1 0,1-1-6 0,2 2 5 15,-1-1-13-15,-1 0 5 0,0-1-1 0,0 0-1 16,1 1 3-16,0 0-15 0,-1-2 9 0,0 2 1 15,3-1 0-15,-3-1 2 0,-5-2-4 0,13 3-5 16,-7-1 1-16,2-1 1 0,-8-1 1 0,12 1-8 16,-4 0 11-16,-8-1-4 0,12 0 1 0,-12 0 4 15,0 0-12-15,0 0 5 0,0 0-2 0,0 0 1 16,0 0 4-16,0 0 0 0,0 0-4 0,60-14 14 16,-60 14-12-16,0 0 9 0,0 0-18 0,25-14 3 15,-25 14 7-15,0 0-7 0,0 0 11 0,21-18-21 16,-21 18 11-16,0 0 7 0,0 0-8 0,18-22 9 15,-18 22-1-15,0 0-1 0,14-24-3 0,-14 24 4 16,0 0-9-16,12-24 8 0,-12 24-7 0,0 0-3 0,0 0 4 16,9-40-3-16,-9 40-10 0,0 0 22 15,8-32-11-15,-8 32 5 0,3-29 0 0,-3 29-8 16,0 0 14-16,-2-40-2 0,2 40-7 0,0 0 6 16,0-36-2-16,0 36-3 0,0 0 1 0,0 0-4 0,-6-45 3 15,6 45-2-15,0 0 2 0,-5-28 2 16,5 28-2-16,0 0-8 0,0 0 11 0,-5-40-4 15,5 40-12-15,0 0-1 0,0 0 20 0,-5-36 1 16,5 36-4-16,0 0-3 0,0 0 1 0,0 0-3 16,1-41 3-16,-1 41 2 0,0 0 5 0,0 0-12 15,5-34 4-15,-5 34 5 0,0 0 0 0,0 0-2 0,10-36-3 16,-10 36 1-16,0 0-1 0,12-24-4 16,-12 24 5-16,0 0 9 0,0 0-31 0,14-30 20 15,-14 30 0-15,0 0 5 0,12-21-4 0,-12 21-2 16,0 0-1-16,0 0 1 0,19-31 4 0,-19 31-3 15,0 0 3-15,0 0-1 0,16-20-2 0,-16 20-2 0,0 0 3 16,0 0 2-16,16-20-3 0,-16 20 5 0,0 0-8 16,0 0 5-16,0 0 2 0,21-22-4 15,-21 22-6-15,0 0 8 0,0 0-2 0,0 0 3 0,24-18-5 16,-24 18 0-16,0 0-2 0,0 0 5 0,23-13-1 16,-23 13 1-16,0 0-5 0,0 0 0 15,0 0 10-15,32-11-9 0,-32 11-7 0,0 0 8 16,0 0 2-16,0 0-18 0,0 0 19 0,0 0-1 15,37 0-5-15,-37 0 6 0,0 0-4 0,0 0 5 0,0 0-2 16,0 0-2-16,0 0-2 0,43 20 11 0,-43-20-9 16,0 0 8-16,0 0-7 0,23 16 6 0,-23-16 2 15,0 0-14-15,0 0 6 0,21 21 4 16,-21-21-4-16,0 0 3 0,14 18 9 0,-14-18-16 16,0 0 5-16,0 0-7 0,19 31 12 0,-19-31-5 0,0 0-10 15,17 23 14-15,-17-23 3 0,0 0 10 0,15 23-18 16,-15-23 10-16,0 0-7 0,0 0 1 0,16 22-8 15,-16-22 9-15,0 0-4 0,0 0 2 0,15 22-5 16,-15-22 4-16,0 0 2 0,0 0 0 16,17 22-18-16,-17-22 17 0,0 0 0 0,0 0 0 15,0 0-5-15,15 24 8 0,-15-24-2 0,0 0 2 0,0 0 3 16,0 0 2-16,0 0-10 0,14 23-1 0,-14-23 0 16,0 0 12-16,0 0-7 0,0 0 6 0,0 0 0 15,17 23-1-15,-17-23-12 0,0 0 5 0,0 0-1 16,0 0 3-16,0 0 0 0,0 0 2 15,19 20 6-15,-19-20-8 0,0 0-4 0,0 0-12 0,0 0 16 16,0 0 7-16,0 0-5 0,0 0-2 0,0 0 4 16,24 13 1-16,-24-13-6 0,0 0 2 0,0 0 1 15,0 0 4-15,0 0 1 0,0 0 0 0,0 0 1 16,0 0 5-16,0 0-13 0,36 4 0 16,-36-4 3-16,0 0 0 0,0 0 1 0,0 0-3 15,0 0-1-15,0 0 6 0,0 0-7 0,0 0 0 0,0 0-28 16,0 0 0-16,49-17 2 0,-49 17 3 0,0 0-2 15,0 0 6-15,30-11 10 0,-30 11-11 0,0 0 2 16,0 0 5-16,0 0 1 0,30-12 4 16,-30 12-5-16,0 0 5 0,0 0-2 0,0 0 3 15,26-14-5-15,-26 14 5 0,0 0-4 0,0 0 9 0,0 0-3 16,0 0 4-16,26-15 5 0,-26 15-7 0,0 0-5 16,0 0 6-16,0 0-4 0,0 0 1 0,18-21 3 15,-18 21 2-15,0 0-6 0,0 0 6 0,15-22-2 16,-15 22-3-16,0 0 11 0,0 0-5 15,12-24-5-15,-12 24 6 0,0 0-6 0,0 0-5 16,9-28 6-16,-9 28 3 0,0 0-5 0,0 0-3 16,0 0 7-16,12-30 1 0,-12 30-4 0,0 0 3 0,0 0-6 15,0 0 6-15,9-27-6 0,-9 27 14 0,0 0-13 16,0 0 8-16,0 0-4 0,0 0 2 0,8-26 1 16,-8 26-7-16,0 0 2 0,0 0-1 15,0 0 6-15,0 0-3 0,0 0-1 0,12-29 2 16,-12 29-6-16,0 0 11 0,0 0-8 0,0 0-2 0,0 0 0 15,16-21 2-15,-16 21 12 0,0 0-20 0,0 0 1 16,0 0 10-16,21-17-7 0,-21 17 6 16,0 0 6-16,0 0-4 0,0 0 1 0,0 0-6 15,23-17 2-15,-23 17 1 0,0 0-1 0,0 0 7 16,0 0-7-16,0 0-3 0,0 0 5 0,25-12-4 16,-25 12-3-16,0 0 0 0,0 0 2 0,0 0 3 0,0 0 0 15,0 0 7-15,0 0-8 0,0 0-6 0,0 0 2 16,0 0 1-16,0 0 4 0,0 0 2 15,0 0-5-15,0 0 2 0,0 0-2 0,0 0 2 16,49 22-3-16,-49-22 6 0,0 0 0 0,0 0-3 16,0 0 2-16,0 0 3 0,20 21-3 0,-20-21 0 15,0 0 1-15,0 0 0 0,0 0-2 0,0 0 5 0,0 0-1 16,20 18 4-16,-20-18-5 0,0 0-2 16,0 0-2-16,0 0 1 0,0 0 10 0,42 3-6 15,-42-3-4-15,0 0 4 0,0 0-7 0,0 0 4 16</inkml:trace>
  <inkml:trace contextRef="#ctx0" brushRef="#br0" timeOffset="30083.92">32362 9158 16 0,'0'0'74'0,"0"0"-1"0,0 0-5 0,0 0-4 15,0 0 0-15,-24 2-4 0,24-2 2 0,0 0-3 16,0 0 0-16,0 0 5 0,0 0 1 0,-21-4-14 0,21 4 5 15,0 0-2-15,0 0 1 0,0 0 4 0,-22 5-5 16,22-5-8-16,0 0 6 0,0 0-5 16,0 0-2-16,-23-1-6 0,23 1 6 0,0 0 0 15,0 0 1-15,0 0 4 0,-16 0-7 0,16 0 1 16,0 0-7-16,0 0-6 0,0 0 0 0,0 0 3 16,0 0-2-16,0 0 0 0,0 0-3 0,0 0-1 15,0 0-2-15,48-14 1 0,-31 10-1 0,3-2 0 16,2 1-1-16,6 0-5 0,-7 1 2 0,7-4-4 15,1 3-2-15,2-1-2 0,0 0 1 0,-3-1-1 16,-28 7-3-16,61-14 2 0,-33 9-2 0,1-3 0 16,-29 8-5-16,58-13 3 0,-31 6-4 0,-27 7-1 15,48-12-1-15,-18 5-1 0,-30 7-2 0,55-13 2 16,-27 6 0-16,0 0-1 0,-28 7 1 0,56-17 2 16,-29 12-6-16,-27 5 1 0,38-11 0 0,-38 11 2 15,37-12 1-15,-37 12-6 0,38-8 3 0,-38 8 0 16,29-7-2-16,-29 7 7 0,29-9-1 0,-29 9-3 15,0 0-3-15,37-10 3 0,-37 10-3 0,0 0 6 16,35-10-3-16,-35 10-1 0,0 0 2 0,34-9-1 16,-34 9 3-16,0 0-5 0,35-13 2 0,-35 13 1 15,0 0-3-15,34-11 2 0,-34 11 4 0,26-8-5 16,-26 8-1-16,0 0 0 0,40-13-3 0,-40 13 2 16,26-6 2-16,-26 6-2 0,0 0 1 0,39-11 2 15,-39 11 1-15,0 0 2 0,34-11 3 0,-34 11-6 16,0 0-3-16,30-9 4 0,-30 9-5 0,0 0 7 15,26-11-4-15,-26 11 2 0,0 0 0 0,0 0 1 16,29-13-4-16,-29 13-2 0,0 0 4 0,0 0 0 16,28-12-1-16,-28 12-4 0,0 0 5 15,0 0-4-15,29-13 8 0,-29 13-1 0,0 0-1 0,0 0-4 16,28-10 6-16,-28 10-7 0,0 0 0 0,0 0 2 16,32-15-2-16,-32 15 1 0,0 0 2 0,0 0 0 15,27-14-3-15,-27 14 5 0,0 0-4 0,0 0 0 16,23-11 7-16,-23 11-6 0,0 0-1 0,0 0-2 15,0 0 3-15,30-13 2 0,-30 13-1 0,0 0-1 16,0 0 1-16,0 0-15 0,0 0 10 16,29-13-1-16,-29 13-3 0,0 0-7 0</inkml:trace>
  <inkml:trace contextRef="#ctx0" brushRef="#br0" timeOffset="87456">28667 11330 90 0,'0'0'140'0,"0"0"-17"0,0 0-3 0,0 0-11 16,0 0 2-16,0 0-7 0,-1 19-3 0,1-10-7 15,-4 4-5-15,1 1 0 0,0 1-9 0,-1 1-1 16,1 0-2-16,1-5 1 0,-3 5-8 0,3-3-6 15,0-2-2-15,-1-1-5 0,2 1-9 0,0-5-2 16,-1 2-7-16,2-8 0 0,-2 11-8 0,2-11 2 16,-2 8 5-16,2-8 4 0,0 9 7 0,0-9 9 15,0 0 6-15,0 0 1 0,0 0-6 0,0 0-4 16,0 0-9-16,0 0-1 0,0 0-6 0,-7-32-2 16,9 19-9-16,-2-3-1 0,3-1-2 0,1-1 0 15,1-8-6-15,0 2-1 0,-2 0-2 0,2-1 1 16,1 1-6-16,2 5-1 0,-2-7 3 0,1 8-4 15,-1 0-1-15,0 2-1 0,2 0-2 0,-3 6 0 16,0-1 1-16,-1 3-1 0,-1 2-6 0,-1 0-2 16,-2 6 3-16,10-4-1 0,-10 4-1 0,11 0 4 15,-11 0-3-15,16 8 2 0,-7 0 0 0,2 4 6 0,3 1-3 16,1 3 3-16,-1-2-1 0,4 5 1 0,-4-5-1 16,0 2 3-16,-3 0-4 0,3 0 7 15,-2 0-3-15,1-2-4 0,-3 2 1 0,0-1 2 16,0 0-3-16,-3-3-3 0,-1-3 0 0,3 5-5 0,-1-3-20 15,-5-1-28-15,0 2-27 0,0-1-29 0,-2 0-30 16,-1-3-33-16,-1 1-36 0,-3-1-152 0,-1-1-388 16,5-7 173-16</inkml:trace>
  <inkml:trace contextRef="#ctx0" brushRef="#br0" timeOffset="87811.72">28704 11450 84 0,'0'0'150'0,"5"-13"-13"16,3 8-10-16,3-3-9 0,1 1-12 0,7-3-11 16,5 0-14-16,0-1-1 0,-4 3-36 0,7-5-5 15,-1 3-28-15,0 0-11 0,-2 2-11 0,-2 1-17 16,0 0 4-16,-4-2-11 0,2 0-2 0,-2 0 12 16,-3 0-2-16,1 0 5 0,-2 0 4 0,-5 2 6 15,0-4 6-15,-3 3 4 0,-2-2 18 0,0 1 2 16,-2-2 17-16,0 1-1 0,-2 0 12 15,0 2 21-15,0 8 11 0,0-14 15 0,0 8 5 0,0 6-6 16,0 0-7-16,-2-11-11 0,2 11-11 0,0 0-4 16,0 0 2-16,0 0 8 0,0 0 10 0,0 0 16 15,12 32 1-15,-10-14-11 0,0 0-4 16,0 3-8-16,1 3-5 0,-1 1-6 0,1 2-8 0,-2-7-3 16,2 4-6-16,-1 1-6 0,1-6 4 0,2 7-6 15,-1-8-7-15,-3-1-11 0,2 0-22 0,-3-2-20 16,0 0-27-16,-2 1-26 0,4-2-34 0,-1-4-33 15,-1 0-38-15,-1 0-32 0,-2 0-116 0,0-5-356 16,3-5 158-16</inkml:trace>
  <inkml:trace contextRef="#ctx0" brushRef="#br0" timeOffset="88166.46">29100 11188 66 0,'4'-11'191'15,"4"1"-10"-15,-2 0-4 0,3 3-4 0,-1 0-19 16,1 1-16-16,0 2-5 0,1 0-10 0,2 3-8 16,-1 2-12-16,0 0-10 0,1 2-5 0,-1 0-9 15,1 2-6-15,1 3-9 0,-4 0-4 0,-2 0-7 16,1 2-1-16,-3 0-9 0,0 0-3 0,-4 2-4 16,1 0-3-16,-1-1-14 0,-2 2-14 0,-2-3-13 15,3 1-13-15,-1-2-9 0,0 0-8 0,-1-1-9 16,4 2-11-16,-1-3-1 0,-1-7 1 0,4 11-14 15,-2-8 6-15,-2-3 6 0,8 9 0 0,-1-7 14 16,1 1-2-16,1-2 11 0,0 2 10 0,1-2 3 16,-2 2 8-16,-1-3 5 0,0 2 0 0,-7-2 19 15,12 5 9-15,-9-2 17 0,-3-3 10 0,6 5 11 0,-6-5-5 16,0 7-1-16,0-7-5 0,0 0-5 16,-12 13-5-16,1-4-3 0,0-2-17 0,-1 0-16 15,1 1-24-15,0-1-26 0,0-1-45 0,-1 0-38 16,2-1-132-16,-3 1-290 0,0-2 128 0</inkml:trace>
  <inkml:trace contextRef="#ctx0" brushRef="#br0" timeOffset="88651.39">29638 11058 104 0,'0'0'183'0,"-10"0"-8"0,10 0-3 0,0 0-13 15,0 0-13-15,-9 3-18 0,9-3-10 0,0 0-11 16,-2 4-7-16,2-4 0 0,0 0-5 0,0 0-3 16,14 13-9-16,-5-9-7 0,2-1 0 0,7 2-7 15,1-1-3-15,0-1-7 0,2 0 0 0,-2-2 12 16,-1 2-6-16,2-2-4 0,-2 1-6 0,-5-2 1 16,1 3-11-16,-1 0-2 0,-2-3-3 0,-2 1-4 15,0-1-2-15,-2 2-6 0,-7-2-4 0,11 1-1 16,-11-1-2-16,0 0-7 0,12 2 1 0,-12-2 0 15,4 3 6-15,-4-3 5 0,0 10 9 0,0-10-5 16,-7 14 3-16,1-5 1 0,-3 1-1 0,-3 3-1 16,3 0 0-16,-3 3 0 0,1-4-4 0,1 1-4 15,-3 1-1-15,6-4 1 0,-4 2-6 0,3 2 1 16,2-2-5-16,-3-1-1 0,2 1-18 0,-1-2-27 16,2-1-27-16,-1 0-28 0,2 1-39 0,-1 0-54 15,2-3-36-15,2-1-215 0,2-6-464 0,-6 13 205 16</inkml:trace>
  <inkml:trace contextRef="#ctx0" brushRef="#br0" timeOffset="88881.89">30121 11250 248 0,'0'0'245'0,"0"0"-10"0,0 0-16 0,0 0-15 16,0 0-8-16,0 0-16 0,-31 17-15 0,15-5-13 16,-9 5-13-16,-1 2-9 0,-2 2-21 0,0 1-7 15,0 1-11-15,-9 9-11 0,7-9-34 0,3 1-33 16,-1 1-40-16,0-3-59 0,4 0-53 0,0-1-64 16,-1-2-148-16,5-2-378 0,7-5 167 0</inkml:trace>
  <inkml:trace contextRef="#ctx0" brushRef="#br0" timeOffset="89168.73">30369 11073 258 0,'2'-6'271'0,"3"1"-19"15,-5 5-22-15,2-6-25 0,-2 6-22 16,0 0-11-16,0 0-8 0,7 19-3 0,-6-2-16 16,1 2-13-16,2 6-11 0,-5 4-14 0,1-1-7 0,3 2-28 15,-2-2-43-15,0 0-53 0,1 0-75 0,-1-2-65 16,-1 4-223-16,-4-3-417 0,1 0 185 0</inkml:trace>
  <inkml:trace contextRef="#ctx0" brushRef="#br0" timeOffset="95182.9">28161 12503 90 0,'0'-9'207'16,"-2"-1"-12"-16,0 3-6 0,2 7-2 0,-2-10-14 15,2 10-17-15,-2-8-17 0,2 8-17 0,0 0-12 16,-3-5-11-16,3 5-4 0,0 0-8 0,0 0-5 15,2 31 3-15,1-12-9 0,-3 7-4 0,0 5-6 16,1 2 4-16,0 1-3 0,1 0-2 16,0 12-8-16,3-11 0 0,0 11-2 0,-1-12-2 0,4 16-6 15,1-4-6-15,1 3 2 0,1 0-1 0,-2 1-2 16,5 1-5-16,-1 3-3 0,-3-3-18 0,-2 2 2 16,1 2-4-16,-2 3 0 0,0-3-1 0,1-1 0 15,-3 0-3-15,3-1 3 0,-3 0-2 0,4-2 0 16,-2 3-6-16,0-3 4 0,-3 3 2 0,3 2 2 15,-6-3 1-15,2 1 1 0,0-2 2 0,-5-1-8 16,2 0 1-16,0-1-4 0,0-3-1 0,-1-2 0 16,-2-10 3-16,0 0-2 0,-2 13 1 0,5-12-3 15,-2 10 0-15,0-14 4 0,0 2 3 0,1-2-9 16,-1 0 2-16,0 0-2 0,-2-3 1 0,3 0 3 16,1-4 3-16,1-1-7 0,-2-5 22 0,1-3-20 15,-1-3-18-15,1 0-18 0,0-4-12 0,0-2-13 16,0 0-11-16,0-7-19 0,0 9-24 0,0-9-37 15,0 0-57-15,0 0-198 0,0 0-439 0,0 0 194 16</inkml:trace>
  <inkml:trace contextRef="#ctx0" brushRef="#br0" timeOffset="95781.69">28132 13757 160 0,'0'0'182'0,"-5"-3"-9"0,5 3-8 0,0 0-13 15,0 0-18-15,0 0-11 0,0 0-12 0,0 0-13 16,0 0-11-16,15-7-5 0,-4 4-8 0,3 0-11 16,5 1-3-16,10-1-7 0,3-3-5 0,2-1-4 15,19 2-1-15,-1-2-4 0,4-1-7 0,-1 0-5 16,7-1-1-16,0 2-1 0,31-10-4 0,-26 9 0 15,26-7-3-15,2-1-1 0,2 1 3 0,0 5-20 16,3 0-1-16,-3 1-2 0,7-4 5 0,5 0-4 16,4 0 8-16,4 1-1 0,5 1 1 0,2 1 2 15,1-2-1-15,0 0 0 0,5-2 3 0,-3 0 0 16,5 2 3-16,2-1-3 0,-6 4 1 0,2-4-1 16,4 0 1-16,-6-5 2 0,7 0 1 0,0 2-5 15,1 0 25-15,-3-6-1 0,-5 6-6 0,6-2 2 16,-10-3 0-16,3 4-4 0,-7-2-2 0,-11 2-1 15,-5 1-5-15,-8 7-2 0,-3-6-2 0,-29 8 1 16,0-2-5-16,3 5-28 0,23-10 7 0,-31 8-4 16,0-2 0-16,-2 0 5 0,-2 3 0 0,-5 3 0 15,-15 0 2-15,-3 0-1 0,-32 2 1 0,59-6 0 16,-59 6-6-16,40-2-3 0,-40 2-13 0,0 0-10 16,35-1-4-16,-35 1-19 0,0 0-23 0,0 0-29 15,0 0-36-15,0 0-30 0,0 0-93 0,0 0-299 16,0 0 133-16</inkml:trace>
  <inkml:trace contextRef="#ctx0" brushRef="#br0" timeOffset="99835.87">28303 13813 36 0,'0'0'88'15,"0"0"6"-15,0 0 2 0,0 0-16 0,0 0 1 16,0 0-3-16,0 0-4 0,0 0-6 16,0 0-6-16,0 0 3 0,0 0-7 0,0 0-7 15,0 0 0-15,0 0 2 0,0 0-3 0,0 0-12 0,0 0-1 16,0 0 1-16,0 0-3 0,0 0-4 0,0 0 5 16,0 0 0-16,0 0 4 0,0 0 5 0,0 0 3 15,0 0-4-15,0 0-1 0,0 0-5 16,-3-13-2-16,3 13-9 0,-1-11 2 0,1 11-6 15,0-16 2-15,0 9-6 0,0-4-1 0,0 0-1 0,0-1-1 16,0-3 0-16,0-1-3 0,0 0-4 0,1-1 1 16,-1-2-4-16,2 2 8 0,-2-2-10 15,1-1 4-15,1-5-1 0,0 0-2 0,2-4-1 0,-1 0 4 16,2-2-3-16,2 2-2 0,-3 0-1 0,1 0 5 16,1 1-1-16,-2 2-3 0,2 2 1 0,0 1-2 15,-1 4-2-15,0 2 5 0,-2-1 1 0,0 6 11 16,2-5-1-16,-1 2-4 0,0 5 7 15,-2-1-2-15,3 1-5 0,-1-1 5 0,2 0-6 0,-4 0-2 16,1 1-2-16,3 1 2 0,-2-1-1 0,0 0 1 16,0 2-2-16,-1-3-2 0,1 2 2 0,1 1-3 15,2 0-1-15,-2 2 2 0,1-1 0 0,-2 2 0 16,3 0-1-16,-4 1-2 0,-3 4 0 0,10-8 0 16,-6 5 0-16,-4 3-1 0,7-4-1 0,-7 4 1 15,9-3-2-15,-9 3 1 0,10 1 4 0,-10-1 3 16,13 2-1-16,-4 0 1 0,1 2 0 0,-2-1-3 15,2 2 0-15,1 0 2 0,-2 2-2 0,1 1 3 16,2 0-1-16,1 2 0 0,1 2 10 0,-1-2-5 16,-2 3-2-16,6 0 5 0,-7-1-2 0,0-2-5 15,0 6 2-15,2-3-3 0,2 2 1 0,-3 2 3 16,3-3 1-16,-1 4 4 0,4 2 2 0,-4-4 4 16,1 4-1-16,-4-2 0 0,1 4 2 0,0-5 3 15,-2 1-6-15,0 0-1 0,0-1 5 0,-2 2-7 16,1 0-1-16,-1-2 1 0,0 1-11 0,4 5-2 15,-2-4 4-15,0 3 0 0,-1-5-3 0,0 0 4 16,-2 2 2-16,2 4 4 0,-3-6-3 0,4 2-6 16,-2-1 3-16,2 1 3 0,0 6-4 0,1 1-2 15,-3-8 0-15,2 4 1 0,2 4-2 0,-2-2-2 16,0-6 4-16,0 0-1 0,1 0 2 0,-1 7-6 16,0-8 3-16,4 5 1 0,-4-3-4 0,0 0 2 15,0-2-2-15,-1 0 2 0,1 1 3 0,-1-2-4 16,1 1-3-16,0-1 4 0,-1-1-3 0,-2-2 2 15,1 2 0-15,-2-3-2 0,0-2 3 0,0-1-1 16,4 6 0-16,-5-8-2 0,1 1 2 0,-1-3-1 16,-2 1 1-16,2-2-3 0,-4-4 4 0,5 7-1 15,-5-7 1-15,8 5 1 0,-8-5-4 0,6 0 5 16,-6 0-5-16,11-6-2 0,-4-1 2 0,3-1-1 16,-2 1-4-16,1-7-9 0,3-2 6 0,-2-2-5 15,3-4 0-15,1-1-1 0,-4 0-4 0,1-4-4 16,1 2 3-16,-2-5-6 0,0 2-2 0,-1-4 0 15,2 0 1-15,-4-2 1 0,2 1-7 0,-2-2 5 16,-1 1-3-16,-2-1 11 0,3-10-2 0,-7 11 1 16,0-1 5-16,-2 2 2 0,-1-4 1 0,-3-9-1 15,2 13 1-15,-4-1 2 0,1 3 6 0,-5-4-4 16,1 2 1-16,-3 1 2 0,2 1-3 0,-2-2 4 16,0 1-2-16,1-2 2 0,-1 4 1 0,5-3-1 15,-2 1 3-15,2 4-1 0,3-2-2 0,0 2 1 16,4 2 1-16,-1 0-2 0,2 0 6 0,1 7-2 15,4 1 1-15,0-1-2 0,2 0 2 0,-1 2-2 16,4 0 0-16,-1 0-4 0,3 0 5 0,2 2-3 16,-1 2 1-16,0-2 0 0,2 1 3 15,-1 3 3-15,1-1-4 0,-5 6 1 0,2-3-1 0,-3 1 3 16,1-1-5-16,-1 4 2 0,0-3 4 0,-1 5-3 16,-7 3 1-16,9-7-3 0,-9 7-5 0,8-5 2 15,-8 5 3-15,0 0-1 0,10-4 2 0,-10 4 0 16,0 0 0-16,0 0-3 0,17 7 2 0,-17-7-1 15,9 9 3-15,-3-3 4 0,0 3 2 0,-2 0 8 16,3 2 1-16,-3-1 1 0,1 2-4 16,0 4 7-16,-1 0-5 0,-1 1 2 0,4-2 3 0,-3 3-5 15,1 0 3-15,1 0-2 0,0 1 4 0,1 6-3 16,1-1 3-16,-1 1-6 0,3-1 9 0,-1 3-1 16,-1-1 2-16,4 4-7 0,-5 2 8 0,1 2 0 15,0-1 2-15,2 2 1 0,0-1-8 16,4 11-1-16,-2 0-4 0,-2 1 7 0,0-11-7 15,2 12 2-15,2-3-1 0,-4-10-2 0,3 11-3 0,-6-13 3 16,7 12-3-16,-5-14 1 0,4 3-4 0,0-1-1 16,-2 1 3-16,2-1-4 0,0-3 0 0,1 3-3 15,1-2 3-15,-2 2-1 0,-1-1 0 0,0-1-3 16,2-1 4-16,-1 0-2 0,2-2 2 0,0-1-3 16,-1 0 0-16,-3-2 27 0,6 2-4 0,-4-4 2 15,-4-6-7-15,2 2-4 0,3 1 0 0,-4-4-1 16,-1-1 2-16,-1-5-6 0,0 1-1 0,-2-1-5 15,2-3 3-15,-3 1 2 0,-1-4-1 0,-2 3-1 16,-2-6 3-16,4 6-4 0,-4-6 2 16,4 5 1-16,-4-5-1 0,0 0 0 0,0 0-4 0,0 0 8 15,0 0-10-15,0 0 2 0,5-17-7 16,-5 17 6-16,-3-18-5 0,2 7-10 0,0-4-7 0,1-5-2 16,-1 1-8-16,-2-8-4 0,3-2-4 0,-1-5-7 15,-1-12 0-15,1 12-2 0,0-14-4 0,1 13 6 16,-7-14 0-16,6-2-4 0,0 4-1 15,1-6 1-15,-4 2 2 0,-1-3 4 0,3-2 3 16,-2 1 4-16,-2-2-1 0,3 2 10 0,0-1 6 16,-1-3-5-16,2 2 1 0,-1 0 2 0,4-1 6 0,2 1 0 15,2 1 3-15,3 0-1 0,2 0 2 0,-1-2 3 16,1 3-1-16,-1-2 3 0,0 3 5 16,0 4 2-16,-3 0-2 0,2 3 8 0,2 1-2 15,-3 0 1-15,-1 16 1 0,-1-1 3 0,5 3-2 0,-5-3 7 16,4 4-3-16,0 3-1 0,-2 5 5 15,-1 1 0-15,-3 1-1 0,-1 2 0 0,1 3-2 0,1 1 1 16,-2 2 0-16,1 0 0 0,-3 9 1 0,2-12-2 16,-2 12-2-16,4-11-1 0,-4 11-5 15,0 0-1-15,3-9-2 0,-3 9 0 0,0 0-2 16,0 0 0-16,0 0 1 0,0 0-1 0,0 0 6 16,11 23-7-16,-7-10 5 0,0 2-4 0,2 2-1 15,2 9 1-15,-2 0-2 0,-2 4 2 0,3-2-1 16,0 4-3-16,3 3 6 0,1 8 0 0,3 6-3 15,0-6-2-15,2 3 4 0,-3-1-2 0,1-2 5 16,7 4-6-16,-7-14 12 0,9 13-6 0,4-2 3 16,-6 1-1-16,2 0 5 0,0 3-3 0,2-1 1 15,-2 2-3-15,1 1 3 0,-4 0-3 0,0-2-3 16,0 5 4-16,-5-4-3 0,6 6 1 0,-3-3-1 16,1-3 1-16,4 0 0 0,-4-2-2 0,3 1 0 15,-2-5 0-15,-4 2-2 0,-1-13-1 0,0-1 4 16,2-1-3-16,-3-2-1 0,0 1 1 0,3-2-2 15,-5-1-1-15,0 1 5 0,-1-3-4 0,3 2 0 16,-1-4 0-16,-1-7-1 0,-2 2 4 0,-1-3-3 16,1-4 1-16,-1 0-1 0,-4-1 2 0,2-1 3 15,-4 0-1-15,4-5-1 0,-4 0 2 0,-3-3-4 16,8 6 5-16,-8-6-7 0,0 0 7 0,12-3-5 16,-12 3 0-16,9-7 2 0,-7 1 3 0,-2 6-4 15,5-15-1-15,-3 4-7 0,-2-1 0 0,1-3-11 16,-1-3-8-16,0 0-13 0,-1-2-2 0,1-7-3 15,1 1-5-15,1-8-10 0,1 0 5 0,2-2-8 16,-2 2 1-16,4-16 2 0,1 4 4 0,-2-2 1 16,0 3 2-16,5-2 1 0,-3-2 7 0,-1 2 7 15,0 0 4-15,2 1 10 0,-2-2-6 0,1 2 3 16,-3-4 7-16,0 3-1 0,-5 12 8 0,7-15 2 16,-5 4 4-16,-1-1-2 0,-1 1-1 0,3-3 3 15,-6 3 6-15,1-3-2 0,1 1 1 0,-3-1-3 16,-1-2 3-16,4 2 3 0,-6 1 3 0,3 12 2 15,-1-12 1-15,-1 2-1 0,2 10-2 0,0-9 2 16,0 11 4-16,4 1 1 0,2 1-4 0,-1 1 0 16,1 0-1-16,5 0 2 0,-4 2-1 0,4 3 0 15,-2 0 2-15,2 1 1 0,0 6 1 0,1 1-1 16,-2 2-1-16,-1 0 0 0,-1 4 6 0,5-2-11 16,-5 4 3-16,2 1-1 0,-2-1-2 0,3 2-3 15,-7 8 3-15,8-10-1 0,-8 10-5 0,7-7 2 16,-7 7-2-16,9 0 3 0,-9 0-3 15,0 0 4-15,18 10-2 0,-12-3-2 0,-1 2 4 0,4 7-4 16,1-1 4-16,-3 2 4 0,3 7-4 16,0 1-1-16,-2 3 5 0,3-1-5 0,1 2 4 0,-1 3 1 15,-3 1-4-15,7 12 2 0,-4-10 4 0,0-3 0 16,4 13 1-16,-6-10-3 0,7 10-2 0,-1 1 3 16,0-1-4-16,-1 1 3 0,2 0-1 0,2-1 2 15,-3-1 1-15,0 3-3 0,4-3 3 0,-1 3-3 16,2-1 0-16,-6 1 2 0,6-3-3 0,-2 7 1 15,-3-3-1-15,2 3 0 0,-2 1-4 0,2-2 4 16,1 0 0-16,1 2-2 0,-1 0-3 16,4-2 1-16,-3 0-1 0,-4 0-3 0,4-3 2 0,-5 1 0 15,5 0 2-15,1-5-2 0,-8-9 0 0,13 9 3 16,-14-11-3-16,3-1-1 0,-1 1 0 0,2-5 3 16,2-1-3-16,-2-3 2 0,-1 1 0 0,-2-11 1 15,2 8 4-15,-1-6-6 0,-3-2-1 0,-2-4 1 16,1-1-4-16,-1-1 4 0,0-1-1 0,0 0-2 15,0-4-1-15,0-2 0 0,0 0 1 0,2 0 3 16,-10 0-3-16,17-6-4 0,-8 1-1 0,-3-2-1 16,1-1-1-16,0 2-3 0,-2-6-5 0,2 3 1 15,-1-7-5-15,1 2 1 0,-1-3-14 0,0-2-5 16,1 0 0-16,-1-6-2 0,-1 6 2 0,4-8-10 16,-2-2-3-16,-1 3 8 0,3-5-3 0,-3 0 3 15,2 3 0-15,-3-2-3 0,2-1 7 0,-5-3 2 16,1 0 4-16,-1-1-2 0,2 1 9 0,-4-16 0 15,-1 4 2-15,-1-2 4 0,-3 0 8 16,2 1-10-16,-3 0 8 0,0-2 0 0,5 14 8 0,-4-13-9 16,3 12 8-16,1-9 3 0,1 9-3 0,3-10 1 15,-1 10 14-15,3-13-11 0,0 2-1 0,3 0 0 16,2-1 0-16,-2 2-1 0,1-3 4 0,1 2 0 16,0 1 5-16,-1-1 4 0,0 0 4 0,0 2 1 15,-5 9 4-15,0 0 2 0,-5 2 5 0,4 1-4 16,-1-1 0-16,-1 3 2 0,-1-1-5 0,0 2-3 15,0 3 4-15,0 1 2 0,1-1 7 0,-1 8-3 16,0 1 3-16,2 2-4 0,-1 4-2 0,3-5-3 16,-1 4-1-16,2 3 1 0,-2-3-3 0,1 5 0 15,-4 8 0-15,6-15 5 0,-2 8-7 0,-4 7-6 16,9-6-2-16,-9 6 2 0,0 0-2 0,12 0-2 16,-12 0 4-16,0 0-2 0,14 10 3 0,-8-1 2 15,0 2-1-15,1 4 0 0,-1 3 2 0,1 6-3 16,3 2 1-16,-2 4-3 0,-2 0 12 0,0 4-3 15,3 1 0-15,-1 10-5 0,-2-10 1 0,3 11-3 16,-1-12 5-16,1 11-4 0,-3 0-3 16,-2-9 6-16,8 13-4 0,-6-3 3 0,2 1-3 0,1-2-23 15,1 1 9-15,-1 0-3 0,-1 0 6 16,0-11 4-16,-3 0 1 0,7 11-3 0,-3-11 3 0,4 11-3 16,5 0 3-16,-3 0 0 0,-1-2 6 0,1 2 0 15,1-1 1-15,-2-1-4 0,-1 3 3 16,6-6-4-16,-5 3 5 0,0-11-2 0,1 10-4 15,-2-11 3-15,0-1-6 0,3 1 5 0,0 0-2 0,1-2 2 16,-2 1 0-16,-1-5 3 0,1 0-4 0,0-4 0 16,-15-22 1-16,20 33-11 0,-7-15 13 0,-13-18-2 15,21 27-1-15,-21-27-1 0,26 23 2 0,-26-23-2 16,20 16 2-16,-20-16 1 0,0 0 2 16,32 10-6-16,-32-10 2 0,0 0 1 0,0 0-3 15,42-5 7-15,-42 5-3 0,0 0-1 0,0 0-6 0,38-26-4 16,-38 26-6-16,16-26-11 0,-16 26-2 0,13-29-3 15,-13 29 0-15,11-37-4 0,-11 37-2 16,9-46-2-16,-5 16 1 0,-3-1-16 0,2-3 13 16,-2-1-3-16,3-1 3 0,-7-10 7 0,3 0-6 0,-2 1-1 15,1-4 12-15,-2-1-5 0,0 4 5 16,1-2 5-16,1 1 17 0,-3 0-7 0,-2-5 15 0,3 4-9 16,-4-1 5-16,1-3-4 0,-3-2 0 15,-1-3-4-15,0 0 8 0,-1-2-7 0,7 0 9 16,-1 4-1-16,7-2 7 0,1 3 0 0,3 0 4 15,1 3-5-15,5 3 2 0,-1 1-6 0,-2 13 10 16,4-10-1-16,-3 12-5 0,-1 0-4 0,3 3-1 16,-1 1 13-16,-11 28-6 0,17-41 4 0,-17 41-5 15,11-27 3-15,-11 27-2 0,0 0 3 0,14-24-2 0,-14 24-1 16,0 0-8-16,0 0 10 0,0 0-11 0,0 0-1 16,0 0 7-16,0 0-7 0,0 0 6 0,0 0 5 15,0 0 1-15,39 78 1 0,-39-50-2 16,0-28-3-16,-2 64-3 0,0-30 11 0,-2 12 0 15,2 3 5-15,2-2 5 0,-2-2-1 0,4-9 4 16,1 14 0-16,1 1-1 0,2-1 5 0,1 0-6 16,2-1 2-16,1 1 37 0,2-4-2 0,0 2-4 15,2-2-3-15,-3-11-7 0,0 1 1 0,-1-4-7 16,3 15-4-16,0 0-4 0,0 7-3 0,1-4-6 16,-5 3 2-16,2-1-3 0,1-2-4 0,-2 3 2 15,2-2-5-15,-4-4-2 0,0 0-2 0,1 0 2 16,-3-12-2-16,3-3-1 0,0 0-4 0,-1-1 3 15,3-4-5-15,-2 1-5 0,3-4-5 0,1 1-13 16,-13-25-12-16,19 34-1 0,-19-34-15 0,20 24-17 16,-20-24-13-16,17 20-11 0,-17-20-20 0</inkml:trace>
  <inkml:trace contextRef="#ctx0" brushRef="#br0" timeOffset="100103.6">33549 13166 23 0,'0'0'168'16,"0"0"-12"-16,0 0-14 0,0 0-14 0,0 0-8 16,74-32-12-16,-44 23-12 0,1-3-7 0,0 0-16 15,2 1-30-15,-1-2-21 0,-2-4-56 0,-3 6-65 0</inkml:trace>
  <inkml:trace contextRef="#ctx0" brushRef="#br0" timeOffset="-112506.36">30842 721 125 0,'0'0'148'0,"5"-51"-16"0,-5 51-1 15,0 0 10-15,0 0 34 0,-2-41-8 16,2 41-12-16,0 0-15 0,0 0-3 0,0 0-14 16,-8-36-5-16,8 36-17 0,0 0-12 0,0 0-12 15,0 0-3-15,0 0-13 0,0 0-7 0,0 0-3 16,0 0-1-16,0 0-2 0,0 0-5 0,0 0-2 16,0 0-7-16,0 0 4 0,45 82 0 0,-45-82-5 15,19 40-7-15,-8-23 0 0,-11-17 2 0,17 31-3 16,-17-31-3-16,17 34-4 0,-17-34-1 0,15 29 0 15,-15-29-1-15,17 27-10 0,-17-27 8 0,11 21-1 16,-11-21-3-16,12 20-24 0,-6-8-11 0,-1-2-4 16,0 1-16-16,-1-1-31 0,1 2-14 15,0-2-7-15,-1 2-35 0,0-2-36 0,-1 1-34 16,0-1-112-16,-3-10-341 0,3 15 151 0</inkml:trace>
  <inkml:trace contextRef="#ctx0" brushRef="#br0" timeOffset="-112283.77">30634 1311 76 0,'59'-9'114'16,"-2"-1"-15"-16,33-9 0 0,-28 8-6 0,5 0-13 15,21-5-6-15,-30 7-10 0,2-3-3 0,2 5 1 16,-11 1-10-16,-12 4-23 0,-2 0-34 0,-4 2-43 16,-5 2-94-16,-10 4-153 0,-5-3 67 0</inkml:trace>
  <inkml:trace contextRef="#ctx0" brushRef="#br0" timeOffset="-111969.55">30435 1775 156 0,'0'0'206'0,"-3"-11"-11"0,3 11-7 15,0-15-9-15,0 15-11 0,-1-10-13 0,1 10-17 16,0 0-11-16,0 0-22 0,1-13-10 0,-1 13-14 15,0 0 0-15,0 0-7 0,0 0-7 0,17 29-9 16,-12-12 0-16,-1 2-3 0,-1 0-7 0,1 1-4 16,1 3 1-16,-3-2-9 0,1-1 1 0,1 6 0 15,-2-3-8-15,-2-4-2 0,0-2-1 16,1 2-2-16,-1 0-4 0,1-1-14 0,-1-1-15 0,1 1-22 16,-1-4-25-16,0-14-44 0,2 26-24 15,-1-16-55-15,-1-10-166 0,0 0-373 0,1 21 165 16</inkml:trace>
  <inkml:trace contextRef="#ctx0" brushRef="#br0" timeOffset="-111778.63">30815 1891 40 0,'13'-3'151'0,"0"0"-11"16,6-2-15-16,-1-2-12 0,1 1-9 15,0 5-3-15,-1-3-19 0,0 1-6 0,0-1-6 16,0 2-31-16,-4 2-25 0,-2-2-28 0,-3 0-45 16,-9 2-37-16,16 0-52 0,-16 0-160 0,0 0 71 15</inkml:trace>
  <inkml:trace contextRef="#ctx0" brushRef="#br0" timeOffset="-111600.14">30950 1778 100 0,'-7'-6'170'0,"7"6"-16"15,0 0-16-15,-10-6-16 0,10 6 6 16,0 0-3-16,0 0-14 0,0 0-6 0,-13 19-6 0,11-10 0 16,-1 4-7-16,2 3-7 0,-1-5-9 15,1 4-6-15,1 2-4 0,3 0-7 0,-3-2-4 16,2 0-18-16,1 0-18 0,2 0-35 0,0 1-16 16,-2-6-34-16,3-1-47 0,-1 2-41 0,2-2-102 15,-2 0-275-15,-5-9 122 0</inkml:trace>
  <inkml:trace contextRef="#ctx0" brushRef="#br0" timeOffset="-111203.33">31242 1825 19 0,'3'-14'169'0,"-3"14"-24"0,0 0-10 0,0 0 5 15,0 0-5-15,0 0-6 0,0 0 2 0,0 0-13 16,7 30-9-16,-8-19-8 0,1 2 0 0,0 0-7 15,1-2-7-15,3 5-11 0,-4-1-10 0,0-5-6 16,2 0-5-16,-2-10-5 0,1 19-1 0,0-14-12 16,-1-5 3-16,3 10-5 0,-3-10-3 0,0 0 7 15,1 9 13-15,-1-9 16 0,0 0-12 16,0 0 3-16,0 0-9 0,0 0-7 0,0 0-2 0,0 0 0 16,5-37-10-16,-2 21-5 0,2-1 1 15,-1-9-6-15,5-2-5 0,0 1 4 0,-1 0-6 0,1-6-1 16,2 2-1-16,0 4-1 0,1 1-4 15,-2 3-1-15,1 7 4 0,0 1-7 0,-5 5 0 16,0 3-2-16,2 0 3 0,-3 2-9 0,-5 5 4 16,10-2-1-16,-10 2-4 0,0 0 5 0,23 14-1 15,-14-5 2-15,-1 3-3 0,3 5 4 0,2 4 2 0,-5-3-5 16,0 0 0-16,-3 0 4 0,2 5 1 16,-1 2 0-16,-1-9-5 0,2 3-1 0,-3-2-22 15,-1 2-27-15,1-3-19 0,-2 0-40 0,-1-3-40 16,2-1-58-16,-4-1-150 0,1-11-388 0,-5 18 172 15</inkml:trace>
  <inkml:trace contextRef="#ctx0" brushRef="#br0" timeOffset="-111062.22">31341 1879 47 0,'0'0'144'0,"0"0"-18"0,0 0-28 16,0 0-14-16,20-18-27 0,-7 12-34 0,1-1-34 15,4 1-35-15,0 1-41 0,0-2-95 0,1 4 42 16</inkml:trace>
  <inkml:trace contextRef="#ctx0" brushRef="#br0" timeOffset="-110875.52">31713 1652 86 0,'0'0'150'15,"3"-5"-20"-15,-3 5-4 0,0 0 3 0,0 0 16 16,3 29-10-16,-6-16-6 0,1 5-9 0,-1 8-9 15,-1-1-9-15,1-5-4 0,3 5-4 0,-3 1-15 16,3-9-7-16,0 3-2 0,0-1-8 16,3-3-4-16,-2 0-13 0,3 1-10 0,-2-6-22 15,1 1-25-15,1-1-21 0,-4-11-42 0,6 15-35 16,-3-9-46-16,-3-6-112 0,4 9-289 0,-4-9 128 16</inkml:trace>
  <inkml:trace contextRef="#ctx0" brushRef="#br0" timeOffset="-110560.05">31727 1662 24 0,'4'-17'150'0,"1"1"-1"0,2 2-2 0,-4 2-10 15,3-4-4-15,-1 9-7 0,-1 1-17 0,-4 6-15 16,13-5-3-16,-3 5 1 0,-10 0-12 16,19 5-5-16,-8 0-9 0,0 1-2 0,-1 1-11 15,-2-1-4-15,1 3-3 0,0 1 1 0,-3 2-9 16,-2-3-4-16,0 0 0 0,-2 3-1 0,0-1-2 15,-4 0-10-15,1-1 3 0,0 0-5 0,-3 1-4 16,-1-2-11-16,2-1-4 0,3-8-12 0,-2 14 4 16,2-14-5-16,0 12-2 0,0-12 6 0,0 0-10 15,6 15 7-15,1-13 9 0,-7-2 1 16,16 6-7-16,-4-3 1 0,-2 1 1 0,1-2-1 16,-3 2 4-16,0-1-6 0,-8-3-1 0,10 7 6 0,-5-1 8 15,-5-6-3-15,3 10-13 0,-3-10 10 16,-8 19 0-16,2-7 1 0,-6 0-11 0,-1 1-22 0,-1-1-56 15,0 1-59-15,-6 4-105 0,-2 0-274 16,-1-4 121-16</inkml:trace>
  <inkml:trace contextRef="#ctx0" brushRef="#br0" timeOffset="-109517.03">29323 3212 89 0,'0'0'178'0,"0"0"-9"0,0 0-9 0,0 0-8 15,0 0-14-15,0 0-8 0,-7 18-20 0,6-10 0 16,-2 2-8-16,2 1-10 0,-3 0-8 0,3-2-6 16,0 1-6-16,-3 1-4 0,3-1-8 15,1-3-7-15,-3 3-6 0,2-5-2 0,1-5-2 0,-1 11-5 16,1-11-3-16,0 6-2 0,0-6-1 0,0 0 8 16,-2 10 7-16,2-10 14 0,0 0 7 0,0 0 5 15,0 0-2-15,0 0-10 0,0 0-4 0,0 0-10 16,0 0-7-16,0 0 1 0,-1-31-5 15,4 16-6-15,-1-2-2 0,2-2-6 0,5-6-2 16,-1-2 2-16,-2 0-8 0,3 0-2 0,2 2 4 16,1-2-6-16,-2 9-1 0,-1 2-2 0,0 1 1 15,-1 1-2-15,1 1 0 0,-3 4-2 0,-2 3-4 16,0 1-2-16,-3-1-1 0,-1 6-2 0,8-4 4 16,-8 4-8-16,0 0 5 0,16 10 0 0,-9-3 0 15,0 1 3-15,3 3 0 0,0 3 1 0,-1 0-4 16,-1 1 1-16,1 0 3 0,-1-1-4 0,0 3 7 15,1-3 0-15,1 0 0 0,-2 3 3 0,-2-2-3 16,3-1-2-16,-3 1-24 0,2-1-24 0,-4-2-28 16,-2 0-35-16,2-2-35 0,-3 3-47 0,-1-3-36 15,2 0-127-15,-2-10-384 0,-7 19 169 0</inkml:trace>
  <inkml:trace contextRef="#ctx0" brushRef="#br0" timeOffset="-109373.45">29378 3294 34 0,'0'0'165'0,"-2"-12"-26"16,2 12-7-16,17-12-11 0,-4 6-14 0,5-5-20 15,9 4-11-15,-1-5-36 0,1 5-23 0,3-3-45 16,-1 0-34-16,-1 4-76 0,4 0-150 0,-4-4 66 16</inkml:trace>
  <inkml:trace contextRef="#ctx0" brushRef="#br0" timeOffset="-109174.97">29826 3066 26 0,'3'-17'184'0,"-3"17"8"0,-4-12 0 0,4 12-9 16,0 0-6-16,-1-10-19 0,1 10-19 0,0 0-13 15,0 0-14-15,0 0 0 0,0 0-2 0,0 0 8 16,-7 35-2-16,5-15-13 0,-1 4-7 0,2 3-8 16,1-1-10-16,-3 2-15 0,3-1 5 0,-2 1-9 15,2-1-2-15,-2-2-16 0,5 2 8 0,-3-2-4 16,1-6-12-16,1-2-20 0,0-1-23 0,1 0-21 15,-1-3-34-15,0-1-28 0,-1-2-44 0,3 0-50 16,-2 0-183-16,-2-10-399 0,4 10 177 0</inkml:trace>
  <inkml:trace contextRef="#ctx0" brushRef="#br0" timeOffset="-108820.33">29845 3027 4 0,'4'-13'153'0,"0"2"-5"0,0 2-11 16,1 2-3-16,-1 1-14 0,2 0-5 0,1 4-14 0,-1 0-3 16,-6 2-10-16,17-2-3 0,-6 3-4 0,1 1-2 15,-1 3-8-15,1-1-7 0,-1 2-8 0,-1 2-5 16,-1 0 2-16,-1 0-13 0,-3 1-3 16,0 1-2-16,0-1-2 0,-2 1-12 0,-3 2 10 15,-1-4-13-15,-1 2 5 0,0-1-12 0,-1 1-10 16,3-10-6-16,-2 16-10 0,-1-9-4 0,3-7-8 15,0 0 5-15,1 13-7 0,-1-13 1 0,7 9 4 16,-7-9 7-16,9 9-6 0,1-5 6 0,-5 0 1 16,-5-4 0-16,16 9 3 0,-9-5-1 0,1 1 5 15,-2 2 9-15,-1-1 5 0,-1 0 4 0,-3 1 2 16,3 0 11-16,-4-1 7 0,0-6 4 0,-5 17 1 16,0-6-11-16,-1-3 4 0,-3 3-4 0,-3-2-11 15,2-3-9-15,-4 6-19 0,2-3-25 0,2-3-26 16,-1-2-42-16,6 1-47 0,-6-1-84 0,11-4-259 15,-11 2 115-15</inkml:trace>
  <inkml:trace contextRef="#ctx0" brushRef="#br0" timeOffset="-108582.41">30391 3114 50 0,'8'-5'221'0,"-8"5"-3"0,0 0-9 16,0 0-9-16,0 0-16 0,4-2-22 15,-4 2-10-15,0 0-22 0,0 0-12 0,0 0-8 16,10-3-15-16,-10 3-11 0,11-3-6 0,-11 3-14 16,21-5-26-16,-10 4-19 0,1-2-30 0,-2 2-21 15,2-2-49-15,-3 0-34 0,-9 3-45 0,13-3-130 16,-13 3-312-16,0 0 139 0</inkml:trace>
  <inkml:trace contextRef="#ctx0" brushRef="#br0" timeOffset="-108436.58">30396 3182 33 0,'-6'3'176'0,"6"-3"0"16,-4 2-1-16,4-2-9 0,0 0-13 0,0 0-5 15,0 0-16-15,0 0-10 0,0 0-9 0,0 0-16 16,0 0-21-16,38 0-33 0,-16-2-34 15,4-5-67-15,2 2-90 0,-3-3-88 0,6 0-255 16,-2 2 113-16</inkml:trace>
  <inkml:trace contextRef="#ctx0" brushRef="#br0" timeOffset="-108180.74">30932 3062 125 0,'-10'-2'274'0,"10"2"-13"0,-7-3-9 0,7 3-16 0,0 0-14 15,-8-2-15-15,8 2-17 0,0 0-27 0,0 0-5 16,0 0-29-16,0 0 2 0,-10-3-17 0,10 3-9 16,0 0-6-16,0 0-12 0,0 0-12 0,0 0-5 15,40-3-3-15,-22 0-19 0,3 3-9 0,6-2-28 16,1 1-25-16,-8 0-33 0,8-3-39 15,-7 4-43-15,10-4-51 0,-3 2-57 0,-10 2-158 0,3-2-429 16,-2-1 190-16</inkml:trace>
  <inkml:trace contextRef="#ctx0" brushRef="#br0" timeOffset="-107981.03">31399 2806 200 0,'0'0'288'15,"2"-10"-13"-15,-2 10-22 0,0 0-25 0,0 0-22 16,0 0-31-16,0 0-26 0,0 0-5 0,0 0-13 16,0 0-12-16,0 0-12 0,0 53-8 0,2-27-10 15,3 3-6-15,1 1-15 0,-1 7-18 0,-1-2-39 16,1 1-40-16,-2-3-47 0,1 3-63 0,1-1-71 16,-3-2-161-16,-2 3-401 0,-3-4 178 0</inkml:trace>
  <inkml:trace contextRef="#ctx0" brushRef="#br0" timeOffset="-107589.43">29463 3936 27 0,'0'0'228'0,"-7"-4"-26"15,7 4-20-15,18-8-14 0,13-2-10 0,23-4-11 16,39-9-11-16,12 2-17 0,14-1-3 0,6-8-17 16,6 8-6-16,2 0-14 0,0 1-9 0,-2 0-6 15,-5 5-5-15,-6-4-9 0,-2 4-3 0,-8 3-7 16,-9 1-7-16,-9-1-2 0,-1 2-14 0,-31 5-16 16,-1 0-25-16,-4 1-22 0,-4-2-26 0,-13 5-29 15,-1-2-29-15,-4 1-24 0,-3 2-120 0,-12 2-295 16,-5-2 131-16</inkml:trace>
  <inkml:trace contextRef="#ctx0" brushRef="#br0" timeOffset="-106924.53">28608 4409 156 0,'0'0'232'0,"-4"-11"-7"0,4 11-19 0,-5-6-12 15,5 6-15-15,-7-5-17 0,7 5-17 0,-9-4-14 16,9 4-15-16,-9-1-12 0,9 1-15 0,-13 5-5 16,7 1-7-16,-2 2-8 0,0 2-4 0,-2 4-7 15,4 4-3-15,-2-4-4 0,0 3-2 0,1-2-6 16,3 3-2-16,1-6-5 0,-1 5-2 0,4-6-3 16,0 3-3-16,2-5 1 0,0 3-7 0,2-2 0 15,-1 0-2-15,4-2 1 0,-2 0-2 0,6-5-4 16,-4 1 1-16,5-2 2 0,-1-1-1 0,3-1-1 15,-1 0-1-15,5-7-2 0,-6 4-1 0,2-1-2 16,4-4-1-16,-8 4 2 0,1-1 0 0,-2-4-1 16,-1 1 1-16,1-3-5 0,-4 2 6 0,3-5-8 15,-5 2 6-15,0 1-4 0,-2-3 3 0,-2 3-4 16,0-6 4-16,-3 2-6 0,-1 2-1 0,-2 0 1 16,-1 2-3-16,0 3-3 0,-3-1 1 0,0 2 0 15,-3 0-6-15,-4 4-7 0,3 0-8 0,-3 3-12 16,1 3-12-16,5-2-19 0,-1 4-10 0,-1 0-23 15,3 3-25-15,2-1-29 0,2 3-36 0,0 0-179 16,0 1-397-16,3 0 175 0</inkml:trace>
  <inkml:trace contextRef="#ctx0" brushRef="#br0" timeOffset="-106195.83">28814 4660 115 0,'4'-9'189'0,"-4"9"-9"15,2-8-19-15,-2 8-7 0,4-6 0 0,0 0-17 16,0 0 2-16,-1-1-16 0,3-1-8 16,2-1-9-16,-2 0-8 0,0-1 3 0,1 0-1 15,-1 1-4-15,0-3-9 0,0 2-8 0,0-1-4 0,1-4-2 16,0-2-5-16,-1 3-6 0,0-1-6 0,-3-2-4 15,1 1-4-15,-2 4 5 0,-1-5 9 16,-1 2-11-16,-1-1-4 0,-2 3-2 0,2 2-4 16,-2 0-2-16,2 4-6 0,-2-2-1 0,1 2-6 15,2 7-3-15,-8-11-2 0,2 6-2 0,1 2-2 16,5 3 1-16,-9-6-4 0,9 6-4 0,-12-1 1 0,12 1-3 16,-12 4-2-16,6-2-2 0,6-2-6 15,-7 4 2-15,7-4 4 0,-3 7-4 0,3-7 0 16,0 0 3-16,6 14-1 0,1-7 5 0,2-4-2 15,3 2-2-15,1-3 1 0,8 1-2 0,8 0 0 16,-8 0-1-16,0-2 0 0,0-1 0 0,-3 1 0 16,1 0-4-16,-4 0 3 0,-4 2-3 0,1 0-1 0,1-1-1 15,-3 3 4-15,-1 0-6 0,-1 1 1 16,-2-1 3-16,-1 4 2 0,0 0 2 0,-2 2-1 16,-2-1-2-16,2 0 4 0,1 2-4 0,-3-2 2 15,1 3-13-15,1-2-20 0,0 1-22 0,-1 0-25 16,3-2-38-16,0 0-61 0,3-1-58 0,0 2-169 15,-1-3-440-15,2-1 196 0</inkml:trace>
  <inkml:trace contextRef="#ctx0" brushRef="#br0" timeOffset="-104487.58">30049 4206 148 0,'-7'-8'251'0,"1"-1"-9"0,1 5-14 0,1-2-9 16,4 6-15-16,-7-8-18 0,7 8-14 0,-3-6-20 15,3 6-23-15,0 0-16 0,0 0-13 0,0 0-12 16,0 0-4-16,0 0-12 0,-4 28-3 0,6-8-5 15,1 8-3-15,-1-1-5 0,0 4-5 0,2 1-1 16,-2-2-1-16,3 2-2 0,2-2-2 0,-2 0-5 16,1-2-3-16,-2-1 1 0,1 4-4 0,2-4-12 15,-4-1-13-15,5 0-17 0,-4-7-30 0,0-1-41 16,0-3-38-16,-2 0-32 0,1-2-44 0,1 3-38 16,-3-5-144-16,1-2-405 0,-2-9 180 0</inkml:trace>
  <inkml:trace contextRef="#ctx0" brushRef="#br0" timeOffset="-104079.41">30284 4479 2054 0,'2'-15'139'0,"2"4"-39"0,-4 3-27 16,3 3-32-16,-3 5-10 0,1-11-15 0,-1 11-4 16,1-8-1-16,-1 8 2 0,0 0 7 0,3-6 1 15,-3 6 10-15,0 0 2 0,0 0 4 0,0 0-3 16,0 0-1-16,0 0-4 0,-3 32-3 0,2-23-3 15,1-1-2-15,0-8-2 0,-1 14 2 0,1-8-4 16,1 1-3-16,-1-7 1 0,0 0-3 0,-1 14 3 16,1-14-1-16,0 0 1 0,-2 9 9 15,2-9 18-15,0 0 15 0,0 0 16 0,2 6 6 0,-2-6-3 16,0 0-9-16,0 0-9 0,0 0-8 16,0-27-4-16,-2 17-5 0,5-7-4 0,-2-2-4 15,3-7-2-15,1 0-8 0,2 0-3 0,-1-1-5 0,3 3-8 16,0 2 4-16,-4 5 8 0,3-1-8 0,-1 3 1 15,-3 5-6-15,1 1-3 0,-2 2 0 16,1 1-5-16,-4 6-1 0,5-7 1 0,1 5-2 0,-6 2 2 16,0 0 2-16,25 9-4 0,-15-2-1 15,2 6 8-15,-4-3-7 0,6 3-1 0,-2 1 5 16,-2 0 0-16,1 2 0 0,-2-1-1 0,-1 0 2 16,0 0-11-16,1 0-23 0,-5-3-18 0,-1 0-28 0,3 3-26 15,0-3-34-15,-5-1-41 0,3 2-56 16,-4-3-50-16,-4 0-154 0,-2 0-476 0,6-10 211 15</inkml:trace>
  <inkml:trace contextRef="#ctx0" brushRef="#br0" timeOffset="-103753.58">30332 4446 22 0,'0'0'183'0,"7"-13"-22"0,1 7-14 15,0-2-19-15,3 3-11 0,5-5-9 0,0 1-8 16,3 1-16-16,1 0-11 0,1 3-20 0,5-3-24 15,2 1-31-15,-1-1-26 0,-7 0-26 0,0 2-19 16,0 0-14-16,-2-4-4 0,0 4 4 0,-2-2-44 16,-1-1-141-16,-5 2 63 0,-1-2 550 0,0-1-379 15,-1-1 20-15,-3 0 22 0,1 0 24 0,-2 2 30 16,-3 2 44-16,-1-2-1 0,0 2 10 0,0 7 8 16,0-12-3-16,0 12-2 0,3-6-7 0,-3 6-16 15,0 0-10-15,0 0-11 0,0 0-7 0,0 0 5 16,0 0 0-16,0 0-7 0,-6 26-3 0,3-14 3 15,-1 5-8-15,4 2-5 0,0-2-7 0,-1 1-1 16,2 0 5-16,-1-1-13 0,1 1 0 0,1-1-5 16,0-2 1-16,1 2-23 0,-2-5-16 0,0 0-20 15,3 0-36-15,-4-12-38 0,4 17-44 0,-2-6-43 16,-2-2-98-16,0-9-312 0,0 0 139 0</inkml:trace>
  <inkml:trace contextRef="#ctx0" brushRef="#br0" timeOffset="-103429.58">30736 4172 63 0,'7'-8'162'0,"-2"-1"-9"0,1 4-16 16,0 0-8-16,1 0-16 0,-1 2-9 0,-6 3-9 16,16 0-12-16,-10-1-13 0,-6 1-4 0,14 4-6 15,-4 2 1-15,-2 0-14 0,0 1 0 0,-2 0-3 16,2 1-9-16,-5 2 2 0,3-1-7 0,-5 1-12 15,1 1-18-15,-2-1-11 0,0-10-9 0,0 19-6 16,0-19-5-16,-1 14-8 0,1-14-7 0,1 9 10 16,-1-9-17-16,0 11 14 0,0-11-1 0,0 0 5 15,4 10-4-15,-4-10 12 0,0 0-1 0,8 6 8 16,-8-6 6-16,8 5 3 0,-8-5-5 0,0 0 9 16,5 6 8-16,-5-6-3 0,0 0 20 0,1 7 5 15,-1-7 7-15,0 0-4 0,-5 13 5 0,-2-5 2 16,1 0-2-16,-2 1-8 0,-1-1-11 0,2-1-26 15,-2 2-10-15,0-1-33 0,2-1-32 0,1 0-88 16,-3-2-191-16,9-5 85 0</inkml:trace>
  <inkml:trace contextRef="#ctx0" brushRef="#br0" timeOffset="-103178.61">31029 4109 173 0,'2'-5'207'0,"-2"5"-21"0,3-6-21 0,-3 6-15 0,0 0-18 16,0 0-5-16,0 0-11 0,11 17 5 0,-7-1-9 15,2 3-5-15,1 3-6 0,-2 2-1 0,0 1-3 16,-2 1-4-16,2-1-4 0,-1 0-11 16,-3-1-5-16,2-4-6 0,0 5-4 0,0-6-9 15,-2 0-1-15,1 0-5 0,0 0-3 0,2 0-4 16,0-1-9-16,-2 1-27 0,0-8-27 0,0 1-26 15,2-2-37-15,1 1-38 0,-5-11-51 0,8 11-191 16,-8-11-393-16,9 11 175 0</inkml:trace>
  <inkml:trace contextRef="#ctx0" brushRef="#br0" timeOffset="-103024.02">31323 4332 76 0,'4'-9'137'0,"-4"9"-13"0,6-8-5 0,-6 8-11 16,13-8-17-16,-13 8-15 0,13-3-29 0,-7 1-37 16,-6 2-29-16,17 0-37 0,-17 0-64 0,11 4-128 15,-11-4 58-15</inkml:trace>
  <inkml:trace contextRef="#ctx0" brushRef="#br0" timeOffset="-102895.93">31360 4414 76 0,'-3'3'150'0,"3"-3"8"15,0 0 3-15,0 0-12 0,0 0-16 0,0 0-4 16,0 0-17-16,0 0-17 0,28-3-25 0,-7-2-28 16,4-3-38-16,5 2-49 0,0-4-51 15,1 3-94-15,-6-2-205 0,5 0 90 0</inkml:trace>
  <inkml:trace contextRef="#ctx0" brushRef="#br0" timeOffset="-102718.78">31871 4060 194 0,'0'0'225'0,"1"-7"-18"0,-1 7-21 16,3-6-19-16,-3 6-17 0,0 0-15 0,0 0 1 15,0 0 3-15,5 19-11 0,-2-3-12 0,1 2-8 16,-2 2-13-16,3 7-6 0,0 0-7 0,0 2-8 16,-1 2-25-16,1-4-36 0,0 0-44 0,4 2-80 15,-2-3-60-15,-5 4-159 0,2-7-358 0,-3 2 158 16</inkml:trace>
  <inkml:trace contextRef="#ctx0" brushRef="#br0" timeOffset="-100769.77">28886 5291 210 0,'-6'-6'231'0,"0"0"-7"0,0 1-20 16,-2-1-14-16,0 4-16 0,-1-3-11 0,-1 3-16 16,10 2-15-16,-15 1-14 0,4 0-11 0,1 4-11 15,0 0-7-15,0 5-8 0,-1 2-9 0,0 4-4 16,1 0-9-16,1 0-6 0,0-2-7 0,4-3 1 16,-1 0-9-16,4 1-3 0,1-1-1 15,1-4-4-15,1 4-4 0,1-5 1 0,3-2-1 0,-1 2-1 16,1-1-1-16,0-2 2 0,3-2-7 0,3-1 1 15,-11 0-6-15,24-5 3 0,-7 1-2 0,-4-2 1 16,5-2-5-16,-4-3 4 0,2 2-2 0,-7-2 2 16,4-1 0-16,-4 0-4 0,0-2 0 0,-3 5 9 15,2-2 3-15,-6 1-5 0,0 1 0 0,3-1-2 16,-4 3 8-16,2 1 2 0,-3 6-2 0,0-10-3 16,0 10-7-16,1-8 0 0,-1 8-5 0,0 0-2 15,0 0-2-15,0 0-1 0,0 0 0 0,0 0-1 16,5 21 2-16,-5-9-3 0,3 3 2 0,-2-3 0 15,1 0 1-15,4 4 0 0,-3-2-3 0,1-3-9 16,0 1-19-16,5-1-14 0,0-1-16 0,0-2-32 16,0 1-27-16,2-4-37 0,0 0-47 0,-1-2-37 15,4 1-156-15,-4-4-425 0,-10 0 187 0</inkml:trace>
  <inkml:trace contextRef="#ctx0" brushRef="#br0" timeOffset="-100573.3">29168 5218 36 0,'-2'-16'214'0,"-2"3"3"0,1 1-9 16,1 1 1-16,0 5 0 0,0-4-7 0,2 10-15 16,-4-9-22-16,4 9-16 0,0 0-25 0,-4-5-11 15,4 5-10-15,0 0-11 0,0 0-8 0,-2 27-6 16,3-8-8-16,-1 0-2 0,1 5-12 0,-1 2-4 16,4 2 0-16,1 0-8 0,0-1-2 15,0-2-6-15,0 0-22 0,1-7-28 0,-3 1-29 0,4-2-44 16,-4-2-60-16,4 0-62 0,-3 0-179 0,-2-5-419 15,-2-10 185-15</inkml:trace>
  <inkml:trace contextRef="#ctx0" brushRef="#br0" timeOffset="-100415.36">29108 5296 188 0,'5'-10'166'0,"3"2"-13"15,3 1-19-15,3 0-12 0,13-1-9 0,1-1-15 16,3 3-38-16,0 0-48 0,5-1-50 0,-2 0-130 0,-1 4-182 16,3-4 80-16</inkml:trace>
  <inkml:trace contextRef="#ctx0" brushRef="#br0" timeOffset="-99573.58">29780 5196 14 0,'0'0'219'16,"-10"-5"-10"-16,10 5-8 0,-10-4-17 0,10 4-14 16,0 0-13-16,-9-5-16 0,9 5-12 0,0 0-18 15,0 0-11-15,0 0-9 0,-14 1-11 0,14-1-5 16,-10 14-6-16,4-5-1 0,0 1-6 0,0 5-3 16,-3 0-8-16,2 0-4 0,2-5-6 0,0 2 1 15,1 4-7-15,0-4-3 0,-1-2-3 0,3 0-3 16,1 2-1-16,1-12-1 0,0 13-4 0,0-13-3 15,0 0-1-15,3 16 4 0,-3-16-5 0,0 0 0 16,8 9 3-16,-8-9-5 0,0 0 0 0,10 3 0 16,-10-3 0-16,0 0 0 0,0 0 1 0,23-7-1 15,-23 7 0-15,8-4 2 0,-8 4-1 0,0 0 3 16,14-9 1-16,-10 4-5 0,-4 5 0 0,0 0-2 16,5-9 2-16,-5 9 4 0,0 0-4 0,2-12-2 15,-2 12 0-15,6-7-3 0,-6 7 0 0,0 0-2 16,3-10 0-16,-3 10-2 0,0 0 0 0,3-12-2 15,-3 12 2-15,0 0-1 0,0 0-1 0,1-13 2 16,-1 13-4-16,0 0 1 0,0 0 4 0,5-7 3 16,-5 7 0-16,0 0 5 0,3-10-6 0,-3 10-3 15,0 0 4-15,5-13-4 0,-5 13 3 0,0 0 6 16,2-10 2-16,-2 10 2 0,3-7-1 0,-3 7 1 16,0 0 0-16,1-11 9 0,-1 11 4 15,0 0 6-15,2-13-6 0,-2 13-1 0,0 0-1 0,1-12-1 16,-1 12 9-16,0 0-2 0,-1-14 1 15,1 14-1-15,0 0 2 0,0 0-3 0,1-10-5 0,-1 10-13 16,0 0 6-16,0 0-5 0,0 0-4 0,0 0-6 16,0 0-6-16,0 0 6 0,0 0-2 0,0 0 1 15,0 0 0-15,0 0-2 0,3 38 0 0,-2-28-3 16,1 2 6-16,1 0-1 0,2 3 1 0,1 4-3 16,-2-2 5-16,0-1-22 0,0-4-21 0,5 1-26 15,-3-1-21-15,3-4-26 0,0 0-34 0,8 0-52 16,-2 1-35-16,3-4-49 0,-3 0-142 15,3-4-454-15,-1 0 200 0</inkml:trace>
  <inkml:trace contextRef="#ctx0" brushRef="#br0" timeOffset="-99329.73">30252 5199 171 0,'0'0'293'0,"-3"-8"-10"0,3 8-8 0,0 0-19 0,-5-5-18 15,5 5-17-15,0 0-23 0,0 0-27 16,0 0-19-16,0 0-17 0,0 0-5 0,0 0-21 16,0 0-9-16,-2 27-17 0,2-15 5 0,1 5-14 15,-1 0-5-15,1-1-18 0,0 9 8 0,2-6-6 16,0 0-5-16,-1-1-3 0,2 3-6 0,1-3-6 16,-1 1-17-16,-2-2-27 0,2-3-19 0,-1 4-33 15,-3-7-30-15,1 1-29 0,0-1-44 0,-1 0-37 16,0-11-44-16,-2 20-163 0,-3-14-443 0,5-6 197 15</inkml:trace>
  <inkml:trace contextRef="#ctx0" brushRef="#br0" timeOffset="-99109.55">30244 5139 120 0,'13'-11'179'16,"-3"3"-7"-16,0-1-7 0,3 5-14 0,-1 0-13 15,-3 2-9-15,3 2-19 0,-1 1-7 0,-1 5-10 16,-1 0-9-16,-2 1-8 0,1 4-1 0,-3 0-11 16,-1 3 0-16,-1 3-6 0,-3 1-4 0,-4-2-5 15,-3 1-4-15,-2 0-5 0,-1 0-2 0,0 0-26 16,-2-2-19-16,0-2-29 0,0 0-44 0,3-5-42 16,-1-1-55-16,-1-2-90 0,11-5-288 0,-15 4 128 15</inkml:trace>
  <inkml:trace contextRef="#ctx0" brushRef="#br0" timeOffset="-98140.39">30491 5053 185 0,'2'-5'221'0,"-2"5"-25"0,0 0-20 16,7-5-15-16,-7 5-8 0,0 0 4 15,0 0 8-15,2 16-8 0,0-5-5 0,0 4-10 0,-1 3-14 16,2 2-9-16,-3-2-10 0,1 1-8 0,0-1-10 15,-2-1-11-15,4-2-6 0,-3-2-8 0,1-1-6 16,2 5 0-16,-1-5-12 0,0-2 0 16,-2 1-4-16,1-1-5 0,-1-10-6 0,2 14 0 15,-2-14-2-15,3 10-1 0,-3-10-2 0,0 0-1 16,0 10 1-16,0-10-3 0,0 0-7 0,0 0-4 16,0 0-1-16,16-22-7 0,-12 14 0 0,4 0-3 0,-2-1-3 15,3 0 2-15,-1 2-3 0,1-2 3 0,1 4-6 16,-1-1-1-16,0 1-7 0,0 2 10 15,2 2-5-15,1 1 1 0,-2-2 3 0,2 2-1 16,-1 2-1-16,3-1 1 0,0 1 4 0,-1 0-1 16,5-1-3-16,-3-1 5 0,2 0-1 0,1 0-4 15,0-1 4-15,-4-1-3 0,0 0 1 0,-1-2 2 16,-1-1 3-16,-1 1-6 0,-1 0 5 0,-1-2-4 16,-1-1 1-16,-3-2 2 0,1 1-1 0,-4-1 3 15,1 1 3-15,-3 8-1 0,-3-17 5 0,2 10 4 16,-1 1 6-16,-1-1 2 0,3 7-6 0,-6-9 1 15,1 6-4-15,5 3-6 0,-12-1-3 0,12 1 0 16,-18 8-2-16,8-1 1 0,2 3-7 0,-2-2 7 16,-3 4 1-16,6-2-2 0,-2 2-1 0,5-2-1 15,0-2 2-15,2 1 1 0,0 0 0 0,2-2-1 16,0-7-7-16,4 13-2 0,0-7-3 0,1 0 2 16,3-2-2-16,-2-1-2 0,-6-3 4 0,14 0 1 15,-6 0-1-15,-8 0 3 0,14-3 5 0,-8 1-3 16,1-2 1-16,-7 4 0 0,10-6 0 0,-6 2-1 15,0-1 1-15,-1 0 1 0,0-1 2 0,-3 6-2 16,5-10 1-16,-5 10-3 0,3-7 3 16,-3 7-5-16,3-6-1 0,-3 6-4 0,0 0-3 0,0 0 4 15,0 0 0-15,0 0 2 0,0 0-3 0,0 0 3 16,0 0 3-16,12 10 0 0,-12-10-3 0,6 6 5 16,0-2 0-16,0-1 4 0,0 0-1 0,-6-3 1 15,14 3-4-15,-2-3 7 0,-5 0-1 0,6-3 0 16,-1 1 1-16,-6 1-1 0,2-3 0 15,-3-2 0-15,1 3-1 0,-1-1 3 0,0-2 2 16,-1 0-4-16,0 3 0 0,-1-5 2 0,-3 8-3 0,2-11-5 16,-2 11 7-16,3-10-5 0,-3 10 2 15,3-7-8-15,-3 7 2 0,0 0-4 0,2-6-2 0,-2 6 1 16,0 0 2-16,0 0-2 0,0 0-1 16,0 0 5-16,8 21 0 0,-7-13-1 0,0-1 1 0,0 2 5 15,-1 2 0-15,0-3 0 0,0 3-3 0,0-2 2 16,0-9 0-16,-1 12 0 0,1-12 1 15,1 8 2-15,-1-8-2 0,2 8 6 0,-2-8-5 0,0 0-1 16,0 0-1-16,0 0 7 0,4 5-5 0,-4-5 3 16,0 0-5-16,14-11-2 0,-8 5 0 15,3 1 0-15,-3-1-2 0,2-3-2 0,1-1 6 16,-1 1-3-16,-3 1 3 0,0-3-2 0,0 3 0 16,0-3 7-16,-1 3 0 0,-3 0 3 0,0 1 8 15,-1 7 11-15,2-12 4 0,-2 12-1 0,-2-8 4 16,2 8-5-16,0 0-4 0,-2-9-9 0,2 9-1 15,0 0-5-15,0 0 3 0,0 0 1 0,-15 14-6 16,9-6 0-16,3-1-9 0,-1 2-25 0,0 2-22 16,1-3-19-16,3 2-36 0,0-10-43 0,4 16-52 15,1-6-53-15,2 0-170 0,-2-6-457 0,6 1 202 16</inkml:trace>
  <inkml:trace contextRef="#ctx0" brushRef="#br0" timeOffset="-97593.22">31375 5073 213 0,'0'0'255'0,"-4"-9"-5"15,4 9-3-15,-2-8-10 0,2 8-18 0,0 0-19 16,-4-6-20-16,4 6-21 0,0 0-17 0,0 0-14 16,0 0-14-16,-2-7-13 0,2 7-7 0,0 0-12 15,0 0-9-15,0 0-2 0,-10 17-10 0,7-13-7 16,3-4-3-16,-6 9-9 0,6-9-1 0,-2 10-6 15,2-10-1-15,-3 8-3 0,3-8-5 0,2 9-2 16,-2-9-7-16,0 0-5 0,0 10-5 16,0-10-3-16,0 0-3 0,0 10 1 0,0-10-4 0,0 0 6 15,0 0-1-15,0 0 0 0,0 0 3 0,0 0 2 16,1 7-2-16,-1-7-6 0,0 0 3 0,0 0 4 16,0 0 6-16,0 0 6 0,0 0 1 0,0 0 0 15,0 0-4-15,0 0 1 0,0 0-1 0,0 0-4 16,0 0-3-16,0 0 1 0,0 0-9 0,0 0 1 15,0 0-2-15,-10 7 4 0,10-7-4 0,-3 9 0 16,3-9 0-16,-1 10-3 0,0-2 6 16,1-8-5-16,1 12 4 0,2-6-3 0,-3-6 0 15,6 10 1-15,-4-4-1 0,3-2 3 0,-1 1 2 0,3-3-2 16,-1 1 3-16,3-2-5 0,1-2 1 16,-10 1 1-16,19-3-1 0,-11 1-1 0,-1 0 2 0,0-3 0 15,0 1-2-15,-1-2 1 0,-2 1 0 0,0-2 0 16,-2 1-6-16,2 0 7 0,-1-4 3 15,-1 4-4-15,1 1 1 0,-2-3 0 0,-1 8-2 16,1-9 0-16,-1 9 0 0,3-7 4 0,-3 7 7 16,0 0-15-16,1-8-2 0,-1 8-5 0,0 0 0 0,0 0 3 15,0 0-3-15,0 0 9 0,0 0 0 0,0 0 0 16,5 24-12-16,-4-17-24 0,1 3-15 0,-1-4-17 16,3 3-27-16,-2 0-40 0,1-1-43 0,2 1-40 15,-1 0-31-15,2-5-138 0,-6-4-420 0,9 8 186 16</inkml:trace>
  <inkml:trace contextRef="#ctx0" brushRef="#br0" timeOffset="-97066.13">31600 5134 55 0,'0'-7'185'0,"0"7"6"0,0-8-5 16,0 8-18-16,0 0-17 0,3-6-16 0,-3 6-14 0,0 0-1 15,0 0-7-15,0 0 2 0,0 0-10 0,0 0-5 16,0 0-10-16,6 16-8 0,-6-16-9 0,3 8-4 15,-3-8-6-15,0 0 0 0,3 6-6 0,-3-6 4 16,0 0 12-16,0 0 10 0,3 6 11 0,-3-6 9 16,0 0 0-16,0 0-8 0,0 0-12 0,0 0-11 15,9-15-7-15,-4 8-1 0,0-2-12 16,0 0-7-16,3 2-3 0,-2-3-34 0,2 1 0 0,-3-2-4 16,4 2 2-16,-1 1-4 0,1 1 1 0,-3 1-5 15,0 1 1-15,1 2-2 0,1 3 1 0,-1-1 0 16,-7 1-4-16,17 3 3 0,-10 3-1 15,1 0 2-15,1 1-2 0,-3 2 3 0,2 0-3 16,0 1-7-16,1 0-14 0,-3 2-20 0,2-4-15 0,1-1-8 16,1 0-7-16,-1 0-2 0,1-3-3 0,2 0 5 15,-1-3-3-15,2-1 13 0,0 0 4 16,-3-1 6-16,1-3 5 0,-2 0 9 0,0-2 1 16,-3-1 15-16,2 0 19 0,-4 1 7 0,-1-1 12 15,-1-1 4-15,-2 8 11 0,2-12 0 0,-4 4 6 0,2 8 5 16,-2-12 8-16,2 12 7 0,-2-8-1 0,2 8-4 15,0 0-8-15,-5-8-9 0,5 8 0 0,0 0-9 16,0 0 1-16,0 0-6 0,0 0 1 16,-12 19-4-16,10-11 1 0,1 3-1 0,0 1 0 15,0 0-6-15,-1 0 3 0,4 5-3 0,-4 0 2 16,4-1-5-16,-4 2 1 0,2 0 4 0,0-2-4 16,2-4-3-16,-2 6 2 0,0-1 4 0,-2 0 0 0,2-2-12 15,-2-4-24-15,-1-1-16 0,0 3-21 16,0-2-33-16,3-11-40 0,-8 14-67 0,6-8-42 15,2-6-129-15,-9 9-404 0,9-9 179 0</inkml:trace>
  <inkml:trace contextRef="#ctx0" brushRef="#br0" timeOffset="-96696.47">32078 5055 1624 0,'10'-32'74'0,"-2"-2"-21"15,0 2-34-15,-2 2 23 0,-1 4 37 0,-1 7 4 16,-3 0 9-16,3 2 9 0,-4 8 5 0,4 0-7 15,-4 4-11-15,0 5-12 0,3-9-16 0,-3 9-5 16,0 0-3-16,0 0-6 0,12 23 5 0,-5 1-5 16,-3 0-3-16,-3 4 2 0,3-2-9 0,-3 1 1 15,2-2-3-15,-2-6-4 0,1-1-4 0,-2-1 0 16,5-2 5-16,-2-3-12 0,1-1 1 0,-2-2-3 16,3 0 0-16,-1-3-1 0,-4-6-2 0,9 10-6 15,-2-8-2-15,-7-2 1 0,11 1-8 0,-3-2 1 16,2-3 0-16,-1-2 3 0,-1 0 0 0,-2-1-3 15,0 0 0-15,-2-4 1 0,1 0 0 0,0 0 0 16,-1-4 8-16,0 3-15 0,-2 0 5 0,-1 1-3 16,-2 0 3-16,-1 1-2 0,2 10 1 0,0-11 0 15,0 11-4-15,-4-8-4 0,4 8 7 0,-9 0-5 16,9 0 2-16,-16 10-1 0,8-1 5 0,-4 2-3 16,4 2 2-16,0-1 1 0,2 0 2 0,2 0-17 15,4-2-22-15,-3 1-31 0,3-11-38 0,1 22-42 16,2-17-43-16,5 3-64 0,-8-8-142 0,14 8-432 15,-1-6 193-15</inkml:trace>
  <inkml:trace contextRef="#ctx0" brushRef="#br0" timeOffset="-96207.58">32528 4915 209 0,'0'0'230'0,"0"-13"-5"0,0 13-9 0,-1-7-16 0,1 7-22 16,0 0-21-16,0 0-17 0,0 0-15 0,0 0-12 15,0 0-13-15,0 0-6 0,0 0-9 0,0 0-6 16,0 0-12-16,0 0-3 0,0 0-9 0,9 25-2 16,-6-21-1-16,1 0-11 0,-4-4 30 0,9 7-7 15,-2-4-8-15,-1-1-13 0,3 0-15 0,-1-1-4 16,-8-1-11-16,0 0-11 0,21-3-2 16,-13-3-10-16,-8 6-6 0,6-10-6 0,-2 2 4 15,-4 8 2-15,0-17 2 0,-2 6-1 0,2 11 2 0,-5-20 9 16,2 9 12-16,-3 3 14 0,3-2 9 0,3 10 7 15,-7-11 5-15,7 11 7 0,-3-10-1 16,3 10-3-16,0 0-2 0,-3-10-3 0,3 10-4 0,0 0-5 16,0 0-4-16,0 0-2 0,0 0 0 15,7-15-4-15,-7 15 0 0,16-5-7 0,-5 0 4 16,-11 5-9-16,0 0 5 0,44-20-4 0,-44 20 1 16,31-16-1-16,-31 16-2 0,25-16 0 0,-25 16 2 15,20-17-1-15,-20 17-1 0,0 0-4 0,21-29 1 16,-21 29 1-16,12-22-2 0,-12 22 0 0,0 0 6 15,13-39 3-15,-13 39-2 0,0 0 10 0,3-26 4 16,-3 26-4-16,0 0-19 0,0 0 7 0,0 0-5 16,0 0-2-16,0 0 4 0,0 0 3 0,0 0 4 15,0 0 4-15,11 89-3 0,-10-59-3 0,-1-30 0 16,-1 68 3-16,1-32-1 0,1-1 1 0,-1-2-1 16,-1 2-14-16,1-35-26 0,5 63-31 0,-3-36-36 15,-2-27-42-15,7 45-75 0,-7-45-84 0,6 32-182 16,-6-32-513-16,0 0 227 0</inkml:trace>
  <inkml:trace contextRef="#ctx0" brushRef="#br0" timeOffset="-96058.58">32727 4966 87 0,'0'0'212'0,"0"0"-27"0,0 0-21 16,0 0-18-16,0 0-31 0,0 0-28 0,0 0-36 15,0 0-75-15,0 0-66 0,0 0-66 0,0 0-168 16,0 0 74-16</inkml:trace>
  <inkml:trace contextRef="#ctx0" brushRef="#br0" timeOffset="-95747.53">31509 5665 65 0,'0'0'284'0,"0"-12"-31"15,0 12-25-15,0-8-23 0,0 8-21 0,0 0-12 0,0 0 2 16,0 0-1-16,0 0-6 0,-2 39-17 15,2-14-3-15,0 2-18 0,-1 0-8 0,-2-3-11 16,2 2-12-16,-1-2-10 0,4 0-9 0,0-4-14 16,1 4 3-16,-1-8-16 0,2 3-12 0,1-4-37 15,-1 0-37-15,-1-1-35 0,-1-2-59 0,3-2-67 0,-1-1-61 16,-1-3-140-16,-3-6-428 0,10 8 189 16</inkml:trace>
  <inkml:trace contextRef="#ctx0" brushRef="#br0" timeOffset="-95341.05">31736 5816 124 0,'11'2'182'0,"-11"-2"-1"0,12 3-7 16,-6 3-3-16,2-1-2 0,-1 1-13 0,1 3-10 16,0 1-11-16,-1-1-11 0,2 3-5 0,-1-2-13 15,-2-2-10-15,1 2-10 0,-5-2-5 0,2 3-8 0,-3-2-6 16,1-3-6-16,-2-6-2 0,-4 10-4 15,-1-5-5-15,-4 1-4 0,0-3-3 0,-1-2-8 16,-3 1 0-16,0-2-4 0,0-3-1 0,3 0-3 16,1-1-4-16,0-3-3 0,0 0-1 0,3 1-5 15,-1-3-2-15,1 0-6 0,5 0-3 0,-1-4-1 0,4 3-2 16,2-1-5-16,-1-1-3 0,4-3-1 16,3-1 2-16,3 1-7 0,0-1 2 0,1 0 0 15,-3 2 2-15,2-2 0 0,0 2 3 0,-4-1 0 16,-3 5-2-16,2-1 6 0,-5 0 2 0,1 0 8 15,-2 1 5-15,-2 0 7 0,0 10 4 0,-3-14 4 16,0 9-1-16,-2-2-4 0,5 7-2 0,-10-6-1 16,4 5-3-16,6 1-3 0,-16 6-1 0,2 0-2 15,2 4 2-15,-1 4-4 0,1-2 2 0,5 2-3 16,-3 1 0-16,4 1-2 0,5-4-1 0,-1-1-36 16,0 2-19-16,4 0-33 0,0-3-42 0,5 2-52 15,3-3-40-15,-1 1-156 0,0-6-403 0,5-1 179 16</inkml:trace>
  <inkml:trace contextRef="#ctx0" brushRef="#br0" timeOffset="-95093.46">32047 5732 149 0,'4'-4'228'0,"-4"4"1"16,4-6-13-16,-4 6-19 0,4-5-17 0,-4 5-22 16,0 0-12-16,0 0-5 0,0 0-1 0,0 0-10 15,0 0-11-15,6 15-7 0,-4-10-6 0,0 1-12 16,1 0-9-16,-3-6-8 0,7 10-2 0,-2-6-8 15,1 0-5-15,0-1-4 0,0-1-4 0,6-1-5 16,-1-1 1-16,7-3 6 0,-9 1 3 0,2-2 6 16,-3 3 12-16,1-3-3 0,-4 0-2 0,-5 4-16 0,11-13-1 15,-10 5-5-15,-1 1-8 0,0 7-11 16,-4-16-23-16,-2 7-19 0,-2-1-23 0,-1 2-29 16,-4 1-22-16,2 0-36 0,-4 0-46 0,3-1-53 15,0 6-65-15,-5-3-146 0,4 3-466 0,0-3 207 16</inkml:trace>
  <inkml:trace contextRef="#ctx0" brushRef="#br0" timeOffset="-94833.58">32224 5521 227 0,'0'0'221'15,"6"7"-16"-15,-3-3-12 0,-3-4-15 0,7 6-9 16,-1-3-15-16,-3 1-12 0,3 0-13 0,0-1-13 15,-6-3-5-15,10 1-8 0,-4 0-6 0,-6-1 3 16,11 0 6-16,-11 0 5 0,11-1 11 0,-11 1-10 16,9-4 7-16,-6 0-9 0,-3 4-6 0,4-10-3 15,-4 10-10-15,0-11-11 0,0 11-11 0,-9-13-6 16,1 3-8-16,-2 1-8 0,-1 3-1 0,2 0-17 16,-2 1-25-16,2 3-34 0,-3-1-33 15,-1 1-39-15,13 2-47 0,-28 7-51 0,17 0-67 0,-3 0-184 16,5 3-488-16,2-1 216 0</inkml:trace>
  <inkml:trace contextRef="#ctx0" brushRef="#br0" timeOffset="-94690.8">32450 5760 2900 0,'10'8'125'0,"-1"-3"-26"16,0 1-56-16,-3-3-19 0,-2 2 22 0,0-1 23 16,-4-4 32-16,7 6 14 0,-7-6 10 0,6 2-12 15,-6-2-16-15,4 5-4 0,-4-5-11 0,0 0-65 16,0 0-65-16,0 0-70 0,0 0-81 0,0 0-114 15,0 0-250-15,0 0-607 0,0 0 268 0</inkml:trace>
  <inkml:trace contextRef="#ctx0" brushRef="#br0" timeOffset="-57632.78">13234 17506 25 0,'0'0'61'0,"0"0"-10"0,0 0 0 16,0 0-7-16,0 0-6 0,0 0 0 0,0 0-3 16,0 0-4-16,0 0 4 0,0 0-8 0,0 0 0 15,0 0 6-15,0 0-3 0,0 0-3 0,0 0-10 16,0 0 4-16,0 0-3 0,0 0 0 0,0 0-4 15,0 0 0-15,0 0-5 0,0 0 7 16,0 0-4-16,0 0-3 0,0 0 4 0,14 0-8 0,-14 0-3 16,0 0 6-16,0 0 6 0,0 0-10 15,14 0 8-15,-14 0-5 0,11-3 8 0,-11 3-8 16,0 0-4-16,15-1 12 0,-15 1-2 0,0 0-10 16,27-3 11-16,-27 3-7 0,20-2 7 0,-9 0 2 15,3 0-2-15,-14 2-1 0,29-3-7 0,-13 2 3 16,4-1 0-16,-7 2 7 0,6-3 1 0,-1 0-5 15,-1-1 8-15,4 2-2 0,-1 1 2 0,7-3 0 16,0 4-3-16,-5-2-3 0,1 0-1 0,-3 2 11 16,7 0-10-16,-4-1 1 0,-3-2 1 0,6 3-11 15,-3-1 8-15,-1 2 2 0,10-1-9 0,-11 0 4 16,0 1 3-16,8-1-1 0,-8 0 0 0,2 0-4 16,3 2 2-16,-6-1-3 0,1-1 3 0,-3 2-1 15,2-2 1-15,1 0 1 0,-4 2 2 0,5 1-5 16,-5-2 3-16,0 4-1 0,2-3-5 0,-2-2 8 15,4 2-7-15,-1 2 5 0,-1-4-3 16,2 0 6-16,-4 0-4 0,2 2 3 0,-1-1-6 16,0-1 1-16,0 0 3 0,2 0 3 0,0 2-9 15,-2-1 9-15,0-2-18 0,-1 1 9 0,0 1-1 16,5-4 3-16,-3 3 2 0,1 0 2 0,0 0-8 16,1-1 6-16,-2-1 1 0,2 2 1 0,-1 0-5 15,-3-3-5-15,2 3 6 0,0-3-5 0,0 3 5 16,2-1-2-16,-6 0-2 0,3-2 3 0,1 2 1 15,-2 1-6-15,2-1 3 0,-2 1 1 0,-3 0-1 16,-1-1 0-16,3 1 0 0,-3 0-1 0,0-2-2 16,1 4 7-16,5-2-8 0,-5 0 4 0,-2 0 5 15,3 1-8-15,-2-2 2 0,3 2 3 0,-6-1-5 16,6-1 3-16,-1-1-3 0,3 4-7 0,-7-2 1 16,1 0 13-16,6-2-5 0,0 1-8 15,-5 1 8-15,6 0 4 0,-6 1-7 0,4-2 5 0,1 1-1 16,-4 0 0-16,3 0-4 0,2 0 0 0,-6 0 3 15,6 0 0-15,-2-2-2 0,-3 2-3 16,1 0 11-16,4-1 5 0,0 0-4 0,-1 0-1 16,1-1 2-16,-1 1 0 0,4 2-1 0,-4-2 2 15,3 1 0-15,-1-2-4 0,-1 3-2 0,-1-2 2 16,0 1-3-16,-2 0 4 0,4 0-4 0,-6 1-4 16,4 0 5-16,-5-2-3 0,6 1-2 0,-3 0-7 15,-3 0 10-15,5 1 3 0,-5-2-8 0,-1 0 11 0,6 1-5 16,-5 0 2-16,2-3 1 0,2 4-1 15,-2-2-4-15,-2 1 2 0,2-1 3 0,-3-1-4 16,2 2 1-16,-14 0-2 0,22 0 4 0,-11-2-2 16,-11 2 3-16,17-1 1 0,-17 1 4 0,15 0 0 15,-15 0-2-15,12 0-4 0,-12 0 1 0,0 0 2 16,14 0-6-16,-14 0 4 0,0 0-7 0,0 0 6 16,13 0 0-16,-13 0-4 0,0 0-1 0,0 0 1 15,0 0 2-15,0 0-4 0,11 0 5 0,-11 0 5 16,0 0 0-16,0 0 6 0,0 0 2 0,0 0-1 15,0 0 4-15,0 0 5 0,0 0-3 0,0 0-3 16,0 0 6-16,0 0-7 0,0 0 3 0,0 0-1 16,0 0-4-16,0 0-1 0,0 0 3 15,0 0-7-15,0 0 0 0,0 0-1 0,0 0-2 16,0 0 3-16,0 0 0 0,0 0-2 0,0 0 2 16,0 0-3-16,0 0 6 0,0 0-7 0,0 0 3 0,0 0-1 15,0 0 0-15,0 0-2 0,0 0-4 0,0 0 4 16,0 0-3-16,0 0 1 0,0 0 0 0,0 0-3 15,0 0 3-15,0 0-5 0,0 0 4 16,0 0-3-16,0 0-1 0,0 0-2 0,0 0 3 16,0 0 0-16,0 0-3 0,0 0 2 0,0 0-2 15,0 0 3-15,0 0-2 0,0 0 1 0,0 0 0 16,0 0 0-16,0 0-2 0,0 0 0 0,0 0 0 16,0 0 0-16,0 0 1 0,0 0 2 0,0 0-6 15,0 0 4-15,0 0-1 0,0 0 0 0,0 0-2 16,0 0 2-16,0 0-2 0,0 0 3 0,0 0-1 15,0 0-2-15,0 0-8 0,0 0-13 16,0 0-6-16,0 0-13 0,0 0-6 0,0 0-13 16,0 0-26-16,0 0-13 0,0 0-23 0,0 0-24 15,0 0-9-15,0 0-14 0,0 0-99 0,-33 11-292 16,26-7 129-16</inkml:trace>
  <inkml:trace contextRef="#ctx0" brushRef="#br0" timeOffset="-54641.44">23333 17512 12 0,'0'0'47'0,"0"0"-5"0,0 0-19 0,0 0 1 16,0 0-13-16,-11 3 4 0,11-3-3 0,0 0 2 16,0 0 0-16,0 0 2 0,0 0-3 0,0 0 7 15,0 0-2-15,0 0-7 0,0 0 5 16,0 0 0-16,24 8 4 0,-24-8-5 0,13 2 14 0,-13-2 0 15,19 3 3-15,-19-3-6 0,24 2 6 16,-10-2-9-16,4 3-4 0,4-3 8 0,-2 2 1 0,2 0 1 16,6 0-9-16,1-3 11 0,-1 0 0 0,2 1-6 15,0-2 6-15,4 2 0 0,-4 0-3 16,4-2 2-16,-4 2-6 0,4 0-2 0,-1-2 5 16,-1 0-2-16,0 3-3 0,2-2 2 0,-2 0-2 15,1-1-1-15,-1 2 2 0,0 0-2 0,3-1 3 16,-6 1-8-16,3 0 7 0,-6-2-6 0,4 1-1 15,-3-1 0-15,1 2-2 0,-6 0-1 0,7 0 1 16,-11 1 4-16,2-3-2 0,-1 2 3 0,-3 3-4 16,0-4 2-16,-16 1 1 0,24-2 0 0,-11 3-5 15,-13-1-1-15,0 0 2 0,21 1 5 0,-21-1-1 16,0 0 13-16,14-1 7 0,-14 1 2 0,0 0 0 16,8-3 2-16,-8 3-1 0,0 0 0 0,0 0 7 15,0 0 0-15,0 0 6 0,0 0-11 0,13-1-1 16,-13 1 2-16,0 0-4 0,0 0-8 0,0 0-6 15,0 0 1-15,0 0-2 0,0 0-1 0,0 0-2 16,0 0-7-16,0 0-12 0,0 0-17 0,0 0-22 16,0 0-20-16,0 0-29 0,0 0-45 15,0 0-49-15,0 0-106 0,0 0-308 0,9-10 136 16</inkml:trace>
  <inkml:trace contextRef="#ctx0" brushRef="#br0" timeOffset="-54331.21">26071 17344 78 0,'0'0'110'0,"0"0"-6"0,0 14-2 0,0-14-10 16,0 0-2-16,11 7-9 0,-11-7-11 0,22 2-6 16,-22-2-1-16,20 0 0 0,-2 0-24 0,3-4-27 15,-2 2-25-15,2-2-9 0,6-2-26 0,0-2-17 16,-9 1-72-16,0 1-149 0,1 1 67 0</inkml:trace>
  <inkml:trace contextRef="#ctx0" brushRef="#br0" timeOffset="-51488.04">19360 18169 81 0,'0'0'104'0,"0"0"-12"0,0 0-13 0,0 0-3 15,0 0-14-15,0 0-3 0,0 0-5 0,0 0-3 16,0 0-14-16,0 0 8 0,0 0-10 16,0 0-3-16,0 0-2 0,0 0-4 0,0 0-10 0,0 0 4 15,0 0-3-15,0 0 4 0,-27-44-8 0,27 44-5 16,-7-16 5-16,2 9 3 0,5 7-8 0,-6-15-8 15,1 7 8-15,5 8 4 0,-10-19-3 16,6 10 5-16,4 9 1 0,-8-13 5 0,8 13 1 0,-6-11 5 16,6 11 4-16,0 0 0 0,-4-12-1 15,4 12-5-15,0 0 8 0,0 0-5 0,-5-10-5 16,5 10-2-16,0 0-3 0,0 0 9 0,0 0-9 16,0 0 2-16,0 0-1 0,0 0 0 0,0 0-3 15,0 0-1-15,0 0-7 0,-7-10 1 0,7 10 6 16,0 0-3-16,0 0 1 0,0 0-18 0,0 0 10 15,0 0 0-15,0 0 1 0,0 0 1 0,0 0-1 16,0 0 1-16,0 0-4 0,0 0-3 0,0 0 10 16,17 30-2-16,-17-30 2 0,0 0 0 15,0 0-4-15,0 0-3 0,0 0 1 0,20 41 2 16,-20-41 2-16,0 0-2 0,0 0 4 0,15 28-7 16,-15-28 1-16,0 0 12 0,0 0-5 0,11 25 3 15,-11-25-11-15,0 0 11 0,0 0-6 0,0 0-14 16,0 0 20-16,0 0 4 0,13 23 0 0,-13-23-7 15,0 0-2-15,0 0 10 0,0 0-9 0,0 0 6 16,0 0 8-16,0 0 0 0,0 0 3 0,0 0 0 16,0 0 5-16,0 0-2 0,0 0-3 15,37-16-5-15,-21 2 0 0,2-4 3 0,5-3-2 0,4-1-9 16,3-3 1-16,-1 1-3 0,12-8 6 0,-5 0-4 16,3-1 2-16,-9 9-6 0,9-8-1 0,-9 9 4 15,-1 3-9-15,0-1 7 0,-2 1-2 0,-2 2-6 16,-4 2 4-16,-3 5-8 0,-5 2 7 15,0 1 4-15,-3 2-3 0,-10 6 2 0,12-7-7 16,-12 7 7-16,0 0-12 0,15-10 3 0,-15 10 5 16,0 0-2-16,0 0 0 0,0 0-3 0,11-6-2 15,-11 6 3-15,0 0-12 0,0 0-16 0,0 0-14 16,0 0-15-16,0 0-21 0,0 0-42 0,0 0-26 16,0 0-147-16,0 0-316 0,0 0 140 0</inkml:trace>
  <inkml:trace contextRef="#ctx0" brushRef="#br0" timeOffset="9337.34">30820 643 37 0,'0'0'50'0,"0"0"-1"0,0 0 0 0,0 0 1 0,0 0 4 15,0 0-6-15,0 0-8 0,0 0 1 0,0 0-5 16,0 0-2-16,0 0-8 0,0 0-5 0,0 0 4 15,0 0-9-15,0 0 13 0,0 0-20 16,0 0 1-16,0 0 0 0,0 0-3 0,0 0 5 16,0 0 0-16,0 0 2 0,0 0-1 0,-6 45 12 15,6-45 4-15,-15 35-4 0,15-35-1 0,-19 38-1 16,6-16 10-16,13-22-6 0,-17 34-11 0,17-34 16 16,-16 32-11-16,16-32 5 0,-17 32-7 0,11-19-1 15,-3 2 3-15,3-3-9 0,0-1 0 0,-1-1-3 16,3-1 14-16,-1 3-8 0,-1-3-9 0,0 3 6 15,0-2 4-15,1 2-9 0,-2 1-1 16,2-4-15-16,-1 1-19 0,-2 0-26 0,2 1-25 0,1-1-85 16,-3-1-177-16,8-9 79 0</inkml:trace>
  <inkml:trace contextRef="#ctx0" brushRef="#br0" timeOffset="9529.83">30907 885 24 0,'64'-11'0'15,"-32"6"-4"-15,-1-4-5 0,-2 2 2 0</inkml:trace>
  <inkml:trace contextRef="#ctx0" brushRef="#br0" timeOffset="9670.98">31331 701 89 0,'0'0'149'0,"0"0"-13"0,0 0-9 0,0 0-20 0,0 0-3 15,0 0-17-15,0 0-36 0,0 0-27 0,0 0-55 16,0 0-110-16,0 0-152 0,0 0 67 0</inkml:trace>
  <inkml:trace contextRef="#ctx0" brushRef="#br0" timeOffset="192724.58">25596 6240 16 0,'-54'5'14'0,"3"-3"3"0,-3-1 1 0,4-1 0 16,-3-2-3-16,-4 2-5 0,-1-1 3 0,1 1 0 16,1 0 1-16,-4 0-8 0,-3-2 1 0,0 0 5 15,0 2 1-15,-2 0-10 0,-2-3-2 0,-23-1 3 16,29 2-3-16,-4 1-1 0,-26-2 10 0,27 3-6 15,-2-3-6-15,-29 2 0 0,27 1 1 0,-24-1-2 16,3 3 1-16,24-3-5 0,-27 4 9 0,-3-1-6 16,6-2-1-16,-2 5 9 0,3-5-5 0,-3 0 1 15,23 0 0-15,-33 7 2 0,0-7-4 16,8 0 4-16,-2 4 7 0,1-2-7 0,-3 1-4 16,-3 2 5-16,3 0-3 0,0-1 2 0,-4 2-5 0,-5-4 3 15,7 4 0-15,0-1 1 0,-2 0 0 0,-3-4 0 16,1 6 1-16,-5-3-3 0,0 1 5 0,0 0-4 15,5-2 2-15,2 3 2 0,-1-3-6 0,2 2 3 16,2-1 0-16,-1-3 1 0,4 2-2 16,1-4 2-16,1 1 1 0,26 0-3 0,-25-7 2 15,26 5 8-15,-29 1 0 0,5-3-4 0,-1 2-5 16,-1-3 7-16,27 3 0 0,-29-1-5 0,29 0 2 16,-28-5-7-16,3-1 0 0,26 3 8 0,1-4-4 15,-26-2-1-15,25 6 2 0,-1-6-2 0,-25-5 2 16,26 4-8-16,1-2 4 0,-2 1 1 0,-25-8 3 15,33 8 4-15,-3-4-4 0,0-2-1 0,1 0 1 16,2 3-4-16,-2-4 6 0,1 1-3 0,4-1 2 16,-2 0 4-16,1-1-3 0,2 0 5 0,1-2-5 15,3 2-4-15,3-3 2 0,-4 1-1 0,5-2 1 16,0 4-1-16,2-3 5 0,-2-2-7 0,6-1-1 16,8 7 4-16,-9-10-2 0,11 7-4 0,1-1 4 15,-8-7 1-15,8 7-2 0,1-1-2 0,-5-10 3 16,6 9 2-16,4-3-9 0,-4-10 8 15,11 9-8-15,-1-1 2 0,6 0 2 0,-2-2-2 16,9 1-1-16,1-2-3 0,5-12-2 0,3 0 1 16,2-1-1-16,6 1-3 0,3-2 1 0,2-3-1 0,0 0-3 15,3 1 6-15,-2-1-2 0,2-2-2 0,1-2 9 16,0 1 1-16,5 1 2 0,-6 1 2 16,-2 2-3-16,3-1 10 0,0 1 0 0,0-1 0 15,0 1 0-15,-1 0 6 0,2 2-2 0,-1 3 18 16,2-2-20-16,0-3 7 0,2 4-4 0,1-2 5 15,1 2-9-15,3 1 5 0,0 3-4 0,2 1-2 16,3 2 3-16,0 1-6 0,2-1-2 0,3 4 4 16,-1 0-2-16,1 0-3 0,2 0-2 0,-3 0 6 15,2 2-9-15,0 1 7 0,0 1-1 0,2-1-2 16,-1-1-1-16,1 3 2 0,4 0-7 0,-2-4 4 16,1 3-6-16,3-1 6 0,0 1 2 0,0 3-1 15,1 0 1-15,3 2 0 0,0-1 0 0,1 6-1 16,0-1-1-16,-1 3 0 0,2-2-4 0,-1 1 5 15,5 2 4-15,-1-1-4 0,2 2 2 0,-2 0 1 16,25-8 0-16,-27 11-5 0,-2-1-2 0,4 2 3 16,2-2 4-16,-4 0-8 0,4 1 5 0,-1 0 2 15,2 2-1-15,2-3 2 0,27-4-1 0,-31 8-4 16,27-5 0-16,-24 6 0 0,24-7 4 0,-24 7-2 16,31-1-4-16,-31 2 7 0,30 0-4 15,-32-2 7-15,37 2-9 0,-5-2 4 0,-2-1-1 16,0 2 4-16,-2-2-5 0,-1 4-2 0,1 0 1 15,0-4 1-15,2 8-3 0,-1-3 6 0,1-1-6 16,0 5 4-16,4 2-1 0,-1-2 1 0,5-1 3 0,0 4-5 16,1-2 5-16,-3 5-4 0,7-4 5 0,2 1-1 15,4 1 0-15,2 3 1 0,1-1-3 16,-1-2 2-16,1 3-3 0,-3 3 6 0,0 0-7 16,-2 5 0-16,1-2 6 0,-1-1 7 0,-1 3-12 15,-7 3 0-15,3-6 6 0,-2 5-7 0,-1-2 4 16,-4 3 4-16,2-1-6 0,-3 1 1 0,6-4 1 15,-1 5-4-15,-8-3 3 0,1 2-1 0,-4 1-6 16,-25-1 13-16,25 2-9 0,-4 4 2 0,-23-8 1 16,2 1-3-16,23 10 0 0,-30-7-2 0,1 0 5 15,-1 7 3-15,1-4 4 0,-8 3-7 0,3 0-3 16,-2 2 0-16,-3 2 5 0,-2-2-3 0,-2 3-1 16,-2 2 3-16,-1 0 4 0,2 4-5 0,-6-1 1 15,-1 3-2-15,-11-9 3 0,7 12-2 0,-10-9 3 16,6 9-3-16,-12-8 1 0,0 1-8 0,-2 2 4 15,3 10 7-15,-7-10-9 0,-2 12 4 0,-2-12 4 16,-5 2-1-16,-2 0 0 0,-2 11 1 0,-7-11 6 16,0 13-1-16,-2-2-7 0,-9 3 3 0,2 1 0 15,-5 0 5-15,-4 0-5 0,-2-1 4 16,0 1-3-16,-5-3 2 0,1 3 1 0,1 0 1 16,-6-3 9-16,-1-2-10 0,-1 1-3 0,0-2-4 15,-7-2 5-15,-19 13 2 0,17-17 0 0,-23 11 7 0,-2-3-5 16,-3 4-2-16,-3-5 4 0,1-1-5 0,-8 1 2 15,4-3 6-15,0 1-2 0,-3 1 0 0,-2-1 4 16,-4-1-2-16,-2-1-1 0,-1 1-4 16,3 0 5-16,-7-1-4 0,3 0-8 0,-4 0 11 15,3 3-1-15,-6-2-5 0,-3 8 5 0,0 1-5 16,-3-3 4-16,3-1-1 0,-4 1-1 0,1-2-4 16,-5 1 9-16,0 1-8 0,0-3 1 0,-1-3 15 15,3-2-22-15,-2 4 7 0,2-4 6 0,0 1 2 16,-4 0-6-16,-1-1 3 0,-2 2-7 0,4-1 2 15,-3 3-1-15,3-1 7 0,1-4-1 0,-1 3-4 16,0-4 7-16,-2 3-18 0,-5-4 11 0,5 2 0 16,-1-1 1-16,-2 1-5 0,-3-3 1 0,1 0-8 15,-2-4-2-15,-4 3-15 0,-1-6-8 0,0 7 13 16,-3-10-16-16,2-1-3 0,-4-4 9 0,-2 4 0 16,2-6 7-16,0-3-16 0,3 1 10 0,6-3-14 15,-1-4 6-15,3-4-4 0,3 0 9 0,3-4 4 16,9-3-3-16,6 1 5 0,7-7-3 0,4-1 1 15,29 0 4-15,-4-4 3 0,-22-7-4 0,28 1 7 16,3 3-8-16,-1-6 20 0,6 1-15 16,-2-2-2-16,3-2-10 0,2-1-10 0,1 2-41 15,-3 1-84-15,3 1 37 0</inkml:trace>
  <inkml:trace contextRef="#ctx0" brushRef="#br0" timeOffset="-30897.43">32358 1668 61 0,'0'0'98'0,"0"0"-11"16,27-17-2-16,-13 8-10 0,0-3-4 0,10 1-5 15,3-7-10-15,2 2 0 0,5 0-10 0,-1-4-13 16,14-3-2-16,2 4-25 0,4-4-12 0,4 1-16 16,-1 1-24-16,4-1-23 0,1 1-36 0,-1-2-114 15,-3-1 51-15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7:08:46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4970 11817 53 0,'0'0'127'0,"0"0"-10"0,0 0-17 0,-11 9-13 16,6-4-3-16,0 3-6 0,-2-1 2 0,3 3-1 0,-1 1-5 16,-1 1-6-16,1 3-1 0,0 2 0 0,1-2-5 15,-3 0 3-15,3 2-5 0,-1 0-7 0,0-2-1 16,2-4-4-16,-1 1 0 0,2-1-8 0,-3-2-1 16,2 3-2-16,2-3-7 0,-2-3 2 0,3-6 4 15,-2 11-3-15,2-11-2 0,-2 7 13 0,2-7-2 16,-1 9 5-16,1-9 7 0,0 0 1 0,0 0 3 15,0 0-2-15,0 0-6 0,0 0-8 0,0 0-6 16,0 0-5-16,0 0-5 0,4-34-1 0,-1 16-3 16,2-6-4-16,1-2-1 0,-1-3-5 0,3-1-1 15,0-2-1-15,2 0-2 0,-1 1 4 0,1 0-4 16,1 0 2-16,-3 3 0 0,1 0-3 0,0 1-2 16,-4 2 2-16,1 7-4 0,2 1-2 0,-3 1 3 15,2 6 1-15,-1 0-2 0,0 2-6 0,-2 1 1 16,1 3 2-16,1-2-6 0,-6 6 3 0,11 0 1 15,-11 0 1-15,11 8 1 0,-4 1 5 0,4 3 0 16,-2 5 3-16,4 8-1 0,-3 0 2 0,1 4 4 16,-5-1 1-16,2 1-1 0,-2 2-4 0,0-2 1 15,-1 1 1-15,1-2 3 0,0-2-3 0,2 1 0 16,-3-2-4-16,-1-7 1 0,-1-3-1 0,1 3 0 16,3-1-1-16,-2 2 2 0,-3-6-3 0,3 1-1 15,-2-2-1-15,2-2-2 0,-4 2-4 0,2-2-7 16,0-1-5-16,-2-2-15 0,1-1-23 0,-2-6-23 15,0 10-26-15,0-10-40 0,0 0-28 0,0 0-18 16,-3 7-125-16,3-7-339 0,0 0 150 0</inkml:trace>
  <inkml:trace contextRef="#ctx0" brushRef="#br0" timeOffset="447.37">4920 11958 77 0,'0'0'99'0,"0"0"-8"16,0 0-7-16,0 0-14 0,0 0-7 0,25-12-3 16,-8 5-10-16,3 0-4 0,10-4-15 0,-1-1-6 0,2 3-23 15,-2-2-5-15,-1 0-19 0,-2 0-10 0,-6 6-9 16,-1-3 13-16,-2 3-4 0,-4 2 7 16,-2-2 2-16,0 1 5 0,-4 2 7 0,0 0 9 15,-7 2 2-15,10-2 14 0,-10 2 9 0,6-4 3 0,-6 4 4 16,7-1 5-16,-7 1-5 0,0 0-4 0,0 0 11 15,5 10-3-15,-4-3 7 0,-1 3 10 0,3 2 6 16,-1 4-5-16,0 0-5 0,0 2-4 16,2-1 1-16,0 1 3 0,1 0 3 0,0 0-4 0,0-3-2 15,0 2-1-15,2-2-5 0,-3-2-3 0,1-2-1 16,1-2 3-16,-2 2 2 0,1-2 7 0,-1-1-3 16,1-4-3-16,0 3 1 0,0-4 5 15,-1 1 14-15,-4-4 21 0,8 3 15 0,-8-3 0 16,0 0-2-16,12-5-8 0,-8 0-9 0,1-5-8 0,-1-2-5 15,0 0-7-15,1-5-6 0,0-2-3 0,0-5-6 16,4-1-4-16,-4 0-6 0,0 1-1 0,-1 5-7 16,-1-2-3-16,0-3-9 0,-2 6-12 0,-1 6-17 15,0 0-7-15,1 5-27 0,-1 7-27 0,0-12-30 16,0 12-19-16,0 0 8 0,0 0-27 0,0 0-11 16,0 0-21-16,0 0-115 0,0 0-316 0,-1 36 140 15</inkml:trace>
  <inkml:trace contextRef="#ctx0" brushRef="#br0" timeOffset="713.8">5574 11966 89 0,'0'0'168'0,"-2"-9"-7"16,2 9 2-16,0 0 2 0,0 0-13 0,-8-12-11 16,8 12 2-16,-6-4-4 0,6 4-11 0,0 0-13 15,0 0-11-15,0 0-11 0,0 0-10 0,-16 13-1 16,11-1 2-16,1 7-4 0,-5 7-9 0,2 2-2 15,0-1-5-15,3 2-6 0,0 2-7 0,-3-7-1 16,4 5-3-16,2 0-8 0,0-1-2 0,1-2-3 16,1-1-5-16,-2-7-3 0,1 7 0 0,0-1-7 15,-1-5-1-15,1 1-2 0,-2-2-7 0,2-2-6 16,-1 0-10-16,1 0-17 0,0-4-23 0,-3-1-37 0,1-3-52 16,1 0-44-16,-2-2-31 0,-1 1-134 15,-3 0-373-15,2-4 165 0</inkml:trace>
  <inkml:trace contextRef="#ctx0" brushRef="#br0" timeOffset="880.66">5393 12328 129 0,'1'-12'150'16,"-1"12"-13"-16,1-8-8 0,-1 8-3 0,3-7-10 16,-3 7-12-16,5-7-7 0,1-2-14 0,3 4-7 0,3-2-9 15,6-4-7-15,0 2-16 0,7-3-21 0,1-1-25 16,4 3-28-16,5-3-21 0,-2 0-16 15,-1 2-29-15,5-1-13 0,0 1-56 0,-4-1-178 16,-1 1 79-16</inkml:trace>
  <inkml:trace contextRef="#ctx0" brushRef="#br0" timeOffset="2619.53">10520 12795 53 0,'-10'-3'114'0,"10"3"5"15,0 0-3-15,-10-1 1 0,10 1-9 0,-11 0-3 16,11 0-10-16,-16 0-2 0,7 1 8 0,-3 1-20 16,2-1 0-16,-2 0-6 0,-1 1-5 0,1 0-8 15,-1-1-3-15,3 1-5 0,2-2-3 0,1 1-3 16,-2 2-3-16,-2-1-7 0,4 0-6 0,-5-2-10 16,3 3 4-16,-1 0-3 0,0-2 0 0,0 2-5 15,-1-1-1-15,0 2 4 0,2-1-10 0,-1 1-2 16,-2-1 1-16,5-1 4 0,0-1-8 0,-1 2-1 15,8-3 0-15,-10 3-3 0,10-3 2 0,0 0-3 16,-1 7 2-16,1-7 7 0,15 5 3 0,0-2 6 16,7-1-1-16,13 1 1 0,19-1-1 0,6-4-2 15,2 2 2-15,29-4-1 0,-27-3 9 0,2 3-7 16,32-6-7-16,-33 2 4 0,26-2-2 0,-33 2-2 16,5 1-4-16,-7 0 3 0,-2 1-11 0,-4 1 2 15,-13 1-12-15,-4 0-7 0,-1 1-12 0,-4 0-17 16,-8-1-30-16,-3 0-18 0,-3 3-35 0,0 0-25 0,-5 0-121 15,-1-2-299-15,-2 0 133 0</inkml:trace>
  <inkml:trace contextRef="#ctx0" brushRef="#br0" timeOffset="2954.09">11546 12077 103 0,'0'0'178'0,"-2"-8"-18"0,2 8-10 15,-3-7-8-15,3 7-6 0,0 0-10 16,-2-8-6-16,2 8-11 0,0 0-9 0,0 0-11 16,0 0-8-16,5-9-10 0,0 5-6 0,8-2-5 0,11-6-10 15,9-3-25-15,10-11-32 0,11-2-26 16,25-18-37-16,-21 13-29 0,22-12-28 0,-3 0-112 16,-25 10-258-16,24-12 115 0</inkml:trace>
  <inkml:trace contextRef="#ctx0" brushRef="#br0" timeOffset="12446.71">9022 16525 23 0,'0'0'93'0,"0"0"2"0,0 0-1 0,1-7-5 16,-1 7-8-16,0 0-4 0,0 0-2 0,0 0 1 15,0 0-13-15,0 0-4 0,0 0-2 0,0 0-8 16,0 0-12-16,0 0 3 0,0 0-6 0,3-7-5 16,-3 7-4-16,0 0-1 0,0 0-5 0,0 0 7 15,0 0-12-15,0 0 2 0,0 0-4 0,0 0 1 16,0 0 8-16,0 0-12 0,0 0-8 0,0 0 6 15,0 0-1-15,10 11-1 0,-10-11-1 0,0 0 4 16,5 5-3-16,-5-5 1 0,0 0 1 0,7 4-2 16,-7-4 6-16,0 0 1 0,0 0-2 0,11-4-7 15,-11 4 2-15,16-8 1 0,-6 4-6 16,0-6-7-16,8 0-16 0,5-6-10 0,-1-1-41 0,5-4-20 16,1 2-11-16,1-3-65 0,11-9-183 15,-3-1 82-15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08:20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10776 5373 28 0,'0'0'87'0,"0"0"3"16,-2-7 5-16,2 7-3 0,-2-6-7 0,2 6-11 15,0 0-3-15,0 0-9 0,0 0-4 0,-3-10-7 16,3 10-1-16,0 0 0 0,0 0-9 0,0 0-10 15,0 0-5-15,0 0-4 0,0 0 3 0,0 0-7 16,0 0-4-16,0 0 5 0,0 0-8 0,0 0 5 16,-4-5-14-16,4 5 3 0,0 0 2 0,0 0-4 15,0 0 4-15,0 0-7 0,0 0 1 0,0 0-5 16,0 0 8-16,0 0 0 0,0 0-5 0,0 0 2 16,0 0 3-16,0 0-3 0,0 0 6 0,0 0-7 15,0 0 3-15,11 19-3 0,-11-19 1 0,3 5-7 16,-3-5 5-16,0 0 3 0,3 7 4 0,-3-7-11 15,3 5 5-15,-3-5 0 0,0 0 3 0,0 0-3 16,2 5 2-16,-2-5-2 0,0 0-2 0,0 0 5 16,0 0-3-16,0 0-5 0,0 0 7 0,3 7 3 15,-3-7 0-15,0 0-4 0,0 0-2 0,2 7 0 16,-2-7 3-16,0 0-4 0,5 6 4 0,-5-6-3 16,4 3 5-16,-4-3-3 0,0 0-1 0,4 5-1 15,-4-5 3-15,0 0-3 0,0 0-3 0,5 5 5 16,-5-5-4-16,0 0 5 0,0 0 1 0,0 0 0 15,0 0-1-15,0 0-2 0,0 0 9 0,0 0-12 16,0 0 3-16,0 0-1 0,3 5 1 0,-3-5 0 16,0 0 0-16,0 0-4 0,0 0 3 0,0 0 7 15,0 0-5-15,0 0-3 0,0 0 4 0,0 0 0 16,0 0-1-16,0 0 6 0,0 0-10 0,0 0-1 16,0 0 8-16,0 0-3 0,0 0 5 0,0 0 4 15,0 0-8-15,0 0-1 0,0 0 5 0,0 0-1 16,0 0 1-16,0 0-1 0,0 0-1 0,0 0-2 15,0 0 5-15,0 0-8 0,0 0 12 0,10 0-2 16,-10 0 4-16,0 0-2 0,0 0 2 0,13-5-3 16,-13 5-2-16,11-8-3 0,-1 4 5 0,2-2-4 15,5-2 8-15,-1 1-7 0,11-9 5 0,0 2-7 16,2 0-3-16,-1-1 1 0,4-2-4 0,0 2-12 16,-2-2-11-16,1 5-6 0,-1-1-20 0,-4 2-35 15,-6 4-16-15,-1 4-80 0,-7 0-195 0,-2 2 87 16</inkml:trace>
  <inkml:trace contextRef="#ctx0" brushRef="#br0" timeOffset="60558.07">12033 8139 25 0,'-8'-3'53'0,"8"3"-8"16,-6-3-2-16,6 3 0 0,-6-4-6 0,6 4 0 15,0 0 0-15,-9-1 2 0,9 1-14 0,-7-3-2 16,7 3-5-16,0 0 1 0,-16 0-1 0,8 0 3 15,8 0-9-15,-11 1-1 0,11-1 0 0,-13 0-5 0,5 2 3 16,8-2 2-16,-10 3 0 0,10-3-4 0,-11 1-15 16,11-1 12-16,-11 1 1 0,7 1-2 15,4-2 3-15,-12 1-3 0,12-1 0 0,0 0 2 16,-9 2-2-16,9-2-1 0,0 0 3 0,-6 1 1 16,6-1-2-16,0 0-2 0,0 0 1 0,0 0 0 0,-10 3-3 15,10-3 1-15,0 0-4 0,0 0 9 0,0 0 5 16,0 0 3-16,0 0-4 0,14 12 7 15,-9-11 1-15,1 3-2 0,0-2 7 0,5 1-9 16,2 1 17-16,1-2 2 0,5 2-7 0,-2-1-1 0,2-1-4 16,3 1 4-16,7 2 9 0,1-2-13 0,-1-2 5 15,1 1 6-15,1-2-5 0,0 3-6 16,1-3 6-16,1 0-4 0,1 0-1 0,0-3-2 0,3 3-2 16,1-2 1-16,-3 1-5 0,3-2 5 15,0-1-6-15,3 0 4 0,-1 1-5 0,12-2 0 16,-16 2-1-16,4-1 3 0,-2 1-1 0,1 1-4 0,-1 0-2 15,0-1 4-15,-2 1-10 0,1-1 13 0,2 2-4 16,-5-1-9-16,4 1 0 0,-2-2 9 0,-1 3-1 16,4-1-2-16,-5-2 4 0,2 1-8 0,-2 1-10 15,1 1 20-15,1 0-11 0,-2-2 2 0,2 2 1 16,-2 0-2-16,-3 2 6 0,1-2-5 0,-1 0-4 16,-1 1 1-16,-4 1-4 0,1-2 11 0,-5 0-7 15,8 1 7-15,1-1 1 0,-2 0-6 0,1 0 5 16,-1 0-3-16,2-1-7 0,0 1 6 0,-1 0 5 15,-1-2-1-15,1 2-5 0,1-1-2 0,-2-1 3 16,2 2-1-16,-3-2-2 0,1 0 5 0,0 1-3 16,1-1 2-16,-3 0-3 0,1 1-3 0,3 1 3 15,-1-3 1-15,-2 2-2 0,4 0 1 0,0-2-6 16,-1 2 10-16,0-3-2 0,1 1-1 0,4 2-3 16,-4 0-2-16,2-1-2 0,-1 0 4 0,1-2 5 15,-3 4-9-15,3-1 5 0,-3 0-3 0,2 1 7 16,-3 0-11-16,0-2-2 0,-1 2 8 0,2 2-2 15,-4-2-4-15,0 0 7 0,1 1 4 0,-8-1-3 16,8 0 5-16,-1-1-3 0,0 2-7 0,4-2 5 16,-3 1-2-16,-7 0 1 0,10 0-10 0,-3-4 7 15,-1 4 7-15,0-1-2 0,4 0 9 0,-10 1-12 16,7-2 9-16,0 2-12 0,-8-2 3 0,9 0 1 16,-1 0 6-16,-6 1-7 0,5 0-1 0,1-1 3 15,-9 1 3-15,9-1-2 0,-6 2 3 0,5-3-5 16,-8 2 3-16,4-1 4 0,-1 1-3 0,1-1-9 15,-3 1 9-15,2 0 1 0,1-1-4 0,-3 2 4 16,2-3-4-16,0 2 0 0,6-2 1 0,0 1-4 16,-7 0-1-16,-1 2 2 0,2-3 2 0,7 1 1 0,-8 1 1 15,8-1-4-15,-1 1 3 0,0-2-3 16,-1 0 1-16,1 3 0 0,-6-2-2 0,5 0 2 16,0 2 0-16,-5-2 3 0,7 1 1 0,-1-3-8 15,1 3 6-15,-1 0-8 0,0 1 9 0,0 0-5 16,2-3 0-16,-10 2 8 0,3 1 1 0,0 0-6 15,5-3 7-15,0 3-5 0,-7 0-3 0,-1 0 2 16,8 3-3-16,-8-6 3 0,1 3 0 0,1 0 3 16,1 0-2-16,-2 3 8 0,5-2-5 0,-4-1-8 15,6 0 4-15,-1 0 1 0,-1 1 4 0,3 1 6 0,-2-2-3 16,1 0-10-16,0 0 12 0,-6 0-8 0,6 0 8 16,-8-2-6-16,9 2 8 0,-9 0-4 0,2 0 2 15,6-1-2-15,-8 2-3 0,8-1 7 16,0 0 1-16,-6-1-5 0,6 0 2 0,-6 1 1 0,-1-3-8 15,1 3 4-15,-1-1-7 0,-1 0 5 0,2-1 1 16,-3 1-1-16,2 1 0 0,-1-1-4 0,1 2 6 16,0 0-7-16,1-1 5 0,0 0-5 0,-2 2 3 15,8-4 0-15,-7 2 5 0,-1 0-5 0,2 0 0 16,0 0 3-16,8 0-4 0,-8 0 0 0,4-1 3 16,-3 1-1-16,-2-1-2 0,-1 1-1 0,3-1 1 15,5 1-2-15,-1-2 3 0,-6 0-1 16,7 1 1-16,-7-2-3 0,7 2 4 0,-5-2-1 0,4 0 0 15,1 1 1-15,-6 0 1 0,7-3 0 0,-1 2-3 16,0 1 0-16,-6 0 4 0,6-1-4 0,-6 0 2 16,-3 2 0-16,4-2-1 0,4 1 3 0,-7 1-3 15,2 1-3-15,0-1 2 0,6-1-2 0,-8 1 4 16,7-3 6-16,-5 2-4 0,0 0 1 0,6-1-1 16,-9 2 0-16,8-2 2 0,-8 1-3 0,1 0 4 15,1 0-4-15,-2 0 1 0,-2 0 4 0,0 0-6 16,0 1 0-16,2 2 1 0,-6-1 1 0,0 0-2 15,-2-1 0-15,1 1-4 0,-2 0 3 0,-1 0-1 16,-9 0 4-16,15-1 2 0,-7 1 0 0,-8 0 6 16,12 0-6-16,-12 0 1 0,10 0-3 0,-10 0 3 15,9 0-2-15,-9 0 0 0,0 0 1 0,10 1-2 16,-10-1 3-16,0 0-3 0,0 0-2 0,11-1 0 0,-11 1 1 16,0 0-6-16,0 0 2 0,0 0-3 15,0 0 3-15,11 1 2 0,-11-1-4 0,0 0 2 0,0 0-4 16,0 0 2-16,0 0 1 0,0 0-8 15,0 0-16-15,9 0-18 0,-9 0-14 0,0 0-23 16,0 0-32-16,7 1-12 0,-7-1-35 0,0 0-19 0,8 3-132 16,-8-3-332-16,0 0 147 0</inkml:trace>
  <inkml:trace contextRef="#ctx0" brushRef="#br0" timeOffset="76804.77">14564 11249 35 0,'7'-3'45'0,"-1"2"-8"0,3-1-10 16,0 0-15-16,3 1-23 0,-1 1-14 0,-4-1-25 16,4 2 11-16</inkml:trace>
  <inkml:trace contextRef="#ctx0" brushRef="#br0" timeOffset="77792">16028 10924 10 0,'0'0'134'0,"0"0"5"0,0 0-6 15,0 0-3-15,0 0-7 0,0 0-4 0,0 0-6 16,10 15-6-16,-7-9-10 0,-3-6-6 0,4 10-4 15,-1-3 0-15,0-2-13 0,0 1-5 0,-1 0-8 16,1-1 3-16,-3-5-2 0,5 10-11 0,-3-4-1 16,-2-6-2-16,5 8-2 0,-5-8-4 0,4 5-3 15,0-1 1-15,-4-4-7 0,3 6 1 0,-3-6-4 0,4 4-3 16,-4-4-2-16,0 0 0 0,0 0-8 16,3 6 6-16,-3-6 1 0,0 0-2 0,0 0-2 15,0 0 1-15,21-8-4 0,-7-7-8 0,8-1-10 16,4-6-13-16,12-11-16 0,6-1-13 0,4-7-18 15,23-16-25-15,-3 1-19 0,1-1-27 0,-18 19-40 0,17-18-112 16,-3-2-307-16,-1-1 137 0</inkml:trace>
  <inkml:trace contextRef="#ctx0" brushRef="#br0" timeOffset="90199.25">11258 8946 11 0,'-7'-4'59'0,"7"4"-11"0,0 0-3 0,0 0-6 0,0 0 1 16,-6-5-6-16,6 5-6 0,0 0-9 0,0 0-2 15,0 0-3-15,0 0-8 0,0 0-9 0,0 0 0 16,0 0-3-16,0 0-7 0,0 0 2 0,24 7-7 16,-24-7 0-16,13 1-30 0,-6 0-52 15,1 0 23-15</inkml:trace>
  <inkml:trace contextRef="#ctx0" brushRef="#br0" timeOffset="92713.4">18448 8867 8 0,'-7'1'79'0,"-1"-1"0"16,8 0 2-16,-14-1-5 0,14 1-10 0,-13 0 6 16,13 0-13-16,-15 1 0 0,10-1-5 0,5 0-8 15,-14 0-5-15,6 0 3 0,8 0-4 0,-13 0 7 0,7 1 3 16,6-1-6-16,-17 3-7 0,11-2 8 16,6-1-14-16,-14 1 10 0,8 0-1 0,6-1-13 15,-12 3 9-15,6-2-5 0,6-1-5 0,-14 2-5 0,7-1 2 16,7-1 6-16,-11 2 0 0,11-2-2 0,-10 0 0 15,10 0 1-15,-10 1-5 0,10-1 8 0,-9 0-2 16,9 0-5-16,0 0 0 0,-10 2 2 16,10-2-5-16,0 0 0 0,-7 0-3 0,7 0 1 0,0 0-1 15,0 0 5-15,0 0-11 0,-8 4 3 0,8-4-3 16,0 0 2-16,0 0 0 0,0 0 2 0,0 0-2 16,0 0 1-16,0 0-6 0,0 0 0 0,0 0 2 15,0 0 2-15,0 0-7 0,0 0 4 0,27 0-2 16,-27 0 4-16,18-1-5 0,-6 1 0 0,5-1-3 15,1 2 1-15,2-4 0 0,-2 1 1 0,12-1-1 16,-3-1-6-16,1-1 3 0,1 1 1 16,-1 2 6-16,5-2-9 0,-3 1 4 0,-2-2-2 0,3 3 1 15,-5-1-5-15,-4 2 4 0,9 0-3 0,-3-2-1 16,4-1 6-16,0-1-1 0,-1 2 0 0,-2 1-5 16,2 2 2-16,-1-2 3 0,4 1-7 0,-4 1 8 15,1-3-4-15,0 4-3 0,-1-1 7 0,4 0 1 16,-1-1-3-16,2-2 1 0,-1 3-2 0,-1 0-1 15,0 0-3-15,-2-3 5 0,-1 3-2 0,-2 1-3 16,-6 1 3-16,0-2-2 0,7 0 3 0,-7 3 2 16,-3-2-2-16,3 1 4 0,0-1-7 0,-2-1-4 15,-1 0 7-15,0 3 2 0,-2-2-3 0,-4 2 1 16,0-3 1-16,1 1-1 0,-1 1 1 0,-1-2 0 16,4 2-4-16,-3-2 0 0,0 1 4 0,0-1-3 15,1 0 2-15,-2 0 4 0,-1-1-6 0,3 1-1 0,-3 0 8 16,0-2-6-16,-1 2 0 0,1-2 0 0,-4 1 0 15,-7 1 1-15,16-3-4 0,-10 3 3 16,-6 0 0-16,13-1 1 0,-13 1-4 0,9-1 0 16,-9 1-6-16,0 0-13 0,9 0-17 0,-9 0-13 0,0 0-20 15,6 2-18-15,-6-2-17 0,0 0-13 16,0 0-129-16,0 0-268 0,-5 14 120 0</inkml:trace>
  <inkml:trace contextRef="#ctx0" brushRef="#br0" timeOffset="94191.4">21787 8829 2 0,'0'0'29'0,"-11"0"1"16,11 0 6-16,0 0-7 0,0 0 0 0,-12 0-1 15,12 0 0-15,-13 4-3 0,13-4 7 0,-13 0-1 16,7 2-6-16,6-2 0 0,-16 1-6 0,10 0 9 16,6-1-5-16,-19 2 0 0,10 0-4 0,2-1 7 15,7-1 8-15,-14 1-9 0,14-1 0 0,-10 0 0 16,10 0 9-16,-8 2-1 0,8-2-4 0,0 0-3 15,-10 1 5-15,10-1 5 0,0 0-8 0,-9 1 5 16,9-1 4-16,0 0-5 0,-6 2-4 0,6-2-3 16,0 0 7-16,0 0-10 0,0 0 3 0,-8 1-8 15,8-1 9-15,0 0-4 0,0 0-10 0,0 0 4 0,0 0 18 16,0 0-10-16,0 0 1 0,0 0 7 0,0 0-4 16,0 0-5-16,0 0 5 0,0 0-5 15,0 0 8-15,27 1 1 0,-15-2-10 0,0 0 7 16,4 0-9-16,2-1-2 0,2 1 9 0,8-2 1 0,0-2 2 15,-1 1-3-15,4 2-1 0,-2-1-1 0,4-1 0 16,1 0-2-16,1 2-5 0,0 1-3 16,0-1-1-16,0 1 4 0,2 0-5 0,-2 0 5 15,3 1-4-15,-1-2-1 0,3 2 0 0,10 0 0 0,-11 0 0 16,1 0-3-16,14 0 4 0,-1 0-3 0,1-1 0 16,-4-1 4-16,1 0-8 0,3 0 7 0,3 2 1 15,-2-4 1-15,-2 1-2 0,3 0 5 0,-1 0-3 16,-1 0-5-16,0-2 6 0,4 4-3 0,1-4 0 15,-3 2 3-15,1-3-1 0,-3 0 0 0,-2 3-9 16,-1 0 1-16,2-1 1 0,-15-2 0 0,1 0-1 16,-2 2 2-16,0-2 0 0,-3 2-3 0,1 0 2 15,-1 0-3-15,-4 0-2 0,-1 0 1 0,-1 1-4 16,-6 1 1-16,-2-1 3 0,2 1 3 0,-2 0-1 16,-2 0 1-16,1 0-1 0,-6 1-3 0,1-1-1 15,-2 2 3-15,-2-3 2 0,0 3 0 0,-2 0 1 16,-8 0 2-16,12 0-2 0,-12 0-2 0,11-1 2 15,-11 1 1-15,8-1 0 0,-8 1-7 0,0 0 5 16,0 0-5-16,9-2 0 0,-9 2 3 0,0 0-3 16,0 0 3-16,0 0 0 0,0 0-4 0,0 0 4 15,0 0-3-15,0 0-4 0,10-1 4 0,-10 1-1 16,0 0 1-16,0 0-3 0,0 0 3 0,0 0-9 16,0 0 4-16,0 0 5 0,0 0-3 0,0 0 0 15,0 0 2-15,0 0-3 0,0 0 0 0,0 0-1 16,0 0 1-16,0 0-2 0,0 0 2 0,0 0 3 15,0 0 0-15,0 0-1 0,0 0 0 0,0 0 0 16,0 0 1-16,0 0-4 0,0 0 2 0,0 0 0 16,0 0-2-16,0 0 5 0,0 0-5 0,0 0 5 0,0 0 0 15,0 0-6-15,0 0-3 0,0 0 4 16,0 0-1-16,0 0 4 0,0 0-3 0,0 0 5 16,0 0-2-16,0 0-1 0,0 0 0 0,0 0 2 0,0 0-3 15,0 0 2-15,0 0-1 0,0 0-1 0,0 0-1 16,0 0-5-16,0 0 9 0,0 0-4 0,0 0 1 15,0 0 7-15,0 0-6 0,0 0 0 16,0 0-1-16,0 0-1 0,0 0-1 0,0 0 2 16,0 0 3-16,0 0-2 0,0 0-4 0,0 0 5 0,0 0-2 15,0 0 0-15,2 8 3 0,-2-8 1 0,0 0-3 16,0 0 0-16,0 0 1 0,0 0-2 0,0 0-4 16,0 0 3-16,0 0-5 0,0 0-2 0,0 0 0 15,0 0-4-15,0 0-2 0,0 0 7 0,0 0-14 16,0 0-8-16,0 0 1 0,0 0 3 0,0 0-8 15,0 0-5-15,0 0 1 0,0 0-11 0,0 0-10 16,0 0-17-16,0 0-20 0,0 0 0 0,0 0-17 16,0 0-2-16,-18 7-30 0,18-7-85 0,-10 2-249 15,3-1 110-15</inkml:trace>
  <inkml:trace contextRef="#ctx0" brushRef="#br0" timeOffset="104166.06">19523 8814 25 0,'0'0'67'0,"0"0"-5"0,0 0-4 15,0 0-6-15,0 0 0 0,0 0-8 0,0 0 4 0,0 0-12 16,0 0 1-16,0 0-8 0,0 0-4 16,0 0-1-16,0 0-6 0,0 0 2 0,0 0-4 15,0 0-4-15,0 0-4 0,0 0-4 0,0 0-5 16,0 0-4-16,-2 6-8 0,2-6 0 0,0 0-4 15,0 0-10-15,0 0-11 0,0 0-50 0,1 13-94 16,-1-13 42-16</inkml:trace>
  <inkml:trace contextRef="#ctx0" brushRef="#br0" timeOffset="105813.62">24862 8367 47 0,'0'0'69'0,"-11"-2"2"0,11 2-4 16,0 0-1-16,0 0 5 0,0 0-8 0,0 0-9 16,0 0 6-16,0 0 12 0,0 0-5 0,0 0 8 0,0 0-4 15,0 0-17-15,0 0-1 0,0 0 1 0,0 0-9 16,0 0 1-16,0 0-13 0,0 0 10 0,0 0-7 16,0 0 5-16,0 0-10 0,0 0-1 15,0 0 2-15,0 0-8 0,0 0 0 0,0 0 2 0,0 0 0 16,13 16 4-16,-13-16 3 0,6 7-7 15,-4 0-2-15,-2-7 10 0,5 8-11 0,-4-4 0 16,-1-4-2-16,5 8-3 0,-5-8 2 0,4 6-2 16,-4-6 1-16,4 7 8 0,-4-7 3 0,4 5 1 0,-4-5 6 15,6 7 1-15,-2-5-1 0,-4-2-7 0,6 4-1 16,-6-4 2-16,11 4-1 0,-8-2-1 0,-3-2-1 16,12-1 1-16,-12 1-4 0,10 1-2 0,-10-1 1 15,9 0 2-15,-9 0-6 0,10 0 0 0,-10 0-1 16,0 0-1-16,13-3 0 0,-13 3-2 0,10-3-1 15,-5 0-3-15,-5 3 1 0,8-2-2 0,-8 2 0 16,8-3-2-16,-8 3-2 0,0 0 0 0,9-2 4 16,-9 2-3-16,9-5-1 0,-4-1-1 0,1 3 0 15,-6 3-1-15,9-7 0 0,-5 2-1 0,3 1 1 16,3-1-1-16,-4 1 1 0,2-5 0 0,0 1 0 16,1 2-4-16,7-8-3 0,-2 3 5 0,1-3 3 15,7-2-6-15,3 0 1 0,-2-4-1 0,4 0-5 16,-4-1-4-16,9-2-9 0,-3 0 0 0,11-6-5 15,0-2 6-15,0 2-2 0,-7 8-2 0,6-7 1 16,-8 5 4-16,1 3 1 0,10-6-4 0,-12 8 8 16,-1-1-4-16,0 4 5 0,-2-1-1 0,-2 4 1 15,-8 2-4-15,0 1 7 0,-2 1 1 0,3 0-5 16,-3 1 10-16,-3 0-7 0,1 2 2 0,-4 1 1 16,1-1 4-16,-4 4 0 0,1-3 3 0,-7 4 3 15,10-4-2-15,-10 4 6 0,8-5-1 0,-8 5 3 0,5 0-3 16,-5 0 6-16,0 0-1 0,0 0-2 0,6-4 0 15,-6 4-3-15,0 0 1 0,0 0 2 0,0 0 1 16,0 0 2-16,7-3-4 0,-7 3 5 0,0 0-2 16,0 0-3-16,0 0 0 0,0 0-2 0,0 0 0 15,0 0 0-15,0 0-1 0,0 0-4 0,0 0 3 16,0 0-3-16,0 0 0 0,0 0 1 0,0 0-3 16,0 0 4-16,0 0-1 0,0 0-5 0,0 0 2 15,0 0-5-15,0 0-10 0,0 0 1 0,0 0-10 16,0 0-2-16,0 0-15 0,0 0-3 0,0 0-8 15,0 0-7-15,0 0-17 0,0 0-10 0,0 0 0 16,0 0-8-16,0 0-6 0,0 0-8 0,0 0-9 16,-11 20-15-16,6-13-105 0,-4 1-255 0,0-1 113 15</inkml:trace>
  <inkml:trace contextRef="#ctx0" brushRef="#br0" timeOffset="113009.66">13712 10035 18 0,'0'0'30'0,"0"0"6"15,0 0 1-15,0 0-5 0,7 1-8 0,-7-1 4 16,0 0-12-16,7 5 5 0,-7-5-1 0,0 0-1 15,3 7-2-15,-3-7 8 0,4 6 1 0,-4-6 4 16,4 7-1-16,-1-3-9 0,-3-4 1 0,4 10-9 16,-2-4 5-16,-2-6-3 0,7 6-1 0,-4 1 2 15,-1-2 11-15,-2-5 2 0,6 8 6 0,-3-2-2 16,1-1-19-16,0-1 11 0,-4-4-4 0,5 6-4 16,0-2 1-16,-5-4-2 0,8 7 0 0,-7-4-4 15,-1-3 2-15,8 7-6 0,-8-7 11 0,5 5-8 16,-5-5 1-16,7 4-6 0,-7-4 5 0,4 3 7 15,-4-3-12-15,0 0 3 0,7 4 1 0,-7-4-1 16,0 0-7-16,7 4 4 0,-7-4 3 0,0 0-5 16,6 2-1-16,-6-2 9 0,0 0-4 0,6 4 0 15,-6-4 10-15,0 0 0 0,0 0-5 0,6 3 5 16,-6-3 6-16,0 0-11 0,0 0 7 0,0 0-1 16,0 0 4-16,7 3 0 0,-7-3 0 0,0 0 2 15,0 0-1-15,0 0-1 0,12-3-4 0,-12 3 2 16,12-9 11-16,-3 3-6 0,4-3-1 0,5-3 4 15,5-4-4-15,2-1-6 0,6-5-7 0,5-9 13 16,4-2-4-16,0 0 0 0,2-3 6 0,4 4-3 0,2 0 1 16,0 1-8-16,1 3 4 0,-3 0-3 15,2-2 1-15,-4 5 7 0,-9 6-11 0,9-3 4 16,-11 6-2-16,-3 2-1 0,-3 2-4 0,-2 2-2 16,-7 2-4-16,0 1 7 0,-3 0-1 0,-3 3-3 15,-1 1 0-15,-2-1 0 0,-2 1-5 0,-1 1 3 0,-6 2-1 16,9-2-5-16,-9 2 3 0,6-2 5 15,-6 2-4-15,0 0-2 0,9-3 3 0,-9 3 0 16,0 0-1-16,0 0-1 0,0 0 1 0,0 0-1 16,0 0-2-16,0 0 8 0,0 0-6 0,0 0 3 0,0 0-13 15,0 0 12-15,0 0-2 0,0 0-7 16,0 0 6-16,0 0-4 0,0 0-1 0,0 0-10 16,0 0-11-16,0 0-15 0,0 0-14 0,0 0-13 0,0 0-6 15,0 0-21-15,0 0 7 0,-15 18-27 16,15-18-101-16,2 15-231 0,-2-5 101 0</inkml:trace>
  <inkml:trace contextRef="#ctx0" brushRef="#br0" timeOffset="113804.63">16107 11072 56 0,'0'0'48'0,"0"0"-6"0,10 6-16 0,-10-6-11 16,0 0-11-16,3 5-12 0,-3-5-23 0,1 8-33 16,-1-8 15-16</inkml:trace>
  <inkml:trace contextRef="#ctx0" brushRef="#br0" timeOffset="114056.4">16326 11139 11 0,'0'0'43'0,"0"0"-13"0,0 0-13 0,0 0-2 16,0 0-8-16,0 0-5 0,0 0-5 0,0 0-18 16,5 2-22-16,-5-2 10 0</inkml:trace>
  <inkml:trace contextRef="#ctx0" brushRef="#br0" timeOffset="117315.85">16746 11075 56 0,'0'0'50'0,"0"0"2"0,0 0-6 15,0 0-6-15,0 0-6 0,0 0-4 0,0 0-2 16,0 0-1-16,0 0-5 0,0 0-6 0,0 0-4 16,0 0 5-16,0 0-8 0,0 0 2 0,4 5-3 15,-4-5-2-15,0 0 1 0,0 0-1 0,0 0-10 16,-1 10 1-16,1-10 2 0,0 0-9 0,0 0 1 15,0 0 3-15,0 0-4 0,0 0-4 0,-4 7-4 16,4-7-1-16,0 0 5 0,0 0-3 0,-1 10 0 0,1-10-5 16,0 0-6-16,-2 7-20 0,2-7-51 15,0 0 22-15</inkml:trace>
  <inkml:trace contextRef="#ctx0" brushRef="#br0" timeOffset="124387.7">22475 12165 76 0,'0'0'109'0,"0"0"-7"15,0 0-4-15,0 0-7 0,0 0-2 16,0 0-3-16,0 0-3 0,0 0-10 0,0 0-5 16,0 0-10-16,0 0 2 0,11-11-3 0,-11 11-4 15,0 0-19-15,0 0 13 0,0 0-2 0,0 0-1 0,0 0 1 16,0 0-4-16,0 0-7 0,0 0 6 16,0 0-4-16,0 0-11 0,0 0 1 0,0 0-4 15,0 0-4-15,0 0-2 0,0 0 7 0,0 0-8 16,0 0-3-16,0 0 4 0,0 0-7 0,0 0 1 0,0 0 2 15,0 0 5-15,0 0-5 0,0 0 0 0,4 11 0 16,-4-11 2-16,2 6-3 0,-2-6 11 0,8 7 1 16,-5-3-1-16,-3-4 1 0,7 5-2 15,-4-1 0-15,0 1-9 0,-3-5 6 0,7 11-3 0,-5-7-2 16,2 0-1-16,-4-4 3 0,6 8 2 0,-3-4-4 16,-3-4-1-16,5 8 2 0,-2-6-6 0,-3-2 4 15,2 8 2-15,-2-8-5 0,6 6 0 0,-6-6 4 16,3 5-8-16,-3-5 1 0,5 5 1 0,-5-5-2 15,0 0-5-15,5 5 6 0,-5-5 1 0,0 0-4 16,4 5 5-16,-4-5-2 0,7 2 0 0,-7-2 1 16,0 0 0-16,16-5-3 0,-9 1-3 0,2-2 4 15,1-1 0-15,6-4-5 0,1 1 7 0,0-1-3 16,4-5-1-16,5-2 1 0,-5 0 0 0,4 0-4 16,2 1 2-16,-2 0 3 0,1 0-7 0,2 0 1 15,-2-2 2-15,-2 4-1 0,0 1-2 0,0-3 1 16,-7 5 0-16,6-4 1 0,-6 4-4 0,-1 1 9 15,0 1-2-15,-2 0 1 0,0 2 12 0,-5 1-2 16,0 0 0-16,0 2 1 0,-1 0 6 0,-2 0 5 16,0 1-3-16,-2 1 2 0,-4 3-5 0,8-7 2 15,-8 7-2-15,6-3 0 0,-6 3-6 0,0 0 7 16,6-4-9-16,-6 4 3 0,0 0-1 0,0 0 4 16,0 0-5-16,7-2-1 0,-7 2 0 0,0 0 1 15,0 0-5-15,0 0 3 0,0 0-3 0,0 0-2 0,0 0 0 16,0 0-1-16,0 0 1 0,0 0-1 0,0 0 2 15,5-4-3-15,-5 4 1 0,0 0-1 16,0 0 0-16,0 0 3 0,0 0-3 0,0 0-4 16,0 0 8-16,0 0-7 0,0 0 4 0,0 0 1 0,0 0-3 15,0 0 2-15,0 0-2 0,0 0 2 0,0 0-5 16,0 0 5-16,0 0-5 0,0 0 3 16,0 0-4-16,0 0 1 0,0 0-1 0,0 0 2 0,0 0 2 15,0 0-2-15,0 0 0 0,0 0 1 0,0 0-2 16,0 0 6-16,0 0-4 0,0 0-4 0,0 0 2 15,0 0 0-15,0 0 0 0,0 0 1 0,0 0 0 16,0 0-3-16,0 0 0 0,0 0 1 0,0 0-1 16,0 0 7-16,0 0-3 0,0 0-1 0,0 0-4 15,0 0 2-15,0 0 2 0,0 0-3 0,0 0 3 16,0 0 1-16,0 0-2 0,0 0 3 16,0 0-4-16,0 0 2 0,0 0-3 0,0 0 2 15,0 0 0-15,0 0 0 0,0 0-1 0,0 0 1 0,0 0-1 16,0 0 2-16,0 0 1 0,0 0-2 0,0 0-1 15,0 0 4-15,0 0-3 0,0 0 1 0,0 0-2 16,0 0 2-16,0 0-1 0,0 0 2 0,0 0-2 16,0 0 1-16,0 0-2 0,0 0 1 0,0 0 0 15,0 0-2-15,0 0 4 0,0 0-3 0,0 0-1 16,0 0 2-16,0 0-1 0,0 0-1 0,0 0 1 16,0 0 2-16,0 0-1 0,0 0 0 0,0 0 4 15,0 0-2-15,0 0-5 0,0 0 9 0,0 0-8 16,0 0 2-16,0 0-1 0,0 0 1 0,0 0-3 15,0 0 6-15,0 0-2 0,0 0 1 0,0 0-5 16,0 0 3-16,0 0 1 0,0 0 1 0,0 0-3 16,0 0 1-16,0 0-1 0,0 0 1 0,0 0 1 15,0 0-1-15,0 0-2 0,0 0 4 0,0 0-4 16,0 0 2-16,0 0-3 0,0 0 6 0,0 0-3 16,0 0-1-16,0 0-1 0,0 0 1 0,0 0 3 15,0 0 0-15,0 0-3 0,0 0 2 0,0 0-1 0,0 0-2 16,0 0 1-16,0 0 2 0,0 0 1 0,0 0-1 15,0 0-1-15,0 0-1 0,0 0 0 16,0 0 0-16,0 0-3 0,0 0 4 0,0 0-1 16,0 0 3-16,0 0-2 0,0 0-1 0,0 0 3 15,0 0-3-15,0 0 1 0,0 0 2 0,0 0-2 0,0 0 0 16,0 0-2-16,0 0 2 0,0 0 2 0,0 0-2 16,0 0 0-16,0 0 3 0,0 0-4 0,0 0 0 15,0 0 2-15,0 0-1 0,0 0 2 0,0 0-3 16,0 0 3-16,0 0-1 0,0 0 1 0,0 0-1 15,0 0 0-15,0 0 0 0,0 0 1 0,0 0-1 16,0 0-4-16,0 0 3 0,0 0 0 0,0 0 1 16,0 0-1-16,0 0 2 0,0 0-3 0,0 0 0 15,0 0-4-15,0 0-4 0,0 0-3 0,0 0-6 16,0 0-10-16,0 0-9 0,0 0 0 0,0 0-18 16,0 0-15-16,0 0-23 0,0 0-14 0,0 0-19 15,0 0-6-15,0 0-7 0,-19 13-10 0,19-13-16 16,-10 3-97-16,4-2-284 0,6-1 127 0</inkml:trace>
  <inkml:trace contextRef="#ctx0" brushRef="#br0" timeOffset="141785.26">26838 10701 50 0,'-7'-1'80'0,"7"1"-2"0,0 0 12 0,-11-3-25 16,11 3 11-16,0 0-13 0,-10 0 8 0,10 0-5 15,0 0-14-15,-12 2-2 0,12-2-1 0,0 0 4 16,-13 1-4-16,13-1 6 0,-8 1-14 0,8-1 6 15,0 0-9-15,0 0-5 0,-9 2-3 0,9-2-5 16,0 0-3-16,0 0-6 0,0 0 1 0,0 0-6 16,0 0-4-16,0 0 14 0,0 0-2 0,0 0-3 15,19 6-3-15,-6-5 13 0,5 0-9 0,2-2 5 16,9 0-4-16,8 0 1 0,1-3 3 0,22 0 9 16,33-5 0-16,-3 1-1 0,4-4-2 0,5 1-2 15,3-4 0-15,0 2-4 0,3 4-5 0,0-4-2 16,4-1 7-16,3 4-5 0,0-2 1 0,3 3 0 15,0 3-1-15,1 1-5 0,-2-2 4 0,6 0 1 16,-3 0 6-16,2 2-4 0,2 1-1 0,2-2 7 16,-8 2-6-16,4 0 5 0,-2-2-3 0,-2-1-6 15,-2 0 8-15,4-3-4 0,-3 5-2 0,-8-2 0 16,-1-3-6-16,-9 1 2 0,-2 2-1 0,0-2-2 16,-31 1 3-16,3 2 15 0,26-4-9 0,-32 5-1 15,-1-2-9-15,-2 1 1 0,-6 1-9 0,-13 2-14 16,0-2-12-16,-7 2-22 0,-4 0-21 0,-6 2-31 15,-8-2-19-15,-4 4-25 0,-9-1-135 0,5 3-299 16,-5-3 133-16</inkml:trace>
  <inkml:trace contextRef="#ctx0" brushRef="#br0" timeOffset="142516.84">26733 9784 28 0,'-7'-17'104'0,"1"1"-3"0,0 0 3 0,0 1-18 16,-1 2-5-16,1 0 8 0,2 2 7 0,-2 0 2 16,2 1-18-16,2 2-4 0,-5 3-8 0,5-2-17 0,2 7 6 15,-4-9-4-15,1 2-5 0,3 7-7 16,-4-7-4-16,4 7-9 0,0 0-10 0,-5-5 8 16,5 5-7-16,0 0-3 0,0 0 0 0,0 0 3 15,0 0-2-15,-2 22-5 0,7-6 13 0,-5 3 3 16,6 5 4-16,1 7-4 0,4 1-1 0,1 17 3 0,3 2 6 15,1 6 0-15,4 25-2 0,2 3-8 16,-1-2 0-16,-4 6 0 0,2-2-1 0,-1-1-1 16,2 5-5-16,0 5-2 0,3 3 5 0,-3-2-7 15,7 5 2-15,-7 3-3 0,-3-4 3 0,2 1-8 0,-2-1 7 16,2 0-7-16,-1-4-2 0,-5-2-4 0,-4-2-6 16,7-2-4-16,-5-7-11 0,1-26-5 15,-4 26-12-15,1-26-16 0,5 22-17 0,-5-27-26 16,0 3-23-16,2-5-24 0,-6 3-106 0,3-4-267 0,-3-3 117 15</inkml:trace>
  <inkml:trace contextRef="#ctx0" brushRef="#br0" timeOffset="144967.1">27013 10708 70 0,'0'0'71'0,"0"0"4"0,0 0-9 0,0 0 0 0,0 0-5 16,0 0-6-16,0 0-2 0,11-8-2 0,-11 8-3 15,0 0-9-15,0 0 5 0,0 0-7 0,0 0-9 16,0 0 2-16,0 0 1 0,0 0-9 0,0 0 0 16,0 0-2-16,0 0-2 0,0 0 0 0,0 0-9 15,0 0 7-15,0 0-10 0,0 0 5 0,0 0-5 16,0 0 10-16,0 0-3 0,0 0-5 0,0 0 1 16,-17 11-4-16,17-11-13 0,0 0 9 0,0 0 4 15,-4 7-5-15,4-7 1 0,0 0 5 0,0 0-2 16,-5 4-1-16,5-4-6 0,0 0 4 0,0 0 4 15,0 0-5-15,0 0 8 0,0 0 2 0,0 0-5 16,0 0 9-16,0 0-9 0,-12-2 7 0,12 2 0 16,0 0 7-16,0 0 0 0,0 0-11 0,0 0-8 15,-6-10 10-15,6 10-6 0,-2-7 8 0,2 7-1 16,-2-9-7-16,2 9-3 0,2-10 11 0,-2 10-1 16,-2-11-5-16,2 11-2 0,0-11 1 0,0 3 1 0,0 8-2 15,0-15-3-15,2 7-12 0,-2 0 13 0,0-2-2 16,2 1 3-16,-2-2-1 0,0 1 7 0,2 1-6 15,0-3 0-15,0 3 2 0,1-2 4 16,1 1 2-16,-1-1-3 0,-1-1 9 0,2 0-6 0,-1 1-2 16,3 2-1-16,-4-4 3 0,1 4-3 0,1-2 6 15,0 0-1-15,2 3 5 0,-4-2 2 0,0-1-1 16,2 1 5-16,-1-1-7 0,-1 0-4 0,2 1 1 16,-2 1 4-16,2-2-5 0,0 0 5 0,-2 2-7 15,0-1 7-15,0 3-5 0,-2-1 4 0,3 1-3 16,-3 7 0-16,1-14 0 0,-1 9-4 0,0 5 5 15,3-13-4-15,-3 7-4 0,0 6 2 0,2-11 6 16,-2 11-3-16,2-8 1 0,-2 8-9 0,2-9 8 16,-2 9-10-16,4-7 11 0,-4 7-3 0,1-7-1 15,-1 7-5-15,2-9 8 0,-2 9-5 0,2-7-2 16,-2 7-1-16,3-8 4 0,2 3 5 0,-5 5-1 16,4-6-2-16,-2 0-5 0,-2 6 7 0,6-10-2 15,-5 6-3-15,3-1 4 0,-4 5-6 0,10-8 0 16,-6 5-1-16,0-4 5 0,-4 7-12 0,7-10 5 15,-3 7 6-15,1-2-5 0,-5 5 1 0,9-8 0 16,-6 5-2-16,-3 3 3 0,6-7-2 0,-6 7-3 16,6-5 5-16,-6 5-9 0,3-6 0 0,-3 6 2 15,0 0 4-15,6-2-2 0,-6 2 0 0,0 0-3 16,10-2 1-16,-10 2-1 0,0 0 3 0,0 0 2 16,10 0 6-16,-10 0-9 0,0 0 0 0,11 2 0 15,-11-2-4-15,6 3 1 0,0 1 3 0,-6-4-1 16,7 4 1-16,-7-4 2 0,8 6 1 0,-5-3-1 0,-3-3-2 15,9 6-5-15,-6-2 7 0,1 0-2 0,0 1 0 16,-4-5 2-16,9 7 3 0,-3 0-6 16,-2-1-1-16,2-1 7 0,-2 2-4 0,1-2 0 15,-1 0 0-15,1 4 0 0,0-4 5 0,-1 5-4 0,1-1-1 16,-1-3-2-16,2 2-1 0,-3 2 4 0,-1-5-2 16,3 5-1-16,0 0 1 0,-3-2 0 15,2 0-1-15,1 2 7 0,-1-1-8 0,0 0 3 16,-2 0 0-16,2 1 3 0,0-1-3 0,0 0 1 0,-1 1 0 15,1-1 3-15,0 0-2 0,0 0-1 0,-2-2-6 16,1 1 4-16,2 0-3 0,0 1 8 0,-3 0-4 16,2 0 5-16,0 0-6 0,1 0 3 0,-3-2-3 15,2 1 1-15,2 3 1 0,-4-2-1 0,2 1 2 16,2-1 1-16,-4-1-5 0,1-1 7 0,1 2-2 16,-2 0-4-16,4 1 2 0,-2-2-4 0,0 2-3 15,-1-2 4-15,-1 2 3 0,2-1 0 0,-1-2-2 16,1 0 0-16,-2 1 1 0,3 3 0 0,0-4 1 15,-3 2 0-15,4-1-1 0,-6-2 3 0,5 3-6 16,-1 0 4-16,-2 0 0 0,0-1-3 0,3 1 3 16,-4-3 2-16,3 1-1 0,-2 2-5 0,1-3 5 15,-2 0-2-15,2 0 1 0,-1 0 1 0,-2-6-4 16,4 12 6-16,-2-7-1 0,-2-5-2 0,6 9-5 16,-4-4 7-16,-2-5-2 0,2 9 1 0,0-4-8 15,2 0 5-15,-4-5 3 0,3 9 2 0,-3-4-2 16,0-5-2-16,4 8 1 0,-2-3-2 0,-2-5 0 0,3 7 2 15,-3-7-1-15,0 0 0 0,4 8 3 16,-4-8-3-16,2 7-1 0,-2-7-1 0,5 7 2 16,-5-7 1-16,4 7-6 0,-4-7 9 0,1 6-5 15,-1-6-1-15,4 5 3 0,-4-5 4 0,2 7-2 16,-2-7-8-16,4 4 3 0,-4-4 3 0,3 6-1 16,-3-6-1-16,0 0 4 0,4 7-6 0,-4-7-2 15,5 4 7-15,-5-4 2 0,5 7-5 0,-5-7 11 16,6 4-10-16,-6-4 1 0,6 5-2 0,-6-5 1 0,1 5-1 15,3-1-4-15,-4-4 6 0,6 3 1 16,-6-3-5-16,3 5 7 0,-3-5-5 0,7 3 0 16,-7-3 3-16,7 4 0 0,-7-4-2 0,0 0 1 0,4 5 3 15,-4-5-7-15,7 3 2 0,-7-3 0 0,0 0 1 16,4 4 0-16,-4-4 0 0,0 0-1 0,0 0 4 16,8 2-3-16,-8-2 0 0,0 0 1 0,4 4-2 15,-4-4 1-15,0 0-2 0,0 0 4 0,0 0-3 16,0 0-1-16,7 2 6 0,-7-2-1 0,0 0-1 15,0 0 0-15,0 0 0 0,6 4-4 0,-6-4 1 16,0 0 2-16,0 0 0 0,0 0 0 0,0 0 0 16,0 0-3-16,0 0 4 0,0 0-1 0,0 0 4 15,0 0-5-15,9 2-3 0,-9-2 3 0,0 0 2 16,0 0-6-16,0 0 4 0,5 1 2 0,-5-1 0 16,0 0-1-16,0 0-3 0,0 0 0 0,0 0 4 15,8 3-4-15,-8-3 2 0,0 0-6 0,0 0 5 16,7 5-1-16,-7-5 2 0,0 0-1 0,6 1 3 15,-6-1-6-15,0 0 8 0,8 4-3 0,-8-4 0 16,0 0-4-16,6 3 1 0,-6-3 3 0,5 2-4 16,-5-2 4-16,0 0 3 0,0 0-8 0,8 1 6 15,-8-1-2-15,0 0 7 0,0 0-6 0,5 2 0 16,-5-2 0-16,0 0 6 0,0 0-8 0,8 2 1 16,-8-2 0-16,0 0-1 0,0 0 0 0,10 2 3 15,-10-2-12-15,0 0 12 0,7 0-1 0,-7 0-2 16,0 0 3-16,0 0 1 0,12 0-2 0,-12 0-1 15,0 0-2-15,0 0 6 0,11-2-4 0,-11 2-1 16,0 0 2-16,10-2 0 0,-10 2-4 0,5-2 2 16,-5 2-3-16,0 0-2 0,8-3-11 0,-8 3-2 15,6-3-16-15,-6 3-11 0,7-3-27 0,-1 0-19 0,-6 3-45 16,10-5-126-16,-10 5-284 0,6-3 126 0</inkml:trace>
  <inkml:trace contextRef="#ctx0" brushRef="#br0" timeOffset="148932.73">27717 10923 39 0,'0'0'90'0,"0"0"-6"0,0 0-15 0,0 0 4 16,0 0-12-16,0 0-11 0,2-8-6 0,-2 8 0 16,0 0 6-16,0 0-5 0,0 0 6 0,0 0-3 15,18 7-8-15,-18-7-4 0,0 0 2 0,9 4-6 16,-9-4-1-16,7 3-12 0,-1 0 5 0,-6-3 0 16,8 5-1-16,-4-3-10 0,-4-2 1 0,8 4 17 15,-3-1 0-15,-5-3-1 0,9 3 5 0,-9-3-2 16,9 2-5-16,-9-2 3 0,7 0 8 0,-7 0-10 15,10 2 4-15,-10-2 0 0,10-4-3 0,-10 4-8 16,11-3 6-16,-4 0-4 0,-1-1-1 0,2 1 6 16,-2-2-6-16,0 0-6 0,4 1 3 0,-3-3 0 15,1 2-4-15,-1 0 3 0,0-3-3 0,0 2-3 16,0-2-2-16,-1 1-4 0,1-1 11 0,-3 2-7 16,4-3 0-16,-1 1-2 0,-2 0-1 0,0 0 3 15,0-3-6-15,-1 3-1 0,1-2-2 0,-1 2 2 16,0-3 2-16,-1-1-1 0,1 1 3 0,-1-1-9 15,1-4 1-15,3 1-3 0,-2-1 11 0,-1 0-9 16,0 0 5-16,-1-1-12 0,1-2 10 0,-4 1-2 16,4-1 0-16,-2-1 2 0,-1 0-2 0,1 1 0 0,3-6 4 15,-5 1-2-15,2 5-1 0,2-2-5 0,-4 2 1 16,3-5 7-16,-5 4-8 0,5-7 4 16,0 2 0-16,-3 6 0 0,5-6-3 0,-8 5 1 15,8-6 6-15,-3 6-3 0,0-5-3 0,3-3 2 0,-1 2 2 16,-1-1-5-16,4-1 0 0,-2 3 7 15,0 0-5-15,-1 0-3 0,1-1 6 0,0 1-4 16,1-1 1-16,-1 1-2 0,0 1 8 0,-3 5-10 16,3-8 5-16,0 2 3 0,-1 0-5 0,-2 6 0 0,2-7 1 15,-1 1 3-15,0 6-3 0,-2 0 3 16,1-6-8-16,0 5 3 0,0 2 4 0,-2 2-5 16,3-2 6-16,-2 4-2 0,1-2-2 0,-2 0-4 15,0 3 2-15,0 1 1 0,0 1 4 0,-2-1-1 0,2 0 1 16,2 1-8-16,-4-1 11 0,2 1-1 0,2-3 2 15,-2 2 2-15,0 2-5 0,0-4 2 0,1 3-2 16,-1-1 2-16,2 0 2 0,-2 1-3 0,1 0 5 16,1-1-9-16,1 2 6 0,-3-2-4 0,1 2 8 15,-1 10 3-15,1-12 7 0,-1 12-3 0,0-8-6 16,0 8 6-16,0-9-6 0,0 9 1 0,1-7-4 16,-1 7 0-16,0 0 0 0,0 0 2 0,3-7-3 15,-3 7-5-15,0 0 0 0,0 0-5 0,0 0 2 16,0 0-1-16,0 0 4 0,0 0-4 0,0 0 1 15,0 0 2-15,0 0-1 0,0 0 0 0,16 14 0 16,-12-8 1-16,2 3 1 0,-3 1-3 0,3-1 1 16,-1 2-1-16,0-2 3 0,1 3-1 0,-1-1-2 15,2 5-2-15,-3 0 6 0,7 1-4 0,-6 1 7 16,4-1-9-16,0 0 7 0,4 5-1 0,-4-4 0 16,5 5-6-16,-7-6 1 0,4 7 1 0,-2-6 4 15,2 7-5-15,0-4 7 0,-4-3-7 0,6 6 3 16,-2-1 2-16,1 0-1 0,-1 1 1 0,0-1-2 15,-1 2 5-15,0-2-5 0,2 2 1 0,-2 0-4 16,0 2 3-16,-2-1 2 0,3 3 1 0,-2-1 5 16,-1 3-8-16,-1-3 4 0,2 0-7 0,-1 2 6 15,0-1 1-15,0 0-5 0,3 1 5 0,-1-1-3 16,0 1 1-16,4 1-2 0,0-4-1 0,2 2 3 16,-3-3-1-16,2 1 3 0,-1-1-5 0,2-1 2 15,1-1 2-15,-2 1-1 0,2-3 1 0,-3-1-1 16,2 2-3-16,0-1 4 0,0 0-2 0,-1 0 3 0,-4-5-2 15,2-2-4-15,1 6 1 0,0 1 2 16,1-2 2-16,1 2-1 0,-7-7 0 0,2 3 5 16,3 3-4-16,-3-4-3 0,-1-1 3 0,1-3-3 15,0 3-2-15,-2-3 5 0,3 1 1 0,0 1-4 0,-2-1 0 16,3 0 1-16,0 0-2 0,-1-3 5 16,1 0-2-16,1 1 1 0,-2-3-2 0,-3 1-7 15,1-2 3-15,3-1 4 0,-2 0 0 0,2-2 5 16,-2 2-3-16,-2-1-1 0,-1-2-4 0,3 2 6 15,-1-2-1-15,-3-1-4 0,1-1 1 0,-2-1 2 16,2 0-2-16,-8-1 4 0,14 1-8 0,-8-1 7 0,-6 0 5 16,14 0-7-16,-5-1 0 0,-1 2 0 0,-8-1-11 15,18-3 9-15,-8-1 4 0,0 2 2 16,0-3-2-16,-1 0-8 0,-1 1 6 0,2-3-2 0,-1 2 7 16,0 0-4-16,-2-2-2 0,0 0 0 0,2 1 1 15,-2-5 1-15,0 3-1 0,0 1-2 0,0 0 2 16,0-3-2-16,-2 1 3 0,1-1-1 15,-1 0-7-15,0-1 3 0,-1 1 4 0,0-1-10 16,-3-1 9-16,3-1 0 0,0 2-3 0,-1-4 7 0,-1-2-5 16,1 2-6-16,-3-2 3 0,1-1-2 0,0-2-1 15,2 3 0-15,-3-7-14 0,1-1 13 0,2 0-3 16,-2 6-5-16,-1-5 5 0,2 0 1 0,-2-2-2 16,0 7 4-16,2-6-5 0,-1 0-4 0,2-2 2 15,-2 0-1-15,-1-2 0 0,0 0-1 16,-1 0-3-16,1-2 10 0,1 0-4 0,0 0-1 0,-1-2-2 15,1 0 0-15,1 1 3 0,-2 0 2 0,-3-2-2 16,3 2 7-16,-1 2-11 0,-3-1 2 0,3 1 1 16,-3 1-1-16,0-1-2 0,-2-1-3 0,3 1-6 15,1-2 12-15,-1 2-10 0,-2-3 5 0,0 1 0 16,1-2-2-16,-1 0-3 0,0-1 0 0,0-10-1 16,-2 12 3-16,5-2-4 0,-3 0 7 0,-2 0 5 15,6 0-6-15,-3 2 12 0,2 1-7 0,-1-1 4 16,4 3 10-16,1 0-20 0,-2 1 16 0,0 2 0 15,1 0 0-15,0 7-1 0,-1-6 3 0,3 2-3 16,-3 4 2-16,0-4-6 0,2-2 5 0,-2 9 2 16,0-2-3-16,3 0 2 0,-3-7 12 0,1 10-2 15,0-2-3-15,1-1 1 0,0 3 2 0,2-2-8 16,0 2 6-16,-2 4 1 0,4 1-13 0,-3-1 20 16,2 2-6-16,-1 1-8 0,0 2-1 0,0 1 4 15,0-1 5-15,-2 3-5 0,4 0 4 0,-3-2-12 16,-3 6 4-16,10-6 12 0,-4 4 0 0,-6 2-8 15,13-1-3-15,-13 1-2 0,15 5 4 0,-8-1 1 16,2 3 5-16,0 0-7 0,0 1 5 0,3 4-3 16,-2-3 3-16,0 4 0 0,1 2-1 0,1-1-3 15,0 4 6-15,4 3 3 0,-4-3-6 0,3 1 0 16,-2 5-2-16,1-2 1 0,1 1 5 0,-3-1-12 16,1 0 9-16,-2 5 3 0,2-2-9 0,0 1 6 15,-2 6 5-15,3-5-1 0,-4 4 0 0,3-2-2 16,0 4 8-16,-1 2-12 0,0-2 6 0,-1 2-4 15,0 0 4-15,6 8-3 0,-6-8-1 0,1-3 0 0,-2 1-1 16,4 11 9-16,-1-13-12 0,1 2 5 16,2-1-1-16,-3 1-4 0,9 10-1 0,-9-11 2 15,5 10 11-15,-4-9-5 0,2 11-5 0,-3-11-3 16,6 9-1-16,0 2 7 0,-6-11-5 0,9 11 2 0,-3-3-5 16,-4-10 8-16,1 2 1 0,5 12 2 15,-7-13-5-15,6 12 1 0,-6-12-3 0,-1 1 3 16,-1 0-7-16,2 0 10 0,7 10-2 0,-10-9-1 15,1-4 8-15,3 4-8 0,2-1 8 0,-2 0 0 16,1-1 2-16,1-1-4 0,-1-1 0 0,4 2 1 0,0-3-5 16,2-1 2-16,1 0-5 0,8 8 8 0,-7-11-7 15,2 0-1-15,1-2 7 0,1-1 2 16,-4 1 6-16,3-5-10 0,1 2 6 0,-1-5-6 16,1 0 8-16,-1-1-1 0,-2 0-3 0,2-1-5 0,-9-6 1 15,1 0 6-15,1-1-2 0,-1-3-2 16,0 3 0-16,1-2 1 0,-2-4 2 0,0 2-4 15,-4-1-4-15,-1-1 2 0,1-1 1 0,-4-1 1 16,-2 2 2-16,-1-3-8 0,-7 3 3 0,13-7-5 0,-8 3-2 16,1 1 2-16,-6 3 2 0,6-10-4 0,-5 4-3 15,0-1-7-15,-1-2 2 0,0 9-6 0,-1-21-2 16,0 10 2-16,-3 2-6 0,3-4-3 16,-2-2-12-16,1-2-2 0,0 0-9 0,1-3 3 15,2-6 4-15,1 1 3 0,-1-4 12 0,-1 2-7 0,1-2 4 16,-1-2-2-16,0 2 4 0,-1-4 4 0,0 1 9 15,-1 1 0-15,2 0-3 0,-4-4 3 0,2 3 5 16,1-3 11-16,-3-10-4 0,0 11 0 0,0-3-5 16,-2-9-2-16,1 10 10 0,-2-12-8 0,0 1 10 15,-1 1-7-15,-2 0 6 0,2 12-4 0,2-14 1 16,-4 4 1-16,6-1-1 0,0 9-2 0,2-11 1 16,1 1 4-16,1-1-7 0,1-2 4 0,2-1-1 15,-2 0 10-15,-1-4-17 0,2 2 6 0,-1 1-1 16,0-1-2-16,2 1 11 0,-3 0-6 0,-1 2 11 15,-2 2-5-15,0 12 3 0,1 1 3 0,-2-2-2 16,-1 0-6-16,-2 2 28 0,1 1-31 0,1 0 1 16,-1 2 1-16,-1 1 0 0,1-3 1 0,-3 2 3 15,4-1-3-15,1 0-5 0,-1 0 3 0,2 1 8 16,1 1-6-16,-1-2 3 0,3 0 0 16,1 3 8-16,-1 1 0 0,4 0-8 0,0 2 3 0,1 2 0 15,-1 0 2-15,1 7 2 0,0-1-2 0,-1 6 5 16,2-2-7-16,-3 1 2 0,2 4-5 0,-1-1 2 15,1 1-2-15,1 2-4 0,-3 1 2 0,-1 1 2 16,-2 5 0-16,6-7-4 0,-6 7 9 0,3-6-8 16,-3 6-1-16,4-6 1 0,-4 6-3 0,6-2-2 15,-6 2 1-15,0 0-4 0,15 0 3 0,-15 0 7 16,13 2-4-16,-5 0 6 0,-1 2-4 0,2 0 0 16,-1 1-3-16,2 3 0 0,0 0 0 0,0 5 2 15,2 1-3-15,-2-2 4 0,-2 3-4 0,0 1 7 16,0 0 1-16,-1 1-4 0,-1 0 1 0,0 1 3 15,4 7-3-15,0-3 4 0,-5-3-6 0,2 8 5 16,1-2-1-16,1 2-5 0,0 0 2 0,-3-2 4 16,2 3 1-16,1-2-6 0,-3 3 1 0,1 2-2 15,1 0 1-15,-4-1 1 0,0 2 1 0,1 0-1 16,4 16 2-16,-2-16 2 0,-1 1-5 0,-1 2 10 16,2-1-8-16,-2 2 7 0,6 9-1 0,-4-11-6 15,-1 1 1-15,3 1-3 0,-1-1-6 0,3 10 4 16,-2-13 0-16,1 1 9 0,-2 2-15 0,1-2 11 15,2 1 2-15,1-1-8 0,1-1 1 0,2 1 1 16,4 11 0-16,-6-14 1 0,0 1-4 0,7 12 6 16,2-2-2-16,-7-8 0 0,2-1 0 0,1 0-3 15,6 9 3-15,0-1-1 0,-8-7-7 0,8 8 9 16,0-2-3-16,-5-6 4 0,-1-4 6 0,5 15-13 16,-5-12 8-16,-2-2 1 0,1 3-2 0,-3-4 1 15,3 2 2-15,-3 1-3 0,1-2-1 0,0-3 5 16,0-1 3-16,-1 1-6 0,1-4-6 0,2 3 4 15,-1-7-1-15,0 3 4 0,-5-8-2 0,7 7 3 0,-5-7-17 16,1 0 17-16,0-2-7 0,1 2 6 16,-2-2-7-16,1 1 5 0,-1 0-13 0,4-4-8 15,-3 2 3-15,2-3-2 0,0-1 1 0,0 0 6 0,-4-3 0 16,2 1-1-16,-3-2-2 0,2 1 0 0,0-3 8 16,-2 0-11-16,5-1 7 0,-6 0 3 0,2-2-4 15,-2 0-2-15,0-3 8 0,0 3-5 16,0-2 0-16,-1 1-4 0,-1-2 4 0,1-1 0 15,0-2-3-15,-3 1 1 0,1-3-5 0,0 0 8 16,1-2-9-16,-2-1 3 0,1-2-7 0,1 0 8 0,-2-3 3 16,0 0 0-16,2-1-10 0,1-5-1 0,1 0-5 15,-4 5 0-15,3-5 7 0,0-4-3 16,0 2 4-16,-1-3-2 0,0-2 5 0,-3-1 6 0,2-1 0 16,-2-1-7-16,-1-2-1 0,0 2 7 0,0-15-5 15,1 2 6-15,-3-1 2 0,-4 3-1 0,2-4 1 16,-2 15-9-16,-1-2 12 0,-2-10 2 15,0 10-5-15,-4-12 2 0,-5 5-4 0,3 10-8 0,-2-11 11 16,2 9 4-16,1-10-8 0,-3-2-2 0,3 3 2 16,1-1 3-16,4-1-6 0,4 11 7 0,0-13 0 15,1 2-8-15,2-5 4 0,2 16 5 0,-2-11 3 16,3-1-8-16,1 13-8 0,-3-12 13 16,1 10 5-16,1 3 0 0,-1-3 0 0,1 2 10 0,-2-2-6 15,-1 0-4-15,0 1-1 0,-2-1-6 0,1 1 18 16,-1 2 2-16,0 1-2 0,0 0-8 0,0 3 18 15,-1 2-13-15,3 2-6 0,-2 7 8 0,0-1 1 16,0 1-3-16,3 1-3 0,-3 1 10 0,0-3-8 16,1 0 11-16,2 4-17 0,-1-3 12 0,2 2-4 15,1 1-4-15,0 0 6 0,-1 0 0 0,1 4 9 16,-1 1-4-16,0 1 9 0,-3 4-17 0,3-2 3 16,0 2-4-16,-4 5 1 0,5-8 3 0,-5 8-6 15,5-5 1-15,-5 5 5 0,0 0-7 0,9 2-5 16,-9-2 9-16,0 0-2 0,10 11 1 0,-2-2-8 15,-3 0 0-15,1 9 0 0,1 1 4 0,-2 0 9 16,5 9-6-16,-5 2 6 0,2 2-14 0,-2 0 7 16,4 16 2-16,-3-14-11 0,-1 1 9 0,4 12 0 15,-1-12-8-15,-1 11 7 0,2-11-5 0,-1-1 4 16,4 12-1-16,-3-12 3 0,-2 1-3 0,10 10 0 16,-7-12-2-16,7 10 3 0,-3 2 0 0,-3-13 4 15,3 1-5-15,-1 1 3 0,2-1-1 0,1-1 1 16,4 12 1-16,-1 0 33 0,-7-11-12 0,2-1-2 15,1 1-4-15,6 12-1 0,-3-1 2 0,-6-10 0 16,5 8 0-16,-3-9-3 0,-2 2 3 0,7 8-3 16,-6 3-3-16,3-3 0 0,-4-8 1 0,2 12-2 15,-3-1-5-15,-2-12 8 0,8 13 1 0,-6-13-8 0,6 10 7 16,-3-12-7-16,1-2 6 0,3 1-17 16,3-1-9-16,0-4-1 0,4-1 6 0,1-2 4 15,3-3-4-15,-1 1 2 0,0-4-1 0,1 1 2 16,-1-3 0-16,2 0-3 0,-1-2 3 0,-3 0-11 15,2-3-8-15,-28-10-15 0,47 17-5 0,-29-11-14 16,-18-6-11-16,39 9-22 0,-39-9-13 0,36 8-26 16,-36-8-79-16,0 0-220 0,0 0 97 0</inkml:trace>
  <inkml:trace contextRef="#ctx0" brushRef="#br0" timeOffset="149672.01">30721 10503 66 0,'0'0'97'0,"0"0"3"15,-10-2-9-15,10 2-1 0,0 0-5 16,0 0 0-16,-8-1-14 0,8 1-5 0,0 0-9 16,0 0-1-16,0 0-8 0,0 0 0 0,18-12-9 15,-3 6 4-15,6-1-4 0,8-5-4 0,5-1-3 0,18-2-3 16,3-2-4-16,3-2 26 0,27-7-30 0,-27 4 1 16,33-3-8-16,-3-5-2 0,2 3 2 15,1 1 0-15,-4-1-2 0,7 1-13 0,-2 1-7 16,0 2 4-16,-2 0 1 0,0-2-8 0,2 5 16 15,-1 1-10-15,1 0 4 0,-2 1-4 0,0-1-8 16,0 1 6-16,-2 1-8 0,-25 5-1 0,2-1-9 0,23-3-4 16,-27 3 2-16,1 0-2 0,-1-1-10 15,-2 0 17-15,-2 1-4 0,2-1 3 0,-5 1-28 16,-1-1 9-16,-3 2 2 0,-11 1 1 0,-2 3 0 16,-4-2 14-16,0 3-9 0,-1-2 9 0,-1 2-2 0,-31 7 4 15,53-14 3-15,-26 9 11 0,-27 5-14 0,36-10 6 16,-36 10 5-16,36-12 16 0,-36 12-19 15,24-9 5-15,-24 9-2 0,0 0 2 0,33-10 3 16,-33 10-7-16,0 0-6 0,0 0-13 0,30-13-14 0</inkml:trace>
  <inkml:trace contextRef="#ctx0" brushRef="#br0" timeOffset="154190.41">12340 12981 58 0,'0'0'71'0,"0"0"-5"16,0 0-5-16,0 0-7 0,0 0-3 0,0 0-13 15,0 0 3-15,0 0-3 0,0 0-5 16,0 0-1-16,0 0 3 0,0 0 3 0,0 0-1 16,0 0 1-16,0 0 6 0,0 0-8 0,0 0 9 15,0 0-2-15,0 0-7 0,13 17-4 0,-13-17 7 0,0 0 5 16,7 0 6-16,-7 0-7 0,0 0-4 0,14-7-3 15,-5 2-3-15,0-4-5 0,7-4 6 16,-1-1-11-16,8-6-30 0,4-3-29 0,0-2-29 16,8-8-20-16,10-3-100 0,-4-1-198 0,-3-3 88 15</inkml:trace>
  <inkml:trace contextRef="#ctx0" brushRef="#br0" timeOffset="157920.53">30341 11013 37 0,'0'-16'90'0,"0"5"6"0,0 0-6 0,0 5 11 16,0 6 3-16,-1-10-7 0,1 10-9 0,-1-9-14 16,1 9-6-16,0 0-6 0,0 0 2 0,0 0 6 15,-11 35-4-15,5-7 6 0,-3 4-9 0,-2 14 0 16,0 0-7-16,0 2-4 0,-1 0-6 0,3 1 1 16,-2-3-11-16,3 1 2 0,3-1-5 0,0 0-3 15,0-13-1-15,4 13-4 0,1-14-5 0,-1 0-6 16,1 0-12-16,1-2-12 0,0 1-22 0,-1-2-14 15,4-2-16-15,-7-3-32 0,3-4-15 0,-2-4-18 16,-1 0-83-16,1-5-226 0,-3-3 101 0</inkml:trace>
  <inkml:trace contextRef="#ctx0" brushRef="#br0" timeOffset="158291.4">30157 10929 79 0,'-9'10'104'0,"-6"2"-21"0,-3 9-6 0,-4 3-1 15,-1 2-9-15,3 2-7 0,-2 0-10 0,2-1 1 16,2 1-11-16,3-3 1 0,0-2-9 0,8-4-4 15,-3-2-22-15,3-2-30 0,5-2-22 0,-1-2-75 16,0 0-131-16,2-1 58 0</inkml:trace>
  <inkml:trace contextRef="#ctx0" brushRef="#br0" timeOffset="158455.12">30312 11005 160 0,'13'-4'148'16,"5"3"-9"-16,-1 1-24 0,0 1-2 0,2 2-23 16,2 2-14-16,3 4-31 0,3 2-38 0,0 3-35 15,-2 4-37-15,2 3-69 0,-1 1-144 0,-6-2 64 16</inkml:trace>
  <inkml:trace contextRef="#ctx0" brushRef="#br0" timeOffset="158855.91">29807 12332 55 0,'-10'-9'183'0,"1"0"-12"16,0 6-21-16,-1 1-16 0,-2 1-8 0,1 4-8 16,-2 3-9-16,-5 3-8 0,3 2-6 0,-2 9-11 15,4-5-6-15,4 3-10 0,-1 6 5 0,8 1-5 16,3-5-8-16,5 5-3 0,5-1-7 0,1-2-2 16,4 1-10-16,1-4-1 0,3-2-5 0,-2-6 1 15,1 0-5-15,5-1-4 0,-4-1-2 0,1-2-3 16,-3-1-17-16,1 1 0 0,-2 0-5 0,-3-4 7 15,-4 2 1-15,0 1-3 0,-2 0-3 0,-3-2 4 16,-3 2 2-16,-2-6-3 0,-3 13 1 0,-3-6 1 16,-6 5-5-16,-2 2-4 0,-8 1-2 0,-1-1-12 0,1-1 1 15,3-6-17-15,2 1-13 0,1 0-16 16,4-5-24-16,1 3-15 0,2-2-12 0,1-2-35 16,8-2-90-16,0 0-259 0,0 0 115 0</inkml:trace>
  <inkml:trace contextRef="#ctx0" brushRef="#br0" timeOffset="159039.91">30031 12475 123 0,'8'-10'227'0,"-1"1"-12"15,-3 3-12-15,-2 0-16 0,2 3-11 0,-4 3-16 16,5-8-14-16,-5 8-16 0,6-3-11 0,-6 3-16 16,0 0-4-16,0 0-15 0,2 16-6 0,1-6-5 15,0 2-11-15,-1 1-4 0,3 4-5 0,0 2-12 16,1-1-22-16,0 0-25 0,0-2-37 0,1 1-35 15,0 0-32-15,-1-2-24 0,0 0-41 0,0-3-127 16,-4-3-327-16,2-1 144 0</inkml:trace>
  <inkml:trace contextRef="#ctx0" brushRef="#br0" timeOffset="159369.73">30271 12580 18 0,'3'2'61'0,"-3"-2"-3"0,0 0 7 15,0 0 6-15,0 0 20 0,0 0-11 0,0 0-6 16,-13-23 4-16,8 11-7 0,2 1-8 0,1-6 3 15,2-1 8-15,0-1-8 0,0-1-1 16,1 4 6-16,0-3 6 0,0 4-3 0,6-1 0 0,-1 1-3 16,-1 5-13-16,2 1-5 0,2 4-4 0,1 1-4 15,-2 3-7-15,1 4-2 0,2 2-6 0,-1 4 4 16,1 4-5-16,1 3-23 0,-3 3-12 16,1 7-21-16,2-4-25 0,-4 5-38 0,-2-8-37 0,3 5-114 15,-7-6-261-15,2-2 116 0</inkml:trace>
  <inkml:trace contextRef="#ctx0" brushRef="#br0" timeOffset="159923.24">30437 12381 101 0,'0'0'178'0,"0"0"1"0,0 0-13 16,0 0-13-16,8 26-13 0,-3-15-9 0,-1 1-15 15,0 1-11-15,2 4-12 0,0 0-6 16,-1-2-10-16,3 1-11 0,1-2-2 0,-2-1-7 16,5-3 0-16,-3-2-17 0,0-3 3 0,4 1-4 0,-3-4-2 15,0-2-8-15,2-1-6 0,-3-1-3 16,1-2 1-16,0-1-1 0,-2-2-6 0,-2-1-4 0,0-1 7 16,-3-2 1-16,1 0-2 0,-1-1-3 0,-3 0 2 15,0 0-6-15,-2 0-4 0,1 1 2 0,-3-1-3 16,2 1 7-16,-1 0 2 0,-1 4 11 0,2 3-6 15,2 4 1-15,-3-9-3 0,3 9-7 16,-4-6 2-16,4 6-5 0,0 0 3 0,0 0-1 0,0 0-6 16,-4 19 3-16,6-9 2 0,-2-10-4 0,5 15 3 15,-4-5-1-15,3-3 1 0,-1 3-3 0,2-3-1 16,0-1 0-16,0 0 4 0,0-1 0 0,0-2-2 16,2 0 4-16,0-2-3 0,-7-1 1 15,16-4-2-15,-9 2-1 0,2-8 1 0,0 0-1 16,-1 3-2-16,-3-3 0 0,1-1 3 0,2-2-4 0,-4 1 5 15,-2 0-4-15,1-1 1 0,-2 1-2 0,-1-1 1 16,0 1 7-16,-1-1-9 0,0 2 2 0,-2 1 4 16,2 3-1-16,-1-3 0 0,2 10-3 0,-1-10 1 15,1 10 1-15,0 0-4 0,0 0 3 16,0 0 3-16,0 0-2 0,0 0 0 0,3 25-1 0,-1-13 2 16,2-2 2-16,0 6-4 0,3 0 5 0,-1-6-3 15,-4 1 2-15,5 5-4 0,-2-4-2 0,0 0 3 16,0 0 2-16,1-2-13 0,0 1-22 15,-1 0-26-15,-3-2-41 0,2-4-24 0,0 4-22 16,0-4-23-16,-2-1-18 0,-2-4-99 0,2 8-306 16,-2-8 136-16</inkml:trace>
  <inkml:trace contextRef="#ctx0" brushRef="#br0" timeOffset="160167.65">30864 12394 8 0,'5'-4'130'0,"-5"4"-7"15,0 0-3-15,9-3-12 0,-9 3-3 0,8-2-10 16,-8 2-5-16,10-4-1 0,-5 1-6 0,3 1 1 0,-2-1-5 16,2 1 0-16,-2-1 3 0,-6 3 3 15,10-8 1-15,-5 3 8 0,-2 2 2 0,-3 3-7 16,0 0-10-16,4-11-9 0,-4 11-4 0,0 0 6 16,-8-11-8-16,3 7-7 0,5 4-8 0,-14-4-4 15,6 4-9-15,-4 1-11 0,12-1-9 0,-14 3-17 0,7 1-13 16,1-2-20-16,6-2-33 0,-12 3-29 0,10 1-14 15,2-4-14-15,-4 7-16 0,4-7-11 0,0 0-111 16,1 11-282-16,-1-11 125 0</inkml:trace>
  <inkml:trace contextRef="#ctx0" brushRef="#br0" timeOffset="160338.76">30966 12247 170 0,'0'0'181'0,"0"0"-3"0,-1-10-2 16,1 10-17-16,0 0-15 0,0 0-18 0,0 0-4 15,0 0-2-15,0 0-10 0,0 0-9 0,13 22-9 16,-8-10-9-16,-1 4-5 0,2 0-11 0,0-1-5 16,-1 2-3-16,2-2-30 0,1 3-23 0,-2-3-29 0,2 0-23 15,-5-3-47-15,4 2-28 0,-3-3-31 16,0-2-120-16,-3-2-293 0,2 0 129 0</inkml:trace>
  <inkml:trace contextRef="#ctx0" brushRef="#br0" timeOffset="161319.75">31163 12244 61 0,'5'-7'186'16,"-5"7"-9"-16,1-5-6 0,-1 5-4 0,0 0-3 15,0 0 1-15,-6-13-15 0,6 13-11 0,0 0-11 16,-9-4-11-16,9 4-10 0,0 0-9 0,-13 13-8 16,7-5-8-16,-1 2-6 0,2 2-4 0,-1-1-11 15,1 6-6-15,2-4-7 0,2-1-3 0,0 0-3 16,1 0-8-16,2-1 0 0,1-2-8 0,0-2 2 15,0 0-6-15,2 0 1 0,0-4-1 0,1 1-2 16,-6-4 0-16,13 2-1 0,-5-2-2 0,-8 0-1 16,17-7-1-16,-8 0-1 0,-3 0-2 0,1-4 0 15,-2 1-1-15,1-5-2 0,-2 0 0 0,-3 2-2 16,3-6-1-16,-3 1 3 0,-1-1-5 0,0-7 2 16,0 0-4-16,-1 1 3 0,-3 1-5 0,2-1 2 15,-1 1-1-15,3 5 1 0,-2-2 4 0,2 4-6 16,-3 1 2-16,3 6 3 0,-1 3-2 0,1 7-4 15,-1-14-4-15,1 7 0 0,0 7-3 16,0 0 5-16,0 0-2 0,0 0 3 0,0 0-3 0,7 24 5 16,-3-8-3-16,-1 4 0 0,3 6 3 0,-4 0 0 15,4-2 1-15,0 0-1 0,1-5-1 0,0-2 1 16,1 2 0-16,2-6 3 0,-2 2-6 0,3-4-8 16,1-4-1-16,-1-2-6 0,3-3-5 0,-1 0 0 15,6-2-4-15,-5-3-4 0,5 2 2 0,1-7-5 16,-5 0 7-16,1-2 0 0,-1 0 2 0,0-3 4 15,-4 0 4-15,1 1-2 0,-4 2 3 0,-3 0 3 16,-1-2 3-16,-2-1-4 0,-2 4 4 0,0-2 9 16,-2 2 9-16,-1 2 4 0,3 7-1 0,-8-11 2 15,2 7 1-15,6 4-2 0,-14 0 4 0,14 0-3 16,-17 6 0-16,6-1 2 0,0 1-2 0,-1 5-1 16,3-5-2-16,1 4 0 0,2-1 1 0,-2-1-3 15,4 0 3-15,3-1-5 0,0 0 5 0,1-7-5 16,-2 13-1-16,2-13-1 0,3 10-5 0,0-5-10 15,-3-5-5-15,10 6-1 0,-5-4-3 0,-5-2 0 16,13-4-2-16,-13 4-1 0,14-3-1 0,-8 2-1 16,-6 1-1-16,9-5 11 0,-9 5-1 0,9-3 0 15,-9 3 0-15,8-4 7 0,-8 4-3 0,0 0-1 16,9-3-1-16,-9 3 3 0,0 0 0 0,10 3 4 16,-10-3-3-16,9 3 1 0,-9-3 3 0,10 4 2 15,-2-2-1-15,-2 2 0 0,-6-4 0 0,18 3 3 16,-9-1-1-16,2-3 4 0,0 0 0 0,-1 1 3 15,3-4-2-15,-3 0 1 0,1-1 1 0,2-3 1 16,-1 0-2-16,2-3 3 0,-7 1 5 0,1-3-1 16,1-3 4-16,-4 6 2 0,-1-7 2 0,-3 1 2 15,0 1 4-15,-2-2 4 0,-1-2-7 0,-1 1-5 16,-2-2-3-16,1 1 3 0,-1-5-4 0,-1 6-1 16,0 0 3-16,4 3 0 0,-1 3 13 0,1 2 5 15,-1 5-4-15,2-3-8 0,1 8-6 0,-2-8 0 16,2 8 1-16,0 0-5 0,0 0 2 0,8 19 0 15,-1-2 0-15,-2 1-5 0,1 5 2 0,2 5-2 0,0-3-2 16,-1 2 1-16,2 0-20 0,1 0-25 0,1 1-48 16,-2-3-50-16,2-2-44 0,-3-6-199 0,-3-2-411 15,1 2 183-15</inkml:trace>
  <inkml:trace contextRef="#ctx0" brushRef="#br0" timeOffset="161467.87">31903 12126 90 0,'0'0'155'15,"0"-9"-37"-15,0 9-32 0,0 0-32 0,0 0-53 0,0 0-44 16,0 0-35-16,0 0-83 0,-27 9 38 0</inkml:trace>
  <inkml:trace contextRef="#ctx0" brushRef="#br0" timeOffset="180697.21">29937 2255 7 0,'0'0'69'0,"0"0"4"0,0 0 3 0,0 0-2 15,0 0-2-15,0 0-4 0,0 0 13 16,-6-6-4-16,6 6-2 0,0 0-2 0,0 0-10 16,0 0 0-16,0 0 1 0,-3-11 3 0,3 11-5 15,0 0 2-15,-1-14-3 0,1 14-6 0,0 0-1 16,0-13-2-16,0 13 0 0,0-10-13 0,0 10 9 0,1-13-7 16,-1 7 5-16,0 6 33 0,0 0-6 15,2-16-5-15,-2 16-13 0,0-10-5 0,1 5 0 16,-1 5-9-16,0-10 1 0,0 10 0 0,0 0-7 15,1-9-4-15,-1 9 0 0,0 0-11 0,2-7 0 16,-2 7-6-16,0 0-2 0,0 0 0 0,0 0 0 16,12 31-1-16,-5-13 0 0,2 9 0 0,-2 7 4 15,1-1-4-15,0 1 1 0,-1 12-3 0,-3-13-1 16,-1 0 6-16,1-1-4 0,2-1-2 16,-1-2 4-16,-1-2-3 0,0-3 2 0,-2-5 1 0,2 0-3 15,0 0 3-15,-1-4-5 0,1 2 1 16,-1-6 1-16,2 2-2 0,-1 2 2 0,-1-2-3 0,1-1 1 15,-2-1 2-15,3 1 1 0,-1-1-5 0,1 0-1 16,0 0-13-16,-1-2-20 0,-1 1-22 0,-3-10-21 16,5 19-9-16,-3-8-49 0,0-1-41 15,-4 3-160-15,0-2-360 0,2-11 160 0</inkml:trace>
  <inkml:trace contextRef="#ctx0" brushRef="#br0" timeOffset="181033.69">29627 3104 67 0,'-20'0'172'15,"3"-1"-7"-15,-1 0-4 0,18 1-2 0,-23 1 1 16,23-1-21-16,-12 1-7 0,12-1-17 0,0 0-11 15,0 0-11-15,0 0-3 0,59-8-8 16,1-3-2-16,37-6-6 0,4-5-9 0,9 1-5 0,0 1-3 16,3-1-11-16,-5 1 4 0,-3 5-4 0,-10-4-3 15,-1 0 6-15,-30 8-3 0,-1 0-4 16,1 0-1-16,-4 3-5 0,-7-3-5 0,0 3-1 16,-17 3-3-16,-4-1-6 0,-3 4 4 0,-2-2-7 0,-11 0-1 15,-2 4-15-15,-2 2-21 0,-12-2-12 16,13 1-1-16,-13-1-27 0,0 0-17 0,0 0-54 15,-36 29-33-15,4-10-177 0,-23 7-367 0,-5-2 163 16</inkml:trace>
  <inkml:trace contextRef="#ctx0" brushRef="#br0" timeOffset="181409.47">29426 3584 168 0,'0'0'191'0,"4"-7"-18"0,-4 7-19 16,0 0-15-16,3-7-18 0,-3 7-11 0,0 0-9 0,0 0-8 16,0 0-9-16,7 21 10 0,-4-10 4 0,2 6-7 15,1 8-7-15,-1 0-10 0,-1 1 0 16,0 0-9-16,0 3 0 0,-1-4-7 0,0-7-9 16,1 8-1-16,-1-7-8 0,-1-1 0 0,3 3-2 15,-1-3-5-15,0 0-6 0,0-1 5 0,-3 0-8 16,2 1-17-16,1-4-24 0,-4-1-23 0,1 1-41 15,0-2-47-15,-2-2-39 0,2 1-157 0,-1-11-351 16,0 0 155-16</inkml:trace>
  <inkml:trace contextRef="#ctx0" brushRef="#br0" timeOffset="182469.78">30426 3684 48 0,'0'-10'211'0,"0"10"-3"16,0 0-12-16,0 0-14 0,0 0-18 0,-2-8-19 15,2 8-16-15,0 0-11 0,0 0-14 0,0 0-6 16,0 0-6-16,0 0-11 0,2 31-10 0,-2-21-4 16,0 4-6-16,-2 2-2 0,1-1-3 0,0 2-4 15,1-5-4-15,0 3-7 0,0-4 0 16,-2 1-2-16,2-1-3 0,0-3 1 0,0 2-2 0,0-2 1 16,0-8-2-16,4 11 9 0,-4-11 9 15,-1 7 13-15,1-7 6 0,0 0 7 0,0 0 0 0,0 0-6 16,0 0-10-16,0 0-4 0,0 0-1 0,0 0-5 15,-3-33-8-15,1 16-5 0,2-1-2 0,1 0-9 16,0-6 6-16,1 0-9 0,-2-2-5 0,2 0 0 16,0 1-3-16,3 0-2 0,-1 6-28 15,0 1-10-15,-2 1 6 0,6 3 2 0,-5 3 0 16,-1 1 3-16,0 0-1 0,1 5-2 0,-1 0 1 16,4-1 1-16,-6 6-4 0,8-4 5 0,-8 4 1 15,0 0-3-15,18 10 2 0,-10-2 1 0,2 1 3 0,1 4 4 16,0 1-5-16,0 4 2 0,0-4 1 15,-1 1 4-15,1 1 3 0,-2-1-2 0,-2 0-1 16,4 1-1-16,-3 1 1 0,1-2 0 0,-3-1 1 16,1 1-12-16,-4-2-12 0,0-1-19 0,0 1-19 15,-1-2-22-15,1-1-30 0,-3 2-26 0,-2-1-33 16,1 1-46-16,-4-1-165 0,-1 0-415 0,-6-4 184 16</inkml:trace>
  <inkml:trace contextRef="#ctx0" brushRef="#br0" timeOffset="182625.14">30410 3828 61 0,'25'-22'87'0,"-15"17"-7"16,-1 0-15-16,-9 5-14 0,23-8-33 0,-10 5-40 15,-1-1-35-15,-2 1-62 0,-10 3 28 0</inkml:trace>
  <inkml:trace contextRef="#ctx0" brushRef="#br0" timeOffset="185582.93">29915 3827 86 0,'0'0'124'0,"0"0"0"16,0 0-5-16,0 0-10 0,0 0-1 0,0 0 0 15,0 0 4-15,0 0-6 0,0 0-3 0,28-2-5 16,-11 1-9-16,0 0-8 0,4-3-12 0,-1 2-2 16,4-6-11-16,-3 5-5 0,-1-1-26 0,-2 0-44 15,0 1-68-15,-4 0-60 0,-3-1-84 0,1-1-250 16,-3 0 112-16</inkml:trace>
  <inkml:trace contextRef="#ctx0" brushRef="#br0" timeOffset="185964.16">30789 3474 54 0,'0'0'106'16,"0"0"4"-16,0 0 0 0,0 0 12 0,5 21-10 15,-4-7-10-15,3 1-1 0,-4 4-9 0,2 7-2 16,1 0-1-16,0 3-13 0,-2-2-5 0,0 0-3 15,2 2-5-15,-3-1-2 0,3 1-3 0,-1-2-5 16,0-1-8-16,1 0 2 0,-1 0-9 0,0-2-5 16,-2-6 1-16,0 7-4 0,1-8-13 0,0 2-26 15,-2-2-30-15,2-2-23 0,2 1-49 16,-3-4-150-16,-1 3-281 0,-2-5 124 0</inkml:trace>
  <inkml:trace contextRef="#ctx0" brushRef="#br0" timeOffset="186353.05">30901 3442 71 0,'9'-7'151'0,"0"2"-7"0,0-2-9 16,0 3-16-16,0 0-4 0,-3 3-13 0,2 0-10 15,-8 1-11-15,15 0-9 0,-15 0-3 0,10 3-10 16,-4 1 0-16,-4 0-6 0,3 2-7 0,-4 1-7 16,-1 2-1-16,-3 1-1 0,-1 2 1 0,-3-2-13 15,0 1 3-15,-1 4-5 0,-2-5-3 0,2-1 3 16,-2 4-4-16,2-3-13 0,1-3 7 0,2 3-6 16,-1-3-8-16,4 0-12 0,0-1 3 0,2-6-1 15,2 12 3-15,0-6-3 0,4-1 2 0,-1 0 0 16,1-1 1-16,4 1 0 0,0 2 5 0,0-2 1 15,1 1-7-15,0 0 6 0,-2 1 2 0,4 1-7 16,-5-4 7-16,-2 3-3 0,2 0 7 0,-4-2-9 16,-1 4 6-16,-3-9 0 0,0 15-2 0,0-15 6 15,-6 19-3-15,-4-9-2 0,-2 4-9 0,-4-3-18 16,-1 2-22-16,-5 1-30 0,3-3-33 0,-4 6-102 16,-5-3-230-16,4 0 101 0</inkml:trace>
  <inkml:trace contextRef="#ctx0" brushRef="#br0" timeOffset="187137.34">28166 3424 55 0,'0'0'180'0,"0"0"-26"0,0 0-8 0,0 0-15 16,0 0-6-16,0 0-4 0,0 0-7 0,-11 31-11 15,4-15-8-15,2 0-5 0,-1 2-8 0,1-3-9 16,1 3-6-16,-1-3-6 0,3 2-5 0,0-4-9 15,-1 2-2-15,2-4 4 0,-2 0-11 0,1-3-2 16,4 2 2-16,-2-2-7 0,0-8-1 16,-4 9 7-16,4-9 8 0,0 0 16 0,2 8 17 15,-2-8-2-15,0 0-5 0,0 0-7 0,0 0-8 0,0 0-4 16,-9-26-4-16,8 9-9 0,2-1-3 0,-1-10-6 16,1-3 0-16,2-1-7 0,-2-3-28 0,3-1 0 15,1 1-1-15,1-11 0 0,1 15-1 16,0 1 2-16,1 5-3 0,-3 8 3 0,0 3-1 15,-2 3 0-15,0 3-10 0,-1 2 7 0,-2 1 3 16,0 5-2-16,0 0 0 0,17 3 2 0,-10 3-3 16,6 9 4-16,-1-1-2 0,2 8 4 0,0 2 1 15,-1 1-5-15,-1 0 5 0,1 2 1 0,1-1 1 16,-1 2-1-16,-4-3 4 0,2 1-2 0,1 0 7 16,-2-3-19-16,0-5-9 0,-2 1-17 0,1 4-24 15,-3-5-23-15,0-4-44 0,0 3-21 0,-5-2-33 16,-1-1-136-16,-3 1-344 0,-3-4 153 0</inkml:trace>
  <inkml:trace contextRef="#ctx0" brushRef="#br0" timeOffset="187457.52">28172 3608 22 0,'13'-13'92'0,"8"-5"-9"0,2 1 0 15,1 0-5-15,1 2-13 0,0-1-2 0,4-1-8 16,-2 1-11-16,0 3-10 0,-2-2-5 0,-1 1-2 15,-5 2 4-15,-4 1-12 0,1 1 2 0,-3 0-14 16,-1 1 19-16,-4 3 1 0,-1-1 6 0,-2 1 6 16,0 0 12-16,-3 1 2 0,3-1 6 0,-5 6 11 15,2-6-2-15,-2 6-7 0,0 0-8 16,4-5-9-16,-4 5-3 0,0 0-1 0,0 0-9 16,-2 22 21-16,-3-4 6 0,1 7-1 0,-4 2 0 15,2 2 4-15,2 0-3 0,1 0-2 0,2 3-1 16,1-2-5-16,1 1-3 0,-1-4-7 0,3 1-1 0,-1-2-7 15,5 0 2-15,-3 0-3 0,3-1-3 0,-2 0 1 16,1-6 1-16,-1-2-11 0,-1 1-3 16,0 0-31-16,2-1-24 0,-3-1-29 0,0-1-21 15,1-4-27-15,-3-2-37 0,-1 2-150 0,-3 0-329 16,3-11 145-16</inkml:trace>
  <inkml:trace contextRef="#ctx0" brushRef="#br0" timeOffset="187580.45">28543 3696 46 0,'18'-24'86'0,"5"-1"-13"16,5 2-5-16,8-10-15 0,6 2-17 15,3 1-32-15,4-3-30 0,2 2-31 0,1-3-62 0,25-16 28 16</inkml:trace>
  <inkml:trace contextRef="#ctx0" brushRef="#br0" timeOffset="188130.37">29823 2166 14 0,'0'0'115'0,"0"0"-17"0,2-7-5 0,-2 7-17 0,0 0-4 15,0 0-4-15,0 0 6 0,4 19 4 0,-8-5 13 16,0 7-6-16,-4 8 2 0,3 2-5 0,-4 1 5 16,-3 15-3-16,1-14-5 0,0 1-5 0,-3 9-5 15,5-11-5-15,-2 1 0 0,0-3-16 0,3 0 2 16,-2 0-7-16,1-2-2 0,2-2-12 0,-1-1 6 16,2-6-18-16,-1 7-30 0,0-2-21 0,1-5-42 15,1-2-38-15,-1-1-42 0,2 0-82 0,2-4-257 16,-2-1 114-16</inkml:trace>
  <inkml:trace contextRef="#ctx0" brushRef="#br0" timeOffset="188301.37">29702 2570 30 0,'7'-5'119'16,"-2"2"-1"-16,6-3-8 0,16-5-7 0,4 0-15 15,5-3-6-15,19-3-9 0,1 2-8 0,4-2-30 16,4 1-41-16,23-6-61 0,-34 16-58 0,5-6-136 16,-7-3 60-16</inkml:trace>
  <inkml:trace contextRef="#ctx0" brushRef="#br0" timeOffset="188901.5">29076 3333 171 0,'0'0'193'0,"-9"3"2"0,9-3-7 0,-6 1 1 16,6-1-19-16,0 0-12 0,0 0-15 0,-10 0-15 16,10 0-12-16,0 0-15 0,0 0-6 0,0 0-14 15,0 0-24-15,25-9-35 0,-12 6-37 0,5-2-49 16,2-2-38-16,1 4-47 0,-1-1-131 15,0 1-303-15,0 1 134 0</inkml:trace>
  <inkml:trace contextRef="#ctx0" brushRef="#br0" timeOffset="189034.83">29144 3447 23 0,'-7'4'177'0,"7"-4"-14"0,0 0-8 0,0 0-12 16,0 0-20-16,0 0-12 0,0 0-18 0,0 0-30 15,40-17-47-15,-8 4-66 0,17-3-120 0,-12 5-184 16,10-5 82-16</inkml:trace>
  <inkml:trace contextRef="#ctx0" brushRef="#br0" timeOffset="189851.77">28716 4878 1992 0,'-12'5'66'0,"2"0"9"15,5-2-56-15,0-1-5 0,5-2-11 0,0 0 2 16,0 0-9-16,48-4 7 0,7-7 0 0,37-20 6 15,14-5 7-15,18-2-2 0,12-4 3 0,11 2-5 16,5-4 1-16,13 2-1 0,2 0-1 0,2 3-2 16,-4 0-4-16,-2 4-2 0,-8 0-11 0,-9 3 12 15,-10 4-22-15,-12 0-9 0,-2 5-20 0,-14 8-16 16,-11 3-37-16,-3 3-26 0,-34 4-52 0,-7 3-111 16,-14 1-314-16,-1 2 139 0</inkml:trace>
  <inkml:trace contextRef="#ctx0" brushRef="#br0" timeOffset="190659.75">28399 5014 186 0,'0'0'191'0,"-12"3"-22"16,3-3-15-16,-1 0-10 0,-3 1-13 16,-1-1-1-16,-5-3-10 0,-13 2-11 0,1-8-11 15,-4 0-8-15,-14-9-10 0,3-3-6 0,-4-2-2 16,4-6-7-16,-2-1-2 0,-5-2-6 0,5-3-8 16,0-3 1-16,-17-20-8 0,19 20-2 0,0-4-5 0,2-2-4 15,-18-17-2-15,20 17-6 0,-17-18 0 16,23 14-2-16,-16-23 20 0,10 1-9 0,1-9-1 15,17 22-2-15,-3-32-6 0,6 2-4 0,2 1-6 16,9-1-7-16,7-1-17 0,8-7-3 0,7-5-4 16,10-4-3-16,9-1 1 0,-2-1-6 0,10 3 7 0,6-1-26 15,6 3 4-15,1-1 3 0,6 0 2 16,5 5-5-16,2 3 3 0,6 7 11 0,-2 6-1 16,6 6 2-16,4 5 4 0,-9 6-1 0,9 4 41 15,1 3-7-15,3-1 2 0,-3 6-5 0,0 2-7 16,0 7 0-16,-23 14 1 0,32-10-2 0,-9 0 1 15,12 4-1-15,4 2 2 0,2 5 2 0,3-1 4 16,7 6-5-16,0 3 4 0,1 5-4 0,0 5 2 16,3 2-7-16,2 6 4 0,6 4 6 0,-4 6-3 15,-1 3-3-15,0 8 1 0,-3 4 2 0,-1 8 6 16,-9 3-9-16,2 4 2 0,-6 6-1 0,-4 4-29 16,-8 7 1-16,-5 3 0 0,-5 6 8 0,-3 1 1 15,-12 1-3-15,3 2 6 0,-5 14 9 0,-4 3 0 16,-1 10 4-16,-10 6 2 0,-9 3-5 0,-7-1-1 15,-5 3 0-15,-14 7-4 0,3 2 13 0,-11 0 1 16,-5 0 5-16,-10-3-5 0,0-4-1 0,-4-2-1 16,-10-3-2-16,-3-1 7 0,-8-4-4 15,3-1 4-15,-8-7-4 0,-11-4 0 0,2-6 7 16,-8-3-7-16,-3-5 0 0,-8-3 1 0,-6-6-2 0,-3-8 6 16,-4 2-3-16,-2-6-1 0,-2-7-2 0,2-7 6 15,-5-3-2-15,-2-4-8 0,1-6 8 16,-1-6-11-16,-2-4-13 0,2-7-18 0,29-6-31 0,-26-11-28 15,38-3-40-15,-10-1-160 0,3-9-316 16,9-12 140-16</inkml:trace>
  <inkml:trace contextRef="#ctx0" brushRef="#br0" timeOffset="190901.11">31791 2475 194 0,'16'3'219'16,"-8"-2"-17"-16,-8-1-20 0,21 1-17 0,-8-3-15 16,6-6-7-16,8-3-13 0,4-9-10 0,18-6-12 15,2-6-14-15,30-22-14 0,4 5-5 0,6 1-45 0,5-8-24 16,6 12-63-16,-5-5-48 0,-3 4-35 0,1-2-126 15,-13-2-289-15,1-4 128 0</inkml:trace>
  <inkml:trace contextRef="#ctx0" brushRef="#br0" timeOffset="-211157.39">30082 11395 17 0,'0'0'56'0,"-10"-1"-10"0,10 1-2 16,-9-2-2-16,9 2-5 0,-11 0-1 0,11 0-6 15,-11-1-2-15,11 1-4 0,-9-1-10 0,9 1 7 16,0 0-7-16,-10 0-2 0,10 0 6 0,0 0-9 15,-8-3 1-15,8 3 5 0,0 0-9 0,0 0 7 16,0 0-4-16,0 0-6 0,0 0 0 0,-11 3 3 16,11-3 0-16,0 0 1 0,0 0 2 0,0 0 7 15,0 0 9-15,43 4-4 0,-11-6-4 0,4-4 6 16,20-5 6-16,7-1-3 0,29-6-1 0,3-2 1 16,5-1-9-16,1 3 8 0,6-3-1 0,7-1-1 15,1-3 6-15,5 2-5 0,7 0-6 0,6 0 8 16,5-3-11-16,6 0-6 0,6 2-9 0,-2-2 4 15,8-1-4-15,-3-2 6 0,6 0-6 0,-2 10 2 16,-4-6 6-16,-4 3-10 0,-8-3 24 0,-3-3 15 16,-7 3 0-16,-14 4-5 0,-10-3 9 0,-17 4 1 15,-28 7-5-15,-4-1 2 0,-4-1 2 0,-20 5-1 16,1 1 3-16,-7 1-1 0,-1 1-8 0</inkml:trace>
  <inkml:trace contextRef="#ctx0" brushRef="#br0" timeOffset="-199647.58">4798 8735 42 0,'0'0'50'0,"-6"-3"-6"0,6 3 0 0,0 0-2 0,-8-4 7 15,8 4 3-15,0 0 7 0,0 0-2 16,-9-2 9-16,9 2-6 0,0 0-3 0,0 0-5 0,0 0-2 16,0 0-4-16,0 0 1 0,0 0-6 0,0 0-1 15,0 0-4-15,-10 3 4 0,10-3-5 0,0 0 1 16,0 0 0-16,0 0 0 0,0 0-10 0,0 0 7 16,0 0-7-16,0 0-1 0,0 0 2 0,0 0-1 15,0 0-4-15,0 0 4 0,0 0-6 0,0 0-1 16,0 0-1-16,0 0 3 0,0 0-6 0,0 0 2 15,0 0-1-15,0 0-3 0,0 0-2 0,0 0 9 16,0 0 2-16,0 0 6 0,0 0-2 16,0 0 7-16,0 0-4 0,10 16-4 0,-10-16 0 15,7 6-4-15,-3-2 2 0,2 0-6 0,-6-4 0 0,6 9-2 16,0-4-4-16,-1 0 4 0,-1 1-3 0,1 0-1 16,0-3 0-16,0 4 2 0,-1-1 7 0,1 2-2 15,1 0 3-15,-2-1-3 0,2 0 3 0,-1-1-1 16,-1 0 0-16,0 0-5 0,0 0-2 0,0 1 0 15,0-2 1-15,-2 0-1 0,-2-5 1 0,6 8-3 16,-3-4-1-16,-3-4 0 0,4 5-2 0,-4-5 2 16,3 7-5-16,-3-7 5 0,0 0-5 0,0 0 5 15,3 7-3-15,-3-7 0 0,0 0 1 0,0 0-2 16,0 0 1-16,0 0 2 0,6 3-1 0,-6-3 1 16,0 0 0-16,0 0 1 0,0 0 8 0,0 0-7 15,0 0 1-15,0 0-3 0,0 0 4 0,0 0 1 16,0 0 0-16,0 0 1 0,0 0 1 0,0 0 2 15,0 0-4-15,0 0 2 0,0 0 0 0,16-12-6 16,-10 3 0-16,4 0 1 0,3-5-1 0,5-6-3 16,3-2 1-16,3-2 1 0,0-3-3 0,3 3 0 15,11-10-4-15,-2-1 5 0,3 1-4 0,-1 1 8 16,0-2-8-16,1 2 0 0,-1-3-3 0,4 0 2 16,-2 5-2-16,-1-2 2 0,1 4-1 0,-10 6 5 15,10-6-6-15,-9 7-3 0,-3 1 4 0,5 3 0 16,-3-1-3-16,-2 1 4 0,-2 1-2 0,0 2 1 15,-1-1-1-15,-6 7 0 0,-4-1 0 0,0 3-1 0,-4 1 2 16,-1 0-4-16,-4 2 0 0,2-1 4 16,-3 4-3-16,0-3 2 0,-5 4 2 0,8-5-6 15,-8 5 4-15,6-3 3 0,-6 3 1 0,7-3 0 16,-7 3-4-16,0 0 4 0,0 0 0 0,0 0-4 16,0 0 0-16,6-3 2 0,-6 3-3 0,0 0 4 0,0 0-3 15,0 0 0-15,0 0 2 0,0 0-3 16,0 0 4-16,0 0 0 0,0 0-1 0,0 0-3 15,0 0-2-15,0 0 1 0,0 0 2 0,0 0 1 16,0 0-1-16,0 0 0 0,0 0 1 0,0 0-1 0,0 0 1 16,0 0-2-16,0 0 2 0,0 0 1 0,0 0 0 15,0 0-4-15,0 0 4 0,0 0-1 16,0 0-1-16,0 0 1 0,0 0 0 0,0 0 2 16,0 0-1-16,0 0-1 0,0 0-1 0,0 0-2 15,0 0 2-15,0 0 10 0,0 0-12 0,0 0 2 0,0 0 0 16,0 0 0-16,0 0 0 0,0 0 0 15,0 0 0-15,0 0 3 0,0 0-4 0,0 0 2 0,0 0 0 16,0 0-3-16,0 0 0 0,0 0 3 16,0 0 0-16,0 0-4 0,0 0 2 0,0 0-1 15,0 0 3-15,0 0-4 0,0 0 3 0,0 0-2 16,0 0 4-16,0 0-3 0,0 0 1 0,0 0-1 16,0 0-1-16,0 0 2 0,0 0-3 0,0 0 2 0,0 0 1 15,0 0-3-15,0 0 3 0,0 0 1 16,0 0-1-16,0 0-1 0,0 0 1 0,0 0 3 15,0 0-3-15,0 0-1 0,0 0 2 0,0 0 2 0,0 0-2 16,0 0-2-16,0 0 2 0,0 0 2 0,0 0-2 16,0 0-2-16,0 0-10 0,0 0-15 15,0 0-23-15,0 0-22 0,0 0-30 0,0 0-24 16,0 0-16-16,0 0-10 0,0 0-24 0,0 0-111 0,0 0-311 16,0 0 138-16</inkml:trace>
  <inkml:trace contextRef="#ctx0" brushRef="#br0" timeOffset="-186065.37">16280 10794 56 0,'0'0'56'16,"-7"-6"-2"-16,7 6-12 0,-5-3 2 0,5 3-4 15,-5-5-7-15,5 5-3 0,-5-3-4 0,5 3-1 0,0 0 2 16,-10-2-6-16,10 2-7 0,0 0-1 0,-9 0 2 16,9 0-3-16,0 0-6 0,0 0 3 15,0 0 3-15,-13 3-1 0,13-3 0 0,-9 5 0 16,3-1-8-16,-1 0-4 0,2-1 7 0,5-3-10 15,-10 7 6-15,4-3 3 0,2 0-4 0,4-4 3 16,-8 5-6-16,8-5 5 0,-6 4-2 0,6-4 9 16,-6 4-6-16,6-4-2 0,-5 4-2 0,5-4 15 15,0 0-2-15,-6 3-5 0,6-3 2 0,0 0 0 16,0 0 2-16,0 0 0 0,0 0-5 0,0 0 10 0,0 0-7 16,0 0 4-16,0 0-4 0,-5 4 5 0,5-4 3 15,0 0 14-15,0 0-9 0,0 0-1 16,0 0 0-16,0 0-13 0,11 13 23 0,-8-8-8 15,-3-5 7-15,5 7-5 0,-1-3 4 0,0 2-2 0,0-2 4 16,1 1-6-16,1 1 4 0,-1-1-5 0,2 0 13 16,-2 1-10-16,3 0 8 0,0 1-6 0,-1-1-3 15,-2-1 0-15,-1-1-7 0,1 0-1 16,-5-4 2-16,9 8-8 0,-6-6 1 0,-3-2 3 0,7 4 1 16,-7-4-4-16,5 3 1 0,-5-3 11 15,0 0-6-15,5 3 11 0,-5-3 4 0,0 0 5 16,0 0-8-16,0 0-2 0,12-10-5 0,-5 2 2 0,4-5-9 15,8-6-1-15,1-6-14 0,3-1-30 0,16-11-4 16,3-5-31-16,23-22-29 0,-20 22-28 0,21-19-127 16,-1-1-267-16,0 2 118 0</inkml:trace>
  <inkml:trace contextRef="#ctx0" brushRef="#br0" timeOffset="-151941.72">12585 14847 19 0,'0'0'20'0,"0"0"-2"16,0 0 3-16,0 0 4 0,0 0-6 0,0 0 8 15,0 0-4-15,0 0-5 0,0 0 3 0,0 0-1 16,0 0-4-16,0 0-1 0,0 0-4 0,0 0 3 15,0 0 11-15,0 0-17 0,0 0 1 0,0 0 3 16,0 0-1-16,0 0 0 0,0 0 0 0,0 0-4 16,0 0 3-16,0 0-8 0,0 0 1 15,0 0 0-15,0 0 3 0,0 0-3 0,0 0-3 0,0 0 7 16,0 0-8-16,0 0 5 0,0 0-2 0,0 0 3 16,0 0-3-16,0 0 3 0,0 0-3 0,0 0 0 15,0 0 0-15,0 0 0 0,0 0-2 0,0 0 5 16,0 0 0-16,0 0-5 0,0 0 6 0,0 0-7 15,0 0 5-15,0 0-2 0,0 0-3 0,0 0 2 16,0 0-2-16,0 0 5 0,0 0 2 0,0 0-1 16,0 0 2-16,0 0 0 0,0 0-4 0,0 0 1 15,0 0 2-15,0 0 8 0,0 0-4 0,0 0 0 16,0 0 3-16,0 0-7 0,0 0 2 0,0 0 3 16,0 0-5-16,0 0-4 0,0 0 12 0,0 0-6 15,0 0-1-15,0 0 2 0,0 0 6 0,0 0-7 16,0 0-2-16,0 0-8 0,0 0 11 0,0 0-1 15,0 0-2-15,0 0 0 0,0 0-6 0,0 0 6 16,0 0-1-16,0 0-7 0,0 0 6 0,0 0 0 16,0 0-1-16,0 0-3 0,0 0 3 0,0 0-4 15,0 0 5-15,0 0-3 0,0 0 4 0,0 0-2 16,0 0 1-16,0 0-1 0,0 0-1 0,0 0 0 16,0 0-6-16,0 0 13 0,0 0-12 0,0 0 3 15,0 0-6-15,0 0 9 0,0 0-2 0,0 0-6 16,0 0 8-16,0 0-13 0,0 0 0 0,0 0-6 15,0 0-1-15,0 0-8 0,0 0 1 0,0 0-5 16,0 0 0-16,0 0-14 0,0 0-4 0,0 0-32 16,0 0-85-16,12 4 38 0</inkml:trace>
  <inkml:trace contextRef="#ctx0" brushRef="#br0" timeOffset="-150658.06">19626 14469 59 0,'0'0'52'15,"0"0"6"-15,0 0-5 0,0 0-13 0,6 3 0 16,-6-3-5-16,0 0-2 0,0 0-2 0,0 0 3 15,0 0-5-15,0 0 18 0,0 0-20 0,0 0 3 16,0 0 13-16,0 0-13 0,0 0 0 0,0 0-1 16,0 0-3-16,0 0-12 0,0 0 3 0,0 0-3 15,0 0 0-15,0 0-1 0,0 0-3 0,0 0-3 16,0 0 0-16,0 0 7 0,0 0-6 0,0 0-2 16,0 0 10-16,0 0-14 0,0 0 8 0,0 0-4 15,0 0 0-15,0 0-7 0,0 0 8 0,0 0-2 16,0 0 1-16,0 0-6 0,0 0 11 0,0 0-16 15,0 0 20-15,0 0-4 0,0 0-4 0,0 0 10 16,0 0-8-16,0 0 15 0,0 0-8 0,0 0-1 16,0 0 5-16,0 0-16 0,0 0 17 0,0 0-4 15,0 0-7-15,0 0 5 0,0 0-5 0,0 0 6 16,0 0-1-16,0 0 5 0,0 0-4 0,0 0-10 16,0 0 7-16,0 0 1 0,0 0 0 0,0 0 1 15,0 0-8-15,0 0 16 0,0 0-14 0,0 0-11 0,0 0 9 16,0 0-2-16,0 0-5 0,0 0 3 15,0 0-1-15,0 0 0 0,0 0-2 0,0 0 5 16,0 0 0-16,0 0 2 0,0 0-4 0,0 0-3 16,0 0-6-16,0 0 3 0,0 0-24 0,0 0-13 15,0 0-12-15,0 0-17 0,0 0-10 0,0 0-13 0,4 7-69 16,-4-7-173-16,0 0 77 0</inkml:trace>
  <inkml:trace contextRef="#ctx0" brushRef="#br0" timeOffset="-109963.95">19979 16045 46 0,'0'0'159'0,"0"0"-2"0,0 0-10 16,-8 6-4-16,8-6-6 0,0 0-19 0,0 0-10 15,0 0-11-15,0 0-2 0,0 0-10 0,0 0-6 16,0 0 3-16,0 0-8 0,0 0-2 16,0 0-7-16,0 0-5 0,0 0-7 0,0 0-6 15,0 0-7-15,0 0 1 0,0 0-8 0,0 0-2 0,0 0-3 16,0 0-4-16,0 0 0 0,0 0-1 0,0 0-10 16,0 0 8-16,0 0 5 0,7 8 11 0,-7-8-3 15,7 7-6-15,-7-7 0 0,3 4-3 16,1 1-2-16,-1 0 3 0,1-1 9 0,1 2-8 15,-5-6 0-15,4 10 1 0,-1-5-5 0,1 2-4 16,0-3-1-16,-1 2 1 0,1-1-6 0,-4-5 2 16,7 9 2-16,-3-5-3 0,-4-4-3 0,8 7-2 0,-3-3 0 15,-5-4-1-15,8 4 0 0,-8-4 3 16,7 5 1-16,-7-5-2 0,5 5-1 0,-5-5-1 16,4 4-1-16,-4-4-2 0,0 0-1 0,0 0 3 15,5 3-3-15,-5-3 0 0,0 0 3 0,0 0-5 16,0 0 3-16,7 3-2 0,-7-3 4 0,0 0-2 15,0 0-3-15,0 0 2 0,0 0 2 0,0 0-2 16,0 0 3-16,15-6 1 0,-9 0 1 0,5 0-4 0,4-7 1 16,2 3 1-16,6-6-1 0,-1-2 0 15,5-1-3-15,-2 0 3 0,3-2 2 0,0 0 0 16,1-2 1-16,2-2 0 0,-2 4 0 0,2-3 1 16,-2 3-3-16,1 1 5 0,-1 0-5 0,-2 4 6 15,-2-2-3-15,-9 7 2 0,2-1 1 0,-4 5 0 16,-4 0 5-16,-1 1-10 0,-4 1 5 0,2 2 1 15,-7 3 1-15,6-5-3 0,0 1-22 0,-6 4 2 16,7-3 8-16,-7 3-7 0,0 0 2 16,5-5-2-16,-5 5 3 0,0 0 0 0,0 0 1 0,0 0 0 15,0 0-3-15,5-4 5 0,-5 4 0 0,0 0-2 16,0 0 3-16,0 0-2 0,0 0 0 0,0 0 2 16,0 0-5-16,0 0 4 0,0 0 2 0,0 0-1 15,0 0 0-15,0 0 0 0,0 0 3 0,0 0-2 16,0 0 3-16,0 0-3 0,0 0 0 0,0 0 2 15,0 0-1-15,0 0 2 0,0 0 0 0,0 0 1 16,0 0 0-16,0 0-2 0,0 0 3 16,0 0-4-16,0 0 3 0,0 0-3 0,0 0 2 0,0 0 1 15,0 0 3-15,0 0-6 0,0 0 2 0,0 0 1 16,0 0 1-16,0 0-1 0,0 0-2 16,0 0 4-16,0 0-3 0,0 0 6 0,0 0-3 0,0 0-4 15,0 0 0-15,0 0 2 0,0 0-2 16,0 0 0-16,0 0 0 0,0 0 0 0,0 0 0 15,0 0-6-15,0 0 7 0,0 0-7 0,0 0 4 16,0 0 3-16,0 0-2 0,0 0 0 0,0 0 5 16,0 0-10-16,0 0 1 0,0 0 1 0,0 0-2 15,0 0 3-15,0 0-2 0,0 0 2 0,0 0 0 16,0 0 0-16,0 0-3 0,0 0 3 0,0 0-1 16,0 0-4-16,0 0 6 0,0 0 0 0,0 0-2 15,0 0 0-15,0 0 1 0,0 0 0 0,0 0-2 16,0 0 4-16,0 0-5 0,0 0 0 0,0 0 5 15,0 0-3-15,0 0-1 0,0 0 1 0,0 0 6 16,0 0-5-16,0 0 2 0,0 0-1 0,0 0-1 16,0 0 0-16,0 0 2 0,0 0-2 0,0 0 1 15,0 0-4-15,0 0 6 0,0 0-6 16,0 0 4-16,0 0-3 0,0 0 1 0,0 0 0 0,0 0 4 16,0 0-3-16,0 0 0 0,0 0 0 0,0 0 0 15,0 0 0-15,0 0 0 0,0 0 0 0,6-2 3 16,-6 2-6-16,0 0 1 0,0 0 1 0,0 0 4 15,0 0-4-15,0 0 1 0,0 0-4 0,0 0 4 16,0 0 2-16,0 0 0 0,0 0-2 0,0 0-1 16,0 0 1-16,0 0 1 0,0 0-3 15,0 0 0-15,0 0 3 0,0 0-2 0,0 0 3 0,0 0-4 16,0 0 4-16,0 0 1 0,0 0 0 0,0 0-3 16,0 0 1-16,0 0 1 0,0 0-4 0,0 0 3 15,0 0 3-15,0 0-2 0,0 0-4 0,0 0 4 16,0 0 1-16,0 0-5 0,0 0 2 0,0 0 2 15,0 0-3-15,0 0 5 0,0 0-1 0,0 0 3 16,0 0-4-16,0 0 2 0,0 0-5 16,0 0 1-16,0 0 2 0,0 0 1 0,0 0-3 15,0 0 2-15,0 0 6 0,0 0-6 0,0 0-2 16,0 0-1-16,0 0 4 0,0 0-1 0,0 0-1 16,0 0 1-16,0 0-2 0,0 0 4 0,0 0-3 15,0 0 5-15,0 0-1 0,0 0-2 0,0 0-1 16,0 0 11-16,0 0-8 0,0 0 2 0,0 0-3 15,0 0 4-15,0 0-3 0,0 0 0 0,0 0 0 16,0 0-3-16,0 0 0 0,0 0 5 0,0 0-2 16,0 0 1-16,0 0-5 0,0 0 3 0,0 0 6 15,0 0-9-15,0 0-2 0,0 0 2 0,0 0 0 16,0 0 1-16,0 0 0 0,0 0 0 0,0 0 0 16,0 0 4-16,0 0-7 0,0 0 2 0,0 0-2 15,0 0 1-15,0 0 3 0,0 0-5 0,0 0 3 16,0 0-3-16,0 0 2 0,0 0 1 0,0 0 0 15,0 0 0-15,0 0-2 0,0 0 4 0,0 0-4 16,0 0 0-16,0 0 0 0,0 0 2 0,0 0-4 16,0 0 4-16,0 0 6 0,0 0-5 15,0 0-5-15,0 0 4 0,0 0 0 0,0 0 0 16,0 0 0-16,0 0 2 0,0 0-7 0,0 0 6 0,0 0-5 16,0 0-1-16,0 0 0 0,0 0-11 15,0 0-13-15,0 0-14 0,0 0-16 0,0 0-12 16,0 0-24-16,0 0-14 0,0 0-18 0,0 0-25 15,0 0-33-15,0 0-39 0,0 0-142 0,0 0-396 0,-20 23 175 16</inkml:trace>
  <inkml:trace contextRef="#ctx0" brushRef="#br0" timeOffset="-107433.3">9843 17471 14 0,'0'0'34'0,"0"0"3"0,0 0-1 0,0 0 5 16,0 0-8-16,0 0-3 0,0 0 2 0,0 0-6 16,0 0-6-16,0 0 8 0,0 0-10 15,0 0-6-15,0 0 4 0,0 0-1 0,0 0-3 16,0 0 0-16,-32-10-5 0,32 10 5 0,-19-4 6 15,7 1 7-15,-1 1-8 0,4 1 8 0,9 1 5 16,-20-4 0-16,8 1-1 0,2 0 5 0,10 3-5 16,-18-2 17-16,9 2-13 0,9 0-10 0,-16-2 6 15,16 2 8-15,-14-3 8 0,14 3-13 0,-14-2 7 16,14 2 0-16,-12 0-8 0,12 0 5 0,0 0-2 16,0 0-6-16,-15-3-1 0,15 3 1 0,0 0-7 15,0 0 1-15,0 0-3 0,-10-2-3 0,10 2-1 16,0 0 5-16,0 0-6 0,0 0 0 0,0 0-3 15,0 0 0-15,0 0-5 0,0 0-3 0,0 0-3 16,0 0 2-16,0 0 6 0,0 0 8 0,42-5-8 16,-28 2-3-16,6 0 2 0,2 0 8 0,5-3-9 15,2 1 12-15,1 0 0 0,0 1-5 0,2-1-4 16,-1 0 6-16,1 2 0 0,5 2-6 16,-1-4 0-16,1 1 0 0,1 1 2 0,-1 2-1 0,2-4 1 15,1 2-3-15,12 0 3 0,-15 2-7 16,15 0 1-16,2-3 7 0,-16 2-3 0,14 2 8 15,2 1 8-15,-14-2-10 0,11-2 4 0,-12 2 1 16,1 1-4-16,14 2-1 0,1 0 0 0,-3-2-2 16,0 5 2-16,-12-5 0 0,18 0-1 0,0 3 4 15,-3 0-7-15,-1-1 0 0,1-1 2 0,0 0 5 16,1 0-6-16,-1 2 5 0,-1 1-4 0,2 0 3 16,-1-1-3-16,0-3 2 0,-2 3 2 0,-2 1-3 15,3 0 0-15,3 1 6 0,1-2-9 0,-7 0 1 16,8 4 5-16,0-2-1 0,-1-1-4 0,0-3 3 15,-1 2-5-15,1-2-1 0,0 3 0 0,-1 1 5 16,0-5-6-16,4 3 3 0,0-3 3 0,-1 2-1 16,3-3-2-16,-2 0 5 0,31 3-3 0,-34-4-1 15,8 1 0-15,-3-1 4 0,3 0 0 0,-2-1-7 16,-1 1 0-16,4 2 2 0,-1 0-1 0,-1-6 4 16,0 5 0-16,2-2-2 0,25-1-4 0,-31-1 3 15,1 3-1-15,1 0 1 0,0-2-3 0,3 0 5 16,-1 1-2-16,2 1 2 0,-2-1-6 15,-4-1 6-15,2 2-2 0,0 1-1 0,-2-1 3 16,-3 0-1-16,3-1-4 0,-3 0 3 0,1 3-3 16,-1-1 1-16,3 1 1 0,-6-3-4 0,-3 1 2 15,-12 0-1-15,18-1-1 0,-1 3 2 0,-3-2-3 16,1 0 0-16,-5 2 0 0,3-3-1 0,0-1-1 16,-15 1 3-16,17 1-3 0,-3-1 2 0,-1 3 1 15,0-2-1-15,-11-1 0 0,11 2 4 0,-12-3-3 16,0 4-4-16,11-1 1 0,-13 0-1 0,2 2 2 15,-4-2 2-15,4 1-4 0,13 1 2 0,-19-1 1 16,4-1-5-16,2 2 5 0,-5-1-1 0,2-1-1 16,-1 1 0-16,-1 1-1 0,4-2 2 0,-2 1-5 15,0 1 4-15,-2 0 1 0,0-1-2 0,1-1 0 16,0 1 1-16,-1-3-2 0,0 3 1 0,-3 0 0 16,1-1 0-16,0-1-2 0,-1 2 7 0,-3 0-9 15,3 0 6-15,-3-2 2 0,1 1-5 16,-2 0 4-16,2 1 4 0,-1-3-6 0,-7 3 2 15,1-1 0-15,-1-1-1 0,0 2-2 0,-2 0 2 16,2-1 1-16,-2 0-5 0,1 2 1 0,-3-2 1 16,2 1-2-16,-2 0 2 0,-3 1 0 0,4-1-4 0,-4 1 5 15,-3-2-1-15,2 1-4 0,-1 0 5 0,-2 0-5 16,-1 0 5-16,-9 0 1 0,18 1-2 16,-18-1 0-16,12 2 0 0,-12-2-2 0,12 1 1 15,-12-1 0-15,0 0 3 0,12 3-4 0,-12-3 1 16,0 0 1-16,0 0 0 0,0 0 2 0,11 1 1 15,-11-1 0-15,0 0 4 0,0 0-4 0,0 0 2 16,0 0-1-16,0 0 2 0,0 0 2 0,0 0-2 16,0 0-1-16,0 0 4 0,0 0 0 0,0 0-1 15,0 0-6-15,0 0 3 0,0 0 3 0,0 0-2 16,0 0-4-16,0 0 0 0,0 0-3 0,0 0 5 16,0 0-1-16,0 0 0 0,0 0-2 0,0 0-2 15,0 0 1-15,0 0 2 0,0 0 1 16,0 0-3-16,0 0-1 0,0 0 5 0,0 0-6 15,0 0-14-15,0 0-6 0,0 0-18 0,0 0-20 16,0 0-32-16,0 0-31 0,0 0-20 0,0 0-28 16,0 0-22-16,0 0-173 0,0 0-394 0,0 0 175 15</inkml:trace>
  <inkml:trace contextRef="#ctx0" brushRef="#br0" timeOffset="-105959.68">16737 17439 47 0,'0'0'61'0,"0"0"-3"0,0 0-8 0,0 0 1 15,0 0-14-15,0 0 10 0,0 0-1 0,0 0-18 16,0 0 3-16,0 0 5 0,0 0-3 0,0 0 8 15,0 0-4-15,0 0 4 0,0 0-1 0,0 0-5 16,36 9 18-16,-36-9-14 0,19 1-3 0,-5-1 3 16,-14 0 2-16,26 2-5 0,-13-2-6 0,4-3-1 15,0 4 0-15,1 1 6 0,1-4 8 0,3 4 1 16,0-4-5-16,-2 0-7 0,2 2 4 0,6-3-3 16,-6 3-6-16,7-3 9 0,-1 3-2 0,-7 2 3 15,8-4-9-15,-1-1 3 0,1 3 0 16,1-3-2-16,-8 5 0 0,8-4-3 0,-3 2 1 15,1 2-3-15,2-4 2 0,0 2-7 0,-3-1 1 16,3 4 0-16,-2-3-2 0,1-2 2 0,-2 2 3 16,4-1-3-16,-1-1 1 0,1 2 2 0,1-1 1 15,-1-3-1-15,2 2 2 0,-1-1-3 0,2 1 6 16,0-1-9-16,-1 1-1 0,0 2 2 0,1-2 0 16,1 0-7-16,-3-1 6 0,-2 2 1 0,0-3-10 15,-2 4 7-15,0-1-4 0,0-2 4 16,0 3-4-16,-5 0 1 0,4-4-1 0,-6 5 3 0,4-2-2 15,-3 1-2-15,0 0 8 0,-4-1-8 0,1 1 4 16,1 0 5-16,-1-1-7 0,-1 1-1 0,-5 0 6 16,6-2-2-16,-1 2 0 0,-18 0 1 0,24-2-5 15,-11 2 4-15,-13 0-3 0,21-2 5 0,-9 2-4 16,-12 0-1-16,15-3 0 0,-15 3 3 16,0 0-6-16,19 0-2 0,-19 0 1 0,0 0 0 15,19-1 0-15,-19 1-1 0,0 0-1 0,0 0 4 16,0 0 0-16,0 0 0 0,0 0 0 0,0 0 2 15,14 1-2-15,-14-1-1 0,0 0-1 0,0 0 4 16,0 0-4-16,0 0-2 0,0 0 0 0,0 0 6 16,0 0-6-16,0 0 2 0,0 0-2 0,0 0-1 15,0 0-1-15,0 0 4 0,0 0-2 0,0 0-1 16,0 0 0-16,0 0 1 0,0 0-2 0,0 0 1 16,0 0 0-16,0 0 2 0,0 0 1 15,0 0 0-15,0 0 1 0,0 0 1 0,0 0 4 0,0 0-2 16,14 0 1-16,-14 0-1 0,0 0-1 0,0 0 1 15,0 0 6-15,0 0-2 0,0 0 10 16,0 0 0-16,0 0-2 0,0 0 4 0,0 0-5 0,18-3-6 16,-18 3 1-16,0 0 3 0,0 0-6 15,0 0-1-15,15-1 3 0,-15 1-3 0,0 0-2 0,0 0 5 16,0 0 2-16,17-1-3 0,-17 1 5 0,0 0 0 16,0 0-1-16,0 0-3 0,18-2 1 15,-18 2-2-15,0 0-5 0,0 0 1 0,15-1-3 16,-15 1 1-16,0 0-4 0,15-2 4 0,-15 2-2 15,0 0 5-15,16 0 0 0,-16 0-4 0,15-2-3 16,-15 2 0-16,0 0 3 0,23-2-1 0,-23 2 8 16,15-3 0-16,-7 2-8 0,-8 1-1 0,0 0-3 15,23-4 9-15,-23 4 1 0,14-1-5 0,-14 1-4 16,17-3 3-16,-17 3-1 0,13-3-4 0,-13 3 4 16,0 0-1-16,16-2 4 0,-16 2-4 0,0 0-3 15,0 0-1-15,13-2 1 0,-13 2 3 0,0 0-2 16,0 0 8-16,0 0 3 0,0 0-8 0,0 0 6 15,0 0-2-15,0 0 2 0,0 0 1 0,15-3 6 16,-15 3 1-16,0 0 1 0,0 0 1 0,0 0 2 16,0 0 7-16,0 0-3 0,0 0 6 15,0 0-1-15,0 0-3 0,0 0-2 0,0 0 1 16,0 0-5-16,0 0-12 0,0 0 5 0,0 0-9 16,0 0 15-16,0 0-11 0,0 0-14 0,0 0-16 15,0 0-15-15,0 0-18 0,0 0-18 0,0 0-32 16,0 0-31-16,0 0-30 0,0 0-37 0,0 0-26 15,0 0-40-15,0 0-35 0,0 0-191 0,0 0-526 16,0 0 232-16</inkml:trace>
  <inkml:trace contextRef="#ctx0" brushRef="#br0" timeOffset="-104746.18">21868 17458 24 0,'-12'-1'97'15,"12"1"-7"-15,0 0-12 0,0 0-7 0,0 0-1 16,-18-1-14-16,18 1 3 0,0 0-5 0,0 0-10 16,0 0-9-16,0 0-10 0,0 0 1 0,0 0-9 15,0 0 12-15,0 0-13 0,0 0 12 0,0 0 9 16,0 0 9-16,0 0 9 0,0 0-3 0,37 14 7 16,-17-11-1-16,1-3 9 0,7 2-16 0,1-2-4 15,4-1 3-15,2 4 1 0,2-5-13 16,0 2 3-16,15-5-3 0,-2 5-5 0,3-3 0 15,-2 1-2-15,-1-2 2 0,-11 3-2 0,14-3-8 16,-1 2 0-16,-12 0-6 0,15-1 6 0,-4 2-1 16,-14-3-4-16,18 1 1 0,-4 0 4 0,4-1-4 15,-1 1 4-15,-2 2-4 0,2 0 0 0,-2-3 5 16,4 1-4-16,0-4-3 0,-1 7 2 0,-2 0 3 16,1-3-7-16,2 0-1 0,1 0 5 15,-2 0-7-15,0 2 4 0,-2-4 4 0,3 2-6 0,-5 2 1 16,7-3-5-16,-6 1 0 0,0-2 1 15,1 3-3-15,0 0 1 0,2 2 3 0,-2-3-4 0,-3 0-1 16,2 2 0-16,0 0 4 0,-12-2-6 0,12 2 3 16,-1-2-3-16,1 1 0 0,-14 2 5 0,3-2 2 15,14-1-2-15,0 0 2 0,1 2 3 0,-2-2-8 16,-2 0 2-16,2 2 3 0,-1-2-4 16,0 1 0-16,-15-1 1 0,13 0-2 0,3-1 1 0,-17 3-3 15,15-5 2-15,-1 5 0 0,3-4-6 0,-16 2 9 16,1-1-3-16,14 2 0 0,-14-2 0 15,13 1 3-15,-13 2-1 0,0-3-4 0,12-3 1 16,-14 3 0-16,15 1 3 0,-14 3 2 0,-4-2-4 16,1 0 3-16,2 1 0 0,-3 0-2 0,-3 1-2 15,1-2 3-15,-3 0 1 0,3 2-1 0,-3 2-3 16,2-4 3-16,0 2-1 0,-1 0 2 0,-2-1 2 16,-7 1-3-16,10 0 2 0,-4 0-4 0,2-4 1 15,-6 5-1-15,4-2 7 0,-1 2 1 0,-5-1 3 16,2-2-7-16,-4 1 4 0,2 0 1 15,-1 1-5-15,-2-1 4 0,0 1 1 0,-5-1-2 16,1-1 0-16,-1 1 1 0,-13 1 5 0,23-1-4 16,-12 1 0-16,-11 0-1 0,18 0 0 0,-9 1 2 15,-9-1 2-15,14-2-5 0,-14 2 0 0,0 0 0 0,0 0-3 16,17-2 3-16,-17 2-1 0,0 0 2 0,0 0-1 16,0 0 3-16,0 0 5 0,19 0-7 15,-19 0 2-15,0 0 0 0,0 0 2 0,0 0-8 16,0 0 3-16,0 0 3 0,0 0-2 0,0 0 1 15,0 0 3-15,0 0-1 0,0 0-1 0,0 0 7 16,0 0-3-16,0 0 1 0,0 0 0 0,0 0 0 16,0 0 2-16,0 0-6 0,0 0 3 0,0 0-3 15,0 0 2-15,0 0 2 0,0 0-2 0,0 0-1 16,0 0 2-16,0 0-3 0,0 0 5 0,0 0-1 16,0 0-1-16,0 0-1 0,13 3 5 0,-13-3-3 15,0 0 6-15,0 0 5 0,0 0-2 0,0 0 5 16,0 0-4-16,0 0-5 0,0 0-3 15,0 0 9-15,0 0-16 0,0 0 0 0,0 0-4 0,0 0 0 16,0 0-2-16,0 0 0 0,0 0-2 16,0 0 2-16,0 0-3 0,0 0-2 0,0 0 4 15,0 0-6-15,0 0-2 0,0 0 0 0,0 0 1 16,0 0-10-16,0 0-16 0,0 0-19 0,0 0-20 16,0 0-31-16,0 0-30 0,0 0-35 0,0 0-46 15,0 0-51-15,-25 26-270 0,25-26-567 0,-28-2 251 16</inkml:trace>
  <inkml:trace contextRef="#ctx0" brushRef="#br0" timeOffset="-82538.91">5123 9510 6 0,'0'0'42'0,"0"0"-8"16,0 0 3-16,0 0-2 0,0 0-1 0,0 0-4 15,0 0-2-15,3 7-4 0,-3-7-2 0,0 0 3 16,0 0-5-16,0 0-3 0,0 0 2 0,0 0-10 16,0 0 2-16,1 6-1 0,-1-6 0 0,0 0 4 15,0 0-8-15,0 0 3 0,0 0-3 0,0 0 0 16,0 0-4-16,4 6 6 0,-4-6 5 0,0 0 5 16,0 0 2-16,5 7-3 0,-5-7 0 0,0 0-3 15,0 0 0-15,4 5 2 0,-4-5 4 16,0 0-6-16,5 4 6 0,-5-4-8 0,0 0-12 15,0 0 16-15,0 0-5 0,4 4-3 0,-4-4 8 0,0 0-6 16,0 0 7-16,0 0-3 0,4 5 3 0,-4-5-7 16,0 0 4-16,0 0-1 0,0 0 4 0,0 0-6 15,7 4 0-15,-7-4-5 0,0 0 1 16,0 0 1-16,1 5 2 0,-1-5 5 0,0 0 6 0,0 0-9 16,0 0 5-16,0 0-8 0,-7 14 10 0,7-14-19 15,-7 6 16-15,7-6-2 0,-4 7-9 0,1-4 7 16,-3 1-1-16,1 2-1 0,-1-2-3 0,0 2 2 15,1-2-8-15,-1 1 1 0,0-1 8 0,0-1-2 16,6-3-6-16,-8 6 1 0,3-2 8 0,5-4-8 16,-9 4 4-16,9-4-3 0,-10 6 6 0,5-4-6 15,5-2-3-15,-11 4-2 0,6-1 3 0,5-3 10 16,-11 4-2-16,6-1 1 0,5-3-2 0,-8 4 6 16,8-4 5-16,-7 3 2 0,7-3-2 0,0 0 0 15,0 0-6-15,-7 2 1 0,7-2 4 0,0 0-5 16,0 0-1-16,0 0-6 0,0 0 5 0,-6 3-2 15,6-3 4-15,0 0-7 0,0 0 10 0,0 0-6 16,0 0 5-16,0 0-5 0,0 0 9 0,25-12-2 16,-16 8 6-16,4-2-4 0,-2 0-2 0,6-2 3 15,1 0-3-15,1-2 6 0,5-2-4 0,1-2-5 16,3-1 3-16,2 1-5 0,4-3 3 0,0-2-8 16,9-5 5-16,-9 5 0 0,9-6 1 0,-10 6-3 15,11-6 1-15,-13 5 4 0,2-1-10 0,-1 1 0 16,-2 1 2-16,1 1-5 0,-2 0 5 0,0 2 1 15,-3 3 3-15,-1-1-6 0,-7 2 1 0,-2 4-4 16,0-4 0-16,-4 6 8 0,-3 0-10 0,0 0 5 16,-4 1 6-16,3 3 1 0,-3-1 0 0,-5 3 2 15,9-4 2-15,-9 4 1 0,8-4 4 0,-8 4 1 16,7-2-2-16,-7 2 4 0,0 0-5 0,5-5-8 16,-5 5 12-16,0 0-4 0,0 0-9 15,0 0-1-15,0 0 0 0,0 0-1 0,0 0 1 0,0 0-1 16,0 0 0-16,3-5-4 0,-3 5 3 0,0 0-5 15,0 0 0-15,0 0 0 0,0 0 0 0,0 0-18 16,0 0-15-16,0 0-13 0,0 0-17 0,0 0-3 16,0 0-19-16,0 0-4 0,0 0-8 0,0 0-11 15,0 0-21-15,6 19-20 0,-3-13-81 0,-3-6-245 16,0 0 109-16</inkml:trace>
  <inkml:trace contextRef="#ctx0" brushRef="#br0" timeOffset="-80421.64">6815 9465 12 0,'0'0'15'0,"0"0"3"15,0 0-2-15,-6-7-1 0,6 7-4 0,0 0 3 16,0 0-2-16,0 0 4 0,0 0-2 0,0 0 2 15,0 0-7-15,0 0 1 0,0 0-1 0,-4-7-1 16,4 7 4-16,0 0-2 0,0 0-2 0,0 0-4 16,0 0 9-16,0 0-8 0,0 0 6 0,0 0-2 15,0 0-1-15,0 0-3 0,0 0 0 0,0 0 5 16,0 0-1-16,0 0-5 0,0 0-3 0,-5-4 8 16,5 4 3-16,0 0 0 0,0 0 3 0,0 0-7 15,0 0 5-15,0 0-3 0,0 0-1 0,0 0-2 16,-4-6 6-16,4 6-4 0,0 0 7 0,0 0-7 15,0 0-1-15,0 0 3 0,0 0 3 0,0 0-5 16,0 0 2-16,0 0-3 0,0 0 0 0,0 0 2 16,0 0 0-16,0 0-4 0,0 0-1 0,0 0 2 15,0 0-1-15,0 0-3 0,0 0 4 0,0 0-4 16,0 0 5-16,0 0-7 0,0 0 4 0,0 0-1 16,0 0 1-16,0 0-1 0,0 0 1 0,0 0-4 15,0 0 10-15,0 0-7 0,0 0-1 0,0 0-1 16,0 0 7-16,0 0-3 0,0 0-3 0,0 0 3 15,0 0-2-15,0 0-1 0,0 0 2 0,0 0-4 16,0 0 4-16,0 0-3 0,0 0 8 0,0 0-7 16,0 0 2-16,0 0-2 0,0 0 3 0,-6-5-1 15,6 5-2-15,0 0 4 0,0 0-5 0,0 0 3 16,0 0-5-16,0 0 4 0,0 0-3 0,0 0 5 0,0 0-3 16,0 0 1-16,0 0 1 0,0 0-3 15,0 0-4-15,0 0 0 0,0 0 6 0,0 0-4 16,0 0 9-16,0 0-6 0,0 0-3 0,0 0-3 15,0 0 6-15,0 0-5 0,0 0 3 0,0 0 0 16,0 0-2-16,0 0 6 0,0 0 0 0,0 0-2 0,-5-5 5 16,5 5-9-16,0 0 4 0,0 0-8 15,0 0 9-15,0 0-7 0,0 0 2 0,0 0 1 16,0 0 5-16,0 0-7 0,0 0 1 0,0 0 7 16,0 0-2-16,0 0-4 0,0 0-1 0,0 0 1 15,0 0-2-15,0 0 2 0,0 0-4 0,0 0 7 16,0 0 3-16,0 0-1 0,0 0-5 0,0 0 0 15,0 0 11-15,0 0-15 0,-4-5 3 0,4 5 1 16,0 0 1-16,0 0-3 0,0 0 0 0,0 0-1 16,0 0 1-16,0 0 4 0,0 0 1 0,0 0-3 15,0 0 0-15,0 0-3 0,0 0 5 0,0 0-4 16,0 0 5-16,0 0-4 0,0 0-1 0,0 0 2 16,0 0 0-16,0 0-3 0,0 0 8 0,0 0-7 15,0 0 4-15,-6-7-1 0,6 7-1 0,0 0-4 16,0 0 3-16,0 0 9 0,0 0-5 0,0 0-3 0,0 0 5 15,0 0-2-15,0 0-1 0,0 0-2 0,0 0 1 16,0 0-1-16,0 0 0 0,0 0-3 0,0 0 6 16,0 0 11-16,0 0-11 0,0 0-5 15,0 0 4-15,0 0-2 0,0 0 6 0,0 0-1 16,0 0-7-16,0 0-6 0,0 0 9 0,0 0 1 0,0 0 0 16,0 0 2-16,0 0-4 0,0 0-2 15,0 0 2-15,0 0 1 0,0 0 0 0,0 0 0 16,0 0 19-16,0 0-17 0,0 0-1 0,0 0 1 15,0 0-5-15,0 0-1 0,0 0-4 0,0 0-8 16,0 0-1-16,0 0-10 0,0 0-5 0,0 0-7 0,0 0 0 16,0 0-7-16,0 0-2 0,0 0-10 0,0 0-35 15,0 0-99-15,0 0 45 0</inkml:trace>
  <inkml:trace contextRef="#ctx0" brushRef="#br0" timeOffset="-75297.58">31045 3956 51 0,'0'0'87'0,"0"0"-17"0,0 0 0 0,0 0-5 16,8 0-5-16,-8 0-4 0,0 0-12 0,0 0 3 16,0 0-13-16,0 0-2 0,0 0-5 0,0 0 3 15,0 0-6-15,0 0-2 0,0 0-3 16,0 0-3-16,0 0 2 0,0 0-6 0,0 0-1 15,0 0 2-15,0 0 1 0,0 0-3 0,0 0 7 16,0 0-13-16,0 0 6 0,0 0-2 0,0 0 0 16,0 0-2-16,0 0 2 0,0 0-1 0,0 0-8 15,0 0 10-15,0 0-18 0,0 0 15 0,0 0-4 0,0 0-4 16,0 0 1-16,0 0 3 0,0 0 3 0,0 0-4 16,0 0-2-16,0 0 6 0,0 0 0 15,0 0-5-15,0 0 0 0,0 0-4 0,0 0 3 16,0 0 4-16,0 0-8 0,0 0 7 0,0 0-6 15,0 0 7-15,0 0-7 0,0 0 6 0,0 0-3 16,0 0 0-16,0 0-2 0,0 0-15 0,0 0-4 16,0 0-7-16,0 0-21 0,0 0-25 0,0 0-53 15,0 0-135-15,0 0 60 0</inkml:trace>
  <inkml:trace contextRef="#ctx0" brushRef="#br0" timeOffset="-69325.8">30468 3625 66 0,'0'0'79'0,"0"0"-4"0,0 0-8 0,0 0-2 15,0 0-6-15,0 0-11 0,0 0 0 16,0 0-9-16,0 0-4 0,0 0-10 0,0 0-1 16,0 0-7-16,0 0-1 0,0 0-7 0,0 0 3 15,0 0-12-15,0 0 1 0,0 0 6 0,0 0-5 16,0 0 0-16,0 0 0 0,0 0 2 0,0 0 4 15,0 0 0-15,0 0 8 0,0 0 4 0,0 0 0 16,0 0-3-16,0 0 3 0,0 0 2 0,0 0 9 0,0 0-9 16,0 0 2-16,0 0-2 0,0 0-3 15,0 0-2-15,0 0-2 0,0 0-2 0,0 0 0 16,0 0-4-16,0 0 3 0,0 0-5 0,0 0 6 16,0 0-4-16,0 0 7 0,0 0 6 0,0 0 10 15,0 0-7-15,-19 19 1 0,19-19-8 0,0 0 5 16,-2 12-7-16,2-12 7 0,0 0-14 0,4 16 7 15,-4-16-10-15,3 12 8 0,-3-12-2 0,2 15 18 16,-2-15-3-16,3 16-4 0,-3-10 10 0,0-6-13 16,0 19-7-16,0-19 2 0,0 16-2 0,-1-6 2 15,2 2-4-15,-1-12 3 0,-1 20-2 0,1-9-4 16,0 0 0-16,0 0 1 0,-2 1 2 0,2-12 6 16,0 22-12-16,-1-13 4 0,1 2-8 0,0-11 10 15,-1 21-2-15,-1-12 4 0,2-9-4 0,-1 19 0 16,1-9 1-16,0-10-4 0,0 12 2 0,0-12 6 15,0 10-8-15,0-10-1 0,0 13 5 0,0-13-8 16,0 0 3-16,0 16-2 0,0-16 0 0,1 7 2 16,-1-7-2-16,2 12 6 0,-2-12-3 0,0 0 0 15,1 13-2-15,-1-13 0 0,1 12 10 0,-1-12-9 16,2 10-5-16,-2-10 0 0,0 0 0 0,2 8 7 16,-2-8-9-16,0 0 6 0,0 0-4 0,0 0 3 15,0 0-1-15,3 9 1 0,-3-9 3 0,0 0-1 16,0 0-2-16,0 0 5 0,0 0-2 0,0 0 0 15,0 0 1-15,0 0 0 0,0 0-1 0,0 0 4 16,0 0-1-16,0 0 0 0,0 0-4 0,0 0 0 16,0 0-1-16,0 0 2 0,4-36-2 0,-2 27-11 15,1-2 4-15,-2 0-5 0,3 0-2 0,-2-5 0 16,1 0-4-16,3 1 2 0,-3-1-2 16,-1 1 3-16,0 3-1 0,2 1 4 0,-2-6 0 15,1 0 2-15,2 6-2 0,-4-1 7 0,4-3-3 16,-1 0-2-16,-1 2-3 0,-1 1 19 0,-2 0-17 0,4-1 3 15,-4 2-1-15,0 11 6 0,4-22-5 0,-2 11 2 16,3 1-4-16,-3-1 2 0,0 0 0 0,-2 11-3 16,1-21 6-16,1 14 2 0,-1-2-9 15,-1 9 5-15,1-20 8 0,-1 20-7 0,2-12-5 16,-2 12 9-16,0-14-5 0,0 14-1 0,0-13 0 16,0 13 3-16,1-11 1 0,-1 7-2 0,0 4-2 0,0-10 4 15,0 10 1-15,1-7-1 0,-1 7-3 16,0 0 17-16,1-9-20 0,-1 9 10 0,0 0-2 15,3-9 1-15,-3 9-3 0,4-7 6 0,-4 7-1 16,0 0 3-16,0-7-1 0,0 7 0 0,0 0 2 16,0 0 1-16,0 0 1 0,0 0-6 0,0 0 0 15,0 0 5-15,2-5-4 0,-2 5-2 0,0 0-1 16,0 0-3-16,0 0 0 0,0 0 0 0,0 0-1 16,0 0-1-16,0 0 4 0,0 0-1 0,0 0 2 15,0 0-3-15,0 0-1 0,0 0-1 0,0 0 5 16,0 0-8-16,0 0 4 0,0 0 4 0,0 0-6 15,0 0 1-15,13 11-3 0,-13-11 17 0,4 5-17 16,-4-5 2-16,3 6 3 0,-3-6 3 0,3 6-6 16,-3-6 0-16,4 9 4 0,-1-6-3 0,-3-3 0 15,2 8 0-15,-2-8-1 0,7 12 6 0,-6-7-5 16,1 2 2-16,1 0-7 0,1 1 6 0,-1 2 1 16,0-3 2-16,-1 0 2 0,0 3 10 0,1 1-3 15,-1 1 2-15,3-2-5 0,-1 5 9 0,1 0-11 16,0-1 3-16,1-1 0 0,-2 2-2 0,2 1 3 15,-2-3-1-15,1 1 0 0,-1 3 0 0,1-1-2 16,-1-4-3-16,-2-1 0 0,1 5 10 0,2 0-10 16,-3-5-4-16,1 1 12 0,-1 0-8 0,2-2-2 15,-1 3 3-15,-1-1 7 0,0-2-12 0,0-1 5 16,0-1-3-16,0 1 3 0,-2-2-1 0,0-7 0 16,5 12-1-16,-4-6 1 0,2-1-2 15,-3-5-1-15,1 9 2 0,-1-9 3 0,3 7-1 0,-3-7-7 16,1 6 7-16,-1-6-12 0,3 8-17 0,-3-8-21 15,0 0-34-15,0 0-28 0,1 8-18 0,-1-8-13 16,0 0-115-16,0 0-272 0,0 0 120 0</inkml:trace>
  <inkml:trace contextRef="#ctx0" brushRef="#br0" timeOffset="-69112.84">30472 3927 14 0,'0'0'70'16,"9"-10"-5"-16,-9 10-13 0,18-9 6 0,-5 7-17 15,3-4-6-15,4 2-24 0,7-1-20 0,-6 1-48 16,6 0-60-16,-1-4 26 0</inkml:trace>
  <inkml:trace contextRef="#ctx0" brushRef="#br0" timeOffset="-66802.47">30907 3721 19 0,'3'-5'28'0,"-3"5"-8"16,0 0-4-16,0 0-3 0,0 0 2 0,0 0-6 16,0 0-10-16,0 0-3 0,0 0-16 0,0 0-21 15,0 0 10-15</inkml:trace>
  <inkml:trace contextRef="#ctx0" brushRef="#br0" timeOffset="4186.29">14054 10605 5 0,'0'0'14'0,"0"0"3"0,-4-6-1 16,4 6-1-16,0 0-6 0,0 0 6 15,0 0-5-15,-5-6 10 0,5 6-12 0,0 0 6 0,0 0-4 16,0 0-1-16,-4-5 3 0,4 5-5 0,0 0-2 16,0 0 6-16,0 0 3 0,-7-7-2 0,7 7 4 15,0 0-4-15,0 0 1 0,0 0 5 16,0 0-7-16,0-7-6 0,0 7 3 0,0 0 0 15,0 0 7-15,0 0-1 0,0 0 3 0,0 0-3 16,0 0-5-16,0-12 3 0,0 12-1 0,0 0-1 0,0 0 1 16,0 0 2-16,4-8-5 0,-4 8 5 0,0 0 1 15,0 0 8-15,0 0-12 0,0 0 6 0,0 0-6 16,0 0-4-16,0 0 1 0,0 0 4 0,0 0-7 16,0 0 6-16,0 0-6 0,0 0 10 0,0 0-15 15,0 0 4-15,0 0 0 0,0 0 2 0,0 0 0 16,0 0-2-16,0 0-2 0,0 0 7 0,0 0-2 15,0 0-1-15,0 0-2 0,0 0-3 0,3 21 14 16,-3-21-5-16,0 0 9 0,0 12-8 0,0-12 4 16,0 10 6-16,0-3-12 0,0-7 15 0,0 11-5 15,0-3 1-15,0 2 3 0,-2 0-3 16,2-3-7-16,0 3 14 0,-1 2-2 0,1 0-4 0,0 5 8 16,0 0-4-16,0 1 0 0,0 0-1 0,0-1 5 15,0-1-5-15,0 2-2 0,0 1 3 0,1-1-5 16,1-1 4-16,-2 2-8 0,0 0 6 0,0-1-3 15,0 0-4-15,0 0 3 0,0-1-1 0,0-1 4 16,0 0-9-16,2-2 6 0,-2-2-6 0,0-1 0 16,2-1 5-16,0 1-12 0,-2 0 10 0,0-3 1 15,3-2-3-15,-3-6-7 0,0 14 9 0,1-7-6 16,-1 0 1-16,0-7 3 0,1 8-5 0,-1-8 1 16,2 9-4-16,-2-9-2 0,2 5 4 15,-2-5 5-15,0 0 0 0,0 0-5 0,0 10 2 0,0-10-5 16,0 0 0-16,0 0-1 0,0 0 2 0,0 0-3 15,0 0 6-15,0 0-12 0,0 0-15 0,0 0-11 16,0 0-26-16,0 0-13 0,0 0-22 0,0 0-22 16,0 0-73-16,0 0-201 0,0 0 89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7:08:42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5182 11817 115 0,'-10'-4'139'0,"10"4"-6"16,-6-2-11-16,6 2 2 0,0 0-17 0,-5-4-6 16,5 4-19-16,0 0-18 0,0 0-27 0,0 0-25 15,0 0-24-15,0 0-30 0,11-12-31 0,-11 12-79 16,11-5-164-16,-1 2 73 0</inkml:trace>
  <inkml:trace contextRef="#ctx0" brushRef="#br0" timeOffset="73235.82">16272 10810 41 0,'-4'-6'51'0,"4"6"-3"16,0 0-5-16,0 0-1 0,-4-7-7 0,4 7-8 16,0 0 6-16,-2-5-5 0,2 5-3 0,0 0-2 15,-7-6-10-15,7 6 5 0,-5-6-3 0,5 6 1 16,-6-5-7-16,6 5 2 0,-9-7-2 0,9 7 2 15,-8-4-6-15,8 4 0 0,-9-2 5 0,9 2-7 0,-7-3 3 16,7 3-1-16,0 0-3 0,-11 0 2 16,11 0-1-16,0 0-2 0,0 0 3 0,-10-1 0 15,10 1-3-15,0 0 3 0,-7-3 0 0,7 3-3 16,0 0 3-16,0 0 3 0,-8-4-1 0,8 4-5 0,0 0 13 16,0 0-4-16,0 0-9 0,0 0 0 15,-4-5 5-15,4 5-2 0,0 0-3 0,0 0 1 16,0 0 2-16,0 0 3 0,0 0-6 0,0 0 3 15,0 0 0-15,0 0 1 0,0 0 5 0,0 0-1 16,0 0 9-16,0 0 4 0,0 0-4 0,0 0 9 16,0 0-8-16,20 15-5 0,-17-11 8 0,2 3 7 15,-1-2-3-15,0 0-2 0,0 3 2 0,2 1-5 0,-2-1 1 16,0 2 12-16,0 1-2 0,1 0 5 0,-1-3-13 16,1 3 4-16,0 0-6 0,0-2 3 15,0 1-4-15,-1-2 1 0,0 3-6 0,0-8 4 0,-1 2-5 16,1 2 7-16,-4-7-3 0,6 7-4 0,-6-7 3 15,4 7 8-15,0-4 6 0,-4-3 15 0,0 0 3 16,9 0 3-16,-9 0-7 0,14-8 0 0,-2 0-10 16,-1-2 4-16,6-2-9 0,3-7 2 0,-2 1-9 15,3-1-5-15,0 0-3 0,1 0-12 0,1-3-13 16,-1-5-6-16,3 5-12 0,3-4-16 0,8-9-27 16,4 5-19-16,1-5-16 0,1 3-25 15,-1 1-93-15,4 0-241 0,6 1 107 0</inkml:trace>
  <inkml:trace contextRef="#ctx0" brushRef="#br0" timeOffset="113024.35">25366 15834 11 0,'0'0'11'0,"0"0"2"16,0 0-4-16,0 0-5 0,-28-4 4 0,28 4-5 15,0 0-1-15,-12 0-1 0,12 0-2 0,0 0-1 16,-13 1-2-16,13-1 1 0,-8 0 0 0,8 0-6 15,0 0 11-15,-10-1-9 0,10 1-9 0,0 0 4 16</inkml:trace>
  <inkml:trace contextRef="#ctx0" brushRef="#br0" timeOffset="113513.34">25250 15830 2 0,'0'0'0'15,"-10"-1"-1"-15,10 1 6 0,-13 0-3 0,5-2 5 16,8 2 6-16,-14-1-2 0,4 0-4 0,1 0 2 16,-1 1-2-16,10 0 7 0,-20 0 7 0,8-2-6 15,-1 1 8-15,0-1-8 0,-1 4-24 0,-1-1 1 16,1 1 48-16,3-1 5 0,-2-1-3 0,4 0 7 15,9 0 3-15,-14-3 0 0,5 3-5 0,9 0-3 16,-12-1 12-16,12 1-15 0,-8-2-6 0,8 2 8 16,0 0-6-16,-10-2 8 0,10 2-6 0,0 0-6 15,0 0 4-15,0 0-8 0,0 0-4 0,-6-2 1 16,6 2-1-16,0 0-6 0,0 0 2 0,0 0-2 16,0 0-6-16,0 0 1 0,29-3 11 0,-12 0-1 15,5 3 8-15,6-2-6 0,4-1 3 0,6 1-1 16,0-1 2-16,15-3-9 0,0 2 11 0,6 1-3 15,1 0-3-15,7 0 0 0,30-7-1 0,-2 4-1 16,-1-6 1-16,2 1-1 0,-1 5-5 0,-32 6 4 16,35-15-6-16,-32 7 8 0,28-6 0 0,-32 7 1 15,4 2 5-15,0-2-5 0,-7 1 1 0,0-1-2 16,-3 4 6-16,-6-4 2 0,-12 2 2 0,0 1-3 16,-5-2 5-16,-1 1 2 0,-3 1-7 0,-2-2 2 15,-4 0 4-15,-5 2-2 0,-5 1 5 0,-2 1 1 16,1-2 0-16,-6 2-1 0,-1 2-8 0,-5 0-1 15,9-3 3-15,-9 3-4 0,4-6-2 0,-4 6-9 16,5-5 2-16,-5 5-7 0,0 0 4 16,0 0-6-16,0 0-1 0,-18-8-2 0,18 8 0 0,-9-3 1 15,9 3-4-15,-9-3 2 0,9 3-1 0,-7-2-3 16,7 2 0-16,0 0-4 0,0 0-2 0,0 0 1 16,-15 4-3-16,15-4-20 0,-7 4-20 0,7-4-13 15,-9 7-7-15,6-4-24 0,3-3-25 0,-4 10-24 16,0-4-28-16,1 1-9 0,-1-1-112 0,0 3-309 15,-1-4 136-15</inkml:trace>
  <inkml:trace contextRef="#ctx0" brushRef="#br0" timeOffset="125853.79">26783 15357 26 0,'0'0'96'0,"0"0"-2"0,0 0-1 16,0 0 3-16,0 0 10 0,0 0 6 0,0 0 2 15,0 0-11-15,0 0-5 0,0 0-4 0,0 0-9 16,-10 22 10-16,10-22 7 0,-2 11-16 0,2-11-3 15,0 9-9-15,0-9 6 0,2 10-5 0,-2-10 1 16,2 6 3-16,-2-6 5 0,10 9 3 0,-4-9-8 16,3 1-9-16,5-1-11 0,1-3-4 0,4 1-12 15,10-7-15-15,-4-1-24 0,6-1-19 0,1-3-35 16,1-1-9-16,3 2-24 0,15-8-30 0,-1 2-40 16,2-5-38-16,2 5-95 0,-1-2-309 0,5 2 137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13:13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12203 4438 4 0,'5'-2'9'0,"4"0"-6"16,2-1 0-16,-4 0 2 0,5-1-1 0,-4 3 1 15,0-3-5-15,1 2 3 0,1 0-5 0,-1 1 7 16,-1-2-5-16,2 1 6 0,-5-1-1 0,3 1-2 15,-8 2 0-15,14-4 0 0,-5 0 0 0,-1 1-1 16,-1 1 3-16,1-1-4 0,-2 0 3 0,3 0 0 16,-2-1 3-16,4 2 2 0,-4 1-7 15,0-3 3-15,3 1 3 0,-2 1-7 0,2-1 7 0,-1 0-4 16,1 2 0-16,-3-1-7 0,1 1 10 0,4-3-5 16,-3 1 2-16,-1 0-5 0,1-2 2 0,1 4 0 15,-4-1 4-15,3-2 1 0,3 2-3 0,-4 0-2 16,3-1 2-16,-6 0 2 0,5-1-3 15,0 1-1-15,1 1-2 0,-1 0 13 0,1-2-14 0,-1 1 5 16,1 1 0-16,-1-1 1 0,1 0-6 16,1 0 1-16,-1-1-1 0,-1 0 5 0,3 0-3 0,-3 1-6 15,4 0 8-15,-3-1 1 0,-2 2-4 0,5-3 1 16,-5 2 1-16,0 0 0 0,4-2-2 0,0 3 4 16,-3-2-6-16,3-1 2 0,-2 3 10 0,1-1-4 15,-1-2 1-15,2 2 1 0,-1-1-7 16,-1 0 4-16,3 0 2 0,-4 0-2 0,1 0 0 15,1 1-3-15,-3 0 5 0,4-1-5 0,-1-1 1 16,-1 1 0-16,1 0 1 0,-1-1-1 0,2 1 0 16,-2 0-3-16,0 1 0 0,0 0 0 0,-1-2 4 15,-1 1-1-15,3-1-4 0,-2 2 3 0,-1-2 0 16,-1 3 3-16,2-3-2 0,-3 1-2 0,1 2-3 0,-3-1 1 16,4 0-1-16,-9 3 2 0,9-4 4 15,-9 4-3-15,9-5 1 0,-9 5 0 0,8-2-14 16,-8 2-27-16,6-3-41 0,-6 3 19 0</inkml:trace>
  <inkml:trace contextRef="#ctx0" brushRef="#br0" timeOffset="5176.8">22514 2870 10 0,'0'0'29'0,"0"0"-5"0,0 0 0 0,0 0-9 15,0 0 0-15,0 0-8 0,0 0 4 0,0 0-1 16,0 0 4-16,0 0 4 0,0 0-6 16,0 0 1-16,30 6 2 0,-17-6 7 0,6 2 10 15,3-4-12-15,6 1 4 0,0 0 2 0,3 1 9 16,1-1-15-16,1-1 3 0,-1 1-5 0,4 0 6 16,0 0 0-16,-2-2-7 0,1 2 2 0,3-1 3 15,-1 0-1-15,2 1-5 0,-1 1 0 0,1-3 4 16,0 3-9-16,13-4 7 0,-12 4 1 0,12-1-2 15,-12 1 4-15,11-2-3 0,0 4 7 0,-12-4-8 16,1 2-3-16,12 0 7 0,-12 0-2 0,-1 0 9 16,14 0-7-16,-3 2 15 0,4-4-7 0,-2 0-2 15,-12 2 5-15,16 0-2 0,0-2-5 0,-3-1 3 16,3 3 4-16,-4-3-4 0,2 2-2 0,-3-2-6 16,-10 1 5-16,10 2-4 0,-11-3-7 0,12 3 12 15,1 0-6-15,-16 0 8 0,15-3-3 0,-15 6 0 16,3-6-13-16,13 3 8 0,-15-2-4 0,0 2 2 15,-2 0-8-15,-2 0 1 0,-1 0-1 16,-1 2-5-16,0-2 9 0,-1 0-3 0,-8 0-6 16,-2 0-1-16,2 0 2 0,-2 0 0 0,-2 1 2 15,-2-2 0-15,-5 2 0 0,0-2-8 0,-12 1 1 0,17 0 1 16,-17 0 6-16,15 0-6 0,-15 0 0 16,12 0-1-16,-12 0-1 0,12-2 9 0,-12 2-6 15,0 0 3-15,13-1-2 0,-13 1 3 0,0 0-3 16,0 0 0-16,0 0-4 0,0 0 4 0,13-1-5 15,-13 1 0-15,0 0 0 0,0 0-6 0,0 0-14 16,0 0-13-16,0 0-18 0,0 0-17 0,0 0-19 16,0 0-21-16,0 0-93 0,0 0-218 0,0 0 97 15</inkml:trace>
  <inkml:trace contextRef="#ctx0" brushRef="#br0" timeOffset="6608.87">20805 9357 17 0,'0'0'22'15,"0"0"-8"-15,0 0 2 0,0 0-2 0,0 0 2 16,0 0-3-16,0 0 8 0,17 6 2 16,-8-4 4-16,5 0-2 0,5-2 0 0,0 0-5 0,10 1 2 15,1-4-1-15,3 3 6 0,3-1-1 0,0-4-4 16,15 4 2-16,1-2 4 0,3 2 2 0,-1-2 1 16,1 2 1-16,4 0-4 0,2-2-4 15,2-1-1-15,2 4 3 0,1-2-1 0,24 1 5 0,-30 1-8 16,4 0-1-16,29-3-1 0,0 3-3 0,-2-1-3 15,-25-2-1-15,34 3-3 0,-7-3 5 0,-26 0-3 16,27-1-6-16,-3 1-3 0,-26 1-1 0,29-2 5 16,-29 0 7-16,27-1-7 0,-30 1 2 0,5 0-3 15,24 0-2-15,-29 2-11 0,0 0 15 0,-2 1 1 16,0-4 0-16,0 5-3 0,-1-2 5 0,-1 2-9 16,0-2 8-16,2 2-18 0,-3 0 22 0,-3 2-10 15,2-2-10-15,2 0 9 0,-1 0 4 0,-1-2 3 16,1 2-3-16,-1-1 0 0,-1 1-10 0,-1-6 4 15,-1 4 3-15,3-3-4 0,-4 1 3 0,-1-2 3 16,4 1-6-16,-3 0 4 0,1 0-4 0,-15 1-7 16,3 0 12-16,9-2-15 0,-12 3 9 0,13-5 1 15,-15 3 0-15,0 2-11 0,-3 0 5 0,0-1-4 16,-5-2 3-16,-1 5-9 0,-6 0-4 0,-1 1-18 16,-7-1 2-16,-2 3-15 0,-3-1-14 0,-2 0 1 15,-6-1-43-15,5 7-115 0,-5-7 51 0</inkml:trace>
  <inkml:trace contextRef="#ctx0" brushRef="#br0" timeOffset="7249.26">20828 9792 49 0,'0'0'43'0,"0"0"-3"15,0 0-6-15,0 0 1 0,0 0 2 0,0 0-2 16,0 0 3-16,32 2 2 0,-11-2 2 0,9 0-2 16,7 0 9-16,16-4 1 0,4 1 0 0,6 1-3 15,29-2-4-15,-2-2-5 0,2 4 0 0,2-3-10 16,-1 2 13-16,3 2-5 0,2 2 5 0,6-1-8 15,7 0 3-15,8 4-6 0,2-2 4 0,-1 2-8 16,-1-1-4-16,-2 3-2 0,2-4-3 0,-2 1 0 16,-2-3 0-16,1 0-7 0,-3 2 2 0,-6-3-6 15,-5 0 5-15,-11-2-10 0,-24 2 5 0,26-5-5 16,-2 4 5-16,-34-1-6 0,2 1-4 0,-2-2-5 16,-2 1-1-16,-15 0-9 0,-3 1 2 0,-2 0-8 15,-5 2-8-15,-8-2-22 0,-3 2-12 0,-1-1-9 16,-8 1-72-16,-1 0-159 0,-9 0 70 0</inkml:trace>
  <inkml:trace contextRef="#ctx0" brushRef="#br0" timeOffset="97272.99">20556 12295 56 0,'0'0'73'15,"0"0"-14"-15,0 0 12 0,0 0-7 0,0 0-4 16,0 0-10-16,0 0-5 0,0 0-8 0,0 0-3 15,0 0-6-15,0 0 10 0,0 0-6 0,0 0-15 16,0 0 8-16,0 0-6 0,0 0 5 0,0 0-6 16,0 0 11-16,0 0 0 0,0 0 4 0,0 0 1 15,0 0-7-15,0 0 3 0,9 19 6 0,-9-19-12 16,0 0 4-16,0 0-9 0,2 9 3 0,-2-9-1 16,0 0-3-16,0 0-1 0,0 0 3 0,0 0-2 15,2 7-6-15,-2-7 1 0,0 0-8 0,0 0 4 16,0 0-1-16,0 0-8 0,0 0 8 0,0 0-1 15,1 7 3-15,-1-7-17 0,0 0 11 0,0 0 7 16,0 0-7-16,0 0 4 0,0 0-8 0,0 0 3 16,1 8 1-16,-1-8-1 0,0 0 2 0,0 0-3 15,0 0 1-15,0 0 2 0,0 0-11 0,0 0 15 16,0 0-10-16,5 4 5 0,-5-4-1 0,0 0-1 16,0 0 1-16,0 0 6 0,0 0-4 0,0 0-4 0,0 0-9 15,0 0 11-15,0 0-2 0,0 0 3 16,0 0-18-16,0 0 16 0,0 0 0 0,0 0 9 15,0 0-10-15,11-2 6 0,-11 2-5 0,0 0 3 0,0 0-3 16,14-2 2-16,-14 2 2 0,9 0-4 0,-9 0 1 16,10-2 0-16,-10 2 0 0,7-4-1 0,-7 4 1 15,7-2-5-15,-7 2 1 0,0 0 0 16,9-4 2-16,-9 4 0 0,0 0-1 0,6-1 12 0,-6 1-13 16,0 0 0-16,0 0 5 0,0 0 9 0,0 0-2 15,0 0-1-15,0 0 1 0,0 0 4 0,9-2-2 16,-9 2-6-16,0 0 14 0,0 0-11 0,0 0-9 15,0 0 3-15,0 0 0 0,0 0-3 0,12-3 11 16,-6-1-8-16,4-3 5 0,3-1-6 0,5-5 5 16,5-4-1-16,5 2-1 0,0-4 0 0,3 0-7 15,0-2 5-15,-1 2-1 0,2-3-5 0,1 3 2 16,1 1 1-16,0-3-1 0,8-3-2 0,-11 5-6 16,1 3-2-16,1 0 1 0,0 0 7 0,-1 1-8 15,-2 1 6-15,-1 2-3 0,-2 0 4 0,1 2-1 16,-9 3 3-16,-1-1-4 0,0 0-1 0,-4 1-3 15,0 3 10-15,-4-2-1 0,1 2-4 0,-1 1-8 16,-4 0 13-16,-1 2-4 0,-5 1 4 0,9-6-5 16,-9 6 10-16,8 0-8 0,-8 0 4 0,6-3 2 15,-6 3 3-15,0 0 4 0,0 0-1 0,7-2 2 0,-7 2 4 16,0 0-5-16,0 0-2 0,0 0-1 0,0 0 0 16,0 0 0-16,0 0 3 0,0 0-8 15,6-4-1-15,-6 4-4 0,0 0-10 0,0 0-16 16,0 0-17-16,0 0-27 0,0 0-4 0,0 0-10 0,0 0-9 15,0 0-12-15,0 0-67 0,0 0-188 0,0 0 84 16</inkml:trace>
  <inkml:trace contextRef="#ctx0" brushRef="#br0" timeOffset="99189.43">13155 13723 53 0,'0'0'54'0,"0"0"-6"16,0 0-6-16,0 0 11 0,0 0-16 0,0 0-1 16,0 0-7-16,0 0-1 0,0 0 1 0,0 0-2 15,0 0-2-15,0 0 15 0,0 0-19 0,0 0 7 16,0 0 4-16,0 0-15 0,0 0 0 0,0 0-6 16,0 0 3-16,0 0-2 0,0 0 9 0,0 0-7 15,0 0-4-15,0 0-3 0,0 0-5 0,0 0 5 16,0 0 2-16,0 0 2 0,0 0-4 0,0 0 0 15,0 0 0-15,0 0-4 0,0-10 3 0,0 10 1 16,0 0-18-16,0 0 3 0,3-9-7 0,-3 9-4 16,0 0-13-16,0 0-10 0,0 0-10 0,0 0-6 15,0 0-31-15,0 0-97 0,0 0 42 0</inkml:trace>
  <inkml:trace contextRef="#ctx0" brushRef="#br0" timeOffset="100411.7">20891 13276 22 0,'0'0'48'0,"0"0"-6"0,0 0-2 15,0 0-13-15,0 0-7 0,0 0-2 0,0 0-12 16,0 0-11-16,0 0-32 0,0 0-39 0,6 3 18 16</inkml:trace>
  <inkml:trace contextRef="#ctx0" brushRef="#br0" timeOffset="101828.05">26329 13122 87 0,'0'0'135'0,"0"0"-11"16,0 0-4-16,0 0-1 0,0 0-6 0,0 0-9 15,0 0-11-15,0 0-11 0,0 0-8 0,0 0-8 16,0 0-6-16,0 0-4 0,0 0-4 0,0 0 1 16,0 0-6-16,0 0-4 0,0 0-7 0,0 0 1 15,6 19 0-15,-6-19-4 0,0 0-7 0,4 8 3 0,-4-8-3 16,0 0 1-16,3 5-3 0,-3-5 3 0,0 0 0 16,0 0-10-16,7 4 6 0,-7-4-4 15,0 0-1-15,0 0-3 0,2 5 0 0,-2-5 2 16,0 0 1-16,0 0-1 0,0 0 4 0,0 0-2 0,0 0 7 15,0 0 8-15,0 0 2 0,13-5-2 0,-2-3-4 16,5-5-7-16,9-6 4 0,2-3-5 16,16-9-7-16,1-2-13 0,4-3-20 0,0-1-24 15,5 0-23-15,23-22-52 0,-2 5-39 0,-7-2-146 0,8-4-326 16,1-2 145-16</inkml:trace>
  <inkml:trace contextRef="#ctx0" brushRef="#br0" timeOffset="108190.93">27067 14095 8 0,'0'0'20'0,"0"0"-9"0,0 0-4 0,0 0-6 15,0 0-10-15,0 0-8 0,0 0 5 0</inkml:trace>
  <inkml:trace contextRef="#ctx0" brushRef="#br0" timeOffset="111562.49">10708 15115 13 0,'0'0'17'0,"0"0"0"0,0 0 1 0,0 0-2 16,0 0-1-16,0 0-5 0,0 0 5 0,0 0 1 16,0 0 0-16,0 0 5 0,0 0-3 0,0 0 2 15,0 0 0-15,0 0-1 0,0 0 5 0,0 0 0 16,0 0-3-16,0 0-1 0,0 0 6 0,0 0-7 15,0 0-2-15,0 0-3 0,0 0 5 0,0 0-4 16,0 0-2-16,0 0-2 0,0 0-4 0,0 0-3 16,0 0 5-16,0 0 1 0,0 0-6 0,0 0 6 15,0 0-5-15,0 0 0 0,0 0-1 0,0 0-2 16,0 0-1-16,0 0 1 0,0 0 3 0,0 0-1 16,0 0-3-16,0 0-2 0,0 0 1 0,0 0 3 15,0 0 0-15,0 0-1 0,0 0 1 0,0 0 2 16,0 0 1-16,0 0-3 0,0 0 5 0,0 0-5 15,0 0 8-15,0 0-1 0,0 0 3 0,0 0 1 16,0 0-5-16,0 0 0 0,0 0-4 0,0 0 3 16,0 0 0-16,0 0 1 0,0 0 8 0,0 0-8 15,0 0 2-15,0 0-8 0,0 0 16 16,0 0-13-16,0 0-4 0,0 0 7 0,0 0 0 0,0 0-7 16,0 0 2-16,0 0 6 0,0 0-4 15,0 0-3-15,0 0 4 0,0 0-7 0,0 0 7 0,0 0-1 16,0 0-2-16,0 0 0 0,0 0-4 0,0 0 8 15,0 0-5-15,0 0-4 0,0 0-2 16,0 0-2-16,0 0-13 0,0 0-11 0,0 0-7 16,0 0-2-16,0 0-3 0,0 0-4 0,5 3-6 15,-5-3-43-15,0 0-101 0,3 7 45 0</inkml:trace>
  <inkml:trace contextRef="#ctx0" brushRef="#br0" timeOffset="113830.42">22810 14730 67 0,'0'0'145'16,"-1"-10"-8"-16,1 10-9 0,0 0 0 16,0-9-9-16,0 9-4 0,0 0-8 0,0 0-5 0,0 0-11 15,0 0-4-15,0 0-8 0,2-7 0 16,-2 7-13-16,0 0-7 0,0 0 3 0,0 0 2 0,0 0-6 16,0 0-2-16,0 0 6 0,0 0-4 0,13 14-4 15,-13-14 0-15,7 8-1 0,-3-3-8 16,2 1-4-16,-2 1 1 0,0-1 1 0,-1-1-9 0,3 1 9 15,-1-1-13-15,1-1-14 0,-2 1-4 16,0-1 8-16,0 2 0 0,1-2 3 0,-1 0-5 0,-1 1 0 16,-3-5-4-16,8 7 1 0,-4-5-3 15,-4-2-3-15,5 5 6 0,-5-5-7 0,0 0 1 16,6 4 0-16,-6-4-1 0,4 4-4 0,-4-4-2 16,0 0 6-16,0 0 2 0,0 0-1 0,0 0-1 15,0 0-3-15,4 4 6 0,-4-4-1 0,0 0 2 0,0 0-5 16,0 0 2-16,0 0 2 0,0 0-2 0,14-12 0 15,-6 4-4-15,8-6 0 0,6-7 1 0,5-4 0 16,13-14-4-16,6 0-4 0,5 1-6 0,-3 0-15 16,25-16-16-16,-4 2-18 0,-19 15-19 15,5 3-24-15,15-19-30 0,-19 18-18 0,4 2-22 16,-2 1-20-16,-5 6-101 0,1-3-313 0,-6 3 139 16</inkml:trace>
  <inkml:trace contextRef="#ctx0" brushRef="#br0" timeOffset="118553.86">7674 12021 33 0,'0'0'60'0,"0"0"-7"0,-5-7-3 0,5 7-13 15,0 0 3-15,-3-7 1 0,3 7 5 0,0 0-9 16,-2-8 2-16,2 8-4 0,-6-7-1 0,6 7-2 0,0 0-9 16,-6-7-4-16,6 7 6 0,-4-5-1 0,4 5 6 15,-5-7 1-15,5 7-2 0,-4-5 2 0,4 5 5 16,0 0-7-16,-5-10-16 0,5 10 5 16,-2-5 18-16,2 5-17 0,0 0 3 0,-4-9-1 0,4 9-6 15,0 0-2-15,0 0 5 0,-4-5-9 16,4 5 6-16,0 0 15 0,0 0-16 0,0 0 4 0,0 0-6 15,-4-9 4-15,4 9-5 0,0 0-7 16,0 0 0-16,0 0 0 0,0 0-1 0,0 0 3 0,0 0 5 16,0 0-9-16,0 0 3 0,0 0 1 15,0 0-3-15,0 0-5 0,0 0-3 0,0 0 11 16,0 0-8-16,0 0-3 0,0 0 2 0,0 0 3 0,-1 23 7 16,2-14-1-16,3 4-5 0,-4-2-11 15,3 7 12-15,-2 6-5 0,0 1 9 0,2 3-15 16,-5 2 12-16,5 2-3 0,0 0 4 0,-1 16-5 0,-1-12 10 15,3 10-7-15,-2 2-7 0,-2-13-15 0,2 10-6 16,-2 3-11-16,1-14-20 0,2 2-9 16,-2 10-28-16,2-10-51 0,-3 0-155 0,0 9 69 0</inkml:trace>
  <inkml:trace contextRef="#ctx0" brushRef="#br0" timeOffset="119154.46">8410 12007 3 0,'3'-6'51'0,"-3"6"-3"0,4-10-2 0,-3 5-10 16,-1 5-6-16,2-10 1 0,-2 10 1 0,2-11 1 16,-2 11-3-16,2-8-5 0,-2 8 12 0,1-7 5 15,-1 7-5-15,0 0-3 0,0 0-6 0,0-10 2 16,0 10-5-16,0 0-7 0,0 0 1 0,0 0 2 16,0 0-13-16,0 0 26 0,0 0-5 0,7 35-5 15,-5-12 16-15,0 5 1 0,1 6-1 0,4 17-5 16,-1 3 4-16,3 4-17 0,1 28 6 0,-1-6-11 15,0 0-25-15,-1-19-39 0,-2 23-38 0,-2-26-61 16,-2 0-158-16,3 1 70 0</inkml:trace>
  <inkml:trace contextRef="#ctx0" brushRef="#br0" timeOffset="155255.4">27359 11572 80 0,'0'0'94'15,"0"9"-8"-15,0-9-6 0,2 6-6 0,-2-6 7 16,4 11-7-16,-3-6-5 0,-1-5-6 0,3 14-4 15,-1-9 3-15,-2-5-15 0,2 10 5 0,0-5-8 0,-2-5 1 16,3 6-1-16,-3-6 2 0,2 6-12 16,-2-6 12-16,2 6-6 0,-2-6 7 0,0 0 7 15,0 0 0-15,0 0 2 0,0 0-2 0,11-2-5 16,-1-6-3-16,0 2-8 0,7-8 1 0,7-10-15 16,15-10 9-16,3 0-5 0,8-4-13 0,21-20-21 15,0 4-25-15,5-3-31 0,4-1-23 0,1 0-27 16,7-2-31-16,-3-2-77 0,-2 2-238 0,-1 0 106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7:12:09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13764 9645 50 0,'0'0'68'0,"0"0"-3"0,0 0-13 15,0 0-6-15,0 0-8 0,0 0-4 0,0 0-5 16,0 0 1-16,0 0-9 0,0 0-3 0,0 0 1 16,0 0-8-16,0 0-5 0,0 0-11 0,0 0-4 15,0 0-8-15,0 0 3 0,0 0-5 0,0 0 1 16,0 0 4-16,0 0 2 0,0 0-1 0,0 0-3 15,0 0 7-15,0 0 0 0,0 0 0 0,0 0 6 16,0 0 5-16,0 0 9 0,0 0-4 0,0 0-1 16,-27 5 1-16,27-5-1 0,0 0 0 0,-13-1 9 15,13 1 0-15,-12-3-4 0,12 3-9 0,-13-1 12 16,2 1-9-16,2 0-2 0,-2 0 11 0,-1 0-3 16,1-2-5-16,0 2 0 0,1-1 5 0,-3 1-5 15,3-1 8-15,-2 0-3 0,3 0 0 0,-2 1 10 16,2-3-6-16,0 2 5 0,9 1-2 0,-15-3 12 15,9 0 0-15,6 3 5 0,-13-3-1 0,7 0-3 16,6 3 6-16,-12-4 5 0,7 2-1 0,5 2 9 16,-10-3 0-16,10 3 9 0,-12-4-11 0,12 4-6 15,-4-3 0-15,4 3 0 0,-9-4 0 0,9 4-5 16,0 0-1-16,0 0-3 0,-5-4 0 0,5 4-3 16,0 0-7-16,0 0 5 0,0 0-3 0,0 0-3 15,0 0 0-15,0 0-1 0,0 0 10 0,0 0 2 16,0 0-4-16,0 0 5 0,18-6 4 0,-8 3 3 0,0 1-2 15,1 1-2-15,3-3-6 0,5 2 3 16,-6 2-1-16,7-3 7 0,-2-1-6 0,4 1 6 0,1 1-2 16,6-3 2-16,0-1-9 0,0 2 1 0,0-1 4 15,3 2-2-15,-1-2-2 0,4-1-7 0,-2 2-1 16,-1 0 1-16,-1 0-2 0,2 1-5 0,-1-3 3 16,-1 3-1-16,-3 0 1 0,3 4-18 0,1 0-11 15,-3 2 32-15,2-6 2 0,1 1-4 0,1-2 1 16,1 1-1-16,2-1 1 0,-1 0-3 0,1 0-6 15,3 1 1-15,-1-2-7 0,-2 3-4 0,15 0 3 16,-11-1-1-16,12-2 1 0,-13 4-2 0,15-2 2 16,-3 2-2-16,-12-2 0 0,1 2-5 0,12-1 6 15,-12 2-1-15,-2-3-1 0,3 1-5 0,-1-1 4 16,13 0 0-16,-14 2 3 0,0-3-4 0,-1 1 3 16,2 1-3-16,10-2-1 0,-13 2 0 0,2-1 3 15,-4 1-3-15,0 0 2 0,1 0-3 0,1-2-1 16,0 1 0-16,0 2 2 0,-3-1-4 0,3 0 4 15,1 1 1-15,-4-5-2 0,2 4 1 0,-2-2 1 16,1 3-3-16,2 0 1 0,0-1 2 0,-2-1 1 0,-4-1-3 16,1 4 0-16,4-3-1 0,-4 2 0 15,-5 0-3-15,6 1 2 0,0 0 4 0,-3 0-4 16,0-2 0-16,0 2 1 0,-1 0 0 0,-1 2-2 0,1-1 0 16,-7 0-1-16,0 0 3 0,-3-1-1 0,1 0-4 15,0 2 6-15,-2-2-2 0,1 0 0 0,-2 1 0 16,-3 0-1-16,2-1 2 0,-3 2 1 0,-1-2 1 15,0 0-1-15,0 0-2 0,-1 0 4 0,2 0-2 16,-5 0-2-16,0 0 0 0,-8 0 3 0,15 0-3 16,-9 1 2-16,-6-1-2 0,12 0 2 0,-12 0 0 15,11 0-1-15,-11 0 0 0,8 0 2 0,-8 0 1 16,0 0-2-16,14-1-2 0,-14 1 3 0,9 0 2 16,-9 0-2-16,0 0 1 0,8 0 0 0,-8 0-3 15,0 0-1-15,0 0 2 0,0 0 0 0,10-2-11 16,-10 2 12-16,0 0-5 0,0 0 4 0,11 2 2 15,-11-2-2-15,8 0-1 0,-8 0 2 0,0 0-1 16,8 0-1-16,-8 0 1 0,9 1 2 0,-9-1-2 16,0 0-2-16,10 2 1 0,-10-2 0 0,0 0 1 15,6 2 1-15,-6-2 1 0,0 0-3 0,0 0 2 16,0 0 1-16,0 0-1 0,9 0-2 0,-9 0 0 16,0 0 4-16,0 0-5 0,0 0 3 0,0 0 0 15,0 0-1-15,0 0 0 0,0 0 3 0,0 0 1 16,0 0-3-16,0 0 2 0,0 0-1 0,0 0 1 15,0 0 0-15,0 0-3 0,0 0 0 0,0 0 3 16,0 0 1-16,10 0 4 0,-10 0-4 0,0 0-4 16,0 0 3-16,0 0-1 0,0 0 0 0,0 0 2 15,0 0-1-15,0 0 0 0,0 0-2 0,0 0 1 0,0 0-2 16,0 0 0-16,0 0 2 0,0 0-1 16,0 0 0-16,0 0-2 0,0 0 4 0,0 0-1 15,0 0-2-15,0 0 1 0,0 0 1 0,0 0-1 16,0 0-4-16,0 0 7 0,0 0-6 0,0 0 4 0,0 0-4 15,0 0 3-15,0 0-2 0,0 0 3 16,0 0-4-16,0 0 2 0,0 0 3 0,0 0-3 16,0 0-2-16,0 0 7 0,0 0-4 0,0 0-2 0,0 0-1 15,0 0 5-15,0 0-4 0,0 0-1 0,0 0 6 16,0 0-6-16,0 0 5 0,0 0-1 0,0 0-1 16,0 0-1-16,0 0 0 0,0 0-1 15,0 0 1-15,0 0 1 0,0 0 2 0,0 0-5 0,0 0 1 16,0 0 1-16,0 0 0 0,0 0 1 0,0 0-2 15,0 0 0-15,0 0-1 0,0 0-1 0,0 0 1 16,0 0 0-16,0 0 3 0,0 0-4 0,0 0 1 16,0 0-1-16,0 0-6 0,0 0 3 0,0 0-7 15,0 0-4-15,0 0-7 0,0 0-4 0,0 0-4 16,0 0-6-16,0 0 4 0,0 0-6 0,0 0-9 16,0 0 4-16,0 0-13 0,0 0-5 0,0 0-8 15,0 0-10-15,0 0-8 0,0 0 3 0,0 0-4 16,0 0-9-16,0 0 5 0,0 0-6 0,0 0-8 15,0 0-6-15,0 0-5 0,0 0-93 0,0 0-229 16,0 0 102-16</inkml:trace>
  <inkml:trace contextRef="#ctx0" brushRef="#br0" timeOffset="2705.48">19720 9196 22 0,'0'0'74'15,"0"0"-10"-15,0 0-4 0,0 0-10 0,0 0-1 16,0 0-10-16,0 0-3 0,0 0-11 0,9-7-14 16,-9 7-14-16,3-7-30 0,-3 7-33 15,1-9-71-15,-1 9 31 0</inkml:trace>
  <inkml:trace contextRef="#ctx0" brushRef="#br0" timeOffset="12303.26">28653 6221 53 0,'0'0'215'0,"0"0"-13"0,0 0-29 16,0 0-17-16,-1-8-19 0,1 8-17 0,0 0-11 15,0 0-11-15,0 0-8 0,0 0-14 0,-7 23-3 0,4-11-5 16,3 4-7-16,-3 3-3 0,0-1-3 0,2 0 6 16,-1-1-7-16,2 1-6 0,-2-6-2 0,2 1-7 15,-2-1-1-15,2-3-5 0,-2-1-1 16,2-8 2-16,-3 11 10 0,3-11 4 0,0 9 8 0,0-9 9 16,0 0 8-16,1 10 5 0,-1-10 8 0,0 0 5 15,0 0 7-15,0 0 8 0,0 0 2 0,0 0-7 16,0 0-13-16,0 0-13 0,0 0-13 15,8-32-9-15,-2 6-3 0,2 1-2 0,-2-5-11 0,7-3-10 16,-2 2-3-16,6-13 3 0,2 2 0 0,3-1-14 16,-7 11 2-16,1 0-3 0,-5 0-3 0,4 2 0 15,-2 1-2-15,2 3 0 0,-2 4-4 0,-3 4 1 16,-2 4 1-16,-4 4 0 0,1 2-4 0,-3 2-6 16,3 0-4-16,-3 0 8 0,-2 6-4 0,10-4 0 15,-10 4-2-15,0 0 2 0,14 16 0 0,-7-6 2 16,0 6-1-16,2 8-3 0,-2-6 7 0,3 8-6 15,-1-1 6-15,-1 1-1 0,-2-1 1 16,-1 2-1-16,3-4-5 0,1 2-2 0,-2-2-6 0,-3-4-25 16,4 0-22-16,-4-1-31 0,-1 7-24 0,1-6-39 15,-1-1-34-15,-1-1-38 0,0 0-30 0,-2 1-154 16,-4-4-444-16,0-2 196 0</inkml:trace>
  <inkml:trace contextRef="#ctx0" brushRef="#br0" timeOffset="12472.11">28708 6174 11 0,'0'0'174'0,"8"-14"-25"0,2 8-16 0,3 1-18 16,7-3-19-16,11-1-20 0,5 0-25 0,0 0-32 16,4 0-21-16,-1 3-30 0,-1-1-32 0,0 0-57 15,-2 0-132-15,0-1 59 0</inkml:trace>
  <inkml:trace contextRef="#ctx0" brushRef="#br0" timeOffset="12653.26">29310 5954 73 0,'0'0'211'0,"0"-11"2"0,0 11-7 15,0 0-6-15,0-12-8 0,0 12-18 0,0 0-19 16,0 0-17-16,0 0-17 0,-1-10-17 0,1 10-7 16,0 0-5-16,0 0-2 0,0 0-8 0,-7 30 2 15,6-11-10-15,-3 7-4 0,-1 2-9 0,1 2-2 16,0 3-5-16,2-2-6 0,-1 2-5 0,3-2-2 15,-2 0-6-15,2-3-21 0,0 0-31 0,0-1-34 16,1-2-31-16,-2-4-36 0,2-2-38 0,-1-1-31 16,0 0-167-16,-1-2-383 0,-1-6 170 0</inkml:trace>
  <inkml:trace contextRef="#ctx0" brushRef="#br0" timeOffset="13011.27">29231 5948 87 0,'4'-16'166'0,"1"5"-11"16,1 0-17-16,0 1-9 0,2 2-9 0,2-2-7 15,0 4-11-15,2 1-9 0,1 1-4 0,-2 0-15 16,1 1-9-16,-1 3-6 0,1 1-5 0,-1 4-4 16,-1-2-9-16,1 2-4 0,-1 2-7 0,-1-1 6 15,-4 2-9-15,1 1-4 0,-3 0-2 0,0 1-1 16,-1 1-7-16,-2 0-17 0,-1-1-5 0,1 2-16 15,-3-1-8-15,2 0-6 0,0 0-15 0,-1 0-7 16,2-11 2-16,2 20 2 0,-1-10 3 0,2-1 1 16,2 2 9-16,1 0 3 0,0-1 6 0,5 4-6 15,-4-6 9-15,1 3 5 0,0-1 3 0,-1 0 1 16,0 1 11-16,-1-3-8 0,-1 2 7 16,2 1 5-16,-4-1 1 0,0 0 12 0,-2 0 11 0,-1-10 3 15,-2 18 5-15,-1-10-1 0,1 2 1 0,-4-1-4 16,0 0-2-16,-4-1-4 0,2 1 1 0,-1-2-27 15,-1-1-11-15,2 1-19 0,2-2-32 0,0-1-92 16,-6-3-179-16,7 3 78 0</inkml:trace>
  <inkml:trace contextRef="#ctx0" brushRef="#br0" timeOffset="13269.63">29911 6049 77 0,'0'0'193'0,"0"0"0"0,-9-11 0 0,9 11-3 16,-9-2-12-16,9 2-13 0,-7-5-14 0,7 5-13 0,0 0-14 16,-6-4-13-16,6 4-13 0,0 0-10 15,-6-3-12-15,6 3-7 0,0 0-10 0,0 0-11 16,0 0-8-16,0 0-14 0,0 0-17 0,0 0-21 15,28-5-28-15,-17 4-28 0,7 0-28 0,2-2-34 0,-2 0-28 16,1 3-129-16,-7-1-312 0,1-1 139 0</inkml:trace>
  <inkml:trace contextRef="#ctx0" brushRef="#br0" timeOffset="13425.14">29672 6168 92 0,'0'0'119'16,"0"0"-6"-16,0 0-15 0,0 0-3 0,15 9-13 0,-3-9-24 15,8 0-37-15,8-2-42 0,3 1-89 0,-2 0-119 16,4-3 53-16</inkml:trace>
  <inkml:trace contextRef="#ctx0" brushRef="#br0" timeOffset="14586.48">29953 5982 51 0,'0'0'104'0,"0"0"-5"0,0 0-8 15,-7-4-7-15,7 4 2 0,0 0-2 0,0 0-5 16,-6-4-8-16,6 4-4 0,0 0 1 0,-6-4-9 16,6 4 1-16,0 0-6 0,0 0-3 0,-8-3-3 15,8 3 1-15,0 0-8 0,0 0 3 0,-8-4 1 16,8 4-4-16,0 0-4 0,-6-6 5 0,6 6 2 15,0 0 2-15,-6-2 6 0,6 2-2 0,0 0 4 16,0 0 1-16,0 0 8 0,0 0-13 0,0 0 0 16,-6-5-3-16,6 5-2 0,0 0-4 0,0 0-6 15,0 0-2-15,-7-4 3 0,7 4-7 0,0 0-6 16,0 0-2-16,0 0-1 0,-7-5 5 0,7 5-4 16,0 0 3-16,0 0 0 0,0 0-3 0,0 0-1 15,0 0 2-15,-6-4-4 0,6 4 4 0,0 0 2 16,0 0-2-16,0 0 2 0,0 0 0 0,0 0-3 15,0 0 3-15,0 0-2 0,-5-6 2 0,5 6-4 16,0 0 4-16,0 0-4 0,0 0 5 0,0 0-5 16,-5-6 6-16,5 6 1 0,0 0-5 0,0 0 6 15,-7-2-7-15,7 2-2 0,0 0 0 0,0 0-1 16,0 0-1-16,0 0 4 0,0 0-2 0,0 0-4 16,0 0 2-16,0 0-7 0,0 0 0 0,0 0-2 15,0 0-2-15,0 0 1 0,-10-2-3 0,10 2 1 16,0 0-4-16,0 0-1 0,0 0 0 0,0 0 3 15,0 0-2-15,0 0-2 0,0 0 1 0,14 20-2 16,-10-14 5-16,1 0-1 0,0-2 1 0,4 6-2 16,-1-4 2-16,-2-1 0 0,3 3-2 0,3-1 0 15,-2 0 2-15,0-1-1 0,0 1 1 0,-1-1 0 16,0-1 0-16,1 2-1 0,-1-2-1 0,0 0-1 16,-2-2 3-16,0-1 3 0,0 2-4 0,-1 0 0 15,1 1-2-15,-2-3 0 0,-5-2 0 0,11 6 0 16,-6-3-1-16,0-1-3 0,-5-2 4 0,8 6 0 15,-5-2-1-15,-3-4 1 0,5 10 4 0,-4-3 6 0,-1-7-5 16,-4 19-1-16,-2-8 4 0,-1 5 4 16,-3-2-1-16,-6 6-3 0,-1 3 6 0,-5-2-6 15,-1-1-1-15,-1 1-4 0,0-1-23 0,-1 2-29 16,1-6-29-16,0 4-31 0,2-1-43 0,7-5-46 16,3 2-58-16,-6 2-133 0,7-4-422 0,6-2 186 0</inkml:trace>
  <inkml:trace contextRef="#ctx0" brushRef="#br0" timeOffset="14904.23">30423 5897 31 0,'-3'-16'266'16,"2"1"-9"-16,-3 2-6 0,2 1-2 0,-1 4-17 0,2 0-18 16,1 8-22-16,-4-10-29 0,4 10-15 0,0-7-8 15,0 7-18-15,0 0-17 0,0 0-9 0,4 33-11 16,0-5-7-16,-2 3-11 0,2 15-5 15,-1 4-5-15,4 5-4 0,3-1-23 0,-3 0-37 16,-3 0-45-16,7 0-46 0,-8-3-53 0,2-3-40 0,5 2-210 16,-10-15-432-16,3 0 192 0</inkml:trace>
  <inkml:trace contextRef="#ctx0" brushRef="#br0" timeOffset="15326.02">29058 6905 55 0,'-33'-6'240'16,"5"-2"-11"-16,9 4-7 0,7 0-14 0,2 4-8 16,2-1-18-16,8 1-19 0,0 0-13 0,0 0-12 15,28-6-14-15,26 0-11 0,39 3-9 0,19-4-12 16,8-2-12-16,8 4-8 0,15-10-6 0,-2 7-7 16,3-1-8-16,-8 0-6 0,-12 1-3 0,-7 2-5 15,-9 2-6-15,-14-1 0 0,-32 1-3 0,-3 3-3 16,-4-2-5-16,-5 3-1 0,-17 0-2 0,1-1 0 15,-13 1-5-15,-3-3-1 0,-5 3 1 0,-1 0 0 16,-3 0-1-16,-1 0 1 0,-8 0 2 0,13-2 1 16,-13 2 5-16,9 0-6 0,-9 0 0 0,0 0-6 15,0 0-18-15,0 0-18 0,0 0-29 0,0 0-31 16,0 0-36-16,-36 2-43 0,9 2-42 0,-4 1-180 16,-4 1-422-16,-16 2 188 0</inkml:trace>
  <inkml:trace contextRef="#ctx0" brushRef="#br0" timeOffset="15720.2">29196 7203 57 0,'-10'-17'309'0,"0"0"-15"16,0 4-21-16,2 3-17 0,-1 2-15 0,4 2-16 15,0-1-22-15,1 1-22 0,4 6-25 0,-5-8-17 0,5 8-19 16,-5-3-13-16,5 3-8 0,0 0-13 15,-7 21-8-15,5 0-7 0,1 8-4 0,-3 5-6 0,-2 14-8 16,5 0-3-16,-1-3-8 0,-2 3-3 16,4-13 0-16,-4-2-9 0,3 4-1 0,1 9-1 15,-3-12 3-15,3-1-11 0,0-2 2 0,1 4-2 0,-2-8-3 16,0 4-10-16,-2-5-44 0,1-6-45 0,-1-2-49 16,-1-1-52-16,2-1-41 0,-2-1-35 15,0-4-164-15,-2-4-458 0,-3-1 204 0</inkml:trace>
  <inkml:trace contextRef="#ctx0" brushRef="#br0" timeOffset="16136.15">28808 7603 268 0,'0'0'251'0,"0"-11"-27"0,0 11-25 0,11-9-18 16,-1 4-18-16,7-3-19 0,-1-1-12 0,11 3-14 15,4-1-9-15,1 0-12 0,3 1-8 16,-1-1-15-16,3 3-6 0,-2-1-6 0,-2 0-8 15,-4 1-3-15,-1 0-7 0,-8 1-4 0,-3-1-5 16,-4 2-1-16,0 0-8 0,-3 2 3 0,-3-4-2 0,-7 4-4 16,11-2 0-16,-11 2-3 0,10 0 9 0,-10 0 0 15,0 0 2-15,9-1 7 0,-9 1 0 16,0 0 2-16,7 2-1 0,-7-2 1 0,2 6-3 16,-2-6 2-16,-2 14 4 0,-1-5-5 0,1 1-4 0,-1 0-3 15,-1 1-1-15,2 0-2 0,-1 0-6 0,2 2 0 16,-2-2 2-16,3 2-6 0,1-4-2 0,1 2-1 15,0-2-4-15,1 0 0 0,0-1-2 0,2-3-4 16,0-1 2-16,4-1-2 0,-2-2-1 0,4 0 0 16,-1 0 2-16,1-3 5 0,1-2-8 0,0-4 4 15,-1 1 0-15,-1 0 4 0,3-4-2 0,-6 2 0 16,3 0 0-16,-2-1-5 0,0 2-1 0,-3 0-1 16,0 3-1-16,-1-1-4 0,0 0 2 0,-4 6-15 15,9-6-15-15,-9 6-14 0,5-7-19 0,-5 7-14 16,4-2-13-16,-4 2-24 0,0 0-31 0,0 0-36 15,6 12-31-15,-3-6-191 0,-3-6-437 0,2 18 194 16</inkml:trace>
  <inkml:trace contextRef="#ctx0" brushRef="#br0" timeOffset="16539.27">29752 7718 153 0,'10'-12'272'0,"-2"2"-22"0,2-3 5 0,1-2-5 16,-1-2-8-16,1 1-17 0,3-5-8 0,-4 4-13 15,2-6-17-15,-1 6-9 0,1-5-20 0,-2-3-9 16,0 8-13-16,-1-9-20 0,-2 8-7 0,-1 0 3 16,-2 1 0-16,0-2-4 0,-3 4 1 0,0 2-2 15,-1 0-5-15,-1 4 2 0,0-1 1 0,-3 2-16 16,2 1-8-16,2 7-7 0,-4-11-15 0,0 8-2 15,-4-1-9-15,8 4-11 0,-14 0-11 0,14 0-4 16,-18 7-11-16,8 1-4 0,0 0-13 0,3 0-23 16,2 4-12-16,0-2-8 0,0 6-12 0,5 0-9 15,4-1-2-15,0 2-11 0,-1-1-7 0,6 3 5 16,2-5 8-16,1 3 10 0,-1-3 2 0,1 3 4 16,1-2 7-16,-2-2 4 0,-3 2 6 0,0 0 1 15,-2 1 2-15,-2-5-5 0,-1 0 2 0,-1-1-5 16,-2 0 6-16,0 0 3 0,-2-1 3 0,-1-1-7 15,-3 2 7-15,-1-1-3 0,0-1-17 0,-2 1-20 16,0-1-17-16,0-4-23 0,-1 2-21 0,1-1-24 0,4-1-16 16,5-4-14-16,-11 3-140 0,11-3-358 15,0 0 158-15</inkml:trace>
  <inkml:trace contextRef="#ctx0" brushRef="#br0" timeOffset="17070.14">29967 7528 188 0,'4'-9'270'0,"1"0"-8"0,-3 5-8 15,3-1-23-15,-5 5-18 0,4-8-19 16,-4 8-15-16,4-5-22 0,-4 5-16 0,0 0-15 0,4-6-19 16,-4 6-7-16,0 0-9 0,0 0-5 0,9 14-5 15,-5-7-9-15,2 4-4 0,-1-3-8 0,2 1-4 16,0-1 1-16,0 3-15 0,4-2-4 16,-3-3-3-16,-2 3-1 0,3-4-8 0,-3-1-5 15,1 1-1-15,-1-2-5 0,1 1 0 0,0-4 3 0,-7 0-4 16,13-3-2-16,-13 3 0 0,13-2 0 0,-7-5 0 15,1 3-3-15,-2-5 1 0,-1 0-1 0,1 1 1 16,-1-3-2-16,1 0 2 0,-3 0-3 0,3 0 3 16,-2-2-4-16,2 5 3 0,-2 1 2 0,-2 0 0 15,-1 7-3-15,3-10-2 0,-1 6-5 0,-2 4 3 16,3-8-10-16,-3 8 3 0,0 0-2 0,0 0 2 16,0 0-4-16,0 0 7 0,0 0 0 0,8 15 3 15,-6-9 1-15,0 6 1 0,1-4-3 0,1 0-5 16,0 1 7-16,-2-1-2 0,2-4 5 0,1 3-3 15,0-1 1-15,0-3 3 0,2 0-6 0,-1 0 2 16,6-2 2-16,-5 1-3 0,5-5 4 0,-1 1-4 16,0-2 1-16,-1 1 1 0,1-3 1 0,-2-1 3 15,-1 1-1-15,-2-1-6 0,2-5 2 0,-2 2 1 16,-1-3-3-16,-1 2 2 0,0 0-2 0,4 1 2 16,-6-1 12-16,1 5 9 0,-2 0 0 15,-1 6-2-15,5-10 1 0,-5 10-11 0,5-6-1 0,-5 6-7 16,3-6 1-16,-3 6 7 0,0 0-3 0,0 0 9 15,0 0 4-15,0 0-1 0,-9 31 4 0,5-18-1 16,-2 1 6-16,-2-1-3 0,2 5-8 0,2-3-3 16,-1 2 0-16,1-6-1 0,1 4 1 0,1-4 2 15,-1 2-38-15,2-2-32 0,0 1-50 0,0 0-60 16,1 0-63-16,1 1-64 0,0-5-238 0,5 1-570 16,-6-9 253-16</inkml:trace>
  <inkml:trace contextRef="#ctx0" brushRef="#br0" timeOffset="17304.14">30647 7190 30 0,'0'-16'350'0,"1"3"-32"0,0 3-25 16,-1 1-26-16,0 3-21 0,0 6-26 0,2-8-24 16,-2 8-22-16,0 0-16 0,0 0-3 0,0 0 3 0,0 0-6 15,2 29-6-15,-3-8 5 0,1 4-28 16,-3 4-13-16,3 0-8 0,-5 1-13 0,3-1-8 15,-1 0-14-15,0-2 3 0,1-1-12 0,-1-1-2 16,2 0-6-16,-3-7-7 0,2 2-8 0,4-1-19 0,1-1-41 16,-2-3-45-16,-1 0-48 0,1 0-49 15,-2-4-53-15,4-1-43 0,-2 0-246 0,-1-10-551 16,0 0 244-16</inkml:trace>
  <inkml:trace contextRef="#ctx0" brushRef="#br0" timeOffset="18771.05">30454 7400 107 0,'-3'-7'243'0,"-2"5"-26"0,5 2-21 0,0 0-25 16,-1-10-20-16,1 10-14 0,0 0-7 0,16-7-12 0,4 6-14 15,8-1-9-15,2 1 1 0,4-2-17 0,0 3-9 16,2-6-8-16,-3 6-6 0,0-1-5 0,-2-2-4 16,-9 1 1-16,-1 2-5 0,-4-1-6 15,-5-1 5-15,-1 1 9 0,-3 0 14 0,-3 0 24 16,-5 1 19-16,13 0 15 0,-13 0 14 0,7-1 6 0,-7 1 5 15,0 0-9-15,0 0-12 0,0 0-21 0,0 0-10 16,0 0-6-16,-25 4 3 0,11 4-8 16,-3 0-6-16,-5 7-15 0,1 2-8 0,-1-2-3 0,8 1-6 15,0-2-2-15,1 2-10 0,2 0-1 0,2 0-4 16,0 0 5-16,5 0-24 0,0-3-20 0,4-2-25 16,1 0-21-16,2-1-15 0,1-1-10 0,2 0-9 15,2-2 0-15,1-2 0 0,3-4 4 0,5-2 9 16,-2 0 8-16,1-5 9 0,3 1 10 15,-3-2 6-15,-1-2 1 0,-1-2 14 0,-2-1 10 0,-1-2 10 16,1-2 2-16,-4 0 2 0,-2-1 5 0,5-6-3 16,-4 6 10-16,-3 2 9 0,3-1 9 0,-4 4 2 15,4 1 2-15,-5 2-4 0,2 0-3 0,-1 3-1 16,-2-1-3-16,-1 7-4 0,2-7-4 16,-2 7-4-16,0 0-4 0,0 0-2 0,0 0 5 15,0 0-7-15,0 0 5 0,6 19-2 0,-8-10 1 0,2 1-3 16,3-2 2-16,0 2 3 0,-1-3-2 15,3 3-9-15,-1-4-9 0,2 3-11 0,2-4-4 16,1 0-12-16,0 0-2 0,2-1 0 0,0-4 2 0,1 2 7 16,-1-2 3-16,-1-2 5 0,1 1 2 0,-2-4 6 15,0 2 1-15,0-2 2 0,-1-1 3 0,1-2 5 16,-4-1 5-16,0 0 8 0,3-2-9 16,-3 0 5-16,-3 0 7 0,2 2-9 0,-1 1 10 0,-1 0 17 15,1 2 1-15,-3 6-1 0,3-10-1 0,-3 10 0 16,5-6-10-16,-5 6-1 0,2-6-3 0,-2 6-2 15,0 0 0-15,0 0 2 0,0 0-3 0,0 0-1 16,0 0-2-16,-5 25-1 0,5-25 1 0,1 17 2 16,-3-8 0-16,4 2 0 0,0-5-3 0,1 4-3 15,-1-2 5-15,1-1-8 0,3-2-1 0,1 1-9 16,1 0-7-16,2-1-6 0,0-3 1 0,1-1-6 16,1 1 4-16,1-4-1 0,1 0 10 15,-1-1-3-15,0-1 1 0,-4-1 7 0,2-1 3 16,-3-1-1-16,1-2 1 0,-1 1 3 0,3-4 12 0,2-1-1 15,-8 3-1-15,3-1 12 0,-3 2 1 0,0-2 0 16,0 2 5-16,-1 1-2 0,0 3 2 0,-3-2-6 16,-1 7-3-16,4-9-1 0,-4 9-4 0,2-6 0 15,-2 6-8-15,0 0-3 0,7-2 6 0,-7 2-3 16,0 0 0-16,0 0 3 0,2 17-4 0,-2-10 2 16,3 1 10-16,-2 2-10 0,-1 2 1 0,1-3-1 15,-2-2 3-15,1-7-1 0,1 12-2 0,3-7 2 16,-4-5-2-16,4 9 3 0,-1-4-1 0,-3-5-4 15,5 4 5-15,-1 0-2 0,-4-4-2 0,14 2-2 16,-14-2 1-16,19-6-4 0,-5 3 1 0,0 0 1 16,5-4-2-16,-6 4 1 0,6-1 1 0,-6 2-2 15,2-2 1-15,-3 4-1 0,-1-2 10 0,-3 2-10 16,2-1 2-16,3 1 1 0,-2 1-2 0,1 1 0 16,-1-2 4-16,1 4-3 0,-1-4 8 0,2 0-7 15,-1 0 2-15,2 0 7 0,-2 0-2 0,0 0-1 16,1-3 6-16,-2 2 2 0,2-2 3 0,-2-3 0 15,1 0 0-15,-1 1 4 0,-2-3 2 0,2-1 3 0,-1 1-4 16,0-2 1-16,-2 1-4 0,-1-1 5 16,0-3 0-16,-2 4 20 0,-1 2-7 0,0-4-2 15,0 2 6-15,-2 0-2 0,-1 3 2 0,-1 6 9 16,3-10-2-16,-2 3-9 0,-1 7 5 0,0 0-13 16,0-9 6-16,0 9-19 0,0 0-2 0,0 0 3 0,0 0-4 15,0 0-3-15,-19 18-4 0,12-8-10 0,-1 1-21 16,3-2-18-16,1 2-15 0,0 0-25 0,1 0-27 15,5 1-21-15,-1-2-23 0,1 1-15 16,5-2-17-16,3 0-19 0,3 0-6 0,5-5 4 0,0-1 16 16,5 0 22-16,-2-5 16 0,0 1 25 0,0-1 45 15,1 0-2-15,0-2 30 0,-5-1 15 0,-1-1 15 16,-1-1 23-16,-4-1 23 0,1-2 18 16,0-1 16-16,-4 1 22 0,-1 2 16 0,1 1 15 0,-3-2 15 15,-2 2 20-15,-1 1 13 0,0 0 3 0,-2 6-5 16,3-10-7-16,-3 10-8 0,2-9-11 15,-2 9-15-15,0 0-4 0,0 0-16 0,0 0-2 16,-18 1-7-16,9 6-6 0,-1 0-8 0,-5 5-12 0,2 1-4 16,1-2-6-16,2 0-7 0,0 3-7 0,3-3 3 15,1 0-1-15,3 0-9 0,-1 0-3 0,4-3-23 16,2 2-7-16,-2-10-17 0,3 12-11 0,0-7-9 16,1 0-4-16,2-1-1 0,3-3 6 0,-9-1 5 15,18-3 0-15,-5-1 2 0,-3-4 10 0,3-1 2 16,0-2 5-16,-2-1 4 0,-2-5 0 0,5-5 9 15,-9 2-1-15,7-8 2 0,-3-1-6 0,-4 3 4 16,0-4 0-16,-1-1 2 0,0 0 5 0,1 3 0 16,0 0-7-16,0 4 13 0,-3 7 15 15,0 4-10-15,-2 1 9 0,0 2-4 0,0 3-3 0,1 0-6 16,-1 7-4-16,0 0 11 0,3-6-4 0,-3 6-14 16,0 0 6-16,-4 30-1 0,-1-6 0 0,1 1 1 15,-1 7 3-15,1 0-3 0,-3-2-1 0,5 3 4 16,-5-3-4-16,4 0 6 0,3 0-1 0,-3-3-4 15,3-3-20-15,-1-3-46 0,3-3-46 0,-2-2-46 16,2 0-48-16,-2-3-53 0,-2-3-47 0,2-1-160 16,0-9-499-16,-5 13 221 0</inkml:trace>
  <inkml:trace contextRef="#ctx0" brushRef="#br0" timeOffset="18954.04">31291 7024 114 0,'-13'0'219'15,"13"0"-57"-15,-9 1-27 0,9-1-22 0,-5 9-25 16,4-3-34-16,1-6-48 0,4 20-49 0,1-1-99 16,-4 7-153-16,5 0 68 0</inkml:trace>
  <inkml:trace contextRef="#ctx0" brushRef="#br0" timeOffset="19320.43">30665 8081 160 0,'-29'25'246'0,"4"1"-16"0,1-1-18 0,-3 1-16 15,5 5-11-15,0-3-14 0,3-3-16 0,4 0-10 16,0-2-12-16,6 3-12 0,0 0-4 0,5-8-3 0,-1 1-10 16,4 0-10-16,1 0-5 0,3-1-5 0,2-3-6 15,4 0-5-15,-2-8-7 0,3 2-2 0,8-2-10 16,0-3-8-16,1-6-2 0,8-6-4 16,0-2-4-16,2-6-3 0,-2-2-1 0,2-3-4 0,-1-4-3 15,-5-2-2-15,-1 0 3 0,0 0 17 0,-6-3-2 16,-3 1-3-16,-3-1-8 0,-4 1 0 0,-3 1-7 15,-3 1 0-15,-2 3-1 0,-2 7 2 0,-2 0-9 16,-3 2-6-16,-3 2-15 0,2 4-8 0,-4 2-11 16,-5 2-12-16,1 3-9 0,-3 4-21 0,-6 5-22 15,2 3-23-15,1 3-27 0,-1 6-27 0,4 0-27 16,-1 4-20-16,3 4-21 0,1 2-130 0,3-1-394 16,4-2 174-16</inkml:trace>
  <inkml:trace contextRef="#ctx0" brushRef="#br0" timeOffset="19670.14">30552 8592 118 0,'7'3'200'0,"1"-1"5"0,3-2 3 0,0-1 3 16,3-2 0-16,3-4-2 0,1-4-4 0,0 1-13 15,7-6-9-15,1-4 0 0,1-3-11 0,1-2-11 16,6-10-9-16,1-1-26 0,-10 11-8 0,9-10-9 16,-12 7-1-16,4 1-19 0,-5-3-12 0,-1 1-7 15,-6 5-7-15,3 3 8 0,-7 6 16 0,-4-1 3 16,2 2 0-16,-6 3 6 0,1-1-12 0,-4 3-12 15,-2-1 0-15,1 3-12 0,-2 1-13 0,-4 2 0 16,-1 2-6-16,-1 0-14 0,-4 4 10 0,0 0-17 16,-3 4-10-16,2 1-16 0,2 0-20 0,4 2-9 15,0 0-15-15,-1 4-6 0,6-2-16 0,2 4-11 16,2 3 4-16,1-1-5 0,3-1 0 0,2 0 0 16,2 0 5-16,1-2 2 0,1 0 11 0,1 2 6 15,0-1 7-15,-1-2 5 0,-1-1 4 0,-3-1 4 16,-1-2 2-16,1 1 7 0,-3 4 5 0,-3-3 6 15,0 0-1-15,-1-1-7 0,-3 1-5 0,-1-4 5 16,0 3-14-16,-3-2-12 0,3-2-20 0,-2-1-23 16,0 0-33-16,2-3-34 0,5-2-30 0,-9 7-176 15,3-6-399-15,6-1 177 0</inkml:trace>
  <inkml:trace contextRef="#ctx0" brushRef="#br0" timeOffset="20786.5">31256 8142 242 0,'5'-7'375'0,"-2"1"-36"0,1 0-26 0,-4 6-23 16,5-7-22-16,-5 7-23 0,4-5-15 0,-4 5-22 15,0 0-13-15,0 0-24 0,0 0-15 16,0 0-10-16,-16 30-19 0,9-17-10 0,2 6-15 16,-2-2-5-16,2 2-13 0,3 0-3 0,-2-3 9 0,4 3-35 15,0-8-6-15,2 5-20 0,1-3-15 0,3-3-15 16,1-1-1-16,0-2 2 0,1 2-9 0,1-5-2 15,1-1 3-15,2-2 5 0,2-3 1 16,-4-1 1-16,0-3-3 0,0 0 1 0,1-1 2 16,2-4 1-16,-2-1 4 0,-3-1 2 0,-1-5 0 15,1 1 15-15,1-1-13 0,-3 0 18 0,-1 2-18 0,2-1 3 16,-1 3 2-16,-2 1 2 0,-2 4 12 16,1 1-7-16,-2 2-2 0,2-1-5 0,-3 7-4 0,0 0 2 15,4-11 0-15,-4 11-5 0,0 0-3 0,0 0 3 16,0 0-1-16,0 0-10 0,-8 22 11 15,5-10 2-15,0-2-5 0,-2 5 7 0,7-3-3 16,-2 3-5-16,3-3-1 0,0-2-4 0,1 1 0 0,1-2 6 16,2 0-9-16,2-2-13 0,1-1-3 0,2-2-4 15,4-1 3-15,2-2-2 0,0 0 8 0,0-3-3 16,0-2 4-16,-8 0-1 0,3-3 1 0,0-1 26 16,-3-2-23-16,1-3 6 0,0 0-1 0,0-4 1 15,-2-5-26-15,-3 3 4 0,3-9 2 0,-2 2 2 16,-2-3 2-16,0 2 4 0,0-2-1 0,0 1 17 15,-1 4-5-15,0-2 2 0,-2 7 28 0,0 3 7 16,-2 6 7-16,1-3-5 0,0 5-4 0,-1 1 5 16,0 7-9-16,1-12-11 0,-1 12-1 0,0 0 2 15,0 0-4-15,0 0 2 0,0 0-4 0,0 0 6 16,-12 31-2-16,5-6 15 0,2 4-17 0,-3 1 1 16,1-1-1-16,1 0 1 0,2-3-3 0,1-6 1 0,3-2-6 15,1 8-1-15,2-8 2 0,3-3-3 16,1-2 2-16,-1 0-3 0,2-4-2 0,1 0-9 15,2-2-6-15,-2-3-7 0,5-2 6 0,-1-1-1 16,-1-2 4-16,1-1 7 0,-1-4-1 0,3-1 3 0,-2-4-2 16,1 0 2-16,-4-5-2 0,-1-1 7 15,0-1-8-15,1-8 2 0,-2 2-1 0,0-2 4 16,-3-1 4-16,1 2-1 0,2-6-4 0,-2 4 4 0,1 2 0 16,-1 5 0-16,-2 5-6 0,-2-1 6 0,1 4 8 15,0 2 1-15,-2 4 0 0,0 1-7 0,2-1 8 16,-3 6-12-16,0 0 1 0,2-10 1 0,-2 10-2 15,0 0 8-15,2 22 12 0,-2-4-3 0,-2 9 0 16,-1-1 1-16,-1 3-2 0,2-1 1 0,1 2-8 16,-2-2 2-16,5-3-1 0,-4 0 7 15,5-6-8-15,0 1 10 0,-1-5-18 0,2 2-11 0,3-7-31 16,3 3-22-16,-3-4-33 0,2-3-19 0,0 0-24 16,5 0-28-16,3-3-23 0,3-1-23 15,2-5 9-15,6-3-8 0,-1-4 19 0,-1 0 15 0,1 0 30 16,-1-3 15-16,0-3 28 0,-3-1 10 0,-4-1 38 15,1-2 11-15,-8 4 41 0,1 0 30 16,-4 0 33-16,-3-1 36 0,2 2 27 0,-4 5 22 0,-4 0 14 16,1-1-4-16,-1 11 0 0,-7-13-3 0,0 7-5 15,-2 2-6-15,-3 2-8 0,1 3-8 0,-6 2 6 16,-4 4-12-16,1 3-17 0,-3 5-9 0,-1 0 0 16,4 3-13-16,7-4-9 0,-1 1-3 0,2 1-5 15,3-3-8-15,0 3 0 0,4-5-21 0,4-1 11 16,1 1-30-16,3 1-15 0,-1-5-18 0,7 1-5 15,0-3-5-15,4 0-1 0,-1-2 6 16,7-2-1-16,-2-3-1 0,-4-1 2 0,8-1 5 0,-5-2-3 16,-6-1 11-16,5 0-3 0,-4-2 4 0,0-5 2 15,-1 5 1-15,0-6 10 0,-5 5 9 0,0 0 15 16,3 1 4-16,-5 2 12 0,0 0 6 0,2 2-7 16,-1 2 0-16,-4 3-7 0,2-7-4 0,-2 7-3 15,0 0-4-15,0 0 5 0,0 0 1 0,0 0-9 16,0 0-2-16,-3 25 0 0,1-16 3 0,1 0-10 15,2 0-26-15,-2 2-25 0,1 0-27 0,3-2-41 16,-2 1-43-16,0-1-53 0,4-2-63 0,0-3-45 16,1 1-180-16,5-3-536 0,-1-2 237 0</inkml:trace>
  <inkml:trace contextRef="#ctx0" brushRef="#br0" timeOffset="21009.08">32689 7747 140 0,'0'0'330'0,"0"0"-27"0,0 0-22 0,0 0-14 16,11-44-18-16,-11 44-21 0,0 0-22 0,2-11-17 15,-2 15 4-15,0-4-3 0,0 0-6 0,-7 36-22 0,2-10-14 16,2 0-18-16,-3 0-17 0,1 1-3 0,4 1-11 16,-3 0-11-16,0-2 1 0,3 2-22 15,1-2-3-15,-1-6 0 0,1 0-19 0,1-4-28 16,1 1-23-16,1-2-1 0,-3-2-34 0,4 2-47 0,-2-3-48 15,0-3-33-15,-2-9-70 0,4 14-41 0,-3-7-219 16,-1-7-540-16,0 0 240 0</inkml:trace>
  <inkml:trace contextRef="#ctx0" brushRef="#br0" timeOffset="21272.1">32513 8018 261 0,'-4'-4'249'0,"-3"-1"-19"0,7 5-15 0,-6-5-8 16,6 5-1-16,-5-5-6 0,5 5-14 0,0 0-17 15,0-9-17-15,0 9-16 0,11-6-17 16,2 2-11-16,6-2-13 0,10-1-13 0,-1-2-6 16,-28 9-8-16,58-12-11 0,-28 4-1 0,-30 8-10 0,42-7 1 15,-42 7-8-15,39-7-5 0,-39 7-2 0,29-5-3 16,-29 5 5-16,0 0-1 0,0 0 2 16,0 0-3-16,35-7 1 0,-35 7-5 0,0 0-5 15,0 0 10-15,0 0 8 0,0 0 14 0,0 0 2 16,0 0 10-16,23 31-8 0,-23-31 1 0,0 0-31 0,-3 47 4 15,3-47 11-15,-4 34-35 0,4-34-32 16,0 0-48-16,-10 50-53 0,10-50-76 0,-4 25-68 16,4-25-252-16,0 0-563 0,0 0 249 0</inkml:trace>
  <inkml:trace contextRef="#ctx0" brushRef="#br0" timeOffset="21441.58">32886 7724 20 0,'0'0'227'0,"0"0"-36"15,0 0-33-15,0 0-28 0,0 0-23 0,0 0-32 0,0 0-36 16,0 0-56-16,0 0-42 0,0 0-87 16,0 0-157-16,0 0 70 0</inkml:trace>
  <inkml:trace contextRef="#ctx0" brushRef="#br0" timeOffset="21908.16">33016 7869 197 0,'0'0'258'0,"0"0"2"0,0 0-4 0,0 0-2 0,-33 53-11 15,33-53-10-15,-23 26-12 0,23-26-21 16,-18 26-19-16,18-26-19 0,-18 26-13 0,18-26-17 16,-9 20-16-16,9-20-11 0,0 0-10 0,0 0-7 15,-9 34-17-15,9-34-23 0,0 0 8 0,0 0-3 0,0 0-11 16,0 0 1-16,30 26-18 0,-30-26 2 15,0 0 3-15,0 0-8 0,0 0 3 0,0 0-10 16,0 0 5-16,71-30-3 0,-71 30 2 0,0 0-1 16,24-35 0-16,-24 35 0 0,15-23-4 0,-15 23-1 15,10-24-4-15,-10 24 3 0,14-25-2 0,-14 25 0 0,0 0-4 16,13-24-2-16,-13 24-14 0,0 0 13 0,0 0 1 16,0 0-12-16,0 0 12 0,0 0-5 15,0 0 0-15,0 0 1 0,0 0-5 0,0 0 5 16,0 0 3-16,0 0 0 0,0 0-1 0,0 0-4 15,26 58 0-15,-26-58 3 0,0 0 1 0,0 0 2 0,0 0 1 16,0 34-4-16,0-34-1 0,0 0 3 0,0 0 8 16,0 0-7-16,0 0 6 0,0 0-4 15,0 0-2-15,0 0 6 0,0 0-7 0,0 0 1 16,0 0-1-16,41 3-3 0,-41-3 7 0,0 0-15 16,0 0-1-16,0 0-2 0,54-24 3 0,-54 24 1 15,0 0-4-15,29-11-2 0,-29 11 2 0,0 0-11 0,0 0 15 16,0 0 3-16,0 0-2 0,0 0 2 0,0 0-2 15,0 0 5-15,0 0-3 0,31 23 4 16,-31-23 0-16,0 0-1 0,0 0-16 0,0 0-44 16,-2 39-55-16,2-39-61 0,0 0-74 0,0 0-267 15,0 0-562-15,0 0 249 0</inkml:trace>
  <inkml:trace contextRef="#ctx0" brushRef="#br0" timeOffset="22059.76">33365 7942 248 0,'0'0'221'0,"0"0"-20"16,0 0-19-16,0 0-18 0,0 0-33 15,0 0-38-15,0 0-45 0,0 0-50 0,0 0-42 16,0 0-44-16,0 0-105 0,0 0-208 0,0 0 93 16</inkml:trace>
  <inkml:trace contextRef="#ctx0" brushRef="#br0" timeOffset="22371.62">33227 8077 241 0,'0'0'243'0,"50"-53"-15"0,-50 53-11 0,24-38-6 15,-9 19-8-15,1-2-19 0,-1-3-17 0,-1 1-14 16,4 2-16-16,-1 0-14 0,-17 21-10 0,28-32-13 16,-28 32 1-16,18-19-2 0,-18 19 0 0,0 0-2 15,18-23-7-15,-18 23-4 0,0 0-11 0,0 0-8 16,0 0-8-16,0 0-7 0,0 0-3 0,0 0-6 15,0 0-3-15,0 0-6 0,0 0-4 0,0 0-8 16,0 0-10-16,0 0-6 0,-55 74-7 0,55-74-5 16,-16 30 0-16,16-30-1 0,-6 30-2 0,6-30-5 15,-4 31 0-15,4-31-1 0,0 0 1 0,0 0 2 16,5 51-2-16,-5-51 5 0,0 0-4 0,4 36-5 16,-4-36-6-16,0 0-9 0,-2 32-9 0,2-32-11 15,0 0-12-15,-15 28-17 0,15-28-16 0,0 0-21 16,-26 23-27-16,26-23-21 0,0 0-41 0,-31 15-158 15,31-15-396-15,0 0 176 0</inkml:trace>
  <inkml:trace contextRef="#ctx0" brushRef="#br0" timeOffset="22517.64">33460 8002 167 0,'0'0'233'0,"0"0"-20"15,0 0-23-15,0 0-19 0,0 0-36 0,0 0-48 16,0 0-66-16,0 0-71 0,0 0-145 0,0 0-210 16,0 0 92-16</inkml:trace>
  <inkml:trace contextRef="#ctx0" brushRef="#br0" timeOffset="22704.72">32606 8446 324 0,'-8'5'373'0,"5"-2"-51"16,-3 1-32-16,6-4-31 0,0 0-23 0,0 0-21 15,0 0-20-15,0 0-27 0,82-23-35 0,-26 3-63 16,-1 5-65-16,32-12-72 0,-27 7-99 0,2 2-228 16,-1-4-425-16,2 1 189 0</inkml:trace>
  <inkml:trace contextRef="#ctx0" brushRef="#br0" timeOffset="22815.32">33513 8188 140 0,'0'0'319'0,"0"0"-32"16,0 0-33-16,0 0-26 0,0 0-21 0,0 0-23 15,0 0-13-15,0 0-35 0,0 0-49 0,0 0-69 16,0 0-83-16,0 0-72 0,0 0-169 0,0 0-330 16,0 0 147-16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17:17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3822 1635 91 0,'-10'3'153'0,"0"-1"-3"0,-1 1 2 0,1 0-18 16,1 0-1-16,0-1-12 0,3 0-16 0,-1 1 7 16,7-3-9-16,-10 3-4 0,10-3-11 0,-9 0-12 15,9 0-2-15,-6 3-11 0,6-3-5 0,0 0 3 16,0 0 11-16,0 0 3 0,0 0-2 0,36 0-4 16,-15-3-3-16,7-7-9 0,4 4 1 0,2 1-8 15,-1-4-3-15,1 3-5 0,1 0-3 0,15-4-5 16,-14 4-1-16,-4-1-5 0,1-2-7 0,-1 5-8 15,-2-2-13-15,0 1-15 0,0 4-12 0,-7 0-29 16,-5 2-22-16,3-1-33 0,-5 2-41 0,-4 0-30 16,-3 2-140-16,-4 0-349 0,-5-4 156 0</inkml:trace>
  <inkml:trace contextRef="#ctx0" brushRef="#br0" timeOffset="285.39">3771 1681 53 0,'0'0'172'0,"0"0"-15"0,0 0-19 16,-12 3-1-16,7 2 12 0,1 6 7 0,2 5-7 16,-2 13-5-16,-2 0-5 0,1 7-5 15,1 13-7-15,-1-1 0 0,2 2-9 0,-2-2-5 0,1-14-13 16,-1 16-3-16,0-3-8 0,0-2-13 0,0-10-2 15,3-2-10-15,-2-1-6 0,4 4-5 0,-2-1-5 16,1-3-4-16,-3 1-4 0,1 1 0 0,1-6-9 16,-1 0 4-16,1 2-9 0,0-3-13 0,0-8-19 15,2 7-18-15,-1-9-43 0,1-1-48 0,0-5-45 16,0 0-44-16,0-11-184 0,0 0-420 0,-4 17 186 16</inkml:trace>
  <inkml:trace contextRef="#ctx0" brushRef="#br0" timeOffset="445.91">3669 2339 112 0,'19'-8'158'0,"5"-2"-15"0,0-4-16 16,5 4-13-16,0-6-12 0,2 6-19 0,2-4-37 15,0 2-42-15,5 1-65 0,-3 1-77 0,14-5-150 16,-19 7 66-16</inkml:trace>
  <inkml:trace contextRef="#ctx0" brushRef="#br0" timeOffset="1075.08">4464 2451 38 0,'6'-7'264'0,"2"-1"-1"0,0-3-6 15,-1 1-4-15,2-3-22 0,0-4 0 0,1 1-14 16,-2-8-15-16,-2-4-13 0,1 4-12 0,-2 4-22 16,0-4-15-16,-4 5-9 0,-1-7-18 0,0 7-12 15,-1 0-5-15,-3 1-11 0,0 2-8 0,-6 1-11 16,0 4-1-16,-4 1-9 0,-2 3-2 16,0 1-30-16,-2 2 13 0,-5 2-5 0,-7-1-14 0,1 7 1 15,1-1-1-15,6 1 4 0,3 2-7 0,0-3-3 16,6 1-7-16,0-1-8 0,7-1-11 0,6-2 1 15,-9 5 2-15,9-5-3 0,0 0-2 0,0 0-2 16,20 7-4-16,-2-7 6 0,13-4-3 0,3 1 1 16,5 0 0-16,-4-4-2 0,1 3 10 0,0-1-6 15,-3 3-8-15,-1-1 11 0,-4 3 5 0,0 0-6 16,-7 1 7-16,-3 5-6 0,-4-3 2 0,-4 3-5 16,2 0 7-16,0 3 0 0,-1 5 4 0,-5-4 1 15,3 4 3-15,-4-1 3 0,1 1 3 0,-3 3 2 16,1 0 1-16,-2-1 1 0,2-1 2 0,1-3-4 15,-1 4 2-15,0-8 0 0,2 3-4 0,2-3-1 16,0 1 3-16,1-1 1 0,1-2-1 16,4-1 2-16,3 1-16 0,6-4 18 0,-3-1-2 15,9-2 0-15,-2-6 0 0,3 1-3 0,-5-3 5 16,-4 1 0-16,4-6-4 0,-2 1 3 0,-6 2-4 16,-4-1-4-16,3-2 3 0,-5-1-18 0,-1 1 13 15,-5-5-6-15,0 7 2 0,-4-5 4 0,-1 0-5 16,-4-1-1-16,0 3 1 0,-6 2-11 0,4 2 14 15,-2 1-3-15,-1 2 2 0,2 2-3 0,-4 3-3 16,1 1 1-16,10 2-3 0,-19 2 5 0,4 5 1 16,3 0-3-16,-6 12 0 0,3-5 0 0,5 2 4 15,-6 3-2-15,9 0-5 0,2 0 10 0,2-1-1 16,4-1 1-16,3-2-2 0,4 0-11 0,3-2-17 16,2 1-27-16,5-2-25 0,5 0-25 0,4-5-27 15,1-3-34-15,3-1-43 0,-1-3-18 0,5-2-153 16,1-3-414-16,-1 0 183 0</inkml:trace>
  <inkml:trace contextRef="#ctx0" brushRef="#br0" timeOffset="1982.42">5441 2238 501 0,'12'-11'-20'0,"-4"1"31"0,-1-1 27 16,-3 2 16-16,-2-3 18 0,1 1 11 0,-4-2 15 15,-3-2 12-15,-2 1 3 0,-1 5 15 16,-3-4 3-16,2 6 0 0,-4-2-2 0,1 6-3 0,-3-1-3 16,-2 2-8-16,-2 4-6 0,6 2 0 15,-7 1-9-15,4 6-8 0,-2 2-6 0,4-3-10 16,-1 6-4-16,5-3-6 0,2-1-7 0,1-1-9 0,3 5 0 15,0-5-7-15,3 0-4 0,0-11-2 16,5 19-15-16,0-12 10 0,3 3-7 0,0-4 2 16,3-3 2-16,2 1-8 0,5-5 0 0,-1-1-1 15,2 0-6-15,-3-5 6 0,2 1-5 0,-1-3 1 16,-6 4-2-16,-2-2-2 0,-1-2-4 0,1-1-2 16,-3 0 3-16,-1 0-2 0,1-1-1 0,-4 0-1 15,3 3 5-15,-5 8 3 0,3-12 4 0,-3 12-6 16,3-7 2-16,-3 7-21 0,0 0 12 0,0 0-2 15,0 0 2-15,0 0 6 0,7 24-1 0,-7-6 7 16,2 8 4-16,-2 6 5 0,0 13-1 0,2-11 6 16,-1 12-3-16,0 2 2 0,1-14 11 0,1 16 0 15,1-15 6-15,-1 0-3 0,0 0 1 0,0-2 11 16,0 0-2-16,1-5-2 0,-2-2 3 0,1-3-1 16,-2-4-11-16,2-5 1 0,-2-2-8 0,-1-12 4 15,2 13-6-15,-2-13-4 0,3 11 15 0,-3-11 6 16,0 0 15-16,0 0-4 0,0 0-1 0,0 0-9 15,0 0-14-15,0 0-13 0,16-50-1 16,-5 23-18-16,-1-6-21 0,1-13-13 0,6 2-4 16,-3-3-11-16,0 2-1 0,1-1-6 0,-4 12 10 0,4-10-4 15,-3 10 10-15,-1 3-2 0,-2 0 6 16,-3 0 5-16,1 1-1 0,-1 3 5 0,-1 8 3 0,-1 2 0 16,-3 6 12-16,2-5 6 0,-2 7 6 0,-1 9 1 15,0 0-2-15,4-17 7 0,-4 17-12 16,0 0 2-16,3-10-2 0,-3 10 0 0,0 0 2 15,0 0-9-15,0 0 0 0,0 0 5 0,0 0 7 16,0 0-7-16,1 44 4 0,-2-28-4 0,1-16 3 16,-2 30-3-16,2-17 6 0,2 4-3 0,-1-3 1 15,3 3-2-15,-2-7-2 0,1 1 6 0,3-2-3 16,-6-9 0-16,12 16-3 0,-6-10-1 0,-6-6-3 16,13 7 4-16,-13-7 4 0,0 0-1 0,17-1-2 15,-17 1 2-15,16-9-7 0,-16 9 3 0,13-13 2 16,-9 3 0-16,-4 10 1 0,10-19-4 0,-6 4-1 15,-2 4 1-15,1 0 2 0,-1-6 0 0,0 5 0 16,-2 12-8-16,2-20 5 0,-2 20 1 0,0-11 5 16,0 11-5-16,2-10-7 0,-2 10-2 0,0 0-3 15,0 0 5-15,0 0-3 0,0 0 5 0,0 0-5 16,20 28 4-16,-14-11 4 0,0-6 2 0,-3 2 3 16,6 1-3-16,2-1-3 0,-2-3 6 15,1-1-5-15,1 0 12 0,5-4 0 0,3 0-8 0,-5-3 5 16,6-2 6-16,1-3-4 0,5-4 5 0,3-2-1 15,-5 0-1-15,-5-1-5 0,7 0 1 0,-11-3 2 16,2 0-3-16,-5 0 3 0,0 0-3 16,-2-2 2-16,-3 0-1 0,-1 0-1 0,-2 2-14 15,-4-3 13-15,0 3 2 0,-5-2 0 0,0 4-3 0,-1 1-3 16,1-1-1-16,-1 3 2 0,-2 3-6 16,8 5 1-16,-11-4-11 0,11 4 12 0,-19 6 2 15,8 1-15-15,0 6 18 0,-1 2-9 0,1 8-33 16,3 1-16-16,3-5-30 0,1-1-33 0,4 8-26 0,4-9-34 15,0-1-39-15,4-1-30 0,1-1-16 16,4 1-149-16,3-3-448 0,8 1 198 0</inkml:trace>
  <inkml:trace contextRef="#ctx0" brushRef="#br0" timeOffset="2176.12">6354 2330 67 0,'10'-7'165'0,"-10"7"8"0,0 0 5 16,6-14-4-16,-6 6-2 0,0 8 0 0,-2-22-9 15,0 11-5-15,1-8 5 0,-1 7-10 0,2-6-16 16,2 0-5-16,1-1-8 0,1 2-8 0,1 1-4 15,0 4-5-15,-1 4-6 0,2-2-14 0,-1 2-9 16,0 3-9-16,-5 5-9 0,12-5-7 16,-12 5-2-16,20 9-4 0,-11-2-7 0,4 3-4 0,-2 1-4 15,0 3-1-15,-1 0-16 0,-1 4-5 0,-1-1-31 16,-2 1-24-16,0 0-32 0,1 0-39 0,0-3-47 16,0-1-54-16,4 0-207 0,-4-2-457 0,-7-12 203 15</inkml:trace>
  <inkml:trace contextRef="#ctx0" brushRef="#br0" timeOffset="2695.39">6695 2146 14 0,'-10'-16'209'0,"3"10"-5"0,-2-1-6 0,-1 4-20 0,10 3-15 16,-15 0-3-16,15 0-14 0,-22 10-4 0,14-1-1 15,-4 4-10-15,0-2-7 0,6 3-14 0,-1 0-12 16,4 4-5-16,-1-2-11 0,4-5-5 0,0-11-9 15,7 25-5-15,0-11 3 0,2-2-9 16,1-4 1-16,8 1-1 0,1-5-6 0,0-1-1 0,2-3-6 16,0-4-2-16,0 1-8 0,-2-2-1 0,-2-1-6 15,0-2-3-15,0-2-1 0,-7 3 0 0,3-4-12 16,-4 2 6-16,-3-3 3 0,1 3-6 0,-3-2 3 16,-2 2-6-16,-2-4-2 0,3 4-12 0,-3 9 11 15,-1-22 3-15,1 22-4 0,-3-14 9 16,3 14-8-16,-1-10 6 0,1 10-2 0,0 0-4 0,0 0 0 15,0 0-7-15,0 0 6 0,0 0 0 16,0 0 1-16,0 0 4 0,0 0-2 0,1 35-2 16,2-26-4-16,-3-9 7 0,6 15 2 0,0-9-1 15,2 1 5-15,-8-7-3 0,20 14 11 0,-7-14 12 0,5 4-6 16,0-4-3-16,0-4 1 0,-1 1-2 0,0-3-3 16,-6 2 3-16,0 1-1 0,1-3-1 0,-3 3-2 15,1-6 4-15,-3 3 1 0,0 0-7 16,-7 6 7-16,9-10 2 0,-5 4 2 0,-4 6-5 15,7-8-4-15,-7 8-3 0,0 0-7 0,0 0-3 16,9-3-2-16,-9 3-3 0,0 0-2 0,0 0 3 16,4 34 9-16,-7-10 7 0,0 5 12 0,-3 3 13 15,-1 15-4-15,-1 1 2 0,-2-2-8 0,0 4 2 16,0-3-9-16,2-1 4 0,3-11-10 0,2 0-13 16,2-1-26-16,1 11-27 0,2-13-46 0,2 0-51 15,3-2-51-15,2-5-89 0,-1 3-307 0,0-11-635 16,0-1 282-16</inkml:trace>
  <inkml:trace contextRef="#ctx0" brushRef="#br0" timeOffset="3129.3">7234 2657 2655 0,'7'-19'8'0,"2"-5"3"16,2 1-8-16,5-4-7 0,1 1 1 0,5-5 1 16,10-8-2-16,1 0 3 0,0 1-1 0,-1-1 3 15,-12 10 8-15,5-15 9 0,-6 14 1 0,-2-2 2 16,9-8 5-16,-10 7-5 0,-2 2-2 0,3-3-2 16,-6 4 4-16,1 0 27 0,-3 5 2 0,-3 6 0 15,-2 3 15-15,-3 4 2 0,1 3-10 0,-2-2-16 16,-2 3 6-16,-2 2-8 0,4 6-2 15,-7-10-7-15,2 9-5 0,5 1-10 0,-18 5-7 0,6 3 3 16,-2 5 2-16,4 1-6 0,-3 3 1 0,3-5-5 16,6 5-8-16,4 1 3 0,3-1-2 0,4-1 1 15,3 0 2-15,9 4 1 0,2-1 1 0,3-3-4 16,4 3 3-16,1-6-3 0,0 4 1 0,-2-2-1 16,2 0 3-16,1 0-5 0,-5 1 6 15,-2-2-6-15,-2 4 3 0,-7-5 2 0,-3 0 2 16,-1 3 3-16,-1 0-5 0,-6-2 0 0,-3-1-7 15,0-1-4-15,-3 1-9 0,-2-2-10 0,0 4-13 0,-2-3-22 16,-2-1-16-16,0-2-27 0,0-2-27 16,-1 0-48-16,1-3-57 0,-2-1-177 0,11-3-452 0,0 0 200 15</inkml:trace>
  <inkml:trace contextRef="#ctx0" brushRef="#br0" timeOffset="3355.89">8055 1939 2020 0,'6'-35'156'0,"-1"4"-61"15,0 1-4-15,-6 11-18 0,1 3-1 0,-1-1-2 16,1 7-2-16,0-1 1 0,-1 5-18 0,1 6-6 16,0-11-14-16,0 11 0 0,0 0-10 0,0 0 17 15,5 22 29-15,-1 4 1 0,1 6 19 16,1 1 8-16,0 12-3 0,-2 3-1 0,0 2-6 16,0-6-11-16,-1-8 4 0,-2-1-16 0,3 12-1 15,-1-12-6-15,-1-2 1 0,0-1-11 0,-1-2 0 0,2-2-25 16,-3-2-31-16,1-7-39 0,-1 1-41 15,0-4-45-15,0 1-41 0,2-5-54 0,-2-12-62 0,0 20-212 16,0-20-545-16,0 0 242 0</inkml:trace>
  <inkml:trace contextRef="#ctx0" brushRef="#br0" timeOffset="3788.26">7956 2245 2199 0,'-9'-15'16'15,"6"5"-11"-15,-1-1 0 0,4 0-15 0,0 11 13 16,10-16-3-16,4 4 6 0,4 1 15 0,9-2 9 15,2-4 0-15,6 1 2 0,12-3 4 0,-10 6 4 16,15-6-4-16,3 4 2 0,-2-1-5 0,-2 2-6 16,-14 6 2-16,0-3-7 0,-2 1 0 0,-6 5-1 15,-10 0-5-15,-5 1 1 0,-1 1 0 0,-3 0 16 16,-2 3 7-16,-3-3 12 0,-5 3-4 16,0 0 2-16,0 0-8 0,0 0-7 0,-27 18 9 15,3-3-1-15,-3 4 7 0,-2 1-1 0,-12 10-2 16,14-6 0-16,0-2-5 0,8 1-3 0,2-4-10 0,7-3 1 15,2-2-6-15,2 2-5 0,3-4 6 0,3 2-2 16,0-14-6-16,7 22 3 0,-1-12 2 16,7-5-5-16,2 2-3 0,4 0 6 0,-1-6-5 0,1-1-2 15,2 2 0-15,-1-5-5 0,0-1 2 16,-1-1 7-16,-4-2-9 0,-1 1 4 0,-5 1 0 16,1-4-2-16,-1 0 2 0,-1 0-8 0,0 0 6 15,-3 0-2-15,-3-1-1 0,0-1-3 0,-2 11-4 16,1-14 2-16,-1 14 0 0,-1-10-16 0,1 10 10 15,0 0-1-15,0 0-6 0,0 0 7 0,0 0-3 16,0 0 0-16,0 0-2 0,0 0 4 0,0 0 3 16,-6 55 2-16,6-36-5 0,0 1 4 0,2 3 4 15,2 1-30-15,-1 1-22 0,6-7-36 0,0-1-35 16,10 2-61-16,-2-8-44 0,11 2-279 0,-2-3-545 16,6-6 241-16</inkml:trace>
  <inkml:trace contextRef="#ctx0" brushRef="#br0" timeOffset="4164.34">9017 1976 1616 0,'1'-46'90'0,"-1"14"-74"15,0 2 52-15,0 5 34 0,-2 12 24 0,2 0 4 16,0 4-20-16,-2 2-29 0,2 7-19 16,-1-10-8-16,1 10-9 0,0 0 3 0,0 0 6 15,0 29-1-15,1-1 8 0,-2 3 2 0,1 1-12 16,1 3 13-16,-3 0-8 0,1 1 1 0,1-1-5 15,1-4 1-15,0-1-1 0,0-2-16 0,2-4 4 16,-2-5 1-16,-2-7-4 0,1-2-8 0,0-10 6 16,3 21-7-16,-3-21-6 0,1 12 3 0,-1-12-1 15,0 0 2-15,0 14-5 0,0-14-2 0,0 0 1 16,0 0-3-16,0 0-8 0,0 0-9 0,32-16-2 16,-18 2-2-16,4 5-1 0,0-1-2 0,-4 2-1 15,1-1 0-15,0 3-2 0,-2 3 6 0,0 2-5 16,-13 1-11-16,25 2 6 0,-14 3 2 0,-1 3 2 15,-4-1 1-15,-1 4 1 0,-2 3 3 0,-3 4 5 16,-3-1 4-16,-4-1 3 0,-3 7 13 0,-3-1-8 16,-2 0 3-16,-1-2-3 0,-2-1-3 15,5-4 4-15,-2-3-4 0,1 1-18 0,-1-1-33 0,5-4-43 16,-1-3-51-16,1 1-73 0,10-6-304 0,-15 5-556 16,15-5 246-16</inkml:trace>
  <inkml:trace contextRef="#ctx0" brushRef="#br0" timeOffset="4348.64">9322 2117 2615 0,'11'-14'106'16,"-2"5"-65"-16,0-1-25 0,-3 3-14 0,-1 2 0 15,-5 5-7-15,8-10 1 0,-8 10 13 0,9-2 7 16,-9 2 15-16,0 0 16 0,18 19 1 0,-13-7-2 16,4 4 2-16,0 9 0 0,-3-1-4 0,1 2-1 15,-2 1-6-15,1 2-1 0,-4-3-4 0,1-1-19 16,-4 0-24-16,-1-5-45 0,1-1-38 0,-1-2-53 15,0-4-63-15,-5 2-250 0,4-5-496 0,3-10 220 16</inkml:trace>
  <inkml:trace contextRef="#ctx0" brushRef="#br0" timeOffset="4495.39">9256 1880 45 0,'-4'-10'184'0,"1"3"-23"0,3 7-21 0,-3-11-34 16,3 11-29-16,0 0-40 0,0 0-72 0,0 0-85 16,0 0-129-16,0 0 58 0</inkml:trace>
  <inkml:trace contextRef="#ctx0" brushRef="#br0" timeOffset="4698.42">9651 1779 126 0,'5'-5'251'0,"-5"5"-6"0,0 0-10 0,3-8-14 16,-3 8-21-16,0 0-20 0,0 0-17 0,0 0-6 16,12 25-7-16,-8-1-4 0,3 5-9 0,3 4-11 15,-4-1-8-15,1 1-13 0,-1 14-10 16,-3-10-6-16,2-6-8 0,-3 4-9 0,2 0-7 16,2-3-6-16,-3-6-25 0,0 3-35 0,-2-4-38 15,2-5-46-15,-2-1-52 0,1 0-86 0,-3-2-206 16,2-8-464-16,-1-9 206 0</inkml:trace>
  <inkml:trace contextRef="#ctx0" brushRef="#br0" timeOffset="4879.76">9891 2048 175 0,'0'0'207'16,"7"-7"-12"-16,-7 7 1 0,0 0 19 0,0 0 2 15,0 0-8-15,12 26-12 0,-10-12-15 0,0 3-21 16,2 9-12-16,-3-1-11 0,-1 1-13 0,0 2-13 15,0-1-8-15,-1 0-22 0,-1-6-27 0,2-2-39 16,-2-2-39-16,1 0-32 0,0 1-53 0,1-7-63 16,0-11-65-16,-2 18-121 0,2-18-387 0,0 0 171 15</inkml:trace>
  <inkml:trace contextRef="#ctx0" brushRef="#br0" timeOffset="5026.49">9848 1945 33 0,'0'0'98'0,"0"0"-30"15,0 0-25-15,0 0-19 0,0 0-29 0,0 0-39 16,20 17-47-16,-20-17 21 0</inkml:trace>
  <inkml:trace contextRef="#ctx0" brushRef="#br0" timeOffset="5222.89">10116 1807 201 0,'3'-9'218'0,"-3"9"-1"16,2-11 5-16,-2 11-11 0,0 0-5 0,0-13-12 16,0 13-22-16,0 0-21 0,0 0-17 0,0 0-2 15,0 0 0-15,0 0-2 0,11 37 5 16,-8-11-7-16,4 3-3 0,-5-1-6 0,5 1-12 16,-2 3-15-16,-3-2 1 0,2 1-20 0,0 0 6 15,-1-1-9-15,1-1-13 0,-2-3-19 0,-2-6-32 16,-1 7-40-16,-2-2-41 0,-1-6-48 0,0 0-68 15,2-5-77-15,-6 1-191 0,2-5-496 0,6-10 219 16</inkml:trace>
  <inkml:trace contextRef="#ctx0" brushRef="#br0" timeOffset="5629.15">10103 2046 91 0,'8'-8'176'0,"2"1"-7"0,1 2-16 0,-1-1-8 15,2 3-10-15,0-1-11 0,2 1 2 0,-1 2-26 16,-13 1-7-16,25 5 5 0,-13 1-7 0,2 3-2 16,-1 3-10-16,-4 2 18 0,1 0 6 15,-1 4-5-15,-3-3-8 0,2 0-5 16,-2 1-8-16,2-1-9 0,-4-4-3 0,2-1-7 0,-1 0-3 16,3-2 1-16,-3 1 2 0,1-2 4 0,1-4 2 15,3 1 3-15,-10-4 2 0,15 3-2 0,-15-3 0 16,21-6-3-16,-11 2-9 0,-1 0 1 0,1-3-19 15,1 0 11-15,-2 2 0 0,2-4-5 0,-3 4-3 16,-8 5-2-16,12-10-5 0,-8 6 1 0,-4 4-6 16,9-6-5-16,-9 6-6 0,0 0-4 15,0 0 1-15,0 0-2 0,14 16 0 0,-14 0 7 0,-1 4-12 16,2 12 24-16,-6 16 10 0,0 0 2 0,0 4-1 16,-3 3-4-16,1-3 1 0,3 5-4 0,-3-2 5 15,0-4-3-15,-1 3-1 0,4-3 0 0,3-2-7 16,0-2 3-16,1 1-10 0,2 0 3 0,1-14-3 15,1 1-1-15,2-2-5 0,-4 2-24 0,4-6-32 16,0 0-39-16,-1-4-49 0,-1-5-48 0,4-1-60 16,-2-6-73-16,-1 0-229 0,-5-13-583 15,13 11 259-15</inkml:trace>
  <inkml:trace contextRef="#ctx0" brushRef="#br0" timeOffset="6226.04">11091 2170 51 0,'0'0'241'0,"-6"-9"-21"0,6 9-14 0,0 0-4 16,-9 0-5-16,9 0 2 0,-17 19-11 0,11-8-13 16,-1 4-15-16,0 3-12 0,3 1-16 0,0-2-10 15,2 1-10-15,4-1-13 0,1 2-9 0,1-4-8 16,6-1-3-16,-1-1-13 0,0-3 1 0,2-4-10 15,3 3-2-15,4-3 0 0,-2-2-3 0,1-1-9 16,-4-5 0-16,0 1-3 0,-2-2-6 16,0-4-6-16,0-2-10 0,-3-1-5 0,-2 0-5 0,-1-6-5 15,-3 0-5-15,-4-3-6 0,-5-4-5 0,0 4 2 16,-3-6-5-16,-4 0 3 0,-1 1 0 0,-4 1-2 16,-2 5 2-16,8 4 2 0,4 4 1 0,0 0 1 15,0 3 6-15,4 1-1 0,1 3-4 0,-1-2-2 16,5 5 1-16,-7-6-4 0,7 6 4 0,0 0 2 15,0 0-1-15,0 0 4 0,0 0 2 16,24-4 5-16,-5 3 7 0,13-4 32 0,0-1 0 16,4-2-1-16,0 0-10 0,3-4 0 0,-2 1-1 0,-4-3-2 15,-1-2 0-15,-5 2 4 0,-3-1 0 0,-8 1 1 16,-1-6 6-16,-2 6-2 0,-7-4-1 0,1 0-4 16,-4-1-10-16,-5-1 1 0,1 1-5 0,-2-6 1 15,1 10 11-15,0 2 7 0,-1 3 2 16,0 1-11-16,2 2 3 0,-1 1-7 0,2 6 0 15,-5-7-7-15,5 7-11 0,0 0-7 0,0 0 16 16,-5 44 4-16,3 4 13 0,-2 3-4 0,1 8 17 16,-2 23 2-16,2 2 5 0,1 1 7 0,1 0 3 15,-4-5 2-15,1-20-2 0,0 26-13 0,2-4 2 16,-1-25 0-16,2 1-9 0,3-3-12 0,0 0 6 16,2-2 3-16,-1-1-7 0,2-6 3 0,-2-11-4 15,3 0-6-15,-1-3-2 0,2-3-19 0,-5-2-37 16,5-3-39-16,-4-7-36 0,0-4-58 0,0-4-49 15,-3-9-49-15,0 0-99 0,0 0-242 0,0 0-656 16,0 0 290-16</inkml:trace>
  <inkml:trace contextRef="#ctx0" brushRef="#br0" timeOffset="6396.67">11296 2528 323 0,'1'-8'302'16,"-1"8"-25"-16,-3-14-30 0,3 14-11 0,0 0-8 0,3-15-11 15,-3 15-19-15,10-11-9 0,2 2-24 0,6 1-12 16,9-6-17-16,8 4-13 0,3-2-16 0,11-7-38 16,0 7-58-16,-12 1-62 0,13-4-62 0,-11 4-75 15,11-2-251-15,-14 3-474 0,14-7 210 16</inkml:trace>
  <inkml:trace contextRef="#ctx0" brushRef="#br0" timeOffset="6856.07">12244 2111 13 0,'-14'2'208'0,"-3"2"-12"15,-2 2-11-15,-1 3-10 0,-4 3-8 0,1 4-6 0,2 5-3 16,6-6-16-16,1 6-14 0,2-3-13 16,2-2-8-16,6-1-10 0,4-3-12 0,1 1-11 15,2 2-4-15,4-4-4 0,0-1-6 0,6 0-6 16,3-1-2-16,2-3 1 0,2-3 3 0,-2-1-3 15,2-3 0-15,-2-2-5 0,0 2 0 0,-4-2-6 16,1-5 3-16,1 0-3 0,-3-4-2 0,-1 1 0 16,-3-4-4-16,-1 1-4 0,0 1-1 0,-2-2 2 15,-1 0-5-15,-3 5 5 0,2-1-2 0,-2 1-2 16,-1 4-2-16,0-1-1 0,-1 7-3 0,2-10-8 16,-2 10 2-16,0 0-11 0,0 0 0 0,0 0-4 15,0 0 5-15,8 25 1 0,-8-8 0 0,1 3-1 16,1 5-2-16,-1 2-16 0,0 1-26 0,5-2-30 15,-3 3-35-15,0-5-52 0,2-5-64 0,-1 6-225 16,-4-8-479-16,2 1 212 0</inkml:trace>
  <inkml:trace contextRef="#ctx0" brushRef="#br0" timeOffset="7195.42">12535 2270 88 0,'7'-15'208'0,"-5"5"0"0,0 3-7 0,-2 7-22 15,6-10-16-15,-6 10-15 0,0 0-1 16,0 0 11-16,0 0 0 0,15 31 2 0,-11-12 4 16,-2-2-15-16,1 0-5 0,1 7-8 0,1-7-4 15,-5 0-8-15,3-6-15 0,-1 0 3 0,-2-11-4 16,6 21 3-16,-6-21-10 0,1 10 10 0,-1-10 5 16,0 0 13-16,4 10 4 0,-4-10-9 0,0 0-11 15,0 0-12-15,0 0-10 0,0 0-8 0,0 0-12 16,2-50-7-16,-2 29-5 0,9-4-7 0,-2-1-12 15,-1-6 5-15,5 4-18 0,-1 0 1 0,3-1-8 16,0 5-4-16,1 3-8 0,-3 5 1 0,-1 3-11 16,-1 4-2-16,-1 3-6 0,-3 2 4 0,-5 4-2 15,18-1-1-15,-18 1 6 0,21 10-2 0,-9 4 0 16,-1 0-5-16,1 3 4 0,3 9-3 0,-3-1-36 16,-3 1-29-16,2-1-25 0,-1 3-56 0,3-1-51 15,-3-1-44-15,4-2-77 0,-2 3-243 16,4-6-616-16,-3-8 272 0</inkml:trace>
  <inkml:trace contextRef="#ctx0" brushRef="#br0" timeOffset="7611.29">13513 2037 75 0,'-4'-9'259'0,"-2"2"-16"15,4 3-23-15,2 4-18 0,-11-4-15 0,11 4-14 16,-18 7-15-16,5 9 0 0,-8 4-11 16,2 5-7-16,0 4-8 0,-1-1-7 0,0 14-12 15,6-13-12-15,3-1-9 0,5-3-10 0,1 4-7 16,5-10-7-16,1-1-8 0,5 1-4 0,3-4-4 15,3-2-1-15,5 0-7 0,3-5 1 0,8-2-3 16,3-3-3-16,5-5 1 0,-3-1-1 0,3-5 0 16,-2-3 1-16,-1-4-4 0,-3 1 3 0,-1-5-4 15,-2-2 0-15,-7 0-8 0,-4-6 6 0,-2 1-3 16,-4-3-5-16,-3 1-1 0,-5-2 24 0,-4-2-9 16,-2 2-2-16,-3-3-4 0,1 4-1 0,-4 0-6 15,-1 7 0-15,0-2-8 0,-3 10-16 0,3 2-38 16,0 5-6-16,-2 1-27 0,-6 9-20 0,0 4-20 15,-6 9-24-15,-3 9-30 0,-7 9-37 0,3 7-53 16,1 7-205-16,2 1-497 0,2-1 220 0</inkml:trace>
  <inkml:trace contextRef="#ctx0" brushRef="#br0" timeOffset="7943.72">13767 2463 11 0,'22'-20'222'0,"3"-2"1"0,-5-2 8 0,-2-2-12 0,-1-3-16 15,0-1-11-15,-2-3-3 0,1 3-10 16,-3-4-17-16,-3 1-12 0,-1 0-12 0,-3 1-10 16,3 2-7-16,-4 0-9 0,-1 11-5 0,-1 1-5 15,-3 3-9-15,0 3-1 0,-1 2-9 0,-1 1-12 0,-2 3-8 16,-1 0-12-16,5 6-15 0,-15 0 6 16,6 6-5-16,-5 4 0 0,1 5-9 0,-8 3-7 15,6 2-6-15,5-2-3 0,2 5-12 0,3-4-3 16,5 0 0-16,4 7 0 0,1-1-13 0,7-2 16 15,5-3-12-15,2 2 10 0,0-2 0 0,2 2 0 16,3-2 1-16,-4 1 0 0,3-4-2 0,-7 3 3 16,1-1-3-16,-4-6 1 0,-3 1-1 0,-5-3 4 15,-1 0 0-15,0 5 0 0,-2-5-4 0,-2 0-1 16,-2 5-9-16,2-6-7 0,-4 1-17 0,-5-1-23 16,1 0-16-16,-2-2-21 0,1 1-29 0,1-2-23 15,-1-1-41-15,-1-3-49 0,10-3-146 0,0 0-415 16,0 0 184-16</inkml:trace>
  <inkml:trace contextRef="#ctx0" brushRef="#br0" timeOffset="8719.26">14337 2101 95 0,'1'-10'258'0,"-1"10"-12"0,-1-13-15 0,1 13-22 15,-5-9-20-15,5 9-18 0,0 0-8 0,-19 5-4 16,7 8-10-16,1 2-10 0,-2 6-10 0,1 4-9 15,1 0-13-15,6 0-11 0,-2 0-8 0,5 1-6 16,2-7-13-16,5-3-6 0,2 2-5 0,4-3-3 16,0 1-6-16,7-4-12 0,7 2 10 0,0-6-6 15,2-1 2-15,-6-6-5 0,7-3-3 0,-1 0 1 16,-5-4 3-16,-4 0-5 0,0-4-1 0,-2-1-4 16,-1-1-3-16,-3-2-5 0,-1-1-1 0,-4-3 2 15,0 1-2-15,-3-2 0 0,-2 2-6 0,0-3 0 16,-2-6-4-16,-4 8 2 0,2 2 1 0,-1 0-3 15,-1 6-5-15,4 0 0 0,0 10-2 0,-4-13-6 16,4 13-4-16,0 0 1 0,0 0-13 0,0 0 11 16,0 0 4-16,0 0 1 0,0 0 1 15,-5 42-1-15,5-18 0 0,1-3 1 0,3 2 4 0,-2-3-4 16,4 5-8-16,-1-8 11 0,4 1 1 0,0-3 3 16,2-3-1-16,3 0-1 0,-1-3 16 0,2-1 4 15,3-2 5-15,3-3-1 0,-3-2 0 16,11-3 2-16,-2-6 4 0,-2 0 2 0,0-4 3 15,-4-4-9-15,-5 3 7 0,-1-3-3 0,-2-5 4 0,-2-3-1 16,-3 0-4-16,-2-3-4 0,-2-3-1 0,-2 1 2 16,-2-5-3-16,-4 0-7 0,1-1 2 0,-3-10-2 15,-1 12-4-15,1 0 3 0,-1 5-5 16,2 5 11-16,1 4 2 0,2 9 5 0,-2-2-4 16,3 5 0-16,1 7-14 0,-4-10-11 0,4 10 6 15,0 0-8-15,0 0 1 0,-3 34 5 0,3-5-3 16,-2 5-4-16,2 12 4 0,-1-10 0 0,2 12 1 15,-1-13-2-15,7 10 2 0,-2-11-7 0,3 0 6 0,1-6 4 16,7-1 1-16,0 2 8 0,2-10-11 16,3 1 11-16,0-2 0 0,0-8 14 0,2-1-7 15,4-3 1-15,1-2-4 0,5-6-2 0,-1-5 9 16,-3-2-4-16,3-4-9 0,-5 0 5 0,-1-5 3 16,-5-3-7-16,-1-1 2 0,-4-4-12 0,-5-3 4 15,-4-1-3-15,0-1-3 0,-5-4 6 0,-4 1 3 16,0-15-16-16,-8 4 11 0,2 0-1 0,1 13-13 15,-1 1 0-15,4 3 5 0,-2 4 1 0,2 7-2 16,-1 5 4-16,2 2-5 0,2 3-9 0,1 7 5 16,-5-13-3-16,5 13-2 0,0 0 5 0,0 0-8 15,0 0 10-15,2 54 1 0,-2-23 7 0,3 5-16 16,-3-2 11-16,4 2 3 0,0 0-7 0,2 11 9 16,2-12 0-16,-3 1-2 0,3-2 6 0,1 0-18 15,5-5-36-15,-4 0-45 0,3-4-49 0,2-1-39 16,-3-3-40-16,0-6-29 0,1-1-44 15,1-3-269-15,0-3-609 0,5-4 269 0</inkml:trace>
  <inkml:trace contextRef="#ctx0" brushRef="#br0" timeOffset="9056.34">15720 2029 95 0,'-1'-12'223'0,"-3"5"5"15,0 0-2-15,0 2-17 0,-4 2-19 0,8 3-15 0,-24 3-3 16,8 8-1-16,-5 3-6 0,-1 4-14 15,2 3-6-15,2-2-9 0,4-4-16 0,0 6-9 16,6-5-11-16,-1 0-10 0,7 1-2 0,-1-1-11 16,5-2-10-16,0 0-3 0,-2-14-1 0,4 20-7 15,3-11-5-15,0-2-6 0,-7-7-1 0,14 5 0 16,-14-5-3-16,20-2-4 0,-8-1-3 0,-1-1-9 16,0-5 3-16,-3 0-5 0,4-2-1 0,-2-3-2 15,-3 3-2-15,0-4-2 0,-4-1 0 0,1 0-6 16,-4 0-4-16,1 1 2 0,-1 3 0 0,0 12-3 15,-1-14 0-15,1 14-7 0,1-10 1 16,-1 10-3-16,0 0-2 0,0 0-13 0,0 0 18 0,0 0 1 16,0 0 3-16,-4 37 0 0,3-24 0 0,1 5 5 15,-1 2-2-15,1 3-1 0,1-5-2 0,1-1-8 16,2 2-32-16,1-3-34 0,3-1-43 0,4-2-28 16,0-1-52-16,4-3-54 0,0-1-222 15,5-4-508-15,6-6 225 0</inkml:trace>
  <inkml:trace contextRef="#ctx0" brushRef="#br0" timeOffset="9277.79">16056 1866 8 0,'0'-20'270'0,"-2"4"2"0,2 2 11 0,-3 5 6 16,3 9-18-16,-3-15-28 0,3 15-20 0,0 0-30 15,0 0-15-15,0 0-21 0,0 0 4 0,0 0-11 16,2 49-2-16,-2-19 1 0,0 4-17 0,-2 1-10 15,2 1-7-15,-2 0-8 0,1 0-16 0,-2 10-1 16,3-11-9-16,0-1-7 0,4-1-9 0,0-3-23 16,-2 0-31-16,2-5-37 0,0 0-39 0,-2-7-41 15,0-5-52-15,-2-13-42 0,2 16-59 0,-2-16-260 16,0 0-561-16,0 0 248 0</inkml:trace>
  <inkml:trace contextRef="#ctx0" brushRef="#br0" timeOffset="9606.18">15973 2103 109 0,'4'-11'185'16,"1"2"-5"-16,-1-1-7 0,2 2-10 0,3 0-11 15,5 0-8-15,-2 4-17 0,6-3-9 0,-8 4-11 16,4 3-10-16,0 0-14 0,-1 2-7 0,-3 3-3 16,-1 1 4-16,2 3 15 0,0 5 2 0,-4-1-2 15,1 3-4-15,-2-1-7 0,1 2 6 0,-1 0-5 16,1 0-9-16,3-3 1 0,-1 0-7 0,0-5 3 15,2 5-1-15,1-4-2 0,3-2 1 0,-1-3 2 16,-1-3 3-16,5-1-6 0,-2 1-5 0,3-5 0 16,2 0-5-16,-6-3-12 0,-2 1 25 0,-1 0 2 15,-1-7-4-15,-1 4-7 0,-3-3-3 0,-1 0 0 16,-2 1 0-16,-3-2-8 0,-2-1-6 0,0-3-10 16,-5 0 7-16,0-1-6 0,-5 1-8 0,-1 4 5 15,0-1-23-15,-1 3-3 0,-3 1-23 16,-2 1-25-16,0 3-16 0,-1 2-19 0,-1 5-24 15,0 2-29-15,3 2-39 0,3 4-52 0,0 2-66 0,-3 6-218 16,4-3-545-16,2 7 241 0</inkml:trace>
  <inkml:trace contextRef="#ctx0" brushRef="#br0" timeOffset="9973.84">16354 2323 1979 0,'11'1'123'0,"-11"-1"-88"15,22 0-13-15,-22 0-5 0,22-4 12 0,-13 0 25 16,1-1 12-16,-10 5 24 0,19-11 9 0,-10 4-2 15,2-2 0-15,-1 1-3 0,0-6-6 0,0 5-3 16,0-4-9-16,-1 1-5 0,3-3-17 0,-3 1 4 16,-3-1-7-16,2-3-2 0,-1 3-6 0,-3-2-6 15,-1 0-16-15,-1 6-4 0,-3-1 14 0,-2-4-16 16,-2 7 12-16,1-3-8 0,-3 3-11 0,0-1 8 16,0 2 0-16,-1 1-3 0,-1 0 2 0,9 7-4 15,-9-10 1-15,9 10-17 0,-6-8 12 16,6 8-4-16,-5-5-1 0,5 5 0 0,0 0 4 0,0 0-4 15,0 0-2-15,22-14 0 0,-6 11 1 0,2 1 0 16,0-1-2-16,-5 2 2 0,6 1-3 0,-8 3 0 16,5-2-11-16,-5 3 8 0,6 3 3 15,-8 2-2-15,5 3 1 0,-7 2-1 0,1 3 7 0,-3 8 4 16,0 4 7-16,-5-6 2 0,0 5-2 0,0-4-4 16,-2 4 6-16,2 1-4 0,-4-3-3 0,1 0-1 15,0-7 8-15,1 4-8 0,1-4-30 0,0-4-22 16,2 1-39-16,2-4-40 0,0-2-49 0,4-1-61 15,2-1-73-15,-2-1-156 0,-7-7-500 0,32-3 222 16</inkml:trace>
  <inkml:trace contextRef="#ctx0" brushRef="#br0" timeOffset="10123.62">16976 2129 1633 0,'-1'-18'129'0,"-2"7"-44"0,0-4-43 0,-1 4 9 15,-1 3-5-15,1-1 14 0,4 9 3 0,-12-9 1 16,12 9-19-16,-9-6 2 0,9 6-6 0,-9-1-5 15,9 1 1-15,0 0-9 0,-15 18 3 0,10-10-31 16,1 4-34-16,0 3-29 0,2-3-79 0,0 6-225 16,2-18-397-16,2 25 176 0</inkml:trace>
  <inkml:trace contextRef="#ctx0" brushRef="#br0" timeOffset="10275.79">17029 2424 208 0,'-3'13'242'0,"3"-13"-8"0,-1 9 5 0,1-9 5 15,-3 10-4-15,3-10-12 0,0 0-11 16,0 0-22-16,0 0-18 0,0 0-21 0,0 0-25 16,0 0-52-16,0 0-61 0,0 0-84 0,0 0-126 15,0 0-200-15,0 0-425 0,0 0 189 0</inkml:trace>
  <inkml:trace contextRef="#ctx0" brushRef="#br0" timeOffset="10419.19">17291 2206 3281 0,'0'0'66'15,"7"3"-27"-15,-7-3-32 0,0 0 5 0,0 0-7 16,0 0 34-16,0 0 48 0,0 0 0 16,0 0 0-16,0 0-8 0,0 0-13 0,0 0-4 0,0 0-9 15,0 0-21-15,12 0-35 0,-12 0-38 16,0 0-35-16,0 0-50 0,0 0-52 0,0 0-89 16,0 0-286-16,0 0-597 0,0 0 265 0</inkml:trace>
  <inkml:trace contextRef="#ctx0" brushRef="#br0" timeOffset="11444.95">2094 3481 77 0,'0'0'149'0,"-4"-3"-16"0,4 3-1 0,0 0 2 16,0 0-11-16,0 0-2 0,0 0-16 0,-4-5-11 16,4 5-11-16,0 0-4 0,0 0-10 0,0 0-1 15,0 0-3-15,30 0 8 0,-12 0-4 0,11-2-2 16,1 2-2-16,5 0-3 0,16-5 3 16,7-2 0-16,-1 4-1 0,9-4 1 0,27 1 0 0,-5-2-2 15,3 1 4-15,-26 2-3 0,31-2-7 0,-5 4-4 16,1-5-5-16,9 5-1 0,0-2-5 0,6 3 1 15,2-1-5-15,3 2-4 0,-2-1-4 0,5-2-2 16,5 3 0-16,3-3-3 0,0 4 6 0,3-3-8 16,7 5 2-16,-3-3-2 0,5 1 2 15,1-1 0-15,1 2 0 0,7-1 1 0,3-1-1 16,3 4 9-16,1-5-2 0,2-1 1 0,9-2 9 16,2 1-11-16,6 1 7 0,1-5-6 0,4 0-1 15,10-3-2-15,2-1-2 0,9 1 0 0,-1-4 8 16,12-2-3-16,4-2-6 0,8 6 4 0,2-7-5 15,13 3-3-15,-2 0-3 0,5 3 0 0,0-3 1 16,4 0-6-16,-1 4-4 0,4-4 4 0,5 2 1 16,-1 2-2-16,-1-6-7 0,3 2 7 0,-1 8 1 15,2-7-3-15,-1 5 13 0,5 0-5 0,0 1 3 16,-6 3 5-16,6-3 2 0,-1 5 0 0,3 1 9 16,-6-2-4-16,3 4 2 0,-7 0-4 0,7 4 6 15,-5-5-3-15,-2 4-1 0,-1-4-4 0,4-1-2 16,2 1 6-16,-4 1-1 0,-4-4 1 0,3 2-7 15,-12 0 1-15,2-7-7 0,-8 2 9 0,-7 2 2 16,-10-2 4-16,-2 2-2 0,-12-2 0 0,-3 1 9 16,-11 2-1-16,-16-2-4 0,-1 0-2 0,-11-1 2 15,-5 3 2-15,-9-1-4 0,-7-3 0 0,-14 6-7 16,-13-6-1-16,-5 5-7 0,-7-2-23 0,-33 1-36 16,-4 2-41-16,-4-3-56 0,-16 4-62 0,-6-2-81 15,-3-1-106-15,-13 0-242 0,-10 0-678 0,-7 6 300 16</inkml:trace>
  <inkml:trace contextRef="#ctx0" brushRef="#br0" timeOffset="11579.22">19068 2785 2770 0,'-18'0'-118'0,"1"-4"-65"0,4 0-118 0,3 0-119 16,1-3 128-16,-4-4-315 0,-3 2 139 0</inkml:trace>
  <inkml:trace contextRef="#ctx0" brushRef="#br0" timeOffset="50014.11">6338 4330 125 0,'0'0'209'0,"0"0"-24"15,0 0-15-15,0 0-15 0,0 0-20 0,0 0-10 0,0 0-11 16,21-15-13-16,-1 9-13 0,8-4-7 0,3-1-7 15,6 1-10-15,3 0-5 0,8-3-7 16,-12 4-3-16,1-1-7 0,-2 4-23 0,0 1-30 16,-4 3-29-16,0-4-33 0,-11 6-31 0,1 0-34 15,-3 2-110-15,-6 0-266 0,-3 1 117 0</inkml:trace>
  <inkml:trace contextRef="#ctx0" brushRef="#br0" timeOffset="50248.44">6630 4246 10 0,'-7'-2'202'0,"0"1"-5"0,7 1-10 16,-12-5-14-16,12 5-12 0,-10-1-11 0,10 1-14 15,0 0-14-15,0 0-10 0,-13 7 6 0,9 2 0 16,-2 4-2-16,2 6-4 0,0 5-11 0,-2 2-5 16,2-1-1-16,-1 8 1 0,0-3 1 0,1 2-11 15,-2 2-4-15,2-2-8 0,1-2-6 0,-1 1-8 16,2-2-5-16,1 1-6 0,1-2 0 0,0 1-9 15,0-2-12-15,0-1-20 0,2 1-24 0,-2 0-31 16,1-4-32-16,-1-2-34 0,3-1-37 0,0-2-55 16,-2-1-193-16,-4 0-432 0,5-4 192 0</inkml:trace>
  <inkml:trace contextRef="#ctx0" brushRef="#br0" timeOffset="50940.31">6813 4459 2156 0,'3'-30'-45'0,"-1"-1"168"16,-1 11-37-16,-2 3-30 0,-2 7-18 0,2-1-14 16,1 4-2-16,0 7 1 0,0-12-14 0,0 12 1 15,0 0 6-15,0 0 8 0,0 0 5 0,0 0 3 16,0 0 8-16,-8 40-3 0,4-10 3 16,3 0-4-16,-3-3-2 0,0 6-6 0,1-4-1 0,3 3 1 15,0-4-3-15,-2 1-1 0,2-1-4 0,-1-2-3 16,4-6 0-16,-3-1 0 0,3 0-3 0,0-2-1 15,-2-2 2-15,2-5-3 0,-3 1-3 0,2-5 0 16,1 1-2-16,-3-7 1 0,0 11-7 0,0-11 6 16,1 8-3-16,-1-8 4 0,0 0-3 0,0 0 1 15,0 0-8-15,0 0-5 0,17-22 3 0,-8 5-7 16,1 2 0-16,5-6 1 0,1 0-2 0,-2 6 1 16,0 4-3-16,1 1 0 0,-1 2-1 0,3 2 2 15,-7 1-1-15,3 3 3 0,1 1-1 0,4 2 3 16,0 2 1-16,-2 1 1 0,2-2 2 0,0 3 2 15,0-2-3-15,1 3 5 0,-1-4-2 0,2-1 1 16,-1 0 3-16,0-1 1 0,-2-2 0 0,1-2-2 16,-4 0 2-16,-1 0-2 0,1 1 0 15,-2-3-1-15,2 2 3 0,-4-2 2 0,0-1-3 0,0-3 3 16,-2 1-1-16,0-1-3 0,-3 0 2 16,-1 1-2-16,1-3 5 0,-3 2-5 0,1 0 0 15,-3 1 2-15,1 2 2 0,-1 7-2 0,1-10-7 16,-1 10-1-16,2-6 2 0,-2 6-5 0,0 0 0 0,0 0 0 15,0 0 0-15,0 0 0 0,6 24 3 16,-2-13 0-16,-1 4 1 0,-2-3 3 0,3-1-2 16,2 0 5-16,-2 0-1 0,1-3 2 0,0 1-1 0,-1-1 6 15,4-5-3-15,-1 3 5 0,3-3-1 0,1-3-2 16,0 0 0-16,-1-1 3 0,1-3-1 16,1-1 1-16,0-2-1 0,-1 1 3 0,0-3 6 15,-2 1 7-15,-2-1-5 0,1-1 2 0,0-1-2 16,-2 0 1-16,-1 1 4 0,-2-3-2 0,-1 4-1 15,3 3 4-15,-5 6-6 0,4-10-1 0,-4 10-5 0,1-7-9 16,-1 7-2-16,0 0-2 0,0 0-6 16,0 0 9-16,0 0-5 0,3 24 4 0,-6-9 1 15,3 4 0-15,-4-2 0 0,2 2-5 0,-2-2-6 16,3 1-7-16,0 2-14 0,1-2-10 0,0-1-18 16,-2 2-21-16,0 0-33 0,1-4-25 0,1-2-57 15,0 0-48-15,0-2-145 0,-3 1-417 0,3-3 184 0</inkml:trace>
  <inkml:trace contextRef="#ctx0" brushRef="#br0" timeOffset="51101.92">7311 4395 25 0,'-3'-7'164'16,"3"7"-37"-16,-2-6-23 0,2 6-20 0,0 0-31 15,0 0-50-15,0 0-57 0,27 13-31 0,-8-1-91 16,8 2 41-16</inkml:trace>
  <inkml:trace contextRef="#ctx0" brushRef="#br0" timeOffset="51567.92">8248 4701 181 0,'0'0'258'0,"9"-3"4"0,-9 3 1 0,6-7 0 15,-1-1-9-15,1 0-6 0,-2-1-15 0,-1-2-11 16,2-1-22-16,2-6-19 0,3-5-14 0,-4 6-17 16,4-5-15-16,3-3-8 0,-4 2-19 0,1 0-7 15,2 0-12-15,-2-1-14 0,2 2-6 16,-2 5-16-16,-1 3-1 0,1-1-1 0,-4 4-6 0,-1 4-7 16,-1 1-7-16,0 0-6 0,-4 6-3 0,6-7-7 15,-6 7-8-15,0 0-2 0,0 0-6 0,0 0-2 16,9 13 4-16,-5-3-1 0,-1 2 2 15,-2 6-2-15,3-2-9 0,-4 0 15 0,2-5-6 16,2 5 4-16,-1-5-3 0,1-2-2 0,0 2 1 0,1-3 0 16,1-1 5-16,-1-3-2 0,2 2 1 15,0-4 1-15,2-2 4 0,1 0-1 0,2-1 0 16,-1-2-4-16,5-5 4 0,-5 3 10 0,1-2-13 0,-2-2 2 16,1 2 1-16,0-6-1 0,0 2-2 0,-4-1-1 15,-1 3 1-15,-2-2-1 0,0 1-7 0,-2-2 5 16,2 1-3-16,-1 1 1 0,-2 3 4 15,0 2-5-15,-1 5-5 0,1-10-7 0,-1 10 1 16,0 0 1-16,0 0-3 0,0 0 0 0,0 0 0 0,0 0 7 16,0 36-3-16,0-17 7 0,-1 8-2 0,0-2 8 15,-2 4-1-15,2-3-4 0,-2 1-8 16,1-2 15-16,2 0 0 0,-1 1-5 0,1-7-21 0,0-3-39 16,1 1-23-16,0-1-15 0,-1-3-30 0,-1-2-51 15,2-2-75-15,-2 3-267 0,1-12-562 16,-8 11 249-16</inkml:trace>
  <inkml:trace contextRef="#ctx0" brushRef="#br0" timeOffset="51737.09">8299 4098 227 0,'-8'-5'216'16,"4"1"-26"-16,1-2-24 0,3 6-17 0,0 0-23 0,0 0-26 15,0 0-30-15,0 0-37 0,0 0-77 16,15 32-52-16,4-13-94 0,3-3-206 0,6-2 92 16</inkml:trace>
  <inkml:trace contextRef="#ctx0" brushRef="#br0" timeOffset="52241.23">9312 4342 189 0,'-6'-14'236'15,"0"-1"-16"-15,2 3-7 0,4 2-14 0,-3 1-4 16,0 1-14-16,3 8-10 0,-2-11-29 0,-2 8-17 15,4 3-17-15,0 0-9 0,0 0-14 0,0 0-10 16,4 23-6-16,-2-4-5 0,0 9-3 0,0 1 1 16,0 3-2-16,-2 2-1 0,-3-2-4 0,2 4-3 15,-1-4 0-15,0-4-4 0,-2 1 0 0,3-6 1 16,0-7-8-16,-1-2 2 0,1-3 2 0,1-4 6 16,-1-1 5-16,1-6 6 0,0 0 10 0,-4 15 8 15,4-15-1-15,0 0-3 0,0 0-6 0,0 0-12 16,0 0-14-16,0 0-5 0,0 0-4 0,9-33-15 15,0 16-9-15,4-6-12 0,1 1-2 0,4-1-8 16,2 1-4-16,-1 5 3 0,4-2-2 0,-4 10 1 16,-1-1-1-16,1 3-3 0,-1 4 8 0,-6 0-10 15,2 6 2-15,-3-2-3 0,1 4 6 16,-3 3-1-16,1 1 5 0,-5 4 2 0,-2-1 0 0,-1 5 6 16,-4 2-2-16,-7 6 3 0,-4-1 1 0,-1-2 0 15,-8 0 2-15,-1-2 1 0,0-1 1 0,-4 2-6 16,-1-4-2-16,1-3-10 0,2-1-12 0,-1-3-18 15,7-4-21-15,3-2-27 0,3 0-24 0,0-1-41 16,3-3-46-16,10 0-54 0,-14-3-177 0,14 3-470 16,0 0 208-16</inkml:trace>
  <inkml:trace contextRef="#ctx0" brushRef="#br0" timeOffset="52802.37">9714 4428 196 0,'2'-5'238'15,"-2"5"-15"-15,0 0-16 0,4-6-13 0,-4 6-10 16,0 0-13-16,0 0-13 0,-27 10-10 0,16-3-9 16,0 1-11-16,1 0-8 0,-1 7-9 0,-1-1-12 15,2 0-9-15,1 1-11 0,1 0-5 0,3-2-6 16,3-2-4-16,-1 2-10 0,2-3-3 0,2 0-9 16,2-1-5-16,3 0-4 0,-2-3-5 0,1 0-4 15,3-2-3-15,1-2-3 0,2-2-5 0,3-2-2 16,-2-2-5-16,2-1 0 0,1-2-2 15,2-2 2-15,-3 2 1 0,-1-6-4 0,-3 4-2 0,0-5-2 16,-2-1 2-16,1 1 6 0,-4-1-9 0,0-1 3 16,-5 4-3-16,2 1 1 0,0 1 4 0,-1 2 3 15,0 3 1-15,-1 5-1 0,0-9-1 0,0 9-6 16,0 0-4-16,2-8-1 0,-2 8-1 16,0 0 3-16,0 0-1 0,-7 23 7 0,3-13-3 15,0 6 3-15,2 1 0 0,-1-1-1 0,3 0 0 0,0-3 0 16,3 3 0-16,-2-3 2 0,3-2-1 0,0 0 1 15,1-3 0-15,1 1-2 0,2-2 7 0,0-2-1 16,1-1 1-16,6-4 1 0,2 0-2 0,2-4-1 16,-1-2 3-16,6-7-2 0,-6 3-1 0,-3-1 4 15,2 0-2-15,-4-1 2 0,-1-1-4 16,1 0-2-16,-6-3-3 0,-1 0 1 0,-1 1-2 0,-1 1 2 16,1-2-3-16,-3 2 1 0,0 1-3 0,-2 3-4 15,-2 3 2-15,2 7 2 0,-1-12-5 0,1 12 0 16,0 0-5-16,1-7 0 0,-1 7-1 0,0 0 5 15,0 0-2-15,-7 29 3 0,5-12-1 16,0 0 4-16,-2 2 0 0,-1 5-2 0,3 2 5 16,0-7-1-16,2 1 0 0,0 4 3 0,-1 1-3 0,1-7 3 15,0 0 0-15,0 0 1 0,0-1 1 0,1-1-11 16,1-4-24-16,-2-1-28 0,0 2-45 0,1-3-44 16,-1-10-57-16,4 15-208 0,-4-15-449 15,0 8 199-15</inkml:trace>
  <inkml:trace contextRef="#ctx0" brushRef="#br0" timeOffset="53001.93">10241 4429 81 0,'0'0'209'16,"3"-8"-18"-16,-3 8-16 0,0 0-6 0,0 0 6 15,0 0 2-15,0 0-6 0,2 24-10 0,-3-9-12 16,-1 3-9-16,-2 2-16 0,3-3-5 0,-2 10-12 15,-1-8-15-15,0 5-9 0,2-5-7 0,-1 0-31 0,2-2-34 16,-2-1-37-16,2 1-43 0,-2-2-47 16,2-3-49-16,1 0-182 0,-1 0-375 0,1-12 166 15</inkml:trace>
  <inkml:trace contextRef="#ctx0" brushRef="#br0" timeOffset="53165.56">10162 4169 90 0,'0'0'88'16,"0"0"-46"-16,8 24-40 0,2-10-39 0,0-1-41 16,3-1 18-16</inkml:trace>
  <inkml:trace contextRef="#ctx0" brushRef="#br0" timeOffset="53387.17">10718 4289 200 0,'-13'0'200'0,"1"3"0"16,-1 1 2-16,-6 2-8 0,-6 7-8 0,2 0-18 16,-1 6 1-16,2 2-14 0,4-1-14 0,-3 2-16 15,4 2-9-15,4-2-10 0,-1 1-12 0,9 3-8 16,0-7-9-16,4 1-6 0,1 0-6 15,6-2-8-15,2 1-10 0,3-2-23 0,2-2-11 0,6 3-23 16,-3-6-34-16,9-1-21 0,3-2-38 16,2-1-29-16,2-6-29 0,0 0-23 0,0-4-12 0,-2 0-105 15,-2-4-324-15,0-2 143 0</inkml:trace>
  <inkml:trace contextRef="#ctx0" brushRef="#br0" timeOffset="54553.27">10919 4616 337 0,'10'-14'2'0,"0"-3"23"0,-3 0 18 0,-2 2 12 0,-3-2 6 15,-3-1 33-15,0 3 9 0,-4 0 11 0,1 4 2 16,-1 1 1-16,-2 0 3 0,0 3 1 0,-2 2 4 15,2 1-7-15,-3 3 0 0,10 1-4 0,-19 6-5 16,3 1-8-16,1 6-7 0,0 0-7 0,-4 8 0 16,5-1-11-16,2-4-4 0,3 1-11 0,3-4-4 15,1 3-5-15,1-3 3 0,1 2-12 16,2-4-6-16,4 0 1 0,0-3-7 0,2 2-2 16,2-3-4-16,-1-3 1 0,1 1-3 0,-7-5 0 15,21 2-4-15,-10-2-2 0,-11 0-6 0,24-7 2 16,-13 3 0-16,-2-2-2 0,2-4-5 0,-4 2 1 0,1-2-1 15,0 1 2-15,-1-3-4 0,-3-3 3 0,0 0-4 16,1 4 1-16,-2-3-1 0,-1 4 2 0,-1 1-2 16,1-1-2-16,-2 10-1 0,-2-12-4 0,4 7 0 15,-2 5-6-15,0 0 0 0,0 0 0 16,0 0-2-16,0 0 3 0,0 0 2 0,0 0 3 16,-9 33 0-16,5-21 1 0,3 3 0 0,-2 1 0 0,3-5 3 15,0 2-1-15,1 0 2 0,-1-2 1 0,4 1-1 16,0-3 5-16,2 1-1 0,1-2 6 15,2-2-3-15,2-2 4 0,2-2 2 0,6-2 3 0,-2-2-4 16,3-2 0-16,-2-2 6 0,1-5-5 16,-2 0 0-16,-2 1 5 0,1-4 3 0,-5 0 3 15,1-2 8-15,-1 1-10 0,-6-3 3 0,3-9-1 0,-3 4 1 16,-2-4-8-16,-3-1-1 0,0 1-1 0,0-1-4 16,-2-1 4-16,0 0-2 0,-2-2-4 15,0 7 12-15,0-1-11 0,0 9 15 0,3 2 7 16,1 4 5-16,-4 3-5 0,4 7-3 0,-1-12-8 15,1 12-12-15,-4-5 1 0,4 5-2 0,0 0 7 0,-5 24-11 16,0 1 1-16,0 5 1 0,0 3-2 0,-4 13 4 16,1-1-7-16,0 4 7 0,5-13 0 15,1-2-1-15,0 1-6 0,-1-2 4 0,4-1 0 16,2-2-3-16,0-9 2 0,4 1 0 0,0-3 2 16,2-2 3-16,1-3 0 0,1-1 3 0,-1-4 7 15,6 0-5-15,-3-6 1 0,3 0-4 0,3-3 7 0,-2-3-6 16,1-3 4-16,-1-4-1 0,2 0-9 0,1-7 5 15,-1-1-7-15,-3-5 6 0,-3 1-2 16,0-5-3-16,-5-3 3 0,0-1-1 0,-3-1-1 16,1-1-3-16,-3-1-5 0,-3 1 0 0,-1 1-2 15,-3-1-2-15,1 4 2 0,2 2 10 0,1 8-15 16,-1 8 3-16,1-2-2 0,0 5 4 0,-2 2-8 16,2 6-5-16,0 0 4 0,0 0 1 0,0 0-5 15,0 0 6-15,-6 28 2 0,4-3 1 0,-1 4 4 16,0 0 3-16,2 4 6 0,2-2 8 0,-1-1 0 15,3 0 2-15,2-2 2 0,1-4 2 0,1 1 2 16,0-6-1-16,6 3 8 0,-1-5 9 0,-1-3 3 16,1-2 2-16,5-2-2 0,-2-1-2 0,4-4-11 15,3-1 9-15,-2-1-1 0,2-2-7 0,-1-2-1 16,1-3-3-16,-3 0-1 0,3-2 11 0,-4-1-21 16,0-3 1-16,-3-1 7 0,-3-1-3 0,3 1-10 15,-3-3-5-15,-2 0 0 0,-2 0-21 0,-5 6-6 16,3-2 3-16,-6 10 6 0,4-11-3 0,-1 5-3 15,-3 6 2-15,4-7-4 0,-4 7 2 0,0 0 1 16,0 0 3-16,0 0 3 0,0 0-2 0,0 0 1 16,0 0 1-16,5 26 2 0,-5-26-1 0,3 15 6 15,-1-7-5-15,1-1 10 0,-3-7-4 0,9 14 3 16,-6-9-1-16,3 1 3 0,-6-6 0 0,16 6 3 16,-7-4-3-16,2-2-2 0,-11 0 1 0,20 0 4 0,-10-1 6 15,0-2-4-15,0-3 4 0,-10 6-3 16,13-4-5-16,-13 4 2 0,9-3 1 0,-9 3-14 15,0 0 11-15,16 3 5 0,-16-3-17 0,9 7 8 16,-1 0 3-16,0 4-11 0,1 4 10 0,-1 11 10 16,-2 1-12-16,0 9 3 0,0 12 10 0,-1 0 2 15,-3 5 6-15,-2-3 4 0,0-1 0 0,0-1-5 0,-2-1 9 16,2 2-15-16,0-14 7 0,0 11 5 16,2-10-1-16,0 0-5 0,-1-3 1 0,3-1-3 15,-3-1 2-15,2-1-3 0,0-5 6 0,-3-5-8 16,0-4 3-16,0-2-1 0,0-4 6 0,-3 0-3 15,3-10 3-15,-7 15-6 0,1-12 0 0,6-3 0 16,-21 3-7-16,21-3 6 0,-29-9-14 0,8 0-14 16,2-2-14-16,-4-6-16 0,-1-5-15 0,1 2-18 15,-1-5-8-15,3 1-15 0,3-6-14 0,1 2-25 16,1-2-17-16,-2 0-27 0,9 0-31 0,0-1-32 16,4 2-41-16,0 3-210 0,0 2-539 0,2 5 238 15</inkml:trace>
  <inkml:trace contextRef="#ctx0" brushRef="#br0" timeOffset="56130.21">14998 4360 156 0,'-12'-7'258'0,"0"4"-18"16,-3-1 12-16,-5 4-15 0,3 4-16 0,-2 3-14 15,-6 5-7-15,-2 6-16 0,0 2-5 0,4 4-15 16,0 0-15-16,0 2-12 0,9-2-13 0,0 1-17 16,4-2-5-16,5-4-15 0,3-3-5 0,2-3-10 15,3 4-11-15,1-7 2 0,2 1-4 0,3-3-9 16,2 0 2-16,0-4-11 0,3 0-2 0,2-3-4 15,2-5-4-15,-2 1-5 0,2-2-1 0,-2-2-5 16,-1-4-2-16,0 0 2 0,-1-3-5 16,-4 1 0-16,-2-3-5 0,3 2-13 0,-3-5 14 0,-4 2 3 15,2 0-4-15,-2 0-1 0,-2 0 10 0,-1 5-15 16,-2 0 0-16,1 4 4 0,0 1-7 0,0 7 2 16,0-11-11-16,0 11-1 0,0 0-3 0,0 0-7 15,0 0 9-15,0 0 1 0,0 0 4 16,-6 41 0-16,4-22 0 0,2 9 1 0,2-3 2 15,1-6 4-15,4 5-3 0,-1-7-14 0,-1 2-27 16,7-1-29-16,1-2-21 0,0-5-32 0,6-1-45 0,-1-1-60 16,9-2-51-16,-1-3-172 0,-6-2-489 15,0-4 217-15</inkml:trace>
  <inkml:trace contextRef="#ctx0" brushRef="#br0" timeOffset="56501.92">15275 4227 9 0,'-1'-20'205'0,"1"4"0"0,-1 4 3 16,3 2-24-16,-3 1-16 0,1 9-23 16,0-7-16-16,0 7-14 0,0 0 5 0,0 0 14 15,5 35-3-15,-6-9-4 0,-1 1-10 0,2 9-2 16,0-6-6-16,0 3-6 0,0 2-9 0,-1-4-8 16,1 0-7-16,1-3-10 0,-1-4-9 0,2-6 6 15,-4-1-7-15,5-5-8 0,-2-2 1 0,-1-3 3 16,0-7 6-16,2 11 11 0,-2-11 4 0,0 0 8 15,1 13 6-15,-1-13 0 0,0 0-3 0,0 0-10 16,0 0-31-16,0 0 5 0,0 0-15 0,20-24-9 16,-7 10-6-16,1 0-11 0,0 2-3 0,3-1-5 15,-2 2-11-15,-1 3 4 0,2 1-7 0,-2 3 2 16,-4 1-2-16,0 3-3 0,1 2 5 0,-4-1-2 16,-1 3 4-16,-2 5-4 0,-1 0 10 0,-1 2-5 15,-4 3 5-15,-2-3 0 0,-2 7 5 0,-4-1 7 16,-5 3-2-16,1-6 1 0,-2-1-3 0,3 0 4 15,-1 1-14-15,0-4-1 0,3-2-15 0,0-4-25 16,1 1-36-16,1 0-37 0,-3-3-38 0,12-2-53 16,-11 0-50-16,11 0-219 0,0 0-516 0,-4-14 228 15</inkml:trace>
  <inkml:trace contextRef="#ctx0" brushRef="#br0" timeOffset="56664.3">15569 4318 236 0,'4'-5'237'0,"0"-1"-23"0,-4 6-26 15,5-5-19-15,-5 5-23 0,0 0-12 0,0 0-9 16,0 0 7-16,2 19-6 0,-2-2-12 0,-2 1-4 16,1 7-10-16,-3 0-8 0,2 2-13 0,1-3-4 15,0 3-3-15,0-2-20 0,-2-6-42 0,1-1-50 16,0 2-54-16,2-6-63 0,-4 3-197 0,2-6-383 16,1-1 170-16</inkml:trace>
  <inkml:trace contextRef="#ctx0" brushRef="#br0" timeOffset="56826.88">15441 4129 154 0,'-3'-4'150'0,"3"4"-38"15,0 0-48-15,0 0-26 0,0 0-71 0,11 18-49 16,-6-13-87-16,7 0 39 0</inkml:trace>
  <inkml:trace contextRef="#ctx0" brushRef="#br0" timeOffset="57021.88">15802 4062 230 0,'0'0'234'16,"0"0"-17"-16,2-9-20 0,-2 9-17 0,0 0-19 15,0 0-25-15,0 0-8 0,0 0 2 0,4 29 5 16,-4-4-3-16,3 6-2 0,-6 2-12 0,1 3-8 15,3 8-14-15,-2 4-9 0,1-14-2 0,0 1-9 16,-2-1-6-16,4 0-10 0,-2-3-7 0,2 0-12 16,1-4-33-16,-2-1-29 0,3-7-33 0,-2-1-44 15,2-5-57-15,0-1-59 0,-1-2-165 0,0 0-410 16,3-5 181-16</inkml:trace>
  <inkml:trace contextRef="#ctx0" brushRef="#br0" timeOffset="57187.13">15977 4453 109 0,'2'-8'248'0,"-2"-3"0"0,2 5-6 16,-1-1-13-16,-1 7-25 0,2-9-23 0,-2 9-20 16,0 0-18-16,0 0-8 0,0 0-10 0,0 0 1 15,0 0-17-15,-2 40-9 0,2-22-6 0,-1 8-7 16,-2-7-7-16,0 0-10 0,2 0-20 0,1 5-31 16,-2-5-32-16,2-1-43 0,-3-1-56 0,1-7-72 15,2 4-216-15,-2-5-432 0,2-9 191 0</inkml:trace>
  <inkml:trace contextRef="#ctx0" brushRef="#br0" timeOffset="57341.59">15882 4182 102 0,'0'0'82'0,"0"0"-30"0,-10 10-51 0,10-10-41 15,0 0-43-15,18 14 19 0</inkml:trace>
  <inkml:trace contextRef="#ctx0" brushRef="#br0" timeOffset="57547.96">16241 4081 11 0,'2'-10'239'0,"-1"3"0"0,-1 0-2 0,0 7-1 15,1-10-5-15,-1 10-11 0,3-8-26 0,-3 8-23 16,0 0-21-16,0 0-17 0,0 0-11 0,0 0 15 15,1 35 6-15,0-8-10 0,-2 5-8 16,-3 0-6-16,7 1-14 0,-7 12-20 0,1-11 11 16,2 0-13-16,1 2-8 0,-1-2-9 0,1 0-4 15,0 1-7-15,0-1-11 0,0-1-21 0,1-4-30 0,-1-3-41 16,-1-6-47-16,-2-3-50 0,3 2-54 0,0-8-48 16,0 1-219-16,0-12-505 0,-2 13 225 0</inkml:trace>
  <inkml:trace contextRef="#ctx0" brushRef="#br0" timeOffset="57936">16236 4396 111 0,'5'-1'145'0,"3"-2"-1"0,0 0-6 16,2 5-7-16,-10-2-8 0,16-3 0 0,-5 4-15 15,-2 1-4-15,2 0-6 0,-1 0-6 0,2-2-8 16,-2 3 6-16,0-1-10 0,-1 3-5 0,0-3-3 15,0 2-4-15,-2-1-5 0,-2 0-3 0,-5-3-6 16,11 4-3-16,-6-2-4 0,-1 2-4 0,-4-4 0 16,10 6-4-16,-6-5 0 0,-4-1-1 0,8 3 5 15,-8-3 0-15,0 0 9 0,8 4 2 0,-8-4 4 16,0 0 11-16,0 0 3 0,0 0-2 0,9 0 4 16,-9 0-15-16,0 0 8 0,0 0-7 0,0 0-6 15,0 0-7-15,12-3-4 0,-12 3-1 0,0 0-13 16,0 0-7-16,0 0-3 0,7 5-9 0,-5 2 6 15,0-1 0-15,-2 5 0 0,3 7 8 0,-3-1 11 16,2 8-5-16,-4 1-2 0,0-1 4 0,-3 1 4 16,1 1-1-16,-1-1 1 0,0 0-6 0,-2 1 1 15,2 0-3-15,0-1-2 0,2 0-2 16,1-1-1-16,-2 2-26 0,-1-4-2 0,2-2-28 0,2 4-33 16,2-1-32-16,2-5-43 0,1 1-53 0,2-4-60 15,2 1-233-15,3-2-529 0,3-5 234 0</inkml:trace>
  <inkml:trace contextRef="#ctx0" brushRef="#br0" timeOffset="66869.89">23485 4114 67 0,'4'-8'171'0,"0"2"-1"0,-3 1-6 0,-1 5 0 15,4-10-12-15,-4 10-20 0,1-6-15 0,-1 6-13 16,0 0-13-16,0 0-10 0,0 0-9 0,0 0 18 16,0 0 6-16,14 22 3 0,-10-4-5 0,2 8-4 15,0 0 5-15,-4 5-5 0,-2-2-8 0,1 3 5 16,-1-2-5-16,2 2-6 0,-4-1-5 0,2-2-5 16,0 1-6-16,2-3-6 0,-2 0-1 0,0-7-10 15,1 0-3-15,-2-1-2 0,3-1-2 0,0-1-3 16,-1-2-3-16,0-2-7 0,0-2 1 0,2-2-32 15,-3 1-20-15,4 0-28 0,-4-10-20 0,1 12-32 16,-1-12-40-16,0 14-37 0,0-14-37 0,-6 9-146 16,6-9-399-16,-9 4 177 0</inkml:trace>
  <inkml:trace contextRef="#ctx0" brushRef="#br0" timeOffset="67258.03">23382 4366 140 0,'11'-2'137'0,"-3"1"-20"0,2-2-1 0,3 2-4 15,1 1-14-15,6-2 12 0,2 1-19 0,5 0 1 16,-5-1-10-16,6 4-6 0,-7-2-4 16,9 1-3-16,-11 2-13 0,4-2-4 0,-4 5-5 0,-2 1-8 15,-1-2 2-15,0 2 2 0,-1 3 5 0,-5-4-3 16,-1 2-2-16,0 0 4 0,-3-1 4 0,1 2-3 15,-5-4-2-15,5 5 0 0,-3-3 1 0,3-1-9 16,-3-1-3-16,0-1-5 0,-4-4-2 0,6 7 0 16,-6-7 2-16,7 5-7 0,-3-3 1 0,-4-2 0 15,11 0-1-15,-11 0-2 0,16-3-2 0,-8 0 2 16,0-5 0-16,1 3-1 0,-1-4 1 16,1 0 0-16,-4 2 10 0,1-4-1 0,-1 1 1 0,-1 0-1 15,-3-1 0-15,-2 1-1 0,1-2-2 0,-4 2-6 16,-1-3 4-16,-4 0-11 0,-3 0-1 0,2 4-4 15,-1 2-1-15,-3 2-7 0,2 1-9 16,0 4-15-16,-5 0-14 0,2 2-20 0,-2 3-24 16,-1 0-37-16,8 2-33 0,-4 3-27 0,6 0-170 15,1 4-376-15,4-3 167 0</inkml:trace>
  <inkml:trace contextRef="#ctx0" brushRef="#br0" timeOffset="68925.32">24404 4297 94 0,'0'0'250'0,"5"-6"-12"0,-5 6-7 0,0 0-17 16,4-6-19-16,-4 6-20 0,0 0-15 0,0 0-19 16,0 0-18-16,0 0-13 0,0 0-13 0,0 0-5 15,8 17-6-15,-5-6-2 0,-1 0-9 0,0 0-7 16,-2 5-7-16,3-4-6 0,1 3-4 0,-2 2-5 15,1-1-5-15,-1-4 0 0,0-1 4 0,0 1-15 0,-2-1-2 16,0 2 1-16,1-2-5 0,-1-11 2 0,0 17-6 16,0-17 1-16,-1 11 1 0,1-11 0 15,0 0 4-15,0 12 3 0,0-12 4 0,0 0 7 16,-1 11 2-16,1-11 11 0,0 0 12 0,0 0 5 16,0 0 0-16,0 0 0 0,0 0-6 0,0 0-9 15,0 0-4-15,0 0-9 0,0 0-3 0,0 0-2 16,-14-29-3-16,14 19-9 0,-1 0-2 0,1 0-5 15,0 0 1-15,0-1-3 0,0 0-3 0,0 1-6 16,0 0 1-16,1 3 1 0,-1 7 5 0,0-16-8 16,0 10 2-16,0 6-1 0,0-10-3 15,0 10 4-15,0-8-1 0,0 8-5 0,0 0 3 0,0-8-2 16,0 8 0-16,0 0-2 0,0 0-4 0,0 0 9 16,0 0-12-16,1-7 3 0,-1 7 0 0,0 0 2 15,0 0-9-15,0 0 1 0,0 0 6 0,0 0 1 16,0 0-2-16,0 0-1 0,0 0 3 0,0 0-3 15,0 0 6-15,0 0-9 0,0 0 0 0,0 0 8 16,0 0-4-16,0 0 0 0,0 0 2 0,0 0 6 16,0 0 3-16,0 0-11 0,0 0 1 0,0 0 0 15,0 0 0-15,0 0 1 0,0 0 1 0,0 0-2 16,0 0-1-16,0 0-2 0,0 0 1 0,0 0-1 16,0 0 4-16,0 0 2 0,0 0-2 0,0 0-1 15,0 0 1-15,0 0 2 0,0 0 3 0,0 0-4 16,0 0 0-16,0 0 2 0,0 0 2 0,0 0-8 15,0 0 19-15,0 0-14 0,0 0 0 0,0 0-2 16,0 0 3-16,0 0-1 0,0 0 0 0,0 0-3 16,0 0 1-16,0 0 4 0,0 0-3 0,0 0 9 15,0 0-8-15,0 0-2 0,0 0 5 0,0 0-3 16,0 0-3-16,0 0 4 0,0 0-3 0,0 0 5 16,0 0 0-16,0 0-5 0,0 0-2 0,0 0 1 15,0 0 3-15,0 0 3 0,0 0 2 0,0 0-5 16,0 0 3-16,0 0 0 0,0 0-3 0,0 0-2 15,0 0 1-15,0 0 0 0,0 0-3 0,0 0 4 16,0 0-3-16,0 0-1 0,0 0 9 0,0 0-7 16,0 0 0-16,0 0-1 0,0 0 2 0,0 0-5 15,0 0 8-15,0 0-6 0,0 0 2 0,0 0 0 16,0 0 1-16,0 0-2 0,0 0 0 0,0 0 4 16,0 0-2-16,0 0-2 0,0 0-3 0,0 0 1 15,0 0 2-15,0 0 2 0,0 0-9 0,0 0 5 16,0 0 3-16,0 0 1 0,0 0-2 0,0 0 3 15,0 0-3-15,0 0-5 0,0 0 4 0,0 0 3 16,0 0 1-16,0 0-1 0,0 0 4 0,0 0-6 16,0 0 6-16,0 0-7 0,0 0 2 0,0 0 1 15,0 0-7-15,0 0 7 0,0 0-3 16,0 0 3-16,0 0-2 0,0 0 1 0,0 0 2 0,0 0-5 16,0 0 7-16,0 0-2 0,0 0 9 15,0 0-10-15,0 0 2 0,0 0-7 0,0 0 4 0,0 0 3 16,0 0-2-16,0 0-4 0,0 0 3 0,0 0 5 15,0 0-5-15,0 0 2 0,0 0-2 0,0 0 1 16,0 0 1-16,0 0-1 0,0 0 1 0,0 0 6 16,0 0-10-16,0 0 5 0,0 0-3 0,0 0 4 15,0 0-3-15,0 0 3 0,0 0-5 0,0 0 0 16,0 0 4-16,0 0-2 0,0 0 1 0,0 0-2 16,0 0 0-16,0 0 1 0,0 0 1 0,0 0 1 15,0 0 1-15,0 0-2 0,0 0 4 0,0 0 5 16,0 0-15-16,0 0 4 0,0 0 1 0,0 0 0 15,0 0 4-15,0 0 5 0,0 0-14 0,0 0-2 16,0 0 2-16,0 0-2 0,0 0 2 0,0 0 1 16,0 0-1-16,0 0 0 0,0 0 6 15,0 0-8-15,0 0-3 0,0 0 7 0,0 0-5 0,0 0 4 16,0 0-3-16,0 0 5 0,0 0-4 0,0 0 3 16,0 0 0-16,0 0 3 0,0 0-1 0,0 0-5 15,0 0 2-15,0 0 1 0,0 0 0 0,0 0 0 16,0 0-1-16,0 0 2 0,0 0 0 0,0 0-2 15,0 0 5-15,0 0-4 0,0 0 2 0,0 0-4 16,0 0 3-16,0 0 0 0,0 0 0 0,0 0 7 16,0 0-5-16,0 0-2 0,0 0 1 0,0 0-1 15,0 0 3-15,0 0-1 0,0 0-1 0,0 0 1 16,0 0 5-16,0 0-3 0,0 0-3 0,0 0 6 16,0 0-3-16,0 0 0 0,0 0 3 0,0 0 1 15,0 0-2-15,0 0-1 0,0 0 4 16,0 0 0-16,0 0-1 0,0 0 0 0,0 0 2 0,0 0 4 15,0 0-2-15,0 0-1 0,0 0-3 0,0 0 2 16,0 0 1-16,0 0-6 0,0 0 1 0,-2-10-2 16,2 10-2-16,5-11 1 0,0 6-6 15,-1-3 1-15,3 0-3 0,0 1-4 0,2-1-2 16,1 1 0-16,-1 0-3 0,1 4 2 0,0-2-3 0,0 3 0 16,-2 1 1-16,6 2-4 0,-4 0 3 15,2 3 3-15,1 2-2 0,-3 3 0 0,-2 2 5 0,4 1-1 16,-1 4 0-16,0-2 4 0,-5 1 9 0,2 0-7 15,-4 2 0-15,1-3 5 0,-1-2-1 16,0 0 3-16,-3-2-2 0,-1-10 1 0,1 14 5 16,-1-14-3-16,2 12 8 0,-2-12-5 0,-2 13 9 0,2-13 4 15,0 0 1-15,-7 8 6 0,7-8-2 0,0 0-7 16,0 0 4-16,0 0 4 0,0 0-4 0,0 0-5 16,0 0 4-16,-16-21-7 0,16 12-1 15,0-1-2-15,3-1-1 0,1 0-5 0,2-3-7 16,3-3 2-16,1 2-10 0,2 0-1 0,0 2 0 15,0 1-6-15,3 1-6 0,-4 4-3 0,0 1 0 0,2 3 10 16,-3 2-8-16,0 1-1 0,-1 1 5 16,1 4 1-16,1 2 2 0,-2 1 4 0,0 1 1 0,1 4-2 15,1 1-5-15,-3-1-6 0,-1 1-21 16,0 0-18-16,1 2-15 0,-5-5-22 0,4 4-39 16,-4-2-51-16,0-2-44 0,0-1-167 0,-3-10-437 15,5 14 195-15</inkml:trace>
  <inkml:trace contextRef="#ctx0" brushRef="#br0" timeOffset="69808.17">25205 4239 6 0,'-9'-3'219'0,"-1"3"-3"15,-4 1-11-15,-1 6-14 0,-4 2-12 16,2 1-16-16,-6 4-12 0,0 1-8 0,7-2-16 15,3 3-7-15,2 0-10 0,2-1-8 0,1 3-12 16,4-3-4-16,2 2-11 0,2-5-3 0,2-1-10 16,5 5-5-16,0-7-4 0,2-4-6 0,2 1-4 15,5 2 2-15,0-4-7 0,4-3-6 0,0-1 1 0,0-2-4 16,1-3-1-16,-1 1-4 0,-5-3 0 16,2 1 7-16,-7-1-11 0,0-2-1 0,6-2-2 15,-10 2-1-15,1-3 5 0,-1 1 10 0,-1-1-1 16,-1-3-1-16,-2 3 2 0,1 1 0 0,-1 0 0 15,-2-1 4-15,2 3-11 0,-2 2 2 0,0 7-1 16,0-11-3-16,0 11-5 0,0 0-6 0,-2-9-5 16,2 9 1-16,0 0 1 0,0 0-2 0,0 0-4 15,-9 23 3-15,7-11-2 0,0-1-3 0,-1 1 5 16,3 3-4-16,0-4-2 0,5 0 2 0,-4 0 7 16,4-1-6-16,2 1 1 0,0-3 0 0,2-1 6 15,0 0-2-15,8-4 1 0,4 0 3 16,-3-2 0-16,4-1-5 0,-3-2 2 0,2-3-2 0,-2-1-2 15,-1-1 1-15,0 0-1 0,0-3-1 0,-2 1 2 16,-3-2 0-16,0-1-1 0,1 0-1 0,-5-2 6 16,-4 4 7-16,4-2-9 0,-7 1 0 0,4-4 2 15,-5 2 9-15,3 3-4 0,-4 1 0 0,0-1-1 16,0 10 9-16,-2-11-13 0,2 11-1 0,2-8-3 16,-2 8-8-16,0 0 2 0,0 0 0 0,0 0 5 15,0 0-7-15,-15 29 3 0,9-15-3 0,4 1 0 16,-2 0 0-16,2-2-1 0,0 0 3 0,0 1 0 15,2-2 4-15,1 0 0 0,2-1-2 0,1 0 1 16,2-2 3-16,2 0-1 0,-1-3-1 0,2 0 2 16,2-2 1-16,2-2 2 0,-4 0 3 0,5-2-5 15,-1 0-1-15,1-3 5 0,3 0-5 0,-1-3 0 16,-2 1 3-16,0-2-2 0,-3-2 0 0,-1 3 0 16,0-3 11-16,-1 0-15 0,-1 1 3 0,-1-3-1 15,1-1-1-15,-2 2-5 0,0-2 3 0,-1 4-2 16,0-3 38-16,0 5-6 0,-3-1-7 0,-2 7-2 15,4-9 0-15,0 6-5 0,-4 3-10 0,0 0 7 16,5-5-8-16,-5 5-7 0,0 0 7 0,0 0-1 16,0 0-4-16,2 16 2 0,-2-16-2 0,0 0 0 15,-6 17 1-15,5-11 4 0,1-6 0 0,-1 10-3 16,0-3 1-16,1-7 0 0,0 0 0 0,0 11-2 16,0-11-5-16,1 7 16 0,-1-7-8 0,6 4 2 15,-6-4 11-15,0 0-2 0,13-3-5 16,-13 3 11-16,18-5 8 0,-7 1-15 0,-1 0 1 0,3 1-7 15,-2-3-1-15,1 2 6 0,1 1-9 0,-3 1 0 16,-2 1-6-16,3 0 2 0,-4 1-2 0,-7 0 3 16,14 2-3-16,-8 2-3 0,1-1 1 0,0 2 3 15,-3 1 4-15,-1 0-1 0,-1 1-3 0,2 3-8 16,-4-3-22-16,0 2-25 0,0 0-21 0,-2 1-39 16,-2-1-35-16,-1 2-53 0,-2-2-72 0,-4 4-254 15,0-5-572-15,-1-2 254 0</inkml:trace>
  <inkml:trace contextRef="#ctx0" brushRef="#br0" timeOffset="69978.84">25565 4189 1624 0,'-13'-11'0'0,"3"4"12"0,2 1-30 16,1 4-14-16,7 2-45 0,-9-7 5 0,9 7-2 15,0 0-13-15,0 0-24 0,0 0-84 16,0 0-210-16,0 0 94 0</inkml:trace>
  <inkml:trace contextRef="#ctx0" brushRef="#br0" timeOffset="70228.78">26209 4082 77 0,'5'-7'272'0,"-1"1"-6"0,-2-1-3 15,-1 0-1-15,-1 7 2 0,5-13-14 0,-5 9-13 16,0 4-17-16,0 0-23 0,0 0-26 0,4-8-20 16,-4 8 0-16,0 0-15 0,7 26-5 0,-1-1-3 15,-2 3-2-15,1 1-21 0,0 2 15 0,0-2-20 16,1 0 0-16,-2 0-18 0,1-2 4 0,-1 1-6 16,3 1-9-16,-4-3-11 0,1 1 6 0,5-2-13 15,-5-7-13-15,0-1-40 0,-1-1-21 0,2-6-39 16,-3 2-38-16,0-1-43 0,-2-11-26 0,5 12-33 15,-5-12-22-15,0 0-37 0,0 11-30 0,0-11-179 16,0 0-507-16,0 0 224 0</inkml:trace>
  <inkml:trace contextRef="#ctx0" brushRef="#br0" timeOffset="71200.7">26120 4318 45 0,'-3'-8'165'0,"1"2"-19"15,2 6-13-15,5-12-3 0,3 5-7 0,6 1-2 16,4-1-4-16,2 0-10 0,9-3-2 0,5 1-11 15,0 2-5-15,-1 2-11 0,-1-2-4 0,3 1-5 16,2 2-10-16,-5-2-6 0,-5 2-6 0,2-1-3 16,-7 3-4-16,-4 0-2 0,-1-1-6 0,-5 0-4 15,-5 2 3-15,2-1 12 0,-2 2 17 0,-7 0 13 16,9 0-2-16,-9 0 1 0,0 0-2 0,0 0-5 16,0 0-1-16,0 0 1 0,-29 18 4 0,14-8 6 15,0 1 4-15,-1 2-7 0,-3 3 2 0,5-1-7 16,1-2 1-16,4 3-9 0,-1-3-3 0,6-3-3 15,1 3-11-15,3-1 1 0,-2-2 2 0,4 0-9 16,3-1-7-16,1 0-1 0,2-3 3 0,3-1-9 16,-2 1 5-16,7-4-1 0,-3 1 0 0,5-3-6 15,2-3-5-15,-2-1 8 0,0 2-5 0,0-3-4 16,-2-1 1-16,-5 2 1 0,3-4-7 0,-5 1 0 16,-1-2 3-16,-1 0-1 0,0 0-4 0,-2-1 7 15,1 0-6-15,-4-2 1 0,0 2-3 0,-2-2 2 16,-2 3 5-16,4 2 0 0,-2 7 6 0,1-12-11 15,-1 12 1-15,0-8-3 0,0 8-7 0,0 0 0 16,0 0-3-16,0 0 1 0,0 0-2 0,0 0-1 16,0 0 6-16,-5 27 5 0,5-15-5 0,-2-2-2 15,2 2 2-15,2-3 0 0,0 3 2 16,1 0-2-16,1 0 5 0,0-3 2 0,2 0 2 0,2-1-1 16,-1-1 12-16,2-1-8 0,4-2 3 0,-2 0 1 15,4-1 5-15,0-3-2 0,1 0 3 0,1-4-5 16,-3 3 1-16,-3-3 2 0,4-3-6 0,-1 1 6 15,-5-2-4-15,1 0-5 0,-1 1 7 0,-1 0 14 16,-3-1-9-16,1-3-3 0,1 3 2 16,-4-4-6-16,-1 3-3 0,4-1 1 0,-5-1 1 0,3 3-7 15,-4 1 9-15,2 0-8 0,-2 7 4 0,0-11-5 16,0 11-7-16,2-9-4 0,-2 9 0 0,0 0 1 16,0 0-4-16,0 0-17 0,0 0 31 15,0 0-16-15,0 0 7 0,-11 25-3 0,7-16-4 16,0 3 8-16,1-2-12 0,-2 3 18 0,3-1-6 0,2-2 0 15,0-1 0-15,2 0 0 0,1 0 1 0,-1-3 7 16,1 0-8-16,1 0 13 0,2-1-4 0,1-1 5 16,3 0-8-16,1-4 0 0,-11 0-2 0,27-4-2 15,-10 0 17-15,-3 2-6 0,3-5-8 16,-5 4-1-16,1-3 7 0,-4-2-2 0,9 0-4 16,-9 1-1-16,1 0 4 0,-4-2-8 0,1 0 1 15,2 1 3-15,-2-3 1 0,0 2-6 0,-1-1 3 0,-1 2-4 16,-3 2 1-16,2 0 5 0,-2 0-2 0,-2 6-5 15,8-7-2-15,-8 7-7 0,0 0 2 16,0 0-3-16,0 0 3 0,0 0 8 0,0 0-3 16,0 0-6-16,2 19 8 0,-2-19 0 0,0 13 4 15,0-13 4-15,-4 13 4 0,3-7-3 0,1-6-2 16,1 9 14-16,-1-9-12 0,0 8 7 0,0-8 2 0,0 0 5 16,4 10 8-16,-4-10 6 0,0 0 2 0,10 6-6 15,-3-7 7-15,-7 1-5 0,14-1-2 16,-3 0 4-16,1-2-8 0,1-1-4 0,-4 1-5 15,5 0 6-15,-3 2-6 0,2-2-3 0,0 0-6 16,-2 2-2-16,-1 1 2 0,1 0 0 0,-4 1-2 16,-7-1-1-16,14 4 1 0,-8-1 0 0,3 2-7 15,-2 0 7-15,0 2-17 0,0 0 12 0,-3 1-3 16,0-2 12-16,-2 1-7 0,2-1 1 0,-1 2-8 16,1-2-28-16,1 3-35 0,-4-5-39 0,-1-4-52 15,2 10-55-15,-2-10-62 0,0 0-93 0,0 0-247 16,0 0-664-16,0 0 294 0</inkml:trace>
  <inkml:trace contextRef="#ctx0" brushRef="#br0" timeOffset="71379.92">27088 4070 227 0,'-5'-4'280'0,"2"0"-29"0,3 4-21 15,-8-6-27-15,8 6-23 0,-5-6-32 0,5 6-32 16,0 0-36-16,0 0-33 0,0 0-42 0,0 0-63 16,0 0-67-16,0 0-139 0,0 0-286 0,0 0 126 15</inkml:trace>
  <inkml:trace contextRef="#ctx0" brushRef="#br0" timeOffset="76300.3">28355 4124 167 0,'-12'-1'199'0,"-1"2"-1"0,-4 2-4 16,-1-1-9-16,-1 3-7 0,1 3-7 0,0 3-5 15,2 0-8-15,0 0-14 0,1 3-12 0,5 3-13 16,-1-2-9-16,0 1-14 0,7 0-7 0,0-1-9 0,3-1-6 16,-1 2-7-16,5-3-5 0,1-3-9 0,2 2 0 15,4-2-4-15,1-2-4 0,3 1-5 16,3-3-1-16,2-2-3 0,0-1-10 0,0-2 6 16,1-4-7-16,-1 1 0 0,0-3-1 0,-1 0-2 15,-2-2-1-15,-1-2 1 0,-2 3-5 0,-2-3 1 16,1-2-3-16,-3 1 6 0,2-4 2 0,-6 3 3 0,0 1-1 15,1-2 3-15,-5-4-13 0,2 4 11 16,-2 0-6-16,-1 0 5 0,-1 2-6 0,1 0 14 16,0 10 1-16,-1-15-3 0,-1 11-14 0,2 4 14 15,-2-9-11-15,2 9-7 0,0 0-3 0,0 0 3 16,0 0-5-16,0 0-2 0,-10 24-2 0,5-8 3 16,2-5-3-16,2 5 1 0,1 1-1 0,1 2 2 15,0-3-6-15,3 0-8 0,1-1 11 0,3-2 3 0,-3-1 0 16,3-2 0-16,0 0-2 0,4-5-1 15,1 1 4-15,0-1 0 0,-1-1-2 0,8-3-3 16,-4 0 0-16,2-3 2 0,0-2-4 0,-1-1 2 16,0-2-6-16,-2-1 0 0,-1-2 2 0,1 0 0 15,-3-3 3-15,1 2 4 0,-2-1-5 0,-2-3 0 16,0 0-2-16,-2-1 6 0,0 1-4 0,-3-2-6 16,-2 6 8-16,3-3-5 0,-4 3 4 0,2 1 2 15,-2 3-5-15,-1 7-7 0,1-12 8 0,0 7-5 16,-1 5-5-16,0 0 2 0,0 0 0 0,0 0 1 15,0 0 5-15,0 0-2 0,0 0 4 0,-2 35 2 16,2-17 0-16,-4-1 4 0,3 2-11 0,-4 0 9 16,3 0 2-16,0-2 0 0,1 1-4 0,-3 0 2 15,3-2 1-15,0-2-17 0,1-2-28 0,-2 1-16 16,4 3-21-16,-4 0-38 0,2-5-36 0,2 0-69 16,0-4-49-16,-2-7-177 0,3 12-483 0,-3-12 215 15</inkml:trace>
  <inkml:trace contextRef="#ctx0" brushRef="#br0" timeOffset="76868.33">29237 4085 228 0,'0'0'235'0,"0"0"-23"0,13 7-6 0,-9-3 2 15,0 5-9-15,-1 1-12 0,1 2-10 0,0-1-6 16,1 3-18-16,-2 0-8 0,2 3-13 0,0-2-12 15,-1-4-10-15,1 0-8 0,0 1-7 0,1-2-11 16,-2-1-7-16,0-1-8 0,-1-1-3 0,-1-2-9 16,1-1 1-16,-3-4-7 0,6 7 7 0,-6-7 19 15,4 6 21-15,-4-6 10 0,0 0 14 0,4 4-14 16,-4-4-4-16,0 0-17 0,0 0-9 16,0 0-13-16,6-23-3 0,-2 14-10 0,-1-4-10 0,2-3-11 15,1-2-7-15,5-6-14 0,0 8-8 0,-1-1-1 16,7-5-9-16,-2 2-6 0,-1 7 5 0,0 3 1 15,1 1-9-15,-3 3-2 0,2 4 0 0,-3 1 2 16,2 1-2-16,-1 3-3 0,1 0 3 0,-1 3 6 16,1 4 0-16,-3 0 5 0,3 0-6 15,1 2 7-15,-1 2 2 0,-2-2-2 0,0 1 3 0,-1-4 3 16,3 4-4-16,-1-6 5 0,4 0 0 16,0-2 0-16,2 1 7 0,3-4 1 0,-3-2-7 15,3 0 4-15,0-1 4 0,2-4-4 0,2-1 5 0,-5 1-6 16,-1-5-4-16,-3 0 5 0,0 2-3 15,-2-2 7-15,-2-2-3 0,1 0-1 0,-4-1-1 0,-2 2 0 16,1-3-4-16,-2-2 19 0,-2-2-25 16,-2 3 8-16,-1-1-2 0,-3 1 5 0,2 4-5 15,-1 1 14-15,-2 0-15 0,0 5-4 0,3 5 1 0,-6-12-5 16,2 8-2-16,4 4 1 0,-11-1 5 0,11 1-2 16,-22 14 0-16,8-1 1 0,-4 6-2 15,1 3 4-15,2 0-3 0,5-6 2 0,0 8 4 16,2-7-2-16,3 2 0 0,6-4-16 0,0 2-13 15,4-1-23-15,1-4-30 0,3 0-25 0,5 0-36 16,2-2-45-16,11-3-51 0,0-2-51 0,-2 2-186 16,2-5-519-16,3-2 230 0</inkml:trace>
  <inkml:trace contextRef="#ctx0" brushRef="#br0" timeOffset="78088.05">30390 3985 199 0,'-4'-11'230'0,"-4"3"-7"0,2 5-11 0,0 0-9 16,-2 0-17-16,8 3-14 0,-22 6-3 0,9-1-6 16,-2 6-8-16,2 5-9 0,-6 3-11 0,5 1-5 15,0 3-16-15,5-6-14 0,3 0-7 0,-2-2-10 16,4 2-6-16,4-3-10 0,2-1-2 0,1 3-7 16,4-1-7-16,-2-7-2 0,5 1-7 0,1-1-1 15,2-4-5-15,-1 0-6 0,3-3-7 0,-1-1-5 16,4 0 3-16,-4-1-5 0,0-3 2 15,-2 0-8-15,0-2-5 0,3-5 6 0,-5 4-3 0,-1-3 0 16,-2 1 3-16,1-6 0 0,-1 1-6 0,-1-3 2 16,-4 7 7-16,2-5-1 0,-1 4 6 0,-5-1 3 15,4-1 3-15,-2 2 6 0,-2 1-1 0,2 10 5 16,0-12-4-16,0 5 3 0,0 7-9 0,0 0-7 16,-1-10-8-16,1 10 0 0,0 0-3 0,0 0-4 15,0 0 4-15,0 0-9 0,0 0 8 0,5 32-2 16,-5-20 5-16,0 0-5 0,4 1 4 0,-4 0-3 15,4-3-5-15,1 3 3 0,-1 0 10 0,2-3-9 16,2-1 8-16,-2 1 0 0,1-1 4 0,4-4 9 16,0 2 3-16,-1 0 9 0,1-4-13 0,1 0 3 15,-3-2-5-15,3 0 4 0,-1-2-4 0,0 1-5 16,-3-1-2-16,-2-3 7 0,1 0-4 16,-1 0-19-16,3-1 15 0,-3-3 3 0,-1-1-6 0,-1-2 6 15,-2 2-9-15,-1-1-1 0,-1 1 9 0,-3-3-13 16,1 2-3-16,0-1 2 0,-1 0-3 0,1 0-2 15,1-1-9-15,0 2-3 0,-1 1 1 0,2 2-2 16,0-3 2-16,4 1-2 0,0 2 2 0,1 1-5 16,3-1 1-16,3 4 5 0,1-2-7 0,-1 3 3 15,1 0 0-15,0 4-2 0,0-1 4 16,0 4-1-16,-2-1 3 0,3 3-2 0,-3 2 1 16,1 3 6-16,-3-2-1 0,0 0 0 0,-2 1 8 0,3 3-3 15,-4-3-3-15,0-2 2 0,-1 1-1 0,1 1 3 16,1-3 1-16,-3 2 0 0,4-3 4 0,-4 0 1 15,5-1 3-15,-1 1 8 0,3-1 4 16,-1-1 4-16,4-4-3 0,-1 1 2 0,1-2-1 16,5-3-7-16,-1-1-2 0,0-1 10 0,-5 2-6 15,1-3-1-15,-3-1-3 0,0-1 1 0,4-2 1 0,-4-3 0 16,1 2-6-16,-1-4-1 0,-1 1-3 0,-4-3 6 16,-1-1 2-16,0 1-11 0,-3-2-4 0,1-6 4 15,-4-2 7-15,1 3-2 0,-2 4-13 16,1-5 12-16,-2 6 4 0,-3-6-9 0,5 10 3 15,-2-5-3-15,-1 5 8 0,1 4 5 0,2-1 7 16,-1 5-4-16,2 0 3 0,1 7-1 0,-3-9-3 16,3 9 1-16,-1-7-10 0,1 7 2 0,0 0-2 15,0 0 1-15,0 0-2 0,2 32 2 0,0-12 15 16,-2 6-20-16,1-2-8 0,0 2 16 0,2 1-4 16,-1 2-1-16,1-2 2 0,-2 0 7 0,2 0-12 15,2 0 14-15,0-1-6 0,3 1 6 0,4-2-2 16,2-2 7-16,0 1-2 0,3-5-4 0,2-1-5 15,-5-5-16-15,3-1 20 0,1-2-3 0,-2-1 6 16,0-3-4-16,4 0-1 0,3-2 6 0,-5-1-4 16,4-3 4-16,-1-2-8 0,-4 0 6 0,1-7-7 15,-5 5-8-15,2-6 0 0,-1-1-5 0,-2-1-7 16,-2 0 8-16,-2-3-2 0,-3 0 2 0,0 0 7 16,-3 2 0-16,-2 4-9 0,2-1 10 0,-2 10 0 15,0-13 5-15,1 9 1 0,-1 4-4 0,0 0-8 16,1-10 2-16,-1 10 3 0,0 0-23 0,0 0 32 15,0 0-4-15,0 0-6 0,-6 24 11 0,7-16 1 16,3 2-7-16,-4-1-2 0,1-1-1 0,4-1 1 16,0 1 7-16,-1-2-4 0,1-1 6 0,4-1-3 15,-2 1-2-15,2-2-3 0,3-1-1 0,0 0 0 16,0-4 9-16,-1 1-3 0,-1 0-5 0,-2 0-4 16,-2-1 8-16,2-1-8 0,-8 3-4 0,9-6 11 15,-5 3-12-15,-4 3 5 0,6-5 4 0,-6 5-8 16,0 0-2-16,10-2-3 0,-10 2 1 0,0 0 0 15,9 7-1-15,-6 0-17 0,-1 6 25 0,4 5-6 16,0 0 3-16,-2 7 9 0,-1 5 9 0,0-2-7 16,0 6 7-16,-2 17 5 0,0-16-4 0,-2 9 0 15,-2 5 4-15,3-2-1 0,0-1-3 0,-1-16-1 16,0 2 3-16,-2-1-1 0,3 0-1 0,-5-2-5 16,-4-3 2-16,4-7-5 0,-1-2-17 0,2 0-30 15,-4-2-36-15,2-4-30 0,-1-3-39 0,2-3-37 16,0-1-37-16,5-4-71 0,-14 3-66 0,14-3-242 15,0 0-645-15,-19-13 286 0</inkml:trace>
  <inkml:trace contextRef="#ctx0" brushRef="#br0" timeOffset="78527.92">32058 3812 66 0,'1'-6'255'0,"1"1"-20"0,-2 5-9 0,2-6-17 0,-2 6-5 16,0 0-14-16,0 0-4 0,0 0-13 0,-21 12-9 16,9 2-17-16,-1 2-6 0,0 0-17 0,-1 8-8 15,3-9-18-15,1 1-7 0,3 0-9 0,0-2-7 16,2-3-12-16,5 0-4 0,-1-2-4 0,1-1-7 15,4 0-3-15,0 0-1 0,1-2-3 0,4-3-5 16,-1 4-4-16,3-6 0 0,-1-1-5 0,2-1 6 16,0-3-9-16,-1 1-3 0,0-1-2 0,-1-2 0 15,1-1-2-15,-1 1 1 0,-1-3-6 16,-2-1 0-16,1 0-2 0,-2-1-1 0,1-4 7 0,-2 4-13 16,-1 1 1-16,-2 5 2 0,0-4 4 0,-2 9-7 15,4-8-1-15,-4 8-4 0,0 0-1 0,0 0-3 16,0 0-1-16,0 0 8 0,0 0-1 0,0 30 2 15,0-13 4-15,-3 1 0 0,2 2 0 0,-2-1-2 16,2 6 1-16,-2-5 4 0,3-1-2 0,3-2-6 16,2 2-8-16,1-4-40 0,2 0-33 0,4 1-41 15,-5-7-49-15,8-1-54 0,1-3-60 0,-2 1-149 16,3-3-470-16,3-3 208 0</inkml:trace>
  <inkml:trace contextRef="#ctx0" brushRef="#br0" timeOffset="78655.33">32418 4033 18 0,'0'0'179'0,"-8"-3"-23"0,8 3 0 16,-3-7-28-16,3 7-7 0,0 0-21 0,-7-3-29 15,7 3-50-15,0 0-48 0,0 0-60 0,0 0-53 16,0 0-150-16,0 0 66 0</inkml:trace>
  <inkml:trace contextRef="#ctx0" brushRef="#br0" timeOffset="82060.5">5637 5732 44 0,'-5'-17'224'0,"-1"5"-3"0,-1 1-4 0,1 3-10 15,-2 0-6-15,1 1-7 0,1 2-10 0,-2 1-18 16,2 1-19-16,-2 1-10 0,8 2-10 16,-15 8-7-16,6 5-4 0,-1 2-5 0,-2 13-3 15,1 6-5-15,-1 12-6 0,5 2-8 0,2 7 3 0,1-7-13 16,4 3-9-16,-3-3-4 0,4-2-8 15,2-1 5-15,0-10-18 0,0 0-2 0,1-4-2 0,1 0-7 16,-2 0 1-16,2 0 3 0,-1-2-10 16,-2 0-5-16,2-3-1 0,-2 0 1 0,-1-6-1 15,0-2-11-15,-1-3-19 0,0 1-19 0,-2-4-20 16,2-2-20-16,-2-3-14 0,2-7-26 0,-6 12-27 0,6-12-31 16,-9 6-40-16,9-6-15 0,-15-1-17 15,4-6-148-15,-5 0-417 0,0-4 185 0</inkml:trace>
  <inkml:trace contextRef="#ctx0" brushRef="#br0" timeOffset="82366.28">5183 6197 123 0,'-4'-10'126'0,"2"1"-5"15,-1 0-12-15,3 9-9 0,0 0-8 0,8-15 0 0,2 12-1 16,3-2 8-16,6-1 0 0,3 1-16 16,8-2 3-16,2 0-14 0,4 2-5 0,0 0-8 15,2-1-5-15,1 1-2 0,-2 1-7 0,1-3-2 16,-1 0-6-16,-2 2-4 0,-2-5-2 0,-1 3-2 15,-4 1-2-15,-1-1-1 0,-8 2-3 0,-1 1-7 16,0 0 4-16,-7-1 10 0,-2 3 8 0,1-3 12 16,-10 5 11-16,12-4 4 0,-12 4-9 0,6-8 7 15,-6 8 6-15,5-7 1 0,-5 7 10 0,0 0-7 16,2-10-4-16,-2 10-1 0,0 0-8 0,0 0-6 16,0 0-17-16,0 0 1 0,0 0-10 0,0 0 0 15,0 0-2-15,6 22-1 0,-6-22-5 0,-1 29 1 16,-1-10-2-16,4-2-4 0,0 11 3 0,-2-8-6 15,3-1-20-15,-2 6-21 0,-1-8-28 0,3 1-40 16,-2 2-49-16,0-4-54 0,2 1-219 0,-6-5-453 16,3-12 201-16</inkml:trace>
  <inkml:trace contextRef="#ctx0" brushRef="#br0" timeOffset="82539.23">5626 5965 43 0,'0'0'140'0,"0"0"-33"0,0 0-37 16,0 0-31-16,0 0-39 0,22 11-67 0,-12-6-72 16,2-2 32-16</inkml:trace>
  <inkml:trace contextRef="#ctx0" brushRef="#br0" timeOffset="82735.78">6000 5986 67 0,'0'0'169'0,"11"2"-12"0,-11-2 5 0,9 7 23 0,0 0-8 16,-1 1-4-16,2 4 7 0,-1-2-11 0,2 2-13 16,1 4-15-16,1 1-8 0,-3-2-15 0,5 7-6 15,-4-5-15-15,-1-2-9 0,1 0-8 0,1 0-7 16,-4 0-22-16,0-4-27 0,1 0-37 0,-2 0-37 15,-2-1-46-15,1-3-36 0,-1 0-42 0,-1-2-28 16,0-1-106-16,-4-4-333 0,5 2 148 0</inkml:trace>
  <inkml:trace contextRef="#ctx0" brushRef="#br0" timeOffset="82882.27">6232 6104 30 0,'-7'-15'161'0,"-2"-1"-1"0,2 6 15 15,-2 1 6-15,4-1-6 0,-1 4-7 0,1 2-11 16,1-3-20-16,4 7-13 0,-11-2-13 0,11 2-8 15,-13 12-10-15,6-3-9 0,-3 11-10 0,-1 1-6 16,-2 6-20-16,0-1-34 0,0 1-45 0,-1-3-42 16,4 0-45-16,0-1-40 0,1-4-123 0,2-3-304 15,1 0 135-15</inkml:trace>
  <inkml:trace contextRef="#ctx0" brushRef="#br0" timeOffset="83168.1">6191 6270 22 0,'16'-11'167'0,"0"-1"-6"16,5-4-7-16,-4 4-5 0,-1-2-10 0,-1 1-6 16,1-1-5-16,2-3-9 0,-3 3-8 0,-3 0-10 15,-1 2-2-15,-3 2 4 0,-2 1 3 0,0-2-2 16,2 2 2-16,-4 1 4 0,-3-2-1 0,2 2-10 16,-1-2-7-16,-2 10 8 0,-2-12-7 0,-1 5-2 15,3 7 1-15,-6-7-3 0,6 7-9 0,-12-5-7 16,12 5-9-16,-14 4-5 0,4 2-1 0,1 3-2 15,-4 6-17-15,-2 6 1 0,1 0-6 0,4-4-6 16,3-1-1-16,2 2-3 0,3 0-15 0,2-5-16 16,2 1-18-16,2-2-15 0,4-1-21 0,4 1-15 15,-1-3-34-15,5-2-27 0,1 0-29 0,5-5-27 16,8-2-14-16,-2-1-2 0,2-3-1 0,-3 0-112 16,1-3-347-16,-9 0 154 0</inkml:trace>
  <inkml:trace contextRef="#ctx0" brushRef="#br0" timeOffset="83534.84">6598 6196 1010 0,'18'-10'-71'0,"-4"-1"27"0,-3 3 29 16,-3-2 21-16,0 0 26 0,-3 0 21 0,-1 1 26 15,-1-3 11-15,-3 0-1 0,-2 3 8 0,1-1 5 16,-2 0 8-16,-2 2 7 0,1 4-1 0,-1-3 3 16,-2 4-6-16,-1 0-7 0,8 3-6 0,-17 0-7 15,9 3-3-15,-2 1 1 0,0 5-12 0,1 4 3 16,-2 0 0-16,1 1-7 0,1 1-6 0,2 1-8 16,2-1-8-16,4-4-2 0,-2 2-7 0,2-1-2 15,2 1-8-15,3-3-3 0,-3 1 1 0,3-2-2 16,2-2-4-16,-2 0 2 0,2-4-11 0,2-1-3 15,-1 1-1-15,1-3-5 0,-8 0-2 0,18-3-2 16,-7-2-3-16,-1-2 1 0,-1 0 0 0,0-1 1 16,-3-3 0-16,3-5 0 0,-2 1 2 0,-4-2 0 15,0-1-3-15,-1-3-2 0,1-4 3 0,-3 0-1 16,0-3-4-16,0 1 8 0,-3-1-7 0,0-1 0 16,-1-2 4-16,4 4-1 0,-4-1 7 0,1 8 8 15,0 4 4-15,0 4 11 0,0 1 3 0,2 4-3 16,0 0-9-16,1 7-10 0,-4-7-2 0,4 7-1 15,0 0-3-15,0 0-1 0,0 0 13 0,6 48 0 16,-6-19 6-16,-1 2-13 0,-2-2 1 0,3 6 1 16,-1-2-1-16,1 1-2 0,-1-2-8 0,3 0-25 15,0-3-37-15,0-1-37 0,1 2-55 0,0-5-73 16,0-5-71-16,-3-1-189 0,6-3-523 0,4-1 231 16</inkml:trace>
  <inkml:trace contextRef="#ctx0" brushRef="#br0" timeOffset="83838.03">7310 5777 39 0,'-7'-16'329'0,"2"6"-15"15,-1 1-14-15,1-1-14 0,-2 6-9 0,2-2-17 16,1 3-19-16,4 3-32 0,-9-1-18 0,9 1-19 15,-10 10-15-15,3 7-1 0,-1 11-13 0,0 5-12 16,-2 13 0-16,5 4-7 0,-2-2-6 0,4 3-9 16,-1 3 0-16,4 0-16 0,-2-4-6 0,2 3-3 15,-2-5-14-15,1 2-7 0,-1-4 1 0,2 0-11 16,-1-11-2-16,-1-3-4 0,0 1-3 0,2-3-4 16,0-1-1-16,0-1-21 0,-1-4-34 0,2-9-39 15,-2 3-36-15,1-7-41 0,-1 1-32 0,1-3-26 0,-1-4-34 16,1-5-54-16,-4 9-52 0,4-9-182 15,-9 0-554-15,9 0 245 0</inkml:trace>
  <inkml:trace contextRef="#ctx0" brushRef="#br0" timeOffset="84162.22">7055 6225 31 0,'4'-11'180'0,"0"-1"-4"0,4 3-9 0,-2 2-5 16,2-1 0-16,0 3-3 0,3 1-2 0,-1 5 0 15,3 2-6-15,5 1-4 0,2 4-10 0,-3 2-9 16,7 6-12-16,-7-4-4 0,3 6-7 0,-1 0-2 16,-1 0-10-16,-2-6-8 0,-5 4 3 0,1-3-13 15,-1 0-2-15,-4-3-10 0,0-1-3 0,-1 0 0 16,-2-5 3-16,0 3 9 0,-1-4 14 0,-3-3 6 16,0 0-1-16,0 0-12 0,0 0-8 0,0 0 1 15,0 0-14-15,-21-3-7 0,21 3 2 16,-7-15-7-16,2 4-8 0,1-1-2 0,2-5-4 0,0-2-5 15,2-5-5-15,2-2-6 0,4 1-15 0,0-5-7 16,7 2-13-16,-2 0-8 0,3 2-16 0,3 2-19 16,-2 3-23-16,1 8-22 0,-2 1-21 0,2 2-27 15,0 6-21-15,-2 3-20 0,-1 2-3 0,0 3-14 16,2 6-2-16,-3 4-9 0,1 7-126 0,-5-3-379 0,-2 0 167 16</inkml:trace>
  <inkml:trace contextRef="#ctx0" brushRef="#br0" timeOffset="84658.82">7572 6228 23 0,'-2'12'89'16,"1"-2"28"-16,0-3 31 0,1 1 24 0,0-8 13 15,0 9 4-15,0-9-6 0,0 0-6 0,0 0-5 16,0 0-8-16,0 0-5 0,0 0-17 0,0 0 7 16,14-14-6-16,-8 4-16 0,3 1-11 0,-2-1-9 15,3-6-9-15,1 2-10 0,-2-4-5 0,0 2 0 16,4-7-2-16,-5 7-4 0,-2-2-7 0,2 1-5 16,-4 3-9-16,1-2 5 0,-3 4 0 0,-1 2-3 15,-1-2 3-15,0 4-4 0,-2-2 0 0,-3 5 0 16,1-1-7-16,4 6-1 0,-10-8-5 0,3 8-4 15,7 0 1-15,-17 7-6 0,4 3-5 0,0 5 2 16,-1 6 4-16,0 4-5 0,2 2 7 0,2-3-5 16,4-5 3-16,-1 5-13 0,4-6 0 0,4-1-3 15,-1-2 0-15,4-2-7 0,4 1-8 0,0-5-8 16,8 2-11-16,1-2-13 0,4-5-14 0,9-1-19 16,1-6-17-16,1-1-6 0,3-1-5 0,-3-3 8 15,0-2-16-15,0-3 7 0,-4 0 5 0,-3 3 1 16,-2-4 9-16,-5 4 13 0,4-7 3 0,-9 3 4 15,-1 0 6-15,-1 1 8 0,-2 0 6 0,-3-3 11 0,0 5 7 16,-4-1 1-16,-1-1 4 0,-1 2 20 16,-1-1 6-16,-2 0 3 0,1 3 12 0,-1 2 6 15,-1 0 3-15,0 2 3 0,4 5-6 0,-5-8 3 16,5 8-4-16,-9-1 1 0,9 1 12 0,-10 10 7 16,4-2 0-16,1 3 1 0,-2 5 5 0,-2 8 1 15,3-5 4-15,1 6-7 0,-2 3-4 0,3-2 1 0,-1 2-6 16,0 0 6-16,0 2-9 0,0-1-1 15,-1 2-1-15,-1 0-12 0,2 1 0 0,-4 0-2 16,3 2-11-16,-1-2-2 0,1-3 6 0,-2 1-21 16,3-2-24-16,-2 0-31 0,1 0-6 0,3-2-9 15,-1 2-30-15,-3-2-44 0,5-7-50 0,-2 1-56 16,3-6-41-16,-1 1-241 0,4-2-571 0,-2-13 253 16</inkml:trace>
  <inkml:trace contextRef="#ctx0" brushRef="#br0" timeOffset="85199.8">7959 6146 253 0,'1'-8'266'0,"2"2"-24"0,-3 6-24 0,0-11-20 15,0 11-3-15,0 0-7 0,0 0 9 0,0 0-4 16,10 28-15-16,-7-13-15 0,2 12-10 0,-1-9-14 0,-1 7-17 15,2-5-10-15,-1-4-9 0,0 0-7 16,0-2-12-16,2 0-10 0,0-3-5 0,1-1-5 16,-1-3-5-16,2 1-2 0,0-3-11 0,2 0-1 15,-2-2-2-15,2-3-2 0,1-2-6 0,0 0-3 0,-1-2-3 16,1-2-3-16,0-3-2 0,-2 0-8 16,3-4 2-16,-3-2-7 0,-1 1 9 0,0-2-9 15,0 0-2-15,-1 0-2 0,-2-2-4 0,-1 2 1 16,0 1-1-16,2-1 2 0,-3 4 7 0,-2 2-5 15,0 3-6-15,0 1-9 0,-1 6 3 0,3-7 1 0,-3 7-7 16,0 0 2-16,0 0-2 0,9 17 2 16,-5-8-1-16,-2 8 7 0,1-1 10 0,1-4-6 15,0 5-2-15,1-1 0 0,0-3 2 0,0 0-1 16,1-3 1-16,3 2 2 0,-2-5 3 0,2 2-4 16,3-3 1-16,4 0 0 0,2-2 1 0,-2-4 3 15,2-4 1-15,-4 1-3 0,3-2 0 0,-2-5 6 0,3 3-6 16,-4-1-3-16,1-4 2 0,-6 3 1 15,2-5 1-15,0-1 3 0,-4-1-6 0,-4 2 4 16,0-2-3-16,0 0-2 0,-5-1 1 0,1 5 0 16,-2-4 3-16,-2 1-1 0,-1 5-2 0,2-2-6 0,-4 7 3 15,3 0-6-15,0 0-1 0,-1 3 1 16,6 2-3-16,-13 0 1 0,13 0 5 0,-14 19 0 16,6-4 3-16,1 0-11 0,0 4-26 0,2-1-33 15,2 5-40-15,2-1-28 0,1-4-59 0,1 1-52 16,3 0-264-16,-1-3-556 0,2-3 246 0</inkml:trace>
  <inkml:trace contextRef="#ctx0" brushRef="#br0" timeOffset="85420.34">8612 6260 58 0,'1'-12'221'0,"2"0"-8"16,-2-5-4-16,0 0-7 0,1 0 0 0,1-1-7 0,3-3-3 15,1-4-12-15,2 8-7 0,0 2-1 16,0-1-13-16,2 3-7 0,0 2-7 0,-2 4-28 15,2 2-7-15,-1 0-14 0,2 4-6 0,-1 4-9 16,0 0-6-16,-1 3-5 0,0 1-1 0,-2 3-12 16,1 3-3-16,0 3-1 0,-6 1-8 0,3 2-15 0,-4-2-30 15,0 1-32-15,0 0-29 0,1-3-34 16,-1 2-34-16,0 0-49 0,0-6-39 0,-1 1-33 16,3-5-160-16,-3 0-444 0,4-4 196 0</inkml:trace>
  <inkml:trace contextRef="#ctx0" brushRef="#br0" timeOffset="85936.9">8952 6078 2 0,'-3'-10'240'0,"0"3"7"0,-1 1 1 0,4 6-5 16,-5-8-12-16,5 8-14 0,-6-2-15 0,6 2-7 16,0 0 10-16,0 0-6 0,-11 18-12 0,8-9-9 15,0 4-10-15,-1 1-11 0,4-2-21 0,1 0-6 16,0 0-10-16,2 0-16 0,3-2-6 0,1 0-11 15,-1-2-7-15,2-1-14 0,2 0 3 0,3-3-10 16,-2-1 0-16,5-3-8 0,1-1-9 0,0-2-4 16,0-4-12-16,-1 0-3 0,1-1-7 0,-6 4 0 15,0-5 2-15,-3 2-6 0,0-3 0 0,-1 1-4 16,-2-1 1-16,1-2 2 0,-3 2-3 0,-2 0-13 16,0 3 13-16,-1-3-1 0,0 10-1 0,0-11-1 15,1 5 2-15,-1 6-5 0,0 0-8 0,-1-11-2 16,1 11 4-16,0 0 4 0,0 0-3 0,0 0 2 15,0 0 7-15,0 0 1 0,0 0 3 0,7 35-1 16,-4-25 8-16,3 0-3 0,-1-3 6 0,4 2-15 16,0-3 1-16,0 1 10 0,3-1 2 0,-1 0 0 15,0-4-8-15,7 0 5 0,-5-1 0 0,1-1-6 16,-3-3 11-16,2 2-9 0,-13 1-1 0,15-4 0 16,-9-1 12-16,2-2-16 0,-8 7 6 0,11-7-12 0,-8 0 7 15,-3 7 2-15,7-7-8 0,-7 7-7 0,0 0 11 16,4-7-11-16,-4 7 3 0,0 0 0 15,0 0 15-15,2 16 11 0,-2-16 5 0,-3 21 3 16,1-4 14-16,0 9-6 0,-5 3 4 0,1-1-4 16,-1 5 3-16,1 3-3 0,-4 11-5 0,2-1-2 0,3-13 0 15,-3 13-5-15,3 0-3 0,4-10-25 0,-2-4-28 16,2 1-46-16,2-1-33 0,5-3-40 16,-4 2-44-16,2-3-46 0,1 0-47 0,4-5-61 15,-4-3-252-15,5-6-646 0,4 1 286 0</inkml:trace>
  <inkml:trace contextRef="#ctx0" brushRef="#br0" timeOffset="86555.92">10110 6066 191 0,'-10'-7'320'0,"1"2"-18"0,-4 4-17 15,3 1-2-15,-4 3-7 0,-3 7-8 0,-5 7-5 0,6 6 8 16,0 2-25-16,2 3-22 0,2-1-21 0,1-1-15 16,3-2-25-16,3 1-15 0,3-7-9 15,2-1-11-15,4-2-18 0,-2-2-7 0,5 0-4 16,0-3-7-16,2-2-10 0,5-2-3 0,7-3-7 0,-10 0-7 16,11-6-4-16,-1 0-6 0,-2-3-7 0,1-2-3 15,-3-2-4-15,-1 0-1 0,0-2-11 0,-2-1-1 16,-3-3-2-16,-2 2 0 0,0-1-5 0,0 1-3 15,-5 2 1-15,-2-1-6 0,2-3 2 0,-4 2-1 16,0-1-6-16,0 2 1 0,-1 3-2 0,1 1 1 16,-1 2-2-16,1 7-6 0,0 0-2 0,0-13-9 15,0 13 3-15,0 0-5 0,0 0 11 0,0 0 17 16,-11 28 0-16,6-14 3 0,-1 2-5 0,4 0 3 16,-2 0-16-16,4 0 18 0,-3-3 3 0,4 0-3 15,1-1 3-15,2-1 1 0,1-1-3 0,3 0 5 16,1-1 4-16,0-3-1 0,3-3 0 0,-1 1-1 15,3-3-4-15,4-5-3 0,3 2 7 0,-5-5-6 16,2 1 1-16,-1-5-3 0,-1 1-4 0,-1 1-5 16,-3-6 0-16,-1 2-2 0,-1 2-1 0,-3-5-8 15,-1 2-1-15,-5-1-6 0,1-3-8 0,-2 2-10 16,-1 1 1-16,0 3-3 0,0 1-1 0,-2 1 11 16,0 3-4-16,3 7-15 0,-2-12 10 0,2 12 0 15,0 0-2-15,0 0 7 0,0 0 5 0,0 0 2 16,-9 24-3-16,8-5 7 0,-1 0 0 0,0 6 4 15,-2 0-1-15,1 0 4 0,0 1 5 0,-3-1-8 16,4 2 13-16,-1-8-2 0,0 2 3 0,1-2 4 16,4 0-6-16,-4 5 5 0,2-5-1 0,-1 0-2 15,2 0 5-15,-2-3-14 0,1 1 0 0,0-1 6 16,-1-5-27-16,1 2-25 0,0 0-56 0,-1-3-57 0,-1 0-44 16,0-1-62-16,-1 0-83 0,-2-1-326 0,0-3-731 15,-2-1 324-15</inkml:trace>
  <inkml:trace contextRef="#ctx0" brushRef="#br0" timeOffset="87001.9">11237 6045 2036 0,'-4'-31'79'15,"-1"6"62"-15,0 6-22 0,2 2-9 0,0 2-13 0,0 5 4 16,-1 0-8-16,3 4-12 0,1 6-12 0,-3-10-7 16,3 10-15-16,-4-5 0 0,4 5 2 0,0 0 25 15,4 34 21-15,-4-6 7 0,3 18 13 0,-1 5 10 16,-3 4 8-16,1 0-6 0,0-2-2 16,0-2-9-16,-1-2-16 0,2-4-6 0,-2-10 3 0,2 1-22 15,-1-2-6-15,0-1-3 0,1 0-5 0,-1-1-9 16,0-6-11-16,0 0-40 0,0-8-19 15,0 0-55-15,0-3-32 0,0 2-25 0,-1-5-36 16,0-2-31-16,1-3-39 0,0-7-32 0,-1 13-27 0,1-13-35 16,-2 6-168-16,2-6-538 0,0 0 239 0</inkml:trace>
  <inkml:trace contextRef="#ctx0" brushRef="#br0" timeOffset="87211.19">11254 6219 84 0,'21'-23'173'15,"2"5"3"-15,0 4-2 0,-8 4-6 0,2 5-9 16,-4 2-4-16,0 3-8 0,2-1-1 0,-2 2-12 16,0 4-6-16,-2 1 4 0,2 6-2 0,-6-2-5 15,0 4-3-15,-3 4 1 0,-4-2-3 0,-3 2-5 16,-3 0-5-16,-7 3-14 0,-1 3-9 0,-5-3-5 16,0 3-6-16,-3-5-13 0,3 0-15 0,-3-1-27 15,6-6-21-15,0-1-33 0,0-1-46 0,1-1-51 16,4-3-61-16,4-2-54 0,-4 1-158 0,6-4-436 15,5-1 192-15</inkml:trace>
  <inkml:trace contextRef="#ctx0" brushRef="#br0" timeOffset="87973.19">11521 6274 174 0,'10'2'195'0,"-10"-2"-13"0,10 2-5 15,-10-2-5-15,5 4-3 0,-5-4 1 0,11 4-7 16,-6-1-4-16,3-1-6 0,-1 0-1 0,3 1 0 15,2-6-6-15,-2 2-8 0,0-2-8 0,4 0-9 16,-1-1-10-16,-4-2-2 0,4 0-9 0,-4 1-1 16,0-3-1-16,1 1-6 0,-3-1-1 0,1 0 1 15,-5-2-7-15,2 0-4 0,-5 0-2 0,0 10-8 16,-3-22-3-16,0 10-11 0,-1-1-4 16,-2 5-1-16,1-3-11 0,-2 4-11 0,-2 0-3 15,1 2 0-15,0 4-6 0,8 1 0 0,-20 10-6 0,7-1 1 16,-6 10-6-16,4-5 4 0,-5 5-5 0,4 2 6 15,4-4-8-15,4-2-7 0,0 2 1 0,4-6-5 16,2 3 5-16,2-2-2 0,0-3 15 0,3 0-13 16,2-1-1-16,3-1 1 0,-2-2 3 0,5-3-1 15,6-4 8-15,-2 0-8 0,5-5-1 0,6 0-1 16,-1-6 2-16,2-1 3 0,-3 1-7 16,1 0 6-16,-8 2 1 0,-1-1-5 0,-2-3 1 0,1 0 1 15,-5 0 0-15,1 3 9 0,-4-5-4 0,-2 1 3 16,3 1-14-16,-4-3 14 0,-3 5 1 0,0 3-14 15,2-1 4-15,-3 1-2 0,0 3-3 0,0 7 0 16,2-11-4-16,-2 11-6 0,1-7-1 0,-1 7 2 16,0 0 1-16,0 0 1 0,0 0 4 0,5 35 3 15,-4-11-2-15,-2 2 2 0,2 2 1 16,-2-2-5-16,-1 0 4 0,1 1 1 0,-1-2 2 0,3 0 0 16,-1-6-1-16,1-2 10 0,0 1-11 0,1-4-11 15,-1-4 10-15,1 0 5 0,-2-1 3 0,2-2-2 16,-2-1 2-16,0-6 2 0,2 8-3 0,-2-8 2 15,5 5 4-15,-5-5 11 0,0 0-18 0,0 0-14 16,12-13 8-16,-6 4 13 0,0 1-1 0,2-3-9 16,0-3 2-16,1-1 2 0,5-8-3 0,-3 7-5 15,0-7-4-15,-1 0-6 0,3 1-2 0,-7 2-2 16,-1 4 8-16,4-1-6 0,-2-1 0 0,-3 2 0 16,-1 3 1-16,1 3 5 0,-4 0-2 0,2 3 6 15,0 1-5-15,-2 6-4 0,2-8-4 0,-2 8 3 16,0 0-2-16,3-6 4 0,-3 6 0 0,0 0 0 15,0 0 5-15,5 27 1 0,-7-14 4 0,4-2-6 16,-2 4 10-16,2 2-1 0,0-2-3 0,1-2 0 16,-2 2-1-16,4 0 1 0,-1 1 0 0,0-4 4 15,2 0-7-15,-1 2 7 0,-1-3-3 0,0 2 1 16,1-3 5-16,-2-1 1 0,0 2-4 0,-1-5-2 16,1 4 2-16,-3-3 2 0,0-7 2 0,0 12-7 15,0-12-5-15,-7 12-17 0,4-7-12 0,-3 2-22 16,1-4-28-16,-1 1-29 0,-1-1-30 0,7-3-53 15,-13 1-51-15,13-1-243 0,-9-2-535 0,9 2 237 16</inkml:trace>
  <inkml:trace contextRef="#ctx0" brushRef="#br0" timeOffset="88158.95">12184 6129 140 0,'6'-10'245'15,"-4"4"-4"-15,1 1-3 0,0-1-10 0,-3 6-14 16,0 0-23-16,5-7-13 0,-5 7-4 0,0 0 3 15,0 0-2-15,5 14-3 0,-3-4 2 0,0 6-18 16,-1 0-15-16,1-3-12 0,0 2-14 0,-2-2-5 16,2 0-18-16,-1-1-3 0,0 5-18 0,-1-5-48 15,1 5-52-15,1-2-55 0,-4-2-69 0,2-2-90 16,-1 1-251-16,0-2-536 0,1-10 238 16</inkml:trace>
  <inkml:trace contextRef="#ctx0" brushRef="#br0" timeOffset="88317.96">12068 6020 2402 0,'-18'-19'15'0,"6"7"8"0,5 5-19 16,-1-3-14-16,2 5-34 0,2 1-15 0,4 4-8 16,0 0 2-16,0 0-15 0,0 0-26 0,0 0-36 15,0 0-40-15,0 0-100 0,27 15-305 0,-7-11 136 16</inkml:trace>
  <inkml:trace contextRef="#ctx0" brushRef="#br0" timeOffset="88677.81">12406 5967 244 0,'8'-10'243'0,"-8"10"-5"16,0-7 2-16,0 7 6 0,0 0 1 0,0 0-10 16,0-8-17-16,0 8-21 0,0 0-19 0,0 0-25 15,0 0-20-15,0 0 1 0,0 0-8 0,15 27-5 16,-9-10-3-16,-4 7-7 0,2 2-3 0,-3-1 6 15,0 1-18-15,2-2-7 0,-6 3-9 0,3-8-3 16,-1 1-12-16,0-1-3 0,1-1-4 0,-4-1-4 16,-1-1-4-16,4-6-9 0,-1 0-3 0,2-3-4 15,0-7-7-15,-1 12 4 0,1-6-2 0,0-6-8 16,-5 8 3-16,5-8-8 0,0 0-1 0,0 0-13 16,0 0-3-16,0 0-9 0,0 0 0 0,16-22-4 15,-12 14-2-15,5 2 0 0,-5-1 6 0,6 0 0 16,-1-1-6-16,-2 4 2 0,4-2 2 0,-6 5 1 15,-5 1-8-15,9 0-1 0,-9 0 5 0,10 7 7 16,-4-4 5-16,-2 3 9 0,-2 2 8 0,0 2 1 16,-2 1 8-16,-2-1 6 0,0 4-8 0,-5 0 6 15,0 0-4-15,0 3 6 0,-5-3-13 0,0 0-27 16,3-1-34-16,-2-3-42 0,-1 0-42 0,-1 0-49 16,-1-2-65-16,5-3-73 0,-1 0-259 0,3-5-621 15,7 0 275-15</inkml:trace>
  <inkml:trace contextRef="#ctx0" brushRef="#br0" timeOffset="89114.06">12641 6021 2260 0,'8'-28'23'0,"-4"11"62"0,0 1-9 0,-4 6 9 16,2 0 13-16,0 2-6 0,-2 8-14 0,1-9-12 0,-1 9-1 16,0 0 34-16,0 0 32 0,0 0 16 0,1 37-10 15,-2-11 8-15,2 2 6 0,-2 0-29 16,1 0-3-16,1-1-15 0,2 4-10 0,-6-3-24 15,6 1 10-15,-3-1-7 0,-3 0-6 0,6-4-46 0,-6-5-32 16,6 0-29-16,-3-1-39 0,2-1-36 0,-2 0-37 16,4-6-26-16,-4 0-19 0,4-5-19 0,0-2-7 15,2 0 9-15,-1 0 19 0,-5-4 7 0,16-2 34 16,-5 0 23-16,-3-5 36 0,2 2 30 16,5-4 30-16,1 2 25 0,-2-5 19 0,4 1 22 0,-3-2 2 15,6-3 11-15,-4 4 14 0,6-4 9 0,-7 3 4 16,4-6 0-16,4 6 7 0,-3-6 4 0,-3 2 5 15,-2 4 3-15,-1-1-3 0,-3-1 3 0,1 2 1 16,-4 0-1-16,0-2 0 0,-4 6-13 16,1-2 3-16,-4 1 12 0,0 1 2 0,-2-1-1 15,0 10-7-15,-6-10-19 0,-1 7 1 0,1 1 1 0,-8 3 12 16,-2 4 0-16,-4 4 6 0,-3 7 13 0,-4 0-17 16,5 6-9-16,0 1-3 0,5-1-8 0,4 2-2 15,5-6-18-15,2 0 7 0,4-2-7 0,4-1-1 16,6 2-6-16,-2-6-34 0,7 0-21 0,8-4-43 15,8 0-57-15,0-5-49 0,7-2-53 0,-4-1-63 16,4-3-65-16,-3-1-281 0,-2-4-683 0,-3 1 302 16</inkml:trace>
  <inkml:trace contextRef="#ctx0" brushRef="#br0" timeOffset="92237.73">13964 5991 24 0,'0'0'220'0,"0"0"7"0,0 0-3 0,0 0-1 0,0 0-7 16,-15-12-9-16,15 12-14 0,-7-2-10 0,7 2-19 15,0 0-12-15,0 0-17 0,0 0-14 0,-16 11-5 16,11-2-6-16,1 7-3 0,0 0-6 0,0 4-9 16,-2-1-4-16,2 5-10 0,4-5-7 0,0-1 4 15,4 0-18-15,1-8-8 0,0 0 0 0,1 0-9 16,1 0 5-16,5-2-3 0,1 1-6 0,0-3-3 15,1-4-2-15,3 0-1 0,1-1-7 0,-1-1-4 16,-2-2 3-16,4-2-4 0,-4-3 2 0,-1-2 1 16,-1 1-5-16,0-1 0 0,1-1-1 0,-5 0-5 15,-3 0 7-15,2-2-6 0,-6-1 1 0,2-2-5 16,-4 4 3-16,0-6 0 0,-4 2-1 0,-1-2-2 16,-4 2-1-16,0-1-3 0,-2 2-2 15,-3 1-1-15,-1-1 3 0,-1 4-5 0,2 1-3 0,-4 4-11 16,3-4-12-16,5 4-19 0,-3 1-19 0,5 3-13 15,-5 2-33-15,3 1-34 0,1 2-32 0,0 1-33 16,4 2-34-16,1-2-202 0,2 0-484 0,2-5 214 16</inkml:trace>
  <inkml:trace contextRef="#ctx0" brushRef="#br0" timeOffset="92971.6">14308 5878 89 0,'5'-3'271'16,"1"1"-24"-16,-6 2-22 0,9-4-23 0,-9 4-21 15,7-1-7-15,-7 1 7 0,5 8 6 0,-1 2 0 16,2 0-8-16,-1 6-17 0,2 1-6 0,0 1-9 16,1 0-14-16,-3 0-5 0,3 1-18 0,3 4-10 15,-3 1-14-15,1-1-1 0,0-8-7 0,-2 2-4 16,2-3-7-16,-3-4-8 0,1 0-7 0,0-1-4 16,0-2 1-16,-3-4 0 0,0 3 7 0,-4-6 26 15,9 4 14-15,-9-4 2 0,12-3 0 0,-12 3-2 16,11-7-1-16,-5-3-5 0,0 0 4 0,-2-6-10 15,3-1-8-15,-3-1-6 0,1-1-5 0,0-9-10 16,-4 2-9-16,7-1-5 0,-5 1-3 0,4-3-25 16,-2 2-28-16,3 0-15 0,-1 2-36 0,0 7-10 15,-2 2-28-15,1 0-51 0,-1 7-28 0,2 1-20 16,-5 3-12-16,5 3 5 0,-7 2 13 0,0 0 7 16,15 11-6-16,-6-1-2 0,-2 5 4 0,2 3-8 15,3 3 12-15,-2 3 12 0,-3-6 14 0,-1 0 5 16,2-2 27-16,-1-2 18 0,-1-2 26 0,-1-2 25 15,-1-1 10-15,3-2 33 0,-3-2 9 0,1 0 5 16,-1 1 38-16,1-4 10 0,-5-2 9 0,9 0 15 16,-9 0 8-16,0 0 16 0,15-6 8 0,-10 2 0 15,-1 1-5-15,0-4 0 0,-1 0-7 0,4-1 3 16,-4 1 2-16,1-3-3 0,-4 0-1 0,4 1 0 16,-3-1-5-16,-1 1-2 0,-1-1-8 0,-1 0 7 15,2 10 5-15,-4-12 3 0,3 6-13 0,1 6 2 16,-5-10-10-16,-1 6-5 0,6 4-2 0,-7-5-11 15,7 5-4-15,0 0-6 0,-15 5 0 0,7 5-7 16,2 0-5-16,-3 2 1 0,1 4-3 0,0 2-2 16,4-1-1-16,0 2-1 0,1 0-3 0,1-1-5 15,4-5-1-15,1 3 2 0,1-3-5 0,-2-2 7 16,6 0-6-16,-2-3 1 0,0 2 0 0,1-3-4 16,3 0 0-16,2-2 3 0,-2-2-2 0,1 1 1 15,0-4-2-15,-2-4 0 0,2 3 2 0,-1-6-10 16,-1-2 3-16,0 3 0 0,0-1-4 0,0-2 3 15,-3 1-1-15,3-3 0 0,-2 0-5 0,-1-1 1 16,1-1 14-16,-1-2-16 0,0 3 2 0,-1 2-5 16,1 0 3-16,-2 1 0 0,-1 2 2 0,1 0 0 15,-2 2-1-15,-2 5-11 0,6-8 3 0,-6 8 2 16,0 0-1-16,8 0 0 0,-8 0 2 0,10 8 4 16,-5-3 1-16,1 2 3 0,-1 3-1 0,0 0-5 15,-1 3-20-15,-1-1-21 0,1 2-26 0,2 2-22 16,2 0-27-16,-2 0-40 0,3 0-28 0,-2-7-63 15,9 5-17-15,-1-3-151 0,4 0-458 0,10-1 203 16</inkml:trace>
  <inkml:trace contextRef="#ctx0" brushRef="#br0" timeOffset="93326.19">15885 5793 176 0,'-4'-11'257'0,"-4"2"4"0,1 2-15 15,-2 1-3-15,-2 2-16 0,-1 3-13 0,0 5-9 16,-6 1-8-16,3 5-5 0,-5 7-8 0,0 3-6 16,4 3-19-16,-1 2-10 0,4-2-27 0,6-5-12 15,3 1 4-15,-1-1-17 0,4-2-15 0,3 1 7 16,2-3-7-16,2-5-22 0,1 3-2 0,0-3-11 0,6-3-4 16,-3-1-9-16,2-2-3 0,4 1-8 15,-3-4-9-15,0-1-3 0,-2-2 3 0,1 2-11 16,-1-5 1-16,0-1-5 0,-4-1 3 0,2 1 8 15,-2-3-4-15,-2-1 0 0,-1 0-3 0,0-1 3 16,-2 2-9-16,1-1 1 0,-1 1 5 0,-1 3-2 16,1 0 0-16,-2 7 3 0,1-11 0 0,-1 11-6 15,1-6-4-15,-1 6 9 0,0 0-6 0,0 0-3 16,0 0 1-16,5 22 2 0,-3-10 2 0,-1-1 0 16,1 5-22-16,4 2-30 0,-4-1-34 0,3 3-43 15,3-2-51-15,-2 0-63 0,6 5-34 0,6-2-10 0,2-1-155 16,6-5-481-16,3-1 213 0</inkml:trace>
  <inkml:trace contextRef="#ctx0" brushRef="#br0" timeOffset="94223.2">16591 6182 168 0,'11'-16'276'0,"0"-10"-13"0,5 2-16 0,0-3-5 15,1 1-16-15,1 1-9 0,-2-4-13 0,3 2-17 16,-1-1-16-16,2-1-13 0,-1 0-15 0,-3-3-11 16,3 2-9-16,-3-2-10 0,-2 0-7 0,-3-1-8 15,1-1-5-15,-2 4-9 0,-2 3 0 0,-3 2 4 16,-2 6-3-16,-2-1-9 0,-1 5-3 0,-1 1 3 16,-2 4-7-16,2 4 1 0,1 6-15 0,-2-12-6 15,2 12-16-15,0 0 4 0,0 0-2 0,0 0-7 16,-13 17 10-16,5 8-11 0,-1 1 2 0,4 2 2 15,-3 4 1-15,3-1 0 0,1 2 3 0,2-3-8 16,0 1 11-16,4-1-21 0,0-5 2 0,2-1-1 16,0-5-1-16,1 0-1 0,1-3-5 0,3 1 9 15,1-3-7-15,-1-2 6 0,4-1-9 0,-4-4-16 16,0-1-10-16,1 0-12 0,2-2-6 0,-3-1-6 16,1-2 7-16,1 2-10 0,1-5 0 0,-3-2 2 15,2 1-8-15,0-1 2 0,-1-2 10 0,0-1 1 16,-1-3 6-16,-1 1 0 0,-1-5-1 0,1-1 7 15,-3 4 2-15,1-4 1 0,-3 3 1 0,1 3 18 16,-2-1 15-16,-2 3-7 0,3 2 8 0,-3 5 2 16,2-9-7-16,-2 9 0 0,0 0 0 0,0 0 1 15,0 0 5-15,0 0 5 0,0 0 5 0,0 0 8 16,-5 38-7-16,4-26-2 0,-1 4-6 0,0 2 9 16,4-4-7-16,-1-1-2 0,3 3-9 0,2-5 13 15,0 1-7-15,1 0 7 0,4 0-2 0,1-5-2 16,3 0-3-16,4-1 1 0,0-1 0 0,-2-2-8 15,3-2 5-15,-1-1-2 0,-2-1 4 0,-4 0 2 16,1-4-6-16,-2 2-5 0,0-4-3 0,-1 0 3 16,-4 0-3-16,1 0-7 0,1-2-2 0,-5-1 21 15,-2 2-18-15,1-3-2 0,-3 1 9 0,-1 0-20 16,-2 0 2-16,2-2 8 0,-2-1-3 0,-1 2-10 16,2-1-6-16,-3 1 6 0,4 0 0 0,-1 1 1 15,1 1-5-15,0 1 1 0,1 8 2 0,0-10-6 16,0 10 12-16,6-6-3 0,2 4 1 0,-8 2-1 15,18 4 5-15,-4 0-2 0,-3 1 0 0,2 4 3 0,2 1 3 16,-4 0 5-16,0-2 3 0,0 4 1 16,-1-4-7-16,0 2 13 0,-3-1-11 0,1 0 7 15,0 0 4-15,-2-1 4 0,-2-2-6 0,0 2 8 16,-2-2 8-16,-2-6-3 0,4 7 10 0,-4-7 23 16,5 6-13-16,-5-6 7 0,0 0-5 0,3 4-6 0,-3-4-4 15,0 0 13-15,0 0-17 0,0 0-7 0,0 0-1 16,0 0-1-16,-1-27 5 0,4 18-13 15,2-3-10-15,2-4-13 0,2 0 0 0,1 1 3 16,1 1 4-16,2 0 7 0,0 2-10 0,1 2-1 16,-4 3-3-16,2 1 5 0,-2 3-7 0,0 1 6 15,0 2 1-15,-10 0-2 0,16 4 4 0,-7-1-3 0,-4 4 4 16,1 3-6-16,-1 1 12 0,1-3 0 16,-3 4-5-16,0 1 2 0,1-2 1 0,-2 0-17 15,3 4-23-15,1-3-37 0,-1-5-30 0,0 3-24 16,2-4-30-16,2 1-36 0,0-3-30 0,5 1-23 15,4-5-14-15,4 0-5 0,0-3-175 0,8-3-483 0,-3 0 213 16</inkml:trace>
  <inkml:trace contextRef="#ctx0" brushRef="#br0" timeOffset="94517.78">18037 5861 57 0,'5'-16'91'16,"-2"3"11"-16,-3-3 10 0,-3 4 22 0,0 0 18 16,-2 2 9-16,-3 2 14 0,-1 0 3 0,-2 3-1 0,0 3-3 15,-1 0-7-15,1 4-9 0,-2 0-1 0,0 1-7 16,3 3-3-16,0 1-2 0,-1-1-20 15,3 3-10-15,-1 1-4 0,1-1-5 0,2 1-16 16,-1 0-9-16,5 0 0 0,-2 0-9 0,3-1-16 16,1 2-2-16,1 0-4 0,1-2-6 0,2 0-1 15,3 2-9-15,0 1-5 0,1 2 0 0,1 2-4 0,1 1-3 16,2 9 2-16,-1 3-8 0,-1 1 15 16,-1 4 9-16,-1-2 1 0,0 4 7 0,-2 11 3 15,-2-13 7-15,0 12 9 0,-3-1-1 0,-1-10 1 16,-1 1 1-16,-2-1 1 0,-1 0-1 0,-1 0-7 0,-1 1-15 15,-6-3 2-15,2 1-2 0,-5-1-5 0,-5 9-15 16,5-12-7-16,0-1-29 0,-3-1-44 16,1 1-28-16,-1-3-53 0,-3-1-64 0,0-3-76 15,-2-5-94-15,-1-3-212 0,7-7-628 0,0 1 278 16</inkml:trace>
  <inkml:trace contextRef="#ctx0" brushRef="#br0" timeOffset="94881.69">18982 5738 2289 0,'-8'-14'2'0,"3"-1"23"0,-1 4-15 0,3-1 6 16,-2 4 17-16,1 0 8 0,1 1 9 0,3 7-13 16,-4-12 7-16,4 12 7 0,0-6 3 0,0 6 2 15,0 0-7-15,0 0-7 0,-3-7-5 0,3 7-2 16,0 0 1-16,7 41 17 0,0-11 21 0,-1 6 2 16,0 14 5-16,-4-2 4 0,-2 5 1 0,0-2-2 15,-2-2-5-15,-2 2-6 0,1-2 6 0,-4-14-12 16,4 10-1-16,0-10-13 0,0-3 0 0,1-2-9 15,1-1-5-15,-1-3-21 0,1-5-32 0,0-2-20 16,-2-1-41-16,0-2-38 0,0 0-36 0,-2-5-47 16,2 0-59-16,1-2-42 0,-4-1-184 0,6-8-521 15,-7 9 231-15</inkml:trace>
  <inkml:trace contextRef="#ctx0" brushRef="#br0" timeOffset="95693.49">18988 6013 93 0,'11'-14'184'16,"3"1"-16"-16,0 4-8 0,-2 2-7 0,2 4-5 16,-3 3-5-16,0 0-6 0,0 0 2 0,1 5-7 15,-2 1-11-15,-1 2-7 0,-1 2-9 0,-3 2-16 16,-3 4-4-16,-2 2-7 0,-1 0-6 0,-5 8-9 16,-3-3-2-16,0-7-11 0,-5 6-7 0,-4-3-13 15,4-6-8-15,-2 1-5 0,2-5-4 0,1 0 0 0,1-5 0 16,4 3 0-16,0-6-1 0,2 0-2 15,6-1-2-15,0 0-2 0,-12-5 1 0,12 5-1 16,0 0 1-16,0 0-2 0,16-18 3 0,-5 10 6 16,5 1-1-16,4-1-1 0,6 0 1 0,2-3 0 15,0 3 1-15,1-1 0 0,2 2 3 0,-3 0-4 16,1-2 2-16,0 1-5 0,-1-3-2 0,-1 0 5 16,-2 4 1-16,-6-2-4 0,-2 0 6 0,-2 1 2 15,1 1 7-15,-5 1 6 0,-2 0 9 0,0 1-5 16,-3-3-4-16,1 1-1 0,-2-1 2 0,-3 2 1 15,0-1 4-15,-2 7-9 0,0-17-1 0,-3 10-3 16,3 7 1-16,-6-13-5 0,1 7-2 0,-2 0-1 16,2 0 0-16,0 2-4 0,5 4-2 0,-13-3-5 15,7 1-3-15,6 2 0 0,-16 5 2 0,6 1-2 16,3 1 2-16,-1 4 4 0,-1 4 5 0,0-2 1 16,3 4-1-16,2-2-1 0,3 3 1 0,-2 2 0 15,0-4 2-15,6 1 2 0,0-1-1 0,0 0 1 16,1-3 3-16,1-1 5 0,4-4 0 0,0 1-13 15,0-2-3-15,3-3 3 0,0 1 6 0,-3-4-7 16,4 2 4-16,-3-3-2 0,1-3-2 0,0 2-1 16,-2-4 0-16,4 2-2 0,-4-3-2 0,0-1 0 15,1 2-2-15,-1-5 1 0,2-2-1 0,3-1-3 16,-3 1 3-16,-1-1 1 0,0-4-1 0,2 1-4 16,-1 3 3-16,2 0-4 0,-3 1 2 0,0-2-4 15,-1 5 2-15,-1 3 0 0,-3 1-4 0,2 0-1 16,-2 2-3-16,-5 3 2 0,11-1-2 0,-11 1 4 15,8 7 3-15,-4 3 9 0,-2 0 2 0,1 1 3 16,-1 3 6-16,3 2 7 0,0 0 4 0,-1 0 2 16,0 1-4-16,0-6-2 0,1 0 5 0,3-1 3 15,1-3 5-15,-2 1-1 0,2-2-3 0,1-1 5 16,2-2-3-16,2-3 3 0,-2-1-6 0,0-4 0 16,2 2-4-16,3-4-5 0,-3-4 6 0,-5 2-4 15,1 1 0-15,-1-3-2 0,-2 1-1 0,0-2 0 0,-3 2-9 16,1 0 9-16,-2-3-8 0,-1 1-2 15,-2-1-6-15,2 2 9 0,-2 0-6 0,1 1-4 16,-1 3 4-16,0 7 2 0,0-9-16 0,0 9 2 16,0 0 3-16,0 0 1 0,0-8-12 0,0 8 12 15,0 0-3-15,0 0-3 0,-5 26 17 0,1-15-16 16,0 1 3-16,3 4 0 0,-2 0-10 0,1 2-23 16,0 1-37-16,0-4-35 0,1 2-40 0,-1-2-44 15,1-2-43-15,2-3-67 0,-1 1-286 0,0-11-631 16,-1 13 279-16</inkml:trace>
  <inkml:trace contextRef="#ctx0" brushRef="#br0" timeOffset="95855.22">19776 5806 122 0,'-1'-7'187'16,"-2"-1"-19"-16,3 8-29 0,-1-11-21 0,1 11-24 15,0 0-44-15,0 0-52 0,13 2-44 0,-13-2-93 16,20 11-150-16,-3-3 67 0</inkml:trace>
  <inkml:trace contextRef="#ctx0" brushRef="#br0" timeOffset="96115.27">20165 6024 102 0,'4'5'227'0,"0"3"-13"0,-2-3 2 16,2 0 2-16,-4-5-13 0,8 10-3 0,-5-4-3 15,-3-6-1-15,11 9-1 0,-6-4-14 0,1 0-10 16,3-1-8-16,1-1-18 0,2-1-12 0,-12-2-1 16,25-2-21-16,-11-1-12 0,-1-1-15 0,4 0-4 15,-7-2-17-15,0 1-1 0,-2-1-2 0,1 0-5 16,-4-2-6-16,-4 2-10 0,1-1 4 0,-1-6-9 16,-1 13-10-16,-7-19-3 0,-3 10-10 0,-1-2-9 0,-5 1-6 15,-3 1-16-15,-1 1-2 0,0 4-5 16,1 1-10-16,3 2-4 0,3 2-9 0,1 1-10 15,0 2-12-15,2 1-32 0,3 3-22 0,3-1-28 16,4-7-47-16,-1 15-25 0,6-4-221 0,2-5-482 16,4 1 214-16</inkml:trace>
  <inkml:trace contextRef="#ctx0" brushRef="#br0" timeOffset="96529.08">20707 5963 100 0,'1'-4'186'16,"-1"4"-2"-16,0 0-4 0,0 0-7 0,-13-16 0 15,0 14 5-15,-1 2-2 0,1 1 0 0,-4 4-3 16,0-1-6-16,-1 5-7 0,2 1-6 0,-1-1-2 0,0 1-7 16,3 6-7-16,0-1-8 0,4 1-7 15,1-2-10-15,3-3-11 0,-1 5-5 0,5-2-9 16,2-3-6-16,2 0-2 0,2-5-5 0,2 0-4 16,3 0-10-16,0-2-1 0,3-1-7 0,1-3-3 15,4 0-4-15,0-4-7 0,2-1 2 0,-2-3-6 16,0-3-1-16,-2 3 0 0,0-5-10 0,-3 3 3 15,-2-5-7-15,-1 2-3 0,-3-4 2 0,0 3-6 16,-4 0-1-16,-2-3 5 0,1-2-4 0,-2-5-3 16,1 5-10-16,-1-2 2 0,0-6-5 0,-2 0 9 15,2-1-3-15,-2 3 2 0,2-4 1 0,1 4-2 16,0 0 3-16,-2 8 2 0,2 2 12 0,0 5 12 16,0-1-2-16,0 11 5 0,-1-11-9 0,1 11-5 15,0 0-1-15,0 0-5 0,0 0 19 0,0 0 7 16,3 46 9-16,-6-17 5 0,1 1-3 0,-4 2 0 0,0 2-6 15,-1-1 2-15,3 0-11 0,0 1 1 0,1 0-6 16,-1-3 2-16,4 5-9 0,3-5-33 16,1-1-32-16,1-3-46 0,1-3-43 0,2-7-42 15,-2 1-51-15,1-1-59 0,-1-7-77 0,-3-1-263 16,2 1-671-16,-1-2 297 0</inkml:trace>
  <inkml:trace contextRef="#ctx0" brushRef="#br0" timeOffset="102677.39">21459 5902 112 0,'-1'-10'144'0,"1"10"-8"15,0 0-4-15,0 0 2 0,-4-9-4 0,4 9-3 16,0 0-13-16,0 0-7 0,-2-6-5 16,2 6-8-16,0 0-10 0,0 0-9 0,0 0-5 15,0 0-9-15,0 0-3 0,0 0-4 0,0 0 1 0,0 0-12 16,0 0-4-16,0 0-4 0,0 0-5 0,0 0-1 16,0 0-5-16,0 0 3 0,0 0-6 0,0 0 5 15,0 0-9-15,0 0 3 0,0 0-3 0,0 0-2 16,0 0-1-16,0 0 2 0,0 0-1 0,0 0-4 15,0 0-2-15,0 0 2 0,0 0-6 0,-4-7 0 16,4 7 1-16,0 0-3 0,0 0 0 0,0 0 3 16,0 0-1-16,0 0 0 0,0 0-2 0,0 0-2 15,0 0 2-15,0 0-1 0,0 0 1 0,0 0 0 16,0 0 1-16,0 0-3 0,0 0-1 0,0 0 5 16,0 0-5-16,0 0 1 0,0 0 2 0,0 0-3 15,0 0-2-15,0 0 3 0,0 0 0 0,0 0-4 16,0 0 12-16,0 0-10 0,0 0 4 0,0 0-2 15,0 0-2-15,0 0 2 0,0 0-2 0,0 0-2 16,-6 18 5-16,6-18-1 0,0 0 1 0,0 0 1 16,0 0-4-16,0 0 4 0,0 0 0 0,0 0-2 15,0 0 2-15,0 0 3 0,0 0-2 0,0 0-6 16,0 0 3-16,0 0-3 0,0 0 7 0,0 0-1 16,0 0 0-16,0 0-4 0,0 0 3 0,0 0 5 15,0 0 2-15,0 0-2 0,0 0 4 0,0 0 0 16,0 0 1-16,0 0 0 0,0 0 3 0,0 0 1 15,0 0-2-15,0 0 0 0,0 0 1 0,0 0-3 16,0 0-1-16,0 0-4 0,0 0 0 0,0 0-2 16,-11 0 4-16,11 0 2 0,0 0-2 0,0 0-2 15,-7 3-2-15,7-3 1 0,-10 4 0 0,4-3 3 16,6-1-1-16,-9 8 4 0,4-3-2 0,-1 0 6 16,1 2 0-16,-2 3-2 0,1-1 2 0,0 2-3 15,-1 1 1-15,3-2-3 0,-1 3 1 0,3-2-2 16,-2 0-2-16,4 1 0 0,0 0 1 0,0 3 2 15,1 1-6-15,2-4 2 0,1-1-1 0,-1 0 3 16,5-3-3-16,-3 2-1 0,5-4 0 0,-1 2 0 16,3-3-1-16,-3-1 4 0,2-1-3 0,3 1 0 15,-1-4 2-15,1 0-3 0,0 0 1 0,0-3-2 16,-1 1 2-16,-1-1 1 0,2-2 1 0,-3 1 0 16,1-3-4-16,-3-1 6 0,0-3-7 0,1 4 2 15,-4-2 1-15,1 0-4 0,-4-1 0 16,0-2 0-16,-4 0-4 0,2-6-2 0,-2 2 1 0,-4-1 0 15,1 6-1-15,-2-6 0 0,-4 1-4 0,3 2 6 16,-2-1-20-16,0 2 3 0,-1 3 3 0,1 2-1 16,1-1-1-16,-1 4 5 0,0 0 0 0,4 2 2 15,-2-2-1-15,7 5-2 0,-10-4 2 0,10 4-4 16,-6 0 2-16,6 0 3 0,0 0 0 0,0 0 5 16,0 0 5-16,0 0 1 0,0 0-6 0,19 14 3 15,-7-11-5-15,5-2 8 0,3-3-2 0,0 0-1 16,8-2 0-16,-1-4-3 0,0 2 2 0,1-1 0 15,-10-1-2-15,2-2-1 0,-4 0 3 0,0 0 3 16,-2 1-3-16,-3-1 4 0,-4 0-1 0,1 1 2 16,-3-2-1-16,3-1 1 0,-6 2-3 0,-1-3 3 15,1 0 10-15,-1 1 1 0,-1 1 0 0,-1 0 3 16,-2 1 6-16,2 2 11 0,-2 2 8 0,3 6 1 16,-2-11-8-16,2 11-6 0,-1-8-7 0,1 8-3 15,0 0-2-15,0 0 8 0,0 0 17 0,1 50 19 16,-1-19-10-16,-1 4 8 0,-1 17-4 0,0-5-2 15,1 1-2-15,1 3 1 0,0-3 0 0,2 3-4 16,-1 2-1-16,6-4-4 0,-5-13-7 0,2-4 2 16,1 1-8-16,2-1-1 0,-1-1 2 0,0-1-3 15,1-3-6-15,-2-2-23 0,0-2-26 0,-1-4-26 16,-1-4-27-16,-2-1-25 0,0-2-33 0,0-3-39 16,-1 0-41-16,-1-1-28 0,1-8-202 0,-5 9-486 15,5-9 216-15</inkml:trace>
  <inkml:trace contextRef="#ctx0" brushRef="#br0" timeOffset="102842.69">21675 6077 78 0,'11'-5'144'0,"8"0"-21"0,8-5-21 0,1 3-35 16,4-4-21-16,1 0-30 0,5 1-28 0,17-3-34 15,-5-1-41-15,1 1-94 0,0-1 43 0</inkml:trace>
  <inkml:trace contextRef="#ctx0" brushRef="#br0" timeOffset="103143.98">22486 5835 174 0,'4'-4'210'0,"-4"4"-2"0,0 0-7 0,0 0-11 15,0 0-2-15,0 0-7 0,0 0-18 0,-16 18-4 16,11-11-6-16,-1 4-9 0,1-1-11 0,1 0-10 15,0 2-13-15,1 2-6 0,3 0-13 0,3 2-2 16,-1-5-11-16,4-1-4 0,1 0-9 0,2-1-6 16,7 0 2-16,-4-4-11 0,1 0-8 0,7-1-3 15,1-4-3-15,1 0-2 0,-1 0 7 0,0-4-13 16,7-2-4-16,-8-1-2 0,0 1-2 0,-5-4-3 16,1 1-4-16,-3-1-1 0,-2 3-1 0,-3-3 2 15,-2-2-9-15,-4 0 1 0,-1 1-1 0,-2-5 2 16,0-1-3-16,-6-1-4 0,-3 0 1 0,0 1 3 15,0 2-4-15,-4 0-18 0,0 1-4 0,-4 2-3 16,2 2-9-16,0 4-16 0,-1 3-12 0,5 1-26 16,-1 1-23-16,-1 2-40 0,2 4-29 0,3 1-33 15,0 0-18-15,3 1-133 0,2 0-394 0,4-7 174 16</inkml:trace>
  <inkml:trace contextRef="#ctx0" brushRef="#br0" timeOffset="103401.97">22924 5593 118 0,'1'-11'240'0,"2"0"2"0,-3 1-4 0,-1 3 2 15,1 7-5-15,5-8-14 0,-5 8-19 0,0-8-21 16,0 8-23-16,0 0-12 0,0 0-2 0,0 0 21 16,10 35-4-16,-5-8-6 0,2 7-15 0,1 1-4 15,1 13 0-15,2-1-11 0,-4 0 3 0,2-1-27 16,-2-14 0-16,0 3-17 0,-3 0-5 0,2 1-8 15,-1 10-9-15,-3-12-3 0,-4 0-4 0,2-2-4 16,2-1-1-16,-2-2-42 0,-3-3-34 0,3-2-19 16,0-5-36-16,-4-3-35 0,1 1-33 0,-1-5-32 15,0 0-46-15,1-3-39 0,0-2-29 0,-1-1-180 16,4-6-514-16,-12 8 228 0</inkml:trace>
  <inkml:trace contextRef="#ctx0" brushRef="#br0" timeOffset="104059.28">23019 5821 163 0,'16'-10'177'0,"-2"3"-5"0,0 4 0 0,3-1-6 0,-2 3-6 16,-2 2-10-16,1 3-8 0,-2-1-12 0,-3 4-9 16,1 0-15-16,-4 0-8 0,1 3-8 0,-5 2-6 15,-2 0-13-15,-2 3-5 0,-4 0-1 0,-1 0-8 16,-3-1 2-16,-1-1-11 0,-2-1-7 0,-2-1-4 15,1-1-1-15,3-4-3 0,0 1-3 0,1-2-3 16,3-3-6-16,0 2-3 0,7-4-15 0,-11 1 5 16,11-1-3-16,-6 3-6 0,6-3-2 0,0 0 3 15,0 0-4-15,0 0 0 0,24-6-1 0,-10 4 0 16,2 0 2-16,3-1 1 0,3 1-2 0,-3-1-1 16,3 1 7-16,1-1-2 0,-1-1 1 0,5 0 2 15,0-2 1-15,-1 1 0 0,-7 0-4 0,-2-2 0 16,2 1 1-16,-3 1-3 0,0-1 3 0,-7-2 12 15,1 4 10-15,-2-3-3 0,-2 0 3 0,2 0 2 16,-4 1 15-16,1 0 9 0,-3-1-11 0,1-2 0 16,-3 2-4-16,0-3-1 0,-3 1-6 0,2-1 9 15,-3 2-2-15,-1 0 0 0,2 2-3 0,-3-4-3 16,0 3 0-16,2 2-1 0,-1 0-3 0,5 5 0 16,-10-5-3-16,10 5 2 0,-9-2-10 0,9 2-1 15,-12 10-5-15,4-3 3 0,1 4-3 0,-2 3 1 16,1 1 1-16,0 2-4 0,4 0 4 0,2 1 0 15,2 0-4-15,4-2 2 0,0-4 1 0,5 3-2 16,1-2 3-16,2 0-3 0,-1-7-2 0,5 3 5 16,1-2-2-16,1-4 3 0,2-1-1 0,1-2-1 15,-3-2-3-15,4-3-2 0,0 2 6 0,4-5-3 16,-9 2-1-16,1 0 4 0,-3-2-6 0,3-2 2 16,-5-1 6-16,-4 4 3 0,5-4 1 0,-5 2 0 15,1 0 5-15,2-4 1 0,-6 3 1 0,0-2-7 16,1 1-1-16,-2-1 2 0,0 2-7 0,0 1 6 15,-2 3-2-15,-2-1-2 0,0 2-1 0,-1 5 2 16,3-8-12-16,-3 8 0 0,0 0-4 0,0 0 3 16,0 0-3-16,0 0 9 0,14 11-8 0,-12-1-1 15,1-1-1-15,0 3 8 0,-1 0 2 0,1 2-9 16,1 2-20-16,-2-4-22 0,-1 4-32 0,3-4-26 16,1 3-25-16,-1-4-47 0,1-1-43 0,2 0-49 15,0-3-167-15,5 2-471 0,4-2 210 0</inkml:trace>
  <inkml:trace contextRef="#ctx0" brushRef="#br0" timeOffset="104404.15">24221 5761 159 0,'-11'-14'217'0,"0"1"-1"0,0 4 2 16,-1 3 0-16,-3 1-10 0,-3 4-7 0,3 2-11 15,-3 4-13-15,0 1-17 0,1 8-15 0,1-2-3 16,3 3-14-16,-1-2-14 0,4 5-9 0,1-1-10 15,1-2-11-15,3-1-2 0,3-1-12 0,0-1-6 16,4-3-5-16,0 2-3 0,1-4-8 0,3 2-3 16,0-3-10-16,1-2-10 0,2 0-6 0,2-1-5 15,1-3-2-15,-1 0-5 0,1-3-4 0,-1 0 5 16,1-1-4-16,-3-1-1 0,1-2-1 0,-2 3-1 16,2-4 1-16,-4 0 3 0,1 0 4 15,-3 0-9-15,1 1 0 0,-2 0 4 0,0 1-4 16,-3 6 2-16,4-8-5 0,-4 8-4 0,4-4-3 0,-4 4 4 15,0 0 6-15,0 0-3 0,0 0-1 0,10 14 2 16,-7-6 0-16,-1-1 5 0,-1 6-7 0,4 3 6 16,-3-3-3-16,3 3-3 0,-1 0-14 0,-1 0-28 15,3 1-32-15,-3-7-55 0,4 1-59 0,0-4-45 0,0 3-199 16,1-4-471-16,0 1 209 0</inkml:trace>
  <inkml:trace contextRef="#ctx0" brushRef="#br0" timeOffset="104649.98">24449 5623 121 0,'0'-17'239'0,"4"4"-1"16,-3 3-6-16,-1 1-14 0,0 3-22 0,0 6-16 16,0 0-4-16,6-2 9 0,-6 2 10 0,9 17 1 15,-3 2 1-15,-1 4-6 0,1 5 1 0,0 1-23 0,-1 0-12 16,-1 2-11-16,-3-1-6 0,2 0-20 15,-3-1-21-15,1-1 1 0,-2 1-7 0,2-3-6 16,2 2-12-16,-2-11-22 0,-2 2-24 0,3-2-26 16,0-6-41-16,0 0-35 0,1 0-33 0,-3-2-40 15,0-9-33-15,2 14-50 0,-2-14-34 0,0 0-237 16,0 0-539-16,0 0 238 0</inkml:trace>
  <inkml:trace contextRef="#ctx0" brushRef="#br0" timeOffset="104914.49">24353 5833 22 0,'6'-6'169'0,"1"2"-19"0,2 0-7 15,5 1-11-15,5-3 3 0,1 2-1 0,1 0-9 16,7-5-11-16,0 3-7 0,1 1-5 0,1-2-15 16,-5 4-2-16,2-2-14 0,-5 1-4 0,-4 2-2 15,0 1-4-15,-4 0 0 0,-2 1 3 0,-1 1 2 16,-1 0 0-16,-4 1 9 0,1 2 17 0,-1 3 9 15,2 1 5-15,-4 2 3 0,-2 2 1 0,1 3 5 16,-3 1-6-16,1 0-7 0,0 2-6 0,-2 0-11 16,0 0-5-16,-2-2-14 0,2-1-4 0,1 0-8 15,0-2-30-15,-1 2-34 0,1 1-37 0,0-5-59 0,0 0-72 16,2-4-80-16,-2-7-212 0,3 10-507 16,-3-10 225-16</inkml:trace>
  <inkml:trace contextRef="#ctx0" brushRef="#br0" timeOffset="105073.4">24720 5586 28 0,'0'0'244'0,"-3"-7"-41"0,3 7-37 0,0 0-36 15,0 0-39-15,0 0-70 0,14 2-71 0,-14-2-90 0,22 7-149 16,-4-3 66-16</inkml:trace>
  <inkml:trace contextRef="#ctx0" brushRef="#br0" timeOffset="105582.63">25106 5770 47 0,'-15'21'290'0,"-1"-1"-2"0,3-4-11 0,-1 4-11 16,3-3-3-16,0-2-17 0,1 1-19 0,4-1-11 0,1-4-23 15,2 0-16-15,2 2-18 0,2-3-10 0,0 2-16 16,3-2-12-16,1-1-14 0,4 0-7 0,1-1-9 16,1-2-9-16,3-1-7 0,-3-1-5 15,1-4-10-15,0 2-3 0,1-2-10 0,-1-2 4 16,-1-1-11-16,-6-1-6 0,5-1-5 0,-7 0-2 16,2-4-7-16,-1 1 3 0,0-3-12 0,-3 3 0 0,1-3 5 15,0-1-12-15,-3 1-2 0,0-3-4 0,-1-1-6 16,2-1-2-16,0 5-3 0,-1-1-1 15,2 2 1-15,2-2-7 0,2 4 7 0,-2 0 1 0,0 4-6 16,-3 4 6-16,13-5-2 0,-4 4 4 0,1 4 0 16,2 0-5-16,-2 5 12 0,3 3 14 0,-2 1 6 15,1 0 10-15,-2-2-1 0,-1 3 3 16,0 0-7-16,-3-2 13 0,-1-1-4 0,0-2-4 16,-1 0 2-16,0-2-6 0,-3 1 3 0,-1-7 9 0,4 10 6 15,0-6 7-15,-4-4 11 0,0 0 7 0,0 6-6 16,0-6 4-16,0 0-17 0,0 0 0 0,0 0-2 15,0 0-5-15,12-20-5 0,-7 11-4 16,1-1-5-16,7-3 3 0,-6-3-7 0,6 3-11 0,4 0 4 16,-6 1 1-16,2 1-6 0,1 1-3 0,-1 4-3 15,-1 1-2-15,-2 2-5 0,1 1-2 0,1 3-1 16,-5 0 3-16,3 3-3 0,-2 1-6 16,1 2 12-16,-2 2-25 0,-1 1-28 0,-1-1-22 0,-1 1-45 15,-3 2-37-15,1-3-40 0,-2 4-40 0,2-2-53 16,-2-1-56-16,-2 2-213 0,4-5-605 0,0 1 268 15</inkml:trace>
  <inkml:trace contextRef="#ctx0" brushRef="#br0" timeOffset="105719.39">25718 5979 70 0,'0'0'348'0,"0"0"-37"0,9-1-29 0,-9 1-18 16,0 0-11-16,0 0-5 0,0 0-21 0,0 0-21 15,0 0-22-15,9 3-22 0,-9-3-23 0,0 0-44 16,0 0-51-16,0 0-66 0,0 0-89 0,0 0-116 15,0 0-186-15,0 0-446 0,0 0 198 0</inkml:trace>
  <inkml:trace contextRef="#ctx0" brushRef="#br0" timeOffset="122283.72">15885 3223 1553 0,'-14'-12'75'0,"0"3"-25"0,-2 0-26 0,6 3-13 16,1 2 2-16,-2 0 0 0,11 4-4 0,-13-3 0 16,13 3-4-16,-10-3-1 0,10 3-8 0,0 0-6 15,0 0-31-15,0 0-32 0,0 0-34 0,0 0-35 16,0 0-90-16,20 25-251 0,-5-23 111 0</inkml:trace>
  <inkml:trace contextRef="#ctx0" brushRef="#br0" timeOffset="133101.94">12358 4673 88 0,'-2'9'104'0,"0"1"-7"16,1-4-1-16,-1 1 8 0,1 0-19 0,1-7 5 16,0 9-6-16,0-9 16 0,0 10 3 0,0-10 8 15,0 0 16-15,-1 5 7 0,1-5-5 0,0 0-11 0,0 0-7 16,0 0-10-16,0 0-7 0,0 0-5 15,0 0-7-15,-10-18-4 0,8 6-10 0,1 1-4 16,1-7-7-16,-3 5-5 0,6-4-1 0,-3 0-2 16,5-3 0-16,-1-5-2 0,1-3-6 0,1 5-3 15,-2-3-2-15,-2 7-5 0,4 3-3 0,0 0-6 16,-3 5-3-16,0 2-4 0,0 3-3 0,1-1-5 16,0 4-1-16,-4 3 2 0,13-3 4 0,-3 4-3 15,4 4 5-15,-5 2-2 0,6 3 3 0,-1 2-2 16,-3 2 3-16,-2 3-3 0,1-3 2 0,-2 5-6 15,-1-4 3-15,2 0-4 0,-4 1 4 0,1-6-3 16,-3 0 2-16,1 0-4 0,-2-2 5 0,-2-8-6 16,4 10 3-16,-4-10 4 0,3 9 11 0,-3-9 7 15,0 0-7-15,5 7-2 0,-5-7-2 0,0 0 0 16,0 0-3-16,0 0 0 0,0 0-2 0,0 0 0 16,0 0-3-16,0 0 4 0,0-42-10 0,2 29 0 15,-2-4-5-15,2-1-1 0,3 1-1 0,1-1-11 16,1 1-4-16,-1 6-4 0,-1 0 4 0,2 0-4 0,-3 1-3 15,-2 4-5-15,3 3-1 0,7-1 4 16,-6 3 7-16,-6 1-6 0,17 5 4 0,-7-1 3 16,-1 5 1-16,0 0 5 0,1 5 2 0,0-1 0 15,-1 3 1-15,-2-7 0 0,4 5 1 0,-4-4-1 16,2 0 2-16,-2-1-2 0,2 0-1 0,-1-4 4 16,3-1 2-16,-3 0 0 0,3-3 1 0,0 0 2 15,1-2 0-15,0-2-4 0,0-1 5 0,1 1-1 16,3-7 3-16,-5 3 2 0,0 0-2 0,1 0-2 15,-3-6 3-15,0 3-3 0,0 1 0 0,-4-2 1 16,1 0 0-16,-2-1-3 0,-4-1 2 0,3 0 2 16,-3 2 6-16,-3-1-4 0,3 1 4 0,-4 0 5 15,2 1-9-15,-2 6 2 0,1-3-2 0,3 7 1 16,-7-10-5-16,7 10-2 0,0 0 0 0,0 0 1 16,-15 13-1-16,8-1 2 0,-2 3-1 0,2 0-3 15,3 0 4-15,-3 4-1 0,5-2-4 0,-2-2-21 16,4 1-17-16,2-2-33 0,0-1-35 0,0-3-46 15,5 1-30-15,-1-3-28 0,3 1-150 0,3-1-395 16,-1-2 175-16</inkml:trace>
  <inkml:trace contextRef="#ctx0" brushRef="#br0" timeOffset="133674.03">13158 4338 141 0,'-11'0'161'15,"0"0"-11"-15,-3 4 3 0,-1 7-20 16,-1 2-1-16,-3 4-5 0,4 4-4 0,-1 0-9 0,1 0-4 16,6-7-5-16,3 1-13 0,-2 1-4 0,6-4-8 15,1 2-7-15,2-3-1 0,-1-1-8 0,2-2-8 16,2 2-4-16,0-3-4 0,2-2-4 0,-2-1-3 16,5-2-6-16,-1-2-3 0,-8 0-3 0,23-5-2 15,-12 0-4-15,3 1 1 0,-1-3-5 0,-3-2 3 16,-1-1-8-16,1 4 3 0,-2-3-5 0,-2-1 7 15,1-1-8-15,-1-5-9 0,-3 4 9 0,-1-1-3 16,0 2 0-16,0-1-2 0,-2 1 2 0,0 0 0 16,-2 1-6-16,2 10 2 0,0-13-1 0,0 13-4 15,0-10-1-15,0 10-5 0,0 0 0 0,0 0 6 16,0 0 4-16,0 0 3 0,0 0 4 16,2 27-3-16,-4-12 2 0,4 0 4 0,-2-1-3 0,0 1-4 15,3-3 1-15,-1 0 7 0,1 0-6 0,3-4 2 16,-2 2-2-16,1-2 3 0,3 1 0 0,-2-2-5 15,0-4 5-15,3 1-4 0,-2-1 0 16,2 0-2-16,-9-3 1 0,13-3-3 0,-4 1 1 16,3-3-1-16,-3 1 1 0,1-2-1 0,-4 1 3 15,2-3-4-15,-1-1 1 0,-1 1-2 0,1 0-1 16,-2-2-1-16,-4-1-1 0,-1 1 4 0,0-1-4 0,0 1-1 16,-1-2 1-16,-1 1-8 0,-1-1-1 15,-1 2 3-15,-1 1 1 0,5 2-1 0,-4 1 1 16,4 6 0-16,-2-6-5 0,2 6-9 0,0 0 12 15,0 0 1-15,0 0 6 0,0 0 7 0,-7 16 4 16,5-5 5-16,2 4 1 0,-2 4 2 0,2-3-4 0,-2 1 6 16,2 1-3-16,-5 0-1 0,5 2 0 15,-1-4-5-15,-1 4 4 0,-2-2-15 0,2 0-16 0,0-3-23 16,2-1-28-16,-2-3-53 0,1-3-47 16,-1 0-50-16,2-8-132 0,-4 13-380 0,4-13 169 15</inkml:trace>
  <inkml:trace contextRef="#ctx0" brushRef="#br0" timeOffset="134475.14">13346 4377 143 0,'0'0'201'0,"0"0"5"0,0 0-16 0,0 0-10 15,0 0-11-15,0 37-15 0,2-24-14 0,2 3-11 16,0 1-13-16,-4-5-15 0,2 4-8 0,0-1-6 15,3-3-10-15,-1 0 0 0,0-3-9 0,0 1-3 16,-1-5-8-16,-3-5-2 0,9 12 0 0,-4-9-4 16,-5-3-8-16,8 6-2 0,-8-6 12 0,12 5 8 15,-12-5-3-15,0 0-2 0,20-7-4 0,-10 3-5 16,-4-2-3-16,3 1 2 0,-1 0-7 0,-3-2 0 16,4 0-2-16,-2-2-1 0,-1-1 0 0,-1 0-11 15,-1 1-1-15,1-3 0 0,-2 0-6 0,3-2-1 16,-6 2-2-16,0 0-1 0,2 0-9 0,-1 3 2 15,-1 0-1-15,0 9 0 0,0-11-4 0,0 11 2 16,2-10-8-16,-2 10-1 0,2-4-5 0,-2 4 3 16,0 0-1-16,0 0 1 0,0 0 0 15,9 23 4-15,-4-12 5 0,-3 2-10 0,0-1 8 0,2 0 0 16,-3-1 0-16,3 7-3 0,-4-7 3 0,4 2 0 16,-2-3 0-16,1 0 0 0,-3 1 6 0,0-11-11 15,9 10 6-15,-6-5 0 0,-3-5-3 0,4 8 5 16,-4-8 1-16,8 5 17 0,-8-5-4 0,0 0 3 15,14 2 2-15,-14-2 5 0,0 0 1 0,13-5 0 16,-13 5 2-16,11-8-1 0,-6 4-9 0,0-1 2 16,0-3-2-16,1 0-1 0,-2 0-5 0,-1 1 2 15,1-1 1-15,-2-2-7 0,3-1-13 0,-5 1-2 16,0 3 3-16,0-4-16 0,0 1-5 0,0-2 1 16,0 2-4-16,0 1 6 0,0-1-12 0,-3 0 0 15,1 2 2-15,2-2 5 0,0 10 1 0,0-13 0 16,0 8 4-16,0 5-5 0,5-12 2 0,-5 7 1 15,5 1-3-15,-1-1 2 0,-4 5 3 0,13-8-4 16,-8 8 3-16,-5 0 0 0,16 5 4 0,-8-1 4 16,2 3-6-16,-1 2 9 0,-1 0 1 0,-1 0 3 15,0 1 3-15,-4 3 0 0,3-2 1 0,-1 5 15 16,-1-5-16-16,2 1 8 0,-3-3-4 0,2 2-2 16,-1 0-1-16,-2-4 1 0,1-1 1 0,1-2-2 15,-4-4 3-15,9 9-1 0,-5-6 4 0,1 1 0 16,-5-4 1-16,11 2 0 0,-11-2 0 0,11-2 3 15,-11 2-5-15,12-7 5 0,-5 1 0 0,-1 0 8 16,0 2-5-16,0-6-1 0,0 2-1 0,-6-3 4 16,2 1-6-16,-2 0 1 0,0-2-3 0,-2 2-1 15,-2 0 0-15,2 0 5 0,-1 4 2 0,-2-1 2 16,5 7-2-16,-4-7-4 0,4 7-1 0,-11-1-3 16,11 1 0-16,-14 11 4 0,3 1-2 0,2 1 0 15,-2 2-2-15,6-3-5 0,-3 2-11 0,1 2-24 16,0-2-13-16,4 1-23 0,1 2-43 15,2-3-45-15,4-5-40 0,-3-2-34 0,8 3-153 0,-2-2-421 16,4-2 186-16</inkml:trace>
  <inkml:trace contextRef="#ctx0" brushRef="#br0" timeOffset="135043.94">14083 4385 143 0,'0'0'222'0,"-4"-8"-16"0,4 8-19 0,0 0-10 15,0 0-9-15,0 0-8 0,0 0-9 0,0 0-8 16,0 0-7-16,0 0-8 0,0 28-11 0,2-19-9 16,0 1-9-16,2 0-7 0,2 2-12 0,-2-3-5 15,1 0-9-15,-1-3-4 0,2 3-9 0,1-2-2 16,-2-1 1-16,1 0-11 0,-1-4 0 16,-1 3-1-16,-4-5 3 0,9 4 4 0,-3 0 3 0,-6-4-5 15,0 0-5-15,0 0-3 0,10-3 0 16,-10 3-8-16,0 0-6 0,3-10 1 0,-3 10-5 15,-1-11 1-15,1 11 3 0,-6-15-15 0,3 6-6 16,-4-1-3-16,0-3-2 0,-1 2-1 0,4-1 1 0,-3 3 0 16,2-1 1-16,2 2 8 0,-1 1-10 15,2 0 7-15,2 7-4 0,-4-9 1 0,4 9-1 0,-3-6-5 16,3 6 3-16,0 0-5 0,0 0 3 0,7-10 3 16,-1 9 2-16,4-2 0 0,1-1-1 0,6-2 1 15,0-1 4-15,12-4 0 0,-4 3-1 0,0-3 2 16,2-2-2-16,-10 6 3 0,2-4 0 15,-4 0 0-15,1 1-4 0,-5-1 6 0,-2 2 1 16,0-1 0-16,-4-1 1 0,1 2 10 0,-3-2 9 0,0 0-1 16,-2-1 0-16,-1-4-3 0,0 4-4 0,-3 3 0 15,1-3 4-15,0 2-3 0,0 4 9 16,2 6 1-16,-4-12-2 0,3 8-6 0,1 4-5 16,0 0-7-16,0 0-1 0,0 0 3 0,0 0 8 15,0 0 6-15,-3 39 5 0,6-10 2 0,-2 6 7 16,-2 13 1-16,-2-2 5 0,-2 6 9 0,-2 1-4 15,0 0-5-15,2 0 5 0,-5 1-8 0,8 0 3 16,-6-3-10-16,2 1 3 0,1-3-11 0,3 0 7 16,-2-4-9-16,2-9 3 0,-1-1-8 0,1-2 2 15,-1-2-22-15,6-3-28 0,-1-4-36 0,-4-5-42 16,-1-2-48-16,-2-2-38 0,3-4-52 0,0-4-58 16,-2 1-271-16,4-8-617 0,-11 9 273 0</inkml:trace>
  <inkml:trace contextRef="#ctx0" brushRef="#br0" timeOffset="135214.24">14218 4655 94 0,'7'-10'235'0,"-3"5"-21"16,-4 5-24-16,17-10-20 0,-11 4-16 0,5 0-15 15,3-2-16-15,3 0-9 0,2 1-12 0,8-3-35 16,-2 0-46-16,1 1-65 0,-1-4-77 0,-5 4-122 15,-1-1-264-15,-2-3 117 0</inkml:trace>
  <inkml:trace contextRef="#ctx0" brushRef="#br0" timeOffset="136215.03">14487 3995 78 0,'2'-8'203'0,"6"-1"-3"0,0-1-11 16,-3-1-9-16,4-3-9 0,1-2-14 0,-2 2-6 15,5-3-4-15,-3 0-4 0,0 1-3 16,-3 0-5-16,3 2-4 0,-2 0-7 0,-1 0 25 16,-7 2-15-16,5 0-8 0,-1-3-4 0,-1 2-5 15,-3 1 0-15,2 1-13 0,-2-2 6 0,0 3-6 0,0 4-3 16,0 6-6-16,0-13-4 0,0 13-18 0,0-10-6 15,0 10-6-15,0 0-10 0,0-10-8 0,0 10-9 16,0 0-11-16,0 0 5 0,0 0-9 16,0 0-1-16,0 0-7 0,0 37 2 0,0-21 0 15,0-3-4-15,2 4 2 0,-2-5-3 0,4 4-11 16,-1-3 10-16,1 2 0 0,-2-5-4 0,3 2 5 16,-1-3-4-16,2 0 0 0,0-3 9 0,0 0-6 15,3-1 2-15,1 0-6 0,0-4 1 0,2 0-3 0,1-1 10 16,-2-2-2-16,0-4-6 0,1 0 2 15,-1 1 4-15,1-1-3 0,-2-3 0 0,2-5 0 16,-3 3 5-16,-2-3 0 0,0-3-8 0,-1 2 2 16,1-4 1-16,-1 2-5 0,-1-9 2 0,-5 7-2 15,3-6-1-15,-3 4 1 0,2-4-14 0,0 2 14 16,-1 2-2-16,-2 3 1 0,1 0 6 0,0 7-7 16,-2-1-2-16,1 1 0 0,1 4 2 0,0 7-1 15,0-8-6-15,0 8-7 0,0 0-2 0,0 0 7 16,0 0 0-16,0 0 0 0,0 30 1 0,-1-3 1 15,-2 1 5-15,3 5 3 0,-2 0-9 0,4-4 2 16,-6 1-1-16,8-2 4 0,-4 0 4 0,5-3-7 16,-1-6 1-16,-2-3-13 0,4-4 20 0,0-1-5 15,2 0 5-15,-3-3-2 0,4 2-5 0,0-6-2 16,-2 0-5-16,2-1 9 0,0 0-3 0,-9-3-1 16,20-5-3-16,-10 2 0 0,0-3 1 0,-3-4 0 15,3 2 8-15,1-6-7 0,-5-2 6 0,2 1-3 16,-3-3-1-16,0 2 1 0,-2 0 3 0,1-2 2 15,-4 1-1-15,0 1 0 0,0 2-15 0,0 4 26 16,0 0-13-16,-3 1 1 0,3 9-8 16,-1-10 0-16,1 10-8 0,0 0 3 0,0 0 2 0,0 0 11 15,0 0 7-15,0 0 7 0,-4 39 6 0,2-13 0 16,0 0-4-16,0-3 4 0,2-2 2 0,-3 3-1 16,1 1-3-16,0-5-1 0,4-1 4 0,-4-3-8 15,4 2-8-15,-4-1-28 0,4-7-30 0,-1 3-37 16,0-3-42-16,2 0-52 0,-3-10-73 0,2 12-273 15,-2-12-577-15,0 0 256 0</inkml:trace>
  <inkml:trace contextRef="#ctx0" brushRef="#br0" timeOffset="136369.87">14937 3674 1911 0,'0'-15'135'0,"0"-2"-73"15,0 5-26-15,-2 2-11 0,2 3-8 0,-1 0 6 16,1 7-12-16,0-14-1 0,0 14-5 15,1-9 0-15,-1 9-14 0,2-8-26 0,-2 8-50 16,6-6-43-16,0 3-203 0,-6 3-358 0,13-6 158 16</inkml:trace>
  <inkml:trace contextRef="#ctx0" brushRef="#br0" timeOffset="136525.06">14737 3449 1904 0,'-16'-4'69'0,"3"0"-35"0,3 0-16 16,1 1-8-16,1 1-8 0,8 2-1 0,-12-5-2 16,12 5-6-16,-6 0 0 0,6 0 3 0,-4 8-32 15,4-8-40-15,4 18-52 0,2-1-169 0,2 8-321 16,0-3 142-16</inkml:trace>
  <inkml:trace contextRef="#ctx0" brushRef="#br0" timeOffset="136902.97">14595 5045 209 0,'0'0'230'0,"2"12"-11"0,-2-5-5 0,0-7-2 15,1 11 2-15,0-2-4 0,0-2-7 0,-1-7-12 16,2 14-8-16,-2-14-18 0,0 9-5 0,0-9-3 16,2 7-10-16,-2-7-3 0,3 6-5 0,-3-6 3 15,0 0-1-15,1 7 2 0,-1-7 1 0,0 0 1 16,0 0-3-16,0 0-7 0,0 0-5 0,0 0-15 16,0 0-5-16,0 0-12 0,13-16-10 0,-9 6-13 15,2-5-8-15,1 1-9 0,3 1-6 0,-4 2-2 16,4-3-20-16,-2 6 5 0,1-2-4 0,-1 4-8 15,-5 1-8-15,4 2 2 0,-1 1-11 0,-6 2-9 16,16 2-19-16,-10 0-14 0,5 1-32 0,0 4-25 16,-1-3-33-16,0 2-28 0,3 0-31 0,-3 2-40 15,3-2-46-15,4-1-36 0,-1 0-35 0,1-2-185 16,2-3-570-16,4-3 253 0</inkml:trace>
  <inkml:trace contextRef="#ctx0" brushRef="#br0" timeOffset="154459.54">10037 7810 66 0,'-1'-5'129'16,"1"5"-11"-16,0 0-6 0,0-9-9 0,0 9-17 15,0 0-10-15,0 0-2 0,0 0-16 0,0 0 1 16,0 0-4-16,10 16 0 0,-4-1-2 0,1 12 21 15,-2 3-12-15,0 4-1 0,3 11 1 0,-6-12-7 0,-1 13-6 16,2-11 3-16,2 1-5 0,-1-3-4 16,1-2-2-16,3-5-4 0,1-1 1 0,1-11-7 15,-2 2-2-15,2-1 1 0,0-5-4 0,-1-2 9 16,3-2-2-16,-1-2 4 0,0-2-9 0,1 1 0 0,1-5 0 16,0-1-3-16,3-3-2 0,-2-3 0 15,1-4-3-15,-2 1-4 0,5-8-1 0,-6 3-3 16,3-4 1-16,-4-1 1 0,-4 2 11 0,1-3-3 15,-2 5-1-15,-4 1 2 0,2-3-10 0,-4 4 1 0,2-4-2 16,-2 8 0-16,1 1 4 0,-1 2-6 16,0 9-1-16,0-12-5 0,0 12-2 0,2-4 6 15,-2 4-8-15,0 0 0 0,0 0 2 0,0 0 9 0,9 23-11 16,-5-10 2-16,0 2-4 0,2-1 2 0,1 3 1 16,1-1-2-16,2 0 3 0,0-1-2 0,3-1 2 15,2-2 1-15,-5-5-1 0,3 6 0 16,0-4 0-16,-2-2 1 0,6-1-2 0,-7-2 3 15,4-1-3-15,-2-3-7 0,1 2-4 0,-1-4-6 16,1-1-4-16,-1-1-3 0,-2-1-7 0,-1 1-4 0,0-2-5 16,-2-1-11-16,0-3-16 0,-3 1 1 0,-2-1 4 15,1-6 7-15,-2 4 20 0,-1-6-13 0,-1 6 4 16,1-5 1-16,-1 1 8 0,-1 1 10 0,2 1 3 16,2 4 5-16,-2-1 0 0,1 0 11 0,3-1-6 15,1 2 2-15,1-5-4 0,-1 5 11 0,5-5-4 16,3 1-2-16,0 0 1 0,6-5 4 0,-1 2-6 15,-3 4 4-15,-1 0 2 0,3-3-1 16,-3 5-4-16,3 0 5 0,-4-2-7 0,2 2 11 0,-4-3-4 16,2 2 4-16,-7 1 5 0,2 1 0 0,-3 0 4 15,-1 1 7-15,-3-1-3 0,2-3-2 0,-3 4 1 16,-3-3-4-16,0 0 8 0,1 1-6 0,-3 0 2 16,3 7 8-16,-2-2-5 0,0-1-2 0,4 7 0 15,-8-6-6-15,8 6-2 0,0 0 0 0,0 0 2 16,-6 19 23-16,7-5-10 0,-3 11-4 0,0 4-2 15,2 1 5-15,-1 4-1 0,2 0-6 0,-1 1 2 16,3 11 1-16,0-12-3 0,-2 0 4 0,-1-2-7 16,2 3 4-16,2-3-1 0,-3-6 1 0,2 2 0 15,-1-3-1-15,0-4 2 0,-1-5-3 0,0 0 0 16,2-3 1-16,-2-3-2 0,4 0-1 0,-5 0-1 16,3-4 0-16,-1 0-3 0,-2-6 10 0,3 10-11 15,-3-10 1-15,5 6 2 0,-5-6-1 0,0 0 4 0,4 3-10 16,-4-3-5-16,0 0-5 0,0 0-1 15,6-19 1-15,-2 9 1 0,3 0 2 0,-3-1-1 16,0 1 0-16,1 0-1 0,1 2-4 0,-1-2 1 16,0 6 5-16,0-1 3 0,-5 5-1 0,13-6-1 15,-7 5-1-15,-6 1-4 0,10 0 9 0,-10 0-3 0,16 2 2 16,-9 1-2-16,1-1 0 0,2 2 0 16,-1-1 1-16,2 0-1 0,0 1 3 0,-5-1 2 15,6 0 1-15,2-1 0 0,-1-1 1 0,2-1-2 16,3-1 3-16,-5-1-6 0,2 1 0 0,-1-1-5 15,-1-1 4-15,-2-2-4 0,2 1 3 0,-2-1-2 16,-1 0 3-16,-3 2 0 0,1-1 1 0,-3 0-1 16,0 1 0-16,-5 3 2 0,9-7 3 0,-5 4-6 15,-4 3 2-15,0 0 3 0,8-3 1 0,-8 3-4 0,0 0 4 16,5-3-4-16,-5 3-2 0,0 0-3 0,0 0 7 16,0 0-5-16,0 0-4 0,0 0 7 0,0 0 0 15,0 0-4-15,16 4 3 0,-16-4 1 0,0 0-3 16,8 2-2-16,-8-2 4 0,7 0 0 0,-7 0-1 15,0 0 0-15,0 0 5 0,0 0-5 0,11-1 3 16,-11 1-1-16,0 0 1 0,0 0-6 0,0 0 1 16,7 1 0-16,-7-1-2 0,0 0 5 0,4 8-4 15,-4-8 0-15,3 10 7 0,0 1 1 0,-2 3 6 16,-2 5-1-16,-1-1 3 0,1 9-2 0,-4 2-2 16,-1 5 8-16,0 0-10 0,0 0-2 0,0 12 2 15,0-12-12-15,1 0-24 0,3 1-25 16,-1-5-20-16,6-1-27 0,-1-1-24 0,3-2-119 15,-1-1-267-15,3-7 118 0</inkml:trace>
  <inkml:trace contextRef="#ctx0" brushRef="#br0" timeOffset="154921.41">12356 8052 2455 0,'2'-17'14'15,"-2"1"3"-15,-5 0-6 0,1 5-13 0,-5-3 4 16,2 6-6-16,-1 1 1 0,1 1 3 0,-2 4 18 16,-5 1-4-16,4 4 0 0,-3 1 3 0,-2 5 1 15,-7 7-1-15,2 2 1 0,-1 1-1 0,3 3-4 16,3 0 3-16,1 1-2 0,5 2-4 16,0-7 0-16,5 0-5 0,4-1 4 0,-2-6-3 0,4 1-4 15,2 0-2-15,3-2 3 0,1-3-3 0,4 1 0 16,-1-3-4-16,5-3-1 0,2-2-1 0,0 0-2 15,-1-6 0-15,0 2-3 0,2-4 3 0,-3 0 0 16,-2-4-3-16,0-2 0 0,-4-1 1 0,0 1 2 16,-1-5 0-16,-5 0 1 0,-2-1 0 0,-2 0 1 15,0-6 3-15,-2 0 3 0,-2 2-1 0,-4-2 4 16,2 2-1-16,-1-2-1 0,-1 7 10 0,1-6 5 0,-2 1-1 16,4 8 8-16,-2-1-3 0,1 0-1 0,1 7 4 15,0 0 3-15,1 1-2 0,2 2-7 16,2 7-2-16,-4-9-5 0,4 9-4 0,0 0 0 15,0 0 0-15,0 0-3 0,0 0 2 0,-3 35 0 16,6-7-3-16,1 4 2 0,-4 2-1 0,2 12 1 16,-2-1-2-16,0-11 1 0,0 2-2 0,-2-4-13 0,4 1-10 15,0-3-16-15,0-2-28 0,2-2-9 0,0-7-16 16,1-2-21-16,1 1-32 0,2-4-20 16,2 1-25-16,-1-5-136 0,-3 0-350 0,3-6 155 0</inkml:trace>
  <inkml:trace contextRef="#ctx0" brushRef="#br0" timeOffset="155424.07">12481 8123 13 0,'0'0'197'0,"0"0"-26"0,0-7-15 0,0 7-9 16,0 0-7-16,0 0-6 0,0 0-8 0,-13 16-8 16,9-10-12-16,2 4-7 0,0-1-14 0,2-3-5 15,0 5-10-15,0-2-6 0,0 0-6 0,2-1-6 16,4-2-7-16,-4 0 0 0,3 1-2 15,2-2-5-15,2 0-4 0,-2 1-6 0,4-6-3 0,0 4-4 16,-2-5-10-16,-9 1 0 0,15-2-5 0,-7 1 2 16,-8 1-8-16,11-6 0 0,-7 2-1 15,0-1 4-15,-1 0-5 0,-3 5 5 0,2-12-1 0,-2 1-3 16,0 2-1-16,0 0 2 0,0-2-2 0,2 2-3 16,0-4 1-16,-2 3 2 0,3 1 0 0,-1 0 0 15,5 1-4-15,0 2 6 0,1 2 2 0,2 0-2 16,1 2-1-16,-1 2-1 0,1 1 1 0,2 4 0 15,0-3 5-15,-2 4-1 0,2-2-3 0,-1 3 3 16,-1-2-6-16,-2 0 3 0,1 2 1 0,-2-3 0 16,-2-1 0-16,-1 2 7 0,3-1-7 0,-8-4-1 15,8 4 3-15,-8-4 7 0,5 3 5 0,-5-3 10 16,0 0-1-16,0 0-3 0,0 0-3 0,0 0 1 16,0 0-5-16,6-19-1 0,-6 7-1 0,4 2-4 15,2-7 3-15,0 1-8 0,-1-1 2 0,5 0 2 16,0 0-1-16,-1 1-4 0,2-4 3 0,0 8 1 15,3 2-7-15,-6 2 3 0,-1 1-3 0,3 3-1 16,-2 1 3-16,-1 3 0 0,-7 0 5 0,20 2-3 16,-11 3-3-16,1 0 6 0,0 4-4 0,-1 0 2 15,-2 1-2-15,5 3 1 0,-8-1-2 0,2 3-16 16,-3 1-26-16,-3 0-25 0,2 0-45 0,-4-4-33 16,2 0-55-16,-5 0-102 0,1-2-326 0,0-1 145 15</inkml:trace>
  <inkml:trace contextRef="#ctx0" brushRef="#br0" timeOffset="155615.19">13021 7695 153 0,'-4'-5'205'0,"4"5"-20"0,-6-8-22 16,6 8-18-16,-4-7-25 0,4 7-27 0,0 0-19 15,0 0-36-15,0 0-30 0,0 0-41 0,0 0-47 16,0 0-99-16,18 18-193 0,-9-15 86 0</inkml:trace>
  <inkml:trace contextRef="#ctx0" brushRef="#br0" timeOffset="155788.79">13297 7560 88 0,'0'-6'216'0,"0"6"-8"0,5-9-22 0,-5 9-16 0,0-7-20 16,0 7-16-16,0 0-14 0,0 0-9 0,0 0-5 15,0 0 9-15,4 35-8 0,-2-5-5 16,0 0-5-16,-2 4-8 0,2 12-10 0,-2 1-9 0,0-1-3 16,-2-11-8-16,2 10-2 0,0-12-11 0,-2-3-2 15,2-5-30-15,0-6-29 0,-2 2-15 0,4-3-36 16,-4-3-45-16,4-4-47 0,-2-2-185 16,-2 1-371-16,-2-4 164 0</inkml:trace>
  <inkml:trace contextRef="#ctx0" brushRef="#br0" timeOffset="155943.54">13147 7942 111 0,'8'-6'176'16,"9"-3"2"-16,-2 1-31 0,1 1-12 0,4 0-12 16,0-1-15-16,7 1-22 0,5-1-34 0,-1 3-39 15,3-3-39-15,4 3-41 0,1 2-106 0,-6 0-188 16,7 2 84-16</inkml:trace>
  <inkml:trace contextRef="#ctx0" brushRef="#br0" timeOffset="156976.79">13975 7905 2 0,'-6'-19'293'16,"-1"2"-24"-16,5 4-21 0,-1 3-22 0,1 1-23 15,2 3-25-15,0 6-18 0,-4-8-18 0,4 8-14 16,0 0-13-16,0 0-15 0,0 0-7 0,11 19-7 16,-4-5 8-16,2 1-11 0,0 0-3 0,4 1-12 15,-2 0-6-15,3-2-6 0,4-1-6 0,-3-3 0 16,5 0-8-16,-1-4-4 0,0-3-2 0,0 1-3 15,2-4-1-15,-4-4-4 0,1 3-2 0,-5-2-1 16,-3-3 0-16,1 0-2 0,-4-1-6 0,1 1 0 0,0-2 0 16,-4-2-3-16,-2 0 3 0,-2-1-7 15,0 0 2-15,-2-1 2 0,0 3 4 0,2-1 1 16,0 1 8-16,0 9 1 0,-2-13 2 0,0 8-5 16,2 5-8-16,0 0-3 0,0 0 0 0,0 0-6 15,0 0-2-15,8 23 4 0,-3 3-2 0,-1 7-1 0,4 18-1 16,0-2 2-16,-6 0 1 0,11 5-3 15,-7-5 0-15,0-2 2 0,-2 0-3 0,-1 1 3 16,1-12-2-16,-4 0-1 0,-2 8 1 0,4-8 1 0,-2-4-5 16,0 2-1-16,-4-4 6 0,2-1 0 0,-1-1-5 15,-7-4 1-15,2-1-2 0,-1-6 4 16,-1-2-2-16,-1-1-7 0,5-3-15 0,-3-4-12 16,-2-1-12-16,-1-5-12 0,-2-2-7 0,-1-2-4 15,-3-7 1-15,5-1-2 0,-3-3 4 0,5-4 4 0,0-5 3 16,2-8 3-16,4 1-2 0,1-4 6 0,8-1-5 15,5-10 9-15,3 0-3 0,-4 10 1 0,11-8 4 16,2 1 4-16,-2 0 5 0,-1 10 5 16,4-9 0-16,3 0-1 0,-5 10 1 0,3 2 5 0,-1-1-1 15,-1 2 5-15,-1 0 2 0,1 0 2 0,-2 0-3 16,0 3 10-16,-4 3-5 0,0 3 6 0,-4 4-1 16,-4 5 9-16,0-1 4 0,-3 2 2 0,2 5 2 15,-2-2-1-15,-2 1-5 0,-2 5-1 0,4-7-1 16,-4 7-2-16,0 0 5 0,0 0 0 0,0 0 5 15,0 0 3-15,-4 30 0 0,2-12 1 0,1-1 1 16,-1-1-1-16,2 0-1 0,2 4-1 0,-1-4-4 16,-1 0 1-16,4-4 1 0,1 1-1 0,-1-3 1 15,2 0 1-15,2-2 3 0,2 0 0 0,-1-4-5 16,1-1 3-16,1-1-2 0,0-2-1 0,3-2 0 16,-4 1 3-16,0-3-6 0,2-2-3 0,-4-1 0 15,-1-2-3-15,-1 0 0 0,0-4 0 0,-4 4 2 16,-1-2-3-16,0-2 0 0,-2-2 5 0,-2-2-3 15,-3 1-4-15,0-3 0 0,1 4 1 0,-1-2 1 16,2 2-1-16,1-3 0 0,-1 8-4 0,2-2 4 16,1 2-1-16,1 2-2 0,0 8 4 0,5-10-3 15,-3 6-3-15,-2 4 2 0,13-4 0 0,-4 5 2 16,2 3 13-16,1 2-14 0,-3 1-2 0,2 2 3 16,-2 0 1-16,2 3 2 0,0 1-1 0,-4-1-2 15,4 1 1-15,-1 2 3 0,-3-4 1 0,-1-3 4 16,3-1-3-16,0 1 4 0,-3-2-4 0,1-2 9 15,-1 0-1-15,3-2-1 0,-1-2 1 0,-8 0-3 16,19-4 1-16,-9-1-1 0,-1-1-1 0,1-1-1 16,0-2 2-16,-1-1 1 0,2 1-3 0,-2-2 4 15,0-3 4-15,0 0-5 0,-3 4-1 0,0-2 8 16,1 4 7-16,-3-1 1 0,-2 3 0 0,2 1-5 16,-4 5-5-16,3-8-1 0,-3 8-1 0,0 0-2 15,0 0-2-15,0 0-2 0,10 21 0 0,-9-6 3 16,-2 2-4-16,1 10 4 0,1-3-10 0,-2 4-34 15,-2-1-57-15,6-2-56 0,-2 3-74 0,-5-3-130 0,7-7-383 16,0-1 170-16</inkml:trace>
  <inkml:trace contextRef="#ctx0" brushRef="#br0" timeOffset="157645.97">15829 7655 64 0,'-9'-13'278'0,"-3"0"-15"0,7 4-13 0,-3 1-21 0,1 2-19 15,-1 3-21-15,-1 1-21 0,-1 1-19 16,-4 4-13-16,-3 5-14 0,-2-1-14 0,2 6-10 16,1-2-10-16,2 2-8 0,2 0-10 0,2 1-7 0,4-4-8 15,2 1-9-15,0-2-14 0,4 1-9 0,4-1-5 16,0 0-9-16,2-2-7 0,0 0 2 0,1-2-5 15,0-1 0-15,0 0 4 0,-1-2-3 16,-1 2 1-16,-5-4 2 0,12 2 4 0,-8 1-4 16,-4-3 2-16,7 1 1 0,-7-1 0 0,0 0-6 0,8 2-2 15,-8-2 0-15,0 0-1 0,5 7-1 0,-1 0 1 16,4 3 0-16,1 4 1 0,0 4-5 0,4 9 6 16,0 1-2-16,3 4 3 0,0 11 0 0,1-11 0 15,-2 11-1-15,-2-8-6 0,1 8 7 0,-4-11 2 16,3-1-2-16,-4 4 3 0,-1 10-1 15,-1-9 0-15,-3 10 2 0,-1-11 0 0,-6-1 1 0,-2 2-1 16,-4-3 1-16,-2-1-2 0,-10 11 0 16,1-15 1-16,-2 0-12 0,-1-3-3 0,0-9-2 0,2 6 1 15,4-12 1-15,1 0-3 0,0-6-1 0,4-4 1 16,2-2-10-16,0-4 0 0,2-5-2 0,3-6 5 16,2-9-4-16,3-2 7 0,5-8-1 15,6-8 1-15,7 0 7 0,0-1-1 0,7 3-4 0,-1 0 4 16,3-2-1-16,1 2 4 0,0 1 2 0,-6 11-3 15,4-13-1-15,-1 3 8 0,-2 9-4 0,-2 4 3 16,8-13-1-16,-6 11 2 0,-4 3 6 16,3-4-1-16,-4 3-7 0,-4 3 8 0,1 0 2 0,-2-1 0 15,-4 8-7-15,0-2 8 0,-4 1-5 0,2 1-1 16,-5 2-1-16,-1 4-3 0,-1 1 5 0,0 0-2 16,0 3-1-16,0 7 0 0,0-10 2 0,0 10-3 15,0 0 1-15,-9-1 1 0,9 1-2 0,-11 16 4 0,-1-3 6 16,2 9-3-16,1 4 1 0,-1-1-1 15,5-2 0-15,-1 2 2 0,6-6-5 0,-3-1 6 16,6 1-4-16,2-3 4 0,0 1-2 0,2-6-1 16,0 0-14-16,7-1-12 0,1-1-40 0,2-2-35 0,3-4-49 15,3-3-51-15,-2-3-123 0,6-3-346 16,-2-4 153-16</inkml:trace>
  <inkml:trace contextRef="#ctx0" brushRef="#br0" timeOffset="157831.87">16356 7625 149 0,'-1'-7'163'0,"-1"2"-8"0,2 5-11 0,-3-8-23 15,3 8-7-15,0 0-3 0,0 0-1 0,0 0-3 0,1 26-3 16,1-3-8-16,-2 5-9 0,1-1-10 0,0 2-5 16,0 3-10-16,-1 0-3 0,2-2-4 15,-4 2-20-15,4-3-23 0,-1 0-35 0,-2 0-27 0,2-9-38 16,-1 4-42-16,-1 3-127 0,-1-11-279 0,0-4 123 15</inkml:trace>
  <inkml:trace contextRef="#ctx0" brushRef="#br0" timeOffset="157996.34">16244 7864 144 0,'-1'-9'246'16,"1"9"-33"-16,0 0-14 0,8-9-19 0,-1 5-16 15,2 0-21-15,5-1-26 0,3-3-27 0,3 5-36 16,8-5-39-16,1 0-54 0,7 2-50 0,-1 1-151 16,-2-3-259-16,0-2 114 0</inkml:trace>
  <inkml:trace contextRef="#ctx0" brushRef="#br0" timeOffset="158322.97">17330 7606 2567 0,'1'-30'12'15,"-1"1"5"-15,-2 4 33 0,1 8-18 0,-2 7-8 0,3-2-6 16,-1 2-14-16,1 4 1 0,0 6-7 0,-3-10 1 16,3 10-1-16,0 0 0 0,0 0 0 0,0 0 4 15,0 0 4-15,5 50 3 0,-2-21 14 16,1 5 3-16,0 14 4 0,-1 6 0 0</inkml:trace>
  <inkml:trace contextRef="#ctx0" brushRef="#br0" timeOffset="158422.1">17338 8319 1842 0,'-4'8'-212'0,"0"0"-288"0,0-2 87 0,2-2 2 0</inkml:trace>
  <inkml:trace contextRef="#ctx0" brushRef="#br0" timeOffset="158669.97">17022 7893 1376 0,'4'-1'68'0,"1"2"-111"0,3-4 59 16,2 3-40-16,0-3 23 0,9 2-10 0,2-3-5 16,7-2 6-16,4 3 4 0,0-3-1 0,0-1-8 15,2-1 8-15,1 2-4 0,1-2 10 0,-3 2-11 0,-1-2 5 16,-3 2-15-16,-1 0 11 0,-7 0-2 15,-2 5 0-15,-2-2-1 0,-5 0 0 0,-1 3 11 16,-4-2-2-16,2 1 4 0,-9 1 4 0,10 0 3 16,-10 0 1-16,0 0 3 0,7-6-10 0,-7 6 18 15,0 0-17-15,0 0 3 0,0 0 1 0,0 0-8 16,0 0-9-16,-28-4-13 0,21 2-27 0,7 2-24 0,-15 2-105 16,4 0-194-16,0 0 86 0</inkml:trace>
  <inkml:trace contextRef="#ctx0" brushRef="#br0" timeOffset="159082.26">17423 7576 14 0,'-3'-8'150'0,"-2"0"-8"0,1 2-4 15,1-1 4-15,3 7-10 0,-7-9-6 0,4 4-18 16,-1-1-2-16,4 6-22 0,-6-7-1 0,6 7-8 16,-8-2-10-16,8 2-7 0,0 0-8 0,0 0-6 15,-18 13 0-15,12-3-4 0,-2 6-3 0,-1 12-3 16,3 0-1-16,1 1-1 0,-2 3-4 15,4 4 0-15,0-1-2 0,2 10-3 0,2-10 1 0,0 11 2 16,2-15-4-16,-1 3-12 0,5-3 12 0,-1-2-2 16,2 4 3-16,1-5 1 0,1 1-5 0,-2-2-2 15,-1-4 6-15,0-4-9 0,-1 0 2 16,0-1-1-16,0 0-4 0,-3 1 3 0,0-4 1 0,1 2-5 16,-4 0 2-16,0-2-21 0,0-2-16 0,-4-2-21 15,1 0-19-15,1-1-18 0,-1-4-16 0,-3 1-25 16,1-2-33-16,-5-2-106 0,-2-3-282 0,2 0 124 15</inkml:trace>
  <inkml:trace contextRef="#ctx0" brushRef="#br0" timeOffset="159421.41">17248 7929 56 0,'9'-7'126'0,"7"-2"-13"0,-2 1 6 0,4-2-10 15,1 1-12-15,0 1-6 0,5-3-7 0,4 1-24 16,-2 3 8-16,-7-1-7 0,9 2-6 0,-7 1-8 0,-1-1 0 16,-1 3-14-16,2 0 4 0,-10 2-16 15,2-3 5-15,-3 1-12 0,-2 2 4 0,-2-1-5 16,-6 2 1-16,13-2-3 0,-13 2 10 0,7-1-5 16,-7 1-3-16,0 0 1 0,0 0 9 0,3-6 7 15,-3 6 7-15,0 0-4 0,0 0 5 0,0-9-1 16,0 9 5-16,0 0-3 0,0 0-2 0,0 0-9 15,0 0-1-15,0 0-1 0,0 0-10 0,0 0 0 16,0 0-3-16,0 0 4 0,2 20 0 0,-1-5-3 0,3 2 1 16,-2 1-2-16,2-4-2 0,-1 7 1 0,0-2-3 15,0 0 1-15,0 2-6 0,-2-2-16 16,0 0-20-16,3 0-28 0,-3-3-33 0,2-2-37 16,-2-3-141-16,-2 0-292 0,0 0 129 0</inkml:trace>
  <inkml:trace contextRef="#ctx0" brushRef="#br0" timeOffset="159586.91">17558 7733 19 0,'0'0'110'0,"-3"-8"-35"0,3 8-23 0,-2-6-23 16,2 6-8-16,0 0-20 0,0 0-9 0,0 0-43 0,0 0-53 15,20 14 24-15</inkml:trace>
  <inkml:trace contextRef="#ctx0" brushRef="#br0" timeOffset="159747.4">17778 7774 111 0,'6'3'123'0,"1"0"-4"0,4 1 2 16,0 0-6-16,1 3 6 0,-2-2-8 0,0 1-2 15,2 0-8-15,-2 0-8 0,3-1-11 0,-2 0-10 16,0 2-3-16,1-1-5 0,-3-1-8 0,3 3-10 15,-1-5-3-15,-1 4-6 0,1 0-22 0,-1-2-44 16,-1-1-30-16,-3 0-31 0,1 2-29 0,-1-3-108 16,-2 1-242-16,-4-4 107 0</inkml:trace>
  <inkml:trace contextRef="#ctx0" brushRef="#br0" timeOffset="159915.41">18037 7759 144 0,'-4'-6'196'0,"-1"2"-12"0,3-3-22 15,2 7-23-15,-7-4-10 0,7 4-12 0,0 0-5 16,-17 12-4-16,5 1-4 0,-2 7-11 0,-2 0-7 16,2 2-11-16,-2 5-8 0,1 0-7 15,-4 2-3-15,0 2-2 0,0 0-15 0,0-1-20 0,1-1-30 16,-2 2-42-16,-1-5-43 0,3 1-49 0,-4-1-131 16,2-4-297-16,6-1 132 0</inkml:trace>
  <inkml:trace contextRef="#ctx0" brushRef="#br0" timeOffset="161141.97">18750 7518 110 0,'-4'-9'138'0,"-1"1"2"0,0 2 5 0,3 1-9 16,-5 1 0-16,7 4-11 0,-8-7-19 0,8 7-9 0,-9-1-8 15,9 1-8-15,-10 8 4 0,6 2 0 0,-2 4 1 16,3 7 1-16,2 7-3 0,4 4 4 0,2 13-1 16,-3 5 1-16,4-3-6 0,2 3-5 0,1 2-7 15,0-1-2-15,-1 0-9 0,-2-1 1 0,1-2-5 16,-2-1-1-16,-1-1-9 0,-2-15-2 0,5 3-8 15,-6-2 0-15,0-2-6 0,2 1 0 0,-2-1-9 16,0-4-16-16,3 3-19 0,-4-10-27 0,0-2-30 16,0 0-36-16,0-5-45 0,0-2-36 0,0 1-175 15,-2-4-393-15,2-7 174 0</inkml:trace>
  <inkml:trace contextRef="#ctx0" brushRef="#br0" timeOffset="161457.41">18675 7993 28 0,'7'-13'155'16,"2"0"-21"-16,2-2-12 0,2 4 4 0,3 1-13 15,2 1-2-15,-3 1-8 0,4 2-4 0,-2 3-9 16,3 0-11-16,1 3-5 0,-1 3-1 0,7 4-9 16,-1 3-9-16,1 3-3 0,-3 1-6 0,-4 2-4 15,1 5 2-15,-5-4-6 0,-3 0-7 0,-3 1-5 16,0 0 2-16,-3-4-4 0,-1 3-1 0,-2-1 7 15,-2-4-13-15,-2 1 0 0,-3-2-3 0,0 1 1 16,-1-3-3-16,-3 1 0 0,-3-2-2 0,1-3-2 16,0 2 1-16,0-4 5 0,-4 0 8 0,7-3 3 15,6 0-6-15,-13-4 4 0,7 0-3 0,2-2-4 16,1-5 1-16,2-1-3 0,1-6-5 0,4-1 0 16,6-6 2-16,1-2-5 0,2 1 0 0,6-3-11 15,0 4-7-15,1-1-26 0,1 1-21 0,4 1-29 16,-1 2-21-16,3 2-40 0,-2 2-131 0,-6 8-302 0,7-3 134 15</inkml:trace>
  <inkml:trace contextRef="#ctx0" brushRef="#br0" timeOffset="161975.57">19330 8138 160 0,'0'0'169'0,"0"0"0"0,0 0 8 0,0 0-4 15,17-20-13-15,-12 9-14 0,5-3-3 0,0-3-13 0,2-5-3 16,1 0-5-16,0 0-10 0,1-2-14 0,-4 2-6 16,-1 4-9-16,2-7-5 0,-6 6-5 15,0 0-7-15,-1 3-6 0,-2-1-2 0,-4 0-5 0,2 5-6 16,-1-1-2-16,-2 1-4 0,-2 3-6 0,1 1-1 16,-2 0-5-16,0 4 2 0,1 0-3 0,5 4-3 15,-12 0-1-15,2 5-3 0,1 4 0 0,-1 4-1 16,-2 3-2-16,-1 6 0 0,3 5-7 15,1 0 3-15,4 2-1 0,4-1 7 0,0 0-9 0,2-2-2 16,3 0 0-16,3-7-4 0,2-1-4 0,2-4-4 16,3-1-6-16,0-1 2 0,1-2-3 0,9 1 2 15,-6-4-4-15,3-4-2 0,-2 0-1 0,3-3-1 16,-3-3-2-16,0 0-1 0,0-3 3 0,-2 0 2 16,1-2 1-16,-4-2 0 0,1-1 2 0,-2-3 3 15,-2 2 0-15,-3-2-1 0,0-3 4 0,-4 1 0 16,2-1 0-16,-2-1 2 0,-2 1 4 15,1 3 8-15,-2 3 7 0,-1 1 11 0,0 3-2 0,0 7-3 16,0-10-5-16,0 10-5 0,1-9-3 0,-1 9 0 16,0 0-2-16,0 0-1 0,0 0-2 0,0 0 5 15,-1 36 3-15,0-17-8 0,1 1-2 0,-2 4 1 16,2 4 1-16,-1 1 2 0,1-1-6 0,0-2 7 16,3 3 0-16,-2-5-3 0,0 4-1 0,3-5-3 15,-3 3-10-15,2-5-4 0,1-1-14 0,-2 6-15 16,0 0-14-16,0 3-9 0,2-4-41 0,-3-1-38 15,1-7-40-15,-2 0-45 0,0 0-117 0,0-4-375 16,-2-2 166-16</inkml:trace>
  <inkml:trace contextRef="#ctx0" brushRef="#br0" timeOffset="162158.87">19826 8142 48 0,'0'0'224'0,"0"-9"-23"16,0 9-20-16,0 0-15 0,0-11-20 0,0 11-12 16,3-5-28-16,-3 5-26 0,0 0-17 0,7-7-16 0,0 6-27 15,2-1-34-15,4-1-23 0,7 0-41 0,0 1-47 16,2-2-69-16,5-4-210 0,0 2 93 16</inkml:trace>
  <inkml:trace contextRef="#ctx0" brushRef="#br0" timeOffset="162735.07">20553 7803 39 0,'2'-7'195'16,"-2"-1"-3"-16,0 8 4 0,-3-11-5 0,1 4-6 15,2 7-18-15,-6-7-15 0,6 7-17 0,0 0-5 0,0 0 3 16,0 0 1-16,-12 17-5 0,8-5-13 0,-5 4-13 16,5 3-6-16,1 1-8 0,1 7-8 0,-1-2-3 15,3 0-11-15,3-4-10 0,1-3-2 0,1 0-5 16,0 0-1-16,5-2-7 0,8 2-1 0,-4-5-8 15,3-3 5-15,1-1-8 0,2-3-5 0,-2-3-1 16,2 3-5-16,-2-6-4 0,1-1-5 16,1-1-5-16,-2-1-6 0,-1-3-7 0,-5 1-2 0,2-4-3 15,-4-3-4-15,-3 2-4 0,-1-7 1 0,-1 2 1 16,-5-1-1-16,-2-1 2 0,-5-8-1 0,-2 0-1 16,-6-2 9-16,-2 1-7 0,-6 0 7 0,3 2-3 15,-2 6 2-15,-1-4 3 0,0 2 2 0,0 6 3 16,5 3 6-16,2 4-2 0,-1 1 6 0,5 3-4 15,1-1-4-15,3 5 0 0,8-1-2 0,-11 5-1 16,6-2 2-16,5-3 2 0,-3 10 1 0,3-10-3 16,13 12 3-16,-3-6 2 0,9-1-3 0,11-3-10 15,4-1-3-15,2-2 2 0,15-8-6 0,-1-2 0 16,0 0-1-16,-13 0 1 0,-4-3 0 0,0 1 5 16,-2-3 4-16,-3 2-3 0,-2-2 0 0,-3 3 1 15,-4-3 7-15,-4 2 0 0,-6 0 10 0,0-3 9 16,-1 3 5-16,-6 2-3 0,1-4 0 0,-2 1 8 15,-1 3 5-15,0 3 3 0,-1-1 5 0,1 10 1 16,-2-15 3-16,2 9-10 0,0 6-1 0,0 0-12 16,-1-9-2-16,1 9 2 0,0 0 6 0,5 26 1 15,-2 1 1-15,1 3 0 0,-2 5 2 0,5 14-3 16,-2 5 6-16,-3 3-12 0,5-2 1 0,-1 2 0 16,1 0-6-16,-4-4 0 0,4-3-3 0,-2 1 2 15,-3-3 4-15,6-2-13 0,-5-10-8 0,-1-3-11 16,1-1-20-16,4 0-14 0,-3 0-15 0,3-2-19 15,-1 1-20-15,1-1-29 0,1-2-36 0,-1 1-33 16,-1-5-46-16,-2-5-133 0,0-3-410 0,0-3 181 16</inkml:trace>
  <inkml:trace contextRef="#ctx0" brushRef="#br0" timeOffset="162969.43">21352 8032 24 0,'-1'-17'240'0,"-2"6"-15"0,3 0-19 0,-1 7-22 0,1 4-19 16,1-11-17-16,-1 11-5 0,0 0-7 0,0 0-3 15,17 15-9-15,-8 1-7 0,-1 7-11 16,0 2-7-16,1 4-12 0,-2 3-8 0,-1-2-9 16,-3 3-11-16,2-2-14 0,-4-1-14 0,0 1-20 15,-1-1-17-15,0-4-24 0,3 3-19 0,-3-4-26 0,-1-5-27 16,2-5-16-16,-1-1-10 0,1-4-11 0,0 2-25 15,-2-3-107-15,1-9-292 0,-1 11 129 0</inkml:trace>
  <inkml:trace contextRef="#ctx0" brushRef="#br0" timeOffset="163209.44">21414 7792 73 0,'13'-13'166'15,"2"1"-6"-15,0 2-9 0,-4 3-9 0,0 2-14 16,1 4 3-16,0 1 2 0,-1 1-16 0,0 4-4 16,-2 2-9-16,-2 1-7 0,2 7-1 15,-4 4-5-15,-1-2-8 0,-3 2-7 0,-3 7-11 0,-3-1 3 16,-4 4-6-16,-5-3-4 0,0 0-4 0,-2 0-9 16,-4 0-7-16,2-3 0 0,-1 2-3 0,0-3-14 15,-2-2-18-15,2-1-25 0,6-6-37 0,-1 0-40 16,7-3-37-16,0 0-39 0,1-1-135 0,2-2-336 15,4-7 150-15</inkml:trace>
  <inkml:trace contextRef="#ctx0" brushRef="#br0" timeOffset="163571.76">22014 7655 111 0,'8'-9'194'0,"0"1"-17"0,0 5-18 15,-1-1-8-15,-2-2-9 0,1 5-9 0,-6 1-11 16,14-2-4-16,-14 2 10 0,13 3-4 0,-5 4-13 16,-1-4-5-16,1 4-15 0,0 2-7 0,1-1-7 15,-2 1-7-15,0 1-10 0,0 5 0 0,-1-1-1 16,0 3-12-16,-2-8-2 0,-4 3-7 0,0 1-3 16,-3 3-2-16,0-6 0 0,-4 6-5 0,1-2 0 15,-5 3-5-15,1-5-2 0,1 2-2 0,-2 0-1 16,-1-3-3-16,1 2 1 0,-3-2-3 0,3-2 0 15,4 1-5-15,-2 0 1 0,-1 2-3 0,-2 1 1 16,4 0-2-16,-2-4-3 0,3 8 1 0,0-2 2 0,-2 3-2 16,3 0 1-16,-2 6-2 0,0-2 2 15,5 4-3-15,0-2 3 0,-3 1-2 0,3-5 4 16,1 6-4-16,2-1 2 0,0 0-3 0,-2-6-2 0,4-1-5 16,2 1-8-16,2 7-20 0,-2-6-36 0,1 3-51 15,0-5-54-15,0 0-57 0,3 6-123 0,-1-5-384 16,2-2 170-16</inkml:trace>
  <inkml:trace contextRef="#ctx0" brushRef="#br0" timeOffset="163727.12">22229 8920 73 0,'0'0'222'0,"0"0"-21"0,0 0-15 15,0 0-15-15,0 0-18 0,0 0-12 0,-8 2-15 16,8-2-14-16,0 0-26 0,-15-8-32 0,15 8-60 15,-12-8-38-15,3 3-67 0,-2 0-117 0,3-1-246 16,-3 1 109-16</inkml:trace>
  <inkml:trace contextRef="#ctx0" brushRef="#br0" timeOffset="165149.66">11379 9649 14 0,'-4'-12'213'15,"1"3"-15"-15,-2 3-21 0,4 0-19 0,1 6-15 16,0 0-8-16,0 0 1 0,0 0 11 0,0 0 2 16,28 19-9-16,-15-4-4 0,7 6-12 0,1 3-11 15,-1 0-1-15,3 3-13 0,-2-1-10 0,2 5-10 16,-4-3-10-16,1 2 0 0,0 0-8 0,-1 0-4 15,1-2-5-15,-3-3-4 0,-2 0-4 0,-1-4-4 16,-1-5-3-16,0-1-2 0,1-1-4 0,-7-4-5 16,3-1 0-16,-2-1-4 0,1 0 3 0,-4-2-8 15,2-3 1-15,-3 2 2 0,1-1 9 0,-5-4 2 16,0 0-8-16,0 0 2 0,10-12-5 0,-9 0 0 16,-1-5-4-16,-1-9 1 0,3 1-5 0,-2-4 2 15,0 1-1-15,4-5-2 0,-6 0-1 0,2-2-2 0,2-1-4 16,-4-13-1-16,4 15-1 0,-2-12-6 15,3 11-1-15,-1 0 2 0,4 3-2 0,-2 5-7 16,-2 8-6-16,4 3-10 0,-2 3-16 0,-3 4-23 16,3 0-21-16,0 4-7 0,-4 5-9 0,10-2-30 0,-10 2-18 15,20 7-17-15,-10 0-28 0,6 5-169 16,-5 3-396-16,3-1 176 0</inkml:trace>
  <inkml:trace contextRef="#ctx0" brushRef="#br0" timeOffset="165925.6">12207 9705 34 0,'-8'-4'184'0,"-3"2"0"0,-1 0-1 0,-6 2 5 16,3 0-4-16,-1 4-2 0,2 0-4 0,-3 4-11 0,0 1-8 16,4 2-11-16,-1 2-10 0,0 8-6 0,-1 1-10 15,5 2-9-15,-1 2-13 0,3-2-7 16,5-5-12-16,4 8-5 0,-2-3-10 0,7-5-5 15,-1-2-6-15,5 0-6 0,1-3-3 0,3-2-8 0,0 0 1 16,4-4-7-16,-3-1-6 0,3-4-3 16,3-2-7-16,-2 2-7 0,-3-4-5 0,0-5 2 0,2 2-4 15,-7-2-5-15,5-4 1 0,-5 0-2 16,0-4 0-16,1 0 3 0,-10 2-1 0,2-4 0 0,-2-2 1 16,-1 0 2-16,-1 0-4 0,0-1 3 0,-3 0 0 15,-1 2-4-15,-2-1 2 0,1 1 6 16,0 2-2-16,0 5 14 0,1 1-1 0,2-1 2 15,0 6-5-15,2 4-3 0,-4-7 1 0,4 7 1 0,0 0 3 16,0 0 2-16,0 0 5 0,10 33 1 0,-8-14-2 16,3 0 3-16,0 0-1 0,-2 6 0 0,3 3-5 15,2-1 4-15,1-2-5 0,1-6-2 0,-2-2 0 16,4 5-3-16,-1-9 2 0,-2 3-4 16,4-2-1-16,-1-2-1 0,1-6 0 0,3 3 1 0,-3-5-1 15,1-2-4-15,-3 0-4 0,0-2-1 0,3-2 2 16,-1 0-3-16,-1-5 1 0,-4 2 2 0,1 0 3 15,1-4-5-15,-5-1-5 0,-1 0 7 0,0-1-5 16,-2-6 1-16,0 1 2 0,1 1-1 0,-5 3-2 16,2-7 2-16,0 0-3 0,0 0 4 0,4 4-4 15,-4-3 0-15,4 2 9 0,-4 4-7 0,6 2-1 16,-2-3 0-16,2 4-4 0,-4 4-1 0,3 0 1 16,-5 5 3-16,9-3-1 0,2 3 0 0,0 3 1 15,-4 3 1-15,3 3 2 0,3 4-3 0,-3 0 3 16,0 3 2-16,1 1-2 0,-3 1 0 0,2-3 2 15,-1 2 1-15,0-2-3 0,1 1 5 0,-4-4-7 16,7 2 2-16,-3-4 4 0,3-2-2 0,-2-1 1 0,1-3 0 16,5 2 0-16,-1-3-4 0,1-3 3 15,-5-4-2-15,6-2-3 0,-2-2 3 0,1-1-2 16,-1-1 1-16,-2-2 0 0,-1-3 3 0,-1 1-3 16,-4 0 3-16,0-1 1 0,0-2 0 0,-6-1 0 0,1 0-2 15,-1-1 3-15,-4 1-2 0,-1 2-1 0,-1-2 2 16,-2 9-2-16,1-2 16 0,2 1 3 15,1 4 2-15,-2 1-1 0,4 5-4 0,-3-8-2 16,3 8-2-16,0 0 0 0,0 0 4 0,-12 15-5 0,9-5 4 16,-4 5 0-16,4 2-2 0,1 1 0 0,0 0-6 15,0 0 2-15,4 6-10 0,-2-3-13 0,5 2-18 16,-1-3-26-16,1-2-29 0,-1 0-43 0,1 0-61 16,2-2-58-16,-3 1-203 0,3-7-493 15,-2 1 218-15</inkml:trace>
  <inkml:trace contextRef="#ctx0" brushRef="#br0" timeOffset="166106.84">12891 9531 133 0,'0'0'89'0,"0"0"-23"15,15 20-31-15,-8-12-26 0,9 4-25 0,7 2-37 16,1 0-58-16,5 0 27 0</inkml:trace>
  <inkml:trace contextRef="#ctx0" brushRef="#br0" timeOffset="166436.51">13396 9677 126 0,'0'0'186'15,"0"0"-2"-15,-38 5-7 0,22 0 15 0,1 1-7 16,-2 1-2-16,0 3-2 0,-1 2-15 0,4 3-5 15,-6 4-10-15,0 2-13 0,4-1-9 0,2 3-13 16,6-7-12-16,1 7-8 0,3-4-9 0,4-3-11 16,2 0-6-16,0-5-5 0,4 0-6 0,3 2-8 15,1-5-2-15,-1-1-4 0,1 1-7 0,4-5-9 16,-1-2-6-16,1-2-2 0,4-8-7 0,3 4-2 16,-6-3-5-16,3 0-1 0,-5 0 0 0,-1-4-1 15,-1-2-4-15,-5 4 2 0,2 1-3 0,-2-2 3 16,-6-2-1-16,1 3 0 0,-1-2 2 0,0-1-3 15,0 4 2-15,-1-2 6 0,1 11 1 0,0-9 0 16,1 3-5-16,-1 6-3 0,0 0-4 0,0 0 5 16,0 0-1-16,0 0 9 0,0 0 1 0,0 0-2 15,6 35-1-15,-4-18-1 0,0 0-2 0,3 1 3 0,-3 1-5 16,5 0-14-16,0 7-24 0,-3-9-21 16,1 0-37-16,-1 0-46 0,2-3-48 0,4-4-44 15,-1-1-190-15,-5 1-455 0,8-3 201 0</inkml:trace>
  <inkml:trace contextRef="#ctx0" brushRef="#br0" timeOffset="166671.81">13701 9561 35 0,'-4'-19'234'0,"2"2"9"0,0 5 7 0,2 0-8 15,-2 2-17-15,2 4-24 0,0 6-21 0,0 0-6 16,0 0-8-16,0 0 3 0,0 0-5 15,6 38 5-15,-6-7-14 0,5 2-4 0,-3 1-14 0,2 13-14 16,-2-12-4-16,3 12-16 0,-3-11-4 0,0 0-14 16,-2 0-16-16,5-2 5 0,-5 0-9 0,3-1-20 15,-3-4-33-15,2-2-25 0,2-3-28 16,-2-5-27-16,-2-3-34 0,0-3-52 0,0 0-65 16,0-6-34-16,0 1-221 0,0-8-512 0,0 0 226 0</inkml:trace>
  <inkml:trace contextRef="#ctx0" brushRef="#br0" timeOffset="166948.28">13560 9844 137 0,'0'0'178'16,"0"0"-15"-16,14-8-4 0,-3 3 2 0,2 1-6 16,3-1-13-16,4 0-3 0,7-3-10 0,2 2-11 15,-2-3-9-15,4 2-7 0,0 1-3 0,-3-2-9 16,1 0-6-16,-7 4-14 0,-1-1 1 0,-4 3-8 15,0-1-2-15,-4 2-5 0,-2 1-4 0,-1 1 7 16,-2 1 18-16,-1 1-4 0,-3 1 4 0,3 1-4 16,-2 4 2-16,-3 2 6 0,2 0 3 0,-1 3-3 15,-2 3-8-15,2-2 5 0,-3 2-2 0,0 2-21 16,0-1-8-16,0-3-4 0,4 2-8 0,-6-5-25 16,4 6-22-16,3-2-30 0,-4-4-29 0,-1-4-44 15,1 5-45-15,2-6-47 0,-3 3-48 0,0-3-175 16,2-2-464-16,-2-5 206 0</inkml:trace>
  <inkml:trace contextRef="#ctx0" brushRef="#br0" timeOffset="167120.79">13821 9621 159 0,'-5'-8'215'16,"-2"0"-17"-16,5 2-17 0,2 6-19 0,-5-7-18 15,3 2-15-15,2 5-31 0,0 0-32 0,0 0-31 16,0 0-42-16,0 0-38 0,0 0-62 0,23 7-98 16,-14-1-222-16,5 1 99 0</inkml:trace>
  <inkml:trace contextRef="#ctx0" brushRef="#br0" timeOffset="167651.51">14137 9712 74 0,'-4'11'199'0,"1"-6"-2"15,-3-1 0-15,1 3 0 0,1 0 3 0,-1 3-11 0,-2 1-7 16,1 3-6-16,2 1-8 0,-2 0-11 16,4 1-10-16,-2-1-17 0,4 1-11 0,2-3-8 15,0-3-8-15,0 3-11 0,4-3-8 0,3 4-10 16,-1 0-7-16,1-5-5 0,1 0-7 0,0-4-4 16,4 0-2-16,0-3-7 0,-1 0-4 0,5-2-3 0,2-2-3 15,-9-1 1-15,0-3-2 0,-1 2-8 0,3-3 3 16,-5 0-5-16,-2-2-4 0,-2 0 0 15,3-1-3-15,-3-1 2 0,-2-2-5 0,-2 1-2 16,-4 0 0-16,0-3 6 0,1-2-8 0,-1 5 0 0,-1-3-10 16,3-1 1-16,-3 0-1 0,1 4-6 0,2 2-2 15,1-1-4-15,2 2 0 0,3 0-1 0,1 4 3 16,-1 0-4-16,-4 5 6 0,14 0 0 16,-2 3 6-16,1 1 7 0,2 5 14 0,-1 1-10 0,-1 3-1 15,3 2 1-15,-5 2 7 0,-2-1-1 0,4-1 7 16,-6 3-4-16,0-3-1 0,0 1 3 0,0 1-6 15,-7-4 4-15,2-1-3 0,-4-3 0 16,2 0-3-16,0-1 2 0,0-8 1 0,-4 10 9 0,4-10-12 16,0 0 3-16,-10 6-4 0,10-6 0 0,0 0 4 15,0 0-3-15,-11-16-3 0,9 6-4 16,2 1 6-16,4-7-8 0,0-4 1 0,1 1-2 0,5-6-14 16,4 1 11-16,0-2-8 0,4 3-1 0,2 1 0 15,0 3 2-15,1 1-2 0,-3 7 1 0,1 1 1 16,-2 3 0-16,2 2 1 0,-2 4 14 0,-4 1-9 15,3 6-1-15,-5-2 5 0,5 7-6 0,-3 1 4 16,-2 1 1-16,-1 2 0 0,-2 2 0 0,-1 2 2 16,-5 0-11-16,3-2-17 0,-5 2-26 0,1 7-30 15,-2-7-45-15,-2 0-49 0,7-2-50 0,-2 2-238 16,-1-6-505-16,0-2 225 0</inkml:trace>
  <inkml:trace contextRef="#ctx0" brushRef="#br0" timeOffset="167870.14">15186 9597 235 0,'2'-7'278'0,"-2"7"-10"16,0-12-19-16,0 12-19 0,0 0-3 0,0 0 1 16,0 0 0-16,0 0-17 0,0 0 2 0,3 39-32 15,-2-21-10-15,2 2-18 0,-1 4-15 0,-3-3-7 16,2 7-20-16,4-3-4 0,-3 1-31 0,-2-6-38 15,0-1-30-15,1-1-37 0,0 0-38 0,-1-1-32 16,0 0-54-16,1-6-66 0,-1-1-60 0,-2 0-161 16,2-10-476-16,-5 14 211 0</inkml:trace>
  <inkml:trace contextRef="#ctx0" brushRef="#br0" timeOffset="168042.8">15085 9360 118 0,'0'-10'178'0,"1"2"-19"0,-1 1-19 16,0 7-12-16,6-6-10 0,-6 6-15 15,0 0-20-15,22 23-26 0,-9-1-24 0,2 4-22 0,2 3-27 16,7 13-13-16,-7-10-29 0,7 7-23 0,-7-6-77 16,-3-1-170-16,2-2 75 0</inkml:trace>
  <inkml:trace contextRef="#ctx0" brushRef="#br0" timeOffset="168252.84">15379 9813 112 0,'0'0'189'0,"0"7"-8"0,0-7 4 0,0 0-5 16,0 0-1-16,-13 2 3 0,13-2-8 0,0 0-7 16,-15-5-7-16,8 1-3 0,7 4-4 0,-6-9-21 15,6 2-8-15,2-5-10 0,5-5-9 0,5 0-6 16,1 3 13-16,1-1-12 0,6-4-2 0,4 4-3 16,0 3-5-16,-5 4 4 0,3 2-19 0,-4 5 2 15,1 1-2-15,0 1-9 0,2 6-2 0,-5 1 1 16,1 3-6-16,-3 0-9 0,1 2-9 0,-3 3 5 15,-3 1 1-15,-2-1-12 0,-3 2-10 0,-1 2-29 16,-3-4-33-16,-3 1-43 0,-1 0-48 0,-2 2-73 16,0-5-72-16,-2 3-258 0,0-2-575 0,3-5 254 15</inkml:trace>
  <inkml:trace contextRef="#ctx0" brushRef="#br0" timeOffset="169751.81">16834 9550 228 0,'-2'-6'226'0,"2"6"-13"0,-10-8-3 0,2 4-20 15,1 0-3-15,-3 1-13 0,0 0-9 0,-2 3-4 16,0 3-20-16,0-2-9 0,2 5-10 0,-1 1-5 15,-1 4-4-15,2 3-9 0,-3 2 2 0,-1 5-5 16,3 7 0-16,-1-5-3 0,2 2-8 0,3-7-15 16,4-3-1-16,0 3-8 0,4-1-1 0,1-6-10 15,0 1-7-15,6 3-12 0,-2-4 9 0,6 2-8 16,2-3-5-16,-3-4-13 0,7 0-15 0,1 1-19 16,9-4-21-16,-6-2-25 0,5 1-20 0,1-5-35 15,-1 1-26-15,1 0-25 0,-8-2-12 16,1-2-17-16,-3 0-1 0,2 0 10 0,-3-3 1 0,2 1 10 15,-1-2 15-15,-1-1 20 0,-2 1 16 0,-4-2 19 16,3-2 12-16,-7 4 30 0,-1-1 20 0,-1-6 16 16,2 2 15-16,-6-2 12 0,0-1 22 0,-2 0 18 15,-1 1 5-15,0 0 17 0,0 1 23 0,-1 4 4 0,1 5 5 16,2 7-2-16,-3-13 6 0,3 13-11 16,-1-9-12-16,1 9-6 0,0 0-2 0,0 0 10 15,0 0 3-15,0 0-4 0,-8 35-4 0,7-18-6 16,-4 3-7-16,2-1-8 0,-1 6 0 0,3 1-8 0,0-6-5 15,-2 0-1-15,3-1-8 0,1-1-25 16,1-1-23-16,-2-5-39 0,2 4-45 0,1-5-47 0,-1-2-50 16,0-2-144-16,-2-7-373 0,3 9 165 15</inkml:trace>
  <inkml:trace contextRef="#ctx0" brushRef="#br0" timeOffset="169918.22">16976 9415 92 0,'0'0'107'0,"21"21"-11"16,-12-8-34-16,3 2-36 0,-1 3-41 16,3 4-47-16,2 2-66 0,3 0 29 0</inkml:trace>
  <inkml:trace contextRef="#ctx0" brushRef="#br0" timeOffset="170259.97">17347 9796 77 0,'4'-6'196'0,"-2"-2"-6"0,3-2-6 0,-1 0-5 16,-1-1-7-16,-1-1-5 0,2 1-18 0,0-7-8 16,-1 2-14-16,-1 0-10 0,-1-3-12 0,-2 0-9 15,1 1-6-15,-2 0-14 0,-1 0 0 0,-1 1 0 16,3 4-3-16,-4 2 1 0,-2-1-5 15,1 2-3-15,-2 4-4 0,2-2-3 0,-2 5-14 0,2-2 0 16,0 1-8-16,6 4-4 0,-12-5-8 0,12 5 1 16,-7-1-4-16,7 1-1 0,0 0-3 0,0 0-3 15,0 0-9-15,26 9-1 0,-9-6 0 0,2-3-7 16,9 3-1-16,-2-1-2 0,2-2-6 0,2 3 4 16,-1 1-3-16,-9 0 4 0,2 2-6 0,-6 1 7 15,1 2 0-15,0 0 2 0,-2 2-3 0,-4 5 4 16,-2-3 3-16,-1 2 8 0,-2 2-6 0,-4 0 4 15,0-2 1-15,-1 2-3 0,-2-1 3 0,0 1-3 16,0 1-1-16,-2-3-16 0,0-3-25 0,1 4-38 16,1-3-45-16,-1-4-50 0,2 1-53 0,0-10-154 15,0 0-409-15,0 17 182 0</inkml:trace>
  <inkml:trace contextRef="#ctx0" brushRef="#br0" timeOffset="170492.05">17861 9484 240 0,'-9'-5'255'0,"-4"5"-11"15,-5 2-11-15,1 6-6 0,3 0-2 0,-2 6-2 16,-2 6-13-16,2 1-6 0,2 2-18 0,7 1-15 16,2-5-16-16,-2 5-20 0,5-5-8 0,2 1-9 15,1-1-11-15,7-2-12 0,-2-2-11 0,5 1-12 16,1-2-33-16,5-3-16 0,-1 1-31 0,2-5-29 15,-1 0-28-15,3-3-38 0,1-3-44 0,0 1-41 16,9-5-22-16,-3-4-29 0,-6 1-157 0,-3-1-429 16,1-2 189-16</inkml:trace>
  <inkml:trace contextRef="#ctx0" brushRef="#br0" timeOffset="171162.89">18106 9613 59 0,'1'-16'143'16,"-1"-1"6"-16,-2 5-3 0,0 0 22 0,-2 2 6 15,1 1 0-15,1 3-11 0,2 6-5 0,-7-9-11 16,7 9-11-16,-8-2 1 0,8 2 1 15,-10 11 0-15,5 0 0 0,-4 2-14 0,1 3 2 16,0 0-6-16,3 2-12 0,0-1-3 0,2-3-6 0,0 2-9 16,3-3-8-16,0-2-4 0,3 1-11 0,-1-1 1 15,6-3-9-15,-2 0-5 0,3-1 2 16,0-3-2-16,5-1-7 0,4 0 1 0,0-2-4 16,1-2-5-16,-4-2-3 0,4-3-4 0,-1-2-5 0,-1 3 0 15,0-1-10-15,-1-4-5 0,-2 2 12 0,-4-2-12 16,1-2 1-16,-2-1 0 0,1-2-5 15,-4 5 0-15,-1-6 6 0,1 0-11 0,-4 0 3 16,2 2 11-16,-2 4-11 0,1 0 3 0,-2 3-4 0,2 1 0 16,-3 6 0-16,0-9-4 0,0 9-7 0,0 0 0 15,0 0 2-15,0 0 1 0,0 0 8 0,0 0 3 16,8 22 4-16,-6-10 3 0,-1 1-4 16,2-2-1-16,2 1 1 0,-2-1-1 0,2 1 0 0,-3-1 1 15,5-2 7-15,0 1-2 0,2-2 6 0,1-2-2 16,-1 0 0-16,2 0 6 0,3-5-3 0,-1 1 8 15,0-4 5-15,6 1-11 0,-7-3-6 0,0-2-3 16,2 3 2-16,-1-3 2 0,-4-1-6 0,1 1-3 16,0-1 4-16,-2-1-4 0,-1 0-3 0,1-1-2 15,-3-1 6-15,-2 1-1 0,2-1-3 0,-4 0-1 16,3 0-1-16,-2-3 6 0,-2 13-8 0,0-19-2 16,2 13 3-16,-2 6-3 0,0-10-4 0,0 10 2 15,0 0-6-15,0-7-1 0,0 7 4 0,0 0-3 16,0 0 3-16,0 0-2 0,-2 28 4 0,1-17 4 15,-1 3 0-15,2-2 2 0,-2 2 0 0,4-2 2 16,1-1-3-16,4-2 4 0,-3 0 4 0,-1-3 1 16,4 1 1-16,2-2-4 0,1-1 5 0,-4-2-7 15,6-2 5-15,1 0 2 0,-1-4-6 0,6-2 1 16,-2 0-6-16,-1-2 7 0,-5 1-5 0,4-2-1 16,-2-1 4-16,-3 1-10 0,-1-1 2 0,0 1 0 0,-3-2 7 15,-1 0-5-15,0 0 0 0,-1 0 2 16,-1-1-2-16,1 2 2 0,-3-3-1 0,1 2 1 15,-1 4-12-15,0 7 1 0,3-14 2 0,-3 10 12 16,0 4-11-16,0 0-5 0,1-8 3 0,-1 8-4 16,0 0-6-16,0 0 9 0,0 0-5 0,0 0-24 0,-4 25-36 15,3-15-40-15,-2-2-33 0,1 3-46 16,-1-3-75-16,2-1-70 0,0 0-239 0,1-7-621 16,-4 11 275-16</inkml:trace>
  <inkml:trace contextRef="#ctx0" brushRef="#br0" timeOffset="171335.68">18417 9199 91 0,'-6'-9'204'15,"2"4"-46"-15,2 2-37 0,2 3-36 0,0 0-43 16,0 0-45-16,0 0-44 0,0 0-62 0,33 10-118 15,-15-5 53-15</inkml:trace>
  <inkml:trace contextRef="#ctx0" brushRef="#br0" timeOffset="171560.26">18861 9173 59 0,'0'0'267'0,"5"-12"-6"0,-5 12-2 0,0-10-11 15,0 10-2-15,2-5 1 0,-2 5-20 0,0 0-16 16,1-7-22-16,-1 7-4 0,0 0 6 0,6 17 8 15,1 0 7-15,-1 10-6 0,2 2 0 0,-2 6-18 16,2 14-12-16,-4-2-16 0,0 0-11 0,-3-12-17 16,0 10-13-16,0-10-15 0,-2-3-4 0,2 1-8 15,-1-2-8-15,0-2-28 0,0-4-30 0,3-6-42 16,-1-1-43-16,1-1-31 0,-2-6-38 0,0-2-34 0,-2-1-35 16,1-1-38-16,0-7-33 0,0 8-42 15,0-8-216-15,0 0-576 0,-12 0 255 0</inkml:trace>
  <inkml:trace contextRef="#ctx0" brushRef="#br0" timeOffset="171705.73">18826 9485 189 0,'0'-10'211'16,"0"10"-17"-16,3-4-10 0,-3 4-23 0,9-4-4 16,-9 4-19-16,20-3-12 0,-3 2-13 0,1-2-20 15,4-1-24-15,6 1-47 0,4-1-42 0,1-2-54 16,-1 2-71-16,0-6-92 0,-1 3-256 15,0 0 114-15</inkml:trace>
  <inkml:trace contextRef="#ctx0" brushRef="#br0" timeOffset="172087.33">19955 9384 2382 0,'-8'-32'3'0,"-2"2"75"0,3 1-17 15,-2 3 19-15,4 8 7 0,-3-2 1 0,4 10 2 0,0-1-6 16,2 4-4-16,-1 0 0 0,3 7-14 15,-4-10-8-15,4 10-7 0,0 0-11 0,0 0-2 16,0 0 19-16,0 36 11 0,2-4 17 0,0 16-4 16,1 6 6-16,-1 2-9 0,-2 1-1 0,4 2 0 0,-3-5-10 15,1-1-8-15,-2-3 9 0,2-4-23 0,1 0-3 16,1-13 3-16,-3 3-6 0,1-2-4 16,-2-1-9-16,3-4-25 0,-2-2-35 0,1-4-24 0,-1-4-36 15,-1-6-26-15,1-2-35 0,-2 1-33 0,0-2-38 16,1-3-37-16,0-7-34 0,-6 9-198 15,6-9-536-15,-10 0 237 0</inkml:trace>
  <inkml:trace contextRef="#ctx0" brushRef="#br0" timeOffset="172299.89">19946 9436 33 0,'11'-4'176'0,"1"3"-3"0,1-1-13 0,-1 5 3 15,-1 1-7-15,2 1-14 0,-5 2-3 0,-1 3-3 16,2 3-4-16,-4 3-11 0,-2 1-11 0,-2 1-9 16,-5 6-10-16,-2-5-10 0,-4 4-5 0,-3 0-5 15,-1-2-12-15,0-6-5 0,3-1-13 0,-5 1-25 16,-3 2-35-16,2-6-34 0,3-5-43 0,4 2-22 16,0-4-23-16,2 0-160 0,0-4-326 0,8 0 145 15</inkml:trace>
  <inkml:trace contextRef="#ctx0" brushRef="#br0" timeOffset="172857.07">20229 9396 59 0,'0'-6'263'0,"0"6"-8"0,0 0-19 16,-7-8-9-16,7 8-7 0,0 0-3 16,-19 14-3-16,6 0-12 0,2 2-5 0,2 1-11 15,-3 5-16-15,1 2-10 0,3-7-18 0,4 0-6 16,1 1-15-16,1-1-15 0,4-2-9 0,-1-2-10 0,0-3-13 15,4 1 11-15,3-3-22 0,-2 1-2 0,3-1-4 16,3-3-10-16,-2-1 9 0,3-2-19 16,0-2-8-16,1-1 1 0,-3-2-9 0,-1-1-10 15,4 0 8-15,-5-3-7 0,2 0 0 0,-4 0-5 16,1-3-2-16,-2 0 1 0,0-2-3 0,-4 1 3 0,3-4-4 16,-4 0 1-16,1 3 0 0,0-4-5 0,1 0 2 15,-3 2-2-15,1 2 4 0,-2 1-8 0,1 3 2 16,1 1-5-16,-1 7-3 0,-1-12 2 15,1 12-3-15,0 0 2 0,0 0 5 0,0 0 1 0,0 0 2 16,14 26 5-16,-10-10 1 0,1 0 0 16,0 0 17-16,1 1-15 0,-2-1 1 0,-1-3-2 15,2 1 3-15,1 1 2 0,-2-5-1 0,1-1-1 0,-1-1-7 16,-2-2 5-16,6 1 3 0,-5-3 1 0,2 0-2 16,-5-4 5-16,7 3-8 0,-7-3 11 0,9 0 5 15,-9 0-11-15,9-5-3 0,-9 5 5 16,11-8 3-16,-9 1 3 0,3 2-11 0,-1-5-7 15,1-1 7-15,0 2 1 0,2-4-3 0,-2 3 0 0,3-5-6 16,-2-1-6-16,2-1 2 0,2-2-4 0,-3 3-6 16,9-5 6-16,-9 6-2 0,1 1-1 0,-3 6 2 15,0 3-5-15,2-1 1 0,-2 2-3 0,0 2 1 16,-5 2 0-16,12 0 2 0,-12 0 2 0,11 12 0 16,-6-3 5-16,0 3 2 0,0 3-2 0,-1-1 9 15,0 3-15-15,1 1-17 0,-1-2-16 0,2 0-17 16,-1 1-24-16,2-4-21 0,-2-2-18 15,4 0-28-15,0-2-25 0,6 0-29 0,-2-4-21 0,5-1-30 16,1 0-133-16,1-4-424 0,1-2 187 0</inkml:trace>
  <inkml:trace contextRef="#ctx0" brushRef="#br0" timeOffset="173125.03">20985 9491 101 0,'-1'-13'150'0,"-3"0"-1"0,-2-2 2 0,-3 1 1 15,-4 2 11-15,3 0 7 0,0 3-1 0,-3 2-3 16,-1 1-9-16,1 2-1 0,0 2-16 0,4 2-11 15,-3 4-10-15,1 1-6 0,0 1-17 0,1 4-4 16,1-1-7-16,1 4 0 0,0-2-10 0,5-2-7 16,-1 7-5-16,2-5-8 0,2-2 2 0,2 1-10 15,-1-3-3-15,2-1-6 0,0 2-2 0,2-4-3 16,0 1-4-16,2-1 7 0,1-2-10 0,-8-2-3 16,17 3-3-16,-6-3 1 0,-2-1-5 0,-9 1-1 15,15-4 1-15,-9 4 0 0,1-3-4 0,-7 3 8 0,14-2-13 16,-8 2-1-16,-6 0-2 0,13 1-1 15,-5 1-22-15,-2 1-5 0,0 2-30 0,2 0-25 16,0 3-24-16,-1 0-39 0,0 1-43 0,-1 1-27 16,-1-1-38-16,0 2-128 0,0-1-408 0,-1-1 182 0</inkml:trace>
  <inkml:trace contextRef="#ctx0" brushRef="#br0" timeOffset="173697.6">21076 9604 144 0,'0'-12'175'0,"0"-3"-11"15,0-1-6-15,-1-3-2 0,3 0-9 0,1 0-13 16,3-4-1-16,-1 3-11 0,2-4-11 0,2 7-2 16,2 0-5-16,1 1 0 0,2 3 4 15,0 2-9-15,2 2-6 0,-4 5-6 0,0 1-1 16,0 5 1-16,-2 0 2 0,1 4 3 0,-2 1-2 16,0 3-5-16,1 3-1 0,-3-3-2 0,1 6 1 15,-5-3-5-15,1-2-7 0,-2 2 2 0,2-2-6 0,-3 1-2 16,1-2-2-16,-1 0-3 0,1 0 4 0,-2-3 1 15,0-7 1-15,2 12 3 0,-2-12 3 16,-3 6 5-16,3-6 6 0,0 0-7 0,0 0-17 0,0 0-2 16,0 0-2-16,0 0-3 0,0 0 6 15,0 0-17-15,0 0-13 0,9-21-2 0,-7 11 9 0,4-1-10 16,1-3-14-16,1 0-8 0,3-3-13 0,1-6 10 16,2 2-5-16,-2 6-7 0,-1 2-7 15,0 1-2-15,-1 4-2 0,-1 0 3 0,1 2 1 0,-3 3 1 16,2 0 6-16,-9 3-3 0,19 6-1 0,-15-2 6 15,4 4 1-15,0 2 2 0,2 2 5 0,-2-2 13 16,-2 4-14-16,5 0 5 0,0-3 9 0,-1 0-2 16,4-1 2-16,0 0 5 0,1-3 12 0,2 0-2 15,2-5-6-15,0-2 12 0,2 0-11 0,-2-1 2 16,-1-5-5-16,2-2-5 0,-2 1 7 0,-1 0-4 16,1-3-6-16,-6 1 14 0,-3 1-8 0,0 0 6 15,-1-2-3-15,-3 0 4 0,-1 0 2 0,-1-4-2 16,-2 3-2-16,-1 0 0 0,0-2-5 0,-1 1-1 15,-2 1-1-15,-2 2 3 0,1 0-13 0,-3 5 6 16,2-2-10-16,-3 3 1 0,8 3 4 0,-21 3-3 16,8 4-6-16,0 3 4 0,1 2-4 0,-1 5 10 15,3 1-3-15,1-1-2 0,-1 5 3 0,6-1 6 16,1-2-9-16,2-1-4 0,3 1-21 0,4-2-8 16,-1-4-40-16,10-2-22 0,-6 0-32 0,6-4-41 15,3 1-52-15,1-4-53 0,2-4-42 0,7 0-264 16,-9-3-625-16,3-2 277 0</inkml:trace>
  <inkml:trace contextRef="#ctx0" brushRef="#br0" timeOffset="173934.81">21980 9110 128 0,'-3'-15'262'15,"2"4"-7"-15,1 1 0 0,-3 4-13 0,3 6-13 16,-1-10-23-16,1 10-15 0,0 0-8 0,0 0 2 15,0 0-8-15,0 0 13 0,5 38-6 16,-2-19-7-16,0 8-11 0,1-1-13 0,-4 2-14 0,0 1-15 16,0 1 1-16,0 0-27 0,3-1-5 15,1-2-10-15,-4 1-12 0,1-2-40 0,0-1-23 16,-1 1-22-16,-1-8-31 0,1 0-27 0,-1-1-30 0,-2-1-29 16,-1 1-44-16,-1-2-41 0,1-3-42 0,-1-2-233 15,-2-1-531-15,0-1 235 0</inkml:trace>
  <inkml:trace contextRef="#ctx0" brushRef="#br0" timeOffset="174090.41">21909 9263 126 0,'7'-5'136'0,"-7"5"-23"0,12-12-30 16,-12 12-37-16,17-4-27 0,-5 4-32 0,-12 0-72 15,16 5-93-15,-7 2 41 0</inkml:trace>
  <inkml:trace contextRef="#ctx0" brushRef="#br0" timeOffset="174784.03">22133 9503 85 0,'0'0'211'0,"14"-2"-2"0,-14 2 2 15,18-10 0-15,-7 0-8 0,5-2-12 0,-2 1-6 16,1 1-12-16,-1-2-3 0,0 0-11 0,3-2-16 15,-3-1-5-15,0 1-8 0,4-7-1 0,-9 7-14 16,0-1 0-16,1-11-6 0,-2 9-9 16,-5 0-1-16,0 0-13 0,-2 0-4 0,-1 2 0 15,-2 2 5-15,-2 4-12 0,-4-1 7 0,2 3-5 0,-4 2-5 16,1 0-6-16,-4 3-8 0,13 2-6 0,-24 3-4 16,11 2 2-16,-1 6-7 0,-3 2 19 0,-1 6-5 15,3 1-5-15,5-2-1 0,0 0-3 0,2 1 0 16,5 0-4-16,-1 0-6 0,6-3-1 0,-1 2 2 15,4-3-7-15,2 1 6 0,4 1-7 0,-1-3 3 16,4-2-8-16,3-4-4 0,1-1 6 0,1 0-3 16,0-3 3-16,0-1-14 0,2-2 8 0,-1-1 0 15,-1-1-5-15,-1-2-1 0,-1-1 0 0,-4-1-3 16,-2 1-6-16,1-1 6 0,-2 1 2 0,-2-2-5 16,-3 1 0-16,1-2-3 0,-1-2-4 0,-1 1-1 15,0-1-3-15,-3-1-5 0,2-1-1 0,-1 0-17 16,1-1 1-16,1-1-5 0,1-2 3 0,0-1-7 0,-1 5 0 15,1-6-2-15,3 1 4 0,-1 6 1 16,-1 0-1-16,0 1 4 0,0 2 0 0,1 1 17 16,-7 6-13-16,13-2 0 0,-6 3-1 0,-7-1 3 15,10 8 4-15,-2-2 4 0,-4 4 8 0,1-1 12 0,0 3-5 16,-3-2 16-16,1 1-16 0,1 0-4 0,1 0 5 16,1 1 3-16,1-2-7 0,2-2 7 0,-2 0 9 15,3-1 6-15,-2-1 8 0,4-4-6 16,0 0 0-16,0-2 2 0,3 0-6 0,2-4 3 0,-3-2-5 15,0 0 1-15,3 0-5 0,-2-2 4 16,-4 2-7-16,1-1 5 0,-3-3-4 0,-1 2-1 0,-1-3 0 16,0 2 1-16,-5-3 1 0,2-5-9 0,-3 5-5 15,-1-1 0-15,0 13-21 0,-4-21 11 0,2 12-10 16,2 9 7-16,-7-12-9 0,7 12 0 0,-3-8-3 16,3 8 3-16,0 0 6 0,0 0 1 0,0 0 2 15,-19 23 5-15,12-12 1 0,-3 6-9 0,2 1 8 16,1 0 1-16,-2 5-1 0,-3 0 8 0,4-4 6 15,2 6 0-15,0-7 1 0,3-2 4 0,-3 4-7 16,5-1-1-16,-3-2 1 0,1-1 0 0,3 2-16 16,-2-2-4-16,0-2-36 0,1 1-35 0,-2-5-27 15,-2 3-24-15,-1 1-32 0,1-3-36 0,-2-1-59 16,1-1-54-16,-4-1-224 0,0-1-589 0,-2-2 261 16</inkml:trace>
  <inkml:trace contextRef="#ctx0" brushRef="#br0" timeOffset="175229.9">23610 8754 244 0,'-7'-9'293'16,"2"3"-25"-16,-3 3-21 0,1 3-18 0,7 0-1 16,-15 18-6-16,1 4-6 0,0 8 1 0,1 1-4 15,-3 15-3-15,7-11-4 0,-4 12-4 0,4 4-21 16,7-7-6-16,-1-9-27 0,4-1-17 0,3-2-13 16,1-1-12-16,3 2-3 0,-2-3-14 0,3-3-11 15,5-2-10-15,-1 1-8 0,3-5-29 0,1-1-18 16,5-4-32-16,0-1-34 0,1-2-38 0,2-3-45 15,-4-3-52-15,-1 0-66 0,7-3-65 0,-7-2-221 16,2-1-584-16,0-2 259 0</inkml:trace>
  <inkml:trace contextRef="#ctx0" brushRef="#br0" timeOffset="176218.18">24090 9058 191 0,'-12'-7'270'15,"-4"2"-11"-15,-1 2-8 0,-2 5-6 0,-2 3-9 16,3 2-4-16,-6 7-5 0,2 3-13 0,2 2-18 16,1 3-5-16,5 2-22 0,1 0-16 0,3-1-12 15,3 0-9-15,3-4-16 0,4-1-14 0,3-3-10 16,2-3-8-16,3 2-7 0,-2-2-2 0,8-3-11 16,0 0-9-16,4-5-9 0,-1 1-4 0,3-4-3 15,1-1 1-15,0-5-11 0,0 0-10 0,-2-3-3 16,-4-2-1-16,2-2-1 0,-4-2-2 0,-2 1 4 15,-2-3 3-15,-4-3-7 0,0-7-1 0,-2-1 6 0,-2 1-11 16,-3-2 5-16,-2-1 0 0,-1-2-3 0,0-1-2 16,-3-1 1-16,2-1 2 0,-1 0-1 15,-1-1-1-15,2 0 4 0,-5-10-2 0,6 14 13 0,-2 3 1 16,3 2 17-16,2 11 6 0,-2 2 3 0,1 3-10 16,3 4 1-16,-2-2-22 0,2 8 4 0,0 0-6 15,0 0 1-15,0 0-4 0,0 0 1 16,-1 46-4-16,1-14 4 0,0 4 3 0,0 11-10 0,-2 1 16 15,-2-2-3-15,3-1-6 0,1-11 6 0,1 0-4 16,1-1-6-16,2-2 6 0,1-2-4 0,0 0-3 16,4-5 7-16,-3-6-8 0,1 0 4 0,1-4-1 15,0-4 2-15,-2 0-15 0,4-3 16 0,-2 2-5 16,1-2 1-16,0-4-3 0,0 1 3 0,3-2-1 16,-2-4 2-16,3-2-8 0,-3 1 0 0,0-3-7 15,2-2 3-15,-1-3-10 0,1 0 2 0,-1-5-4 16,-2 1-5-16,-1-2 6 0,1 0-8 0,-2 1-7 15,1-3 16-15,-4 2-7 0,1 0-7 0,1 0 8 16,-1 1-10-16,-1 7 1 0,0-1 3 0,-1 1-2 16,-1 3 3-16,-2 6 3 0,4-6-5 0,-4 6-5 15,0 0 11-15,0 0 14 0,13 12-11 0,-9-3-3 16,-2 3 7-16,2-1 21 0,1 4 0 0,2 1-16 16,0-1 6-16,-2-5-7 0,1 2 9 0,1-4 2 15,3 0-3-15,0 0 10 0,-2 1-11 0,4-2 5 0,-1-4 1 16,1 0-1-16,2-2-4 0,-1-1 4 15,4-1 2-15,2-2 18 0,-3 0-26 0,-1-4 4 16,1-2-1-16,-6 3 2 0,1-1 1 0,-2-2 4 16,0 2 0-16,-1-2-7 0,1-1-4 0,-7 0 0 0,4-1 3 15,-3 0-1-15,-1-1 4 0,-1-4-11 16,2 5 7-16,-5-2-6 0,4-2-13 0,-4-1 6 16,1 5-5-16,0 1 3 0,-1-1 5 0,2 4-3 15,0 7 2-15,-3-12 2 0,3 12 1 0,0-10-5 0,0 10 4 16,0 0-1-16,0 0-4 0,0 0-10 0,0 0 16 15,-19 22-2-15,16-11 1 0,-3 3 1 0,2 2 1 16,-2 0-3-16,5-1 7 0,1-3 1 16,0 3-1-16,1-3 13 0,2-1-20 0,1 0 9 0,1-1-2 15,2-1 2-15,0 0 3 0,1-4-4 0,-1 0 3 16,4-1-9-16,3-1 14 0,-1-1-2 0,4 0 0 16,0-4 2-16,3 2-1 0,-2-2-4 0,0-3-10 15,1-2 6-15,3 2-2 0,-7-4 2 0,3 1-5 16,-4-1 5-16,-2 2 0 0,2-3-3 0,-2-2 0 15,-2 3 1-15,-4-2-7 0,-1 0-3 0,2 2 6 16,-4-3-12-16,-1-1 2 0,-1 2 2 0,-1-1 6 16,-3-1 0-16,0 1-3 0,-2-1 0 0,0 4-1 15,-2-1-4-15,-2 3 3 0,2 1-1 0,-5 2 2 16,-1 6 1-16,-2 3 1 0,-6 3 0 0,2 8 1 16,-5 2-4-16,5 7 3 0,3-2 4 0,1 0 3 15,5 2-14-15,4 0-3 0,0 2-27 0,6-10-35 16,6 1-30-16,-2 2-51 0,5-5-54 0,4-3-64 15,4 0-213-15,10-1-538 0,1-6 238 0</inkml:trace>
  <inkml:trace contextRef="#ctx0" brushRef="#br0" timeOffset="176515.4">25288 8787 71 0,'2'-19'297'0,"-2"0"-15"0,1 2-2 15,-1 1 5-15,0 5 12 0,2 1-9 0,-2 2-20 16,0 8-21-16,2-8-28 0,-2 8-12 16,0 0-27-16,0 0-6 0,0 0 1 0,14 13 2 15,-10 4 0-15,-1 0-12 0,1 8-8 0,2 0-22 0,-5 2-7 16,1-1-10-16,3 0-13 0,-1 0-8 0,-3-6-10 15,2 4-8-15,-3-4-24 0,0 6-47 0,0-7-32 16,-1-3-60-16,-2 4-30 0,1-4-37 16,-5 0-28-16,2 0-37 0,-1 0-42 0,2-3-29 0,-1-2-37 15,0 1-197-15,-2-3-563 0,5-2 250 0</inkml:trace>
  <inkml:trace contextRef="#ctx0" brushRef="#br0" timeOffset="176792.78">25341 8954 84 0,'10'-3'173'0,"2"1"-3"16,-1 2 6-16,0 0 6 0,-2 2-7 0,0 3-4 15,0 0-13-15,0-1 1 0,0 4-8 0,0-1-11 16,0-1-10-16,3 0-7 0,-2-1-4 0,1-1 0 16,3 0-1-16,-1-2-3 0,6-2-13 15,-1-1-9-15,2-2-12 0,0-1-5 0,-3-1-8 0,0 1-3 16,-2-5 1-16,-3 5-2 0,-1-4 6 0,-3 0-7 15,0-1-4-15,-2-1 2 0,-1 1-6 0,-3-2 0 16,-2 0-3-16,-4 3-8 0,0-3 0 0,-3 2-7 0,-2-1-10 16,-3 4-2-16,-2-6-4 0,-3 7-5 15,3 1-16-15,-2-1-17 0,-4 3-32 0,-1 5-24 16,0 2-41-16,-8 3-57 0,1 0-48 0,2 4-80 16,8-3-163-16,-1 0-499 0,1 1 222 0</inkml:trace>
  <inkml:trace contextRef="#ctx0" brushRef="#br0" timeOffset="177605.57">26533 8853 285 0,'-14'-21'269'0,"1"8"-7"0,2 0-10 0,-2 0-11 16,-1 2-15-16,0 3-7 0,4 5-8 0,-2 0-26 15,1 3-10-15,0 5-20 0,-5 3-12 0,-1 4 0 16,2 7-9-16,-3 4-9 0,3 0-12 0,-1 3-10 16,7-2-13-16,0-1-3 0,0 1-9 0,4-8-8 15,3-4-13-15,4 2 0 0,-2-2-9 0,2-3 1 16,3-1-8-16,0 2 4 0,1-5-7 0,-1-1-1 15,4 0-2-15,4-3-1 0,-2-2-9 0,1-5-2 0,1 3-4 16,-4-5-2-16,3 0 2 0,-4-1 1 0,1-3-9 16,1 1 1-16,-3-3-1 0,-1-1-3 0,3 2-7 15,-3-2 6-15,0-1-1 0,-2 3-1 16,2-2-7-16,-4 5-4 0,1-2 5 0,-3 4-4 0,2 1 0 16,0 1 0-16,-2 6-4 0,2-7-1 0,-2 7-1 15,0 0-4-15,0 0 6 0,0 0-2 0,8 22 5 16,-2-6-2-16,-1-4 1 0,-1 3-2 0,3-1-11 15,0 2 0-15,0-2-11 0,3-1 3 0,1 1-8 16,5-4 2-16,-2-3-9 0,6-1 1 0,9-1 3 16,1-1-3-16,3-3 2 0,-1-4-4 0,5-1 2 15,-5-2 1-15,5-3 4 0,-6-1 3 0,-5 1 7 16,-1-2 1-16,-6 2 4 0,-4-3 4 0,3 1 6 16,-5 0 5-16,1-1 4 0,-5-1 9 0,-3 1 2 15,-3 1 3-15,4-5 7 0,-5-2-3 0,-2 2 3 16,0 5 0-16,-5-2 6 0,0-2-5 0,-1 5 7 15,2 1 0-15,-5 2-6 0,-1 2 5 0,2 1 0 16,-5 4-2-16,-1 0-3 0,1 6 2 0,-6 0-3 16,4 4-3-16,-3 1 0 0,5 0-2 0,-2 3 0 15,5 0-1-15,1 0-5 0,1-4-1 0,4 0-2 16,2-1 2-16,0 1 2 0,0 0 3 0,2-4-12 16,0-6-3-16,6 12-2 0,-2-5 0 0,2-2 2 15,0-2-6-15,1 1-2 0,1 1 3 0,2-2-1 16,-1 1-4-16,0-2-2 0,1 5 4 0,0-1 6 15,3 2-6-15,1 3 4 0,-3 5 1 0,2-1 1 16,3 6 7-16,-3 4-1 0,1 1 1 0,-3 3 4 16,3 4 7-16,-5 1 2 0,4 10 13 0,-3-9 3 15,-4 0 3-15,-2 1-8 0,-1 0 0 0,-1 8 5 16,-6-10-1-16,1-4 4 0,-3 2 1 0,-4-3 3 0,-1-2-4 16,-2-2-5-16,-5-2-6 0,-3-4 3 15,2 0-3-15,-4-5-7 0,5-3-9 0,0-4-19 16,0 0-12-16,1-5-16 0,-4 0-42 0,0-4-27 15,2 1-44-15,-2-6-44 0,6-2-61 0,-3-3-53 0,-5-5-197 16,5-1-550-16,0-4 244 0</inkml:trace>
  <inkml:trace contextRef="#ctx0" brushRef="#br0" timeOffset="177838.84">27146 8729 262 0,'3'-6'271'0,"-3"6"-22"0,0-9-15 16,0 9-20-16,0 0-12 0,0 0-1 0,0 0-10 15,0 0-2-15,0 0-4 0,2 25-7 0,0-7-26 16,3 1-11-16,-3-2-11 0,0 3-11 0,2 6-11 16,-1-7-11-16,-1 0-13 0,2-3-11 0,-4 2-33 15,5 0-27-15,-3-2-28 0,-1-3-36 0,1-2-43 16,-2 1-64-16,0-3-59 0,-5 0-250 0,0-3-505 15,1 0 223-15</inkml:trace>
  <inkml:trace contextRef="#ctx0" brushRef="#br0" timeOffset="178005.02">27057 8477 114 0,'-5'-9'153'0,"2"-1"-21"0,1 4-11 15,2 6-19-15,0 0-10 0,0 0-13 0,0 0-21 0,14 21-17 16,-7-4-25-16,4 7-21 0,3 4-24 0,-1 3-15 16,3-1-26-16,1 0-57 0,0 2-137 15,9 7 60-15</inkml:trace>
  <inkml:trace contextRef="#ctx0" brushRef="#br0" timeOffset="178391.26">27321 8892 136 0,'3'5'193'0,"0"-1"-1"15,-3-4-14-15,0 0-1 0,0 0-9 16,0 0-9-16,0 0-11 0,0 0 5 0,0 0-20 0,0 0-10 15,1-18-14-15,3 10-11 0,-1 2-9 0,1-5-11 16,-1 0-5-16,1 0-5 0,5-3-8 0,-3 5-4 16,4-1 2-16,-1 0-1 0,2-1-7 15,0 5-2-15,-2 1 8 0,0-1-11 0,0 5-9 0,-9 1-1 16,16 0-4-16,-8 3 3 0,2 1 0 0,1-1-4 16,0 1 0-16,1 0 4 0,0 4-3 0,5-2 1 15,1 1-2-15,0-1-1 0,0-3-3 0,2-1 0 16,0 1-7-16,-2-5 2 0,0 0-6 15,5-1 4-15,-4-1-4 0,-1-1-4 0,-2-1 3 0,2 1-1 16,-9-3 0-16,3 2-2 0,-2-2-1 0,-3-1 6 16,-1 1 0-16,-2-2 5 0,0 2-4 0,-3 0 5 15,-2 0-4-15,1 8 1 0,-6-12 3 0,3 7 0 16,3 5-8-16,-9-5 3 0,9 5-6 0,0 0 1 16,-13 8-1-16,8 0 2 0,-6 6-1 0,4 4 1 15,-4 6-5-15,1 2 5 0,2 1-1 0,-1 2-2 16,5 0-1-16,-6 2-1 0,6-1-2 0,-3 2 0 15,5 0 2-15,-2-3-5 0,3 3-9 0,-2-5-8 16,2 2-20-16,-4-4-13 0,5-5-24 0,0-1-18 16,0 0-30-16,-2-2-30 0,2 0-32 0,0-5-38 15,0-1-34-15,0-3-161 0,0 2-448 0,-2-3 199 16</inkml:trace>
  <inkml:trace contextRef="#ctx0" brushRef="#br0" timeOffset="178631.13">28311 9031 301 0,'1'8'281'0,"-1"-8"-29"0,-3 12-17 15,2-5-20-15,1-7-18 0,-5 11-20 0,4-6-17 0,1-5-24 16,-6 10-41-16,0-4-54 0,-1 1-69 0,0-1-82 16,3 0-82-16,-5-3-102 0,3-1-318 0,6-2 141 15</inkml:trace>
  <inkml:trace contextRef="#ctx0" brushRef="#br0" timeOffset="194841.77">12142 11090 11 0,'0'0'172'0,"-13"-2"-9"0,0 4 1 0,4-2-11 0,9 0-3 15,-13 0-12-15,13 0-6 0,-10 1-11 0,10-1-19 16,0 0-5-16,-9 0-17 0,9 0-3 0,0 0-8 16,0 0-3-16,0 0-6 0,0 0-3 0,36 1 3 15,-7-2-1-15,5-2-6 0,0 0-4 0,6-4-3 16,12-3-2-16,1 0-7 0,-4-3-2 0,-10 7-7 16,11-7-1-16,-14 6-1 0,2 1-2 0,-4 1-4 15,-3 1-15-15,0 1-18 0,-4 1-27 0,-6 2-28 16,-4 0-33-16,2 2-31 0,-6 0-17 0,-1 2-18 15,-1-1-110-15,-5 1-298 0,-2 0 132 0</inkml:trace>
  <inkml:trace contextRef="#ctx0" brushRef="#br0" timeOffset="195053.28">12533 11014 6 0,'-6'-4'197'0,"0"2"-15"0,6 2-27 0,-10-4 0 15,10 4-28-15,0 0-7 0,0 0-9 0,0 0 2 16,-5 13 11-16,10 2 13 0,-1 4-13 0,4 8-7 16,-2 4-11-16,-1 1-9 0,3 2-12 0,2 10-5 15,-2-8-10-15,-1 9-6 0,-1-10-7 0,-1-1-4 16,1 0-8-16,0 0-28 0,0 11-22 0,-4-12-46 16,-2-2-42-16,5 1-62 0,-5-1-185 0,-2-1-368 15,-2-2 163-15</inkml:trace>
  <inkml:trace contextRef="#ctx0" brushRef="#br0" timeOffset="195368.03">12738 11707 163 0,'20'-17'225'0,"2"-2"-5"0,1-5-14 16,-1 5-7-16,-1-1-15 0,-1 1-15 0,0-3-9 15,2 1-17-15,-1 1-11 0,-2 1-11 0,-2-1-9 0,-6 6-9 16,3 0 2-16,-6 0-13 0,1-1-11 0,-5-1-7 16,2-1 2-16,-2 3-5 0,-4-2-10 15,0 4-3-15,-4 0 1 0,4-1 4 0,-6 4-1 16,2-1-8-16,-2 2-2 0,-1 2-6 0,3 1 4 0,-1 3-8 16,5 2-3-16,-14 0-1 0,5 4-6 15,1 5-2-15,-2 5 10 0,-5 5-14 0,3 3-5 0,1 1 1 16,7-7-5-16,0 4-19 0,2-1-20 15,3-1-18-15,4 3-25 0,-1-2-22 0,5-1-48 0,1 0-39 16,3-2-35-16,1 0-39 0,5 1-163 16,-5-4-446-16,1-4 197 0</inkml:trace>
  <inkml:trace contextRef="#ctx0" brushRef="#br0" timeOffset="195861.39">13208 11477 5 0,'0'0'273'0,"4"-8"-14"0,-4 8-18 0,2-7-11 16,-2 7-17-16,0 0-14 0,4-7-20 0,-4 7-12 16,0 0-11-16,0 0-15 0,0 0-5 0,0 0-14 15,0 0-4-15,0 0-9 0,0 0-8 0,0 0-7 16,0 0-2-16,0 0-6 0,0 0 16 0,0 0-2 16,0 0 0-16,0 0-3 0,0 0-8 15,0 0-9-15,0 0-2 0,0-8-4 0,0 8-2 0,2-15-18 16,-4 4-9-16,5-3-8 0,4-1-3 15,2-10-1-15,1 1-12 0,2-1-9 0,2 1-5 0,1-1-1 16,3 4-1-16,0 0-4 0,-7 8 0 0,8 2-4 16,-6 2 12-16,0 5-7 0,1 1-11 0,3 3 3 15,2 4-7-15,-3 3 8 0,-3 3-3 0,3 1 5 16,-3 2 4-16,-2 3 0 0,-1 1-3 0,1-1 2 16,-9-5 3-16,2 5-3 0,0-1 8 0,-4-3-1 15,-2-2 0-15,0 0 6 0,0-1-2 0,0-1 2 16,-1 0 3-16,-3-1-9 0,6-7 10 0,0 8-4 15,0-8-1-15,-4 5 1 0,4-5 10 0,0 0-18 16,0 0 0-16,0 0-7 0,0 0-2 0,-3-24 2 16,5 12-2-16,1-2-9 0,3-1 6 0,-1-3-12 15,3 1 17-15,-2-1-27 0,4 1-1 0,-1 0 0 16,0 4 0-16,5 1 6 0,-5 4 2 0,3 1 0 16,-2 3-3-16,1 3 6 0,-1 2-5 0,1 2 1 15,-2 0 15-15,-1 4-7 0,4 2 1 0,-3 4 5 0,2 1-9 16,-4 0-16-16,0 3-9 0,-1-1-10 0,-1 2-16 15,2 1-30-15,-3-2-35 0,-1 1-52 16,1-3-44-16,-2 3-248 0,2-2-516 0,-3-4 228 16</inkml:trace>
  <inkml:trace contextRef="#ctx0" brushRef="#br0" timeOffset="196093.84">13775 11009 251 0,'-2'-8'257'0,"0"4"-29"16,2 4-27-16,0 0-4 0,0 0 0 0,0 0 3 15,4 26-1-15,1 2-8 0,4 4-5 0,-4 4-14 0,3 13-13 16,1 0-15-16,1-1-12 0,0 4-15 0,-3-6-15 16,0 1-4-16,-2-2-12 0,-1-9-3 0,1-1-16 15,3 11-4-15,-6-11-25 0,1-3-25 16,0 0-39-16,-1-2-33 0,-7 1-49 0,4-4-68 0,-1-8-55 15,-4 6-233-15,2-10-502 0,2-4 222 0</inkml:trace>
  <inkml:trace contextRef="#ctx0" brushRef="#br0" timeOffset="196307.87">13919 11243 237 0,'16'-12'228'0,"0"5"-15"0,-3 2 0 0,1 3 0 0,-1 2 2 16,1 2-6-16,-1 1-17 0,3 4-8 0,-7 1-7 16,2 4-15-16,0 3-15 0,-6-1-8 0,-1 2-18 15,-2 1-4-15,-4 2-12 0,-6 0-27 0,-2-1-28 16,1-2-24-16,-6 8-25 0,1-10-38 0,-3 8-42 16,-2-5-55-16,3-4-53 0,3 0-46 0,0-4-161 15,-1-1-425-15,3-4 189 0</inkml:trace>
  <inkml:trace contextRef="#ctx0" brushRef="#br0" timeOffset="196453.61">14061 11318 2244 0,'7'-11'164'0,"1"2"-66"15,-1 2-42-15,-3 1-27 0,2 2 4 0,-2-2 13 16,-4 6 11-16,6-6 1 0,-6 6-6 0,5-5-1 16,-5 5-6-16,7-5-9 0,-7 5-3 0,7-5-11 15,-7 5-31-15,11 0-30 0,-11 0-57 0,13 2-107 16,-13-2-244-16,10 4-483 0,-10-4 215 0</inkml:trace>
  <inkml:trace contextRef="#ctx0" brushRef="#br0" timeOffset="201407.11">14910 11147 77 0,'-4'-4'193'0,"4"4"-4"15,-7-8-7-15,7 8-15 0,-5-6-12 0,5 6-18 16,-7-3-17-16,7 3-12 0,0 0-14 0,0 0-6 16,0 0 9-16,12 19-1 0,-3-6-5 0,2 4-8 15,3 8-6-15,2 1-9 0,1 1-8 0,2 4-5 16,-2 0-5-16,1-6-8 0,0 0-5 15,-3 4-1-15,-1-6-4 0,2 0-4 0,-5-1-1 0,5 1-4 16,-5-7 0-16,-1-3-2 0,-1 0-2 0,-3-3-3 16,4 1-2-16,-3-3-2 0,-1 0-1 15,-2-3-1-15,-2-1 2 0,2 1 0 0,-4-5 0 0,4 6 13 16,-4-6 11-16,0 0 0 0,0 0-10 0,0 0 7 16,0 0-4-16,3-19 0 0,-3 3-3 0,2 0-5 15,-2-4 1-15,2-5 4 0,1-1-3 0,4-6-2 16,-7 2-6-16,7-1 4 0,-4-1-3 0,2-4-3 15,-1 2-1-15,1 0-2 0,-1 2-5 0,5 0-1 16,-8 4 3-16,6 3 0 0,-4 6-1 0,-2 7 0 16,1 0-1-16,1 4-22 0,-2 2-37 0,-1 6-45 15,1-10-41-15,-1 10-15 0,5-4 4 0,-5 4-8 16,0 0-20-16,19 14-171 0,-12-4-379 0,4 4 167 0</inkml:trace>
  <inkml:trace contextRef="#ctx0" brushRef="#br0" timeOffset="202189.65">15555 11198 64 0,'-9'-2'223'0,"-4"0"-16"0,1 2-3 16,0 0-5-16,-6 1-10 0,4 1-14 0,0 4-11 0,-1 1-14 15,-2 3-12-15,4 1-17 0,-1 4-7 16,-2 4-8-16,3-2-12 0,1 10-14 0,3-3-3 15,2-7-8-15,4 2-6 0,2-1-7 0,2 0-8 16,-1 0-4-16,3-2 0 0,3-4-6 0,0-1 0 0,1-1-6 16,1-1-3-16,2-1-4 0,-1 0 6 15,1-1-10-15,0-4-3 0,3-2 2 0,-4 1-1 16,0-4-5-16,2-1-6 0,0-1 0 0,-4-2-2 16,2-1 0-16,-1-3-3 0,1-3 3 0,-3 2-5 15,2-3 1-15,-3-2 0 0,0 2 6 0,-1-2-7 0,-4 4 1 16,3-3 1-16,-5-1-1 0,1 0-1 15,0 4-1-15,1 0 8 0,-3 2-5 0,2 3 6 16,1 7-4-16,0-10-1 0,0 10-3 0,-1-9-2 0,1 9-2 16,0 0-2-16,0 0 2 0,0 0 0 0,0 0 2 15,0 0 0-15,20 16 0 0,-14-6 1 0,3 4-3 16,-1-2 1-16,2 0 0 0,-2 2 0 0,2-2 1 16,0-2 2-16,-2-2 2 0,4 1-3 0,-2-2 1 15,0 1 0-15,0-1-1 0,2-3 5 0,-3 1-4 16,-4-1 2-16,3-1 2 0,-2-1 3 0,-6-2-1 15,11 0-1-15,-11 0-1 0,9-2 3 0,-9 2-5 16,12-8 1-16,-8 2 1 0,2-3-2 0,-1-1-1 16,-1-1 7-16,1 0-7 0,-1 0 2 0,1-4-3 15,1 1-3-15,0-2-4 0,-3 0 4 0,5 0-9 16,-2 2 0-16,-1 3 1 0,2-5 0 0,-1 7 2 16,1 1 0-16,-1 1-2 0,2 0-1 0,-2 4-1 15,1 1 4-15,-7 2 0 0,15 2 1 0,-8 0-2 16,1 4 2-16,2 1-1 0,-1 2 1 0,-2 0 1 15,2-1 2-15,0 1 2 0,-3 2 0 0,0-2-3 16,1 1 3-16,2-1-2 0,-2 1 5 0,2-1-3 16,-1-3 3-16,2 1-3 0,0-1 5 0,1-1-5 15,0-2 8-15,1 0-8 0,-2 0 3 0,1-2 0 16,1-2 0-16,-1-3 0 0,0 1 1 0,-1 0-4 16,-4-1 2-16,4 0-2 0,-1-4 1 0,0 1-1 15,0-2 2-15,-4 2-2 0,1-3 0 0,-3 0 0 16,-1-1 2-16,0 0-3 0,-2-1 2 0,-1 1 1 15,0-1-1-15,-2 2 1 0,-1 1 1 0,4-1-2 16,-2 5 14-16,2 5-5 0,-5-8 1 0,5 8-5 16,0 0 3-16,-3-8-5 0,3 8-1 0,0 0-2 15,0 0 1-15,0 0-1 0,-6 18 3 0,6-8-3 16,0 0 5-16,0 2-5 0,0 1 2 0,2-2-20 0,3 6-17 16,0-3-28-16,-2 0-45 0,1-2-36 15,2-2-57-15,-2 2-190 0,2-2-422 0,-1 0 186 16</inkml:trace>
  <inkml:trace contextRef="#ctx0" brushRef="#br0" timeOffset="202364.74">15997 10914 64 0,'0'0'76'0,"0"0"-35"16,8 22-39-16,0-7-33 0,4 1-33 0,2-1 15 16</inkml:trace>
  <inkml:trace contextRef="#ctx0" brushRef="#br0" timeOffset="202722.3">16543 11097 45 0,'4'-3'196'0,"-4"3"-3"0,0 0-7 0,0 0-6 15,0 0 3-15,-32 0-4 0,22 1-4 0,-2 4-10 16,-2 0-9-16,-1 3-4 0,-2 1-9 0,-5 6-13 16,8-1-7-16,0 0-15 0,3-1-12 0,-2 4-7 15,4-5-12-15,3-2-9 0,2 2-3 0,1 0-3 16,1-3-11-16,0 1 4 0,4-3-11 0,2 3-3 16,-2-5-5-16,-2-5-4 0,8 9-5 0,-3-6-5 15,4-1-2-15,-9-2-4 0,17 0-5 0,-6-2-2 16,2-3-2-16,-4 0-4 0,1-1-2 0,0 0 1 15,-1-2-1-15,0-2-2 0,-1 2 1 0,-2-2 1 16,-1 0 1-16,-1 1 1 0,2 0-4 0,-3 4 4 16,-2-2 0-16,-1 7-2 0,4-10-3 0,-4 10 1 15,4-4-4-15,-4 4-1 0,0 0-1 0,0 0 0 16,0 0 0-16,0 0 7 0,13 14-6 0,-8-3 3 16,-1 0 0-16,-1 4-1 0,1-2-1 0,1 3 5 15,-2 0-2-15,2 0-2 0,-1 1-20 0,3 0-21 16,-1-2-36-16,-1 0-35 0,1-4-58 0,1 0-38 15,-2-1-196-15,0-3-442 0,0 0 196 0</inkml:trace>
  <inkml:trace contextRef="#ctx0" brushRef="#br0" timeOffset="202961.92">16741 10901 181 0,'-4'-11'259'0,"2"4"-11"0,-1-1-21 0,3 1-18 16,0 7-27-16,0 0-11 0,0 0 6 0,0 0 4 0,0 0-9 16,3 35 0-16,2-6-14 0,-4 4-4 0,2 3-13 15,-1 9-14-15,1-9-12 0,-2-1-8 16,0 0-15-16,2 0-7 0,-2-3-10 0,3 0-6 16,1-2-1-16,-2-4-18 0,-2-1-28 0,4-6-21 15,-3 1-27-15,0-5-28 0,0 2-31 0,1 1-44 0,-2-7-58 16,2-2-39-16,-2-1-31 0,-1-8-157 0,-4 13-447 15,4-13 198-15</inkml:trace>
  <inkml:trace contextRef="#ctx0" brushRef="#br0" timeOffset="203233.81">16620 11210 160 0,'0'0'193'0,"0"0"-16"0,5-9-16 16,-5 9-11-16,13-3-4 0,-2 1-6 0,2 0-6 15,1-1-10-15,6-1-11 0,1 0-4 0,-1 0-13 16,7 0-8-16,4 0-8 0,-4-2-8 16,1 0-7-16,-1 1-7 0,-8 3-6 0,-1 0-2 0,-6 1-8 15,1-1 0-15,-3 2-9 0,1 2-5 0,-1-4-2 16,-4 5 10-16,-1 0 7 0,4 3 11 0,-1 2 2 16,-3 1 3-16,0 1 2 0,-2 2 5 0,3 3-7 15,-3-2-5-15,-3 4-3 0,1 2-5 0,0-4-6 16,-1 2 0-16,1-1-27 0,-1 1-24 0,0-5-14 15,4 4-33-15,-4-4-39 0,-1-1-56 0,5-1-47 16,-3-1-213-16,-1 3-446 0,0-12 198 0</inkml:trace>
  <inkml:trace contextRef="#ctx0" brushRef="#br0" timeOffset="203402.93">16976 10948 101 0,'0'0'100'0,"0"0"-26"15,0 0-29-15,0 0-28 0,10 21-27 0,-2-11-45 16,0 0-59-16,3 2 26 0</inkml:trace>
  <inkml:trace contextRef="#ctx0" brushRef="#br0" timeOffset="203893.34">17307 11082 37 0,'0'0'207'0,"-9"17"-1"0,5-7-1 0,-2-1-12 16,0 3-1-16,-1 3-6 0,0-1-4 0,-2 0-12 15,4-1-11-15,-1-2-11 0,1 0-14 0,3 1-10 16,0-1-15-16,1 1-2 0,1-2-14 0,1-1-11 16,2 1-9-16,0-1-8 0,-1-3-3 0,3 1-5 0,0-3-3 15,3-1-5-15,1 1-5 0,0-1-4 16,2-2-2-16,-2-2-4 0,-1 1-2 0,2-3-4 15,2-1 1-15,-3 0-11 0,-2-3-2 0,2-1-5 16,-2-1-2-16,-2 0-3 0,1-1-2 0,-1-7-5 16,0 3-2-16,-1-2-3 0,0 0-3 0,-3 1 0 15,2-2 2-15,-2 1-2 0,3-1-4 0,0 0 7 16,1 2-4-16,1 1-2 0,1 3 2 0,-1 3-3 16,3 2 1-16,1 0 0 0,-1 2 1 0,-1 4 1 15,3 0 6-15,0 4 1 0,0 1 3 0,4 4 6 0,-2 3 1 16,0-2-1-16,-3 2 1 0,1 0 1 0,-1-2 0 15,-4 0-1-15,-1-2 0 0,2 2 0 16,-2-4 4-16,-3 0-3 0,1-1 3 0,-3-5 4 16,6 7 9-16,-6-7 10 0,4 4 9 0,-4-4 5 0,0 0-7 15,0 0 0-15,0 0-9 0,0 0-2 16,0 0-3-16,0 0-5 0,3-22-7 0,-2 12-7 0,0-1 0 16,6-5-3-16,-1 1-4 0,4 0 0 0,-2 2 1 15,1-2-5-15,2 7 0 0,0 1-2 0,-1 1 8 16,2 2-9-16,-1 0-1 0,0 4-4 15,2 1 4-15,-3 2 5 0,2 3 0 0,-3 1-3 0,0 2 2 16,3 3-8-16,0-1-22 0,-6 1-16 0,1 2-28 16,0 0-26-16,0 1-35 0,-3-3-42 0,1 0-38 15,0-2-30-15,1-1-157 0,1 0-437 0,0-4 193 16</inkml:trace>
  <inkml:trace contextRef="#ctx0" brushRef="#br0" timeOffset="204034.87">18034 11133 27 0,'0'0'288'0,"4"-7"-19"0,-4 7-15 0,1-5-10 16,-1 5-14-16,0 0-19 0,0 0-16 0,2-7-13 16,-2 7-13-16,0 0-17 0,0 0-18 0,0 0-18 15,0 0-46-15,0 0-42 0,0 0-61 0,0 0-80 16,0 0-102-16,0 0-153 0,-21 10-399 0,21-10 176 16</inkml:trace>
  <inkml:trace contextRef="#ctx0" brushRef="#br0" timeOffset="-188896.97">13158 12630 12 0,'-11'-14'153'0,"0"1"-8"0,-1 1 6 0,1 0 4 16,-3-1 3-16,6 4-1 0,1-1 0 0,0 4-2 15,0 0-5-15,3 1-14 0,4 5-15 0,-9-7-17 16,9 7-10-16,-5-1-11 0,5 1-6 0,0 0-10 16,-2 25-6-16,4 3-2 0,-1 2 0 0,3 6-10 15,-2 13-1-15,0 4-3 0,0 4-3 0,3-1-3 16,-1 24-6-16,1-23 1 0,0-4-2 0,-1 4-4 16,0 1-5-16,-1-2 0 0,3-4-20 0,-4 3 1 15,2-8-6-15,0-1-6 0,0-12-10 0,-2-2-16 16,3 1-14-16,-1 1-17 0,-4-5-27 0,2-4-23 15,2 1-49-15,-3-7-16 0,1 0-143 0,-2-5-347 16,-2-1 153-16</inkml:trace>
  <inkml:trace contextRef="#ctx0" brushRef="#br0" timeOffset="-188639.9">13063 13043 23 0,'15'-14'128'0,"0"3"-6"0,1 1-17 0,-1 2-11 0,3 3-9 16,-5 4-10-16,1 0-10 0,-3 3 12 15,0 4-4-15,3 4 0 0,-5 0-10 0,2 5-1 16,-4 0-7-16,0 2 2 0,-3 2-4 0,-2 7 4 16,-4-2-8-16,-4 1 1 0,1 2 0 0,-6-5-12 15,0 0 2-15,0 3-3 0,-6-4-8 0,4-6 3 16,-7 3-8-16,7-4-15 0,-3 0-17 0,1-4-30 15,1-1-21-15,3-2-38 0,-1-1-37 0,-1 1-82 16,2-5-232-16,-1-1 104 0</inkml:trace>
  <inkml:trace contextRef="#ctx0" brushRef="#br0" timeOffset="-188357.07">13400 13115 71 0,'3'8'148'15,"1"2"-18"-15,-2 0-4 0,0 0-7 0,1-1-4 16,0 1-11-16,1-3-7 0,0 0-11 0,-2 1-6 16,1-3-6-16,-1 1-10 0,2 0-6 0,0-3-4 15,4 0-6-15,-8-3-3 0,11 2-9 0,-3 0 6 16,-8-2-7-16,19-7-3 0,-10 4 6 0,2-5 4 16,-2-1 4-16,-2 0 1 0,1-5 2 0,-5 2 0 15,0 0-2-15,-1-1 10 0,-4-3-9 0,-4 1-1 16,2-1-6-16,-5 2-4 0,3 3-6 0,-6-3-2 0,3 5-2 15,0-1-3-15,0 4-16 0,0-2-13 16,9 8-28-16,-11-6-28 0,11 6-23 0,-12 2-22 16,12-2-12-16,0 0-7 0,-13 10-19 0,9-5-9 15,0 5-81-15,4-10-253 0,-2 13 112 0</inkml:trace>
  <inkml:trace contextRef="#ctx0" brushRef="#br0" timeOffset="-187921.19">13557 13051 8 0,'0'0'124'16,"10"11"-9"-16,-10-11 1 0,5 10-1 0,-5-10 1 16,2 12-15-16,0-6-10 0,2 4 1 0,0-5-16 15,3 3 3-15,0-1-8 0,0-2-3 0,2 0-4 16,2-1-2-16,1-1-7 0,-2 0-6 0,4-2 0 16,-3-2 1-16,2-2-4 0,4-1 0 0,0-1-6 15,-3-1 7-15,-1-2-4 0,3-5-4 0,-3 4-5 16,-3 1 5-16,-2 0 5 0,-3-2 6 0,1 2-3 15,-1-1-5-15,-3 3-4 0,-2-3-5 0,0 9-3 16,-4-16 1-16,3 9-5 0,-3 1-3 0,2-1-6 16,2 7 3-16,-6-8 2 0,6 8-11 0,-1-5-1 15,1 5-3-15,0 0-1 0,0 0-4 0,0 0 0 16,0 0 3-16,0 0-4 0,0 0 5 0,9 30-1 16,-5-19 0-16,1 2 3 0,5-2-5 0,0 2-2 15,-1-4 1-15,1-2 3 0,-1 0-3 0,3-2 8 16,-2-2-6-16,4-2 4 0,-1-1-1 0,0-6 7 15,-2 1 0-15,6 0 8 0,-4-2-1 0,1-3 6 16,-2-2 1-16,-5 5 4 0,3-4-2 0,-6 0 3 16,1-1-4-16,-1 1 4 0,-2 0-5 0,-2 1-4 15,0-1 0-15,-2-2-5 0,0 1-12 0,-1 1-4 16,-3-5-14-16,0 7-19 0,0-1-19 0,2 2-16 16,-1 2-29-16,1 0-37 0,4 6-26 0,-4-6-10 15,4 6 9-15,0 0-6 0,0 0 13 0,0 0-4 16,2 23-83-16,0-14-257 0,2 7 114 0</inkml:trace>
  <inkml:trace contextRef="#ctx0" brushRef="#br0" timeOffset="-187487.49">14146 13024 50 0,'10'-3'135'0,"0"-3"4"16,-1 0 1-16,1-2-6 0,3-3 0 0,-2-2-9 16,-1 4-4-16,2-2 1 0,-5 1-10 0,3 0-1 15,-4 3 1-15,1-2-11 0,-1-1-3 0,-1-3-6 16,0 2 0-16,-1-1-4 0,-4 1-6 0,2-2-6 15,0 2-2-15,-4 1 4 0,0-2-2 0,-2 3-6 16,-2 0-6-16,-2 0-6 0,1 0-6 0,1 4 0 16,2 0-2-16,-4 0-5 0,8 5-7 0,-13-2-9 15,13 2 1-15,-14 6 3 0,9 2 0 0,-5 4-7 16,3 5-1-16,-1 0 4 0,4 2-6 0,-2 0-3 16,6-2-7-16,-1 1 2 0,2-5-4 0,1 4-1 15,2-5-2-15,3-2-1 0,2 0 2 0,2 2-1 16,-4-5-2-16,3-1 1 0,-2-3 1 0,3-2-1 15,9 0-1-15,-3-4-4 0,0 2 3 0,2-3 1 16,-2-2-4-16,2-1 1 0,-6 1 1 0,2-3 3 16,-4 2-3-16,5-1 9 0,-5-1-10 0,-2-2 0 15,1 3-4-15,-2-3 0 0,-1 1 1 0,0-1-1 16,0-2-7-16,-1 3-1 0,1-6-7 0,0 2-1 16,-1 3 8-16,1 0-10 0,-2-1-3 0,1 2 3 15,1 1-2-15,3 1 7 0,-4 2-3 0,1 2 1 16,0 2-1-16,-1 0 4 0,-6 2-3 0,16 3 4 15,-10 1-1-15,3 3 9 0,-1 1-5 0,1 3 4 16,1 1-8-16,0 3-14 0,1 0-15 0,-5 0-30 16,-1 2-41-16,5 0-56 0,-6 0-62 0,1 2-134 0,-1-2-396 15,-2-5 175-15</inkml:trace>
  <inkml:trace contextRef="#ctx0" brushRef="#br0" timeOffset="-186835.25">15131 13111 43 0,'-3'-17'213'16,"2"0"-11"-16,0-2-17 0,1 0-15 0,2-11-13 15,1 3-15-15,0 0-15 0,3-1-7 0,-1-2-12 16,1 1-1-16,-1-2-15 0,3 1-2 0,1 0-10 15,-3-1-7-15,1-2-7 0,-1 1-3 0,-1 1-9 16,-2 2-3-16,1 0-3 0,-4 12 0 0,0-1 2 16,0 6 3-16,0 2 0 0,1 0-8 0,0 4-5 15,-1 6-6-15,-1-10-3 0,1 10-3 0,0 0-6 16,0 0 0-16,0 0-6 0,-17 26-2 0,13-10-4 16,-3 2-1-16,3 2-3 0,-2-1-1 0,3 0-6 0,3 0 1 15,6-1-4-15,1-3 1 0,2 1 2 0,5-3-2 16,-1 2-1-16,9 2 0 0,0-2 2 15,1-1 14-15,-5-1-2 0,-2-3-1 0,0 2 5 16,0 1-7-16,-4-3-4 0,1 3 7 0,-5 1-8 0,1-5 1 16,-6 3 2-16,1-1-8 0,-6 4-10 0,0 1-12 15,-3 0-26-15,-2 1-36 0,-6 4-37 16,4-6-34-16,-2 0-43 0,0-1-144 0,-8-2-374 0,8 1 166 16</inkml:trace>
  <inkml:trace contextRef="#ctx0" brushRef="#br0" timeOffset="-186231.25">15372 12707 67 0,'3'-6'188'16,"-3"6"-5"-16,0 0 1 0,4-5-13 0,-4 5-13 16,0 0 6-16,0 0-6 0,10 15-12 0,-6-7-7 15,0 3-11-15,1 2-7 0,-1-2-16 16,3 0-12-16,0 1-10 0,2-2-7 0,1 3-8 0,-1-4-7 15,1 0-6-15,0-4 0 0,3 2-7 0,-2-3-5 16,2-1-4-16,0-3-2 0,-1 2-3 0,1-4 0 16,-1-1-5-16,0-1-2 0,-1-1 10 0,-2-2-8 15,0 0 1-15,-1-3 1 0,-2 0 0 0,-1 1-3 16,-2-2-1-16,-2-1 0 0,0-1-5 0,-2-2 2 16,0 3-6-16,1 0 5 0,-2 0 6 0,1 3-2 15,-1 2-2-15,2 7-2 0,0-11-6 0,0 11-3 16,-2-8-6-16,2 8 0 0,0 0 1 0,0 0-4 15,0 0-4-15,0 0 5 0,13 21-1 0,-8-11 3 16,3 6-6-16,-2-2 2 0,3-1-2 0,1 3-1 16,-1-4 1-16,3 1 2 0,1-3-2 0,-3-3 2 15,4 2 1-15,-4-3-1 0,3-2 0 0,1-1 2 16,-1-3 0-16,5 0 2 0,-4-1-3 0,-3-3 0 16,3 0 0-16,-1-1-1 0,1-5-2 0,0 1 3 15,-4 0 0-15,1-5-3 0,-4 0 3 0,1-1 0 16,-3-2-1-16,-1 0 0 0,-2 1 1 0,-3-4 1 15,-1-4 0-15,-2 5 1 0,-1-5 2 0,-3 0 3 16,2 5 1-16,-3-5 2 0,1 6 1 0,2 3 5 16,0 4 6-16,3 1 5 0,0 2 4 0,0 4-7 15,1-2-9-15,2 6-7 0,0 0-1 0,0 0-4 16,0 0 0-16,0 0 10 0,11 24 0 0,-1 0-2 16,3 5 5-16,-2-1-3 0,-1 5 1 0,0-1 4 15,0 2-1-15,-2 0-5 0,4 11 1 0,-5-15-2 16,1 2 1-16,0 0-2 0,0 1 0 0,0-1-4 15,-1-1-21-15,3 0-6 0,-5-2-19 0,1-2-15 16,-2 1-13-16,1-2-16 0,-3-1-24 0,-2 1-29 16,1-10-50-16,-1-3-37 0,-1-1-33 0,1 7-204 15,-6-5-492-15,3-2 219 0</inkml:trace>
  <inkml:trace contextRef="#ctx0" brushRef="#br0" timeOffset="-186021.02">15921 12872 6 0,'-3'-29'157'16,"4"0"-3"-16,2 2-9 0,1 9-2 0,2-1 0 16,3 2-11-16,-1 2-15 0,-1 5-6 0,1 2-14 15,5 1-6-15,2 2-5 0,-2 4-3 0,-2-1 2 16,2 5-15-16,0 2-9 0,2 2-2 0,-2 4-6 16,-1 2-2-16,-5 2-6 0,1 0-5 0,-3 2-3 15,-2 1-4-15,-1 0-3 0,-4 1-15 0,-1-2-18 16,-1 1-20-16,-1-1-21 0,0-6-22 0,-1-2-35 15,2 1-18-15,-1-4-26 0,1 1-113 0,4-7-278 16,-10 9 123-16</inkml:trace>
  <inkml:trace contextRef="#ctx0" brushRef="#br0" timeOffset="-185808.96">16140 12519 78 0,'0'-11'256'0,"2"4"-23"0,-2 7-18 0,0-14-26 15,0 14-19-15,1-5-15 0,-1 5 9 0,0 0-2 0,18 13-2 16,-7 1-8-16,5 9-11 0,-2 2-9 16,0 3-14-16,0 1-7 0,-3 4-13 0,7 11-8 15,-6-12-7-15,-2 0-9 0,-1-1-9 0,0 1-16 16,0 0-16-16,-3-1-27 0,1 0-23 0,-1 0-19 0,-2-3-30 16,-2 1-33-16,0 1-48 0,-2-6-52 15,0 1-196-15,-2-9-429 0,1-3 190 0</inkml:trace>
  <inkml:trace contextRef="#ctx0" brushRef="#br0" timeOffset="-185602.39">16291 12722 125 0,'7'-9'189'15,"-1"3"-15"-15,2 0-6 0,-2 3-14 0,3 3-3 0,1 0 0 16,3 3-4-16,-1 3-13 0,-1-1-13 0,-1 4-11 15,-2 0-9-15,2 4-8 0,-2 3-11 16,-4-4-4-16,-1 3-9 0,-1 2-8 0,-2-2-4 16,-3 3-23-16,-2 1-26 0,-1-1-31 0,-4 0-41 15,2-1-45-15,-1-3-53 0,-1 1-147 0,-2-2-333 16,2-4 147-16</inkml:trace>
  <inkml:trace contextRef="#ctx0" brushRef="#br0" timeOffset="-185396.93">16372 12540 192 0,'-4'-10'282'0,"1"1"-27"15,2 3-29-15,1 6-24 0,0 0-15 0,0 0 14 16,0 0-3-16,0 0 0 0,11 20 0 0,-4-4-23 16,3 8-14-16,2 2-20 0,-2 3-10 0,0 0-13 15,0 0-10-15,-1 0-13 0,0 0-35 0,-1 1-28 0,-2-2-39 16,1 1-44-16,-3 0-44 0,-1-4-60 0,1 0-57 15,-1-7-49-15,-2-3-136 0,2 2-430 16,0-7 191-16</inkml:trace>
  <inkml:trace contextRef="#ctx0" brushRef="#br0" timeOffset="-184969.56">16617 12818 52 0,'0'-11'249'0,"0"2"-7"0,0 1-3 0,0 8-11 16,0-11-11-16,0 11-15 0,-1-10-18 0,1 10-15 0,0 0-19 15,1-7-19-15,-1 7-14 0,0 0-11 0,1-8-14 16,-1 8-7-16,0 0-7 0,0 0-8 0,0 0-4 16,11-1-6-16,-11 1-9 0,6-3-7 15,-6 3-2-15,0 0-4 0,0 0-5 0,13 0-2 16,-13 0-2-16,0 0-3 0,0 0-2 0,0 0-4 0,0 0 1 16,0 0-2-16,0 0-5 0,0 0 0 0,0 0-7 15,0 0-2-15,9 4-1 0,-9-4-1 16,2 12 2-16,3-2-3 0,1 4 0 0,2 4 0 15,0 10 3-15,1 2 6 0,0 3 1 0,2 18 2 0,0-3 5 16,-1 4 0-16,1 1 2 0,-4 0-4 0,-2-1 0 16,4-1 1-16,-5-1 2 0,2 0-3 15,-1-4-4-15,-2-11 4 0,-2 0-3 0,-3-3 0 16,-1-2 2-16,-2 1-3 0,-4-5-1 0,-3-1 1 16,1-3 0-16,-6-1-2 0,4-10-3 0,-2-2 1 0,-2 3 6 15,-2-5-4-15,0 0-3 0,0-4 1 0,-3-3-2 16,-1-3-6-16,-1-6 2 0,-2-4-3 0,2-5-5 15,3-2-10-15,2-6 0 0,3-5-8 16,-2-13-6-16,3-2-10 0,7-1-4 0,5-2-13 0,7 1-4 16,5 0-10-16,5 5-12 0,3-1-10 0,1 12-32 15,11-9-35-15,1 1-36 0,-6 13-40 0,2 2-153 16,2 0-421-16,0 4 186 0</inkml:trace>
  <inkml:trace contextRef="#ctx0" brushRef="#br0" timeOffset="-184598.03">17436 12498 1932 0,'-4'-33'13'0,"1"0"35"0,-3 9 28 0,0-2 7 0,1 12 14 15,3 3-5-15,-1 4-12 0,3 0-19 0,0 7-12 16,-3-10-11-16,3 10 3 0,0 0-4 0,0 0 5 16,0 0 6-16,0 0 12 0,7 53 6 0,-1-18-6 15,3 16 9-15,1 4-6 0,2-1-6 0,-1 1-5 16,-2-1-9-16,4-3-2 0,-1-5-3 15,-1 1-2-15,-1-1-10 0,-3-12 5 0,2 1-7 0,-4-3-1 16,1 0 1-16,2-1-14 0,-4 1-18 0,-2-5-13 16,-2 0-20-16,0-6-28 0,-4-3-36 0,2 0-47 15,-1-4-45-15,-1-3-51 0,-4-1-189 0,-2-2-473 16,0-3 210-16</inkml:trace>
  <inkml:trace contextRef="#ctx0" brushRef="#br0" timeOffset="-184443.18">17277 12931 149 0,'2'-10'138'0,"5"0"-10"16,1-1-9-16,7-2-10 0,0 1-6 0,4-6-8 15,4 5-9-15,1-3-12 0,3 3-5 0,-4-1-4 16,3-1-19-16,-1 4-28 0,1-2-35 0,-2 0-31 16,-7 4-28-16,2-2-20 0,-5 1-65 0,2 0-173 15,-4-1 76-15</inkml:trace>
  <inkml:trace contextRef="#ctx0" brushRef="#br0" timeOffset="-184273.62">17656 12580 47 0,'-5'-16'102'0,"0"1"1"16,-3 1 16-16,-1-1 2 0,3 4 5 0,0 3 15 16,0-1 6-16,1 4-3 0,4 0-10 0,1 5-16 15,-6-7-15-15,6 7-11 0,0 0-1 0,0 0 1 16,0 0 12-16,12 19-13 0,-4-2-7 0,6 5-6 16,-4 1-10-16,1 3-3 0,3 1-8 0,-3-1-4 15,2 1-7-15,1-2-4 0,-2 0-11 0,-1 0-20 16,-2 0-24-16,3-2-26 0,-4-7-35 0,0 3-43 15,0-3-29-15,-3-2-46 0,-1-3-114 0,2 1-330 0,-4-3 147 16</inkml:trace>
  <inkml:trace contextRef="#ctx0" brushRef="#br0" timeOffset="-183953.31">17843 12659 2 0,'-1'-9'195'0,"-2"2"-23"16,3 7-20-16,-1-7 0 0,1 7 3 15,0 0-8-15,0 0-2 0,0 0-4 0,16 24-11 16,-12-13-12-16,1 0-14 0,0 1-9 0,3 3-11 16,2 0-5-16,-3-6-12 0,0 1-4 0,1-2-6 0,2 0-5 15,-2-1-3-15,-2-2-7 0,3-4 0 16,-3 0-2-16,-6-1-3 0,18-2-4 0,-7-3-3 16,-4-2-4-16,1-1-1 0,1-4-4 0,1-2-1 15,-5 3 11-15,0 0-1 0,-1-3 2 0,-2 4 1 0,0-1-3 16,-1-3-2-16,3-3 1 0,-3 8-3 0,-1-1 4 15,2 3 2-15,-2 7-8 0,1-10-7 16,-1 10-3-16,0 0-4 0,0 0 6 0,0 0-6 16,14 13 3-16,-10-3-3 0,2 6-1 0,-1-2 2 15,2 4-4-15,-1 1-13 0,1-1-19 0,1 0-24 0,-1-1-38 16,-1 1-52-16,5-5-51 0,-3-3-51 0,-1 0-123 16,3-4-393-16,0-3 173 0</inkml:trace>
  <inkml:trace contextRef="#ctx0" brushRef="#br0" timeOffset="-183739.01">18443 12498 31 0,'-10'-6'266'0,"-1"0"-9"16,-1 2-5-16,-1 3-8 0,2 1-12 0,-1 3-15 16,-2 3-15-16,-1 5-9 0,1 5-18 0,-3 4-13 15,5 4-20-15,0 0-15 0,4 0-12 0,-2 0-11 16,8-7-8-16,2 9-11 0,2-8-4 0,2-1-19 15,5-3-18-15,1 2-24 0,3-6-20 0,2-1-21 16,4-2-29-16,1-2-32 0,0-5-44 0,2-3-41 16,7 0-24-16,-2-4-38 0,2-3-145 0,-3 1-405 15,-7-1 180-15</inkml:trace>
  <inkml:trace contextRef="#ctx0" brushRef="#br0" timeOffset="-183529.22">18592 12354 92 0,'-8'-27'176'15,"0"-1"0"-15,3 2 5 0,1 7-4 0,2 1 11 16,-1 4 6-16,-1 5-4 0,4 1-18 0,-2 4-18 16,2 4-19-16,0 0-15 0,0 0 0 0,0 0 12 15,15 31 12-15,-6-5-12 0,1 6-8 0,-3 1-10 16,0 13-9-16,-3-1-6 0,6 0-12 0,-6-9-10 16,5 9-4-16,-5-12-6 0,0 1-10 0,0 0-18 15,2-6-31-15,-2 1-34 0,0-2-29 0,1-8-32 16,-1-1-36-16,0-1-47 0,0-6-43 0,-1-1-48 15,-3-1-139-15,3-1-433 0,-3-8 192 0</inkml:trace>
  <inkml:trace contextRef="#ctx0" brushRef="#br0" timeOffset="-183169.35">18666 12465 114 0,'6'-3'163'15,"2"0"-8"-15,-1 0-7 0,-7 3 10 0,16 6 6 16,-5 1-16-16,-2 1-10 0,3 4-14 0,-2 0-5 16,0 5-6-16,-2-3-10 0,2 3-12 0,-1-3-3 15,-3 2-8-15,5-1-7 0,-4-5-6 0,2 0-7 16,-1-2-4-16,1 0-6 0,2-2-6 0,0-1-3 16,-1-1-3-16,0-2-3 0,3-6-3 0,-2 4 0 15,3-4-6-15,3-4-1 0,-2 0 2 0,-1-2-5 16,0-3-4-16,-1 0-1 0,1-1 0 0,-5-1-4 15,1 1 1-15,-1-2-2 0,-5-1 1 0,0 0-2 16,-1 5 5-16,-2-5 10 0,0 1 4 0,-1 4 4 16,-1 1 3-16,0 2 9 0,1 2 8 0,0 7 1 15,-3-10-6-15,3 10-8 0,0 0-5 0,0 0 2 16,0 0-1-16,0 0-11 0,-12 23 2 0,9-5-3 16,-2 1 0-16,1 0-10 0,0 5-14 0,3 3-31 0,-2-8-30 15,2 7-44-15,1-7-62 0,2-4-63 16,1 2-218-16,1-6-483 0,0 1 213 0</inkml:trace>
  <inkml:trace contextRef="#ctx0" brushRef="#br0" timeOffset="-182797.25">19334 12352 62 0,'-13'-11'264'16,"4"3"-5"-16,-2 2-9 0,-1 3-9 0,1 3-14 0,-2 6-13 15,-2 1-12-15,1 6-9 0,-5 6-19 0,3 3-15 16,2 2-17-16,3 2-12 0,1 1-12 16,2-4-9-16,5-3-16 0,3-1-5 0,3 0-17 15,1-4-1-15,1-4-12 0,2-1-2 0,2-1-14 16,7-2-6-16,-4-3-13 0,3-1-3 0,2-2-10 0,1-3-7 16,0-1-1-16,-6-2-3 0,0 0-3 0,-1-3 1 15,-1 1 0-15,-3-1-1 0,0-1 3 16,1 1-2-16,-4-1-2 0,-1-3 4 0,1 2-2 15,-6 1 1-15,4-4 0 0,-4 2 1 0,0 0 0 0,0 1-1 16,1 4 12-16,1 6 8 0,0-12-7 0,0 12-2 16,0 0-3-16,-3-5-1 0,3 5 1 0,0 0 10 15,0 0 0-15,5 31-1 0,-2-14 0 16,-3 2-3-16,0 8 2 0,2-1-1 0,-2 2 1 0,3-1-5 16,-1-3-21-16,2-4-22 0,-1-2-37 0,2 0-38 15,0-2-43-15,1-6-61 0,1 0-61 0,-4-4-160 16,-3-6-471-16,16 5 209 0</inkml:trace>
  <inkml:trace contextRef="#ctx0" brushRef="#br0" timeOffset="-182553.19">19592 12179 251 0,'-5'-19'272'0,"0"2"-4"0,2 0 1 16,2 5 5-16,1 3-9 0,-1 0-25 0,1 9-26 15,0-9-21-15,0 9-19 0,0 0 2 0,0 0 0 16,14 34-6-16,-6-9 0 0,-2 6-8 16,0 3-17-16,-2 0 2 0,1 12-9 0,-1-1-17 15,0-12-14-15,0-1-6 0,0 2-12 0,-2-1-8 0,-1-1-11 16,6-4-6-16,-3-1-25 0,1-3-31 0,-2-6-46 16,0 1-39-16,4-2-42 0,-4-3-33 0,1-1-41 15,-2-4-50-15,0-1-51 0,-1-2-251 0,-1-6-591 16,-3 8 262-16</inkml:trace>
  <inkml:trace contextRef="#ctx0" brushRef="#br0" timeOffset="-182305.05">19475 12498 107 0,'0'0'185'0,"6"-8"-16"0,-1 4-11 15,2 0-3-15,2-1-5 0,1-1-11 0,1 2-6 16,1-1-5-16,6-2-12 0,-5 3-6 0,3-1-8 15,-3 2-8-15,5 1-7 0,-5 1-9 0,0 0-7 0,0-1-1 16,1 4-5-16,-2-1 1 0,0 2-5 16,0 0 7-16,0 4-1 0,-2 2 3 0,3 4-4 15,-3-2-8-15,3 3-4 0,-3 0-5 0,0 4-3 16,-1-3-6-16,-1 1-1 0,1 2-5 0,-2-2-12 0,1 1-30 16,0-3-31-16,-2 1-40 0,-1-4-62 15,0-1-47-15,0-2-213 0,-3-1-433 0,-1-1 191 16</inkml:trace>
  <inkml:trace contextRef="#ctx0" brushRef="#br0" timeOffset="-182146.08">19557 12309 96 0,'-3'-8'81'0,"3"8"-36"15,-3-6-42-15,3 6-41 0,0 0-41 16,0 0 19-16</inkml:trace>
  <inkml:trace contextRef="#ctx0" brushRef="#br0" timeOffset="-181443.15">19939 12375 81 0,'-7'12'237'0,"3"-4"-11"0,-1 2-4 0,-2 0-2 15,-4 5-6-15,5-1-4 0,-2 2-14 0,2-1-17 16,0 2-16-16,2 2-14 0,0-2-9 0,1 0-15 0,2-1-13 16,2-4-13-16,2 0-5 0,1-3-13 15,2 2-4-15,0 0-7 0,2-4-9 0,0 0-2 16,3-4-5-16,0 0-9 0,-2-3-3 0,2-1-5 16,1-1-4-16,-3-3-7 0,1 0-2 0,-3-2-2 0,1-1-5 15,-3 0-1-15,-1-2 0 0,1-1-4 16,-1 0-2-16,-2 1-2 0,0-1-1 0,-1 0 0 0,0 0-4 15,-1-1-1-15,0-3-1 0,3-1-7 16,-3-1-1-16,1 2 0 0,0-2-2 0,2 10 0 0,0-4 2 16,2 4-1-16,1 4 3 0,0-1-7 0,1 1 3 15,-7 3 2-15,13 0 5 0,-2 5 6 0,-2 0 2 16,0 2 4-16,0 2 1 0,1 3 5 16,-1 1 5-16,-1 0 7 0,-3-3-6 0,1 0-3 0,-2 3 9 15,0-3-5-15,0 0-1 0,-2 0-2 0,3-2-2 16,-2-1-3-16,-2-2 3 0,-1-5 5 0,3 8 4 15,-3-8 12-15,4 5 1 0,-4-5-2 16,0 0-4-16,0 0-2 0,0 0-4 0,0 0-1 16,6-15-4-16,-3 8-5 0,1-3-4 0,1-1-3 0,0-1 3 15,0 0-9-15,1-4-7 0,3 0-3 0,-4 0-7 16,7 3 7-16,-1 1-7 0,-1 5 1 0,-1 0-3 16,0 1 1-16,2 4 2 0,-3 1 0 0,1 2-1 15,-9-1 3-15,17 8-2 0,-9-5 2 0,1 1 2 16,0 3 5-16,1-1-3 0,-1 0 6 0,0 0-8 15,1-1 4-15,-5-2 1 0,5 1 2 0,-1-2-1 16,3-2 7-16,-2 0-7 0,3-2 3 0,-3-2-2 16,2-1 0-16,-1-2-2 0,-1 1 6 0,-1-2-4 15,-2 0 4-15,0-2-2 0,0 0 4 0,-4 1-2 16,0-1-3-16,-2 1-3 0,1-1-4 0,-2 1 5 16,-2-1 2-16,0 1-1 0,2 9 2 0,-3-10-3 15,3 10 11-15,-1-10-15 0,1 10-1 0,-1-6 1 16,1 6 1-16,0 0-3 0,0 0 6 0,0 0 0 15,-3 26 4-15,3-10-8 0,-4 1 3 0,3-1 10 16,-2 4-7-16,-2 4 0 0,2 2 7 0,0 0-5 16,-1 1-1-16,2-2 4 0,-1-1 0 0,0 2-1 15,2-6-4-15,1 0 0 0,-1-1-15 0,-1-2-14 16,1 1-17-16,0-2-29 0,0-1-28 0,-3-2-41 16,1-1-58-16,1-4-66 0,-5 3-227 0,4-5-536 15,3-6 238-15</inkml:trace>
  <inkml:trace contextRef="#ctx0" brushRef="#br0" timeOffset="-181194.69">20891 12435 232 0,'11'-3'241'0,"-1"-2"-1"0,3 1 1 0,4-1-7 16,-1 0-9-16,2 0-7 0,0 1-9 0,9-2-13 15,-1-1-22-15,-5 3-8 0,0-1-8 0,7 0-15 0,-8 0-10 16,0 2-14-16,1 0-16 0,-4 1-5 16,-2 0-13-16,-3-1-2 0,-2 2-11 0,-1-2-7 15,0 2-2-15,-3 0-11 0,-6 1-10 0,8-3-19 16,-8 3-23-16,0 0-37 0,0 0-50 0,0 0-59 16,0 0-71-16,0 0-87 0,-34 8-167 0,5 0-510 15,2-2 226-15</inkml:trace>
  <inkml:trace contextRef="#ctx0" brushRef="#br0" timeOffset="-180500.48">22238 12045 94 0,'-3'-15'241'0,"1"4"-12"0,0 3-8 16,0 0-21-16,2 8-20 0,-2-11-22 0,2 11-17 16,0 0-13-16,0 0-3 0,0 0 2 0,0 0 2 0,13 34-9 15,-5-7-4-15,1 8-8 0,1 13-12 0,-3 2 2 16,-1 1-20-16,2-1-6 0,-3-1-6 16,5 2-8-16,-4-6 13 0,2-9-4 0,-2-1-4 15,1-1-10-15,1 0-4 0,-5-4-7 0,5-1-4 16,0-2-2-16,-5-1-16 0,0-6-22 0,0-4-15 0,0 1-28 15,-1-5-27-15,-2-2-32 0,0-1-42 16,1-1-33-16,-1-8-18 0,1 9-30 0,-1-9-146 16,0 0-404-16,-7 2 180 0</inkml:trace>
  <inkml:trace contextRef="#ctx0" brushRef="#br0" timeOffset="-179888.31">22253 12153 84 0,'4'-27'180'0,"4"2"-21"0,-1 9-4 0,5 0-10 0,1 5-3 16,1 2-5-16,2 1-4 0,1 3-9 0,-1 6-4 16,-3 2-10-16,5 3-6 0,-1 2-11 0,-3 6-4 15,5 5-7-15,-10-5-5 0,4 11-7 16,-3 0-6-16,-2 5-7 0,-5-2-3 0,0 0-5 0,-4 4-5 16,-2-3-2-16,-2 0-21 0,-4-3-11 0,-1-1-9 15,0-2-9-15,-4-1-3 0,1-9 1 0,2 1 4 16,3-5 0-16,-1-3 1 0,0 0 2 0,1-2 0 15,0-4 4-15,8 0 10 0,-10 0 2 16,10 0-2-16,-10-3 1 0,10 3-1 0,0 0 1 0,-8-5-7 16,8 5 4-16,0 0-5 0,0 0 0 0,0 0-1 15,0 0 0-15,25-2 1 0,-13 5 6 0,5 0 7 16,3 1 0-16,2 0 0 0,5-1 3 0,0-1 5 16,1-2 3-16,3 0-1 0,1-2-3 0,-2-1 1 15,0-1 6-15,-1-2 5 0,2-1-2 0,-1-1-6 16,-3-2 2-16,0-2-2 0,-2 3-1 0,-6 0 0 15,0 2 1-15,-4-2-3 0,3-3 1 0,-4-2 0 16,-5 4 3-16,1 1-2 0,-1-4 7 16,0 5 2-16,-4-2-6 0,-1-1 3 0,-2 0-4 0,-2 0-7 15,-2-2 0-15,1 3-2 0,-3-1 1 0,1 1 0 16,-3 4 2-16,-3 2-5 0,4-1 0 0,-4 1 0 16,-3 5 0-16,2-1-1 0,1 5-5 0,-3 2 8 15,-1 4-8-15,5-2-5 0,-3 7 4 0,3-1-6 16,0 2 2-16,5-2 1 0,1 2-4 0,1-2 0 15,2 2 2-15,1 0-3 0,0-7 0 0,3 3-3 16,0-2 0-16,2 0-1 0,3 4 2 0,0-1-6 16,-4-4-1-16,10 2 3 0,-5 2-2 0,1 1 0 15,-1-1 1-15,-1 0 1 0,-1 3 0 0,0 0-2 16,-1-2 2-16,0 0-3 0,-3 3 2 0,-3-1 0 16,3 1 3-16,-3 1-4 0,-4-2 2 0,2 0-7 15,0-3-5-15,-5 4-4 0,4-8-2 0,-4 2-13 16,1-2-8-16,1-3-15 0,2 0-18 0,-1-1-24 15,2-6-26-15,-3 10-28 0,3-10-30 0,0 0-59 16,-6 6-151-16,6-6-424 0,0 0 189 0</inkml:trace>
  <inkml:trace contextRef="#ctx0" brushRef="#br0" timeOffset="-179317.56">23141 12254 63 0,'2'-10'245'15,"0"3"-27"-15,-1 2-22 0,-1 5-3 0,0 0-4 0,0 0 0 16,0 0-5-16,4 19-10 0,-4-8-23 0,1 2-12 16,2 3-14-16,0 0 0 0,-1 0-12 15,2 1-10-15,0-3-11 0,5 1-8 0,-3-5-7 16,3-1-9-16,0-1-5 0,1-1-4 0,1-3-4 16,-1-1-1-16,8-2-10 0,-4-2-3 0,0-2-5 0,-1-1-2 15,-1-4 2-15,-1 1-5 0,-2-2-6 16,1 1 1-16,-4-3 2 0,1 1-2 0,-2-1-4 15,0-1 1-15,-1-6-4 0,1 3 1 0,-3-1 1 16,-1 4-3-16,1 3 1 0,0-2 0 0,0 2-5 0,-1 2 1 16,-1 7-6-16,2-10 0 0,-2 10-6 0,0 0 0 15,3-5-2-15,-3 5 1 0,0 0-2 16,0 0 3-16,5 22 1 0,-2-10-3 0,-1 0 4 16,2 0-6-16,0 0 2 0,2 3-3 0,-1 1 4 15,3-6-2-15,0 0-2 0,-2-1 3 0,3-1 0 0,-1-1 0 16,4-1 6-16,-1-3-1 0,3 0-2 0,2-3 1 15,4-3 1-15,-4-1-2 0,3-2 3 0,-1-3-1 16,0 0 1-16,0-2-1 0,-1 0 1 16,-1 0 7-16,-4-2-1 0,-2-1 0 0,0 1 3 0,-1-1 0 15,-1-3-1-15,-3 0 4 0,-5-2-5 0,1-7-1 16,-3 6 2-16,0-5 5 0,-1 0 4 0,-3-1 1 16,0 0 0-16,-5-1-4 0,4 0 0 15,-2 3 4-15,3 6-2 0,1 4 28 0,-2 3-12 16,5 1-1-16,-1 2-6 0,1 3-10 0,2 5-7 0,0 0-6 15,0 0-3-15,0 0 2 0,0 0-1 0,12 38 0 16,-7-12-1-16,1 4 12 0,-2 2-15 0,1-1 6 16,-1 3-8-16,1 2 0 0,-2-1 2 0,1-1-12 15,1-4-24-15,-2-3-13 0,1 1-24 0,2-2-22 16,3-2-21-16,-3-6-27 0,1-3-36 0,1-1-50 16,2-3-29-16,0-4-38 0,-1 1-163 0,-1-4-494 15,6 0 218-15</inkml:trace>
  <inkml:trace contextRef="#ctx0" brushRef="#br0" timeOffset="-178968">24024 12143 168 0,'-5'-12'185'15,"-4"-1"3"-15,0 6 5 0,-1 1-6 0,-1 2 2 16,-3 1-7-16,-1 5-13 0,-4 5-8 0,0-1-11 16,4 7-1-16,-5 4-7 0,5-2-10 0,-1 5-13 15,2 2-10-15,2-5-12 0,5 1-9 0,0 0-7 16,5-7-6-16,2 3-12 0,1-1-2 0,5-4-7 15,-2 2-6-15,5-6-3 0,0 2-6 0,1-4 0 16,4 1-5-16,-2-2-5 0,3-4-3 0,-2-2 2 16,2-4-3-16,-1 4-3 0,-2-1-2 0,-1-4 1 15,-2 3-3-15,4-7-4 0,-4 4 2 0,0-7-4 16,-4 6 2-16,0 0 2 0,-1-3 3 0,-3 1 0 16,2 1 9-16,1 0 8 0,-4 4-7 0,2-3 12 15,-2 10 1-15,0-10-10 0,0 10-3 0,1-8-8 16,-1 8-2-16,0 0-2 0,0 0-1 0,0 0 3 15,0 0-6-15,11 19 1 0,-9-10-3 0,2 0-3 16,0 3 3-16,2 0 9 0,-1 0-15 0,1 0 1 0,0 3-16 16,2-5-32-16,-1 1-33 0,0-1-22 15,0-1-34-15,1 0-46 0,1-4-50 0,0-2-49 16,-3 0-196-16,1-1-510 0,-7-2 225 0</inkml:trace>
  <inkml:trace contextRef="#ctx0" brushRef="#br0" timeOffset="-178765.7">24257 11909 182 0,'-6'-18'248'15,"1"2"9"-15,3 4 5 0,0 3-9 0,-1 1-18 0,2 5-24 16,1 3-25-16,0 0-16 0,0 0-20 0,0 0-11 16,0 0-8-16,4 35-16 0,-4-8-8 15,1 3-8-15,0 1-14 0,1 0-8 0,-2 0-12 16,0-1-33-16,1 1-27 0,0-1-29 0,-1 0-36 15,0 0-41-15,1-4-55 0,1-6-38 0,-2-1-48 0,-3 5-130 16,-1-6-403-16,-1-1 178 0</inkml:trace>
  <inkml:trace contextRef="#ctx0" brushRef="#br0" timeOffset="-178123.98">22585 12549 50 0,'0'0'171'0,"0"0"-10"0,0 0 3 16,0 0-8-16,0 0-5 0,0 0-2 16,0 0-5-16,0 0 2 0,0 0-8 0,0 0-6 15,0 0-8-15,0 0-9 0,0 0-13 0,0 0-6 16,-1-14-12-16,1 14-11 0,8-13-7 0,-3 5 0 0,-1-1-12 15,0-1-2-15,1-1-2 0,-3 2-3 0,1-3-5 16,-1 2 4-16,0 0-6 0,-1-1-1 0,-1 2 0 16,-1-1-2-16,1 2 8 0,-4 1-6 15,4 7 4-15,-3-13 1 0,-1 5 4 0,1 4-11 0,3 4-1 16,-11-4-3-16,11 4-6 0,-12 2 1 0,6 5-3 16,-5 6 6-16,1 3-6 0,-3 8 4 0,3 1-4 15,-2 1-1-15,5 3-1 0,1-4-5 0,5 0-4 16,0-6 4-16,3 0-3 0,4-1 0 0,4-2-7 15,2-3-13-15,4 0-24 0,9-1-29 0,-3-7-41 16,9-2-53-16,3-3-55 0,3-2-43 16,-2-4-181-16,2-3-467 0,1 1 207 0</inkml:trace>
  <inkml:trace contextRef="#ctx0" brushRef="#br0" timeOffset="-176994.89">24483 12098 202 0,'0'0'195'16,"-2"-9"-4"-16,2 9-1 0,-7-7-17 0,7 7-13 0,-8-4-16 15,8 4-8-15,0 0-10 0,-15 5-8 0,10 0-13 16,0 1-8-16,-4 3-9 0,3-2-8 0,2 4-10 16,1 0-5-16,-1 0-5 0,4 1 0 0,0-2-9 15,0 3-6-15,0-4-4 0,0 0-6 16,4-1-3-16,0 1-2 0,1-3 1 0,2 0-3 0,-1-1-5 15,0-3-1-15,0 2 2 0,0-3-4 0,-6-1-4 16,13 0 0-16,-13 0-4 0,12-5 5 0,-8 1-6 16,3-1 0-16,0-1-2 0,-2 0 0 0,-2-2 2 15,2-1-3-15,-2-1 1 0,-1 1-3 0,1-1-2 16,-2 0 4-16,0 1-5 0,-1 9 0 0,2-10 1 16,-1 5-1-16,-1 5-3 0,4-7-2 0,-4 7-6 15,0 0 2-15,0 0-1 0,0 0 1 0,0 0 3 16,0 0-1-16,4 27 2 0,-2-11-2 0,3 1 5 15,-1 0 0-15,-1 0-5 0,3 0-9 0,-2-1-12 16,1-1-22-16,1 1-16 0,1-3-39 0,-1 0-38 16,1-5-29-16,-1-1-198 0,-1 0-397 0,1-4 176 15</inkml:trace>
  <inkml:trace contextRef="#ctx0" brushRef="#br0" timeOffset="-176780.87">24693 11873 203 0,'-3'-6'194'0,"3"6"-24"0,-3-5-10 15,3 5-2-15,0 0-2 0,0 0-9 0,1 24-12 0,1-6-7 16,2 6-15-16,2 3-13 0,0 1-7 16,-1 2-9-16,0 0-10 0,1-2-6 0,1 1-4 15,-2 0-11-15,1 0-18 0,2-2-27 0,-2 2-28 16,-1-2-39-16,1 0-25 0,-3-8-36 0,0-2-37 0,-2-2-128 15,-1 1-307-15,0-5 137 0</inkml:trace>
  <inkml:trace contextRef="#ctx0" brushRef="#br0" timeOffset="-176639.88">24777 12087 36 0,'5'-2'-3'0,"-5"2"-3"16,14 1-6-16,-5 1 3 0</inkml:trace>
  <inkml:trace contextRef="#ctx0" brushRef="#br0" timeOffset="-176374.17">24975 12278 77 0,'8'-5'161'0,"6"-6"-2"0,-4-2-11 15,2-1-7-15,-2 0-17 0,3 0 0 0,-4-1-8 16,2 1 2-16,-3-2 0 0,0 2-8 0,-1-2-3 16,-3-1-6-16,0 6 1 0,0-6-3 0,-3 5 3 15,-1-1-14-15,-1 1 6 0,-2 3-1 0,0-2-1 16,1 5-7-16,0 0-4 0,2 6-13 0,-10-4-7 16,10 4-8-16,0 0-5 0,-20 10-6 0,11-1 0 15,1 4-5-15,1 3-4 0,0 0-2 0,2 0-3 16,0 2-6-16,4-3-8 0,1 4-15 0,3-3-8 15,5 1-28-15,1-1-17 0,-2 0-24 0,2-4-40 16,2-3-31-16,4 2-28 0,3-5-30 0,0 1-142 16,1-5-376-16,3-4 166 0</inkml:trace>
  <inkml:trace contextRef="#ctx0" brushRef="#br0" timeOffset="-175994.96">25403 12091 106 0,'-2'-12'141'0,"-2"1"-1"0,0 0 4 16,-2 0 14-16,-2 2 1 0,-2 2-2 0,-1-1-2 15,2 3-3-15,-2 2-8 0,-3 3 0 0,3 2-13 16,-1 1-13-16,1 5-6 0,-2 4-7 0,-1 2-9 16,4-1-6-16,-1 6-8 0,2-4-7 0,6 0-9 15,0 2-8-15,0-1-2 0,5-2-6 0,0 1-5 16,2-3-4-16,0-1-3 0,2 0-4 0,2-4 0 16,1-2-5-16,3 0-1 0,-1-3-8 0,2-2-11 15,-1 0-7-15,5-4-4 0,1-2-4 0,-5 0 0 16,4-4-1-16,-4 0 4 0,1-3-1 0,-6 0 2 15,1 0 1-15,-1-1 0 0,-3-1-1 0,-3-3 0 16,1-1-2-16,-4-1 1 0,2-4-1 0,-4-5 4 16,-2 3 0-16,-1-3 2 0,2-2 5 0,2 4 7 0,-5-1-1 15,5-1 8-15,-2 5 14 0,0 6 1 16,1 4 9-16,0 3 10 0,1 1 3 0,0 5 0 16,2 5-20-16,-4-9-3 0,4 9-7 0,0 0 0 15,0 0-3-15,4 32 0 0,-2-5-4 0,3 4-2 0,0 1-2 16,-3 2-1-16,2 1-1 0,-1 0 1 15,4-2-4-15,2 3-14 0,-2-1-14 0,3-5-25 16,5 1-28-16,-3 2-31 0,1-3-52 0,8-6-52 16,-1-2-72-16,-2-2-167 0,0-1-477 0,-4-8 211 15</inkml:trace>
  <inkml:trace contextRef="#ctx0" brushRef="#br0" timeOffset="-175751.33">26000 11711 301 0,'-2'-11'293'0,"0"2"-28"15,-2 0-25-15,1 3-30 0,3 6-16 0,0 0-16 16,0 0-1-16,0 0 3 0,5 48 8 0,-3-17-21 16,0 4-15-16,3 15-16 0,-1-4-9 0,-1 1-13 15,1-2-12-15,-3-9-9 0,5 0-10 0,-2 0-5 16,-2 0-9-16,1 9-23 0,1-12-28 0,-2-3-22 15,2 2-25-15,0-5-18 0,-2 0-33 0,-2-10-31 16,0 3-60-16,2-4-27 0,-2-4-37 0,-2-2-188 16,-2 0-458-16,0-4 203 0</inkml:trace>
  <inkml:trace contextRef="#ctx0" brushRef="#br0" timeOffset="-175523.98">25956 11975 16 0,'11'-22'217'0,"3"-1"-3"16,-1 7-5-16,-2 3-13 0,1 6-15 0,-1-5-11 16,2 7-9-16,-1 3-11 0,0 0-9 0,0 6-9 15,-1 1-9-15,0 2-8 0,1 0-8 0,-4 4-8 16,3 1-7-16,-3 5-10 0,-2-3-8 0,-3 2-5 0,-3-4-6 16,0 5-3-16,-2-1-6 0,-1 1-6 15,-5-2-2-15,0 1-21 0,0-3-19 0,-3 2-23 16,1-4-29-16,-1 5-24 0,2-7-29 0,-3-2-39 15,6-4-29-15,0 3-24 0,1-2-163 0,-2-3-383 0,7-1 169 16</inkml:trace>
  <inkml:trace contextRef="#ctx0" brushRef="#br0" timeOffset="-175263.75">26165 12054 34 0,'0'0'188'0,"9"5"0"0,-7-2-18 0,-2-3-7 16,4 7-10-16,-1-1-2 0,3-3-13 0,1 0-12 15,-7-3-9-15,14 5-5 0,-4-3-4 16,0-2-5-16,3 0-7 0,1-2-3 0,-1-3-5 0,3-1-2 16,2-1 11-16,-2-2-5 0,-1 0 6 0,-6 0 5 15,-1 1-3-15,0-2-1 0,-4 0-13 0,-1-2-7 16,-3 2-10-16,-3-1-5 0,1-1-7 0,-2 0-9 16,-5 0-1-16,-1 3-2 0,0 0-8 0,-7 1-8 15,7 1-11-15,-4 3-19 0,0 0-20 16,1 2-15-16,0 2-24 0,0 2-15 0,1 3-26 0,3-2-28 15,0 3-26-15,5-3-28 0,0 2-18 0,-2 0-27 16,4 1-121-16,2-6-378 0,0 0 168 0</inkml:trace>
  <inkml:trace contextRef="#ctx0" brushRef="#br0" timeOffset="-174848.49">26425 11896 129 0,'4'-4'200'0,"-4"4"-9"0,7-5-5 0,-7 5-5 0,0 0-16 16,8-2-13-16,-8 2-16 0,0 0-15 0,0 0-4 15,0 0-5-15,8 9-3 0,-8-9-5 0,0 14-6 16,0-5-14-16,2 0-4 0,-2 1-10 0,0-1-8 16,2-1-9-16,1 0 3 0,-1 2-9 0,0-3-5 15,0-2-5-15,4 2-2 0,-4-3-2 0,-2-4 3 16,8 9-10-16,-3-8 2 0,1 2-6 0,1-1-1 16,-7-2-4-16,12-1 1 0,-12 1-2 0,13-5-1 15,-4 1 1-15,-2-1-3 0,0 1-3 0,1-4 1 16,-3 1-3-16,4-2 1 0,-4 1-3 0,-1-1 1 15,0 0-6-15,-2 4 7 0,3 0-5 0,-5 5 5 16,5-9-6-16,-5 9-3 0,4-6-1 0,-4 6-2 16,0 0 2-16,0 0 1 0,0 0-2 15,14 7 3-15,-10-2-2 0,0 0 0 0,1 0 0 0,-2-1 3 16,3 1-4-16,-1-1 6 0,1 0-4 0,-1-2 12 16,4 0 1-16,-2-2 8 0,1 1 7 0,-8-1 3 15,23-4 1-15,-12-2-1 0,-1 1 4 0,0 0 3 16,-3-2-8-16,2 0-2 0,-2-1-1 0,-2-2-2 15,1-1-2-15,-2 1-5 0,-1 5-14 0,-1-3-7 16,0-3-27-16,0 2-29 0,-2 9-35 0,0-13-32 16,2 6-28-16,2 0-31 0,-4 7-13 0,4-8-5 15,-4 8 4-15,6-3 7 0,-6 3-109 0,0 0-326 0,9 11 144 16</inkml:trace>
  <inkml:trace contextRef="#ctx0" brushRef="#br0" timeOffset="-174459.32">26827 11871 297 0,'7'7'26'0,"0"-3"19"15,0-1 27-15,-1 1 12 0,3-3 14 0,-5 1 10 16,-4-2 12-16,12-1 7 0,-12 1 6 0,13-7 0 0,-6 4-4 15,2-5-6-15,2 0 3 0,-4 2 4 0,2-4-5 16,0 2-8-16,-2-1-6 0,1-1-11 0,4-4-6 16,-5 3-9-16,4 0-2 0,-4 1-1 15,-1-1-5-15,-1 0 2 0,-1 2 3 0,1-3-12 0,-3 3-3 16,-2 1-5-16,2-1-5 0,-2 1-5 0,-2-1-5 16,2 9-8-16,-3-12-2 0,3 12-1 15,-8-5-6-15,8 5-2 0,0 0 0 0,0 0-4 0,-18 12-4 16,9-3 2-16,0 4-6 0,0 4 0 15,2 0-4-15,3 1 2 0,-1 1-2 0,-3 0-4 0,5-1-1 16,1-1 0-16,2-1 0 0,-3-1 0 0,6-3-1 16,1-1 4-16,1 0-3 0,-1-3 1 0,1-2-3 15,3-3-2-15,2 1-6 0,1-3-5 0,7 0-4 16,-9-1 1-16,4-1-4 0,-1-4-2 0,-4 0-3 16,3-1 5-16,1 0 6 0,-3-2-4 0,4-3-5 15,-3 2 7-15,3-2 5 0,-3-2-3 0,-2 1-1 16,-1-2 4-16,-1 0-2 0,6 0-1 15,-5 4 2-15,-1-4 3 0,1 4-2 0,-3 0 2 0,1 4-3 16,0 1 2-16,-1 1-5 0,-4 4 0 0,6-6-3 16,-6 6 3-16,0 0 0 0,0 0 5 0,9 17 3 15,-7-5-17-15,2 1-18 0,-2 4-34 16,0 1-49-16,2 1-71 0,0 0-86 0,-1-1-147 0,3 1-459 16,-1-1 203-16</inkml:trace>
  <inkml:trace contextRef="#ctx0" brushRef="#br0" timeOffset="-174088.93">27672 11914 239 0,'15'-30'242'0,"-1"-3"-6"0,6-10-11 16,-9 13-9-16,5-5-12 0,5-7-10 0,-6 10-16 15,8-10-12-15,-8 9-16 0,1 1-10 0,5-11-12 16,-7 12-10-16,1-2-11 0,-4 4-8 0,-1 0-10 15,-3 7 4-15,-1 3 1 0,-2 3-9 0,-4 6-8 16,-1-2-7-16,-3 3-8 0,-1 3-12 0,1 3-4 16,4 3-4-16,-18 1-2 0,4 5-11 0,-3 5 1 15,-6 4-8-15,0 6-11 0,4 0-1 0,0 4-10 16,6 1-7-16,3 0-7 0,6-1-5 0,4 1-9 16,7-3 0-16,1-4 1 0,4 3 2 0,3 0-5 0,-1-7 3 15,5 4 3-15,1 0 2 0,-4-5-1 16,-1-2 9-16,1 0 0 0,-2 0 0 0,0 0 3 15,-4-2 0-15,-1 3 2 0,-2-4 0 0,-4 0 1 16,-1 0 3-16,0-1 0 0,2 2 2 0,-1 1 4 0,-5-1-1 16,0-2-24-16,-3-1-18 0,3-1-29 0,-4-1-36 15,6-5-34-15,-8 8-36 0,5-4-35 0,3-4-179 16,0 0-423-16,0 0 188 0</inkml:trace>
  <inkml:trace contextRef="#ctx0" brushRef="#br0" timeOffset="-173515.48">28063 11594 33 0,'2'-12'164'0,"2"1"2"0,-4 4 9 0,2-3-11 16,2 5-21-16,-4 5 6 0,0 0 19 0,0 0 10 15,0 0-6-15,0 0-4 0,5 28-18 0,-5-11-12 16,0-1-5-16,1 0-6 0,-1 1-13 0,2-2-12 16,2 2-5-16,-2-6-12 0,2 0-6 15,3 1-10-15,1-4 3 0,2-1-10 0,0 1-10 0,4-5 1 16,-3-2-4-16,2-1-7 0,1-3-6 0,-1 2-3 15,0-4 0-15,-2-3-1 0,1 2-8 0,-6-3 3 16,2 0 0-16,-2 1-7 0,-2-1 3 0,2-4-2 16,-3 3 3-16,-2-1-10 0,-1-1 4 0,-2 0 0 15,2 1-6-15,-2 0 10 0,2 3 9 0,-1 0 5 16,1 8-3-16,-1-11-8 0,1 11-3 0,0 0-3 16,0 0-4-16,0 0 4 0,0 0 4 0,0 0-2 15,0 0-2-15,1 26-3 0,0-15 4 0,1 1 1 16,0-2 8-16,5 3-13 0,-1-3 0 0,8 1-6 15,-1 0 22-15,3-3-23 0,0 0 2 0,4-4 0 16,1-4-17-16,6-1-2 0,-1-1-9 0,-5-4-7 16,-2-2-15-16,-1 5-3 0,2-5 6 0,-4-1 5 15,0-3 1-15,-5 1 3 0,-4 1 2 0,3-5 5 16,-5 5 1-16,-2-6 10 0,1 0-4 0,-4 3 8 16,2-3 4-16,-3-1 9 0,1-1 6 0,0-3-2 0,-3 2 7 15,1 0 0-15,1-8-5 0,-2 3 16 16,3 5-2-16,-2 0-6 0,0 2 13 0,2 4 3 15,0 1 15-15,0 1 9 0,0 2 0 0,0 9-6 16,-1-12-10-16,1 12-7 0,0 0-5 0,0 0 16 0,0 0 18 16,0 0 0-16,13 29 18 0,-9-10-16 0,-2 1 9 15,1 8-5-15,2 4-6 0,0 1-3 16,-1 0-4-16,-2-1-8 0,4 3-6 0,-1-1 0 0,1-2-7 16,0 4-1-16,2-3-1 0,-1 0-6 0,-2-4-3 15,1 0-16-15,-1-3-29 0,0 1-37 0,-1-10-32 16,1 0-38-16,-3-4-39 0,0 0-32 0,1 2-26 15,-5-4-37-15,2-2-49 0,-1-3-30 0,-3 1-240 16,4-7-624-16,-9 6 276 0</inkml:trace>
  <inkml:trace contextRef="#ctx0" brushRef="#br0" timeOffset="-173315.28">28680 11572 14 0,'14'-26'177'0,"3"2"-5"16,0 0 4-16,-5 11 7 0,3-3 6 0,-2 5-4 15,3 2-9-15,-5 3-18 0,-2 0-12 0,4 2-9 16,-6 4-12-16,4-1-8 0,0 2-11 0,-2 3-8 16,-3 2-8-16,0 1-9 0,-4 3 4 0,2 5-18 15,-4 3-4-15,-5-1-8 0,1 2-3 0,-2-2-20 16,-6 4-18-16,1-3-26 0,-2-3-27 0,-1 0-37 16,5 0-49-16,-4-2-30 0,0-2-40 0,2-1-155 15,4-3-378-15,0-3 167 0</inkml:trace>
  <inkml:trace contextRef="#ctx0" brushRef="#br0" timeOffset="-173089.66">28849 11368 64 0,'-2'-24'234'16,"1"5"-7"-16,0 1 0 0,1 5 3 0,-4 1-1 16,4 3-2-16,-1 0-8 0,1 9-30 0,-2-9-20 15,2 9 3-15,0 0 1 0,0 0-5 0,8 31-12 16,-3-3-5-16,0 2-17 0,-1 16-7 0,-2 0-8 15,0 3-18-15,-2-4-9 0,-2 0-4 0,2 1-5 16,-2-9-21-16,2-3-14 0,0-3-23 0,-2 1-29 0,2 0-29 16,-3-4-14-16,3-2-26 0,-1-7-27 0,1-1-31 15,-3-2-40-15,3-5-41 0,-2 1-23 16,0-3-217-16,-2-3-488 0,1-2 216 0</inkml:trace>
  <inkml:trace contextRef="#ctx0" brushRef="#br0" timeOffset="-172889.51">28960 11565 154 0,'18'-24'186'0,"-7"7"11"0,6-3 11 0,-7 9 4 0,-1 1-10 15,0 3-13-15,-4 3-11 0,1 1-10 0,2 3-7 16,-8 0-7-16,14 7 1 0,-6 0-14 16,-3 1-11-16,-1 5-9 0,1-3-12 0,-4 7-9 15,-2 0-9-15,-3 0-6 0,0 0-10 0,-1 1-6 0,-4-1-7 16,1-1-24-16,-2 0-25 0,0-1-27 0,0-1-24 15,-2-2-34-15,1-1-36 0,2-1-46 0,-1-5-57 16,2 1-223-16,4-2-470 0,4-4 208 0</inkml:trace>
  <inkml:trace contextRef="#ctx0" brushRef="#br0" timeOffset="-172687.29">29194 11249 76 0,'2'-6'241'0,"1"2"3"0,-3 4 3 0,0 0 1 16,0 0-4-16,2 19 11 0,-2-6-25 0,-1 3-3 16,-2 4-19-16,1 5-17 0,-5 1-13 0,4 4-22 15,-1-1-18-15,0-1-1 0,0-2-24 0,6-1-17 16,-2 0-40-16,-2-9-35 0,4 2-42 0,-1-2-46 16,0 0-48-16,0-3-48 0,2-4-46 0,-2 1-42 15,-1-2-163-15,1 1-448 0,2-5 199 0</inkml:trace>
  <inkml:trace contextRef="#ctx0" brushRef="#br0" timeOffset="-172229.53">29346 11452 16 0,'6'-11'186'0,"1"2"-8"0,-2 0-12 0,0 4-3 0,-2 1 3 16,-3 4 6-16,8-1 6 0,-8 1-6 0,0 0-8 16,11 9-9-16,-9-4-19 0,3 3-6 15,-1 0-9-15,-2-2-11 0,2-1-12 0,1 3-9 0,-1-3-10 16,2 0-5-16,0 0-5 0,-1-1-7 0,1-2-7 15,1 1-4-15,-7-3-3 0,14 0-6 0,-14 0-3 16,13-3-3-16,-13 3-4 0,11-6-3 16,-5 2-4-16,-2 0 0 0,1 0-3 0,-5 4-1 0,8-7 3 15,-4 3-11-15,1 0 2 0,1-1-3 16,1 3 1-16,-7 2-4 0,11-6 2 0,-3 5 9 16,-8 1 4-16,15 4 6 0,-6 2 9 0,0 3 14 15,1 5 8-15,3 10 0 0,-4 0 9 0,-3 5 4 0,2 6 2 16,-1 10-3-16,-4 4-3 0,2-1-11 0,-5 1-5 15,3 2 13-15,-6-2-17 0,1-3 1 0,2-10-5 16,0 10-13-16,-1-13 1 0,1 0-3 0,-5-1 2 16,1-4-2-16,0 2 2 0,-1-4-10 0,-4-3 1 15,0-3 0-15,0-5-4 0,0 0-8 0,-1-7 8 16,-3 4-3-16,1-6 1 0,-4 2-2 0,-1-5-2 16,4-1-2-16,-6-5 2 0,4 1-15 0,0-1 19 15,3-3-8-15,-3 1-2 0,3-4 9 0,1-3-16 16,2-3-13-16,1 1 1 0,3-10-6 0,4 5 0 15,1-8-2-15,5-2-9 0,1-1-3 0,8 0-8 16,2-1-7-16,4 0-18 0,0 0-16 0,7-12-14 16,4 7-25-16,0-2-32 0,-8 11-39 0,10-8-45 15,3-1-63-15,-12 10-235 0,14-6-577 0,1 0 256 16</inkml:trace>
  <inkml:trace contextRef="#ctx0" brushRef="#br0" timeOffset="-172069.17">30080 11519 177 0,'0'0'352'0,"0"0"-45"16,0 0-28-16,2 8-26 0,-2-8-19 0,0 0 4 16,-2 10 8-16,2-10-20 0,0 0-20 0,0 0-21 0,2 9-15 15,-2-9-29-15,0 0-30 0,0 0-42 16,0 0-43-16,0 0-65 0,0 0-73 0,0 0-77 16,0 0-291-16,14-15-520 0,-14 15 230 0</inkml:trace>
  <inkml:trace contextRef="#ctx0" brushRef="#br0" timeOffset="-167045.49">2228 10985 10 0,'0'0'74'0,"0"0"-3"0,0 0-4 0,0 0-9 16,0 0-1-16,0 0 5 0,-18-10-1 0,18 10 0 16,-11-3-1-16,11 3-1 0,-13 0 2 0,13 0-5 15,-16 0-7-15,7 0-11 0,-2 1 6 0,0 1-2 0,-1-2-1 16,1 4 6-16,-3 0-10 0,1-1 6 16,0 2 0-16,-3 0-4 0,-2 0 3 0,2 2-3 15,0 0-5-15,-1-2 1 0,1 2-3 0,-1-1-4 16,2-2-6-16,3 2 6 0,-2 0 1 0,4-2 3 15,0-1-4-15,-2 2 1 0,7-1 1 0,-1-1-10 16,-1 1 9-16,7-4-15 0,-11 3 10 0,11-3-13 16,-4 3 8-16,4-3-8 0,0 0-1 0,0 0 4 15,0 0 0-15,0 0 7 0,27 4-1 0,-6-8 6 16,14-2 6-16,1-4 1 0,16-6-1 0,6-3 1 16,2-4-8-16,28-16 0 0,3 3 1 0,-1-3-1 0,5 2-3 15,5-2 0-15,2-2-4 0,0-4 2 16,5 1-8-16,10-1 7 0,3-3 3 0,6 3 5 15,6-1-5-15,1-2 0 0,-3-1-2 0,2 0-3 16,-2 5-4-16,-4-4 1 0,-5 5 1 0,-7 2-1 16,-12 2-7-16,-5 3-3 0,-13 2-8 0,-26 14-1 15,-2-3-2-15,-6 6-3 0,0-2-7 0,-14 10-1 16,-4-1-1-16,-4-1-5 0,-9 4-4 0,-1 3-15 16,-8 0-2-16,-10 4-5 0,14-5-15 0,-14 5-17 15,0 0-5-15,0 0-26 0,0 0-16 0,0 0-6 16,-54 12-113-16,22-4-266 0,-17 6 117 0</inkml:trace>
  <inkml:trace contextRef="#ctx0" brushRef="#br0" timeOffset="-166524.96">1573 10154 83 0,'-9'-10'103'15,"2"3"11"-15,-4-2-10 0,2 3-3 0,2-2 2 16,0 4-16-16,2 0 2 0,5 4-9 0,-10-7-7 15,7 2-4-15,3 5-9 0,0 0-7 0,0 0 3 16,0 0-12-16,-6 16 6 0,11 1 10 0,1 10 7 16,4 6 4-16,7 16 1 0,6 5 3 0,15 29 6 15,4-2 4-15,2 7-3 0,4 9 0 0,4 4-2 16,4 5-11-16,3 6-6 0,-1-5-6 0,-1 5-7 16,-2 5-2-16,2-2-2 0,1-1-11 0,2 8-9 15,1-7-14-15,0-4-12 0,-2 0-23 0,-8 0-14 16,4-3-22-16,-1-8-27 0,-1-1-31 0,-1-5-23 15,-1-7-47-15,-4 1-111 0,-7-8-321 0,1-2 143 16</inkml:trace>
  <inkml:trace contextRef="#ctx0" brushRef="#br0" timeOffset="-139047.09">2132 11082 22 0,'-1'5'22'0,"1"-5"-1"15,-4 10-5-15,2-2-3 0,-1 0 0 0,-1 1 0 16,1-1-1-16,-1 2 2 0,-3 0-6 0,2 0 2 16,-1 1-3-16,2-3-1 0,-1 2 7 0,-1-2-1 15,1 2-1-15,1-5-2 0,1 1 2 0,-1 0-2 16,4-6 6-16,-6 11 1 0,4-7 5 0,2-4 6 16,-5 9 14-16,2-6-1 0,3-3 6 0,0 0-2 15,-6 8 6-15,6-8 4 0,-3 5 20 0,3-5-16 16,0 0-7-16,0 0 18 0,-5 3-22 0,5-3 3 15,0 0-4-15,0 0 4 0,0 0-2 0,0 0 3 16,0 0 0-16,0 0-6 0,-20-8 2 0,20 8 0 16,-5-6-1-16,2 1-4 0,3 5-9 0,-4-11-4 15,1 5 0-15,-1-3 2 0,0 0-4 0,-1 0-5 16,1-2 6-16,1 0-7 0,-3-4-5 16,-1-1-2-16,3-2 3 0,-4-1-2 0,3 0 1 0,-1-4-10 15,-2-3-2-15,-2 1 2 0,5 0 8 0,-3 0-6 16,0 0 1-16,2 1-4 0,-3-2-1 0,5-1 6 15,-3 3-5-15,0 0 2 0,-2 0-5 0,3-2-3 16,-2 2 2-16,3 6 2 0,0 2-3 0,-1-3 4 16,-2 0-6-16,3 2 4 0,-3-2-1 0,4 0 5 15,-3 3-3-15,2-2-3 0,-1 1 3 0,-4-5 2 16,3 3-2-16,3 0 3 0,-5-5-3 0,2-2-3 16,1 4 2-16,0 4 2 0,2-1 1 0,-3-6-14 15,-1 1 9-15,3 4 0 0,2-4 3 0,-5-1 1 16,3 1 0-16,-1 7-2 0,4 0 2 15,-2 2-1-15,2 0 5 0,1 2-9 0,-6-3 1 0,6 5 11 16,0-3-8-16,-2 0 1 0,1 2 2 16,0 1-6-16,0-1 2 0,-2 2 0 0,3-2-6 0,1 1 7 15,-2 2 2-15,1-1-2 0,0 0 0 0,1 0-1 16,-4 1 4-16,4 0-6 0,-1-2 3 16,1 2 0-16,-2-1-3 0,0 0 1 0,2 10 4 15,-1-14-3-15,1 4 0 0,0 10-3 0,-2-11 6 0,1 4 1 16,1 7-1-16,0-12-2 0,0 12 2 0,-1-10-4 15,1 10 5-15,1-11-3 0,-1 11-1 0,0-8 1 16,1 1 3-16,-1 7 1 0,2-10-3 16,-2 10-4-16,0 0-2 0,0-11 1 0,0 11 0 15,3-6-1-15,-3 6 5 0,0 0-8 0,3-8 3 0,-3 8 1 16,0 0 1-16,5-7 0 0,-5 7-2 0,4-4 1 16,-4 4 1-16,6-3 0 0,-6 3-5 0,8-3 1 15,-8 3 2-15,11-2 1 0,-11 2-10 0,8-4 10 16,-8 4 3-16,9-2-3 0,-9 2 3 0,13-1-1 15,-13 1-2-15,11-2 0 0,-3 1-2 0,-1 0 3 16,-7 1 2-16,15-2 1 0,-7 1-6 16,0 1 3-16,-8 0-2 0,16-2 0 0,-6 4 3 15,-10-2-3-15,15 0 2 0,-7 0 2 0,-8 0-2 0,14 3 1 16,-6-3 1-16,-2 2-4 0,1-1 2 0,1 1 2 16,-8-2-3-16,13 4 2 0,-6 0-3 15,-1-1 7-15,2 0 1 0,-2 1 5 0,0 2-4 16,0-2 0-16,0 1-2 0,0 0 3 0,-1 0-6 0,3 2 11 15,-1 1-4-15,-2 0-2 0,2 0 5 16,-2 1-2-16,2 0 0 0,-1-1-1 0,2 3 1 0,-2-1-1 16,-1 0 0-16,1 0 2 0,1 0-10 0,1 2 8 15,-3-1-2-15,3 3-1 0,-2-3-1 16,3 2 4-16,-3-4-4 0,-1 4-2 0,3 0 3 16,1 0 4-16,-3-2-6 0,2-1-3 0,0 4 4 15,-2-2 1-15,3-2-2 0,-2 4-1 0,0-4 0 16,-1 1 8-16,5 3 1 0,-5-4-3 0,0 0 2 0,1 2-4 15,1-2 3-15,0 4-2 0,1-1 1 16,-1 1 1-16,0-3-1 0,0 1-3 0,3 1 2 0,-5 0-2 16,1-3-4-16,2 4 1 0,-2-4 4 15,2 3-3-15,0 2-4 0,-1-4 3 0,2 1-4 16,2 1 6-16,-2-1-3 0,-1-3-1 0,1 5 10 16,-1-1-9-16,1 0 1 0,2 0-2 0,-1 0 4 0,-2-3-2 15,3 2-2-15,0 1 3 0,0 1 0 0,-1 0 1 16,-2-2-4-16,5 1-1 0,-5 0-1 15,2 0 7-15,0 1-7 0,-2-7 1 0,4 7 2 16,0-2 4-16,-3 1-8 0,1 1 2 0,1-2 3 16,-1 1-5-16,-3-3 1 0,3 2 5 0,-3-2-4 15,1 1 1-15,1-3-2 0,-1 2 1 0,3 3-1 16,0 0 1-16,-4-4 3 0,0 1 1 0,1-1-1 0,1 1 1 16,-1-1-3-16,-1 0 3 0,1 0-3 15,-2 0 4-15,2 1 3 0,3 2-2 0,-3-3 2 16,-2 0-5-16,4 5 0 0,-1-5 0 0,-3 1-1 15,6 2 3-15,-1 0 0 0,-5-2 0 0,2-1 3 16,0 1-3-16,2 1-4 0,-4-1 4 0,2 0-7 0,1-2 5 16,-2 3 0-16,1-2 4 0,4 2-3 15,-6-2-2-15,1 0-1 0,1 3 4 0,-1-5-2 16,-1 3 0-16,1 0 0 0,0-2 0 0,-1-1-3 16,0 3 2-16,1-3 2 0,0 2 2 0,-1 0-2 15,0-3 5-15,0 2-1 0,-2-3-8 0,3 3 3 16,-3 1-5-16,1-3 6 0,2 3-6 0,-2-2 3 15,2 0 0-15,-3 0 1 0,0-1 1 0,3 0-4 16,-3 1 0-16,1-2 2 0,2 3-2 0,-2-1 2 16,1 0 1-16,0 1-2 0,-2-4 0 0,2 2 3 15,-2 1 0-15,3 0-2 0,-2-2 4 0,-1-1-5 16,4 2-3-16,-9-6 3 0,10 9 4 0,-3-4-3 16,-7-5 1-16,13 8-3 0,-7-5 3 0,0 0-4 15,4 2 0-15,-10-5 3 0,11 6-1 0,-5-3 1 16,-6-3 2-16,13 5-3 0,-13-5 5 0,11 4-3 15,-4-1-1-15,-7-3 1 0,16 2 1 0,-7 0-1 16,0 1 2-16,3-3-1 0,-5 0-1 0,-7 0 1 16,15 0 1-16,-8-3-2 0,3 3 4 0,-2-2-2 15,1 0 0-15,0-2-3 0,-1 1 1 0,1-2-5 16,-2 2 20-16,2-1-6 0,-2 0-2 0,0-1-1 16,1 1 2-16,-2-1 0 0,1-2 1 0,0 0-5 15,1-2 2-15,-3 5-2 0,-1-4 0 0,0 1 1 16,0 1 0-16,-2 1-4 0,1-3 4 0,-2 1-5 15,2-3 2-15,2 0-1 0,-4 3 0 0,1-2-2 16,-2 3 3-16,0 6-1 0,2-19 1 0,-2 9-4 16,-2 1 2-16,2-1-2 0,-2-2 2 0,-2 2 6 15,3-1-6-15,-2-2-1 0,1-3 0 0,1 4-1 16,-3-2 0-16,1 4 0 0,2-4 0 0,-3-1-1 16,1 3-1-16,1-4 1 0,-2 4-1 0,-1-5 2 15,0 0 1-15,1 2 0 0,0 1 3 0,0 2-6 16,2 2 0-16,-3-7-5 0,-2 5 6 0,4 1 0 15,-4-5 2-15,1 1 9 0,-3 1-13 0,1-3-2 16,0 0 5-16,-1 2-4 0,-1-2 1 0,0 2 0 16,1-3 7-16,0 3-5 0,-2-2 0 0,3 3 1 15,-2-3 0-15,0 3-1 0,1-4 0 0,-7-4-4 16,7 6 1-16,-1-2 1 0,2 0-2 0,-2 0 2 16,-1-3 0-16,0 5 1 0,3-2-2 0,-1 0 3 15,1 0 0-15,-1 0-1 0,0 2-1 0,0-8-1 16,1 9 4-16,1-3-2 0,-1 1 2 0,2-1-4 15,-3 2 2-15,1 0 1 0,-1 0 0 0,3-3-3 16,-7-4 2-16,5 5-1 0,1 2-2 16,-3-2 5-16,2 1 2 0,0-1-4 0,2 1 2 0,-2 2-2 15,0-2 1-15,2 2 1 0,-2 0-1 0,2-3-1 16,1 1-2-16,-3-1 2 0,2 1-3 0,-2 0 5 16,1-1 0-16,0 1-3 0,1 0 3 0,-1 0 0 15,2-2-2-15,-1 2 4 0,-2-2 1 0,2 2-3 16,0-2-4-16,1 2 0 0,-1-3 5 0,0 4-3 15,1-1 0-15,-2 0 0 0,3 0 0 0,-1 0 0 16,2 1 2-16,-3 2 0 0,2-1-2 0,2 3-2 16,-2-3 6-16,0 3-2 0,3 0 1 0,-3-2-4 15,3 0 4-15,-1 3-4 0,1-5 3 0,0 4-3 16,0-1 6-16,1 0-5 0,-2 2 0 0,2-1 0 16,-1 0 2-16,1 2-2 0,0-2 1 0,0 1 1 15,0 1-3-15,1 0 3 0,1-2-2 0,0 1 3 16,-1-1 0-16,1 3-4 0,0-5 6 0,2 4-6 15,-1-2 3-15,3-4-2 0,-1 1 2 0,0 5-4 16,0-1 1-16,2 2 1 0,-2 0-1 0,0 2-1 16,3-2 2-16,-2 3 0 0,-1 1 1 0,0-1 3 15,0 3-2-15,3-1-4 0,-3 1 4 16,2 0 4-16,-7 3-4 0,12-6-4 0,-3 5 0 0,-9 1 0 16,14-1 4-16,-6 0-3 0,3 1 3 0,-11 0-3 15,15 0 0-15,-4 1 0 0,-3 0 3 0,-1 2 0 16,2-1-2-16,1 0-1 0,1 1 3 15,-1 1-2-15,1 0 3 0,0 1-1 0,-1 1 2 16,3-1-3-16,-2 2 1 0,2-2 1 0,-3 3-2 0,2 0 2 16,-2-2-5-16,3 4 5 0,0 1-2 0,1 1 2 15,-5-3 1-15,5 1-3 0,-2 2 2 0,1 0-3 16,-1 0 3-16,-2-2-1 0,3 2 1 0,-3 1-1 16,2-1 0-16,0 3-1 0,0 0-3 0,-1 0 4 15,3-1 3-15,-2 1-4 0,0 1 1 0,-1-2 0 16,0 2 1-16,2 0-1 0,-1 1-1 15,4 2-1-15,-2 2 2 0,-2-6 1 0,-1 2 1 0,1-1 0 16,0 2 3-16,3 4-5 0,0-1 1 0,-5-5 1 16,2 1 1-16,0 0 0 0,4 4-4 0,-4-6 2 15,0 1 2-15,3 4-3 0,-1 2 2 16,-2-5-3-16,1-1 5 0,0 0-2 0,-1 0-1 16,1 0 2-16,-1-1-4 0,0 1 0 0,0 0 4 0,1-1 2 15,-1 0-1-15,-1 2-2 0,1-2 5 0,0-1 0 16,1 2-1-16,-2 0 1 0,1-2 1 0,0 0-2 15,0 2 0-15,2 0 1 0,-4-3 0 0,2 2-2 16,0 1 1-16,1-1 0 0,0 1-6 0,-1 0 3 16,-1-2 2-16,3 2-3 0,-2-2 3 15,0 1-4-15,-3 0 3 0,4-1-4 0,-1 1 5 0,0 0 1 16,-3 2-4-16,4 0-2 0,-1-6 2 0,-1 1 2 16,2 3-2-16,-1-2-1 0,-1 1 2 0,-1-2-3 15,0 1 3-15,-1-3-3 0,3 3 2 0,-2-1 0 16,1 1 3-16,-3-3-2 0,1-2 0 0,-1 1-1 15,1-3 3-15,-2 6-1 0,3-5-1 16,0 3 5-16,-3-1-6 0,2-1 1 0,0 1 0 0,3 4-1 16,-3-4-3-16,1 4 0 0,0-4 6 0,2 0-3 15,-3-2-2-15,2 1 1 0,-2 1 0 0,4-1-2 16,0 1 7-16,-3 0-6 0,1-2 2 0,1-1 0 16,-1 0 0-16,5 3 1 0,-5-2-2 15,4 0-2-15,-2-1 4 0,0-4-3 0,-1 3 2 16,-1-4-4-16,0 1 4 0,0 1 1 0,0-2 2 0,1 2-5 15,-3-3 0-15,-9 0 3 0,19 0 1 0,-19 0-1 16,20-1-1-16,-8-2 1 0,-2 0-2 0,-1 0 0 16,2-1 2-16,-2-1 5 0,0 0-4 15,0 0-2-15,2 0 2 0,-2 0-5 0,1-2 4 16,-3 0-2-16,1 0 4 0,0-1-2 0,-1 1 2 16,0-4-2-16,-2 3 1 0,1-3-2 0,-1 3 1 0,2-3-2 15,-3 1 0-15,-1-2 0 0,1 2 4 0,-1-2-3 16,-2 2 1-16,0-6-3 0,-1 3 2 0,0-3 0 15,0 1 3-15,0-1-3 0,-1 2-1 16,0 1 2-16,0-4-3 0,-2-1 1 0,3 1 0 16,-1-2-1-16,-2 1 3 0,3 0-5 0,-2-1 5 15,0 0-2-15,-4 1-1 0,2-3-2 0,0-2 2 16,0 4-2-16,-1 0 1 0,-1 2 0 0,-2-2 2 16,1 0-2-16,-1-4 0 0,0 5 0 0,-2 1-2 15,-1-6 3-15,0 6-1 0,0 0-2 0,-5-6 4 16,1 1 0-16,0 3-6 0,1 4 3 0,-3-7 10 15,-2-1-10-15,1 3 1 0,-1-1 0 0,-1 1-2 16,-1 0 2-16,2-1 0 0,0 1 0 0,2 0 0 0,-1 1-1 16,3-1 3-16,0-2-2 0,0 1 0 15,1-1 0-15,3 0 1 0,1-1-1 0,-6-2 2 0,6 2-3 16,-1 1 1-16,-1-1 1 0,2-3 6 16,-3 0-9-16,3 0 0 0,0 1 2 0,0 2 2 15,-1-1-3-15,1-2 1 0,0 2-2 0,0 0 7 16,-1-4-5-16,0 2-2 0,3-1 1 0,0 0 0 15,2-2 1-15,-3 3-2 0,4 1 0 0,0-2 2 16,-2 2 2-16,2-1 1 0,-2 2-4 0,2 0 11 16,0 5-12-16,-1-4 1 0,0-3 1 0,0 8 1 15,2-1-1-15,1 1 1 0,1-1-1 0,0-1 1 16,0 0-1-16,2 1 0 0,0 0-2 0,0-6 7 16,0 7-7-16,1 0 0 0,-1-2 2 0,3 4-1 15,-2 0 4-15,0 4 0 0,1-1 3 0,0-3-1 16,3 2-2-16,3-2 1 0,-2 2-3 0,2-1 0 15,-2 4 1-15,6-1-1 0,-1-1 0 0,-4 4 1 16,3 0-2-16,0 1 2 0,-1-2 2 0,2 3-4 16,-3 2-2-16,1-1 2 0,1 1-2 0,-1 0 0 15,3 3 0-15,-1 1 1 0,1 1 6 0,1 0-10 16,1 3-1-16,2 0 9 0,3 3-7 0,-1 1 5 16,0 1-4-16,0 0 0 0,1 2 4 0,3 8 3 15,0-3-5-15,-2 3 3 0,1 2-1 0,0-1-1 16,2 0 0-16,-2 3 3 0,-1-1-2 0,-2 0 1 15,1-1-2-15,0 2 1 0,0-1-2 0,0-2 5 16,-3 3-4-16,2 0 3 0,0 1-1 0,-3-1-4 16,3-1 6-16,-1 0-3 0,1 2 2 0,-2 1-4 15,1 0 5-15,-3 0-2 0,1 2 0 0,1 2 2 16,0-3-1-16,0 1 0 0,2 1 1 0,-1-1 0 16,0-1 0-16,1 3-2 0,-1-2 0 0,-1-1 0 15,1 1 2-15,1-2 0 0,-2 1 1 0,2 0 5 16,0 0-5-16,0-1 1 0,0 2-3 0,-1-2 0 15,3-3-4-15,-3 3 5 0,3-1-3 0,-1-2 1 16,0 0 0-16,0-1-1 0,3 1-2 0,-4-2 4 16,1 0-2-16,2 0 3 0,-2 3 0 0,1-5 0 15,1 2-2-15,-7-5 4 0,6 6 0 0,-3-1 2 16,-2-2-1-16,5 1 2 0,-4 2-4 0,-3-4 3 16,-1-1-2-16,5 5 0 0,-2-6 1 0,2 6 0 15,-4-6-1-15,5 6-2 0,-4-6 0 0,0 1 1 16,2-1-1-16,3 2-1 0,-4-1 1 0,-1-2 1 15,2 1 1-15,5 1 2 0,-3-2-3 0,6 4 0 16,0-1-2-16,-2-2 7 0,1-1-3 16,-4-4 0-16,-1 0-2 0,3-1 0 0,-2-3 1 0,0 0 2 15,0 0-2-15,0-1 3 0,0-2-3 0,2-2-1 16,-4 0-1-16,2-3-3 0,-3-3-6 0,3 3-8 16,-1-3-8-16,-1 0-15 0,-1-1-22 0,-4 0-24 15,1-2-36-15,-2 2-46 0,-2-3-52 0,-2 0-184 16,-3-1-434-16,-4 11 192 0</inkml:trace>
  <inkml:trace contextRef="#ctx0" brushRef="#br0" timeOffset="-138478.99">4719 10213 21 0,'-14'0'111'0,"5"0"-4"15,9 0-6-15,-14-2-5 0,14 2-8 0,-10-2 3 16,10 2-4-16,-9-2-1 0,9 2-7 0,-6-2 0 15,6 2-6-15,0 0-6 0,0 0-2 0,0 0-2 16,24-23-2-16,3 6-1 0,2-4-2 0,15-10-1 16,8-3-6-16,25-17-1 0,-1 2-5 0,-21 15-3 15,23-14-5-15,-22 15-3 0,21-9-3 0,-26 10-1 16,0 3-7-16,-1-3 2 0,0 0-2 0,-4 4-3 16,-4 2 0-16,-11 7 2 0,-3 2-10 0,-3-2 7 15,-1 5 0-15,-3-2-1 0,-4 4-3 0,-4 3 9 16,-4 1 1-16,-1 1 2 0,2-1 2 0,-4 4 1 15,-2 1-3-15,-4 3 0 0,10-6-1 0,-6 4-3 16,-4 2-3-16,0 0-6 0,6-6-9 0,-6 6-21 16,0 0-16-16,0 0-26 0,0 0-34 0,0 0-25 15,0 0-38-15,-20 21-145 0,11-13-323 0,-3 3 144 16</inkml:trace>
  <inkml:trace contextRef="#ctx0" brushRef="#br0" timeOffset="-137517.16">2512 12237 30 0,'-4'-7'54'0,"4"7"11"0,-1-9-9 15,1 9 0-15,-3-7 11 0,3 7 0 0,0 0 11 16,-2-9-10-16,2 9 7 0,0 0-7 0,0 0-2 0,0 0-10 16,-4-5-9-16,4 5-2 0,0 0-14 15,0 0 5-15,0 0-4 0,0 0-15 0,0 0 10 16,15 30 0-16,-3-9 0 0,3 3-2 0,4 1 19 16,9 15-6-16,2 1 4 0,2 2-10 0,2 5 1 15,17 19 2-15,-1 1 5 0,-11-21 9 0,17 25-10 0,-1 2 1 16,-2-3-9-16,4 1-1 0,-1 3-4 15,3-2 8-15,-4 2-6 0,2-4 0 0,-3 1 6 16,7 1 2-16,1-4 5 0,-4 1 5 0,-2-5-3 16,-3 2-7-16,2 0-2 0,-4 4 1 0,-2 0 1 15,-14-21-6-15,-1 1-3 0,10 20-1 0,-14-23-2 16,2-2 1-16,1 1-5 0,0-4 2 0,0-6-5 0,-1 0 0 16,-9-9 3-16,3-4-5 0,-2-2-2 15,-3 2-1-15,-1-6-9 0,0 1-14 0,-5-5-14 16,0-1-8-16,-1-1-15 0,-1-1-11 0,-6-2-28 15,1-2-20-15,-3 0-27 0,0-3-25 0,-2 1-114 16,-3-5-296-16,0 0 131 0</inkml:trace>
  <inkml:trace contextRef="#ctx0" brushRef="#br0" timeOffset="-136901.89">3427 13458 14 0,'0'0'100'0,"-9"-1"-16"0,9 1 0 0,0 0-3 16,-13-1-6-16,13 1-9 0,-8 0-2 0,8 0-2 16,0 0 2-16,-12-1 2 0,12 1-15 0,0 0 2 15,-14 0-5-15,14 0-3 0,-5 3 3 0,5-3-13 16,-8 3 6-16,8-3-4 0,0 0 0 0,-9 2-7 15,9-2-3-15,0 0-1 0,0 0-6 0,-6 3 1 16,6-3-4-16,0 0 21 0,0 0 9 0,0 0-4 16,0 0 6-16,41-12-2 0,-13-5-2 0,5-2 1 15,18-15-1-15,19-20-5 0,3 0-5 0,-2-4-1 16,4-1-2-16,0-2-2 0,14-3 2 0,0-4 3 16,6 1 1-16,3-2-4 0,11-6 2 0,-1 1-2 15,5-4-5-15,6-7 1 0,1-1-3 0,1-1 5 16,7-1-5-16,4 2 0 0,-3-4-1 0,-2-5-4 15,6-1 0-15,-6-5-3 0,-4-1 3 0,4 7-1 16,-1 7 1-16,-4 1 0 0,-4 7-4 16,-6 2 1-16,-9 6 1 0,-6 4-4 0,-7 4 1 0,-7 6 0 15,-8 11-3-15,-27 11 0 0,-3 5-2 0,0 2 2 16,-16 8-2-16,0 2-4 0,-4-1 2 0,-5 3-4 16,-3 5 1-16,-8 5 6 0,-2 0-3 0,2 2 3 15,-2 1-7-15,-7 4-11 0,0 0-22 0,0 0-25 16,0 0-30-16,0 0-33 0,-31 0-31 0,3 14-39 15,-5 5-135-15,-20 3-348 0,-3 7 153 16</inkml:trace>
  <inkml:trace contextRef="#ctx0" brushRef="#br0" timeOffset="-132315.02">3470 13583 28 0,'0'0'67'0,"0"0"-9"0,-8 3 0 0,8-3-10 0,0 0-6 16,-8 0-3-16,8 0 8 0,0 0-11 0,-6 3 5 16,6-3-2-16,0 0 1 0,0 0-6 0,0 0 4 15,0 0 5-15,-8 2-1 0,8-2-4 16,0 0 2-16,0 0 15 0,0 0-7 0,0 0-6 0,0 0-8 15,0 0 0-15,0 0-7 0,0 0-4 0,0 0 5 16,0 0-5-16,0 0-2 0,0 0-5 0,0 0-2 16,0 0 6-16,0 0 0 0,-10 2-5 15,10-2 4-15,0 0 7 0,0 0 11 0,0 0-4 0,0 0 3 16,0 0 2-16,0 0-6 0,0 0 0 16,0 0 2-16,0 0-4 0,-11-7 9 0,11 7 2 0,-5-4-3 15,5 4-8-15,-5-7 1 0,5 7 5 0,-7-9-2 16,3 3-5-16,-1-2-2 0,1 3-2 15,0-1-2-15,0-1 6 0,-1 0-4 0,-1-1-1 16,1 0 0-16,-1-3-3 0,1 0-2 0,0-1 1 16,-4-2-1-16,2-2-2 0,0-1-5 0,1 0 4 15,-4-7-2-15,2 6-5 0,-2-6 0 0,1 6 2 0,1 0 0 16,-2-6-2-16,1 6-1 0,-4-4 0 0,5 3 1 16,-2-4 3-16,1 9-1 0,3-2 3 15,-2 0 2-15,-1 0 0 0,0 0-4 0,3 2 1 16,-2-1 0-16,2-1-1 0,-2 5 1 0,1-5-5 15,0 2 0-15,-1-1 1 0,3 4 3 0,-4-3-1 16,4 2-7-16,-1-2 0 0,-2-1-1 0,-1 0-2 0,3 0 5 16,-1-1-2-16,1 0 4 0,0 0-5 0,-1 0 1 15,1 0-2-15,1 0 4 0,0 2-4 16,1 2 1-16,1 0-2 0,1-5 3 0,-3 5 0 16,3 1-3-16,-1-1 4 0,0 2-3 0,0 0 0 15,2 0-1-15,-1 1 1 0,0 2 3 0,2-3-5 16,-1 1 1-16,1 9-2 0,0-20 0 0,1 11-1 15,2-2 1-15,-2-2 3 0,0 1-1 0,1-1 3 16,0 3-2-16,1-2-1 0,-1 1-2 0,0 1 2 16,0-2 1-16,2 2-4 0,0 1 3 0,-2 1 1 15,1-2-1-15,1 1 0 0,0 0 0 0,0 0-1 16,-1 0 2-16,4 1-3 0,-5 3 1 0,-2 5 0 16,5-10-3-16,-2 6 3 0,-3 4 0 0,5-6-3 0,-1 2 1 15,-4 4 1-15,5-6-4 0,-5 6 6 16,9-4-5-16,-5 0 2 0,-4 4 1 0,10-7-2 15,-2 6 6-15,-8 1-8 0,15-2 2 0,-9 1 2 16,-6 1-1-16,16-1-1 0,-9 1 1 0,4-2 0 16,-2 2 3-16,-9 0-1 0,16-1-8 0,-6 1 8 15,2 0 2-15,-1-2-1 0,1 4-1 0,-1-4 0 16,1 4 2-16,1-2-4 0,-3 0 5 0,-1 1-3 16,1 1-2-16,0 0 1 0,1 0 0 0,0-1 0 15,-1 2 3-15,1 0-2 0,-1 2 5 0,-1-2 0 16,2 1 5-16,-1 3-2 0,2-3 1 0,-3 1-1 15,4 0-5-15,-2-1 3 0,-1 0-4 0,2 2 4 16,-1-1 2-16,2 3-2 0,-1-3 2 0,-2 1 1 16,4 0-1-16,-3-1 1 0,1 1-1 0,3 3 3 15,-3-2 5-15,-1 0 0 0,-1 0-6 0,2 0 5 16,-2 1-2-16,2-1-4 0,-2 1 0 0,1 1 4 16,1-2-6-16,-1 2 5 0,0-3-6 0,-2 3 6 15,0-1-4-15,2 1 1 0,-2-2-3 0,0 3 2 16,5 1-5-16,-5-1 2 0,0-2-1 0,2 2 2 15,1 1 1-15,-1-3 1 0,-3 2-2 0,5 2 0 16,-4-3 1-16,4 2 2 0,-4-1-4 0,2-1 0 16,-3 0 0-16,2-1-2 0,-2 2-1 0,4 1 1 15,-4-3-1-15,0 1 3 0,2-1 1 0,-1 1 1 16,-1 0-4-16,2-1 2 0,-1 2-1 0,0-3-2 16,0 3 1-16,2-2 0 0,-2 0 5 0,-1 1-3 15,1-1-4-15,1-2 2 0,-1 4-4 0,2-4 3 16,-2 1-2-16,0 0 7 0,4 0-3 0,-4 1-1 15,1-1-1-15,0 3 6 0,-1-2-5 0,0 0 5 16,3 1-4-16,-3-2-1 0,0 3-1 0,1-4 1 16,0 1-3-16,-1 2 6 0,0-2-5 0,2 1-1 15,0 0 1-15,-1 1 0 0,1-3 3 0,1 4 0 16,-2-3 7-16,2-1-9 0,-3 1-4 0,1 0 5 16,1 1-1-16,0-1 2 0,0 0-1 15,2 6 1-15,-3-7-3 0,2 1 5 0,-3 0-2 0,1 0-2 16,1 2 0-16,-2-1 2 0,0 0-2 0,1-1 3 15,-1 2-2-15,-1-2 2 0,1 1 0 0,1 1 3 16,-2-1 2-16,0 2-1 0,-1-2 5 0,2 0-10 16,-1 1 0-16,0-1 6 0,-2 1-2 0,3-1 3 15,-3 0-4-15,1-2 6 0,0 3-6 0,1-2-1 16,0 1-2-16,-2-1 2 0,2 1 0 0,-1-2 9 16,-2 1-12-16,3-2 3 0,-1 1-4 0,-1 2 4 15,3-2-3-15,-2 1 0 0,-1-3 0 0,0 2 0 16,0 0 9-16,1-3-6 0,0 4-3 0,-1-4 1 15,-1 1-1-15,2-1 1 0,-3 3-3 0,1-3 3 16,0 0-2-16,-5-3 1 0,9 7 0 16,-1-2-1-16,-3-1 0 0,0 0-1 0,0-2-1 15,1 3 5-15,-1-1-2 0,1-2 0 0,-1 1 2 16,-5-3-1-16,9 6-3 0,-4 0 2 0,3-2-2 0,-2-3 3 16,-1 3 0-16,2-1-3 0,-7-3 1 0,10 4-1 15,-4 0 2-15,-6-4-2 0,11 4 3 0,-6-2-1 16,-5-2 0-16,10 2 0 0,-5 0 1 0,-5-2-3 15,9 4-1-15,-9-4 4 0,9 3 8 16,-9-3-9-16,6 1-2 0,-6-1 2 0,0 0-1 16,10 2 5-16,-10-2-2 0,0 0 8 0,8 0-3 0,-8 0 4 15,0 0 0-15,12-2 4 0,-12 2 8 0,7-2 2 16,-7 2-2-16,0 0-2 0,0 0-1 0,13-6 6 16,-13 6-2-16,0 0-2 0,8-7-4 0,-8 7 2 15,9-4-5-15,-9 4 9 0,7-5-4 16,-7 5-3-16,8-7-1 0,-8 7-4 0,10-5 6 15,-10 5-4-15,7-8 0 0,-7 8-3 0,6-7-2 0,-6 7 2 16,4-7-3-16,-4 7 3 0,0 0-11 0,8-6 2 16,-8 6-1-16,0 0 4 0,3-6-2 0,-3 6 4 15,0 0 1-15,0 0-11 0,0 0 5 16,7-9 2-16,-7 9-2 0,0 0 2 0,0 0-5 0,0 0 0 16,0 0 2-16,0 0-6 0,0 0 6 15,0 0-3-15,4-8 4 0,-4 8-5 0,0 0 2 0,0 0 0 16,0 0 4-16,0 0-5 0,0 0 4 15,0 0-10-15,1-14 5 0,-1 14 2 0,0 0-1 16,0 0 8-16,0 0-5 0,1-11-7 0,-1 11-1 0,0 0 4 16,0 0 0-16,-2-15 0 0,2 15-1 15,0 0 6-15,1-11-2 0,-1 11 7 0,0 0-7 0,-1-15-6 16,1 15 3-16,-3-10 1 0,3 10 0 0,-1-10 2 16,1 10 8-16,-4-13-19 0,4 13 9 0,0-12 1 15,0 12 0-15,-4-15-1 0,4 15-4 0,-1-14-5 16,1 14 8-16,-3-14 0 0,1 6 0 15,2 8 0-15,-4-17 5 0,3 9-10 0,-3 0 3 16,4 8 4-16,-8-16-1 0,2 8-2 0,1-1 1 0,-1 2 5 16,3-2-5-16,-4 2 4 0,7 7-5 0,-10-17 5 15,6 8 2-15,-2 1-8 0,1-2 2 0,-1 2 8 16,3 0-9-16,-5-2-6 0,4 3 8 0,-2-2-3 16,-1 1 3-16,1-1 0 0,0 1-2 15,-1 1-1-15,2-1 2 0,-3-1 0 0,1-1-3 16,1 3 0-16,-1-2 4 0,1 2 12 0,-1-2-13 0,7 9 0 15,-10-9-1-15,4 3-3 0,-2-1 3 0,2 2 8 16,6 5-11-16,-12-9 4 0,4 2-6 0,2 2 8 16,0-1-4-16,-3 1 3 0,9 5-6 0,-17-7 1 15,11 3 5-15,-3-2 0 0,1 2 0 16,-1-3-2-16,-1 1 5 0,2 4-7 0,-1-3 2 16,0-1-6-16,-1 1 4 0,1 0-3 0,0 0 3 0,-1 0-4 15,4 2 6-15,-2 0 7 0,0-1-11 16,1 0 0-16,-2-1 0 0,1 1-1 0,3-1 1 0,-3 4 2 15,2-5 1-15,-2 3-1 0,2 0 0 16,-1-1-1-16,-1 0-5 0,0-2 3 0,1 3 2 16,2 0-2-16,-2-3-2 0,2 2 2 0,-2-1 3 15,2 0 0-15,-1 0 4 0,-3 0-7 0,2-4 2 0,2 5 3 16,-3-2 4-16,3-1-1 0,-1 1-2 16,1 0-3-16,-1-2 0 0,2 3 2 0,-3-3 1 15,1 0 0-15,1 1-2 0,-2-1-1 0,4 2 4 16,0-1-2-16,-2-3 2 0,1 2-1 0,0 2-1 15,2-1-1-15,2 7 0 0,-7-14 4 0,5 5-2 16,-1 2 2-16,1 0-4 0,0 0 0 0,2 7 0 0,-2-13 2 16,-1 2 2-16,2 6-1 0,1 5 0 15,-3-15-1-15,0 6-2 0,0-1 0 0,2 2 0 16,0-2-3-16,-1 3 5 0,1-4 3 0,1 11-5 16,-3-16 1-16,5 9 2 0,-4 0 1 0,2 7 1 15,0-14-6-15,0 6 4 0,0 8 2 0,0-10-1 16,0 10-6-16,0-14 8 0,0 14-3 0,2-9 1 15,-2 9-3-15,2-10 3 0,-2 10 11 0,0-6-19 16,0 6 1-16,0 0 6 0,0-12-5 0,0 12 3 16,2-7 2-16,-2 7-4 0,0 0 5 0,0 0-2 15,0 0 2-15,0 0-4 0,-2-10-2 0,2 10 6 16,0 0-1-16,0 0-4 0,0 0-1 0,0 0 1 16,0 0-3-16,0 0 1 0,0 0 5 0,0 0-3 15,0 0 1-15,0 0 1 0,0 0-2 0,0 0 4 16,0 0-2-16,0 0 0 0,0 0-1 0,0 0 5 15,0 0 1-15,0 0-5 0,0 0 4 0,0 0-7 16,3-7 4-16,-3 7 4 0,0 0-1 0,0 0 1 16,0 0-3-16,0 0 4 0,0 0-2 0,-3-19-1 15,3 19 3-15,0 0-1 0,-1-12 0 0,1 12 6 16,-1-11-4-16,1 11 6 0,0 0-6 0,-3-18 3 16,2 10-7-16,1 8 3 0,-2-17-2 0,1 8 3 15,1 9 0-15,-2-18 1 0,-1 5-1 0,2 2-5 16,-2-1-5-16,2 2 8 0,-2 0-4 15,3 10 3-15,-3-12-2 0,3 12 3 0,-4-12-4 0,4 12-1 16,0 0-1-16,-3-11 5 0,3 11-3 0,0 0 2 16,0 0-2-16,-1-12-5 0,1 12 3 0,0 0-4 15,0 0-3-15,0 0 15 0,0 0 0 0,0 0-8 16,0 0-2-16,8-10-1 0,-8 10-1 0,0 0 6 16,12-4-3-16,-12 4 2 0,11-1 0 0,-11 1 1 15,16-2-1-15,-16 2-2 0,12-3-2 0,-12 3 3 16,16-3-2-16,-16 3 1 0,16-1 5 0,-9 0-4 15,-7 1 1-15,17-2 0 0,-17 2 0 0,14-2-1 16,-14 2-4-16,15-1 7 0,-15 1-1 0,14 0-7 16,-14 0 15-16,16 3-14 0,-16-3 1 0,16 2 5 15,-7-1-1-15,0 3-5 0,0-1 6 0,3 0 1 16,-12-3-3-16,14 6 2 0,-5-1-3 0,1 2 1 16,-1 0 2-16,-1-1 0 0,2 2-1 0,-1 1-4 15,4 4 4-15,-2-1-1 0,0 1-3 0,1-1 13 16,1 3-16-16,0-1 5 0,1 0 6 0,0 0 0 15,-4 3-1-15,5-3-7 0,-2 3 5 0,5 0-1 16,-5-1 7-16,1 0-8 0,-3-2 1 0,8 4 7 16,-6-5-7-16,1 3 7 0,-1-3-4 0,2 1-3 15,5 4 1-15,-5-5 0 0,0 0 0 0,2 0-2 16,-2-1 2-16,-1 0 1 0,0 0-3 0,0 0-1 16,2 0 0-16,-2-1 11 0,-2-2-5 0,1 2-5 15,1 0 2-15,0 0 0 0,2-1 0 0,-5-1 2 16,4-1 6-16,0 1-10 0,-5-2 2 0,1-2 0 15,0 0-1-15,1 0 5 0,-1 0-2 0,-2 0 0 16,1 1-2-16,-4-3 1 0,3-1-1 0,1 2 4 16,-2-2-3-16,0 0 1 0,-2-1 0 0,-6-1-2 15,12-1 11-15,-4 1-12 0,-8 0 6 0,13-6-5 16,-5 3 4-16,0-1 4 0,-1-3-4 0,0 0-7 16,0 2 10-16,1-4-2 0,-3 5-6 0,-1-4 1 15,0 1 6-15,-2 0 2 0,0-3-6 0,-2 0 2 16,0-1-1-16,-3-1-4 0,0 0 4 0,-2-4 5 15,-1 1-12-15,-5 1 4 0,0 0-1 0,-7-5 2 16,4 3-3-16,0 3 10 0,0 2-8 0,-1-2 2 16,1 2 4-16,-4 1-2 0,3-1-2 0,-7-4 6 15,-1-1-11-15,0 3 2 0,4 4-4 16,-6-4-2-16,-3-3-9 0,-4 3 5 0,4-3 0 0,1 5 1 16,2 0 3-16,1-3 0 0,-2 1-3 0,3-1 5 15,6 3-4-15,0 1 1 0,2-3 0 0,1 2 4 16,0-2-4-16,4 0 10 0,-1 1-7 0,3 2-1 15,1 1-6-15,-1-2 0 0,1 0-1 0,3 1 7 16,0-1-3-16,3-1-3 0,1 12 1 0,-1-16-2 16,0 5 0-16,1 5 4 0,0 6-2 0,3-14-2 15,-3 14 0-15,7-9-3 0,-7 9 4 0,13-8-1 16,-6 6-4-16,2-1 0 0,-9 3 5 0,25 1-2 16,-13 2 1-16,8 3 4 0,-1-1-5 0,-3 3 6 15,5 2-1-15,4 3 4 0,0 1 0 0,0 3-1 16,1-2-4-16,-2 3 6 0,-1 3 3 15,-1-3-7-15,1 2 3 0,-3-1-3 0,1-2 2 0,-2 2-2 16,-3-6-2-16,0 1 2 0,5 3 5 0,-3 1 0 16,4-1 1-16,-2 0 1 0,-4-4 0 0,0 0 2 15,-1-1-1-15,1-1-1 0,-2-2 0 0,3 0 10 16,-4 0 1-16,-1-3-14 0,0 0 3 0,-2-1 3 16,3 0-1-16,-2 0 1 0,0-1-1 15,0-2 6-15,-1 0-4 0,1 0-5 0,-1-2 6 0,-3 2-3 16,-7-2 2-16,13 0-2 0,-13 0 2 0,10 1-1 15,-3 0-2-15,-7-1 6 0,0 0-4 0,9 1 2 16,-9-1-2-16,0 0 1 0,0 0 2 16,0 0 1-16,0 0 6 0,9-5 3 0,-9 5-9 15,0 0-4-15,-5-12 2 0,5 12 0 0,-5-11-1 16,-1 2 3-16,-1 0-2 0,0 0-2 0,-3-2 1 0,-1-2-1 16,-2 0 2-16,0 0-4 0,-5-6 3 0,5 3-3 15,-3-7-2-15,-2 3-1 0,-1-1 5 0,-1-3-3 16,0-1-2-16,1 1-1 0,1-1 1 15,-1 0-2-15,-4 1 0 0,4-3-3 0,0 3-2 16,-1-2 0-16,0 1 1 0,-3 0 6 0,4 2 3 16,1 1-9-16,0 4-2 0,1-1 2 0,5 5 1 0,0 0 0 15,2 1 0-15,0 4 4 0,2 0 2 0,2 1-1 16,0 1-3-16,-1-1 0 0,7 8 1 0,-9-8-1 16,9 8 2-16,0 0-3 0,-1-11 0 15,1 11-2-15,0 0 0 0,0 0 0 0,0 0 4 16,21-4-6-16,-21 4 7 0,24 8 0 0,-5 0 6 15,3 5-5-15,3 2 0 0,-1 0 1 0,-1 6-5 0,4-2 5 16,-2 2-3-16,-2 1-1 0,3 0 5 16,2 0-4-16,-4 1 2 0,1-1-3 0,-2-2 12 15,0-1-9-15,-3-1 1 0,2 2-1 0,-1-2 3 16,-2 0-1-16,-4-4-1 0,-1 1 9 0,1-2-9 16,-2 0-1-16,2-3 1 0,-2 0 4 0,-4 0 0 15,4-4-3-15,-3 1 3 0,-1 1-3 0,1-3 2 16,0-1-2-16,1 2-1 0,-1-2 3 0,0-3 3 0,-10-1-3 15,17 4 0-15,-17-4 0 0,16 0 1 16,-8 0-1-16,-8 0 0 0,15-1 8 0,-15 1-7 16,12-6 3-16,-12 6 2 0,11-4-7 0,-11 4 5 15,7-12 1-15,-7 12 5 0,2-11-9 0,-2 0 2 16,0 11-3-16,-6-23-1 0,1 11 2 0,-3-2 3 0,-1-1-3 16,-2 0 2-16,-2 0-2 0,-4-8-1 15,-1 3 1-15,-2 0-4 0,-1-1-1 0,1 0-6 16,0-1 11-16,-1-2-19 0,2 1-1 0,-4-3-3 15,4 1-1-15,-3 1-1 0,2-2 3 0,0 3 3 16,1-2 1-16,0 1 4 0,2 3-1 0,1-1 4 16,2 2-3-16,5 3 5 0,-3 4-5 0,7 2 1 15,0 0 2-15,1 1-2 0,3 0 4 0,1-1 2 16,0 11-7-16,4-20 0 0,0 10-2 0,1 0 0 16,1 3 1-16,4 2 8 0,1-1-8 0,-1 3-3 15,4 3 0-15,-1 2 5 0,5 5-2 0,-2-1 8 16,3 4-6-16,6 7 3 0,-2 2 0 0,-1-1 0 15,0 2-1-15,3 5 4 0,0-3-1 0,-3 5 0 16,2-4-3-16,-1 2 7 0,0 0-3 0,-1-2 3 16,2-1 1-16,2-1 0 0,-2-2-1 0,0-2 1 15,0-1 0-15,0-3 0 0,-5-2-10 0,4 0-13 16,-3-4-17-16,1 0-18 0,-3-4-31 0,2 2-27 16,0-4-42-16,0 1-34 0,0-4-179 0,-2-2-402 15,1 0 178-15</inkml:trace>
  <inkml:trace contextRef="#ctx0" brushRef="#br0" timeOffset="-129316.02">5932 12093 19 0,'0'0'47'0,"0"0"-2"0,0 0-9 0,0 0 0 0,0 0-3 16,0 0-3-16,0 0-11 0,0 0 3 0,0 0-3 15,0 0-3-15,10 5-3 0,-10-5-3 0,0 0-4 16,7 0-2-16,-7 0-4 0,0 0-1 0,7 3-1 15,-7-3 1-15,0 0-3 0,9 4 1 0,-9-4 0 16,8 0-5-16,-8 0 6 0,10 2-5 0,-10-2-5 16,12 0 1-16,-7 1 3 0,-5-1 2 0,11 2 3 15,-6-1-2-15,-5-1 0 0,10 2 1 0,-10-2 0 16,8 1 10-16,-8-1-5 0,8 3 13 0,-8-3 1 16,6 1 1-16,-6-1 1 0,0 0 12 0,0 0-6 15,0 0 9-15,12 0 8 0,-12 0-6 0,0 0 1 16,6-5-6-16,-6 5 8 0,0 0-9 0,7-5 4 15,-7 5-3-15,5-4 12 0,-5 4-8 0,0 0 4 16,6-8-1-16,-6 8-13 0,6-6 1 0,-6 6 16 16,4-8-1-16,-4 8 1 0,4-10 6 0,-3 4 2 15,2 0-4-15,-3 6 21 0,3-10-1 0,-2 5-3 16,-1 5-12-16,1-13 6 0,-1 13 8 0,0-11-1 16,0 11-4-16,0-12-5 0,0 6-6 0,0 6-4 15,-1-11 2-15,1 11-4 0,-3-12 3 0,3 7 0 16,0 5 1-16,-1-13-2 0,1 13 1 0,0-8-6 15,0 8 0-15,-1-13-4 0,1 13-2 0,-2-8 0 16,2 8-4-16,-2-10-4 0,2 10-1 0,-1-9-1 16,1 9 3-16,-2-7-6 0,2 7 2 0,-1-11-4 15,1 11-3-15,-1-11-1 0,-1 4 11 0,2 7 11 16,-2-13 3-16,-1 7 1 0,1-4-8 0,-3 2-4 16,0-2 0-16,-1 1-2 0,1 0 6 0,0 1 2 15,-2-2-2-15,2 1 0 0,-6-5-6 0,1 1-5 16,-1 0 4-16,-2-3-6 0,-3 4 1 0,1-2 0 15,-4-3-1-15,0-1-4 0,-3 3-1 0,-1 0-1 16,0-6-2-16,1 1-1 0,-2 1 0 0,1-1-3 16,0 0 3-16,0-1-3 0,1-2 1 0,2 0 0 15,1-3-2-15,-1-1-1 0,5 0 3 0,-2 0-3 16,1-2-2-16,2-4 2 0,1 1 0 0,-5-12-3 16,5 11 1-16,-1 1-1 0,-2-11 3 0,2 11-5 15,1 1 1-15,-1 1 0 0,1 1 2 0,-1 3-3 16,2 1 2-16,2-1-3 0,0 9 0 0,1-5 0 15,-1-4 3-15,1 13 1 0,3-3 1 0,-1 4 1 0,3 3 3 16,-1 0 0-16,1 3 1 0,2 1-2 0,2 5-1 16,-4-10-2-16,4 10 0 0,-4-6-3 15,4 6 0-15,0 0-1 0,-1-8 1 0,1 8-1 0,0 0-1 16,0 0 0-16,15 1-2 0,-15-1 5 16,22 7-3-16,-5 4-1 0,8 8 3 0,1 4 0 0,8 10 3 15,2 5 0-15,1 2 2 0,-2 4 1 0,0-1 2 16,7-2-2-16,-1 2 2 0,0-1-3 15,0-1 2-15,3-1-2 0,0 0 3 0,2 0-7 16,3-2 2-16,-4-2-1 0,3 4 0 0,1-1 0 0,1-3 0 16,-3 1 0-16,-1-1 2 0,-1-5-5 0,-2-1 1 15,1 1 3-15,-1-4 0 0,0-2-1 0,0-1 2 16,5-1-2-16,-3-2 0 0,-7-7 2 0,11 4 0 16,-12-5-2-16,1-3 1 0,-2-1 0 15,-2-4 2-15,0 3 0 0,-2-3-7 0,-3 0 7 0,-9-2-4 16,0 1 0-16,-2-1 3 0,-4 0-1 0,-2-2-2 15,-1-2 0-15,-4 2 1 0,2-1-1 0,-9 0 0 16,12 3-1-16,-12-3 2 0,10 0 2 16,-10 0 0-16,8 1 0 0,-8-1 1 0,0 0-2 15,7-4 3-15,-7 4-2 0,0 0-1 0,0 0 5 0,0 0-5 16,0 0 1-16,0 0-3 0,8 0 1 0,-8 0-1 16,0 0 1-16,-3-14 0 0,3 14 3 0,-1-13 0 15,1 4-4-15,-1-1-1 0,0-2 0 16,-1 1 2-16,1-2 0 0,0 1-2 0,-1-4-3 0,2 4 3 15,-1 1-2-15,0-3 1 0,0 3 1 0,-1 1 0 16,2-1-2-16,-1-1 1 0,-1 1 1 0,2 2 4 16,0 9-5-16,0-17 3 0,-2 8-6 0,2 3 5 15,0 6-3-15,-1-14-4 0,0 7-1 16,1 7-3-16,1-13 2 0,-1 13 1 0,-1-8-2 0,1 8 0 16,1-11 1-16,-1 11 1 0,1-9 3 0,-1 9-1 15,0-10-1-15,0 10-1 0,4-11 3 0,-4 11-2 16,1-10 3-16,1 5-3 0,-2 5 0 0,2-11 3 15,-2 11 0-15,1-8-2 0,-1 8 0 0,3-9-1 16,-3 9-1-16,3-6 5 0,-3 6-1 0,1-7 1 16,-1 7 2-16,0 0-1 0,2-10 2 0,-2 10-3 15,0 0 1-15,3-5 0 0,-3 5 2 0,0 0 2 16,0-10-3-16,0 10 5 0,0 0-5 0,-3-8 0 16,3 8 0-16,0 0-3 0,-2-13 1 0,-1 9 2 15,3 4-1-15,-1-9-1 0,1 9 2 0,-3-8 0 16,3 8-2-16,-3-11 4 0,0 3 1 0,-1 1-1 15,4 7-2-15,-5-13 6 0,1 4-3 16,0 0-2-16,1 0 2 0,-1 0 2 0,-1 0-1 0,-2-1 3 16,2 1-3-16,1-1 0 0,-1 0-1 0,-1 1 0 15,-2-2 0-15,2 0-3 0,-1 0 5 0,0 2-5 16,-2-4 3-16,-1-1 0 0,2 4 2 0,-2-4-2 16,0 1-1-16,1 4-1 0,1-2 1 0,-2-4-3 15,2 6 0-15,2-1 4 0,-1 2-2 0,1-2-5 16,-2 0 7-16,2 0-2 0,-1-5-1 0,1 5-2 15,0 0 5-15,-2 0-6 0,1-2 3 0,0-2-1 16,0 4-1-16,0-2 3 0,2 2-1 0,-3-1 0 16,2 1 3-16,-5-4-6 0,4 4 1 0,-1-4 0 15,2 0 2-15,-3 5-1 0,4-2 3 0,-2 0 1 16,-1 1-3-16,0-4-4 0,1 4-3 0,0-3 2 16,0 3-2-16,1-1 0 0,-3 0 1 0,5-1-2 15,-4-2 1-15,3 3 5 0,0 2-1 0,-4-4-3 16,1-3 0-16,6 9 7 0,-3-5-7 0,0 3 0 0,-2-1 1 15,5 0 2-15,-2 0-1 0,-2 1 0 16,2-1 0-16,0-1 1 0,0-1-1 0,-1 2 2 16,2 0-2-16,0-2-1 0,0 2 2 0,-1 0 2 15,-1-2-3-15,4 3 0 0,-4-3 1 0,-3-4 5 16,4 7-4-16,0-1 3 0,0-3-4 0,-2-2 2 16,2-1-2-16,0 0 0 0,-2 0 1 0,4 0 1 15,-2 0 0-15,-2-1 2 0,1 1-1 0,1 4 3 16,-1-4-6-16,-1 0 8 0,1 2-8 0,1 1 1 15,0-3 0-15,0 5 3 0,2-1-3 0,-2 0 5 0,3 2-8 16,-3-3 2-16,3 1 2 0,-2 1-1 0,2-2 0 16,-3-2 0-16,4 3 0 0,-3 0 3 15,2 0-2-15,1-1-1 0,-2-4 1 0,0 1 5 0,2-1-4 16,-1 2-2-16,1 2-1 0,-1-2 2 16,-1 4-1-16,2 1 3 0,-1-2-1 0,1 2 0 0,0 0-2 15,-1-1-1-15,2 3 2 0,0 1-1 16,-1 7 2-16,2-14 1 0,-1 7-4 0,-1 7 2 15,4-11-1-15,-2 5 1 0,-2 6-1 0,7-8 1 16,-3 5-3-16,-4 3 2 0,7-8 1 0,-3 4-2 0,1 0 0 16,-5 4-2-16,9-5 3 0,-2 2 0 0,-1 0 0 15,-6 3-2-15,13-2 2 0,-8 1 1 0,-5 1-4 16,19 1 3-16,-7 0 1 0,2 0 0 0,-3 3-3 16,7 1 1-16,-6-1 3 0,5 2-3 15,0-2 3-15,0 3 0 0,-2 1-2 0,3 1 0 0,-1-1 2 16,2 2-1-16,-3-1 1 0,3 1 0 0,-1 3-2 15,3 1 4-15,2 1-3 0,-5-3-2 0,-4-1 2 16,7 8 0-16,-5-6 2 0,3 5 4 0,-5-2-5 16,6 0 1-16,-2 4-1 0,-4-7-1 0,2 2 0 15,0 4-3-15,3 0 3 0,-4-5 1 0,2 6-3 16,1-1 3-16,2 0 2 0,-1 1-4 0,0 1 4 16,1-2-2-16,2-1 1 0,0 0-2 0,0 1 1 15,-1-1-1-15,1 0 3 0,0-1-3 16,-6-4 2-16,-2 0-4 0,3-1 3 0,5 5-3 0,1 0 2 15,-3-1 5-15,1 2-3 0,0-2 1 0,1-1-2 16,1-1 3-16,-6 0-1 0,4 2-4 0,-4-5 2 16,6 3 0-16,3 3 0 0,-2-3 0 0,-1 1 1 15,1-2 2-15,0 2 0 0,-5-4-4 0,0-2 3 16,0 2-1-16,4 4-2 0,-5-5 4 0,2-1-1 16,-3 1-1-16,-1 0 2 0,3-1-3 0,-3 1 0 15,0-2 1-15,-3 1 3 0,1-1 1 0,0-2-5 16,-3-1 4-16,1-2-1 0,0 1 0 0,-2 0-1 15,1-2 2-15,-2 1-2 0,-1-2 1 0,1 0 0 16,1 1-1-16,-3-1 0 0,2 0 4 0,2-2-1 16,-11 1 0-16,14-3 1 0,-2 2 0 0,-2 0-2 15,-4-2 5-15,2 1 2 0,0 0-5 16,-2-1 0-16,2-1 4 0,-1-1-1 0,1 1 2 0,-3 0-3 16,2 0 4-16,-1-4-7 0,-1 1 0 0,1 1 3 15,-2 0-2-15,1 0 4 0,-1 0-2 0,0 0-1 16,-1 0 3-16,0 1-3 0,0-3 2 0,3 0-1 15,-3 2 0-15,-1-2-5 0,1 2 3 0,0-1 2 16,-2-2 0-16,0 3-2 0,-1 6 1 0,1-11 2 16,-1 11-7-16,-1-14 1 0,1 7 1 0,0 7 1 15,-1-13 0-15,0 7-4 0,1 6 1 0,-4-13 1 16,4 13 1-16,-3-10-2 0,2 4 1 0,1 6-3 16,-3-11 2-16,1 5-1 0,2 6 0 0,-7-10 0 15,4 4 2-15,-1 1-3 0,4 5-1 0,-5-11-1 16,2 7 4-16,3 4-1 0,-6-10-1 0,1 5-2 15,5 5 4-15,-7-9-5 0,5 5 6 0,2 4-2 16,-5-8 0-16,5 8 0 0,-4-9-1 0,4 9 0 16,-6-8-1-16,6 8 2 0,-7-7-1 0,7 7 2 15,-5-6-3-15,5 6 2 0,-3-7-1 0,3 7-2 16,0 0 5-16,-4-8-4 0,4 8 4 0,-3-5-3 16,3 5 4-16,-4-6-2 0,4 6-2 0,-4-6-2 15,4 6 1-15,-5-6 1 0,5 6 3 0,-5-5-3 16,5 5 1-16,-4-7-4 0,4 7 2 0,-4-5 1 0,4 5 3 15,0 0-6-15,-4-7 3 0,4 7 0 16,0 0 1-16,-4-6 2 0,4 6 0 0,0 0-4 16,0 0 4-16,0 0-3 0,-2-7 1 0,2 7-3 15,0 0 3-15,0 0-5 0,0 0-3 0,0 0-10 16,0 0-16-16,0 0-13 0,0 0-30 0,0 0-33 16,0 0-43-16,-12 0-38 0,12 0-37 0,-10 7-192 15,0-1-454-15,-2 0 202 0</inkml:trace>
  <inkml:trace contextRef="#ctx0" brushRef="#br0" timeOffset="-128900.2">6910 10989 73 0,'-11'3'117'0,"11"-3"-4"0,-7 2-3 15,7-2 8-15,-7 2-1 0,7-2 0 0,0 0-2 16,0 0-2-16,0 0-1 0,-10 3 3 0,10-3-9 16,0 0-12-16,0 0-12 0,0 0-8 0,13-22-6 15,-3 9-6-15,4-2-10 0,9-8-4 0,4-2-5 16,13-8-6-16,2-5-4 0,0 5-1 0,-1-5-4 16,5 2-3-16,-5-1-8 0,3-1-8 0,-1 0-6 15,-1 6-14-15,1-7-16 0,3-1-9 0,2-1-21 16,-4 0-24-16,0 1-24 0,-3-1-21 15,-3 2-20-15,4 4-95 0,-17 10-261 0,1-1 116 16</inkml:trace>
  <inkml:trace contextRef="#ctx0" brushRef="#br0" timeOffset="-73744.3">18051 1561 53 0,'0'0'135'0,"0"0"-11"15,0 0-11-15,0 0-13 0,0 0 5 0,0 0-6 16,0 0-12-16,0 0 0 0,-18 5-4 0,9 9 3 16,2 3-1-16,-3-1-1 0,-1 9-8 0,2 3 6 15,-1 1-12-15,-2 5 2 0,-2 12-4 16,3-1-8-16,-1 4 1 0,2 5-1 0,-1-3-2 16,0 3-3-16,4-1 0 0,0-1-12 0,2 4 2 15,4 0-2-15,5-4-6 0,0 0-3 0,3 0-5 16,4-4 1-16,2 0-7 0,4 0-11 0,4-2-11 15,4-4-10-15,3-2-14 0,3-3-19 0,3-3-20 16,5-3-26-16,2-3-18 0,-9-7-24 0,15 4-22 16,0-5-123-16,-10-6-295 0,2-5 130 0</inkml:trace>
  <inkml:trace contextRef="#ctx0" brushRef="#br0" timeOffset="-72748.24">18535 1810 119 0,'-1'-18'159'0,"0"9"-4"16,1 1 3-16,-2 0-10 0,2 8-6 0,-2-12-5 15,2 5-11-15,0 7-1 0,-3-11-6 0,1 5-7 16,2 6-12-16,0-10-5 0,0 10-7 0,0 0-4 16,0-11-2-16,0 11-12 0,-1-8-1 0,1 8-6 15,0 0-3-15,-2-8-9 0,2 8-5 0,0 0 0 16,0 0-9-16,0 0-3 0,0 0 0 0,-1-9-7 16,1 9-2-16,0 0-5 0,0 0-5 0,0 0-12 15,0 0-7-15,0 0-5 0,0 0-4 0,0 0-6 16,0 0-5-16,0 0-1 0,0 0-9 0,0 0 4 15,0 0 1-15,0 0 2 0,0 0 3 0,0 0-1 16,0 0 0-16,0 0 7 0,18 12-1 0,-18-12 5 16,0 0 0-16,0 0 1 0,0 0 3 15,0 0 4-15,0 0 4 0,0 0 5 0,0 0-1 0,0 0 5 16,0 0-4-16,0 0 12 0,0 0-6 0,0 0 7 16,0 0-5-16,0 0-1 0,0 0 3 15,0 0 6-15,-17-16-6 0,17 16 1 0,-7-3-1 16,7 3-1-16,-9 0-2 0,9 0 2 0,0 0-5 15,-17 6 8-15,9 2 6 0,-1 0-2 0,-10 11-1 16,0 0 1-16,0 5-2 0,-1 1 1 0,0 1-4 0,2 2-1 16,-1 0 1-16,5 0-2 0,1-4-3 15,1 1-3-15,4-7 2 0,2-1 0 0,-1 2 3 16,3-3-3-16,3-1 0 0,1-1 2 0,4-4-3 16,1 1 1-16,0-2-1 0,3-3 0 0,3 2 0 15,2-3 1-15,-1-1 1 0,2-2 0 0,2-1-3 16,3-5 0-16,-2-2 2 0,5 2 1 0,-4-5-2 15,4-5-3-15,-6 2 6 0,10-3-4 0,-12 1-3 16,-5 0 2-16,5-1 1 0,-3-1-1 0,1-1 1 16,-3 1 0-16,-4-2-3 0,0 1 3 0,0 1-4 15,-1-3 3-15,-4 7 1 0,0 0 2 16,0 12 4-16,-3-15-1 0,3 15-2 0,0-11-1 0,0 11-7 16,0 0-2-16,-2-10 0 0,2 10 1 15,0 0 0-15,0 0-2 0,0 0 6 0,-2 51-5 0,4-33 0 16,3 7 3-16,4-1-3 0,-5-5-8 0,7 7-13 15,0-4-8-15,2 2-15 0,3-3-24 16,0-1-34-16,3 0-36 0,2-2-44 0,2-2-188 0,1-3-401 16,2-3 178-16</inkml:trace>
  <inkml:trace contextRef="#ctx0" brushRef="#br0" timeOffset="-72515.46">19183 1685 119 0,'-4'-10'238'0,"1"0"-18"16,-1 1-14-16,0 2-18 0,3 1-16 0,1 6-27 15,0 0-8-15,-4-5-21 0,4 5-7 0,0 0-14 16,3 28-5-16,-1-1-9 0,-2 0-9 16,6 5-5-16,-3 3-8 0,1-2-1 0,1 14-12 15,-3-13 3-15,2-1-8 0,0 3 0 0,0-6-5 0,4 1 0 16,-2 0-19-16,-1 1-20 0,3-5-22 0,-3 0-26 15,1-1-39-15,-1-1-26 0,-2-7-65 0,-2 2-148 16,-1-2-357-16,2-8 159 0</inkml:trace>
  <inkml:trace contextRef="#ctx0" brushRef="#br0" timeOffset="-72281.19">19245 1601 78 0,'11'-26'153'16,"2"3"-7"-16,-3 10-11 0,-3 4-17 0,-1 2-14 16,3 1-1-16,-1 4-14 0,-8 2-2 0,20 1-7 15,-10 6 2-15,1 0-6 0,2 9 2 0,-2 0-11 16,0 6-8-16,-2 3-2 0,-6-6-6 16,-3 12 1-16,-3-5-10 0,1 2 0 0,-6 1 0 0,-2-1-8 15,-1-4-2-15,-1 2-8 0,-2-4-21 16,0-1-19-16,1-6-31 0,1-1-44 0,3-4-38 15,0 1-130-15,3-4-280 0,-2-1 124 0</inkml:trace>
  <inkml:trace contextRef="#ctx0" brushRef="#br0" timeOffset="-71689.3">19610 1594 183 0,'1'-9'218'16,"-1"9"-17"-16,0 0-15 0,0 0-14 0,0 0-6 15,-23-6-14-15,23 6-6 0,-24 15-6 0,10-2-13 16,-9 4-8-16,0 8-5 0,5-3-10 0,2 2-10 16,0 1-9-16,6-2-13 0,5-4-4 0,0-3-11 15,2 3-1-15,2-3-7 0,4-2-5 0,-2-2-3 16,4-2-6-16,3 0-4 0,3-2-7 0,2-2-3 16,0-1 2-16,-2-3-12 0,2-1 2 15,2-3-2-15,-2-2 1 0,5-2-6 0,-6 0-2 16,3-4 2-16,-2 0-4 0,-1-3 0 0,0 3-9 15,-4-4 10-15,2 0-11 0,-5 3 12 0,-1-6-2 0,-2 5 2 16,1-1-1-16,-2-3-2 0,-1 4-2 16,-1-1 2-16,1 2 2 0,0 0 1 0,0 4-1 0,0 7-4 15,-1-10-1-15,1 10-3 0,0-10-2 16,0 10 1-16,0 0-1 0,0 0-1 0,0 0 4 16,0 0 2-16,7 24-1 0,-4-9 1 0,3 0-2 15,-3-1 3-15,0 4-2 0,1-2 1 0,0-3 1 16,0-2 5-16,3 3-5 0,0-2-1 0,-2-3 2 15,3 0 0-15,-2 1 1 0,3-3 0 0,0-1 3 16,-1 0-3-16,-2-5 0 0,-1 2 3 0,-5-3-6 16,14 3 9-16,-14-3-5 0,16-6-1 0,-6 1 2 15,-2-2-4-15,1 0-1 0,-4-2 1 0,1-2-1 16,-1 2 4-16,-1-1-2 0,0-7-2 16,0 5 0-16,-2-3-4 0,0-1 1 0,-1-1 1 15,1 0-5-15,1 4 2 0,1 2-4 0,-2-6 2 0,2 6 2 16,0 0-5-16,0 3 1 0,-2 3 0 0,1 0-5 15,-3 5-3-15,4-6-3 0,-4 6-3 0,9-1 9 16,-9 1 3-16,9 7 0 0,-3 0-2 16,0 0 5-16,2 5-1 0,-3-3 4 0,4 5 4 15,-4 0-3-15,3 1 2 0,-1 2 2 0,-1-2-14 16,0 0-19-16,1-1-14 0,1 2-21 0,-1-6-29 16,0 0-26-16,1-1-24 0,4-2-27 0,-1-1-120 15,1 0-319-15,0-2 141 0</inkml:trace>
  <inkml:trace contextRef="#ctx0" brushRef="#br0" timeOffset="-71378.72">20236 1577 143 0,'-7'-16'170'0,"2"6"16"0,-4 1-11 16,1-4-14-16,0 8-8 0,2 1-18 16,6 4-9-16,-17-1-14 0,17 1-6 0,-21 11-6 15,7 2-11-15,2 2 0 0,1-2-16 0,0 3-3 0,4 2-6 16,-2 0-8-16,5-2-4 0,1-2-3 0,2-2-6 15,2-1-6-15,1 1-3 0,2-3-2 16,-2-3-6-16,3 1-1 0,0-3-4 0,2-1-6 16,-7-3 3-16,11 3-5 0,-11-3 0 0,19-3 0 15,-10-2-2-15,1-1-6 0,-3-2 4 0,2 1-3 16,-3-3-1-16,-1 3 4 0,2-3-4 0,-5 1 7 16,-2 9 7-16,7-13 4 0,-7 13-7 0,2-9-1 15,-2 9-7-15,4-7-4 0,-4 7-3 0,0 0 2 16,0 0-5-16,0 0 7 0,0 0-5 0,8 20 2 15,-6-7-7-15,2-2-20 0,0 3-16 0,0 3-39 16,0-1-44-16,1 2-63 0,2 6-163 0,2-6-377 16,-2-1 168-16</inkml:trace>
  <inkml:trace contextRef="#ctx0" brushRef="#br0" timeOffset="-70832.08">20408 1679 56 0,'0'-26'216'0,"-2"2"-13"0,1-4-15 16,2 8 0-16,2 2-9 0,-1-1-10 0,1 2-15 16,1 5-6-16,0 0-18 0,0 3-13 0,1 2-15 15,2-2-13-15,-7 9-8 0,13-4-12 16,-13 4-6-16,20 1-5 0,-9 7-7 0,-1 0-6 16,4 4 2-16,-4 2-9 0,2 1-2 0,-3 2-5 15,0 1 0-15,-3-2-6 0,0 2-3 0,-2-3 0 16,-1-3-1-16,-1 3 0 0,0-5-5 0,-2 1-3 15,0-2-6-15,0-4-1 0,0-5 0 0,0 10 0 16,0-10 3-16,0 7 0 0,0-7-1 16,0 0-4-16,0 0-16 0,0 0-2 0,0 0-6 15,0 0 6-15,4-26-1 0,-1 16 1 0,4-7 1 0,3-1-2 16,-1-7-2-16,4 3 6 0,1 5-1 0,-3 3-1 16,3 1 6-16,-5 5-3 0,0 0 1 0,1 1-4 15,-2 2 1-15,0 2-1 0,-8 3-2 0,18 0 1 16,-18 0 8-16,18 8 1 0,-8-3-4 15,0 4 4-15,2-3 1 0,-1 2-1 0,-2 0 1 0,6 2 4 16,-2-6-2-16,-1 2 3 0,2-3 4 0,-3-1-1 16,1 0 3-16,0 0 2 0,1-2 1 15,-13 0 1-15,24-6-1 0,-13 3 2 0,0-3 0 16,-2-1 0-16,0 0-5 0,-1-3 7 0,-3 1 5 16,-1-1-5-16,-2 1 2 0,1-2-7 0,-1-1 1 15,-2 1 4-15,-1-1-6 0,0 2 4 0,-2-3 1 16,1 3 0-16,-1 2 2 0,3 8-7 0,-3-10-5 15,3 10 4-15,-2-6-8 0,2 6 2 0,0 0-2 0,0 0 1 16,-15 19 1-16,7-6 4 0,2 3-4 16,-2 6 3-16,3-3 1 0,2 0-12 0,3 0-11 15,2-2-10-15,2-1-42 0,3 0-12 0,-1 0-39 16,2-7-34-16,2 5-48 0,3-2-129 0,-1-6-359 16,2-2 160-16</inkml:trace>
  <inkml:trace contextRef="#ctx0" brushRef="#br0" timeOffset="-70613.43">21091 1294 20 0,'-2'-16'202'0,"-2"3"9"0,-1 4-1 16,2 1-6-16,3 8-18 0,-3-13-25 16,3 13-14-16,0 0-21 0,0 0-15 0,0 0-9 15,0 0-3-15,0 0-1 0,1 39-12 0,1-12-10 16,1 1-10-16,2 3-1 0,-3 2-6 0,0-2-7 15,2 1-3-15,2-1-8 0,-1-2-13 0,0-1-14 16,2 1-23-16,-2-5-22 0,2 0-27 0,-3-6-23 16,3 0-41-16,0-4-45 0,-3-2-158 0,0 2-350 15,-4-14 155-15</inkml:trace>
  <inkml:trace contextRef="#ctx0" brushRef="#br0" timeOffset="-70458.38">21062 1380 106 0,'0'0'136'0,"-3"-14"-9"0,3 14-31 15,0 0-23-15,0 0-15 0,0 0-12 0,0 0-25 0,0 0-26 16,0 0-23-16,35 18-77 0,-21-4-114 16,-4 4 50-16</inkml:trace>
  <inkml:trace contextRef="#ctx0" brushRef="#br0" timeOffset="-70049.19">21249 1624 116 0,'0'0'162'0,"0"0"-7"0,0 0 4 0,0 0-14 15,17-25-12-15,-13 15-10 0,-4 10-10 0,8-23-12 16,-3 6-8-16,-1 0-8 0,0 1-9 0,0-3-5 16,1 3-7-16,-3 1-2 0,-3 0-5 15,2-2 1-15,-1 6 0 0,0-1-8 0,0 12 16 16,0-14-3-16,0 14-9 0,0 0-7 0,-2-16-10 15,2 16-3-15,0 0-1 0,0 0-6 0,0 0-4 16,0 0 1-16,-22 29-5 0,17-11-1 0,-4 0-3 16,3 0-4-16,4-1-1 0,0-1-8 0,2 0 2 15,1-3-1-15,2-1 0 0,0-2-3 0,2 1-1 16,0-3 0-16,3-2-7 0,0 1-3 0,2-2-3 16,-1-2-4-16,3-3 0 0,0 0-4 0,-12 0 1 15,26-7 0-15,-11 0 0 0,1 0 3 0,-1 0-3 16,-2-4 2-16,-1-1 4 0,0 0-2 0,-2-2 1 15,0 1 6-15,1 0 0 0,-4-1-10 0,3-2 10 16,-3 6-1-16,1-5-4 0,-2 4 6 0,0 2 1 16,-2 2-4-16,-4 7-2 0,9-10 3 0,-6 5 9 15,-3 5-10-15,0 0-2 0,0 0 4 16,0 0 0-16,0 0 3 0,21 18 2 0,-17-5 1 16,-2-1 0-16,-1 6 0 0,1 2 8 0,1-8-9 15,0 4-19-15,-1-3-49 0,2 1-42 0,1 1-169 16,-3-5-305-16,6 0 135 0</inkml:trace>
  <inkml:trace contextRef="#ctx0" brushRef="#br0" timeOffset="-69792.58">22006 1143 37 0,'-6'-10'261'0,"2"-2"-2"0,2 3-14 0,2 9-23 15,-4-11-25-15,4 11-19 0,-4-7-28 0,4 7-15 16,0 0-9-16,0 0-4 0,-8 36-8 0,7-10-2 16,0 5-9-16,-3 1-12 0,4 0-17 15,-1 2 7-15,1 1-10 0,0-2-6 0,2-1-4 0,3 3-8 16,-5-2-19-16,3 3-20 0,2-9-23 16,0-1-24-16,-1-8-15 0,1 1-15 0,-1-4-21 0,0-3-27 15,-3-1-34-15,-1-11-33 0,1 16-34 16,-1-16-109-16,0 0-347 0,0 0 154 0</inkml:trace>
  <inkml:trace contextRef="#ctx0" brushRef="#br0" timeOffset="-69528.86">22022 1384 78 0,'9'-15'94'0,"2"1"4"0,-3 2-14 0,-2 4-4 16,-6 8-8-16,12-11-4 0,-12 11-7 0,11-3-7 15,-11 3 5-15,0 0-2 0,23 8 6 0,-14-2-4 16,0 2-9-16,4-2 6 0,-3 2 0 0,3 0 1 15,4-2 2-15,-6 1 3 0,3-4 3 16,-2 1 5-16,2-2 9 0,-3-2 5 0,2 0 6 0,-13 0-7 16,19-4 6-16,-9 2 1 0,1-1 3 0,-11 3 6 15,10-9 5-15,-5 2-9 0,-5 7-14 0,4-15 2 16,-4 15 2-16,0-15-15 0,0 15-5 16,-7-16-5-16,1 7-8 0,0 1-10 0,-5 1-8 15,4 2-15-15,-5 1-18 0,0 0-20 0,0 2-24 16,-1 2-28-16,-1 2-31 0,14-2-45 0,-23 8-74 15,12-1-163-15,3 0-414 0,8-7 184 0</inkml:trace>
  <inkml:trace contextRef="#ctx0" brushRef="#br0" timeOffset="-69195.66">22607 1328 2218 0,'17'-8'26'0,"-6"1"2"16,0 0-20-16,0-1 4 0,-2-1-7 0,2-2 19 15,3-2 8-15,-3-1 11 0,1 1 9 16,-7 2 8-16,2-2 14 0,2 0-1 0,-3-1 0 0,3-1-4 16,-4 5-14-16,3-1 4 0,-3 2-3 0,-1 3-5 15,-4 6-7-15,10-12-5 0,-7 7-7 0,-3 5-3 16,0 0-4-16,5-9-8 0,-5 9-14 0,0 0 11 16,0 0-6-16,0 0 4 0,14 17 0 15,-9-5-8-15,-3 7 2 0,1 7 2 0,0 3 0 16,-5-1-2-16,2 4-3 0,-2 0 4 0,0 1 0 15,2-1-4-15,-1 4 2 0,0 9 2 0,-4-15-4 16,4 2 4-16,-1 1-2 0,1-1-1 0,-1-5-3 16,-1 1 5-16,2 0-2 0,-1-4 3 0,2-4-6 15,-1 5-7-15,1-7-9 0,-1 0-12 0,-2-1-21 16,1-6-28-16,-1 5-21 0,1-5-38 0,2-11-47 16,-10 21-58-16,4-14-182 0,6-7-457 0,-14 13 203 15</inkml:trace>
  <inkml:trace contextRef="#ctx0" brushRef="#br0" timeOffset="-69055.59">22598 1237 1757 0,'-6'-26'14'0,"1"7"-32"0,1 5 15 16,1 3-35-16,1 0-43 0,0 2-38 0,2 9-31 15,3-10-77-15,-3 10-247 0,6-8 110 16</inkml:trace>
  <inkml:trace contextRef="#ctx0" brushRef="#br0" timeOffset="-68693.69">23006 1256 86 0,'4'6'212'0,"-4"-6"-23"0,2 9-12 0,-2-9-7 0,-1 9-19 15,1-9-8-15,1 12-17 0,3-5-7 16,0 1-16-16,1 2-11 0,-1-1-6 0,4-1-12 16,-1 0-3-16,3-1-12 0,1 0 0 0,-1-1-8 15,3 1 0-15,-2-3-4 0,2-1-6 0,2-1-1 0,3 0-5 16,-5-4-7-16,-1-1-3 0,0-1 2 16,-2-2-6-16,1 0-2 0,0-1-6 0,-3-3 3 15,-2 2-5-15,1-3 0 0,-1 1 2 0,-1-5-12 16,-4 4 8-16,2-1 8 0,-1 2-3 0,0-2 11 15,-1 2 11-15,2 4 3 0,-3 6 11 0,0-11-6 16,0 11-2-16,1-9-9 0,-1 9-9 0,0 0-4 16,0 0-1-16,0 0-5 0,0 0-2 0,0 0 3 15,0 0-11-15,4 34 10 0,-3-23-25 0,3 2-18 16,1 4-23-16,0 0-29 0,4-3-46 0,4 0-46 16,-2-2-45-16,3-1-134 0,2-2-380 0,0-3 168 15</inkml:trace>
  <inkml:trace contextRef="#ctx0" brushRef="#br0" timeOffset="-68307.8">23660 1189 43 0,'-6'-11'204'0,"-3"-2"-12"16,-4 1-6-16,4 4 9 0,-2 2-2 0,-6-2-10 16,5 4-18-16,-7 3-14 0,1 2-18 15,-1 3-10-15,0 4-11 0,0 1-13 0,-7 5-8 16,10-2-9-16,-2 5-9 0,4-2-7 0,4-1-7 15,2-1-6-15,0 5-1 0,5-6-10 0,0 0-5 16,3 1-1-16,3-2-6 0,-1-1-2 0,4-2 4 16,1 1-4-16,0-1-6 0,1-2 3 0,5-1-4 15,-3-1-7-15,2-4 3 0,-12 0-1 0,24-3-4 16,-14-1-11-16,0-3 9 0,-2-2-1 0,0-1-3 16,2-5 2-16,-4-1-1 0,-2-2 3 0,0 0 9 15,1-5-5-15,-4 4-2 0,2-7 6 0,-1 0-5 16,-4 0 5-16,-1 2 1 0,3-3-3 0,-3 2 2 15,3 25-6-15,-8-40 8 0,8 40 11 16,0 0 7-16,-8-38 6 0,8 38-17 0,0 0 6 0,0 0-5 16,0 0-9-16,0 0-5 0,-1-20 1 15,0 24-4-15,1-4 0 0,0 0 0 0,-4 54-1 0,1-27-4 16,1 2-25-16,0 2-20 0,2-1-24 0,2 2-20 16,0 0-33-16,5-2-35 0,-2-1-49 15,1 1-64-15,2-6-138 0,2-5-435 0,3-3 193 16</inkml:trace>
  <inkml:trace contextRef="#ctx0" brushRef="#br0" timeOffset="-67739.52">23870 1210 73 0,'0'-13'200'0,"-2"1"-4"16,0 1-11-16,-2 3-6 0,4 8-4 0,-9-13-22 15,2 9-5-15,7 4-19 0,-12-4-10 0,12 4-11 16,-15 2-20-16,15-2 3 0,-12 8-15 0,4-1-6 15,1 0-4-15,-2 1-14 0,4-2 2 0,1 2-10 16,1 0-6-16,3-8-2 0,-1 14-2 16,1-14-5-16,4 12-10 0,-4-12-5 0,5 10-3 0,-1-4 1 15,-4-6-6-15,9 7-1 0,-9-7 0 0,9 8-6 16,-3-3 6-16,-1-1-3 0,-5-4-6 0,13 13 5 16,-4 0-2-16,-4-1-5 0,0 0 5 15,4 11 1-15,-3 1-3 0,0 3 2 0,-4 8 3 16,3 0 4-16,-2 14-5 0,1-1 2 0,-3-2 0 15,-1-11-8-15,-1 12 13 0,0-1-3 0,-2-11 1 16,-1-4-1-16,3 3 1 0,-3-6-2 0,0 1 1 16,0-1 0-16,-1-9 0 0,-1-2 2 0,-1 0 0 15,1-7 0-15,0 0-3 0,-3 0 7 0,0-3 0 16,0-2-1-16,9-5-2 0,-19 1 2 0,19-1-5 16,-21-9 1-16,14 1-6 0,-2-5 3 0,2-11 0 15,3-1-1-15,5-4 1 0,6-3-4 16,1 2 3-16,8-14 2 0,4 0-1 0,2 0-3 0,0 13 1 15,7-17-1-15,3 3-1 0,2 2-2 0,0-3 4 16,-2 5-1-16,0-1-4 0,3 3 4 0,-5-1-4 16,-9 10 0-16,2 0 6 0,-4-1-3 0,0 1-1 15,-5 1 4-15,0 1-26 0,-5 1 0 16,-2 1 11-16,-5 7 0 0,2 3 7 0,-4 0 7 0,0 6 4 16,-1 2-5-16,-2 2-6 0,-3 2 4 15,6 4-1-15,-28 9 1 0,3 3-2 0,0 5 3 16,-2 4 7-16,3 1-8 0,-1 2 2 0,4 2 4 15,7 0-3-15,2 1-4 0,4-2 4 0,8 2-9 16,8-3-24-16,1-7-20 0,11 2-30 0,7-2-32 16,4-3-35-16,6-3-46 0,12 2-112 0,-11-8-332 15,3-5 146-15</inkml:trace>
  <inkml:trace contextRef="#ctx0" brushRef="#br0" timeOffset="-67444.11">24877 1038 81 0,'0'0'225'15,"0"0"-5"-15,-5-57-3 0,5 57-4 0,0 0-12 16,0 0-13-16,0 0-24 0,-2-33-21 0,2 33-18 15,0 0-19-15,2-2-7 0,-2 2-10 0,0 0-10 16,1 38-5-16,-4-9-9 0,1 3-6 0,0 3-6 16,-1-2-5-16,0 3-3 0,0-2-5 15,-1 0-1-15,0 0-2 0,2-5-16 0,-1 0-13 0,1 0-24 16,4-3-24-16,-1 1-22 0,1-1-34 0,0-9-48 16,-2 1-36-16,1-8-171 0,-1-10-379 0,-4 19 169 15</inkml:trace>
  <inkml:trace contextRef="#ctx0" brushRef="#br0" timeOffset="-66960.26">24808 1237 24 0,'9'-16'134'16,"2"1"-11"-16,5-6-2 0,-5 5-4 0,2 0-1 16,2 1 4-16,-3 1-10 0,2-1-7 0,-3 0-11 15,3 1 2-15,-1 0-7 0,-4 1-5 0,1 3 2 16,-2 1-8-16,-2 0-12 0,2 3-8 0,-2-3-2 15,-1 5-4-15,1-3-14 0,-3 5 3 0,3-3-9 16,-6 5-1-16,12-5-8 0,-12 5 1 16,9 1-3-16,-9-1-1 0,4 6-5 0,-4-6-3 15,3 16 2-15,-2-3 2 0,-2 3-4 0,-2 1-5 16,-1 1 3-16,2 1-5 0,-3 0-5 0,3 0-5 16,-5 1-3-16,3-4-8 0,1 1-1 0,-3 1-6 0,3-7 2 15,-1 6 0-15,4-4-8 0,-2-3 0 0,-2 4 9 16,2-3-12-16,2-11 17 0,-2 18-4 15,1-11 4-15,1-7 8 0,0 0 5 0,3 14 2 16,-3-14 7-16,8 9 8 0,-8-9-1 0,11 4 10 16,-5-1 9-16,6-1 0 0,-12-2-4 0,23-5 2 15,-9 3-5-15,2-5-1 0,3 1-3 0,-2-2 2 16,-3 2 0-16,3-3-2 0,-2 0 1 0,3-1-2 16,-4 0-1-16,0-2 3 0,-6 3 1 0,1-1 3 15,0-3-1-15,-2 2 3 0,-3 2 2 0,0 1-2 16,-1-2 4-16,-3 10 10 0,6-14-6 0,-6 14 2 15,-2-9 0-15,2 9-7 0,0 0-7 16,-7-7 0-16,7 7-8 0,0 0-4 0,0 0 0 16,-24 19 1-16,13-6-2 0,1 1 3 0,3 2-10 15,1-2-16-15,-1 1-24 0,3 2-28 0,4-2-42 16,1-2-57-16,4-3-197 0,2-1-389 0,4 0 172 16</inkml:trace>
  <inkml:trace contextRef="#ctx0" brushRef="#br0" timeOffset="-66511.54">26065 869 222 0,'0'0'264'0,"0"0"-29"0,-19-36-26 16,19 36-29-16,0 0-15 0,0 0-21 0,0 0-14 15,0 0-4-15,-16 39-2 0,13-6-13 0,-5 15-38 16,3 2-3-16,3 6-7 0,0-6-9 0,-3-1 0 16,3 1-6-16,2-2-6 0,0-12-5 0,2 12 0 15,-2 0 2-15,2-12-5 0,-2 12-4 0,3-4 4 16,-1-11-14-16,-4-1-18 0,2 0-15 0,-3 4-25 15,1-7-34-15,-1-4-26 0,-3 1-45 0,0-8-40 16,-1-1-151-16,0-6-361 0,2 1 160 0</inkml:trace>
  <inkml:trace contextRef="#ctx0" brushRef="#br0" timeOffset="-65879.41">26099 1133 67 0,'8'-9'135'0,"2"2"-13"16,-3 3-14-16,2 1-11 0,-9 3-4 0,14-3-6 15,-14 3-15-15,18 5 2 0,-7 0-13 0,-7 1-5 16,3 2-2-16,0 0-9 0,-4 4 1 0,-1 3-7 16,-2 2-4-16,-3-6-10 0,-6 6 5 0,0-1-21 15,-4-1 0-15,-1-1-3 0,3-2 0 0,-1-3-12 16,3-2 10-16,1 1 5 0,1-3-15 0,7-5 7 15,-9 8 8-15,4-4-9 0,5-4-1 0,0 0-4 16,-6 7 7-16,6-7-5 0,0 0 6 0,0 0-4 16,0 0 2-16,22 4 8 0,-10-4-3 15,6-3-6-15,1 1-5 0,2-2 15 0,10-2-1 0,-1 0 2 16,-1 1-9-16,0-2 13 0,2-2-7 16,-3-1-3-16,1 2 4 0,-5-3-1 0,-4 3 7 15,-1-1-6-15,-2-2 7 0,-3 0 8 0,-1 0 9 16,-1 0-7-16,-5 1 2 0,-1-2 2 0,-2 1-2 15,1-1 2-15,-5-5 3 0,0 6-9 0,-2-2 3 16,-1-1 3-16,-1 1 1 0,4 4 1 0,-6 0-2 16,3 1 0-16,1 4-6 0,2 4-11 0,-7-7 1 15,7 7 0-15,-11 2-7 0,4 6 0 0,-5 5 3 16,1 4-1-16,-4 5 1 0,1 1-2 0,1 1-2 16,4-6 1-16,4 1-2 0,5 0 2 0,-4-1-4 15,4 0 0-15,4-2 0 0,0-6 2 0,4 2 2 16,-1-2 3-16,6 0-4 0,-1-4 2 0,0-2 1 15,7 2-2-15,-2-6-4 0,2 0 0 0,-2-2 6 16,1-3-3-16,1-2 2 0,-4 0-2 16,1-2-1-16,-3-1-3 0,0-3 4 0,-3-1 0 15,1-2 0-15,0 0-3 0,-2 0 1 0,-2 1 0 16,0-2 5-16,-1 0-6 0,-1 5 5 0,0 1 11 16,-3 2 5-16,0 3-4 0,0 1 4 0,-2 5-12 15,4-9-4-15,-4 9 1 0,0 0-6 0,0 0 5 16,0 0-4-16,0 0 3 0,5 29 0 0,-5-14-3 15,2 2 0-15,-2 2-29 0,2 1-20 16,1-3-18-16,2 2-49 0,1-3-41 0,-1 0-163 0,-1 2-342 16,3-7 152-16</inkml:trace>
  <inkml:trace contextRef="#ctx0" brushRef="#br0" timeOffset="-65617.73">26951 901 41 0,'0'0'209'16,"-13"-36"-6"-16,13 36-12 0,0 0-14 0,0 0-31 15,0 0-18-15,0 0-13 0,-17-22-12 0,17 22-6 16,0 0-2-16,-10 48-7 0,5-18-1 16,-2 5-6-16,0 15-3 0,1-3-6 0,-3-1-5 15,1 0-3-15,4-10-5 0,-2-3-6 0,3 2-2 16,-1-1-7-16,-2-2 1 0,6 0-6 0,-3 1 0 15,1-3-7-15,-3 2-1 0,5-7-17 0,-3 2-25 16,1-4-15-16,2-4-17 0,0-4-35 16,0-3-50-16,0-2-31 0,0-10-175 0,-2 11-363 0,2-11 161 15</inkml:trace>
  <inkml:trace contextRef="#ctx0" brushRef="#br0" timeOffset="-65265.19">26735 1198 80 0,'16'-7'103'0,"2"-3"-5"0,4 3-6 0,3-3-13 15,0 1-12-15,3 1 4 0,-7 3-14 0,8-2 3 16,-10 2-8-16,2 1-12 0,-4-1 1 0,0 1-13 16,-3 2 3-16,-5 0 2 0,-9 2 2 15,14-3-12-15,-14 3-8 0,11-1 22 0,-11 1-15 0,0 0 23 16,10 10 8-16,-10-10-1 0,0 16-7 15,-2-4 9-15,0 0-8 0,-4-1-3 0,3 4-7 16,-1-1-2-16,2-3-5 0,0 2-4 0,2-3 8 16,0-10-5-16,4 16-8 0,0-5 6 0,-2-4-9 0,-2-7 2 15,11 10 2-15,-5-7-8 0,-6-3 7 0,17 3-2 16,-6-5 0-16,-11 2 8 0,23-6 13 16,-11 1-8-16,-1-2 6 0,-3 0 1 0,-1-3-2 0,0 1-8 15,-2-3 3-15,1-2-11 0,-2 2-7 16,-1-4-15-16,1 5-11 0,-4 1-19 0,2-1-17 15,-2 11-27-15,-2-18-37 0,2 18-27 0,-4-12-133 16,4 12-294-16,0 0 130 0</inkml:trace>
  <inkml:trace contextRef="#ctx0" brushRef="#br0" timeOffset="-64985.51">27260 1291 174 0,'0'0'191'16,"9"-13"-7"-16,-4 3-4 0,-2 1-13 0,-1-1-15 0,-2-1-9 16,0 11-18-16,2-21-8 0,-4 11-9 15,2-1-13-15,0 2-11 0,0-4-9 0,0 3-8 16,0 1-12-16,0-1-3 0,2 2-3 0,3 0-10 16,-3 2-7-16,2 0-1 0,0 1-7 0,4 0-4 15,0 1 3-15,-8 4-10 0,16 0-6 0,-6 6 4 16,-4-3-2-16,2 4-4 0,-1 3 1 0,1-1 5 15,-4 4-8-15,3 2 6 0,-5 0-5 0,2 0 1 16,0 0-6-16,-4-2-15 0,1-2-12 16,0 5-19-16,-1-5-47 0,1 0-28 0,1-3-47 0,3 2-131 15,-5-10-323-15,0 12 144 0</inkml:trace>
  <inkml:trace contextRef="#ctx0" brushRef="#br0" timeOffset="-64294.03">27541 1170 101 0,'-2'-8'183'0,"2"8"-15"0,0 0-26 16,0 0-16-16,0 0-8 0,0 0-16 0,0 0-14 15,0 0 2-15,-9 17-12 0,5-7-7 0,4-5-7 16,-2 7-5-16,0-5-1 0,2-7-13 0,0 14 1 16,0-8-8-16,0-6-7 0,0 13 4 0,0-13-3 15,0 9 8-15,0-9 16 0,0 0 13 0,0 0 16 16,0 0 7-16,0 0 16 0,0 0-1 0,0 0-4 15,0 0-11-15,0 0-13 0,0 0-2 16,0 0-11-16,0 0-12 0,4-25-4 0,0 14-7 16,1-1-11-16,3-3-1 0,2-2-14 0,1-3-4 15,0 4-1-15,3 3-9 0,-3 0-6 0,-3 3-5 16,2 2-1-16,-1 3-11 0,1-1 2 0,-2 3-5 16,-1 3 4-16,4 0 5 0,-5 3 0 0,3 4 0 15,-2-1 1-15,-1 2-3 0,-1 2 5 0,0 1 4 16,0-2-7-16,1 1 5 0,-1 0 7 0,-3-5-2 15,2 1-1-15,-4 0 1 0,4 0 2 0,-4-6 0 16,3 6 3-16,-3-6 2 0,2 7 0 0,-2-7 6 16,0 0-1-16,0 0 0 0,7 1-5 0,-7-1 3 15,0 0-3-15,0 0 4 0,9-14-3 0,-5 8 0 16,1-2-1-16,5-1-3 0,-4 1-6 0,1-3-3 16,1 1-1-16,2-3-3 0,1 1 0 0,-1 4-2 15,0 0 0-15,-1 1 1 0,-4 3 1 0,-5 4-7 16,15-6 5-16,-10 3 1 0,-5 3 1 0,0 0-1 15,0 0 4-15,22 10 1 0,-13-5-1 0,-2-1 0 16,0 2 4-16,-1-2 6 0,2 2-4 16,0-1-1-16,1 2 5 0,3-2-4 0,-1-2 4 0,0 1 3 15,-2-2 2-15,4 1 1 0,-2-3 4 16,1 0 6-16,-1-2 4 0,0 1-5 0,1-4 4 16,-1 1 4-16,-3 2 5 0,2-3 1 0,0 1 3 15,-3-3 2-15,1 1-2 0,0 0-3 0,-3-1 0 16,-5 7-6-16,8-12-1 0,-6 6-1 0,1-3-6 15,-3 1 0-15,0 8 0 0,0-12-5 0,0 12 1 16,-2-10-1-16,2 10-4 0,0-10-2 0,0 10-3 16,0 0-4-16,0 0 1 0,0 0 1 0,0 0-2 15,-23 17 1-15,12-7-1 0,2-2 1 0,0 3 3 16,-4 1-7-16,6-2 3 0,3 2 1 0,0-4 2 16,1 3-11-16,1-2-12 0,2-9-21 15,0 16-26-15,0-16-21 0,5 15-46 0,0-9-33 0,4-2-52 16,-2 3-142-16,3-4-394 0,2 0 175 0</inkml:trace>
  <inkml:trace contextRef="#ctx0" brushRef="#br0" timeOffset="-64060.21">28234 1147 166 0,'0'0'211'0,"-1"-11"-7"15,1 11-6-15,-3-12-11 0,3 5-6 0,0 7-11 16,4-15-15-16,-2 6-11 0,2-1-13 0,1 1-17 15,7-4-11-15,-4 5-6 0,2 0-15 0,4-4-10 16,-4 5-5-16,2 2-8 0,-1-1-8 0,1 2-7 16,-3 2-3-16,3 2-6 0,-12 0-5 0,20 0-5 15,-11 2 0-15,2 3 1 0,-2 0-6 16,1-1-3-16,-2 4 1 0,2 1-13 0,-4 0-26 0,1 2-30 16,-1-2-37-16,1 1-51 0,-2 1-46 0,0-3-181 15,-5-8-396-15,6 16 175 0</inkml:trace>
  <inkml:trace contextRef="#ctx0" brushRef="#br0" timeOffset="-63660.56">28601 965 2 0,'0'0'163'0,"0"0"-6"15,5-7-20-15,-5 7-16 0,0 0-12 0,0 0-10 16,0 0-14-16,0 0-15 0,0 0 0 0,0 0-10 16,0 0-3-16,0 0-11 0,0 0-3 0,0 0 8 15,0 0-16-15,0 0-7 0,0 0 1 0,0 0 5 16,0 0-9-16,0 0-5 0,0 0 8 0,0 0-4 15,7 26-6-15,-7-26 0 0,0 0-3 0,0 0-2 16,0 0 4-16,0 0-3 0,0 0 2 0,2 13-9 16,-2-13-3-16,0 0 5 0,0 0 0 0,0 0 3 15,0 0 4-15,0 0 7 0,0 0 7 16,0 0 7-16,0 0-1 0,0 0-7 0,0 0 4 16,0 0-3-16,0 0-3 0,0 0-5 0,0 0-2 15,0 0-6-15,0 0-18 0,0 0-22 0,0 0-28 16,0 0-37-16,0 0-50 0,0 0-134 0,0 0-297 15,0 0 131-15</inkml:trace>
  <inkml:trace contextRef="#ctx0" brushRef="#br0" timeOffset="-62898.38">28235 1049 115 0,'0'0'149'0,"-4"-12"0"0,4 12-23 0,0 0-4 16,0 0-10-16,-11-8-15 0,11 8-17 0,0 0-6 15,0 0-3-15,-20 0-9 0,20 0-7 0,0 0-1 16,-25 10-11-16,16-4-3 0,0 4 3 0,0-3 1 16,1 6-7-16,0-4-3 0,3 1-6 15,-1-1-4-15,6-9 2 0,-5 21-5 0,5-21-7 0,3 15 3 16,-3-15 3-16,6 14-6 0,-6-14-3 0,12 11 10 16,-3-5-4-16,4-4-4 0,0 0-1 15,-13-2-3-15,30 0-1 0,-17-4-2 0,-1 1 5 0,1 0-5 16,-2-1 2-16,-11 4 6 0,21-13 1 15,-12 5-10-15,0 0-2 0,-3 0 0 0,-6 8 9 16,12-18 3-16,-8 8-11 0,-4 10 9 0,4-17 1 16,-1 5-2-16,-3 12 10 0,3-14 5 0,-3 14 1 15,3-10-4-15,-3 10 2 0,0 0-4 0,0 0-3 16,0 0-5-16,1-16-2 0,-1 16-4 0,0 0-7 16,0 0-1-16,0 0 11 0,0 0-5 0,0 0-3 15,0 0-1-15,-4 49 4 0,3-36-2 0,1-13-2 16,0 23-19-16,1-11-14 0,-1-12-41 0,4 20-47 15,0-8-61-15,-2-3-108 0,-2-9-310 0,0 0 138 16</inkml:trace>
  <inkml:trace contextRef="#ctx0" brushRef="#br0" timeOffset="-62603.75">28452 1099 17 0,'3'-12'209'15,"-3"12"-3"-15,0 0-5 0,0 0-7 0,0 0-3 16,1-7-9-16,-1 7-8 0,0 0-11 0,0 0-13 16,0 0-12-16,0 0-9 0,0 0-17 0,0 0-11 15,0-18-6-15,0 18-10 0,4-11-10 0,3 2-8 16,0-2-5-16,-1 3-4 0,1-2-12 0,2 0-1 16,-9 10-3-16,0 0-3 0,0 0-3 0,39-44-6 15,-39 44-4-15,15-15 0 0,-15 15-11 0,0 0-8 16,0 0-4-16,22-17-5 0,-22 17-6 0,0 0-3 15,12 2 2-15,-12-2 2 0,9 14 2 16,-9-14-3-16,9 20-6 0,-9-8-17 0,4 5-13 16,-4 0-20-16,1 0-24 0,-1 0-39 0,1 1-48 15,-2-4-53-15,-2-1-123 0,3-13-379 0,-2 19 167 16</inkml:trace>
  <inkml:trace contextRef="#ctx0" brushRef="#br0" timeOffset="-62222.65">28730 945 160 0,'0'0'153'0,"0"0"-8"0,0 0-3 0,-25 22-7 16,16-9-14-16,2 1-2 0,-2 2-8 0,1-1-3 15,2 2-11-15,1 0-17 0,0-2 1 0,2 1-10 16,3-1-12-16,0-15-5 0,5 21-3 0,1-10 2 15,0-1-8-15,1-2 0 0,-7-8-7 0,17 10-3 16,-6-6 0-16,3-1-3 0,-1-3-3 0,-13 0 0 16,27-3 1-16,-14 0-4 0,-1-3 1 0,1 1-7 15,0-5 5-15,-1 2-5 0,1-5-4 16,1 0 2-16,-7 2-2 0,-1 1-1 0,1-5 3 0,2 1-11 16,-4-2 0-16,-1 5-1 0,-2 0 1 0,-2 11 1 15,6-17 1-15,-6 17-1 0,1-12 9 16,-1 12-6-16,0 0-1 0,0 0-3 0,0 0-9 15,0 0 7-15,0 0-2 0,0 0-3 0,-35 19 3 16,25-6 0-16,-1 3 5 0,3-1-11 0,3-3-16 16,0-1-15-16,5-11-21 0,-2 30-27 0,2-30-35 15,8 20-32-15,-1-11-29 0,3-1-113 0,-10-8-313 16,17 13 139-16</inkml:trace>
  <inkml:trace contextRef="#ctx0" brushRef="#br0" timeOffset="-61705.42">29105 980 27 0,'0'0'168'0,"4"-5"-18"0,-4 5-14 0,0 0-8 16,0 0 6-16,0 0-10 0,0 0-13 0,0 0-10 16,-6 45-12-16,6-45-5 0,-1 19-10 0,3-9-8 15,-2-10-3-15,7 21-5 0,-1-13-11 0,2-1 3 16,-8-7-1-16,14 14-4 0,-5-8-4 0,2-1-6 15,-11-5 2-15,16 3-7 0,-16-3 6 16,0 0-9-16,20-4-14 0,-20 4 1 0,9-12-4 16,-9 12-7-16,4-16-5 0,-4 16 4 0,-5-22 2 15,5 22 1-15,-12-25 0 0,6 14-6 0,6 11 8 16,0 0-2-16,0 0 6 0,-21-40 8 0,21 40 7 16,0 0-3-16,0 0 4 0,0 0-6 0,-10-30-3 15,10 30-2-15,0 0 2 0,0 0-3 0,0 0-4 16,45-23 1-16,-18 17 2 0,-27 6-5 0,57-17-2 15,-28 13 1-15,-2-3 0 0,-27 7-6 0,48-15 1 16,-29 8 0-16,-19 7-5 0,30-19 4 0,-30 19 4 16,26-21-8-16,-26 21 1 0,18-22 4 0,-18 22 6 15,13-21-1-15,-13 21-1 0,0 0 5 0,3-35-2 16,-3 35-1-16,0 0 6 0,0 0 10 0,-2-40-1 16,2 40-5-16,0 0-1 0,0 0-4 15,0 0-7-15,0 0-2 0,0 0 1 0,0 0-11 16,0 0 8-16,0 0 4 0,0 0 1 0,0 0 2 0,-19 95 2 15,11-50 11-15,2 5 4 0,-2-3 6 16,0 1-7-16,-1-1 1 0,2-1 8 0,-2 2 5 16,0-1-10-16,4-12-2 0,-2-4-3 0,0 5-1 15,2-1-1-15,0-2-6 0,-1-1-22 0,1-2-30 16,0 2-32-16,3-6-40 0,2-8-59 0,-2-5-244 16,2-13-442-16,-7 20 196 0</inkml:trace>
  <inkml:trace contextRef="#ctx0" brushRef="#br0" timeOffset="-61548.49">29312 1101 2 0,'8'-7'164'0,"2"1"-26"0,8-4-35 15,1 1-37-15,8-4-56 0,4 2-54 0,5 3-30 16,-2-4-79-16,19 3 36 0</inkml:trace>
  <inkml:trace contextRef="#ctx0" brushRef="#br0" timeOffset="-61232.6">30029 884 151 0,'-35'21'203'0,"16"-11"-4"16,3 2-26-16,0 2-15 0,3-2-16 0,1 2-10 15,5 2-12-15,0-5-17 0,3 1-3 16,3-1-10-16,2 0-9 0,-1-11-8 0,6 18-8 16,0-8 3-16,3-4-15 0,2 1-6 0,0-3-14 15,3-2 5-15,-3 1-6 0,-11-3-7 0,20-5-6 16,-9 1 4-16,-1-1 2 0,0-3-7 0,-1 0-3 16,-2 0 3-16,0-2-4 0,0 1-1 0,-2-2 0 15,-5 11 9-15,0 0 6 0,0 0 4 0,0 0 3 16,0 0 0-16,15-45-10 0,-15 45 0 0,0 0-10 15,5-7-7-15,-4 7 2 0,-1 0 5 0,0 0-8 16,0 0-7-16,0 0-26 0,-3 43-30 16,0-27-27-16,3 2-45 0,0-1-51 0,-1-1-160 15,1-16-366-15,2 29 163 0</inkml:trace>
  <inkml:trace contextRef="#ctx0" brushRef="#br0" timeOffset="-61045.27">30244 998 16 0,'32'-45'206'0,"-14"26"0"0,-18 19 3 0,23-29 4 16,-23 29 1-16,17-18-10 0,-17 18-20 0,0 0-21 15,0 0-20-15,24-18-11 0,-24 18-20 0,0 0-8 16,0 0-9-16,0 0-10 0,55 33-8 0,-46-19-11 16,0 4-21-16,0 0-26 0,-2 0-32 0,-3 3-31 15,-1 4-27-15,-5-6-48 0,-3-1-57 0,-2 0-169 16,-2-1-374-16,-8 2 165 0</inkml:trace>
  <inkml:trace contextRef="#ctx0" brushRef="#br0" timeOffset="-60354.22">22537 2595 131 0,'-3'-11'139'0,"1"5"0"16,2 6-8-16,-5-14-7 0,3 9-9 0,2 5-22 15,-10-4-8-15,10 4-9 0,0 0-14 0,-14 13 7 16,3 0-1-16,4 7 1 0,-3 7-4 0,-3-2-8 15,4 6-2-15,5-5-5 0,2 1-5 0,2-3-8 16,1-7 4-16,2 0-9 0,3-3 2 16,-1-3 8-16,4-3-5 0,-3-2 2 0,5 0-3 15,-2-3-5-15,2 0-2 0,1-3-1 0,0-1-4 16,1-3-1-16,-4 0-3 0,4-3-4 0,-3 0 3 0,-2-2-1 16,3-6-2-16,-2 0 0 0,-2-3 3 0,-2 1 7 15,-1-2-7-15,-4 0 1 0,1-7-2 0,-2 7 0 16,-6-6-4-16,1-2-2 0,-2 4-5 0,-1 5 3 15,0 1-2-15,0 1-3 0,3 6 2 16,-2 0-5-16,1 4 2 0,1 1-10 0,6 5-18 16,-12-3-15-16,12 3-19 0,-23 18-19 0,5 3-32 15,1 7-33-15,-7 13-166 0,-2 1-333 0,1-2 148 16</inkml:trace>
  <inkml:trace contextRef="#ctx0" brushRef="#br0" timeOffset="-60017.15">22740 2849 30 0,'17'-24'175'0,"2"0"-8"0,-4 0 4 15,3-4-2-15,-3 3-12 0,1-5-13 0,-6 2-9 16,3 0-11-16,-1-1-8 0,-5 1-14 0,3-2-8 16,-1 5-8-16,-4 0-10 0,0-1-9 15,-2 7-5-15,-3 2-6 0,0 7-5 0,-1-2-3 16,1 12-6-16,-3-20-8 0,-1 14 0 0,0-2-6 15,4 8-6-15,-10-6-3 0,10 6-4 0,-11-3-3 16,11 3-9-16,0 0-1 0,-19 10-5 0,19-10 0 16,-8 13-7-16,5-2-2 0,4-2 3 0,6 7 0 0,2-2-1 15,-2 1-2-15,5 2 6 0,2-2-8 0,-1 1 9 16,6 4-6-16,-8-5 2 0,2 0 6 0,0 1-2 16,-1 0-4-16,-5 1 4 0,2-2-9 0,-1-1 2 15,-3 3-1-15,0-1-3 0,-4-2-5 16,-1-1-19-16,0-13-24 0,-3 21 4 0,-1-11-19 15,4-10-27-15,-7 17-7 0,7-17-9 0,-5 11-119 16,5-5-262-16,0-6 116 0</inkml:trace>
  <inkml:trace contextRef="#ctx0" brushRef="#br0" timeOffset="-59243.58">23190 2436 129 0,'0'0'160'15,"4"-11"-18"-15,-4 11-19 0,0 0-10 0,0 0 5 16,0 0-7-16,0 0-6 0,0 0 3 0,-3 41-10 16,3-18-2-16,1-5-7 0,-1 3-6 0,3 3-4 15,0-5-11-15,2-1-4 0,1-1-11 16,2-2-4-16,-2 2-4 0,4-4-2 0,3-2-5 16,-4-3-1-16,4-1-2 0,-3-3-4 0,2-1-5 0,2-2 1 15,-2 1-3-15,-12-2-8 0,25-8 1 16,-16 3-6-16,7-3 1 0,-7-2 0 0,0 2-6 15,0-3 3-15,-4 1-2 0,2-7-3 0,-2 2 5 16,-1-2-4-16,-3 3 0 0,1-1 1 0,-2 1 2 0,2 2 1 16,-2-5-2-16,0 8-2 0,0 9 1 0,-3-16-2 15,3 16-3-15,1-11-4 0,-1 11-2 16,0 0-1-16,0 0 5 0,0 0-6 0,0 0 1 16,0 0 9-16,0 0-4 0,-6 37-3 0,9-18 5 15,-2 0 2-15,-1-2-5 0,2 2 3 0,1-3-6 16,3-1 10-16,-2 1-4 0,1-6-4 0,2 0 5 15,0-1 3-15,2-1-4 0,1-2 5 0,1 0-1 16,0-5-3-16,1 0 2 0,-1-2 2 0,2-3-3 16,0 0 4-16,2-7-4 0,-1 1 4 0,0-3-2 15,-2-2-2-15,-1 0 2 0,-1-3-4 0,-1 0 7 16,0-6-8-16,-2 1 3 0,-1-3 4 0,-2-1-3 16,-1-1 7-16,-3 0-5 0,0 2 3 0,-2-6 0 15,1 2-5-15,1 2 7 0,-1 1-1 0,-1 8 8 16,-2 7 1-16,3-1 2 0,0 5-2 15,1 8-7-15,-1-16 1 0,1 16-10 0,0-9-2 0,0 9 1 16,0 0-2-16,0 0 1 0,0 0-1 0,2 46 3 16,-2-16 1-16,0 1-2 0,-1 4-1 15,3 0 1-15,0 0 0 0,2-3-2 0,1 0 5 0,4 0-4 16,1-6 2-16,-1-1-2 0,4-3 3 0,-3-6-1 16,3-2 3-16,-1-2-3 0,3-2 2 0,-4-4-5 15,6-1 4-15,-6 0 1 0,1-5-2 0,0 0-2 16,1-2-4-16,0-3-3 0,0-1 4 0,1-5-3 15,-3-3 6-15,-2 1-7 0,0-4 3 16,-1-7-5-16,-2 1 8 0,-2-2-2 0,-3 0-1 16,-1-1-1-16,-2-9 1 0,1 5-5 0,-3-1 5 15,0 3-2-15,-3 0 1 0,1 4 7 0,1 7 7 16,3 4 0-16,-2 4 7 0,1 2-7 0,3 7-2 16,-1-13-9-16,1 13-5 0,0 0 4 0,0 0 0 0,0 0 0 15,0 0 2-15,-11 49 0 0,10-22 3 16,0 4-2-16,1-2 1 0,0 2 1 0,1-1 0 15,2-1 0-15,2-2-1 0,1 1-12 0,6-3-23 16,-1-2-22-16,2 0-21 0,1-8-44 0,2-1-40 16,1-2-44-16,3-5-109 0,8 3-340 0,-7-9 151 15</inkml:trace>
  <inkml:trace contextRef="#ctx0" brushRef="#br0" timeOffset="-58911.47">24312 2309 92 0,'-12'-3'189'0,"1"2"-20"0,-7 3-8 0,1 7-5 0,-6 4-11 16,-2 5-6-16,2 1-11 0,2 3-11 0,2-2-10 15,4 2-13-15,7-5-9 0,2 1-6 0,3-3-11 16,1 1-5-16,3-1-3 0,0-3-10 16,4-1 3-16,1-2-9 0,1-3-6 0,3 4 1 15,-1-7-7-15,2 3-3 0,1-3 1 0,-2-1-12 16,-10-2-1-16,20-3 0 0,-20 3-6 0,15-8 2 15,-6 2-7-15,-1-1 3 0,-2-3 1 0,2-5 2 16,-4 4-3-16,1-6-3 0,-3 1-1 0,-2 1 7 16,0-1-7-16,1 5 9 0,-1 11 6 0,0-19 0 15,0 19 9-15,0-11-12 0,0 11-7 0,2-8-1 16,-2 8-10-16,0 0 7 0,0 0-3 0,0 0 1 16,0 0 2-16,0 0-2 0,6 30 1 0,-2-13-6 15,0-1-21-15,0 2-10 0,2-1-29 0,-2 0-32 16,5-2-40-16,-1 1-40 0,2-2-152 0,-3-3-352 15,1-4 156-15</inkml:trace>
  <inkml:trace contextRef="#ctx0" brushRef="#br0" timeOffset="-58674.55">24575 2102 35 0,'0'0'204'0,"-5"-11"-22"0,5 11-25 16,-3-8-20-16,3 8-17 0,0 0-2 0,0 0-7 0,0 0-1 16,7 55-9-16,-4-23-13 0,-1 1 2 15,2 13-5-15,-1-11-13 0,0 12-1 0,-4-11-5 16,4-2-7-16,-1 12-3 0,2-15-9 0,-4-2-3 16,2-1-28-16,-3-7-17 0,1-3-19 0,-1 1-22 15,1-6-18-15,0-2-47 0,0-11-34 0,-2 20-126 16,2-20-289-16,-9 12 129 0</inkml:trace>
  <inkml:trace contextRef="#ctx0" brushRef="#br0" timeOffset="-58328.53">24571 2306 11 0,'20'0'130'0,"0"1"-4"15,-2 3 6-15,-1 1-20 0,2 3-2 0,-6 2 1 16,3-2-7-16,-2 2-4 0,0 2-7 16,-6-2-10-16,2 4-1 0,2-2-12 0,-5-2-8 15,1-1-1-15,2-1-9 0,-4-1-3 0,3 1-6 16,2-1-1-16,-2-1-9 0,1-2 6 0,-2-3-2 16,-8-1-1-16,20 0-3 0,-8-3 1 0,-1 1 12 15,-1-4 1-15,2 0 6 0,-3-1 9 0,-2-2 4 16,0-1-2-16,-3-1-7 0,-1-1-1 0,-1-4-9 15,-2 0-1-15,-3 0-8 0,-1-2-3 0,-1 2-5 16,-1-3-7-16,-4 4 0 0,2 1-4 0,-1 1-5 16,0 0-7-16,0 5-13 0,2 1-22 0,-1 0-12 15,-1 4-34-15,9 3-13 0,-19-2-12 0,19 2-22 16,-22 12-25-16,10 0-19 0,-3 9-127 0,2 1-317 16,2 5 140-16</inkml:trace>
  <inkml:trace contextRef="#ctx0" brushRef="#br0" timeOffset="-57994.29">24970 2494 5 0,'9'-6'185'0,"3"0"2"0,-2-3-3 15,1 2-4-15,-2-3-6 0,-1 0-12 0,-2 1-9 16,1-3-14-16,2-2-7 0,-4 3-10 0,-2-5-17 16,2-1-4-16,-5 6-13 0,-2-7-8 0,-1 1-7 15,-3 1-10-15,1 0-3 0,-1 1-8 16,-1 0-4-16,-2 5-7 0,-2-1-4 0,2 1-4 15,0 3-6-15,3 2 4 0,-2-1-7 0,3 2-2 16,5 4-5-16,-8-8 0 0,8 8-5 0,-6-6-6 16,6 6-2-16,0 0-11 0,0 0-2 0,0 0 2 15,1-7 2-15,-1 7 5 0,0 0-1 0,34-1 0 16,-17 1 1-16,4-2-2 0,1 2 1 0,-2 0-3 16,1 0 2-16,-1 2-4 0,-4-1 3 0,-2 3-4 0,-2 3 1 15,-1-2 0-15,2 1 3 0,-4 4-2 16,-1 1 2-16,1 3 6 0,-2 3 0 0,1-1 0 15,-3 1 2-15,-4-5 1 0,2 5-12 0,3-1-13 16,-4 0-13-16,0-3-30 0,2 5-41 0,-3-6-49 16,3-1-52-16,-2 1-118 0,-2-12-348 0,3 19 155 15</inkml:trace>
  <inkml:trace contextRef="#ctx0" brushRef="#br0" timeOffset="-57761.36">25504 1884 122 0,'0'0'133'0,"0"0"9"0,14 13-3 16,-3 1-5-16,0 12 4 0,5 2-9 0,-3 2-13 16,1 5-7-16,3 8-2 0,-3 9-3 15,-1-6-8-15,-6 0-9 0,1 1-8 0,-4-1-2 16,-4 3-7-16,-5-3-5 0,0-12-8 0,-8 11 0 15,0-12-17-15,-1 1-25 0,-3-4-42 0,-4 0-56 16,3-3-72-16,-6-3-138 0,-1-3-315 0,2-6 140 0</inkml:trace>
  <inkml:trace contextRef="#ctx0" brushRef="#br0" timeOffset="-57586.27">25707 2480 3251 0,'13'-6'111'0,"-1"3"-46"0,-2 0-40 15,-3 1-20-15,-2-1 1 0,-5 3-6 0,11-2 4 16,-11 2 0-16,7-1-1 0,-7 1 2 0,6-3-7 16,-6 3-1-16,0 0-25 0,0 0-34 0,9-2-45 15,-9 2-35-15,0 0-45 0,0 0-74 0,0 0-188 16,0 0-484-16,0 0 215 0</inkml:trace>
  <inkml:trace contextRef="#ctx0" brushRef="#br0" timeOffset="-25892.88">18832 14027 106 0,'-5'-9'134'0,"5"9"-17"0,-7-7-2 16,7 7-5-16,-5-7-5 0,5 7-6 0,-4-3-9 16,4 3-6-16,0 0-14 0,-10-3 0 0,10 3 15 15,0 0-3-15,-14 11-1 0,6-2-2 0,-3-1-3 16,2 5-8-16,-1 2-7 0,2-3 4 0,-2 5-1 15,2 0-8-15,2 1 5 0,1 0 1 0,-3 8-5 16,4-2-7-16,0 4 0 0,3-3-1 16,0-5-5-16,1 0-6 0,1-1-3 0,0 4 2 0,5-4-6 15,0-2 2-15,4 1-5 0,0-1-3 0,4-4-1 16,-1 1-1-16,5-1-2 0,-1-2-2 0,1-4 0 16,0 0 0-16,2-4-4 0,2-1 1 0,-2-2 1 15,2 0-1-15,1-3 0 0,-4 1-3 0,1-5 5 16,0 2 0-16,-4-1-3 0,2-3 0 0,-4-3-4 15,0-1-1-15,-1-1 4 0,-3-2 0 0,0-2-1 16,-3 0-3-16,-3-8 1 0,0 2 1 0,-4-4 0 16,-2-2-5-16,-4 0 3 0,-2 1-3 0,-2-2 0 15,0 1 0-15,-3 2-1 0,-1 2-3 0,0 2 2 16,0-1-2-16,2 8-3 0,1 3 3 0,-2 0-3 16,0 4 2-16,2 1-2 0,-1 4-10 0,1 0-10 15,-2 5-6-15,-4 5-7 0,-1 0-12 0,-6 10-15 16,2 3-27-16,1 3-19 0,-2 1-30 0,5 4-9 15,0 0-27-15,5 3-5 0,2 0-132 0,4 0-334 16,3 0 147-16</inkml:trace>
  <inkml:trace contextRef="#ctx0" brushRef="#br0" timeOffset="-25489.17">19098 14515 130 0,'16'-22'155'16,"-2"1"2"-16,0-1-3 0,-1 0-10 0,-1-1-16 16,2-3-8-16,-3 1-15 0,2-2-2 0,-3-1-12 15,-2-1-5-15,1 2-9 0,-2-2-7 0,0-2-6 16,-1 2-10-16,-3 1-3 0,0 1 2 16,-2 7-6-16,-1 2 1 0,1 1 4 0,-1 6-2 0,0-1-1 15,-1 2-7-15,1 10-2 0,0-12-9 0,0 12-1 16,-3-9-3-16,3 9-4 0,0 0-4 0,-11 4-1 15,11-4-1-15,-14 13-3 0,6-5-2 0,0 7 0 16,4-5-8-16,1 1-6 0,1 1 4 16,2 0-2-16,2-1-4 0,4 4 0 0,0 0 1 0,5-1 2 15,0-1-3-15,2 1 4 0,1-2 0 0,1 2 0 16,3-3 2-16,-2 0-7 0,0 0 7 16,-3 0-4-16,1-1-2 0,-6-2-2 0,-1 2 4 0,0-1-3 15,-2 2 2-15,-1-2 2 0,-4 1-1 0,0 0-1 16,-3 1 1-16,-6-1-1 0,0 5 0 0,-2-4 1 15,-3 2-11-15,1-2 0 0,-1 2-9 0,1-3-15 16,-1 0-17-16,2 0-11 0,2-2-27 16,0 0-29-16,2-3-14 0,3-1-18 0,0-2-101 0,1 3-273 15,4-5 122-15</inkml:trace>
  <inkml:trace contextRef="#ctx0" brushRef="#br0" timeOffset="-24676">19531 14046 35 0,'1'-9'178'0,"-1"9"-8"16,-1-9-16-16,1 9-14 0,0 0-12 0,0 0-2 15,0 0-5-15,0 0-2 0,-18 18-4 0,8-5-12 16,2 7-10-16,2 2-4 0,-1-3-17 0,5-2-2 16,-2 3-12-16,5-2-2 0,-1-1-5 15,4-1-7-15,-1 1-1 0,3-3-6 0,0-4-1 0,1 1-3 16,3-2-4-16,0-1-3 0,4-1 1 0,0-2-1 15,-2-3-4-15,3-1 1 0,-2-2-2 16,2 0-4-16,1-5 1 0,0-1-6 0,-2-1 2 0,3-2-2 16,-7 1-1-16,2-4-1 0,0 0 0 15,-4-3-2-15,1 1 2 0,-4-3-2 0,0 1-1 16,0-1 1-16,-1 3-1 0,-1-1 3 0,-2 5-7 0,2 0 6 16,-3 4-1-16,0 7-1 0,1-12-3 0,-1 12-1 15,1-9-1-15,-1 9-5 0,0 0 1 0,0 0 2 16,0 0 3-16,0 0-5 0,-1 39-2 0,-2-22 3 15,2 2 1-15,1-1 0 0,-1 0-2 16,2 0 0-16,0-2-1 0,1 1 2 0,2-2 1 0,3-1 3 16,-2-3-3-16,3 0 1 0,1-3 4 0,2 0-2 15,1-2 3-15,-1-1-1 0,5-2 2 16,-5-3-4-16,7 0 4 0,-5-1-3 0,2-2 2 0,1-4-2 16,-4 2 5-16,2-5-1 0,-2-2 3 15,2-1-2-15,-4-2 1 0,-1 0 4 0,-3-5-7 16,2-5-1-16,-3-1-1 0,-1 3 3 0,-2-3-10 0,-1 1 10 15,-1-2-2-15,-1-1-3 0,-2-1-1 0,2 2 4 16,-2-1-3-16,-1 0 0 0,2-2-3 0,-1 6 2 16,-1 6 0-16,3 2 1 0,-2 0-3 0,0 4 7 15,1 5-4-15,1 0-3 0,1 7-2 16,-2-8-2-16,2 8 1 0,0 0 1 0,0 0 3 0,-3 27-4 16,0 1 0-16,1 1 0 0,2 4 5 0,-5 13-2 15,3-12 4-15,1 13-1 0,0-14 2 16,1-1 0-16,1 0-2 0,3-1 0 0,2-4 0 0,1-2-2 15,2-6 3-15,0-2-2 0,2-1 1 16,3-3 3-16,-2-3-1 0,-2-1 1 0,4-4 5 16,-2 0 3-16,1-3-8 0,0-3-4 0,0 0 6 0,0-4-1 15,2-3-2-15,1-6 0 0,-4 0-1 0,-2-3 2 16,-2-7-1-16,0-1 0 0,-4-4 1 0,0 2-2 16,1-5 7-16,-5 0-11 0,0-2-8 0,-3 2-1 15,3-4 0-15,-5 1 0 0,1 1 2 16,2 6-1-16,-3 1 1 0,2 9 2 0,0 1-1 0,2 7 2 15,0 1-6-15,-1 2-1 0,2 7-2 16,0 0 4-16,0 0 3 0,0 0 0 0,-10 19 2 16,7 0-2-16,-1 7 2 0,1 3 1 0,-1 1 0 0,2 2 0 15,2 0 1-15,0-2 2 0,2 2-2 16,3-1-5-16,1-3 8 0,0 1-2 0,1 2 0 16,1-4-4-16,1 1-10 0,0-3-28 0,-1-7-36 15,1 1-34-15,0-3-34 0,1-2-32 0,1 0-156 16,0 0-362-16,0-6 161 0</inkml:trace>
  <inkml:trace contextRef="#ctx0" brushRef="#br0" timeOffset="-24311.47">20532 13959 25 0,'-9'-1'191'0,"-2"1"2"15,1 4-11-15,-5 5-11 0,1 4-11 16,-7 7-9-16,5 4-14 0,-5 1-13 0,6 1-11 15,2 2-13-15,0-4-6 0,2 0-9 0,6-4-7 16,2-2-10-16,1-2-6 0,0 0-5 0,5-5-7 16,3-2 4-16,2 0-12 0,2-3-3 0,0 0-2 0,3-5-2 15,1-2-1-15,7-1-8 0,-5-2 1 16,3-3-4-16,0-3-3 0,-2-3 1 0,-1 0-2 16,2-6-2-16,-6 3-2 0,0 0-2 0,-4-2 2 15,-1-2-2-15,0 1 2 0,-1 1-5 0,-4-1-4 16,2 1 1-16,0 0 0 0,-4 3-1 0,1 3-1 0,1 5 2 15,-2 1-6-15,0 6 2 0,0 0-2 0,0 0 5 16,0 0 1-16,0 0 9 0,0 0 4 16,-9 30-4-16,6-13 3 0,2 1-2 0,-2 2 0 15,0 7-3-15,0-1 0 0,1-1-2 0,0 1 1 16,2-7-1-16,0 4-4 0,2-5-9 0,-1-1-20 16,1 0-29-16,0 0-46 0,3-1-43 0,-3-5-47 0,2 0-191 15,-1-4-407-15,2 2 181 0</inkml:trace>
  <inkml:trace contextRef="#ctx0" brushRef="#br0" timeOffset="-24078.42">20805 13718 138 0,'0'-7'209'0,"0"7"-19"0,1-7-5 0,-1 7 8 16,0 0-8-16,5 21-11 0,1-2-14 0,-1 10-10 15,-1 6-18-15,-1 10-10 0,0 2-11 0,3-1-9 0,-4-10-14 16,-2 0-9-16,0 0-5 0,0 9-7 16,1-11-9-16,0-3-4 0,-1 0-11 0,1-2-20 15,-1-4-13-15,2-1-23 0,-2-6-21 0,-2-1-34 16,2-4-43-16,0-2-34 0,0-2-40 0,-1-1-148 16,-1-1-359-16,2-7 160 0</inkml:trace>
  <inkml:trace contextRef="#ctx0" brushRef="#br0" timeOffset="-23215.5">20805 14005 43 0,'0'0'142'0,"1"-7"-29"0,-1 7-3 0,0 0 8 16,0 0-3-16,0 0 1 0,13 13 8 0,-9 0-7 15,0 3-6-15,0 3-7 0,-2-1-12 0,3 7-4 16,-1 1-11-16,1-7-5 0,2-4-16 0,-1-1 3 15,4 0-3-15,2-2-4 0,1-2 7 0,-1-3-5 16,3-1-1-16,0-4-1 0,1 2-5 0,2-5-2 16,0 1-4-16,-1-4-1 0,-3 0-1 0,1-2 2 15,-3-1-2-15,3-1-5 0,-6-1 3 0,-1-1-4 16,2-3-5-16,-5 1 0 0,-1-2-1 0,-3-2 1 16,-1 0-5-16,-2 0 0 0,-4-2-3 0,-1 0-6 15,-6 3 4-15,-1-8-5 0,1 7-2 0,0 1-2 16,-1 1-1-16,1 0 1 0,-1 4-2 0,3 4-3 15,-1-1-3-15,0 2 0 0,1 5 0 0,-1 0-1 16,-1 5 0-16,-1 3-2 0,-3 4 4 0,3 1-2 16,1 2-3-16,2 3 3 0,-1 4-2 0,3-2 4 15,3-3-2-15,3 1-1 0,1 0-1 0,3-1 0 16,2-1 1-16,1-1 1 0,1-5 3 0,4 1 1 16,-2-3-2-16,2-2 2 0,3 1 0 15,3-1 6-15,3-1-3 0,0-2-2 0,1-2-1 0,-2-2 7 16,1-1-7-16,-1 2 6 0,-1-6-9 0,0 0 5 15,-4 2 1-15,-1 1-1 0,1-3 2 0,-3-1-2 16,0 0 1-16,-2-3-3 0,0 2 2 0,-1-3-1 16,-1 2-1-16,1-5 1 0,-3 1-1 0,2 0 2 15,-1-4-2-15,0 0-2 0,1 2-5 0,0-3 0 16,-1-1-2-16,4 4 0 0,-3-2-1 0,1 0 4 16,-2 6-3-16,3-5 0 0,-2 5-5 0,1 0 1 15,0 3 0-15,2 0-1 0,0 2 2 0,1-1 0 16,-2 6 1-16,1-2 4 0,-8 3-5 0,18 1 2 15,-10 2-5-15,1 4 7 0,-1 0-3 0,0 5-1 16,0 4 3-16,0 1-3 0,-5 1 4 0,4 0 2 16,-1 6 0-16,-3-6-2 0,-1 0 3 0,1 2-1 15,-1-4-3-15,0 0 0 0,2 0 3 16,-2-3-2-16,3-3 3 0,-1 0 4 0,0-2 6 16,2-1 6-16,-1-2 5 0,2-3 5 0,2 1 3 0,1-2 3 15,0-2-5-15,3-2 4 0,-2 1-2 0,3-5-5 16,-3 1 2-16,-1-2 1 0,3-4-2 0,-2-1-3 15,-2 0 0-15,0-3-5 0,-1-2-3 0,-2 0 0 16,1-1 0-16,-2-5-2 0,1 5 4 0,-2-1-6 16,-2 1 7-16,1 1-8 0,-1 2-2 0,0 5 2 15,-2 2-2-15,1 0-2 0,0 2-4 0,-1 7 2 16,2-8-6-16,-2 8 0 0,0 0 1 0,0 0 1 16,0 0-3-16,-9 21 2 0,3-6-2 0,1 3 2 15,-2 1 0-15,3 0-1 0,-4 7 0 0,3-1 1 16,0 0-2-16,0 0 2 0,1-4 1 0,0-2 10 15,2 1-10-15,-1-1 4 0,1-1 0 16,0 0-3-16,0-5-3 0,0 4 1 0,0-5 0 0,1-1 3 16,-1-1-12-16,0 1-9 0,-2-3-5 0,0 1-16 15,0-4-29-15,-1 3-48 0,1-1-46 0,-1-2-55 16,-4 2-175-16,4-4-429 0,5-3 190 0</inkml:trace>
  <inkml:trace contextRef="#ctx0" brushRef="#br0" timeOffset="-23053.88">21716 14081 1794 0,'17'-9'139'0,"-7"3"-72"0,-1 1-29 16,0-1-18-16,-3 4-14 0,1-2 17 0,-7 4 19 15,8-3 14-15,-8 3-7 0,6-6-7 0,-6 6-4 16,7-1-4-16,-7 1-1 0,0 0 2 0,0 0-10 16,7 12-25-16,-7-5-24 0,0-7-40 0,-7 19-52 15,0-7-74-15,-7 3-152 0,-7 3-369 0,-4 1 163 16</inkml:trace>
  <inkml:trace contextRef="#ctx0" brushRef="#br0" timeOffset="-22490.43">19700 14543 87 0,'6'-2'183'16,"-6"2"0"-16,0 0-9 0,6 22 9 0,-3-4-15 15,0 6-31-15,-2 7-6 0,1 0-5 0,-3 1-7 16,-1 4-8-16,-1 1-11 0,-1-2-3 0,0 2-8 16,-1-4-9-16,1-1-3 0,-2-1-10 0,0-2-6 15,0-3-3-15,3 0-2 0,1-9-4 0,1-1-7 16,-5 0 6-16,4-4-11 0,1-3 4 0,-1 2-8 16,0-5 6-16,2-6 2 0,-2 10 9 0,2-10 6 15,-3 9 10-15,3-9 3 0,-7 4-4 0,-1-1-12 16,-5-3 0-16,-7 0-6 0,-10-3-7 0,-2-1-3 0,-5-2-4 15,-13 1-3-15,-5-3-6 0,-5-1-2 0,-1 0 4 16,-32-2-14-16,-1 5 0 0,-1 2-1 16,-5 4-4-16,-1 3 10 0,-4 5-13 0,-7-2 1 15,-3 9-5-15,-9 0 1 0,-2 3 2 0,-5 5-6 16,4-1 6-16,5-3-3 0,-1 0 3 0,0 5-6 16,2-3 6-16,2 2-9 0,6-1 6 0,6-2-4 0,5-2 3 15,10-1 2-15,1-4 1 0,31-7-4 16,1 2 4-16,6-5-7 0,0-1 5 0,19 2-4 15,2-6 2-15,2 0-18 0,9 0-14 0,4 0-13 16,6 2-16-16,3-3-49 0,4-1-46 0,4 4-43 16,0 0-26-16,33-30-20 0,-2 16-159 0,12-9-436 15,12 3 193-15</inkml:trace>
  <inkml:trace contextRef="#ctx0" brushRef="#br0" timeOffset="-22031.34">19393 15066 28 0,'-4'6'169'0,"4"-6"-1"16,17 4-18-16,4 0-18 0,11 0 1 0,18 1-16 16,9-1-12-16,31 1-6 0,3-2-6 0,4-3-10 15,0 0-8-15,3-3-8 0,3-2-5 0,6 2-6 16,-4-1 0-16,3-6-12 0,6 1-4 0,-4 0-3 16,4-2-3-16,-3 2 0 0,0-2-9 0,0-1 3 15,4 0-9-15,0-5 7 0,-1 3 0 0,-8 3 5 16,-2-3 1-16,-4 3 0 0,-4 0-1 0,-2 1 5 0,-29 0-1 15,26-1 1-15,-29 3 5 0,5-1-4 16,-6 1 4-16,3 1-5 0,-4 0 2 0,0-3-8 16,-5 5 4-16,-18 2-6 0,0 1 2 0,-2 0-6 15,-2 0 0-15,-2 0-4 0,-11 2-1 0,-1 0-1 16,-5 0-4-16,-2-2-3 0,-5 2 1 0,-7 0-7 16,15 0 5-16,-15 0-6 0,8 0 1 0,-8 0-12 15,0 0-13-15,0 0-12 0,4 6-19 0,-4-6-17 16,0 0-33-16,-18 7-37 0,5-2-27 0,-6 0-175 15,-7 6-368-15,-8-3 163 0</inkml:trace>
  <inkml:trace contextRef="#ctx0" brushRef="#br0" timeOffset="-21370.15">16524 15302 80 0,'0'0'160'0,"0"0"-5"16,7 32-2-16,-4-5-10 0,0 4 12 16,-2 2-16-16,-1 14 20 0,1 1-6 0,-2 2-12 15,2-5-14-15,-2-9-11 0,2 10-5 0,0-12-14 16,2 1-7-16,1-2-8 0,1-2-6 0,1 0-7 0,1-2-4 15,-1-1-7-15,3-2-3 0,0 0-6 0,-4-9-7 16,0-1-3-16,-1-6-3 0,0 3-4 0,-3-2-4 16,2-3 0-16,-1 3-6 0,2-4 2 0,-3-4 0 15,-1-3 18-15,0 0 20 0,0 0 17 16,3 6 4-16,-3-6-9 0,0 0-11 0,0 0-4 16,6-25-8-16,-1 9-6 0,6-6 2 0,0-3-10 15,1-1-4-15,4 0-1 0,2-1-2 0,0 1-12 0,1-1-6 16,2 2-3-16,0 1-2 0,-1 2-7 0,-1 5-9 15,0 0-19-15,-8 4-17 0,0 6-22 16,-4 0-45-16,0 2-27 0,-7 5-33 0,9-2-21 16,-9 2-36-16,0 0-188 0,0 0-450 0,4 21 199 15</inkml:trace>
  <inkml:trace contextRef="#ctx0" brushRef="#br0" timeOffset="-21191.82">16616 15967 80 0,'-35'0'214'0,"1"0"-19"16,-3-4-4-16,0 3-10 0,-16-5-9 0,15 4-12 16,-2-3-11-16,2 1-3 0,2 0-18 0,2 0-10 15,0-1-11-15,4 0-13 0,7 3-8 0,4-1-20 16,-2-1-22-16,1 4-24 0,7-3-37 0,1 1-49 16,1 1-56-16,2 1-49 0,1 1-126 0,8-1-320 15,-19 5 143-15</inkml:trace>
  <inkml:trace contextRef="#ctx0" brushRef="#br0" timeOffset="-20779.55">15310 16175 225 0,'-7'-8'226'0,"1"4"-11"0,3 0-19 0,3 4-22 0,-8-6-19 0,8 6-17 15,0 0-13-15,0 0-6 0,-3 17-8 16,7-1-1-16,2 9 4 0,-3 3-11 0,-1 3-4 16,-1 3-34-16,1 1-8 0,0 1-4 0,0-3-4 15,-1 0-4-15,0 2 0 0,-1-4-4 0,0-3 0 16,3 3 3-16,-2-4 5 0,-2-8-6 0,1 2-3 15,0-5-7-15,0 1 3 0,0-4-13 0,0-3 12 16,0-10-10-16,2 13 0 0,-2-13-3 16,-1 13 3-16,1-13 5 0,0 0 2 0,0 10 6 0,0-10-2 15,0 0 2-15,0 0-2 0,0 0-7 0,23-9-2 16,-13 2-2-16,7-2 2 0,0-1-6 0,0 1-2 16,8-5 7-16,-2 1-11 0,-3 6-4 0,0-2-19 15,0 0-24-15,5-1-23 0,-6 2-38 0,1 3-34 16,-3-2-42-16,3 1-33 0,-2 0-46 0,0 2-149 15,-4-2-431-15,5 0 191 0</inkml:trace>
  <inkml:trace contextRef="#ctx0" brushRef="#br0" timeOffset="-20501.59">16139 16211 149 0,'-13'-4'208'0,"-7"2"-5"16,-7 2-7-16,-2 2-8 0,-3 3-4 0,0 5-7 16,0 2-9-16,-1 5-6 0,3 0-3 0,2 5-8 15,1 1-4-15,-5 14-9 0,11-8 0 0,1 1-1 16,5 1-12-16,2 0-7 0,4-3-13 0,3 3-11 16,7-4-6-16,3 1-11 0,5-4-13 0,0 0 2 15,10-3-6-15,0-5-2 0,8 0-11 0,4-5 2 16,3-3-7-16,5-2-7 0,0-4-21 0,14-2-16 15,-1-6-29-15,0-2-33 0,-1-1-35 0,-13 2-49 16,0-1-57-16,0-2-46 0,-3 4-208 16,-1-5-495-16,-4 2 219 0</inkml:trace>
  <inkml:trace contextRef="#ctx0" brushRef="#br0" timeOffset="-19727.73">22447 14972 83 0,'0'0'175'15,"0"0"-12"-15,0 0-4 0,0 0 0 0,0 0 0 16,0 0 1-16,4 35-18 0,-5-16-4 0,0 9-12 15,-1 3-9-15,1 0-5 0,-4 0-9 16,2 13-5-16,-2-11-8 0,3 0-8 0,-1 0-4 0,1-5-11 16,4 3-6-16,0-4 2 0,0-8-13 0,3 1-4 15,-2-1-4-15,2-2 25 0,0-1-10 0,0-4-2 16,0-2-4-16,0-1-4 0,2 0 3 0,-4-3 9 16,3-1 8-16,-3-1 4 0,-3-4 3 0,11 2 0 15,-11-2-1-15,16-6-8 0,-7-3-11 0,5-4-2 16,2 0-6-16,3-8-12 0,0-2 5 0,1 2-2 15,2-5-12-15,-3 1-11 0,2-1-14 0,-2 1-9 16,-2 5-7-16,-6 4-4 0,-5 7-14 0,1 0-28 16,-2 3-35-16,-2 0-43 0,-3 6-55 0,0 0-36 15,0 0-19-15,0 0-172 0,-41 16-457 0,12-1 202 16</inkml:trace>
  <inkml:trace contextRef="#ctx0" brushRef="#br0" timeOffset="-19535.79">22242 15534 227 0,'-16'-7'228'16,"-3"1"-7"-16,2 0-14 0,2-2-2 0,-5 0-18 15,2 2-15-15,-1-4-13 0,-8 3-17 0,0-1-12 16,6 3-13-16,-7-1-12 0,7 4-12 0,-10 1-9 16,12 0-8-16,-3 3-14 0,4 1-25 0,5 1-25 15,-3 1-24-15,4 1-33 0,2 4-40 0,1-3-38 16,1 8-41-16,3-4-32 0,-1 3-111 0,-2 0-332 15,6-1 147-15</inkml:trace>
  <inkml:trace contextRef="#ctx0" brushRef="#br0" timeOffset="-19287.71">21999 15653 174 0,'0'0'211'0,"0"0"-2"0,0 0-14 0,0 0-2 16,-1-12-19-16,1 12-14 0,0 0-16 0,0 0 0 15,0 0 3-15,0 0 7 0,0 0 2 0,-4 38-4 16,2-20-15-16,2 6-8 0,-1 2-14 0,1-1-6 16,-1 1-11-16,1-6-7 0,1 5-11 15,-1 2-8-15,4-1-6 0,-4-7-5 0,3 6-2 0,-1-7-8 16,2 1-6-16,1-1-11 0,-3-1-23 16,0-3-24-16,2-2-19 0,-2 4-18 0,-2-4-25 15,-1-1-32-15,2-2-36 0,-1-9-32 0,2 13-21 16,0-7-22-16,-2-6-16 0,-1 8-121 0,1-8-384 15,0 0 169-15</inkml:trace>
  <inkml:trace contextRef="#ctx0" brushRef="#br0" timeOffset="-18958.01">21999 15634 50 0,'4'-16'186'0,"1"7"-8"15,-2-2-14-15,1 3-3 0,2 3-1 0,3 0-4 16,-1 4-10-16,3 1-7 0,-2 0-5 0,3 1-8 15,-4 4-9-15,0 1-10 0,-2 2-8 0,3 2-11 0,-1 1-9 16,-3 3-4-16,-1 3-9 0,-4-5-3 0,-2 4-9 16,0-1-4-16,-2 0-4 0,0-2-5 15,-4 2-3-15,0-2-4 0,0-4-5 0,-4 4 0 16,2-5-3-16,1-2-3 0,3 0 1 0,1-3-1 16,-2 2-1-16,1-3-3 0,6-2-4 0,-6 2 2 15,6-2-3-15,0 0-2 0,0 0-3 0,0 0-2 16,0 0-1-16,0 0-1 0,0 0 0 0,0 0 0 15,28 3 5-15,-18-1 2 0,8 4-4 0,-2-2 4 16,4 3-1-16,0-1-3 0,-2 3 2 0,4 0-1 16,-3 0 0-16,5 1-3 0,-4-3 0 0,6 2-29 15,-7 0-22-15,7 0-28 0,-8-1-37 0,-3-4-37 16,4 1-36-16,0 0-42 0,-1-3-132 0,-3-2-387 16,5-2 171-16</inkml:trace>
  <inkml:trace contextRef="#ctx0" brushRef="#br0" timeOffset="-18726.07">22746 15618 182 0,'-35'7'269'0,"1"2"-7"0,0 10 3 0,-1-2-10 0,3 2-11 16,2 3-19-16,4-2 0 0,4 2-27 15,3-2-12-15,8-4-26 0,1 0-7 0,3 1-16 16,5-1-12-16,3-1-1 0,1-3-24 0,6 2-9 15,0-3-1-15,5-1-18 0,2-2-16 0,4-3-9 16,4-3-20-16,8-1-26 0,1-2-10 0,1-2-20 0,-2-3-20 16,1-1-28-16,-3 1-38 0,-1-1-45 0,-9 1-58 15,-2 2-57-15,-7-1-152 0,-4 1-464 0,-6 4 206 16</inkml:trace>
  <inkml:trace contextRef="#ctx0" brushRef="#br0" timeOffset="-15431.59">16521 16451 25 0,'0'0'63'0,"0"0"-8"0,0 0 7 16,-10-6-4-16,10 6 2 0,0 0-3 0,0 0 9 16,0 0 0-16,-12-4-10 0,12 4 0 0,0 0 4 15,0 0 3-15,0 0 3 0,-12-1-3 0,12 1 0 16,0 0 0-16,0 0 5 0,0 0-4 0,0 0-10 16,0 0 4-16,0 0-7 0,0 0 0 0,0 0-3 15,0 0 1-15,-12 0-9 0,12 0-4 16,0 0-9-16,0 0 1 0,0 0-5 0,0 0 0 15,0 0 1-15,0 0 3 0,0 0-2 0,0 0-2 16,45 1-3-16,-31-1 5 0,1 0-6 0,7 0-3 16,-3-1 1-16,2-1-3 0,-2 2 5 0,1-4-6 15,0 4 1-15,1-4 0 0,0 4-1 0,0-3-2 0,0 1-2 16,2 1 6-16,-3-1-1 0,-1 1 0 0,10-1 1 16,-10-1-12-16,0 2 10 0,0-3 0 0,0 4-2 15,0 0-6-15,2-4 4 0,-4 4-1 16,-4-2-4-16,4 2 0 0,2-3 6 0,-2 1 1 15,3-1-5-15,-2 1 3 0,-1-1 1 0,2-1-4 16,0 2 2-16,0-1-1 0,2 0 0 0,-2 0-3 16,0-1 2-16,-1 1 2 0,0-2-4 0,2 2 1 15,-2-2 0-15,0 1-3 0,-5 2 0 0,4-1-1 16,-5 2 0-16,1-2 1 0,0 0-1 0,0-1 3 16,-2 2 0-16,3 0 1 0,-1-1-1 0,4 2-1 15,-6-2-2-15,1 0 2 0,0 1-2 0,-1 0-1 16,-11 2 4-16,18-1 0 0,-10-2-2 0,-8 3 1 15,17-3 0-15,-17 3-2 0,14-3-1 0,-14 3 1 16,9 0 1-16,-9 0-2 0,12-1 8 0,-12 1-5 16,0 0 0-16,0 0 1 0,15-3-5 0,-15 3 1 15,0 0 0-15,0 0-2 0,13 0 3 0,-13 0 0 16,0 0-1-16,0 0 2 0,0 0-2 16,14 3 0-16,-14-3 3 0,0 0-6 0,0 0 7 15,0 0-5-15,0 0 1 0,0 0 1 0,0 0 3 16,0 0 2-16,0 0-3 0,0 0 9 0,0 0-1 15,0 0 5-15,0 0-5 0,0 0 3 0,0 0 1 16,0 0 1-16,0 0-1 0,0 0-1 0,0 0 0 0,0 0-1 16,0 0-1-16,0 0-2 0,0 0-3 0,0 0-1 15,0 0-1-15,0 0-1 0,0 0-1 16,0 0 2-16,0 0 0 0,0 0-18 0,0 0-13 16,1 10-16-16,-1-10-18 0,0 0-28 0,0 0-34 15,0 0-42-15,-14 20-160 0,5-14-351 0,9-6 155 16</inkml:trace>
  <inkml:trace contextRef="#ctx0" brushRef="#br0" timeOffset="-14925.57">17316 16159 4 0,'0'0'132'0,"0"0"-7"16,-19 0-2-16,19 0-10 0,0 0 1 0,0 0-5 15,-15 1 3-15,15-1 0 0,0 0-7 0,0 0-7 16,0 0-12-16,0 0-7 0,0 0-7 0,-16 1-16 16,16-1 2-16,0 0-8 0,0 0-3 15,0 0 4-15,0 0-11 0,0 0-1 0,0 0-2 0,0 0-1 16,43 11-7-16,-32-7 4 0,2-3-7 0,2 3-7 16,-1 1 4-16,-2-3-14 0,2 0 16 0,-1 3-5 15,-1-3-6-15,1 2 3 0,-1-2-1 0,2 3-1 16,-4-2-1-16,-1 1 0 0,2 1-2 0,-3 0 1 15,1 2-4-15,1 0 1 0,-5 1-1 0,2-1 2 16,-4 3 6-16,0-1 2 0,-2 5 5 0,-1 3 4 16,-2 0 3-16,-5 2-3 0,0 4-3 15,-5 0 5-15,1 0-1 0,-2 1-7 0,1 0 2 16,-2-4-6-16,-1 4 3 0,6-7-6 0,-2-1 1 16,-2 7-3-16,4-5-6 0,-6 4-22 0,0 2-34 0,1-1-37 15,4-6-35-15,2-5-59 0,3 5-162 0,-1-5-371 16,4-3 164-16</inkml:trace>
  <inkml:trace contextRef="#ctx0" brushRef="#br0" timeOffset="-14264.21">17763 15954 98 0,'0'0'172'0,"-2"-7"0"0,2 7-9 15,-3-9-8-15,3 9-19 0,-5-7-14 0,5 7-8 16,-2-7-10-16,2 7-9 0,0 0-5 0,-1-11-8 16,1 11-6-16,0 0-5 0,-3-10-10 0,3 10-4 15,0 0-7-15,-3-7-4 0,3 7-7 0,0 0 1 16,0-10-5-16,0 10-9 0,3-7 1 0,-3 7 4 16,3-8-11-16,-3 8 1 0,3-10-2 0,0 3-2 15,-1 3-2-15,2-5 1 0,-1 4 3 16,1-4-3-16,-2 4 6 0,1-1-3 0,-3 6 9 0,1-12-1 15,-1 12 9-15,4-7-4 0,-4 7 0 0,2-7-6 16,-2 7-4-16,0 0-8 0,0 0 0 0,0 0 5 16,0 0-7-16,0 0 0 0,0 0-1 0,8 25 4 15,-7-14 0-15,2 4-3 0,-3 4 2 16,2-2-4-16,1 4 3 0,-3-3-3 0,0 0-3 0,1 1 7 16,1-2-8-16,-1 3 5 0,0-1-2 0,3 6-2 15,-1-1 1-15,-1-5 0 0,-1-1-4 0,4-2 3 16,-5 2-17-16,2-7-20 0,-1 6-23 0,-1-5-21 15,-1-1-45-15,1-1-44 0,-2-3-52 16,-3 1-125-16,4-1-368 0,1-7 163 0</inkml:trace>
  <inkml:trace contextRef="#ctx0" brushRef="#br0" timeOffset="-13892.81">17832 15987 8 0,'0'0'121'0,"8"-6"3"0,0 4-23 16,1-4-6-16,1 3-12 0,4 0-7 0,3-2-6 15,0 0-10-15,2 1-6 0,0 0-24 0,0-2 9 16,-3 2-18-16,2-1 2 0,-2-1-5 16,-2 2-3-16,-2-2-1 0,0 0-5 0,-1-1 2 0,-2 0 8 15,-3-1-19-15,0-1 11 0,-1 0-4 0,0-1 13 16,-2 1 2-16,-3-1 5 0,1-1 1 15,-2 3 9-15,-1-1 3 0,1-2-6 0,0 2 8 0,1 9 8 16,-4-14-2-16,1 8 8 0,-2 1-2 0,5 5 7 16,-5-9-1-16,5 9-7 0,-4-5-10 0,4 5-4 15,0 0 6-15,0 0 1 0,0 0 9 0,-7 20-1 16,4-8 0-16,3 3 1 0,0 4-7 0,0 0-2 16,0 7-4-16,1 0-4 0,1-1-6 0,-1-5 2 15,3 4-5-15,0-5 1 0,-2 5-4 0,3 4-5 16,-2-8-18-16,3 6-31 0,-3-7-39 0,1 0-32 15,1 0-51-15,0-4-44 0,-1 0-114 0,0-4-333 16,1-2 148-16</inkml:trace>
  <inkml:trace contextRef="#ctx0" brushRef="#br0" timeOffset="-13213.6">18349 15870 91 0,'-14'1'216'0,"1"0"-19"0,-1 3-16 16,1 1-7-16,-1 4-12 0,0 1-15 0,1 3-10 15,2-1-14-15,2 2-10 0,4-2-14 0,1 4-6 16,0-6-13-16,4 3-4 0,0-3-6 0,2 1-5 16,2-2-6-16,1-1-8 0,1 2-3 0,1-4-6 15,5 1 0-15,-3-4-9 0,1 0-7 0,1-3 5 16,1 0-3-16,1-3-1 0,-3 1-3 0,2-2-2 15,-1-1 5-15,-2-3 9 0,0 2-10 0,0-2-2 16,-2-2-1-16,-1 1-1 0,-1-1-4 0,-1-1 1 16,-1 0-2-16,0 0-3 0,-1 1 5 0,0-1-7 15,-2-1 1-15,1 2-5 0,-1 0-1 0,0 3 7 16,0 7-4-16,0-11 3 0,0 11 1 0,0-9-1 16,0 9-6-16,0 0-3 0,0 0-1 0,0 0-2 15,0 0-1-15,0 0 1 0,0 0-2 0,0 0 5 16,10 26-4-16,-6-18 0 0,1 7 2 0,-1-4 0 15,-1 1 4-15,3-1-5 0,0 3-2 16,-2-4 1-16,5-1 2 0,0 1-1 0,0-2 4 0,0-1-1 16,1 1 2-16,0-2-4 0,-2-2 7 15,0-2-8-15,3 1 6 0,-3-2 1 0,1-1 0 0,2-1 1 16,-2-1-3-16,0 0-1 0,-1 0 4 0,-2-4-1 16,-1 2-4-16,-1-2 4 0,-2-2-3 0,0 1 1 15,-2-2-1-15,0 9-2 0,-5-18 0 16,0 6-1-16,2 2-1 0,-4-2-2 0,4 1 2 15,-3 1 1-15,-1-5 0 0,2 5-2 0,0 1-3 0,4-1-6 16,-3 2 0-16,4 8 0 0,-2-12-5 16,0 6 0-16,2 6-6 0,2-11 2 0,-2 11 2 15,6-9-3-15,-2 6 5 0,3-1 1 0,1 1-1 0,2 1 0 16,2 1 2-16,-2 1 1 0,1 1 0 16,1-1 2-16,-2 3 0 0,2-1 0 0,-3 2 2 0,-3-1 0 15,3 3 1-15,-3-2-2 0,1 3 0 16,-2 0 1-16,-1 1 4 0,2 1 2 0,-3 0-3 15,0 1 2-15,-1 1-1 0,-1-1 1 0,1-1 1 16,-2 1 1-16,3 1-2 0,-2-2-1 0,1 2 8 16,-4-3-5-16,5 3-9 0,-3-5-23 0,3 2-14 15,-3-8-33-15,5 17-30 0,-3-11-29 0,-2-6-34 16,5 9-25-16,0-6-116 0,-5-3-340 0,0 0 151 16</inkml:trace>
  <inkml:trace contextRef="#ctx0" brushRef="#br0" timeOffset="-12972.32">18847 15663 93 0,'-1'-6'205'0,"1"6"-19"0,-3-9-19 16,3 9-13-16,0 0-10 0,0 0 7 15,0 0-9-15,0 0-8 0,0 0-8 0,7 35 2 0,-5-17-7 16,1 1-3-16,1 5-4 0,-3 1-17 0,0-1-7 15,3 1-10-15,-3-5-8 0,-1 3-7 0,-1-4 4 16,1 0-14-16,0 2-7 0,0-4-15 16,0 0-21-16,0-3-24 0,1 2-23 0,-1-6-37 15,-1 4-45-15,0-4-46 0,-2 0-40 0,2 1-131 16,1-11-361-16,-5 11 159 0</inkml:trace>
  <inkml:trace contextRef="#ctx0" brushRef="#br0" timeOffset="-12794.57">18774 15875 22 0,'0'0'180'15,"0"0"-11"-15,0 0-16 0,0-9-13 0,0 9-20 16,0 0-3-16,11-6-16 0,-5 5-11 0,4-2-17 16,2 1-19-16,-2 1-25 0,3-2-25 0,-1 1-17 15,6-2-17-15,-1 1-36 0,-2 0-14 0,2-1-16 16,1 0-66-16,-3-2-174 0,-1 1 77 0</inkml:trace>
  <inkml:trace contextRef="#ctx0" brushRef="#br0" timeOffset="-12605.96">19023 15779 345 0,'8'-10'-33'0,"-1"0"8"0,-1-1 16 0,-1 0 7 16,-2 0 17-16,-1 0 9 0,-1-1 14 0,-1 0 7 15,0 0 3-15,0 12 14 0,-2-22 17 0,2 13 16 16,-1 1 13-16,1 8 8 0,-3-11-5 0,3 11-7 16,-4-8-15-16,4 8-1 0,0 0 10 0,0 0 9 15,0 0 6-15,-1 30 0 0,0-11 1 16,1 2-4-16,-1 4-11 0,-2 0-6 0,3 4-14 0,-3-1-3 15,1-2-7-15,-1 0-8 0,2-3-6 0,-2 2-4 16,2-7-16-16,1 7-22 0,0-7-34 0,0 0-27 16,1-3-41-16,1-2-40 0,0 0-39 0,1 0-43 15,-2-1-109-15,-1-12-347 0,7 11 154 0</inkml:trace>
  <inkml:trace contextRef="#ctx0" brushRef="#br0" timeOffset="-11914.85">19102 15995 16 0,'0'0'195'0,"0"0"-1"0,0 0-6 0,0 0-8 15,0 0-11-15,0 0-13 0,0 0-6 0,0 0-12 0,11-10-13 16,-5 8-11-16,1-5-8 0,2 1-7 16,1 1-5-16,-1-2-5 0,0 2-2 0,0-1-11 15,0-2-3-15,-2-2-5 0,1 2-11 0,1 0-5 16,-3 0-3-16,0-3-6 0,-4 1-2 0,2-1-8 15,-1 0 2-15,-3 1-6 0,0-1-2 0,0 2-2 16,0-1 3-16,0 10-7 0,-4-13 1 0,2 8-3 16,2 5 1-16,-2-7-6 0,2 7-3 0,0 0-6 15,-9-2 3-15,9 2-5 0,-12 10 1 0,7 0 1 16,-4 2-1-16,2-1-2 0,-1 3 4 0,0 0-4 16,3-3 2-16,3 2-2 0,0-3 1 0,1 2 0 15,2-2-1-15,2 0 3 0,-1-1 1 0,2-2-5 16,3 1 5-16,2-2-1 0,2-1 3 0,1-2-1 15,2-1 1-15,-1-2-4 0,6 0 3 0,-4-2-2 16,3-1 2-16,0-1-3 0,-2 0 3 0,-4-1-2 16,2 0 1-16,-5-1-3 0,2 0 3 15,-3-2-3-15,0 1 5 0,0 0-5 0,0-3-1 0,-1 0 1 16,-2 0-1-16,-3 0 3 0,1-2-3 16,0 2-2-16,-2-2 2 0,0 1-4 0,2 2 2 0,-3 1 0 15,0 8 2-15,1-11-2 0,-1 11 1 0,1-10-5 16,-1 10-1-16,3-8-4 0,-3 8 2 0,0 0 7 15,0 0-5-15,0 0 1 0,0 0 3 0,0 0 1 16,5 29 3-16,-1-20-2 0,-2-4 2 16,1 2-4-16,3 0 1 0,-1 0 4 0,3-2 4 15,0 0 0-15,2-2 0 0,3 1 0 0,-2-4 0 0,3-2-1 16,5 0 3-16,-1-3-5 0,-2 2 5 16,-2-2-4-16,1-2 3 0,-2 0-4 0,-3 0 1 0,0 2 2 15,2-4-4-15,-5 3 5 0,1-3-5 16,0 0 1-16,-1 1-4 0,0-1 2 0,-2 3-1 15,-1 1 1-15,0 0-1 0,-4 5-1 0,6-6-3 16,-6 6 4-16,5-3-8 0,-5 3 4 0,0 0 10 16,0 0 10-16,0 0 3 0,4 19 10 0,-5-4 9 15,-2 3 0-15,-2 0 8 0,3 6-7 0,-4 4-1 0,2-3-4 16,-1 2-4-16,0 0-2 0,3-3-6 16,2 6-22-16,-5-2-25 0,2 4-29 0,1-5-21 15,-1 1-23-15,-2 0-32 0,2-2-57 0,-1-1-36 16,-2 0-55-16,-4 2-140 0,0-4-450 0,-2 4 200 15</inkml:trace>
  <inkml:trace contextRef="#ctx0" brushRef="#br0" timeOffset="-10609.79">16604 16422 2 0,'0'0'102'0,"0"0"18"0,0 0-16 0,0 0 3 16,0 0 1-16,4 38 3 0,0-21 6 0,-3 1-12 15,4 11 10-15,0 0-10 0,-2 2-4 0,0 1-1 16,-2 1-3-16,1 4-1 0,0 10-3 0,-1-1-2 0,-1-10-3 15,1 11-4-15,-2-11-8 0,0 0 26 16,1 10-6-16,1-13-10 0,-2-2-4 0,1 1-8 16,4 0-7-16,-3-5-2 0,1 1-6 0,2-2-5 15,-4-7-6-15,5-4-5 0,-2 3 0 0,-1-5-16 16,0-1 9-16,0-1-3 0,0 0-4 0,-1-1-1 16,1-3-5-16,0-1-2 0,-2-6 3 0,1 10-4 15,0-6 0-15,-1-4-3 0,0 0 0 0,0 9 4 16,0-9-3-16,0 0 6 0,0 0-9 0,0 0 16 15,0 0-8-15,3 5 1 0,-3-5 2 0,0 0 0 16,0 0-4-16,0 0-8 0,0 0 4 0,0 0-4 16,0 0 0-16,0 0 2 0,0 0-5 0,0 0-2 15,15-15 0-15,-15 15 0 0,4-8-2 0,-4 8-4 16,5-11 4-16,-5 11-3 0,4-11 2 0,-4 11-1 16,1-11-8-16,-1 11 4 0,4-9-4 0,-4 9 3 15,1-11-6-15,-1 11 0 0,0 0 2 16,4-9 7-16,-4 9-9 0,0 0 5 0,0 0-8 0,0 0 7 15,4-10-13-15,-4 10 7 0,0 0 0 16,0 0 5-16,0 0-4 0,11-4 0 0,-11 4 1 16,13-1-7-16,0 0 8 0,0 2 6 0,-1-2-6 0,5 2-1 15,2-1 7-15,2 0-5 0,7 0 4 0,1-1-3 16,6 0 3-16,-1-1 2 0,3 0-2 0,2-2 7 16,-2 0-7-16,4 1 3 0,-3 0-5 15,13-1 1-15,-15 2 3 0,-2 0-2 0,1-1 3 16,-2 1-1-16,-2 2-2 0,-10-3-2 0,1 4 7 15,-1-1-5-15,-2 0 2 0,-6 0 2 0,-1 2-2 16,0-2 1-16,-12 0-4 0,15 0 4 0,-15 0-2 16,14 0 0-16,-14 0 2 0,0 0-1 0,11 0 3 15,-11 0 0-15,0 0 0 0,0 0-2 0,0 0-3 16,0 0 10-16,0 0-10 0,0 0 3 0,0 0 1 16,0 0-1-16,-26 20 0 0,22-17-2 0,-1 2 1 15,-1 1 2-15,-1-1-3 0,0 4 3 0,0 0 0 16,1 2 1-16,-1-1-7 0,0 4 3 0,-3 0 4 15,4-4-2-15,-1 1 0 0,3-1 1 0,-4 0-6 16,5-1-9-16,-1 1-24 0,0-2-25 0,1 3-28 16,3-11-36-16,-6 17-42 0,4-10-53 0,2-7-231 15,-2 11-487-15,2-11 215 0</inkml:trace>
  <inkml:trace contextRef="#ctx0" brushRef="#br0" timeOffset="-10403.1">17463 17115 130 0,'-11'-22'191'0,"-5"0"-8"0,5 5 8 16,-7-4-15-16,4 5-10 0,-5-4-14 15,5 6 6-15,-3 4-2 0,2-2-20 0,-2 0-1 16,3 6 4-16,0-2-16 0,5 2-14 0,9 6-8 16,-18-7-5-16,18 7-15 0,-11-7-10 0,11 7-17 15,0 0-20-15,-12-4-9 0,12 4-19 0,0 0-16 16,0 0-35-16,0 0-45 0,0 0-43 0,26 22-43 15,-11-14-185-15,0 0-389 0,5 0 173 0</inkml:trace>
  <inkml:trace contextRef="#ctx0" brushRef="#br0" timeOffset="-9449.35">17903 16935 154 0,'-8'-4'217'0,"8"4"-9"0,-24-1-13 0,24 1-10 16,-22 4-11-16,11 1-11 0,0 1-15 0,4 1-2 15,-2 4-1-15,2 5-7 0,2 2-5 0,-1 6-5 16,3 2-7-16,1-1-11 0,-3 2-9 16,2-2-11-16,2 0-13 0,3-1-3 0,0-7-1 15,1 2-13-15,0-2-6 0,1-1-6 0,-2-4-6 16,2-1 0-16,4 3 6 0,-2-6-17 0,4 0 1 15,-1-1-3-15,2-2-5 0,0 0 2 0,2-2-11 0,1-1-5 16,-1-2-7-16,6-2-3 0,-2-2-1 16,0 0-3-16,-1-1-2 0,-1-4-1 0,-1-1-6 15,-2 2 8-15,1-5-6 0,-3-1 7 0,1 3-2 16,-2-5 4-16,-5 4 1 0,-1 1-7 0,-2-2 2 16,0 1 6-16,-1 0 3 0,-1 0-7 0,1 12 4 15,1-19 4-15,-1 11-3 0,0 8 1 0,0 0-5 16,-2-11 3-16,2 11-3 0,0 0 6 0,0 0 2 15,0 0 7-15,0 0-4 0,0 0 3 0,-2 37-2 16,1-25 3-16,4 1-2 0,-2-1-4 16,2 0 4-16,-1 0-3 0,4 0 1 0,-1-2-1 0,4 4 2 15,0-5-6-15,3 0 8 0,-1-2-1 0,2-2-4 16,0 0 4-16,5-2-6 0,-5 0 2 0,3-3 3 16,0-2-4-16,-4 1 4 0,2-3-1 0,-3 0 0 15,-1 2 11-15,0-4-9 0,-4 3-1 0,-6 3 4 16,11-8 3-16,-9 1-9 0,-2 7 0 0,0 0-2 15,0-18 1-15,0 18-5 0,-9-16-4 16,0 7 1-16,-2-4-5 0,-3 3-4 0,-2-2 0 16,-1 1-6-16,-1 2 4 0,4-1 6 0,3 3-2 15,0 2 4-15,2-2-5 0,2 4 6 0,7 3-2 16,-13-6-5-16,13 6 0 0,-8-7 0 0,8 7 5 16,0 0-5-16,0 0 8 0,0 0-3 0,0 0 5 15,0 0-8-15,-12 10-3 0,12-10 4 0,0 0-7 16,0 0 7-16,0 0-4 0,20 14 3 0,-9-13 0 15,-11-1-1-15,28-2 3 0,-11-1-1 0,2-2 0 16,0-1 0-16,0-1-2 0,2-2 0 0,3 1 3 16,-6-2-2-16,-2 2-2 0,0-2 2 0,0 1 6 15,-3-4-7-15,0 3 5 0,0 0 1 0,-3-3-3 16,3 0 5-16,-8 4-1 0,0-4 0 0,-2 3 0 16,-2-4-3-16,-1 14 6 0,-1-29-2 15,-1 13 2-15,1 1 2 0,-2-4-4 0,2 3 1 16,-2 1 2-16,2-2-5 0,-3 1 2 0,1 4 0 0,0-1 5 15,3 13-4-15,-4-21 1 0,4 21 12 16,-4-16 3-16,4 16-3 0,-2-11 8 0,2 11-12 16,-3-9-1-16,3 9 1 0,0 0 1 0,0 0 2 0,0 0 0 15,0 0-2-15,0 0 5 0,11 38 5 0,-8-20 3 16,0 8 7-16,1 0 6 0,-2 0 4 0,1 2 2 16,-1 1 7-16,1-3-1 0,-2 4-4 0,1-3 0 15,-1 0-9-15,3 1-1 0,-3-4 1 16,2-5-3-16,2 0 1 0,-2 0-9 0,2-2-1 15,1-1 4-15,-3 0-1 0,0-6-4 0,2 0 1 16,-1-2-5-16,1 0-2 0,1 0-1 0,0-2 3 16,0-2-5-16,-6-4-6 0,10 7-22 0,-1-6-23 15,-9-1-18-15,16 4-29 0,-8-2-22 0,-8-2-29 16,0 0-23-16,0 0-36 0,25-6-26 0,-25 6-55 16,11-6-167-16,-11 6-480 0,7-16 213 0</inkml:trace>
  <inkml:trace contextRef="#ctx0" brushRef="#br0" timeOffset="-9195.66">18639 16741 72 0,'-3'-16'223'0,"3"16"-14"16,0 0-18-16,0 0-14 0,0 0-1 15,0 0 0-15,0 0 0 0,0 0-10 0,0 0-10 16,-1 64-9-16,4-35-9 0,-1 2 1 0,0 3-13 15,0-4-4-15,-2 2-12 0,1 2-3 0,-2-2-16 16,1 1-8-16,-2-3-5 0,2-1-11 0,-4 1-6 16,4-3-6-16,0 0-7 0,-3-2-3 0,1-6-22 15,-1 1-29-15,3-2-18 0,-7-1-25 0,7-1-30 16,-1-5-29-16,1-11-28 0,-1 21-28 0,0-12-33 16,1-9-25-16,-2 12-142 0,2-12-392 0,0 0 174 15</inkml:trace>
  <inkml:trace contextRef="#ctx0" brushRef="#br0" timeOffset="-8965.06">18611 16986 58 0,'7'-10'183'0,"-7"10"-5"0,8-11-9 16,-8 11-11-16,13-4-1 0,-13 4-17 0,13-4-12 15,-13 4-12-15,0 0-10 0,20 5-9 16,-20-5-12-16,13 8-8 0,-13-8-6 0,8 10-4 15,-8-10-8-15,5 13-2 0,-5-4-4 0,0-9-8 16,-8 20 0-16,3-9-2 0,-3-1-10 0,2 0-10 16,-3-2-22-16,1 2-22 0,-2-2-31 0,4 0-19 15,6-8-30-15,-13 11-9 0,13-11-32 0,-9 9-12 16,9-9-96-16,0 0-270 0,-8 11 119 0</inkml:trace>
  <inkml:trace contextRef="#ctx0" brushRef="#br0" timeOffset="-8233.59">18642 17131 140 0,'0'0'14'0,"17"-1"18"0,-17 1 4 15,0 0 13-15,18-3 3 0,-18 3 17 0,18-2 6 16,-18 2-5-16,22-6 12 0,-12 2 8 0,-1 1 11 16,-9 3-8-16,22-11 0 0,-11 7-11 0,1-2 7 15,-1-1 5-15,1 0-1 0,-2-1-9 0,2 0 1 16,3-1-1-16,-4-2 1 0,1 4 4 0,-5-2-2 16,2-3-3-16,-1 2-2 0,0 1-5 15,-3 1 0-15,-5 8 4 0,8-19 2 0,-5 10-7 16,-3 9-5-16,4-15-3 0,-4 15-3 0,2-14 3 15,-2 14 3-15,0 0-4 0,2-13 1 0,-2 13-17 0,0 0-4 16,0 0-7-16,1-12-11 0,-1 12-3 0,0 0 0 16,0 0-4-16,0 0-1 0,0 0 1 15,0 0-2-15,-5 44-3 0,4-30-4 0,2 1 7 16,-1-3-11-16,0 1 9 0,2-3-11 0,-2 0 3 16,2 2 4-16,1-5-5 0,-3-7 0 0,10 12-2 15,-4-5 4-15,2-5-2 0,3 2-2 0,-11-4 5 16,22-1-4-16,-8-1-3 0,-2-1 9 0,2-2-8 15,0-3 1-15,1-1-3 0,-5 1 4 0,2-3-2 16,1-2 1-16,-3-1-5 0,-4 3 1 16,1-4 2-16,0-3-3 0,-2 3 3 0,-2-5 2 0,0-6-2 15,-1 2-1-15,-2 8-3 0,0-5-1 0,-1 2-1 16,-2-7 2-16,3 6-1 0,-1 0 2 0,0 4 0 16,-2 0-4-16,1 6 1 0,2 10 2 0,-2-16-1 15,2 8-5-15,0 8-3 0,0 0 2 0,0 0 0 16,0 0-3-16,0 0 7 0,0 0 1 0,0 0 3 15,0 51 15-15,0-24-8 0,-2 0 3 0,2 5 2 16,-3-5-3-16,3 4 0 0,0-4 9 0,0-6-13 16,-1-2 2-16,1 1 2 0,1-4-2 15,2-3 1-15,-1-2-2 0,1-2 4 0,-1 1-5 16,-2-10 7-16,9 13-4 0,-5-8-2 0,-4-5 5 16,12 4-1-16,-12-4 1 0,16 0-10 0,-16 0 8 15,19-7-1-15,-10 0 0 0,0 2 1 0,0-6-5 16,-2 3 1-16,2-6-1 0,-2-1-1 0,1-2 2 15,-2-2-3-15,0 3 3 0,-4-4-1 0,1 1-4 16,1-7 2-16,-3 6-6 0,-1-3-5 0,2-2 8 16,-2 0-12-16,0 7 4 0,-1 0-2 0,2 6 10 15,-1 12-5-15,-1-23-2 0,1 23-6 0,1-13 8 16,-1 13-9-16,0 0 0 0,0 0 0 0,0 0 7 16,0 0 4-16,0 0 11 0,0 0 4 0,5 61 3 15,-5-34 2-15,-1-1 2 0,1 1 0 0,-2-1-11 16,0-2 10-16,2-5-6 0,0 7-4 0,0-8 5 15,2-1-2-15,1-1-3 0,-1-4-9 0,0-1-25 16,1-1-17-16,1-1-22 0,-1 1-30 0,-3-10-36 16,7 11-42-16,-7-11-51 0,9 9-48 15,-9-9-203-15,0 0-512 0,0 0 228 0</inkml:trace>
  <inkml:trace contextRef="#ctx0" brushRef="#br0" timeOffset="-8015.71">19474 16524 45 0,'0'0'222'0,"0"0"-10"0,0 0-13 0,0 0-14 15,0 0-21-15,0 0-17 0,0 0-12 0,-11 27-16 16,6-20-9-16,5-7-10 0,-5 15-28 0,5-15-37 15,-8 17-44-15,8-17-61 0,-5 16-60 0,5-16-126 16,-2 15-278-16,2-15 123 0</inkml:trace>
  <inkml:trace contextRef="#ctx0" brushRef="#br0" timeOffset="-7621.48">19454 16994 70 0,'-5'8'208'0,"5"-8"-7"0,0 0-8 16,0 0-1-16,0 0-10 0,0 0-11 0,0 0-14 15,0 0-13-15,23-3-8 0,-23 3-9 0,23-18-9 16,-13 10-8-16,4-7-9 0,-3 1-8 0,1-4-5 16,1-4-14-16,-1-1-3 0,-2 7-5 15,0-10-11-15,0 3-5 0,-3 4-4 0,-3-1-7 16,1 3 0-16,-3-2-5 0,1 8-5 0,-1 0 4 15,0 0-3-15,-2 11-4 0,1-11-1 0,-1 11-8 0,0 0-1 16,1-11-4-16,-1 11 2 0,0 0-5 16,0 0-1-16,-19 20 0 0,11-9-1 0,1 5-1 15,2-1 1-15,1-1-4 0,-1 4 1 0,3 1-2 0,-1-3-2 16,6 3 3-16,0-2-3 0,-2-2 1 16,2-4-3-16,-1 2 1 0,3 1 3 0,-1-2-2 15,-1-1-2-15,-1 0 6 0,1-2-6 0,1 2 4 16,-2 0 1-16,0-1 0 0,-2 0-2 0,0-10 7 15,-2 22-20-15,-3-11-7 0,-2 1-19 0,0-3-12 16,-1 1-30-16,-2-1-27 0,1 1-31 0,2-2-47 16,-2 0-217-16,-1-2-436 0,10-6 193 0</inkml:trace>
  <inkml:trace contextRef="#ctx0" brushRef="#br0" timeOffset="-7466.67">19753 16887 2 0,'0'0'230'0,"0"0"-12"0,7-7-16 16,-7 7-24-16,0 0-19 0,0 0-28 0,0 0-44 15,0 0-43-15,0 0-62 0,0 0-80 0,0 0-92 16,0 0-204-16,0 0 90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7:15:23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28659 8961 7 0,'0'0'124'0,"0"0"-2"0,0 0-15 0,0 0-11 15,0 0-12-15,0 0-4 0,0 0-8 0,0 0-5 16,0 0-4-16,-11 0-11 0,11 0 1 0,0 0 0 16,0 0 14-16,3 14-5 0,-3-14 2 0,0 0-13 15,2 11 7-15,-2-11 3 0,0 0-5 0,-1 10 12 16,1-10-7-16,-3 5 5 0,3-5 0 0,0 0-6 15,0 0 1-15,0 0-1 0,0 0-1 0,0 0 0 16,0 0-3-16,2 10-4 0,-2-10-1 0,0 0-5 0,0 0-6 16,0 0-1-16,0 0-5 0,12 0-2 15,-12 0-2-15,20-6-3 0,6-6-11 0,4 0-8 16,18-8-10-16,2 1-12 0,6-8-32 0,25-9-39 16,6 4-50-16,-4-5-32 0,1 4-157 0,-25 8-350 0,24-18 154 15</inkml:trace>
  <inkml:trace contextRef="#ctx0" brushRef="#br0" timeOffset="1517.81">18723 11191 4 0,'0'0'122'15,"0"0"2"-15,0 0-2 0,0 0 4 0,0 0-6 0,0 0 0 16,0 0-5-16,0 0 0 0,0 0-1 0,0 0 0 16,0 0-3-16,0 0-23 0,9 21-10 15,-6-14-7-15,-1 0-9 0,-2-7-8 0,2 10-4 16,-2-3-2-16,0 1-9 0,-2 3 1 0,2 0-4 0,0 1-5 15,-2-1-2-15,3 0-7 0,0 1 2 0,-1-1-5 16,0-2 1-16,0-3-4 0,2 0-2 16,-2-6-4-16,5 11 0 0,-5-5 3 0,0-6-3 15,2 7 4-15,-2-7 6 0,0 0-1 0,3 5 7 0,-3-5 3 16,0 0-3-16,23-13-2 0,1-1-17 0,19-12-12 16,6-5-11-16,25-17-18 0,7-6-16 0,4-4-29 15,4-1-28-15,4-3-26 0,1 2-8 0,6-5-142 16,0 4-304-16,-3 5 135 0</inkml:trace>
  <inkml:trace contextRef="#ctx0" brushRef="#br0" timeOffset="3849.51">30328 11488 67 0,'0'0'85'0,"0"0"-6"16,0 8-13-16,0-8 6 0,0 0-11 0,0 0-4 15,0 0-3-15,0 0 6 0,3 8-14 0,-3-8 8 16,0 0-1-16,0 0-1 0,0 0 10 0,0 0 0 16,0 0 1-16,0 0 2 0,0 0 0 0,1 8 5 0,-1-8 1 15,0 0-1-15,0 0-1 0,0 0-7 16,0 0-1-16,0 0-2 0,0 0-6 0,0 0-5 15,0 0 0-15,0 0-4 0,0 0-5 0,0 0-4 16,0 0-1-16,0 0-3 0,0 0-5 0,0 0 1 0,0 0-4 16,0 0-3-16,0 0-4 0,0 0-1 0,0 0-1 15,0 0-3-15,0 0-4 0,0 0 3 0,0 0-4 16,0 0-1-16,0 0 2 0,0 0-2 16,0 0 1-16,0 0-5 0,0 0 5 0,4 5-5 0,-4-5 1 15,0 0-2-15,3 5-2 0,-3-5 4 0,0 0-4 16,0 0 5-16,0 0 0 0,4 7-2 15,-4-7 8-15,0 0 7 0,0 0 8 0,0 0 10 0,4 4 4 16,-4-4 5-16,0 0-3 0,13-2-9 0,-13 2-3 16,20-4 1-16,-1-1-5 0,6-3-7 0,3 1-11 15,6-4-34-15,2 0-43 0,13-6-50 0,3-2-52 16,2 0-173-16,5 2-376 0,25-14 167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24:39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8306 9097 135 0,'-12'0'160'0,"4"-1"-2"0,8 1-9 0,-14-1-3 16,14 1-12-16,-13-2-11 0,13 2-9 0,-5-6-14 0,5 6-7 16,7-13-11-16,-1 2-17 0,7-3 2 15,13-11-8-15,12-7-3 0,0-4-2 0,10-6-4 16,24-17-2-16,1 9-2 0,6-8 0 0,5-2-5 16,5-2-5-16,3 4-1 0,11-8-2 0,5 0 7 15,5 4 0-15,11-5 6 0,8-4-3 0,7-1-1 16,8-4-6-16,4-3 9 0,9-2-5 0,10-4-1 15,1 0-4-15,9 5 0 0,4-6 0 0,9 0-6 16,10-4 19-16,-3 3-9 0,4-6 0 0,13-4-4 16,6-1-9-16,2 2-3 0,11 0 6 0,9 0-10 0,0-6-4 15,6-3 4-15,7-2-3 0,3 6 1 16,7-5-8-16,5 3 8 0,-1 2-6 0,8 2-5 16,-1-8 6-16,4 7-20 0,-2-2-4 0,2 2 9 15,2 4-4-15,-2 1-4 0,6 4 7 0,-5 1-3 0,-2 3-2 16,1 2 7-16,-8 1 5 0,-5 6-4 0,-5-1 2 15,-8 2-1-15,-8 9 2 0,-11 4 1 0,-11 2-3 16,-8 6 0-16,-12 2-2 0,-17 2 6 16,-15 4-6-16,-11 0 5 0,-3 3-3 0,-18 4 0 15,-12 4-1-15,-10 2 2 0,-18-2 0 0,-8 10 0 16,-34 9-1-16,-2-1 3 0,0 5-5 0,-7-4-1 0,-15 7-18 16,-3-1-14-16,-2 5-24 0,-11 2-29 0,-2-2-37 15,-3 2-40-15,-5 1-39 0,-4 3-157 16,-7 1-392-16,5-7 174 0</inkml:trace>
  <inkml:trace contextRef="#ctx0" brushRef="#br0" timeOffset="602.13">13578 3770 1994 0,'-54'-23'-84'0,"-2"-1"55"16,7-1 9-16,15 6 8 0,5 3 52 0,2 2-17 15,8 4 7-15,8 4-18 0,0 0-8 0,2 4-8 0,5 1-13 16,4 1 8-16,0 0-8 0,0 0 7 16,0 0 0-16,22 22 5 0,-4-5-3 0,9 2 3 15,16 8 3-15,2 5 2 0,7 3 3 0,26 14 3 16,-1-4 6-16,3 0 0 0,1 6 2 0,5-1-1 15,1 5 0-15,3-2 5 0,-3 1-1 0,7-1-3 16,2 1 6-16,7 2-1 0,-1 4 0 0,5 2 0 16,2 3-1-16,6 0 5 0,2 6 6 0,4 3 1 15,4 1 0-15,3 3-3 0,2 0-3 0,4-1-3 16,6 0-4-16,-1 2 8 0,9 5 2 0,4 4 1 16,4-1 1-16,-1 5 0 0,1-2 5 0,7-1 3 15,1-3-3-15,2 0 3 0,1 3-3 0,-2-2 1 16,4 0 7-16,-4-1 1 0,1-4-1 0,0 1-9 15,-10-4 1-15,2-2 0 0,-2-4 1 0,-5-2-2 16,-8 0-5-16,-2-1 1 0,-8 2-5 0,-9-7 1 16,-10-1 0-16,-1 1-4 0,-8-3-3 0,-3-6-4 15,-6 0-12-15,-8-4-5 0,-8-3-17 0,-8-1-11 16,-20-10-31-16,-3 0-23 0,-1 2-33 0,-4 3-36 16,-3 0-55-16,-9 4-198 0,-5-4-440 0,-17-12 195 15</inkml:trace>
  <inkml:trace contextRef="#ctx0" brushRef="#br0" timeOffset="1899.55">6129 9829 48 0,'0'0'185'15,"-7"-3"-5"-15,7 3-8 0,0 0-14 0,0 0-12 16,-6-4-7-16,6 4-21 0,0 0-13 0,0 0-10 15,0 0-12-15,0 0-7 0,-6 20-2 0,6-8 2 16,1 12-3-16,-2 3-3 0,1 7-5 0,-2 1-6 16,-3 13-6-16,4 2-8 0,-2-2-8 0,2 3 17 15,1-1 0-15,-2 0-11 0,0-6-4 0,1-9-2 16,0 1-4-16,-1-1-5 0,1-1-3 0,-1-1 2 16,-1-2-3-16,2 2-2 0,-3 0-5 0,0-8-2 15,2 0-2-15,-1 2-1 0,0-10-1 0,1 1 9 16,-1 0-1-16,-1-4-8 0,3-4-2 0,-1 1 5 15,0-3-2-15,-1-1-1 0,3-7 5 0,-2 10 6 16,2-10 2-16,-1 8 1 0,1-8 4 0,-1 7-3 16,1-7 1-16,0 0 2 0,-1 7 2 0,1-7-4 15,0 0 2-15,0 0-4 0,0 0-3 0,13 0 0 16,-13 0-6-16,17-5-3 0,-2 3 2 16,1-5 0-16,6 2-8 0,-2 2-8 0,1-4-11 0,8 0-5 15,-2 0-13-15,-1-1-14 0,3 4-19 0,-4-2-27 16,-4 2-21-16,6-3-40 0,-1 0-13 0,2 0-27 15,-1 1-21-15,-6 1-112 0,-2-1-350 0,9-3 154 16</inkml:trace>
  <inkml:trace contextRef="#ctx0" brushRef="#br0" timeOffset="2229.15">7101 10136 56 0,'-5'-10'262'0,"0"1"-26"0,0 0-14 0,1 4-5 16,-4-4-11-16,3 4-18 0,-2 0-10 0,0 2-9 15,-3-1-17-15,0-1-9 0,1 6-12 0,-1 3-9 0,-3 1-17 16,0 2-3-16,-2 7-15 0,-4 5-6 16,-2 1-2-16,2 5 0 0,1 4-6 0,-1 1-5 15,1-1-4-15,3 3-4 0,-1-2-7 0,4-1-6 16,0-4-3-16,4 1-2 0,6-6-8 0,-1-2-3 15,0 2-3-15,5-4-3 0,1-5-4 0,2 1 1 0,1-1-3 16,2-2 1-16,3 0-3 0,3 0 1 16,7-1-1-16,-2-2-10 0,9-1-9 0,5-2-9 15,2-4-9-15,-1 0-19 0,-1-2-22 0,2-3-21 16,-3-1-26-16,0-1-23 0,-3 1-23 0,1 0-30 0,-1-2-34 16,-10 4-26-16,-2 1-135 0,0-1-410 0,-6 2 181 15</inkml:trace>
  <inkml:trace contextRef="#ctx0" brushRef="#br0" timeOffset="2777.79">8182 10250 177 0,'-1'-11'256'0,"1"11"-28"0,-6-8-11 0,1 5-14 0,5 3-20 16,0 0-15-16,-22 8-14 0,12 1-2 0,-2 5-10 15,-2 3-8-15,0 6 9 0,3 2-11 0,-2 2-16 16,3 4-6-16,3-3-12 0,1 4-14 0,3-2-9 16,2-3-5-16,4 0-4 0,4-2-5 0,4-1-12 15,-1-8-2-15,5 0-5 0,1-3-1 0,5 2-5 16,5-2-4-16,-7-7 1 0,1-1-2 0,10-4-3 15,-2-3-3-15,-1-1-1 0,1-4-4 0,-3-2-1 16,-7-1-5-16,5-6-2 0,-2-1 1 0,-7 3 1 16,4-6-3-16,-11 3 0 0,-2-2-1 0,-1-4 1 15,-4 3-1-15,-2-4-3 0,-6-2 4 0,-7 2-9 16,-1-2 1-16,-7 1-3 0,-2-1 2 0,-3 4-1 16,0 0-1-16,1 2-3 0,1 4 3 0,-3 3-5 15,1 5-10-15,7 1-14 0,-2 6-25 0,4 2-26 16,-3 6-33-16,4 1-31 0,-3 7-26 0,0 8-23 15,6 4-20-15,2 2-21 0,4 3-146 0,3 2-411 16,6-1 183-16</inkml:trace>
  <inkml:trace contextRef="#ctx0" brushRef="#br0" timeOffset="3145.33">8457 10703 171 0,'17'-22'220'0,"1"-4"-3"15,0-2-5-15,0 0-13 0,-3-3-11 0,0-1-6 16,3-12-14-16,-2 11-21 0,1-13-13 0,-3 0-13 16,-3 12-9-16,3-11-10 0,-5 16-6 0,0-1-11 15,-2 1-3-15,-2 4 3 0,-1 9 0 0,-2 4 3 16,-1 1-1-16,0 3-12 0,-1 2-8 0,0 6-8 16,-2-11-13-16,2 11-3 0,0 0-12 0,0 0-1 15,-17 16 1-15,7 1-6 0,1 8-6 0,-4 2-8 16,4 1-3-16,4 0-8 0,2-3 3 0,2 2-8 15,5-8-1-15,2-1-3 0,7 5 8 0,1-3-6 0,5-1-4 16,-6-4-1-16,9 2 1 0,-5-5-2 16,5 2 3-16,-5-3-3 0,-2-3 4 0,1 2-3 15,-6-3 4-15,0 1 0 0,0 0 1 0,-2 1 0 0,-3 1 4 16,0-1-1-16,-2 1 2 0,-2 1 0 16,-2-1-1-16,-3 8-2 0,-4-1-1 0,-1-1-9 0,-7 4-13 15,-5 2-9-15,-2 4-13 0,-4-2-23 0,-3-4-29 16,2 3-23-16,2-6-47 0,6 2-50 0,-1-4-151 15,7-7-402-15,7-3 178 0</inkml:trace>
  <inkml:trace contextRef="#ctx0" brushRef="#br0" timeOffset="3620.28">8933 10305 193 0,'-8'-10'249'16,"2"2"-13"-16,-2-2-13 0,0 4-6 0,2 2-18 15,-2 1-17-15,-2 1-15 0,10 2-20 0,-17 9-13 16,10-2-9-16,-3 9-16 0,-5 5-8 0,2 5 10 16,2 1-13-16,2 2-5 0,2 0-12 0,3 0-10 15,3-3-6-15,1-2-5 0,2 1-4 0,3-6-9 16,3-3-5-16,-2-2-2 0,5 1-5 0,1-2-4 15,0-1-6-15,4-2-3 0,0-3-9 0,3-4-4 16,0-1-4-16,1-4-6 0,-2 0 0 0,2-3-3 16,-1-3-2-16,-3-1 1 0,2 1 0 0,-2-4 3 15,0 0 0-15,-2-2 1 0,-1-2 0 0,-4 0 2 16,0-2-1-16,-2 0 0 0,-1-1-1 0,0-5 1 16,-5-1 6-16,1 6 1 0,-2 1 0 0,-3-1 10 15,2 2-4-15,-2 2 3 0,1 3 6 0,2 3 12 16,-2 2-9-16,2 7 0 0,-5-10-8 0,5 10-3 15,0-8-5-15,0 8-3 0,0 0 0 0,0 0 6 16,0 0-5-16,0 0-4 0,1 38 3 0,1-19-1 16,-1 2 2-16,2 5-6 0,-1-2 2 0,-1-5 1 15,3 0-3-15,0-1 2 0,0 0-1 0,5-2 2 16,-1-1-2-16,1-2 2 0,3-1-16 0,1-1-11 16,1-3-12-16,2-2-24 0,1 0-38 0,1-4-42 15,3-2-56-15,-3-2-59 0,-4 1-185 0,4-7-475 0,-1 0 209 16</inkml:trace>
  <inkml:trace contextRef="#ctx0" brushRef="#br0" timeOffset="3812.43">9027 10061 92 0,'-7'-7'209'15,"3"2"-21"-15,0 1-24 0,4 4-27 0,-6-6-25 0,6 6-12 16,0 0-20-16,0 0-29 0,0 0-25 0,25 7-31 16,-11-4-45-16,5 3-37 0,10 0-83 0,-1-2-184 15,1 0 82-15</inkml:trace>
  <inkml:trace contextRef="#ctx0" brushRef="#br0" timeOffset="4031.35">9411 10033 48 0,'-4'-9'219'0,"4"9"6"0,-5-11-8 0,2 5-2 16,3 6 0-16,-4-7-7 0,4 7-14 0,-5-7-21 16,5 7-21-16,0 0-19 0,0 0-13 0,0 0-11 15,0 0 0-15,0 0-7 0,9 33-7 16,-4-5-7-16,-3 3-7 0,3 4-7 0,-2 10-5 16,-1 4-3-16,0-5-6 0,-2-8-9 0,2-1-3 0,1 0-8 15,-1 0-3-15,0-5-5 0,1 0-20 0,0-1-14 16,-1-1-21-16,3-3-20 0,-4-7-31 0,2 0-31 15,-2-5-51-15,4 2-38 0,-2-3-45 16,1 0-154-16,-4-12-426 0,2 12 189 0</inkml:trace>
  <inkml:trace contextRef="#ctx0" brushRef="#br0" timeOffset="4237.1">9582 10107 108 0,'-1'-18'274'0,"-1"4"-12"15,0 4-11-15,2 1-23 0,0 9-22 0,-3-8-26 16,3 8-15-16,0 0-18 0,0 0 0 0,0 0-4 16,12 35-9-16,-7-8-8 0,2 5-8 0,0 14-10 15,-3-10-11-15,-2 11-12 0,2-11-6 0,4 8-6 16,-6-11-11-16,-2 1-20 0,4-5-29 0,-3 2-30 16,3-4-25-16,0 0-64 0,0-4-60 0,3-4-55 15,-2-3-195-15,3 1-451 0,1-5 199 0</inkml:trace>
  <inkml:trace contextRef="#ctx0" brushRef="#br0" timeOffset="4627.12">9982 10223 208 0,'-13'-1'259'0,"-1"2"-11"0,-4 4-14 16,2 3-9-16,-1 5-15 0,-2 3-5 0,-1 6-16 15,4 1-14-15,1 0-20 0,2 2-13 0,3 0-16 0,2-1-13 16,3-5-8-16,5-3-10 0,1 1-12 16,2-4-3-16,1-2-14 0,2 0-11 0,0-1-11 15,3 0-8-15,2-3-15 0,1-2-9 0,1-2-2 16,1 0-4-16,3-3-6 0,-3-2-2 0,-3 0 0 16,3-2 4-16,-2-1-5 0,-4-1 6 0,-1-2-4 0,1-1 2 15,-2-2-1-15,1-3 2 0,-3 1-2 16,-2-3 0-16,1 1-1 0,-2-2 2 0,-1 1-2 15,0 1 2-15,0 3-1 0,0 0 1 0,0 3 0 16,-1-1 9-16,1 10-4 0,0-10-7 0,0 10 0 0,0 0 2 16,0 0-1-16,0 0 9 0,0 0 8 15,0 0 5-15,9 32 5 0,-8-15-6 0,3 2-3 16,-3 0 1-16,3 0-3 0,0 5 1 0,1-5-5 16,-3 0-15-16,2-3-22 0,1 3-29 0,-2-2-23 0,3-1-34 15,2 0-43-15,-2-6-50 0,7 2-48 0,-7-2-152 16,3-5-435-16,0 0 192 0</inkml:trace>
  <inkml:trace contextRef="#ctx0" brushRef="#br0" timeOffset="4864.75">10263 10022 242 0,'-2'-18'271'0,"0"7"-7"16,2 0-19-16,-1 5-26 0,1 6-26 0,0 0-22 0,0 0-15 15,0 0 4-15,0 0 2 0,9 34-2 0,-6-5-4 16,2 6-3-16,-2 13-10 0,-1 1-6 0,-2 3-19 16,0 2-8-16,-2-2-13 0,-3-6-4 0,4-1-13 15,-1-14-3-15,-1-1-13 0,1 3-11 0,0-5-18 16,4-3-29-16,-2-6-21 0,0-1-33 0,0 0-25 16,0-1-34-16,1-2-53 0,0-7-50 0,0-1-53 15,-1 1-186-15,0-8-485 0,0 0 215 0</inkml:trace>
  <inkml:trace contextRef="#ctx0" brushRef="#br0" timeOffset="5254.18">10112 10343 4 0,'-1'-6'223'0,"1"6"-25"0,-1-11-18 0,1 11-17 15,2-11-8-15,5 8-6 0,-1-2-10 0,3 1-6 16,3 0-15-16,5-1-9 0,0-1-14 0,-5 6-9 15,7-3-3-15,-1 3-13 0,-3 1-9 0,2-1-5 16,-3 2-2-16,2 4-10 0,1 0-3 0,-6 4-5 16,1 4 4-16,-3-5 0 0,0 8 4 0,-1 0 3 15,-3 2-2-15,1 0 4 0,-1-1-8 0,-1 1-2 16,0 0-5-16,1-2-3 0,5-1 0 0,-1-3-3 16,0 1-2-16,-1-6-1 0,3-1-1 0,-1 0-3 15,7 0-1-15,0-5-4 0,-3-1 0 0,2-3 2 16,3-3-4-16,-3 0 1 0,0-3-3 0,1-3 3 15,-2 0-4-15,-2-3 1 0,0 0 1 0,-2 0 2 16,1-9 8-16,-6 7 10 0,-3 0 4 0,-5-2 0 16,2 0-4-16,-3-2-1 0,-6 1 1 0,-4-3-5 15,-2 1-4-15,-2 1-4 0,-1 8-4 0,-4-2 1 16,-3 4-4-16,-2 2-8 0,5 4-12 0,1 4-12 16,0 0-12-16,-6 5-15 0,8 2-22 0,2 3-26 15,1 1-31-15,2 5-39 0,2 1-29 0,2 4-47 16,4 5-145-16,-2-2-415 0,7 2 184 0</inkml:trace>
  <inkml:trace contextRef="#ctx0" brushRef="#br0" timeOffset="5953.03">10509 10662 78 0,'7'-7'215'0,"1"0"2"0,-2-2-7 0,2-1-4 15,5-2-10-15,-4 0-12 0,0-3-10 0,2 2-6 16,1-2-14-16,-2 0-12 0,0 0-13 0,0-3-9 15,2-4-11-15,0-1-7 0,-4 5-10 0,1-6-8 16,-2 0-7-16,0-1-5 0,-4-2-5 0,-2 3-8 16,-2 0-3-16,-3-1-8 0,0 6-6 0,-3 3-2 15,-1 1-7-15,3 3 4 0,-6 0-6 0,-1 2-3 16,4 1 0-16,-1 1-5 0,-2 4-4 0,2-1-4 16,2 1-1-16,0 1 0 0,7 3-6 0,-11-2-5 15,11 2 3-15,0 0 0 0,0 0-4 0,0 0 3 16,0 0-1-16,0 0 0 0,0 0 0 0,16 19 3 15,-4-14-1-15,1-1-1 0,8-3 7 0,-1 1-5 0,8-2-3 16,0 1-3-16,-7-1 4 0,2-1-1 0,-4 1-4 16,0 2 5-16,-1 0-4 0,-6 1-1 0,0 0 3 15,-1 2-2-15,-1 1-1 0,1 2-3 0,-3 1 1 16,0 5 3-16,-4 3 16 0,-3 0 9 16,-4 2-2-16,6 5 1 0,-3 0-1 0,-1-5 0 0,-2 5 1 15,0-6-4-15,3 1 3 0,0-2-7 0,0 1 6 16,0-1-2-16,0-6-8 0,3 0 3 0,-2-1 0 15,2 0-5-15,-1-1 1 0,2-2 5 0,0-3-7 16,1 0 9-16,1-2-8 0,2 0-1 0,5-4 4 16,-2 1-7-16,8-6 4 0,0 0-2 0,0-2 0 15,-4 0 2-15,2-2 3 0,-3-2-6 0,2 0-2 16,1-8 16-16,-1 1-19 0,0-3 0 0,-2-4 6 16,-3 1-7-16,2-3-4 0,-8 1-1 0,6 1 3 15,-2 0-9-15,-5 1 3 0,-1 7 2 0,0 4 6 16,-5-1-11-16,1 5 3 0,0-2 0 0,-2 5 3 15,0-2 1-15,-1 5-4 0,0 0-1 0,4 5-2 16,-8-4 5-16,8 4-8 0,0 0 5 16,-19 12-1-16,13-1 4 0,0 4-3 0,1 2 4 0,-2 1 3 15,4 1-7-15,2 7 8 0,-2-2-6 0,3 2-1 16,0 0 3-16,3-7 4 0,2 5-5 0,1-5-1 16,-3 1 2-16,2-2 0 0,3 0 3 0,-2-1-3 15,-1 0 2-15,2 1-3 0,-1-1 2 0,-2 2-2 16,0-2 5-16,-3-1 4 0,-1 0-8 0,-3 0 3 15,-2 1 2-15,-2-2 0 0,-3 4 1 0,-1-3 0 16,0-2-10-16,-2 0-5 0,1-2-9 0,-2-3-20 16,-4 4-15-16,2-3-27 0,-1-4-21 0,2 1-33 15,2-1-43-15,5-5-37 0,-2-1-52 0,10 0-172 16,0 0-476-16,-23-8 212 0</inkml:trace>
  <inkml:trace contextRef="#ctx0" brushRef="#br0" timeOffset="6125.01">11453 10139 219 0,'0'0'200'0,"5"-3"0"16,-5 3-6-16,0 0-7 0,0 0-19 0,0 0-19 16,1 13-14-16,-1-13-11 0,-1 14-14 0,-1-4-36 15,-1 0-47-15,1 3-55 0,-1-2-79 0,0 0-169 16,1 3-298-16,-2 0 132 0</inkml:trace>
  <inkml:trace contextRef="#ctx0" brushRef="#br0" timeOffset="6272.59">11415 10650 77 0,'0'10'225'0,"0"-10"10"0,0 0 7 0,2 5-11 0,-2-5-23 15,0 0-20-15,0 0-19 0,12-15-47 16,-6 8-46-16,2-4-53 0,2-3-52 0,3-3-57 15,-1 2-47-15,5-7-125 0,0 0-280 0,2 1 124 16</inkml:trace>
  <inkml:trace contextRef="#ctx0" brushRef="#br0" timeOffset="6422.34">11711 10391 95 0,'0'0'268'0,"10"-1"-26"16,-10 1-7-16,0 0 0 0,0 0 1 0,9 4 6 15,-9-4-12-15,0 0-18 0,0 0-25 0,0 0-13 0,0 0-13 16,0 0-18-16,0 0-30 0,11 0-32 15,-11 0-31-15,0 0-34 0,0 0-44 0,0 0-76 16,0 0-72-16,0 0-260 0,0 0-471 0,-38-2 208 16</inkml:trace>
  <inkml:trace contextRef="#ctx0" brushRef="#br0" timeOffset="7107.87">4340 11304 101 0,'0'0'178'0,"-11"-1"-6"16,11 1-15-16,0 0-12 0,0 0-7 0,0 0 10 15,0 0-1-15,0 0-2 0,50 4-4 0,-14-4-8 0,22-2-6 16,4-2-4-16,32 1-8 0,0-4-5 16,12 3-5-16,-5-2-4 0,9-4-8 0,0 4-6 15,5 1-5-15,0 1-9 0,-3 3-6 0,-2-1-3 16,0 4-4-16,5 1-1 0,0 1-5 0,3-1-4 15,-2 3-1-15,3-2 1 0,1 3-4 0,2 0 0 0,0 0-2 16,12 0-6-16,-1 4-4 0,2 0-2 16,4-3-1-16,1 4-1 0,10-4 3 0,-1 0-5 15,10 0-1-15,-3-2 3 0,2-3 0 0,3 2 2 0,4-1 1 16,3-3-1-16,0 3 3 0,1-4 1 16,-2 2 1-16,5-5 0 0,-2-2 27 0,1 4-30 15,-2-4 0-15,-3 3 4 0,2-4-7 0,-1-2 3 16,-8 2-4-16,-3 2-5 0,-7-3 7 0,-5 3-5 15,-10 0 3-15,-1 1-4 0,-8 2-9 0,-11-6 7 0,-12 2 2 16,-5 0-1-16,-30 2-1 0,-2 1-2 0,-9-2 3 16,-1 2 0-16,-18 0-8 0,-3 0 0 0,-6-1 1 15,-8 3-1-15,-7 0-10 0,-2-2-7 0,-2 2-3 16,0 0-32-16,-9 0-35 0,7-2-35 16,-7 2-42-16,0 0-79 0,0 0-88 0,0 0-275 0,0 0-639 15,-49-2 283-15</inkml:trace>
  <inkml:trace contextRef="#ctx0" brushRef="#br0" timeOffset="16351.13">13174 10465 184 0,'-2'-6'201'0,"2"6"-7"0,-5-13 1 16,2 9-11-16,3 4-10 0,-4-9-20 0,4 9-17 15,-2-6-17-15,2 6-16 0,0 0-10 0,0 0-8 16,0 0-13-16,0 0 13 0,-3 28-1 0,1-10 0 16,0 10-3-16,2 4-9 0,0 2-4 0,0 2-12 15,0-4-1-15,2-2-5 0,0 1-8 0,-2-2 4 16,5-3-10-16,-1-6-3 0,1 3-4 0,0-4 0 15,3-4-3-15,1-1 0 0,1-2-8 0,-1-2 3 16,1-3-2-16,2-1-3 0,4 0-3 0,-3-4 6 16,-1 0-3-16,1-2 2 0,1-1-1 0,-2-3 3 15,0-1 1-15,4-1-4 0,0-3 3 0,-7 0-6 16,3-3 0-16,0-1 3 0,-1-1-5 0,-4-1 1 16,2-3-2-16,-2 1-2 0,-5 0-1 0,0 2 2 15,1-2 0-15,-6 1-5 0,3-1-2 0,-4 0 1 16,2 7-5-16,-2 0 1 0,3 1 1 0,-4 2-3 15,5 7-4-15,-2-11 0 0,2 11-1 0,0 0-3 16,0 0 3-16,0 0 1 0,0 0-4 0,0 0 5 16,-7 28-5-16,5-14 5 0,2 1 1 0,2 0 2 15,-2 2-2-15,1-4 3 0,3-1-1 0,6 1 0 16,-2-2 1-16,1-3 1 0,-3 3-1 0,8-6 3 16,-3 2-4-16,6-2 0 0,-4 0-3 0,5-3-2 15,-1-4 1-15,0 2-2 0,-4 0-2 0,1-1 4 16,-1-3-4-16,-1 2-5 0,-2-3-1 0,-1 0 3 15,0-3-4-15,-2 0-5 0,-2-1-2 0,-1-1 1 16,-2 1-8-16,0-2 1 0,-4-1 1 0,0 0 3 0,-4-4-8 16,-1-1 1-16,-1-1 4 0,0 0 5 0,-3-4-2 15,6 7 8-15,-2-1 2 0,5 1 2 16,0 0 1-16,0 3 4 0,2 1 1 0,2-1 0 16,2 1 5-16,0 2-4 0,2 0-3 0,2-1 4 0,-1 2-1 15,4-3 4-15,5 1-1 0,-1 0 1 0,3-1 0 16,-1 0 0-16,-2 1 3 0,4-2-1 0,-2 2-4 15,6-7 2-15,-7 7-1 0,1-2 3 0,-1 0-1 16,-5 0 2-16,2 0-4 0,-5 4 5 0,2-5 1 16,-5 3-3-16,3-1 2 0,-4-1-1 0,-2 1 1 15,2 0-1-15,-4-1 0 0,0 2 0 0,0-2 3 16,0 2 2-16,-2 1 2 0,2 9 4 0,-2-13 0 16,2 13-5-16,0-9 0 0,0 9-6 0,0 0 2 15,0 0 0-15,0 0 1 0,0 0 4 0,4 41 5 16,-1-12-1-16,1 17 7 0,-2 0 1 0,3 0-3 15,-4-1 3-15,0 2-1 0,-1-12-2 0,2 0-3 16,0-2-1-16,0-1-3 0,3-3 0 0,-2-3-1 16,1-7-2-16,0-2 0 0,-4-5 3 0,2-2-4 15,0 1 1-15,1-4-1 0,-3 0 2 0,4-1-2 16,-4-6 4-16,2 7-5 0,1-2 9 0,-3-5-7 16,0 0-6-16,0 0-5 0,0 0 0 0,0 0-6 15,18-18 0-15,-7 6 2 0,-1-2-1 0,0-2 1 16,4 4 2-16,-3-1-2 0,2 1-3 0,-1 7 1 15,-3-1 2-15,2 3-4 0,1-1 4 0,-2 1-3 16,-1 3 3-16,3-2 2 0,-12 2-2 0,17 2 3 16,-5 2 0-16,1-2 0 0,-4 2 1 0,3-2 5 15,-1-2 0-15,2 2-5 0,-3-2 7 0,0 2 0 16,2-2 0-16,-3-2-3 0,2 0 6 0,-1-2-6 16,-4 2 5-16,0-2-4 0,-1 0 4 0,-1-1-2 15,-4 5-2-15,6-12 2 0,-2 3-2 0,-2 2-1 16,0 0 3-16,-2-2-2 0,0-1-1 0,-4 0-1 15,1 1 4-15,3 9-5 0,0-9 2 0,0 9-7 16,0 0 2-16,0-12-1 0,0 12-3 0,0 0 2 16,0 0 1-16,0 0 4 0,0 0-5 0,7 24 4 15,-7-14 0-15,5 2 0 0,-3 4 2 0,2-1 3 16,-2-2-21-16,2 2-36 0,-2 1-43 0,1-3-52 16,4 0-38-16,-2 1-191 0,-1-4-409 0,-4-10 181 15</inkml:trace>
  <inkml:trace contextRef="#ctx0" brushRef="#br0" timeOffset="16522.36">14168 10296 81 0,'0'0'98'0,"0"0"-36"0,0 0-19 0,0 19-23 0,7-8-26 15,5 0-44-15,1 2-54 0,10 1 24 0</inkml:trace>
  <inkml:trace contextRef="#ctx0" brushRef="#br0" timeOffset="16736.2">14648 10390 129 0,'0'0'181'0,"0"0"-3"0,0 0 3 15,0 0-6-15,-13-12-3 0,13 12-4 0,-12-3-5 16,12 3-12-16,-14 2-2 0,5 2-6 15,0 2-9-15,-1 3-1 0,0 5-3 0,-1 2-11 0,1 7-2 16,2 1-18-16,-1 3-3 0,2-3-11 0,5 1 2 16,-3 0-16-16,6-6-8 0,1 0-3 15,0-2-9-15,4 0-5 0,1-1 1 0,0-7-24 16,2-2-17-16,2 4-28 0,0-6-25 0,8 2-33 0,1-4-41 16,0-4-42-16,6-5-42 0,3 0-37 0,-4-3-138 15,2-4-411-15,-5 0 182 0</inkml:trace>
  <inkml:trace contextRef="#ctx0" brushRef="#br0" timeOffset="17060.93">14838 10205 133 0,'0'-9'192'0,"0"-1"-13"16,0 4-17-16,0 6-18 0,0 0-8 0,0 0 18 16,0 0 19-16,0 0 1 0,4 43-11 0,-3-11-8 15,-1 3-1-15,-1 14-11 0,1 4-11 0,-1-5-7 16,-2-11-13-16,1-3-11 0,2 0-6 0,0-3-10 15,2-2-4-15,-2-5-9 0,0-7-15 0,3 1 0 0,-3-7-4 16,0-3-2-16,1-1-9 0,0 3-3 16,-1-10 2-16,2 9 0 0,-2-9 6 0,2 6-10 15,-2-6 6-15,0 0-17 0,0 0-5 0,0 0-11 16,16-19-5-16,-10 7 0 0,1-4-7 0,4-6-7 0,3-4-13 16,-1 0-2-16,4 1 6 0,-1 1-2 15,0 3 3-15,-3 7-1 0,1 0 0 0,-4 6-1 16,2 1-1-16,-2 4 4 0,3 2 0 0,1 2 3 15,-5 1-2-15,0 4 6 0,1 4-4 0,-2-1 4 0,1 3 4 16,1 3 1-16,0 0-21 0,-3 0-37 0,-4 1-51 16,5-1-75-16,2 2-83 0,-7 0-145 15,2 2-451-15,-1-1 200 0</inkml:trace>
  <inkml:trace contextRef="#ctx0" brushRef="#br0" timeOffset="18223">15487 10375 61 0,'2'-4'260'0,"-2"4"-24"16,0 0-28-16,0 0-9 0,0 0 1 0,15 16-12 16,-10 0-12-16,-2 4-4 0,-1 6-6 0,-1 0-7 15,1 4-15-15,0-2-13 0,0-1-11 0,0 0-12 16,2-1-14-16,1 0-8 0,-1-9-4 0,3 2-5 15,1-3-10-15,1-2-7 0,4-1-4 0,-2-2-6 16,1-4-7-16,5-1 3 0,-5-2-5 0,6-1-8 16,0-6 4-16,-1-1-9 0,4 1 0 0,-3-8 3 15,4-3-7-15,1 0-5 0,-4-5-2 0,-5 3 0 16,7-3-5-16,-7-3 4 0,0-1-3 0,-5 5-4 0,0-5-4 16,-3-1-1-16,-2 4-6 0,-1-5-1 15,-3-1 2-15,0 8 1 0,-2 1-2 0,4 4 3 16,-2 0-3-16,-2 3-3 0,1 5 3 0,1 5-6 15,-1-11-3-15,1 11 8 0,0 0-8 0,0 0 0 0,0 0 6 16,0 0-1-16,-11 39 6 0,9-14 2 0,-2 5-4 16,1-5 1-16,3 4 4 0,2-2 6 0,0-3-11 15,0-5 1-15,3-1-2 0,1-3 8 0,6 1-5 16,-3-7 3-16,2 2 0 0,3-5 3 0,3 0 0 16,2-4 1-16,1-3 1 0,1-2 1 0,-1-1-7 15,7-5 6-15,-1-3-8 0,-4-1 0 0,-6 2 0 16,-1-2-3-16,2 0 2 0,-4-1-5 0,2-8-3 15,-6 4 2-15,-1 1-4 0,-2-2-2 16,-2-6-1-16,-4 4-1 0,-1-4-3 0,-4-3 2 0,1 4 2 16,0-1-3-16,-1 9 11 0,0 1-5 0,2 4-3 15,-1 3 0-15,2 3-4 0,0-2 2 16,2 7 5-16,0 0-3 0,0 0-3 0,0 0 3 16,0 0 4-16,0 35 1 0,2-12 2 0,1 5 1 0,0 0 1 15,4 0-1-15,-2 1 7 0,1 0 1 0,3-1-6 16,-3-3 5-16,2 0-3 0,0 0 3 0,-2-6-2 15,0 0 1-15,-3-4-3 0,1 1 3 16,-3-3 0-16,2-2 1 0,-2-2 1 0,-1-1 0 0,1-2 1 16,-1-6 1-16,2 10 0 0,-2-10 0 0,1 7-4 15,-1-7-11-15,0 0-14 0,0 0-5 0,0 0-6 16,14-21 2-16,-6 10 6 0,2-2-1 0,2-1 2 16,8-5 1-16,0-2 1 0,2-1 0 0,-2 4-3 15,1-1 5-15,-2 0 5 0,-1-1 2 0,-3 0-1 16,-3 4 1-16,0-1 2 0,-3 0 3 0,-2 2 0 15,-1 0 1-15,-1-1-1 0,-1 4 3 0,-3 1 4 16,-2-2 5-16,-3 1-4 0,2 2 9 0,-2 1 7 16,-1 1-2-16,-2 1 1 0,3 2-1 0,4 5-1 15,-11-7-3-15,5 7-1 0,6 0 1 0,-14 2 2 16,2 6 1-16,1 2 0 0,-1 3 2 0,1 4-1 16,3 0-2-16,0 1 5 0,4 0 0 0,1 1-2 0,1-1-2 15,4-1 1-15,3-2 0 0,1 2 1 16,2-2-2-16,2-3-3 0,4-3 8 0,0 2-3 15,1-5 2-15,3 0-7 0,4-5 4 0,-2-2-2 16,1-1 2-16,7-4-2 0,-1-1-2 0,-7-1 1 16,-2-1-3-16,1-1-3 0,1 1-6 0,-5-3-1 15,-2 5 4-15,0-6-4 0,-1-1-2 0,-3 1 0 16,-4 2 0-16,0 0-10 0,-1-2-1 0,-2 1-1 16,-1 0 5-16,1 3 3 0,0-1 0 0,-2 3-2 15,0 7 3-15,0-10-4 0,0 10 0 0,0 0 2 0,0 0 0 16,0 0 3-16,0 0 10 0,0 0 6 0,6 27 2 15,-5-17 2-15,-1 6 0 0,2-1 5 0,-1 3 0 16,0-3 2-16,2 2-1 0,-1-6 1 16,0 5 2-16,-1-4-4 0,1 1 0 0,0 3-3 15,0 1 2-15,-2-2-6 0,0-2-20 0,0-2-30 0,-1 4-32 16,-2-3-50-16,2-2-60 0,0 4-63 0,-4-4-155 16,-2 1-434-16,0-1 192 0</inkml:trace>
  <inkml:trace contextRef="#ctx0" brushRef="#br0" timeOffset="18973.53">17186 10694 123 0,'6'-15'212'15,"3"-4"-21"-15,6-4-18 0,2-2-17 0,1-1-9 16,2-1-5-16,5 1-11 0,-5 0-6 0,2-1-8 15,-3 2 1-15,-1-2-19 0,0 2-7 0,-4 4-11 16,-1-3-2-16,-6 8-4 0,0 0-8 0,-2-3 0 16,-1 5-10-16,-3 0-9 0,0 4 14 0,2-2-3 15,-3 2-4-15,-3 3-6 0,3 7-5 0,-2-11-6 16,2 11-3-16,-7-3-6 0,7 3-3 0,0 0 3 16,-13 15 5-16,5-1 0 0,1 6-4 0,1 2-2 15,-1 5 0-15,2 0-5 0,3 0-3 0,0-2-1 16,4-8-3-16,-1 2-1 0,3-3-1 0,2 1 0 0,2-3-2 15,0-3 1-15,2-4-1 0,3 3-1 16,-1-3-1-16,0-2 2 0,4-1-2 0,4-1-3 16,-3-4 2-16,2-2-1 0,0-2 1 0,0-1-4 15,-1-1 1-15,-3-3 0 0,0 3-1 0,1-5-6 0,-4 1 1 16,0-2 0-16,-2 0 1 0,-1 0-1 0,-2 0 0 16,-4-1 0-16,4-1 0 0,-5-2-1 15,-1 5-2-15,1 1-1 0,-1 0 9 0,-1 1-10 16,0 10 2-16,1-11-3 0,-1 11 0 0,-1-8-5 15,1 8 3-15,0 0 1 0,0 0 0 0,0 0-1 0,0 0 2 16,3 27-3-16,-2-16 4 0,-1-1 2 0,-1 0-1 16,2 3 0-16,0-2 4 0,-1 0-6 15,2-3 8-15,-2 0-4 0,1-1 2 0,-1-7 0 16,0 0 0-16,-1 14-2 0,1-14 1 0,1 7 3 0,-1-7 10 16,0 0-3-16,0 0 2 0,0 0-2 0,0 0-1 15,0 0-1-15,16-7 3 0,-8 0-5 16,1 0 2-16,0 1-4 0,2-3-6 0,4 1-4 15,-3 1 3-15,2-3-4 0,-1 7 3 0,-1 1-3 0,-1-1 2 16,2 2-3-16,-2 2 1 0,0 2 0 16,-1 1 0-16,-1 2 2 0,-1 3 2 0,0 0 0 0,1 7 4 15,-2-2-4-15,-3 3-12 0,0-1-20 16,-2 0-26-16,-1-3-29 0,-1 4-41 0,3-5-43 0,-3 1-61 16,-5-2-144-16,1-1-411 0,0-2 183 0</inkml:trace>
  <inkml:trace contextRef="#ctx0" brushRef="#br0" timeOffset="19145.02">17509 10139 1868 0,'-6'-4'16'0,"-1"-2"-23"0,7 6-51 0,0 0-16 16,0 0-10-16,0 0-15 0,0 0-10 0,21 16-24 0,-6-5-87 15,11 2-239-15,4 1 106 0</inkml:trace>
  <inkml:trace contextRef="#ctx0" brushRef="#br0" timeOffset="19896.34">18351 10209 222 0,'-12'-4'222'0,"-2"3"2"0,2-2 2 15,-7 2-7-15,6 0 2 0,-6 3-12 0,1 2-18 16,0 4-11-16,2 2-12 0,0 3-15 0,-3 8-16 16,4 1-11-16,1 6-9 0,1-3-14 0,5-1-12 15,1-5-7-15,4 0-4 0,4 0-12 0,3 0-5 16,4-4-7-16,1 1-5 0,1-2-6 0,5-3-1 16,-1-2-7-16,7-1 4 0,-2-2-11 15,1-4-8-15,2-1-8 0,0-1-4 0,3-4-6 0,-4-2-2 16,-2-1 5-16,-2-2-11 0,-1-1-2 0,-4-1-2 15,2-2 1-15,-4-2-3 0,-4-4 1 0,1 2 3 16,2-9 3-16,-7-1-7 0,-2 1-1 0,-2-1 3 16,-3-2-5-16,2 1 0 0,-2-3-4 0,0 0 2 15,0 3 5-15,1-2-2 0,0 0-2 16,-2-2 5-16,2 5-5 0,0 3 3 0,1 4 4 0,1 4 2 16,-1-1 1-16,3 8 4 0,-1 3-4 0,1-1-1 15,0 7-3-15,0 0-1 0,0 0 3 0,0 0-2 16,0 0 1-16,6 37 1 0,0-6 8 0,-3 4 0 15,-1 12 2-15,-1 2 4 0,1 0-3 0,-2-3 0 16,2-12-1-16,0 1 8 0,2-3-6 0,0 1 1 16,1-6-1-16,0-1 3 0,2-9-2 0,-1 0 5 15,3-1-2-15,-1-2-3 0,-1-4 0 0,2-3 5 16,1-1-2-16,1-2-2 0,1-3-2 0,0 1 6 16,6-4-3-16,-5-2-2 0,3-3 1 0,-2-1-1 15,-2 0 0-15,-2-5-2 0,-1 0-5 0,0 0-3 16,-2-1-5-16,4-2 3 0,-6-1-6 0,-1 0 1 15,3 0-4-15,-4 5 4 0,-1 3 1 0,0-1 0 16,0 3-7-16,-2 7 4 0,0-7-1 0,0 7 2 16,0 0-4-16,0 0 4 0,0 0 2 0,-4 24 5 15,3-8 1-15,0 0 0 0,0 1-1 0,-1 1 7 16,1-2-3-16,-3-4-1 0,8 1 2 0,2-2 6 16,0-2-5-16,-1 1 1 0,4-3-1 0,2-2 1 15,1-1 0-15,0-4 1 0,1 0 0 0,6-4 2 16,-3-1-2-16,2-2 1 0,0 1 1 0,-2-4 1 15,-2 1-2-15,-1-2 0 0,-4 0-2 0,-3 2-1 16,2-5 2-16,1-1-1 0,-4 0 0 0,-2 2 1 0,-1-3-5 16,1 5 2-16,-5-2-4 0,2 3 6 15,2-1-4-15,-4 4 1 0,2 7 1 0,0 0-7 16,0-11-1-16,0 11 2 0,0 0-3 0,0 0 8 16,0 0-6-16,-1 35 2 0,1-24 1 0,0 6 2 0,1 1-2 15,1-1-10-15,-1 1-27 0,0-7-22 0,4 6-30 16,-1-5-33-16,4 3-43 0,1-6-41 15,1-1-35-15,1-1-140 0,1-3-416 0,7-1 184 16</inkml:trace>
  <inkml:trace contextRef="#ctx0" brushRef="#br0" timeOffset="20108.5">19246 10239 157 0,'-3'-18'174'0,"1"0"1"0,0 6 3 0,-1 1 9 0,-4 2-5 16,4-1 3-16,-1 7-18 0,-1 0-13 0,5 3-5 15,-12 8-3-15,1 0-3 0,-2 13-10 0,-4 3-10 16,3 2-11-16,-1 1-13 0,2 0-7 0,3-1-14 16,1-2-4-16,5-5-7 0,4 0-7 0,1 0-4 15,3-2-11-15,5-4-19 0,1 1-23 0,3-2-25 16,4-4-32-16,-1-2-31 0,6-2-44 0,9-6-36 16,-1 0-33-16,2-2-27 0,-2-1-124 0,-3-3-376 15,-1-3 167-15</inkml:trace>
  <inkml:trace contextRef="#ctx0" brushRef="#br0" timeOffset="20323.12">19491 10014 205 0,'0'-15'219'0,"-2"3"3"0,2 2 7 16,0 1-3-16,-2 2-18 0,2 7-17 0,0-9-22 16,0 9-3-16,0 0-5 0,0 0 0 0,0 0 10 15,11 31 11-15,-10-4 0 0,0-1-17 0,2 5-8 16,-2 3-29-16,-1 0 4 0,4 9-19 0,-4-7-11 15,1-4-8-15,-1 3-7 0,4-3-7 0,-4-2-9 16,1-1-24-16,1 0-28 0,0-4-29 0,1-6-24 16,-3-1-32-16,0-3-37 0,1 1-32 0,-1-5-43 15,0 1-47-15,1-6-38 0,-3 1-217 0,2-7-518 16,0 0 230-16</inkml:trace>
  <inkml:trace contextRef="#ctx0" brushRef="#br0" timeOffset="20971.49">19355 10146 109 0,'10'-4'172'0,"4"2"-14"0,5 1 0 16,0-1-7-16,2 1-9 0,0 0-7 0,2 1-12 0,4-3-10 16,0 3-8-16,3-1-9 0,-2-1-10 0,-7 2-7 15,0-1-8-15,-1 2-10 0,2-1 1 16,-3 2-10-16,-2-2-6 0,1 1 0 0,-7-1-8 15,1 1-5-15,-1-1 0 0,-1 0 0 0,-2 0-2 0,0 2 4 16,-1-1 3-16,-7-1 5 0,13 0-6 0,-8 1-3 16,-5-1-5-16,12 2-2 0,-12-2-6 0,7 0 0 15,-7 0-2-15,7 1-3 0,-7-1 0 0,0 0 1 16,0 0-4-16,9 2-4 0,-9-2 4 16,0 0 0-16,0 0-3 0,0 0 1 0,0 0 1 0,9 0 6 15,-9 0 5-15,0 0 7 0,0 0 1 0,0 0 9 16,0 0-1-16,0 0 6 0,0 0 0 0,0 0 0 15,0 0-4-15,0 0 2 0,0 0-8 0,0 0 4 16,0 0-3-16,0 0-5 0,0 0-3 0,0 0 0 16,0 0-7-16,0 0-5 0,-35 4 9 0,25 0 4 15,0 1 4-15,-2 1 4 0,-2 2-4 0,0 3 3 16,-1 3 1-16,-3 5 2 0,1 1 7 16,1 1 4-16,-2 2-3 0,4-1 7 0,0 1-10 0,2-6 1 15,4 0 2-15,2 0-8 0,0-1-10 0,4-2-1 16,0-3 0-16,3 0-2 0,2-1-2 0,2 0-5 15,2-3 4-15,4-1 6 0,-1-3-9 0,4-2 0 16,4 0 13-16,1-3-15 0,-2-1-4 0,1-5 2 16,-1 0-1-16,0 1-3 0,0-3 12 0,-3-1-23 15,0 0 5-15,-3-5 1 0,2 4-5 0,-2-3-4 16,-1 0 0-16,-3-1 4 0,-2 2 1 0,2-2-3 16,-6 2 3-16,3-2-4 0,-2 4-10 0,1 0 5 15,-3 3 14-15,0 1-9 0,0 8-1 0,1-10-3 16,-1 10-7-16,0 0 10 0,1-7-11 0,-1 7 3 15,0 0-1-15,0 0 4 0,2 30 1 0,-2-17 5 16,-2 5-7-16,2 0-2 0,-1 2 21 0,0-1-14 16,0-2-14-16,1 1-28 0,-2-1-31 0,4-2-28 15,-2 0-34-15,1 2-24 0,1-1 0 0,1-4-49 16,3-3-30-16,3 1-58 0,-4-3-151 0,6-2-486 16,-2 0 215-16</inkml:trace>
  <inkml:trace contextRef="#ctx0" brushRef="#br0" timeOffset="21306.59">20049 10239 47 0,'0'0'223'0,"0"0"8"0,0 0 7 0,0 0-9 16,11 18-11-16,-8-6-8 0,-1 4-9 16,-1-1-2-16,1 2-12 0,-2-5-11 0,1 4-13 15,-1-3-19-15,1-3-10 0,-1 0-13 0,1-1-10 16,-1-2-7-16,3-1-7 0,-3-6-6 0,1 9 4 0,-1-9 4 15,0 8-2-15,0-8-5 0,0 0-13 16,0 0-7-16,0 0-8 0,0 0 0 0,7-21-6 16,-3 11-9-16,-2 1-1 0,2-3-14 0,5-4-6 15,-3-2-9-15,2 0-9 0,5-5-7 0,0 0-9 0,-4 5 0 16,4-5-2-16,-1 10 9 0,0-3-11 0,-2 9-2 16,-3-3 1-16,2 7-2 0,-1 1 1 0,-2 0 0 15,-6 2-1-15,12 5 2 0,-3 4 2 16,-3 1 4-16,-1 7-6 0,-2 1 9 0,0 1 6 0,-5 1-13 15,4 4-21-15,-4 0-23 0,2-4-24 0,0-4-32 16,0 4-29-16,0-5-49 0,4-1-45 0,-1-1-51 16,-3-7-181-16,0-6-502 0,7 9 222 15</inkml:trace>
  <inkml:trace contextRef="#ctx0" brushRef="#br0" timeOffset="21691.01">20514 10054 49 0,'-3'-5'221'0,"3"5"-7"16,-9-3-2-16,9 3-5 0,-15 16 1 0,6 0-10 15,-6 9-12-15,3-1-12 0,2 5-12 0,-2 1-16 16,2 0-10-16,1 0-14 0,4-1-9 0,1-3-9 16,4 2-11-16,5-8-7 0,0-2-7 0,6-1 1 15,8 2-13-15,1-4-4 0,0-6-4 0,6 0-6 16,5-5-5-16,0-2-4 0,2-2-4 0,-2-5-7 15,-5 0 1-15,2-2-5 0,-8 0-1 0,0-3-2 16,-3-1-1-16,-1 3-1 0,0-6-4 0,-5 3-1 16,0-3-4-16,-3-1-1 0,0-3 2 0,-4 0-8 15,-2 0 1-15,0-1-2 0,-2 3 2 0,-3-1-2 16,-2 2-1-16,2 2-2 0,0 6 0 16,-4-2 3-16,4 5-2 0,-3 1 0 0,6 3 8 0,-14 2 12 15,3 5 13-15,-1 6 31 0,-6 5-9 0,3 4 4 16,0-2-3-16,2 3 3 0,1-1-6 0,4-4-5 15,1 0-5-15,3-1-1 0,2 0-7 0,2 0-4 16,2-4-29-16,2-1-29 0,3-3-35 0,4 0-35 16,0-4-42-16,9 1-52 0,-2-1-53 0,8-6-51 15,-5 0-241-15,1-2-574 0,-1 1 255 0</inkml:trace>
  <inkml:trace contextRef="#ctx0" brushRef="#br0" timeOffset="21848.04">20951 10295 266 0,'7'-4'252'0,"-7"4"9"0,0 0 1 16,15 0-9-16,-8 0-13 0,5-1-16 0,0 1-23 0,8 0-6 15,-1-3-29-15,10 1-25 0,1-4-37 0,-1 2-41 16,3 0-58-16,-3-3-78 0,1 0-105 16,-3 0-219-16,-1-1-431 0,2-1 191 0</inkml:trace>
  <inkml:trace contextRef="#ctx0" brushRef="#br0" timeOffset="22302.14">21719 10050 81 0,'-9'-9'268'0,"0"0"-11"0,-1 3-11 0,0 3-16 0,-2 0-20 15,-1 3-15-15,2 4-8 0,-6 4-9 0,-5 9-9 16,2 3-8-16,-2 7-3 0,3 2-18 0,0 2-19 16,-1 10-10-16,9-7-11 0,2-3-11 15,5 0-8-15,4-1-3 0,7-4-10 0,-1 0-11 0,8-5-5 16,7 2 7-16,2-6-22 0,5-3-20 0,2-2-21 15,8-3-29-15,13-3-33 0,-13-5-33 0,16-4-36 16,-4-1-35-16,1-5-30 0,-16 1-27 16,3-1-14-16,-1-3-122 0,-2-1-392 0,-3-2 173 0</inkml:trace>
  <inkml:trace contextRef="#ctx0" brushRef="#br0" timeOffset="22871.42">22212 10301 18 0,'15'-24'68'0,"-6"1"10"0,-1-2 14 16,-5 6 13-16,-2-1 14 0,-2 1 16 0,-2 2 13 15,-3 2 1-15,1 2 17 0,-3-3-3 0,-1 9-3 16,0 0 5-16,-1 3-10 0,-3 2-6 0,0 2 2 15,2 4-3-15,-8 5-3 0,0 2-1 0,-7 8-11 16,5-1-2-16,2 4-8 0,0 1-9 0,5-2-16 16,5-3-14-16,1 0-1 0,2 0-10 0,4-3-1 15,0 0-12-15,1-3-3 0,5-2-3 0,1 0-10 16,2 0-2-16,1-3-5 0,1 1-5 0,4-4-2 16,-2-2-5-16,2-2-1 0,0 0-11 0,1-2-2 15,-1 0-1-15,-2-2 0 0,0-1-2 0,0 0 0 16,-2-2-5-16,-1-3-3 0,-1 3 3 0,-2-2-3 15,-2 0 2-15,-2-1 2 0,2-2-4 0,-3 2 3 16,0 2-3-16,0 8 2 0,0-13-4 0,0 7-1 16,0 6-3-16,-1-10-1 0,1 10 8 0,0 0-14 15,0 0 7-15,0 0-3 0,0 0-1 0,0 0 3 16,-3 30-1-16,3-19 15 0,-1 3-11 0,2-3-5 16,3 1 5-16,2 4 6 0,-1-6-5 0,4 0 4 15,4-1-5-15,-1-2 5 0,5-1 1 0,5-2 1 0,-1-4 5 16,9-3-4-16,1-4 0 0,1 0-1 0,-3-5 0 15,1 1-3-15,-5-5 0 0,0 2 0 16,-5-3-3-16,-6 4 3 0,-2-3 0 0,-2 0-1 16,-5 2 1-16,1-2-3 0,-3-5 2 0,-3-3 6 0,-3-2-5 15,1 7 0-15,-3-5-3 0,1-2 5 16,-3-1-2-16,0 3 1 0,4 5 5 0,1 1 8 16,0 2 12-16,1 6 10 0,-1 1 1 0,0 1-6 15,2 8-11-15,-1-9-4 0,1 9 11 0,0 0-13 0,0 0 9 16,0 0 6-16,10 29 1 0,-5 2 11 0,2 2 3 15,-5 16 10-15,3 3 5 0,-3 1-2 0,0 0 0 16,-3 2-5-16,1 2-3 0,0-5 5 0,-1 2-11 16,-1-6-9-16,1 2 0 0,1-4-3 0,1 2 2 15,-1-2-7-15,0-13-3 0,3 3-9 0,-2-3-14 16,3-3-31-16,0-2-22 0,0-3-30 0,-2-5-30 16,5-4-23-16,-4 0-32 0,1-5-32 0,1-2-28 15,-2-2-36-15,0-4-39 0,-3-3-236 0,5 3-581 16,-5-3 257-16</inkml:trace>
  <inkml:trace contextRef="#ctx0" brushRef="#br0" timeOffset="23098.47">22544 10242 140 0,'8'-16'184'0,"4"4"4"15,-1-2-10-15,3 8 2 0,4-5-8 0,1 3-1 16,2 4-10-16,-1 1-16 0,3 2-12 0,-2 2-14 15,-2 4-9-15,0 0-10 0,-2 5-7 0,-2 2-7 16,-5 2-9-16,0 3-9 0,-5-1-4 0,-2 2-6 16,-4 2-7-16,-7 5-3 0,-2 1-6 0,-4-1-2 15,-5-2-13-15,-2 0-15 0,-3-2-19 0,2-3-20 16,-2 0-26-16,1-1-27 0,7-7-27 0,4-4-47 16,2 0-40-16,-1-2-144 0,4-1-366 0,7-3 162 15</inkml:trace>
  <inkml:trace contextRef="#ctx0" brushRef="#br0" timeOffset="23437.58">23027 10126 116 0,'-1'-11'247'0,"-3"3"-6"0,-3 1-14 0,-3 1-13 16,1 4-4-16,-9 4-7 0,0 1-4 0,-8 9-2 16,-2 4-10-16,3 3-14 0,-2 5-8 15,0 2-10-15,3 1-15 0,3-1-15 0,2-1-10 0,6-2-12 16,1 1-6-16,6-7-19 0,4 0-3 0,2-2-6 15,4-2-8-15,1-3-6 0,5 0-4 0,1-2-4 16,7 0-10-16,2-4-3 0,1-4-9 0,7-2-11 16,0-2-8-16,-1-3-4 0,-6 2-4 0,-2-4-6 15,0-2-7-15,-2 0 3 0,-1-1-5 0,-4 1 13 16,-3-2-7-16,1-1-1 0,-5 2 0 0,0 2 7 16,-1 0-4-16,0-2 3 0,-1 5 0 0,-3 1-1 15,0 6-5-15,3-7 4 0,-3 7-6 0,0 0 8 16,0 0 1-16,0 0-1 0,0 23 5 0,-2-11 5 15,1 13-4-15,-2-8 3 0,2 1 0 0,-1 1-2 16,1-1 0-16,1 0-11 0,3-1-25 0,-2-5-47 16,3 3-58-16,0-4-70 0,1-1-75 0,1-1-172 15,-1-5-495-15,-5-4 219 0</inkml:trace>
  <inkml:trace contextRef="#ctx0" brushRef="#br0" timeOffset="23822.88">23356 10097 244 0,'-4'-7'240'0,"2"2"-10"0,2 5-6 0,-8-2-7 15,8 2 1-15,-18 14-3 0,5 0-9 0,-2 11-6 16,-2 0-14-16,1 1-14 0,2 3-15 16,0 1-14-16,6-2-13 0,2-3-13 0,3-5-11 15,2 0-11-15,3-1-16 0,2-4 0 0,1-3-5 0,3-1-5 16,3 1-4-16,1-5-9 0,4 1-7 0,4-3-7 15,-2-5 0-15,3-1-3 0,0-1-8 16,0-2-3-16,0-3-5 0,-2-2-2 0,0 3 0 16,-1-4-10-16,-4-1 2 0,0-3-7 0,-1-2 0 0,-3 0-4 15,-1-1-1-15,0 1-1 0,-1-2-3 16,-6-1 0-16,1 0 1 0,1 2-2 0,-4 0-1 0,-1 2 0 16,1 2 2-16,0 3 2 0,-2 0-5 0,2 10 6 15,-1-11-3-15,1 11-1 0,0 0-2 0,0 0 6 16,0 0 12-16,0 0 4 0,-17 28 1 15,11-12 4-15,1 4 12 0,2-1-17 0,-2-1-4 0,3 2 2 16,2-3-4-16,3 0 2 0,0-5-13 0,2 0-22 16,4-2-23-16,-1 0-53 0,5-1-42 0,3-2-58 15,6-3-69-15,-6-1-265 0,5-4-578 0,-1-5 255 16</inkml:trace>
  <inkml:trace contextRef="#ctx0" brushRef="#br0" timeOffset="23980.19">23319 9918 52 0,'0'0'74'0,"-4"5"-77"0,4-5-18 0,0 0-22 0,0 0 9 15</inkml:trace>
  <inkml:trace contextRef="#ctx0" brushRef="#br0" timeOffset="24223.43">23774 9807 17 0,'0'-10'272'0,"0"10"4"0,0 0-4 16,0-10-14-16,0 10-16 0,0 0-17 0,0 0-8 0,0 0-3 15,0 0 11-15,0 0 6 0,5 40 16 0,-2-12-17 16,-2 4-6-16,-4 14-19 0,3 0-13 0,0-10-20 15,-2 9-20-15,-1-9-7 0,1-1-14 0,-2-1-12 16,-1 0-15-16,3-2-7 0,1-1-17 0,-3 0-6 16,1-4-1-16,-1 1-13 0,5-9-28 0,-1-1-36 15,-4 0-34-15,4-4-46 0,0-2-40 0,1-1-37 16,-2-1-32-16,2 1-37 0,-1-5-40 0,0-6-37 16,2 10-256-16,-2-10-609 0,0 0 270 0</inkml:trace>
  <inkml:trace contextRef="#ctx0" brushRef="#br0" timeOffset="24674.42">23581 10183 36 0,'0'-6'225'0,"0"6"-25"0,4-13-11 16,5 5-3-16,2 2-3 0,10-2-7 0,11-5-15 16,1 6-5-16,17-5-14 0,1 1-8 0,-13 3-17 15,16-2-14-15,-4-2-9 0,1 5-8 0,-13 1-11 0,-2 0-5 16,-1 1-9-16,-4-4-6 0,1 2-2 0,-10 4-7 15,0 0-4-15,-6-3-6 0,2 2 0 16,-7 1-5-16,0 2 1 0,-6-1-4 0,-5 2 6 16,0 0 0-16,0 0 5 0,0 0 4 0,0 0 5 15,-25 10 13-15,5-1 1 0,-5 4 1 0,-2 6 9 0,0 0 7 16,2 1 4-16,-1 3-2 0,3-1-3 0,5-1-4 16,2 1-13-16,4-6 3 0,3 1-6 0,3-2-13 15,2-3 4-15,1 0-3 0,5-1-3 0,-1-3-1 16,4-1-10-16,4 0 0 0,0-2-6 0,1-1 2 15,4-4-5-15,3-2-1 0,3-1-1 0,-1-1 1 16,1-4-14-16,0 2 2 0,-3-5-8 0,2 1-4 16,-4 1-5-16,-2-2-1 0,-4 2-2 0,2-3-2 15,-3 1-1-15,0 0-7 0,-4-1 2 0,1 1 1 16,-2 1 20-16,0 1-15 0,-2 1 1 0,-1 2-1 16,0 6 0-16,3-10-5 0,-3 10 0 0,0 0 4 15,0 0 3-15,0 0 2 0,0 0-1 0,-14 16 10 16,7-2 3-16,0 3-3 0,-5 7-2 0,3-2 3 15,3-4 4-15,-1 2-14 0,4-2-34 0,-4 1-33 16,4-3-48-16,-1 1-57 0,0-1-68 0,4-5-59 16,-3-1-201-16,4-3-549 0,-1-7 243 0</inkml:trace>
  <inkml:trace contextRef="#ctx0" brushRef="#br0" timeOffset="25027.21">24358 10155 19 0,'0'0'295'0,"0"0"-12"0,13 6-5 0,-10 1-2 16,1 3-11-16,-2 2-5 0,-1-1-3 15,0 6-24-15,-3 0-15 0,0-1-1 0,1 0-21 16,-1-1-27-16,1-4-8 0,-2 0-17 0,2-1-11 16,-1-1-17-16,1-3-8 0,0 1-3 0,1-7 4 0,-2 7-8 15,2-7 6-15,-3 5-15 0,3-5-8 0,0 0-11 16,0 0-8-16,0 0-3 0,0 0-12 0,-11-21-13 15,11 12-9-15,0-2-12 0,3-6-8 16,-2 2-12-16,2-2-3 0,3-2-13 0,2-6-2 0,4 2-7 16,3-3 0-16,0 3 4 0,2 1 0 0,-2 1-3 15,-1 7 10-15,0 2-1 0,-4 4-1 0,-2 3 3 16,3 3-3-16,-3-1 6 0,0 4 1 0,-1 4 4 16,2 1 3-16,-2 4-2 0,-3 0-4 0,1 6 16 15,-1 3-6-15,-2-1 0 0,-4 3-3 0,4-2-7 16,-2 1-23-16,0 4-42 0,-4-7-39 0,3 2-44 15,1 0-50-15,1-3-69 0,1-4-276 0,0-2-601 16,6-3 267-16</inkml:trace>
  <inkml:trace contextRef="#ctx0" brushRef="#br0" timeOffset="25431.72">24866 9915 185 0,'-3'-5'256'16,"3"5"-7"-16,-10 0-2 0,10 0-8 0,-23 16-3 16,6 8-3-16,-1 0-8 0,0 5-13 0,0 3-14 15,0-2-12-15,-1 2-19 0,8-1-25 0,2 0-5 16,2-2-16-16,5 0-6 0,2-4-7 0,5-5-9 16,3-4-8-16,9 3-9 0,5-2-3 0,5-5-1 15,4-3-16-15,2-5 4 0,5-1-11 0,2-2-4 16,-3-2 0-16,0-5-18 0,1-1 4 0,-5-2-6 15,-1-1-6-15,-2-1 8 0,-6-1-11 0,1-1-3 16,-1-3-2-16,-9 1-9 0,-2 1 0 0,5-5 9 16,-11 3-5-16,5-9-7 0,-7 0-2 0,-1 1 0 0,-4 4 4 15,-3-6-8-15,1 7-2 0,-4 1-2 0,0 4-3 16,1 0 4-16,-4 5 7 0,4 4-1 16,0 3-2-16,5 2 10 0,-18 6 15 0,8 2 16 15,-6 5 18-15,-2 8 6 0,-3 0 7 0,4 3-1 0,1 3-5 16,5-4-10-16,2 2 0 0,1 0-10 0,5-6-2 15,4 0-8-15,5-2-29 0,0-1-51 0,5-2-53 16,5-3-51-16,-2-2-53 0,6-1-60 16,11-4-62-16,-2 0-53 0,3-4-197 0,4 0-621 0,-7-3 274 15</inkml:trace>
  <inkml:trace contextRef="#ctx0" brushRef="#br0" timeOffset="25576.49">25521 10285 191 0,'0'0'355'0,"0"0"-39"0,0 0-17 15,0 0-8-15,0 0 4 0,0 0-24 0,0 0-21 16,0 0-18-16,0 0-21 0,0 0-17 0,0 0-58 16,0 0-52-16,0 0-53 0,0 0-51 0,0 0-70 15,0 0-92-15,0 0-101 0,0 0-148 0,0 0-466 16,-17-32 207-16</inkml:trace>
  <inkml:trace contextRef="#ctx0" brushRef="#br0" timeOffset="29735.62">25998 9856 80 0,'-2'-9'218'16,"0"4"-3"-16,0-2 0 0,-1-1-9 0,-1 3-6 16,4 5-14-16,-6-9-12 0,0 6-14 0,6 3-12 15,-9-3-16-15,9 3-6 0,-10 7-9 0,0 2-1 0,1 8-3 16,-1 8-3-16,-5 4-9 0,0 17-2 0,1 1-9 15,3-2 0-15,2 5-9 0,0-3-7 16,3 2 0-16,3-1-6 0,1-2 0 0,4-11-7 16,-2-1-9-16,4-4-3 0,6-1-7 0,-1-2-2 0,2-3-9 15,3-2-3-15,-1-1 3 0,1-6-19 0,6 2-17 16,2-3-13-16,-6-3-36 0,4-2-31 0,-1-2-29 16,8-2-43-16,-4-2-38 0,7-4-45 15,-3-2-217-15,0-3-495 0,2-1 220 0</inkml:trace>
  <inkml:trace contextRef="#ctx0" brushRef="#br0" timeOffset="30043.07">26450 9926 140 0,'0'-11'242'16,"-2"0"-5"-16,0 3-3 0,2 2-5 0,0 6-18 15,0-12-11-15,0 12-22 0,-3-7-18 0,3 7-15 16,0 0 2-16,0 0 10 0,0 0-18 0,-7 34 2 15,5-8-7-15,-2 4-15 0,1 3-7 0,1 1-11 16,0 0-5-16,-2 0-13 0,1 1-3 0,1-3-12 16,-2-1-7-16,-1-2-4 0,7-1-3 0,-2-8-9 15,3-3 0-15,1 2-6 0,-2-8-3 0,-2 4-4 16,1-5-10-16,1 0 3 0,0-3-2 0,0-2 1 16,-2-5-1-16,2 12-5 0,0-7-1 0,-2-5 3 15,5 5-6-15,-5-5-1 0,6 4 0 16,-6-4 1-16,12 0-6 0,-3-1-11 0,3-3-25 0,-1 0-18 15,2 0-27-15,5-5-34 0,2 4-34 0,-4-3-32 16,4-2-43-16,5 0-44 0,-8 1-226 0,2-1-525 16,3-4 234-16</inkml:trace>
  <inkml:trace contextRef="#ctx0" brushRef="#br0" timeOffset="30217.37">26818 10046 42 0,'3'-7'228'0,"-3"7"-25"0,0 0-17 0,6-6-14 16,-2 2-8-16,-4 4-2 0,12-3-13 16,-1 3-16-16,2-3-12 0,3-1-7 0,5 3-12 15,-1 0-12-15,11-3-22 0,0 0-27 0,3 2-48 16,3-2-50-16,-4-3-47 0,3 1-48 0,-2 1-125 0,-3-3-298 16,1 2 132-16</inkml:trace>
  <inkml:trace contextRef="#ctx0" brushRef="#br0" timeOffset="30436.01">27539 9714 143 0,'-5'-5'224'0,"-3"1"-6"0,-2 3-5 0,2 0-6 16,-4 2-3-16,-1 4-5 0,-2 1-9 0,0 8 5 16,-4 3-9-16,1 5-13 0,0 2-16 0,4 3-3 15,-1-4-16-15,3 6-11 0,3 0-9 0,3-3-14 16,2 1-10-16,4-2-3 0,2-6-11 0,4-1-7 15,1-2-10-15,5-1-7 0,1-1-23 0,5-2-16 16,1-3-32-16,8-3-31 0,1 3-40 0,3-5-46 16,2-4-51-16,-3-4-52 0,2-1-225 0,-1-2-499 15,-4-2 221-15</inkml:trace>
  <inkml:trace contextRef="#ctx0" brushRef="#br0" timeOffset="30658.77">27982 9613 216 0,'9'1'255'0,"1"1"0"0,3 4 6 0,1 5-10 15,0 3 4-15,2 6 3 0,1 3 4 0,-1 1-9 16,-1 1-2-16,-3 3-20 0,-2 4-19 0,-3-2-16 16,-2 2-12-16,-1 14-16 0,-4-14-16 0,-1 0-17 15,-5 0-11-15,-1-3-14 0,-3 4-12 0,0-2-11 16,-7 0-19-16,4 0-37 0,-7-2-50 0,-2 0-46 15,-1-3-50-15,-1 3-54 0,-3-6-73 0,2-2-80 0,-2 3-242 16,3-7-610-16,-1 0 269 0</inkml:trace>
  <inkml:trace contextRef="#ctx0" brushRef="#br0" timeOffset="31485.31">28684 9729 17 0,'0'0'172'16,"5"-10"5"-16,-4 5 2 0,-1 5-2 0,4-10 4 15,-4 5-3-15,0 5-6 0,0 0-12 0,6-9-7 16,-6 9-16-16,0 0-8 0,3-7-15 0,-3 7-6 16,0 0-10-16,0 0-11 0,0 0-10 0,2-7-4 15,-2 7-9-15,0 0-5 0,0 0-7 0,0 0-8 16,0 0-1-16,0 0-5 0,0 0-4 0,0 0-5 16,0 0-5-16,0 0 4 0,0 0-9 0,0 0-6 15,0 0-6-15,0 0-8 0,6-4-4 0,-6 4-5 16,0 0-7-16,0 0 5 0,0 0-2 0,0 0-5 15,0 0-4-15,0 0-1 0,6 12 2 0,-6-12 3 16,5 7 2-16,-5-7 3 0,0 0 0 0,0 8-1 16,0-8 2-16,0 0 2 0,0 0 3 0,0 0-1 15,0 0 3-15,0 8 0 0,0-8 4 0,0 0-1 16,0 0 5-16,0 0-1 0,0 0 2 0,0 0 2 16,0 0 4-16,0 0-3 0,0 0-3 0,0 0 9 0,0 0 6 15,0 0 1-15,0 0 1 0,0 0-1 0,0 0-1 16,0 0 4-16,-15-14-4 0,15 14-1 15,0 0-1-15,0 0 3 0,0 0-4 0,-8-7-5 16,8 7 5-16,0 0 0 0,-5-4 0 0,5 4 2 0,0 0 0 16,0 0 1-16,0 0-4 0,-4-6 4 0,4 6-1 15,0 0-1-15,0 0-5 0,0 0 6 16,0 0-8-16,0 0-1 0,0 0-3 0,0 0 9 16,0 0-11-16,0 0 0 0,-16 8 0 0,16-8 3 0,-8 9-4 15,4-5 0-15,-2 6-1 0,-1-2 2 0,0 6 3 16,-1 2 6-16,1-1-2 0,-1 2 3 0,0 0 1 15,3 0 0-15,-2 3-4 0,2-1 3 0,1 8 0 16,2-8-1-16,2-1 0 0,4-1 1 0,-2-1 0 16,3-1 1-16,2-3-2 0,-1 1-1 0,3 0 1 15,5-1-2-15,-1-2-15 0,5-1-13 0,-1-3-26 16,4 2-22-16,1-4-23 0,-4 0-21 0,2-3-29 16,11 3-22-16,-4-6-21 0,2 0-21 0,-11-1-174 15,0 0-407-15,2-3 181 0</inkml:trace>
  <inkml:trace contextRef="#ctx0" brushRef="#br0" timeOffset="31686.93">29074 9709 42 0,'0'-6'231'0,"0"6"-15"0,0-10-13 16,0 10-18-16,0 0-18 0,0 0-15 0,0 0 3 15,0 0 5-15,0 0 1 0,0 0-12 0,3 36-2 16,-3-19-21-16,2 2-11 0,0 10-13 0,0-1-7 15,-1 0-10-15,4 0-5 0,-4 1-11 0,2-3-4 16,-2 2-13-16,0-1-23 0,2-2-30 0,-2 1-31 0,0-7-58 16,-1 0-55-16,2-4-62 0,-4 1-179 15,2-2-417-15,0-5 185 0</inkml:trace>
  <inkml:trace contextRef="#ctx0" brushRef="#br0" timeOffset="31861.5">29019 9592 76 0,'0'0'109'0,"0"0"-17"0,0 0-6 0,0 0-23 16,17 17-28-16,-10 0-34 0,3 7-40 0,0 4-32 15,3 3-76-15,-3 1 34 0</inkml:trace>
  <inkml:trace contextRef="#ctx0" brushRef="#br0" timeOffset="32219.65">29280 10096 90 0,'0'0'196'0,"6"-10"-10"0,-2 2-5 0,-2-2-4 0,1 0 3 16,-2 1-15-16,3-4-8 0,-3 1-16 0,3-5-9 15,-4 0-12-15,1 1-11 0,0-1-11 0,-2-3-7 16,0 2-4-16,1 0-1 0,-4 3-6 0,2 0 0 15,-2 2 2-15,1 0-6 0,-2 3-11 16,1-2-1-16,-1 3-3 0,-3 2-6 0,1-1-6 0,3 3-3 16,-1-2-6-16,1 3-1 0,4 4-10 0,-7-8-2 15,7 8-6-15,-6-4-2 0,6 4-2 0,0 0-2 16,0 0 0-16,0 0-7 0,0 0 2 0,0 0 1 16,0 0-5-16,30 0-3 0,-17 2-2 0,4 2-5 15,2 1 0-15,0-3-1 0,-2-1-1 0,1 5 1 16,-5-3-1-16,1 2 2 0,-3 2-3 0,1 0 7 15,1 3-5-15,-3 4 3 0,0-1-1 0,-2-2 6 16,-1 5-1-16,-1 1 3 0,-4-2 3 0,2 2-2 16,-1 2-2-16,-1-4-2 0,3-1 4 0,-4 2-10 15,1-2-26-15,-1-1-19 0,0-2-24 0,2 0-44 16,-1-1-43-16,1-1-36 0,1 0-34 0,0-3-144 16,0-1-405-16,3-2 180 0</inkml:trace>
  <inkml:trace contextRef="#ctx0" brushRef="#br0" timeOffset="32447.85">29811 9746 178 0,'-1'-10'222'0,"-3"0"-9"16,1 3 1-16,-1 0-6 0,4 7-10 0,-8-9-12 16,2 7-15-16,6 2-8 0,-14 4-9 0,4 3-4 15,0 7-11-15,-2-1-6 0,-3 9-11 0,3-5-14 0,2 1-12 16,1 5-3-16,4-5-9 0,0 0-12 0,4 1-3 15,-2-3-4-15,7-1-8 0,0 2-7 16,2-3-4-16,2 0-15 0,2-2-17 0,-1 0-26 16,3-3-23-16,0-2-32 0,0-2-34 0,2 0-38 0,3-1-46 15,3-3-47-15,-2-1-180 0,-4 0-444 0,6-5 197 16</inkml:trace>
  <inkml:trace contextRef="#ctx0" brushRef="#br0" timeOffset="33473.51">30051 9723 76 0,'1'-10'220'0,"-1"4"4"0,0 6-12 0,0-12-16 0,0 12-20 16,0-7-5-16,0 7-9 0,0 0-5 0,0 0-9 15,0 0 16-15,-15 30-4 0,10-13-2 0,-1 2-14 16,2 0-7-16,0-1-14 0,3-1-10 0,-2 2 0 16,4 0-22-16,1-2-11 0,-1-3-3 0,5 3-9 15,1-1 0-15,1-2-10 0,3-2-7 0,-3-2 0 16,2-3-4-16,2-3-2 0,1 1-5 0,1-2-3 15,-1-1-8-15,6-4 4 0,-3-3-6 0,2 0 4 16,-7 1-6-16,1-2-1 0,2-4 1 0,-4 4-8 16,0-4-2-16,-2 1 0 0,-2-1 2 0,1 0-6 15,-1-5-1-15,-2 3 1 0,1-5-4 0,-3 3-1 16,1-3 9-16,-2 2-13 0,2 2 2 0,-4 3 1 16,2 0-2-16,-1 1 1 0,0 9 0 0,1-12-1 15,-1 12-2-15,1-7-10 0,-1 7 4 0,0 0-4 16,0 0 7-16,0 0 3 0,0 0 7 0,0 0-3 15,-3 33 8-15,1-20-1 0,2-1-3 0,-1 4 2 16,2-1 1-16,2-3 5 0,-1-1-9 0,4 3 6 16,-1-2 0-16,1-4 1 0,6 3-3 0,-6-3 2 15,0-1 0-15,4 0-2 0,1-2 2 0,-1-2 0 16,3-3-6-16,0 0 11 0,0-3-7 0,-1 1-5 16,2-3 0-16,-4 2 5 0,-1-3-4 0,0-2 3 15,1 1 6-15,-1-2-8 0,-1 0-10 0,-2 0 4 16,1-1-3-16,-2-6 2 0,-1 4 3 0,0-4-2 15,-2 5 2-15,1-3-2 0,-1 2-1 0,0 0-7 16,0-4 5-16,1 6-3 0,-3 0 9 0,0 3-9 16,1 0-4-16,-1 7-1 0,0-11-3 0,0 11-1 15,0 0-4-15,4-6 6 0,-4 6 10 0,0 0-7 16,0 0 1-16,-4 31 3 0,3-16 3 0,-1-3-1 16,-1 4 1-16,0 1 5 0,4 0-5 0,-1-3 2 0,4-3 2 15,-1 1 4-15,0 0-5 0,5 3-4 0,-1-4 3 16,0-2 2-16,2-2 5 0,1-1 0 15,4-1-6-15,4-1 0 0,1-2 7 0,0 0 0 16,0-4 0-16,1-2 3 0,-2-3-6 0,2 1 1 0,-3-2 2 16,0-1-2-16,-2-1 12 0,-2-1-19 0,-3-3 8 15,-1 0-11-15,-3-1 5 0,-2-1-2 0,-1 0 11 16,-1-4-17-16,-2 1-2 0,0-8 19 16,-1 0 8-16,0 0-4 0,-2-1-10 0,1 0 0 15,0 1-4-15,1 1-1 0,-2 0 2 0,1 7-5 0,-1 2 6 16,2 1 7-16,1 7-1 0,-1 2-11 15,1 7 13-15,0-11-5 0,0 11-1 0,-3-6 4 16,3 6-12-16,0 0 9 0,0 0 1 0,-5 37 8 16,3-11 9-16,-6 5-4 0,5-1-5 0,-2 2 10 15,0 0-21-15,1-2 21 0,-1 1 0 0,3-4-9 0,0 2 0 16,2-4 7-16,3-5-18 0,2-2 10 0,-2 0 7 16,3-3 0-16,4 1-6 0,3-3-6 15,-2-2 5-15,5-1 1 0,-3-5-1 0,5 2-13 0,-1-4 13 16,1-3 1-16,3-3-1 0,-1 0-1 0,-1-2-2 15,2-3-5-15,4 0 0 0,-9-1-1 0,0-1 1 16,0-2 2-16,-2 0-6 0,-3-2 2 0,-2 0-10 16,-1-1 0-16,-1 2-1 0,-1-3 0 15,-4 4-2-15,-1-5-4 0,1 7 6 0,-4-2 10 0,2 3-18 16,0 9 13-16,-2-14-37 0,2 14 24 0,-3-8 5 16,3 8-2-16,0 0 1 0,0 0-1 0,0 0 2 15,0 0 0-15,-17 24 4 0,13-13 6 0,-2 2 0 16,3 5 1-16,-1-2 0 0,1 2 21 0,1-1-14 15,-1 2-5-15,-2-1-1 0,4 3 6 0,-3-2 1 16,3-2-9-16,1 7 3 0,-2-6 4 0,2-1 3 16,-1-1-6-16,1-4-4 0,-1 0-5 0,0-2-17 15,1-3-24-15,-2 3-26 0,1-2-33 0,-2-3-27 16,1 1-36-16,2-6-39 0,-8 9-50 0,2-7-61 16,-1 1-282-16,7-3-646 0,-16-4 286 0</inkml:trace>
  <inkml:trace contextRef="#ctx0" brushRef="#br0" timeOffset="33634.58">30826 9724 106 0,'6'-4'212'0,"1"1"-22"16,3-1-19-16,-3 1-19 0,4 0-10 0,-1 0-20 15,1-1-41-15,1 0-59 0,0 1-72 0,-2 0-142 16,-3 0-207-16,-2-1 92 0</inkml:trace>
  <inkml:trace contextRef="#ctx0" brushRef="#br0" timeOffset="33810.78">30368 9527 2711 0,'-15'-7'30'0,"1"2"-3"16,3 0-8-16,0 2-8 0,6 0-9 0,-1 2 2 15,6 1-4-15,-10-4-3 0,10 4 2 0,-6-3 2 16,6 3-2-16,0 0-2 0,0 0-21 0,0 0-36 16,0 0-49-16,0 0-68 0,25 11-228 0,-18-9-438 15,-7-2 193-15</inkml:trace>
  <inkml:trace contextRef="#ctx0" brushRef="#br0" timeOffset="37458.94">13909 11550 142 0,'-12'-7'193'0,"-2"-5"-8"0,-2 4-16 0,3 3 7 15,-3-3-3-15,-1 6-11 0,-2 2-14 0,0 0-13 16,3 4-2-16,-3 2-4 0,2 3-9 0,1 3-14 16,-4 7-4-16,-1 4-4 0,1 0-10 0,0 3-7 15,6 5-6-15,1-2-9 0,1-1-5 0,6 0-10 16,4-5-4-16,2-3-4 0,2-2 4 15,4-2-15-15,4 0 2 0,3-4-7 0,1-1 3 0,1-4-3 16,4 1-1-16,2-4-5 0,7-3 3 0,-6-4-5 16,7 1 0-16,-8-3-9 0,6-4 0 0,-7 1 3 15,0-2 0-15,-3 0-6 0,-2-2 1 0,2 0 3 16,-3-2-3-16,-1 2-1 0,-3-4 1 0,-3 0-4 16,1-1 7-16,-4 2-7 0,-1-3 1 0,-1 0-1 15,0 1 5-15,-2-1-5 0,0 0-1 0,-2-1-2 16,0 2 3-16,-5-1-3 0,3 7 9 0,2 2-3 15,-1-1-1-15,1 5-1 0,2 5-3 0,-2-11-2 0,2 11-2 16,-2-6 0-16,2 6-2 0,0 0-2 16,0 0 4-16,-10 36-1 0,8-12 2 0,-2 7-1 15,2-2 2-15,2 1-4 0,0 1 5 0,4-3-3 16,-2 1 4-16,2-5-5 0,2-5-2 0,0-3 3 0,1 1 1 16,4-3 1-16,1 0 5 0,-2-5-2 0,1-2 2 15,3-1-3-15,4-2 2 0,-2-2-1 16,2-4 0-16,2-1 0 0,1-3 1 0,-4 0-3 15,8-8 2-15,-9 4-1 0,1-2-4 0,-1-1 3 0,-3 0 1 16,-3-3-4-16,1 1 2 0,-3-2 0 0,-1 0-5 16,0 0 2-16,-6-4 2 0,-1 2-3 0,2 2 3 15,-4-3-2-15,2 2 0 0,-2 3-3 16,-1-1 6-16,-2 5-5 0,3 0 1 0,0 6-1 0,2 5 1 16,-1-11-6-16,1 11-1 0,0 0 3 0,0 0 2 15,0 0 2-15,0 0-4 0,-10 30 3 0,7-12 0 16,0 7-1-16,3 2 4 0,-3-1-2 15,3 3 0-15,-2-3 4 0,4 0-2 0,-2 1-2 0,0-2 5 16,0-6-1-16,3 7-2 0,-3-7-1 0,0 1 10 16,0-2-11-16,2 0-16 0,-5 0-13 0,1 0-18 15,2 0-40-15,-2-1-45 0,-1-2-52 0,3 2-52 16,-4-5-141-16,1 0-412 0,1 0 183 0</inkml:trace>
  <inkml:trace contextRef="#ctx0" brushRef="#br0" timeOffset="37740.54">15011 11378 280 0,'-5'-11'280'0,"1"2"-22"0,2 2-9 0,0 2-25 16,2 5-26-16,-5-7-13 0,5 7-9 0,0 0-2 15,0 0-8-15,-5 32-3 0,6-9-16 0,0 6-18 0,-2 3-2 16,3 4-12-16,4 12-12 0,-5-14-6 16,3 1-15-16,0 11-4 0,1-12-8 0,0 0-7 15,-1-1-4-15,1 1-5 0,-1-1-3 0,-2-1-12 0,1-2-19 16,-3-3-12-16,1-2-28 0,0-6-31 0,1 1-30 16,-2-5-29-16,0-4-43 0,-2 1-49 15,4-6-45-15,-2-6-209 0,-4 11-493 0,1-6 219 16</inkml:trace>
  <inkml:trace contextRef="#ctx0" brushRef="#br0" timeOffset="38780.9">14991 11703 25 0,'2'-16'166'0,"3"0"-14"0,-1 1-17 16,3-2-5-16,0 3 0 0,0-3-11 0,1-1 0 15,0 1-14-15,1 0 0 0,-1 2-5 0,0-3-5 16,1 2-7-16,1-1-7 0,-1 0-10 15,0 3-9-15,-2-2 3 0,2 1-3 0,-3 1-3 0,-1-3-3 16,-1 6-2-16,0 0-4 0,0-2-2 0,-1 5-5 16,-1-2 2-16,-1 5-8 0,-1 5-1 0,5-11-5 15,-3 6-9-15,-2 5-2 0,0 0-2 0,0 0-3 16,0 0 4-16,8 28 2 0,-4-3 10 0,-4 6-2 16,2 5 3-16,-4 12-3 0,-2 1-5 0,2-4 0 15,-4 0-2-15,-1-10-2 0,6 0 0 0,-3-2 0 16,4-1-3-16,-3-2-3 0,5-4-5 0,-4-10 3 15,2 2-4-15,0-1 5 0,3-7-4 0,-3-1-3 16,2 1 5-16,1-4-4 0,-1-2 2 0,-2-4-3 16,5 8 5-16,-5-8-3 0,0 0 1 0,0 0-5 15,16-6 3-15,-8-2-6 0,1 0 4 0,1 0-2 16,5-2-3-16,-2 0-1 0,1 4 1 0,2-1-7 16,-5 2 9-16,4 3-2 0,-1-1-1 0,2 0 2 15,-2 3-1-15,2 0 5 0,2 0-2 0,0 2 2 16,1-2 2-16,2-2 1 0,-4 0 0 0,7 0-2 15,2-2 0-15,1-2-2 0,-2-1-1 0,-5-1 3 16,2 1-3-16,-5-3 3 0,2 1 0 0,0-1-1 16,-4 1 1-16,0-3-3 0,-3 0 1 0,0 0 0 15,-1 0-1-15,-2-2 2 0,-4 1-3 0,-2 2 0 16,-1-7 1-16,1 7 0 0,-5-6 0 0,1 0-1 0,-1 0 0 16,-4 0 5-16,1 3-2 0,-1-2-5 15,1 3 3-15,-3 1-2 0,4 4 5 0,-2-1 1 16,-1 2-7-16,1 3 0 0,-1 1 2 0,7 3-3 15,-17 3 2-15,4 4-3 0,-1 5 6 0,0 3 0 0,-4 10 1 16,5-2 2-16,4 2-1 0,0 0-1 0,3 1-1 16,1-6 3-16,9 4 2 0,-2-5-4 15,3-4 1-15,3-1 3 0,1 1 1 0,4-4 0 16,-3-2 2-16,8-1-3 0,-1 0 3 0,1-1 3 0,1-6-2 16,0-2 1-16,4 1-5 0,-4-4 3 0,3 0 0 15,-3-2-4-15,-1 0 2 0,1-2 0 0,0-2 1 16,-4-1-6-16,3 1 13 0,-4-1-12 0,2 0 2 15,-5-1-1-15,0-1-1 0,-4 2 0 16,1 2 1-16,-2-5-4 0,-1-2 0 0,0 6 2 0,2-5-1 16,-5 3-1-16,2-5-3 0,-3 7 1 0,1 0 2 15,-2-2 5-15,0 5-9 0,1 0 2 0,-1 7 1 16,3-10-1-16,-3 10-3 0,-2-9-5 0,2 9 2 16,0 0-2-16,0 0 5 0,0 0-2 0,0 0 7 15,0 0 2-15,-7 29 1 0,0-13 6 0,5-1-1 16,-1 3 5-16,2-2-1 0,0 0 6 0,-1 1-6 15,4-2-1-15,-1-2-2 0,1 0-1 0,1-1 1 16,3-1 1-16,-1-1-1 0,1-1-3 0,0-1 1 16,2 0 0-16,0-2-2 0,1-3-3 0,4 1 3 15,-1-3 3-15,-2 0-1 0,3-2-2 0,-2 0 2 16,1-1-5-16,0-2 2 0,1 0-3 0,-2-2 1 16,0-1 4-16,-2 1-1 0,-1-3-2 0,1-1 2 15,-4 0-1-15,0 0 8 0,0 0-11 0,-1-2-1 16,-2 0-2-16,0 0-1 0,3 0 1 0,-3-4 1 15,-1 4-4-15,2 0 4 0,0 1-7 0,1 0 1 16,-2 3-4-16,1-3 3 0,1 7-3 0,-2-1-1 0,-2 5 0 16,8-9-1-16,-8 9 1 0,0 0 0 15,12 5 1-15,-12-5 5 0,10 10-2 0,-4 0 4 16,-1 1-1-16,-1-3 4 0,0 8 0 0,-2-4 0 16,2 2 11-16,-1 1-14 0,-1-3 1 0,1 0 5 15,2 0 0-15,-2 2-4 0,0-2 3 0,0-2-13 16,-1 0-22-16,1 0-21 0,-2-1-24 0,-1 1-23 15,1-3-45-15,-1-7-52 0,0 12-44 0,0-12-210 16,-5 8-488-16,5-8 216 0</inkml:trace>
  <inkml:trace contextRef="#ctx0" brushRef="#br0" timeOffset="38982.74">15890 11387 2365 0,'-10'-14'9'0,"1"4"38"0,2 2-10 16,2 0-18-16,3 3 1 0,-2 0 2 0,4 5 7 16,-5-7-9-16,5 7-3 0,-5-8-4 0,5 8-4 15,0 0-6-15,0 0-6 0,0 0-15 0,0 0-21 16,0 0-51-16,0 0-58 0,28 8-71 16,-16-3-131-16,0-1-377 0,6 1 168 0</inkml:trace>
  <inkml:trace contextRef="#ctx0" brushRef="#br0" timeOffset="39420.36">17191 11404 78 0,'-5'-12'292'0,"0"1"-23"16,1 3-5-16,1 2-15 0,1 0-8 0,2 6-35 16,-5-10-26-16,5 10-19 0,0 0-4 0,0 0 7 0,0 0 2 15,3 36 2-15,0-9-7 0,1 8-6 0,0 10-27 16,1 1-2-16,-3-11-9 0,5 11-1 16,0-2-18-16,-3-9-10 0,3 10-6 0,-4-11-6 15,4 1-16-15,-2-3-2 0,1 0-7 0,-2-2-4 0,1 1-21 16,0-6-32-16,-1 1-25 0,-2-9-28 0,0 0-31 15,1-2-23-15,-1-4-17 0,1 1-35 16,-3-3-32-16,2-1-33 0,-2-1-28 0,0-7-194 16,0 0-487-16,0 0 215 0</inkml:trace>
  <inkml:trace contextRef="#ctx0" brushRef="#br0" timeOffset="39916.32">16979 11694 76 0,'-4'-4'185'0,"0"-1"-19"0,4 5-19 16,-1-9-18-16,1 9-9 0,0 0-3 0,21-5-9 16,-4 1-10-16,11-1-7 0,2 1-8 0,4 0-10 15,17-4 2-15,0 2-16 0,-12 2-5 0,14-7-4 16,-1 4-6-16,-15-1-5 0,1 2-2 16,-1 3-2-16,-2-4-2 0,-5 2-2 0,2 1-3 0,-10 1-4 15,-3-4 1-15,-1 4-7 0,-6 0 3 0,0 1-3 16,-3 0 0-16,-4 1 11 0,-5 1 11 0,9-4-1 15,-9 4-2-15,0 0 3 0,0 0 2 0,0 0 5 16,0 0 1-16,0 0 5 0,-27 4 3 0,15 1 2 16,-4 5 10-16,0 2-5 0,-7 7 1 0,1 1 1 15,3 1-5-15,0 1-2 0,5 2-4 0,1-2-4 16,1 2-4-16,6-5-6 0,1-2-4 0,2 0-1 16,3-3-5-16,1-2 4 0,2-2-9 0,2 1-1 15,0-4-1-15,5 1-3 0,-2-3-3 0,4-3-2 16,0 2 2-16,-1-4-3 0,0 0-7 0,7-4-3 15,-3-2-1-15,-2-2-2 0,1 2 0 0,0-6-4 16,-2 1 2-16,-2-3 1 0,-2 4-1 0,-2 0 2 16,2-5-1-16,-3 4 0 0,-3 0-2 0,2-7 2 15,-1 7-5-15,1-6 8 0,-4 6-4 0,0 2-2 16,1 2 1-16,-1 7-3 0,0-11 7 0,0 11-11 16,1-8 0-16,-1 8 1 0,0 0 0 0,0 0-2 15,0 0 3-15,8 28 5 0,-7-11-2 0,3 1 4 16,-1 0-3-16,2 6 6 0,0-5-3 0,-2 6 0 15,0-7-30-15,0 1-33 0,1-1-33 0,-2 3-58 16,6-5-56-16,-1-2-57 0,-3-2-146 0,1-2-445 16,0-1 198-16</inkml:trace>
  <inkml:trace contextRef="#ctx0" brushRef="#br0" timeOffset="40162.43">17848 11855 144 0,'-4'-6'227'0,"4"6"-11"15,0-16-10-15,0 9-14 0,1-2-4 16,2-1-5-16,1-1-2 0,1 1-12 0,1-5-9 16,3 2-10-16,3-2-1 0,-3 0-19 0,5 0-7 15,1-1-9-15,0 4-7 0,2-1-12 0,-2 0-2 16,1 3-6-16,-2 1-7 0,-2 4-5 0,1 0-11 0,0 3-4 16,-3 1-9-16,1 2-2 0,-1 1-12 15,-3 4 12-15,1 2-18 0,0 2-2 0,-1 3 0 0,0 1-9 16,-1 0-13-16,-2 4-19 0,0-1-34 0,0-2-26 15,-1 2-26-15,0 2-31 0,2-4-50 16,-4-1-53-16,2-2-223 0,-2-3-492 0,2-1 218 16</inkml:trace>
  <inkml:trace contextRef="#ctx0" brushRef="#br0" timeOffset="40390.35">18169 11416 295 0,'-2'-9'288'0,"0"-1"-14"0,0 3-23 16,2 7-24-16,-1-10-31 0,1 10-13 0,0 0 5 15,0 0-3-15,8 21 2 0,-6-1-14 0,2 10-3 16,-1 5-17-16,-1 0-6 0,1 11-20 0,-3-12-12 16,1 4-9-16,3-5-9 0,-3 2-10 0,1-1-17 15,0-4-26-15,-3 2-48 0,1-5-40 0,1 1-45 16,-1-8-47-16,-1-2-57 0,2-6-55 0,-2 3-228 15,0-5-513-15,1-4 227 0</inkml:trace>
  <inkml:trace contextRef="#ctx0" brushRef="#br0" timeOffset="40667.35">18399 11458 146 0,'5'-6'230'0,"-4"1"-18"0,-1 5-15 0,0 0 0 15,0 0-10-15,0 0-11 0,0 0-12 0,-26 22-16 16,13-5-18-16,-4 2-10 0,-2 5-13 0,-4-2-13 16,3 0-8-16,1-4-9 0,0 4-6 0,6-7-14 15,2 0-10-15,2-5-11 0,3-1-5 0,-1 0-10 16,3-4 1-16,0 0-5 0,2 0 0 0,2-5-2 16,0 0 0-16,0 0-3 0,5 11 2 0,-5-11-5 15,10 3-1-15,2 1-3 0,-2-1 2 0,0 1 5 16,4 1-8-16,-2 0 2 0,4 2 0 0,0-2-15 15,3 2-9-15,-2 0-23 0,-1 0-22 0,2-1-40 16,2-2-44-16,2 1-38 0,-1-1-172 0,-2-1-385 16,-1-1 170-16</inkml:trace>
  <inkml:trace contextRef="#ctx0" brushRef="#br0" timeOffset="41004.71">18873 11575 216 0,'-3'-10'244'0,"-1"0"8"0,-1 0 1 0,0 2-9 16,1 4-12-16,-1 1-19 0,5 3-15 0,0 0-6 16,0 0-4-16,-20 15-5 0,10 0-6 0,1 7-16 0,-2 4-6 15,6-2-32-15,0 2-4 0,4-6-7 16,0-1-19-16,1 1-5 0,3-2-5 0,4 1-12 16,4-4-6-16,-2 2-4 0,3-5-7 0,4 0-4 15,0-4-10-15,4-4 6 0,8-4-3 0,-6-3-6 0,6-2 2 16,-1-2-8-16,1-4 14 0,0 1-23 15,-5-4 2-15,-5 2-6 0,-5-1-3 0,-2-1-6 16,1-3 7-16,-3 0-2 0,-4-1 6 0,-2-2-9 16,-5-6-8-16,2 1 3 0,-7 0 1 0,-2 0-1 0,-4 0 8 15,1 3-16-15,-5 0-3 0,0 2-7 0,-4 1-5 16,5 6-16-16,-1 1-8 0,-2 3-9 0,1 4-16 16,-5 1-16-16,1 5-23 0,-6 5-16 15,3 4-23-15,-1 5-34 0,2 4-34 0,2 2-30 0,5 5-35 16,0 4-174-16,5 2-490 0,3 0 217 0</inkml:trace>
  <inkml:trace contextRef="#ctx0" brushRef="#br0" timeOffset="41371.98">19067 11875 95 0,'18'-10'160'0,"-1"0"10"0,-2 1 12 0,0-5 7 15,-1 1-3-15,-1-2-6 0,0 0-12 0,-3-2-6 16,-1 0-2-16,0-1-9 0,-1-1-13 0,-2-5-5 15,-2 5-11-15,-3-6-7 0,-2 0-6 0,-4 0-7 16,1 6-7-16,-5-6-1 0,0 8-7 0,1 0 3 16,-2 3-6-16,-3 0-1 0,3 1-5 0,-1 4-7 15,3 1-1-15,-1 2-3 0,1 0-10 0,2 3-3 16,1 0-11-16,5 3-4 0,-8-5-7 0,8 5-2 16,0 0 12-16,0 0-12 0,0 0-9 0,0 0-1 15,0 0-2-15,30 2-1 0,-11-2-2 0,3-2 1 16,6 0-4-16,2-4-3 0,1 3 4 0,1 3 2 15,-3-3-10-15,-2 2 2 0,-9 1 1 0,-1 0-4 16,-3 2-1-16,1 5 3 0,-2-1-6 0,-6 3 4 16,0 0 9-16,1 5 0 0,-3 1 16 0,1 4-1 15,-1-2 3-15,-2 0 1 0,-2 2 4 0,0 0-8 0,-1 0-5 16,0 2 3-16,-2-1-4 0,-1-1-20 16,-2 5-30-16,1-6-35 0,-6 6-48 0,2 1-53 15,3-6-63-15,1-4-78 0,-6 2-236 0,4-3-587 16,1-1 260-16</inkml:trace>
  <inkml:trace contextRef="#ctx0" brushRef="#br0" timeOffset="41866.21">19950 11690 2 0,'-8'-2'256'0,"8"2"-8"0,-15 2-17 0,7 2-10 0,1 3-8 16,-2 5-8-16,1 5-6 0,2 0-12 16,-2 7-17-16,2 0-13 0,5-5-9 0,2 0-20 0,0 1-10 15,7-4-11-15,-1 1-7 0,1-2-12 0,6-2-10 16,-1-1-4-16,5-2-5 0,1-5-5 0,1-2-8 16,11-3 0-16,-3-4-2 0,1-1-9 0,3-4 0 15,-1-2 2-15,-5-3-1 0,-4-1-6 16,-1 0 0-16,-7 0 1 0,0 2 4 0,-5-4 9 0,-2 1-9 15,0-3-9-15,-2-4 9 0,-2-2-16 0,-3 5 14 16,-5-6-12-16,-4 4-6 0,1 3-4 16,-2-5-7-16,-5 2 4 0,2 8-3 0,-6-5-5 0,6 7 1 15,-2 3-8-15,3 3-20 0,-1 2-18 0,-5 3-19 16,3 5-17-16,-5 6-16 0,-2 6-24 0,0 7-19 16,3 4-40-16,0 3-45 0,5 2-28 0,-1 11-40 15,4-11-144-15,5 0-464 0,6-2 206 0</inkml:trace>
  <inkml:trace contextRef="#ctx0" brushRef="#br0" timeOffset="42205.98">20303 11914 162 0,'13'-17'204'0,"-1"-3"-4"0,0-3-2 0,1-1-2 0,0-1-2 16,-2-3-15-16,-3 2-10 0,1-3-10 0,1-1-10 15,-4 0-5-15,3 0-20 0,-5-1-9 0,1 2-6 16,-2 0-10-16,-2 3-3 0,-4 0-7 0,5 10 0 15,-2 5-3-15,0-1-8 0,-2 3-7 0,4 1-7 16,-2 8-8-16,-2-12-9 0,2 12-7 0,-1-9-9 16,1 9 10-16,0 0-18 0,0 0 2 0,0 0-7 15,0 0 0-15,-5 31-2 0,6-18-13 0,2 1-4 16,1 4 0-16,5-1-1 0,-3 0-1 0,3 0-4 16,4-2 0-16,2 6-1 0,0-7-1 0,-2 0 1 15,0 1 1-15,1-3 2 0,-1 1-2 0,-1 1 0 16,-5-2-1-16,1-2 12 0,-2 3-9 0,-3-2 2 15,0 0-1-15,0-1 1 0,-4 0 3 0,-2 0-3 16,1 1 0-16,-2 0-3 0,-3-2-7 0,2 0-15 16,-1-1-23-16,-3-2-19 0,3 2-24 0,-1-3-41 15,3 0-31-15,0-1-26 0,4-4-41 0,-7 4-136 16,7-4-398-16,0 0 177 0</inkml:trace>
  <inkml:trace contextRef="#ctx0" brushRef="#br0" timeOffset="43056.35">20833 11413 104 0,'0'-6'228'0,"0"6"-9"0,0 0-5 15,-4-12-6-15,4 12-9 0,0 0 0 16,0 0-6-16,-18 21-6 0,10-4 2 0,0 9-12 16,0-2-16-16,2 3-9 0,-1-1-5 0,7-6-16 0,-3 5-11 15,4-6-9-15,1-1-12 0,2 0-10 0,3-1-11 16,0-2-3-16,2-1-5 0,3-2-8 0,1-1-2 15,1-2-10-15,1-2-2 0,1-1-9 16,3-3 1-16,-2-3-5 0,1 0 0 0,3-3-7 0,-4-2 0 16,0-1-2-16,0-3-5 0,-4-1 0 15,1 0-7-15,-5 1-1 0,2-2-4 0,-2 0 3 0,-1-2-4 16,-2-2 2-16,-1 1-4 0,0-6 1 16,-3 8 3-16,-1-5-7 0,1-2-2 0,-2 4 0 15,-2-2 3-15,1 7 0 0,1 0 0 0,-2-1-3 0,1 3 13 16,1 8-17-16,0-11-2 0,0 11 2 0,0 0-9 15,-1-9 15-15,1 9-13 0,0 0 6 0,0 0-1 16,-1 30 3-16,-2-12 4 0,-1 0-1 16,2 7-2-16,2-6 1 0,1 1 2 0,1-1-1 0,0-1 3 15,2 0-1-15,1 0-8 0,3-1 5 0,-5-6 3 16,6 3 6-16,-1-3-7 0,6-3 8 16,2 1-4-16,-4-5-1 0,1-3 3 0,6 1-7 0,-2-2 3 15,3-3-1-15,0-2-1 0,-2-3-7 0,3 0 2 16,-3-2 0-16,-2-1-2 0,1-1-2 0,-4-3 2 15,2-5-1-15,-4 3 1 0,-2-1 1 0,-1-5-8 16,-2-2 10-16,-1 0-8 0,-3-2 7 16,-1 2-3-16,0-3 0 0,-2 0-4 0,0 1 3 0,-1-1 2 15,0 0-1-15,1 2 2 0,-1-1 1 0,-1 1 7 16,1 11 10-16,1 2 0 0,1 2 3 0,-1 2 1 16,0 2-9-16,1 7-1 0,-2-9 6 0,2 9-11 15,0 0-6-15,0 0 3 0,0 0 2 0,-2 36 5 16,-2-9-1-16,0 3 4 0,-1 3-2 0,1-1 4 15,-1 3-12-15,4-5 14 0,-2 1-3 0,3 0-4 16,1-3 0-16,3 1-4 0,0-10 3 0,4 4-3 16,-1-7 0-16,4 0 5 0,1-3-2 0,1 0-3 15,2-3 8-15,2-4 0 0,2-1-3 0,0-4 3 0,2-1 7 16,7-1-14-16,0-7 3 0,-1 1-7 16,0-3-1-16,0-6 5 0,-4 0-6 0,-3-2 1 15,-2 0 3-15,0-3-4 0,0-2-6 0,-5 1 2 16,-3-1-1-16,-4-1 3 0,1-1-5 0,-5 1 0 0,-1-2 1 15,1 1 1-15,-4-1 0 0,1-1 1 16,-1 1-3-16,-1 7 3 0,2-6 0 0,-2 7 3 16,2-1 1-16,0 8-6 0,-2 0 6 0,2 4-1 15,-2 0 3-15,3 7-5 0,-1-8 2 0,1 8-4 0,0 0 10 16,0 0 4-16,1 28 9 0,-5-3-3 0,3 3 5 16,0 2 10-16,-2-1-3 0,2 4 8 0,-3-1-12 15,2 3 7-15,-1-5 1 0,-1 3-3 16,2-2-6-16,-1 0 3 0,2-2-7 0,3-2-3 15,0-1-20-15,-1-6-20 0,3-1-19 0,0 0-23 0,-1 0-24 16,3-3-36-16,-1 1-36 0,1-7-38 0,2-1-52 16,-1 0-26-16,2-2-231 0,0 0-554 15,2-5 245-15</inkml:trace>
  <inkml:trace contextRef="#ctx0" brushRef="#br0" timeOffset="43412.97">22043 11378 163 0,'-5'-10'244'16,"-3"0"-8"-16,1 5-12 0,1 1-10 0,-1 2-3 16,7 2-9-16,-19 7-7 0,8 1-10 0,-3 5-10 15,-4 6-9-15,-2 0-15 0,5 5-14 0,1-1 1 16,4-1-26-16,-2 3-12 0,7-8-9 0,1-1-11 16,4 0-4-16,0 0-11 0,4-4 1 0,0 0-12 15,2-3-3-15,1 0-11 0,1-2-7 0,-1-1-6 16,2-3-3-16,1-1-6 0,-3 1-3 15,-7-3 0-15,0 0-5 0,25-7-1 0,-20 4-3 0,4-3 0 16,0-3-3-16,-1 0 0 0,-2 0-3 0,1-2 5 16,-2-1-4-16,0 1 1 0,0-1 0 0,-2-1 2 15,-2 2-6-15,0-1 4 0,2 2-5 0,-3 10 1 16,1-13-1-16,-1 13 4 0,0 0-6 0,0-12 0 16,0 12 2-16,0 0 9 0,0 0 5 0,0 0 0 15,0 0-8-15,4 35 3 0,-3-19 3 0,3-1 0 16,-3 2-2-16,2 0-14 0,1-1-31 0,-4 1-34 15,1-2-31-15,0 2-52 0,2-1-51 16,1-4-25-16,1-2-30 0,1 0-161 0,4-3-456 0,2-1 202 16</inkml:trace>
  <inkml:trace contextRef="#ctx0" brushRef="#br0" timeOffset="43674.87">22267 11207 63 0,'-2'-10'267'16,"0"2"-23"-16,2 8-23 0,0-8-10 0,0 8-4 15,0 0-11-15,0 0 6 0,-1 29-8 0,1-9 5 0,1 8-28 16,1 0-8-16,-2 5-12 0,-2 1-12 0,2 0-9 16,0 0-9-16,2-1-10 0,-1 0-15 15,1-2-4-15,0 0-12 0,2-1-7 0,-2-1-2 16,-1-2-10-16,3-3-22 0,-1-5-24 0,-1-2-28 0,-2-5-28 15,2-1-24-15,-1 1-30 0,-1-5-20 0,0 3-30 16,0-10-27-16,0 10-43 0,0-10-40 16,-5 5-146-16,5-5-433 0,0 0 192 0</inkml:trace>
  <inkml:trace contextRef="#ctx0" brushRef="#br0" timeOffset="44002.49">22263 11500 152 0,'7'-9'159'0,"-2"1"2"0,4 2-8 15,0 0-3-15,1 0-9 0,1 3-4 0,1 1-8 16,0 1-13-16,-1 2-3 0,0 3-12 0,0 1-7 16,1 3 4-16,0 4-9 0,-4-1-4 0,0 2-2 15,-1 3-2-15,-1-2-8 0,2 2-3 0,0 0-7 16,-3 0-7-16,1-2-4 0,1-2-3 0,-1-1-6 16,3 0-2-16,-1-5-4 0,1 2-1 0,3-3-5 15,1-2 0-15,1-1 0 0,4-2 0 0,0-1-7 16,-1-3 0-16,-3 0 0 0,-3-3-1 0,4 0-6 15,-4 0-3-15,2-4 6 0,-6 2 6 0,-1-1 4 16,-2-2 3-16,0 2 0 0,-1-7 1 0,-3 1-2 16,-4 0-2-16,0 1 0 0,-2-2-5 0,-4 3 3 15,-1-3-3-15,2 2 1 0,-3 2-5 0,-1 2 1 16,-1 0-7-16,-2 6 0 0,0 0-2 0,3 3-1 16,-6 4-7-16,2 2-9 0,-2 2-21 0,0 5-33 15,-4 2-37-15,6 1-57 0,6-2-68 0,-5 4-236 16,6-4-493-16,0 4 218 0</inkml:trace>
  <inkml:trace contextRef="#ctx0" brushRef="#br0" timeOffset="44635.09">22657 11437 115 0,'0'-7'242'16,"0"7"3"-16,0 0 12 0,0 0-10 0,0 0-10 15,24 16 3-15,-11-3-11 0,-4 0-12 0,5 2-22 0,-4 1-15 16,2-1-15-16,-2 2-9 0,4 4-15 16,-6-4-16-16,-1-1-7 0,0 0-10 0,-3 1-14 15,1 0-12-15,-1-2-3 0,-4-5-10 0,0 2-1 0,-3-1-9 16,-1-1-5-16,-1 0-6 0,-1-3-5 0,2-2 1 16,-1 0-7-16,1 1-1 0,4-6-5 15,-5 3-11-15,5-3 2 0,0 0-7 0,0 0-4 16,0 0-8-16,-13-11-3 0,13 11-1 0,5-15-7 0,-2 2 4 15,6-1-2-15,2-1-4 0,-1 0 3 0,2-2-4 16,7-5 2-16,-2-2 2 0,2 5 0 0,0-3 12 16,-4 2-8-16,4-1-5 0,-2 1 0 0,0-1 7 15,-6 7-3-15,1-3-3 0,-2 3 8 0,-2 0 11 16,-3 3 4-16,2 2 4 0,-2 0 6 0,-1 4 8 16,-1 1-2-16,-3 4-6 0,5-8-6 0,-5 8 2 15,0 0-2-15,0 0 4 0,0 0 2 0,0 0 8 16,3 22 2-16,-5-12 2 0,2 0-8 0,2 5 6 15,-2-3 2-15,1-1-5 0,0 0-2 0,2-1-8 16,3 1 1-16,-2-3-4 0,2 2 3 0,2-4-4 16,2 0 3-16,0 0-12 0,2-6 8 0,4 0 2 15,4-3-8-15,-1-3 5 0,1 1-4 0,-2-2-3 16,0 0 4-16,-3 0-5 0,-1-1 3 0,-2 1 0 16,-1-1-1-16,-2-1 1 0,-1 2-3 0,-3-2-2 0,0 1 1 15,2-1-3-15,-4 1 0 0,0 3-5 16,-3 5 5-16,5-9 0 0,-5 9-7 0,3-7-2 15,-3 7 1-15,0 0-10 0,0 0 11 0,0 0 10 0,2 22 12 16,-4-5-1-16,-3 7 15 0,-1 4 17 0,0 6 8 16,-1 0 5-16,-1 13-7 0,-1 1 3 0,-1 1-6 15,2 0-7-15,0-1 0 0,2 1-9 16,-2-1 1-16,4-1-5 0,1-1-5 0,1-10-4 0,1 12-7 16,1-12-26-16,0-1-29 0,0 1-48 0,-1-3-38 15,-1 2-48-15,0 11-44 0,-5-12-52 0,1-2-70 16,0-2-67-16,-3-3-241 0,0-1-699 0,1-8 309 15</inkml:trace>
  <inkml:trace contextRef="#ctx0" brushRef="#br0" timeOffset="45085.11">24114 11307 219 0,'-5'-11'265'0,"-3"2"-9"0,1 3-10 0,-4 0-14 16,2 2-17-16,-2 1-9 0,-2 4-13 0,-4 5-10 16,1 3-11-16,-1 4-13 0,-1 10-7 0,-2 0 5 15,7 6-11-15,-2-2-11 0,4 2-14 0,6 0-7 0,3-1-14 16,2-3-10-16,6 0-8 0,3 0-5 15,3-3-5-15,4-1-9 0,-2-6-6 0,11 0-6 16,0-2-3-16,3-1-10 0,2-5-19 0,2-1-29 16,0-4-22-16,2 0-21 0,2-4-29 0,-3-2-22 15,-2 0-29-15,-2 0-30 0,-7 1-46 0,-2-4-26 0,-2 2-33 16,-4 3-163-16,-1-3-464 0,-4 1 205 0</inkml:trace>
  <inkml:trace contextRef="#ctx0" brushRef="#br0" timeOffset="45344.75">24466 11220 145 0,'0'-10'270'0,"-2"1"-13"0,2-1-6 0,0 10-17 16,0-12-17-16,0 12-26 0,0 0-18 0,0 0-2 15,0 0 12-15,0 0 8 0,8 41-10 16,-8-12 7-16,1 4-7 0,-1-1-2 0,1 1-15 0,-6 14-13 15,3-14-16-15,-1 0 4 0,1 1-14 16,-2-2-12-16,1-2-8 0,1-2-14 0,-1-1-8 16,2 1-14-16,-1-4 3 0,0-5-32 0,2 0-31 15,-1-3-35-15,-1-3-36 0,4 2-31 0,-5-5-43 0,2-3-40 16,-3 2-44-16,3-2-39 0,1-7-43 0,-5 10-204 16,5-10-548-16,-2 3 242 0</inkml:trace>
  <inkml:trace contextRef="#ctx0" brushRef="#br0" timeOffset="45609.18">24711 11287 6 0,'0'-6'218'0,"0"6"-9"0,-3-8-3 0,3 8-6 16,0 0-2-16,-18 6-12 0,3 2-10 0,-3 2-14 16,-6 4-17-16,-1 3-16 0,3 1-13 0,0-1-12 15,1 0-8-15,3-3-11 0,3-3-7 0,2 2-9 16,3-5-6-16,3-1-6 0,1-1-5 0,2-2-8 15,0 0-4-15,4-4-5 0,-6 7 0 0,6-7-5 16,0 8 0-16,0-8 0 0,7 7-1 0,-1-1-3 16,2-2-1-16,2 5 3 0,4 0-2 0,-1 1 0 15,-2-3 2-15,5 3-11 0,-1 1 1 0,2 0 7 16,1 1-10-16,-5-3-28 0,4 1-24 0,0-2-33 16,-1 1-48-16,1-3-61 0,1 1-62 0,-5-6-160 15,6-1-435-15,-1-1 193 0</inkml:trace>
  <inkml:trace contextRef="#ctx0" brushRef="#br0" timeOffset="45861.07">25035 11197 134 0,'2'-19'254'0,"0"1"5"16,-2 3-2-16,-2 3 1 0,4 3-6 0,-2 3-10 15,0 6-25-15,0-9-24 0,0 9-16 0,0 0-14 16,0 0 8-16,0 0 0 0,-4 34-11 15,0-6-4-15,1 5-4 0,-1 0-2 0,-1 2-6 0,1 11-8 16,-1-11-17-16,1-3-10 0,1 1-10 0,2-2-6 16,2-4-10-16,1 1-8 0,0-8-8 15,1-1-7-15,-1 0-13 0,2-2 1 0,1 0-8 0,0-6-25 16,0 0-29-16,3-2-29 0,-4 0-34 0,1-3-42 16,-1-2-49-16,2 0-55 0,0-1-68 0,-6-3-304 15,7 3-644-15,-7-3 286 0</inkml:trace>
  <inkml:trace contextRef="#ctx0" brushRef="#br0" timeOffset="46274.6">25136 11591 25 0,'6'-1'263'0,"4"-4"5"16,0-2-14-16,1 0-9 0,2 1-4 0,1-4-9 15,5 0-13-15,-5-3-16 0,8-4-14 0,-6 5-7 16,-1-1-12-16,6-4-3 0,-8 3-23 0,-1 0-12 16,3-1-10-16,-7-1-8 0,2-1-1 0,1 1-8 15,-4-1-17-15,1-2 4 0,-2 4-14 0,-4-1-3 16,-2 3 3-16,0 3-5 0,0 0 19 0,-2-2-19 16,-1 7-2-16,-2-1-3 0,3-1-7 0,2 7-12 15,-13-3 2-15,13 3-10 0,-19 6-7 0,9 2-5 16,1 2 5-16,-1 3-13 0,0 3 9 0,3 2-17 0,3-1 9 15,0 1-11-15,4-1 6 0,1 3-1 0,2-1-6 16,3-1 2-16,1 0 2 0,2-2 1 16,2 0-6-16,2 0 5 0,0-2-3 0,1 0-13 15,1 0 10-15,-2 0-1 0,-1 0-1 0,-1-3-9 0,-1-1 8 16,-3-1-1-16,-3 0-1 0,1 1-1 16,-5-3 5-16,-3 3-10 0,1-1 9 0,-5-2-5 0,-5 5 6 15,1-3-19-15,-1-3-4 0,-5 2-27 0,5-3-24 16,-1 0-23-16,1-2-42 0,-1-3-47 15,-1 1-51-15,1-1-71 0,-4-1-311 0,2-2-662 0,-4-2 293 16</inkml:trace>
  <inkml:trace contextRef="#ctx0" brushRef="#br0" timeOffset="46449.25">24847 11332 2732 0,'-19'-9'29'0,"0"3"-13"16,6 0-14-16,4 2-5 0,3 1-3 0,-2 3 9 15,8 0 1-15,-7-3 18 0,7 3 8 0,0 0 4 16,0 0 0-16,24 9 0 0,-4-8-5 0,12-1-2 16,1 0-16-16,5-1-21 0,16-4-33 0,0 3-43 15,0-3-56-15,-2-1-58 0,-12 3-220 0,0-2-454 16,12-1 200-16</inkml:trace>
  <inkml:trace contextRef="#ctx0" brushRef="#br0" timeOffset="50148.75">26601 11249 5 0,'-5'-4'252'0,"-2"-1"-15"0,0 0-16 16,-4 1-6-16,-1-1-8 0,-1 5-10 0,0 0-10 15,-1 1-21-15,-6 3-9 0,5 2-11 0,-2 5-9 0,0 0-5 16,-3 5-12-16,6-2-10 0,-6 5-6 15,1 3-11-15,6-2-9 0,0 3-9 0,4-5-4 16,0 5-8-16,5-4-7 0,2 0-2 0,2-2-2 16,6 1-11-16,1-2-1 0,4-1-1 0,0-3-6 0,0 1-6 15,3-6-1-15,2 2 0 0,0-4-5 0,1-2-11 16,3-5-5-16,1-1-3 0,-1-1-3 0,0-1 0 16,1-3-2-16,-6-2-2 0,1 1-1 15,-1-4 6-15,-1 0-4 0,-5-1 1 0,0-3-2 0,1 2-2 16,-6 4 4-16,0-6 1 0,0-2 2 0,-4 4-3 15,-2-2 2-15,0 0-3 0,0 3 2 0,0 2 1 16,-2 0 4-16,0 2 3 0,2 1 6 0,-2 2 2 16,4 7-4-16,-2-9-2 0,2 9-2 0,0 0 1 15,0 0-7-15,0 0 4 0,-11 13 6 0,7-1 1 16,-1 6-2-16,0 7-3 0,0-6 5 0,3 6 1 16,2 1-2-16,-2 1 2 0,4-8-1 0,3 1 5 15,-1-2-10-15,4-1 3 0,2 0-1 0,-1-4 0 16,3 2-3-16,1-2 0 0,1-4 0 0,1-2-1 15,3 0 1-15,-4-2 6 0,4 0-4 0,-1-3 2 16,2-4-4-16,-4 0-1 0,3-3-3 0,-5 0 1 16,3-2 3-16,-3-4-9 0,-3 3-2 0,1-4 2 15,-2-3-7-15,-3 5-3 0,2-4 2 0,-4-2-7 16,1-4 5-16,-5 2-5 0,0-1 1 0,-3 1-2 16,3-3 1-16,-6-2 4 0,-2-3-1 0,0 8-2 15,1 1 0-15,-2 0 6 0,-2 1-1 0,0 1 1 16,-2 2 3-16,3 4 5 0,1 3 5 0,1 0 3 15,-4 1 4-15,5 5 3 0,-1-2-6 0,8 2 1 16,-17 2-2-16,9-2-1 0,3 3 4 0,-1 1-3 16,1 1-1-16,5-5 1 0,-3 10-1 0,3-10 1 15,10 14 0-15,-1-7 0 0,9 1 6 0,-3-2-4 16,8-1 3-16,6-1-8 0,0-2 4 0,1-4-5 16,-1 2 5-16,-7-1-4 0,0 1 2 0,-1-1 3 0,-8-1-4 15,-2 1-2-15,1 1-5 0,-4-1-2 0,-8 1 16 16,15 1-16-16,-9 2 4 0,1 4 3 0,-1-1 2 15,0 1 15-15,-2 5 5 0,0-1-2 16,-2 1 16-16,1 6-7 0,-2 1 6 0,2 0-7 0,-3-1-3 16,4-1 6-16,-2 2-6 0,3-2-6 0,2 1 4 15,-2-3 5-15,5-1-15 0,1-2 3 0,1-1-3 16,1-2-2-16,6-2 2 0,-2-1-2 16,3-5 3-16,8 1-4 0,-6-4 1 0,2-1-2 0,5-3-7 15,-3-5-4-15,1-2 0 0,-9 5-8 0,9-4 2 16,-10 1 0-16,6-4-6 0,-10 0-3 0,-1 0-5 15,-1 0-2-15,0-2 3 0,-4-1 0 0,0-1 2 16,-5 1 1-16,0-1 1 0,-4-2 2 0,-1-3-2 16,-3 6 4-16,-1 0 0 0,-2 1-3 0,0 4 8 15,1 3 6-15,2 3 0 0,-3 1-1 0,-2 3 4 16,0 3-7-16,-2 5 2 0,4 3 2 0,-9 3 5 16,-3 10-4-16,4 2 2 0,3 0-2 0,1 2 5 15,6-8 0-15,3 8-12 0,1 0-13 0,3-6-25 16,5 4-31-16,3-3-34 0,2 2-49 0,1-9-59 15,6 1-45-15,7-1-192 0,7-4-494 0,7-4 219 16</inkml:trace>
  <inkml:trace contextRef="#ctx0" brushRef="#br0" timeOffset="50387.01">28276 11029 195 0,'-18'-9'267'0,"-2"3"-9"0,2 2-7 0,-2 5-9 16,1 5-16-16,-1 0 0 0,-2 10-12 0,1 3-14 0,1 3-10 16,5 3-12-16,-1 2-19 0,4-1-15 0,2 2-11 15,5-4 2-15,2 5-32 0,4-10-9 16,3-2-1-16,1 4-14 0,6 1 11 0,0-5-40 16,7 2-27-16,0-6-31 0,5 0-25 0,5-5-36 15,0 1-36-15,3-5-30 0,3-4-26 0,0 0-37 0,2-4-21 16,0 1-15-16,-1-5-164 0,-1 0-432 0,-3-2 192 15</inkml:trace>
  <inkml:trace contextRef="#ctx0" brushRef="#br0" timeOffset="51368.38">28635 11172 56 0,'3'-19'107'0,"-2"-6"8"0,-4 4 9 0,0 5 12 16,-1-3 1-16,-5 5 10 0,1 3 17 16,-2 3 3-16,-4-2 2 0,-3 7-4 0,-2 3-3 15,0 3-3-15,-5 7-5 0,-1 2-5 0,-1 5 2 0,3 2-6 16,2 1-13-16,2 3-13 0,0 0-6 0,5 0-13 15,6-4-12-15,0-2-2 0,5 0-11 0,3 0-7 16,0-4-4-16,7-3-7 0,-2 2-5 0,8-2-1 16,1 0-7-16,4-4-2 0,1-2-3 0,0-2-6 15,3-2-6-15,0-2-5 0,-2-2-5 0,1 0 2 16,-2-3 0-16,-4 0-4 0,2-3 1 0,-4 0-4 16,1-1-1-16,-4-2-2 0,-4-1 4 0,-1 2-8 15,2-4 4-15,-2-1 0 0,-5-1-4 0,1 1-1 16,-1 1-5-16,0-1 12 0,-1 6 9 0,0 1 5 15,-1 0 8-15,0 4-1 0,2 6-7 0,-2-12-2 16,2 12-12-16,0 0 4 0,0 0 5 0,0 0-4 16,0 0 4-16,-8 25 1 0,6-8 5 0,0 0-3 15,0 1-6-15,1 0-3 0,1 1-4 0,3-2 5 16,-1-3-3-16,3 2-4 0,2-1 4 0,3-2 2 16,-1-6-6-16,2 3 3 0,0-3 10 0,4 0-10 15,4 0-1-15,2-5 0 0,-1-3 2 0,2-2-3 16,1 1 0-16,4-5-7 0,-3-3 3 0,-6 2 2 15,1-1 1-15,-4-3-12 0,-1 2 6 0,-3-3-2 16,0-2-3-16,-3 1 0 0,-3-2-1 0,-1-2-1 0,-2-2 17 16,0 1-15-16,-1-7 6 0,-1-1-12 15,0 1 0-15,-1-1-3 0,-3 1 4 0,0-1-2 16,1 2 1-16,1 5 3 0,0 0 1 0,0 5 8 16,1 4 0-16,-1 2 5 0,2 9-2 0,0-11-3 0,0 11-5 15,0 0 0-15,0 0-2 0,0 0-3 0,0 0 7 16,-2 31 4-16,-1-1 2 0,-3 1-1 15,1 1 6-15,1 3-4 0,-6 0 3 0,6 0 2 16,0-1-6-16,1-2-1 0,1-2-9 0,2-2 11 0,4-2 2 16,-2-1 12-16,4-7-17 0,4-2 4 0,0-4-4 15,3 1 7-15,3-4-6 0,2-2 0 0,0 2 8 16,2-6-4-16,1-2-3 0,1-1 5 16,6-4 11-16,-1-3-19 0,-8 0-5 0,6-4 2 0,-4 2 2 15,2-5-15-15,-3-2-2 0,-6 1 3 0,3-5-9 16,-4-2 1-16,-4 4-1 0,-2-7-2 0,2-1-1 15,-2-2 5-15,-5 1-1 0,0-3 0 0,-2 1 3 16,0-3-3-16,-2 1-1 0,0 2 3 0,-1-2-4 16,-1 2 16-16,2 4-13 0,-1 6 3 0,1 6 17 15,-1 1-13-15,2 2 1 0,0 2 3 0,-1 2-2 16,2 6 0-16,0 0-2 0,0 0 11 0,0 0 12 16,0 0 7-16,0 39 3 0,2-10-2 0,-2 3 2 15,-3 1 7-15,0 2-4 0,2-1-6 0,2-1 0 16,2 1 1-16,-2-5 1 0,3 0 5 0,1-3-9 15,0-1 0-15,3-7-9 0,0-3 7 0,3 2-3 16,1-5 2-16,0 1 1 0,4-5 5 0,-1 1-5 16,3-4-9-16,1-2 5 0,-1 0-1 0,5-3 6 15,-5-3-5-15,2-1-7 0,7-7-5 0,-6 3-1 16,-3-1-1-16,6-4-7 0,-8 0 12 0,1-1-16 16,1-4-6-16,-4 4 2 0,-3-1 4 0,0-4 1 15,-2-4-6-15,-5 4 0 0,3 0 0 0,-3 0 8 16,-4 2-5-16,-3 2 2 0,0 2 1 0,-1 0-1 15,-3 4 7-15,2 1 8 0,-2 4-14 0,-2 2 5 0,-3 4 9 16,-3 4-4-16,-2 3 2 0,-1 4 6 0,0 5-3 16,-2 1 1-16,6 3 7 0,3-5-3 15,3 0 3-15,1 1-7 0,5 1 5 0,2-3 0 16,1 1-9-16,4-3-9 0,2-3-36 0,4 0-28 0,-1-2-36 16,7 2-38-16,1-3-46 0,13-1-7 0,0-4-29 15,8-6-44-15,11 2-216 0,-13-2-533 0,12-6 236 16</inkml:trace>
  <inkml:trace contextRef="#ctx0" brushRef="#br0" timeOffset="51764.86">30143 10977 213 0,'-2'-12'226'0,"-5"5"-3"0,0-1-8 0,-2 3 0 0,-2-1-7 16,-1 6 4-16,-4 4-12 0,-2 2-3 0,-1 4-8 15,-3 3 10-15,0 4-14 0,0-1-24 0,4 4-10 16,1 0-7-16,6-3-6 0,2-1-24 0,1 0-13 15,3-1-9-15,4-3-4 0,1 0-13 0,1 0-3 16,2-2-10-16,3 2 1 0,3-6-9 0,1 2-1 16,2-3-8-16,6-2-9 0,2-1-6 0,-2-2 7 15,2-2-5-15,-2-4-2 0,0 0-2 0,0-2-4 16,-4-2-3-16,-1 0-1 0,-2-4-6 0,-2 1-1 16,-1-2-1-16,0-4-1 0,-5 0-4 0,0-6 0 15,-3 1-2-15,3-4-5 0,-3 1 10 0,-2 3-9 16,2-3 4-16,-1-1 1 0,2-3-4 0,1 0-2 15,-1 4-1-15,0-1 5 0,-1 8 3 0,1 0 11 16,-1 9 24-16,0-2 18 0,2 4-15 0,-2 2-1 16,0 7-4-16,0-8-5 0,0 8-1 0,0 0 11 15,0 0 19-15,0 36 11 0,-2-6-4 0,-3 1-3 16,-1 2-15-16,-8 13 2 0,7-10-6 0,-2 8-4 0,-1-10-5 16,4-1-2-16,0 0-29 0,-2 3-41 0,1-8-51 15,4 1-48-15,-5-1-40 0,2 0-37 16,0-4-46-16,1 2-64 0,0-7-51 0,0-1-235 15,-1-1-653-15,-2-2 288 0</inkml:trace>
  <inkml:trace contextRef="#ctx0" brushRef="#br0" timeOffset="52640.82">13383 12463 135 0,'-3'-9'218'0,"1"1"-17"0,2 8-24 0,-3-7-19 15,3 7-6-15,0 0 3 0,0 0 4 0,2 26 2 16,-4 0-6-16,2 2-10 0,0 6-9 16,0-1 11-16,-2 12-14 0,0-10-14 0,-4 2-7 0,1 6-10 15,3-8-14-15,0-2-4 0,-2-1-9 16,6-3-7-16,-2 0-7 0,2-2-6 0,-2 0-3 0,2-2-6 15,2-5-2-15,-1-4-7 0,-1-1-5 0,-2-3-5 16,4-4 1-16,-4 1-3 0,2-3-1 0,-2-6 0 16,2 12-4-16,-2-12 2 0,3 6-1 15,-3-6-5-15,2 5 0 0,-2-5 5 0,0 0-3 0,12 2 1 16,-12-2-1-16,19-7 1 0,-3 2-4 0,3 0 1 16,0-3-4-16,2 2 1 0,1 1-14 0,6-2-17 15,-4 0-14-15,5 0-26 0,-2 0-29 0,0 3-38 16,0 0-47-16,2-3-50 0,1 1-57 0,-1 2-153 15,0-1-467-15,-2-2 208 0</inkml:trace>
  <inkml:trace contextRef="#ctx0" brushRef="#br0" timeOffset="52883.05">14156 12609 166 0,'-8'-8'270'0,"2"2"-10"15,-1 5-13-15,-2-1-6 0,9 2-6 0,-20 11-9 16,3 0-2-16,-2 11-6 0,-4 4-12 0,3 3-2 16,0 4-12-16,-5 8-7 0,9-10-15 0,1 0-13 15,4-3-16-15,1 2-15 0,6-4-15 0,4-7-23 16,2 5 6-16,7 3-12 0,-2-10-4 0,4-1-1 16,8-1-15-16,5-1-21 0,5-4-40 15,5-3-32-15,0-5-33 0,4-2-41 0,14-4-54 0,1-4-63 16,1-1-63-16,-4-1-255 0,-1-6-584 0,2 2 259 15</inkml:trace>
  <inkml:trace contextRef="#ctx0" brushRef="#br0" timeOffset="53392.89">15282 12777 104 0,'-8'-2'249'0,"8"2"-22"0,-12 1-8 0,12-1 2 15,-14 14-5-15,7 0-6 0,-1 3-15 0,-1 8-15 16,1 0-9-16,1 2-14 0,7 1-12 0,1 0-13 16,4-3-11-16,3 1-12 0,3-9-13 0,1 0-10 15,3-3-11-15,7-1-4 0,2 0-6 0,3-6 0 0,1-3-9 16,1-3-2-16,3-3-7 0,-1-3-4 15,-2-2-4-15,0-3-3 0,-5 0-1 0,-1-4-3 16,-8 1-1-16,-1 1 1 0,0-3 5 0,-3-1 2 16,-5 1-1-16,0 1-4 0,-5-3 2 0,-1 2-9 15,-2-2 2-15,-4 0-5 0,-2 0 28 0,-1-1 0 16,-6-3-10-16,2 5-7 0,-2 1-4 0,-7-3-6 16,7 7-15-16,-2 1-23 0,0 3-19 0,-2 2-18 15,1 2-16-15,-1 6-26 0,0 2-17 0,-5 5-22 16,6 3-34-16,-4 5-26 0,5 5-42 0,0 1-35 0,4 7-179 15,0-1-484-15,5 3 214 0</inkml:trace>
  <inkml:trace contextRef="#ctx0" brushRef="#br0" timeOffset="53734.68">15611 13173 121 0,'15'-11'204'0,"5"-7"-6"0,-5 2 5 15,2-3-1-15,-6 2-4 0,5-6-2 0,-2 0-12 16,2-2-15-16,-3-1-11 0,-2 0-7 15,0 0-8-15,0 0-9 0,-1 0-8 0,-2-3-15 16,-3-1-6-16,2-1-10 0,-2 3-6 0,0-2-8 0,-4 2 3 16,-1 9-12-16,0 0-5 0,-1 4-2 15,0 3-5-15,1 1-7 0,-2 3-5 0,2 8-9 0,-1-12-5 16,1 12-6-16,0 0 0 0,0 0-6 16,0 0-2-16,-18 31-4 0,9-12-1 0,-1 5 2 15,4-2-3-15,1 4-4 0,2-5-8 0,2 4-3 0,2-5 1 16,5 3 5-16,0-4-7 0,2-2-2 15,1 0 0-15,-1 0 1 0,2-3-3 0,3 3-3 16,-1-3-6-16,-2-2-5 0,0 3-3 0,-1-2-9 16,-3 0 5-16,1 0-4 0,-2-2 0 0,-3-1-3 0,1 2-6 15,-1-1 1-15,-3-1 2 0,-1 1-2 0,-1-1-15 16,-3 0-12-16,-2 1-14 0,-1 2-26 0,-4 0-37 16,-1-2-29-16,1-1-28 0,-2-1-192 15,-2-1-424-15,1-1 188 0</inkml:trace>
  <inkml:trace contextRef="#ctx0" brushRef="#br0" timeOffset="54653.1">16159 12759 189 0,'-1'-10'299'0,"-3"2"-17"0,-1-1-13 0,2 4-15 0,3 5-15 16,-12-5-14-16,6 5-14 0,6 0-10 0,-18 8-14 16,7 2-17-16,-1 3-10 0,-1 9-8 0,-1-1-19 15,2 3-14-15,6-7-11 0,0 2-9 0,3 6-12 16,2-1-8-16,2-6-6 0,3-2-9 0,2-1-5 16,3 0-1-16,1 2-8 0,2-3-3 0,1-1-11 15,2-3-4-15,0-3-9 0,3-3-15 0,1 2-5 16,1-7-6-16,-1 1-5 0,0-6-5 0,0 2-4 15,0-2 0-15,-3-5 3 0,-1 2-4 0,-1-4 8 16,-1 0-1-16,-2 0-4 0,-3-1 15 0,0 1-12 16,-2-2 1-16,-2-2 2 0,-2 2-3 0,1-3 29 15,-2 0-6-15,-1-2 2 0,-2 4-3 0,0-2-3 16,1 2 1-16,-1 4-2 0,2 2 6 0,-3-1-5 16,3 6 2-16,0 5-5 0,-1-12 0 0,1 12-7 15,0 0 3-15,0 0-2 0,0 0 4 0,0 0 4 16,0 0 4-16,-8 39-3 0,8-22 1 0,0 2 1 15,0 0-2-15,3 7-2 0,-2-7 2 0,3-2 5 16,0 1-3-16,2-3-1 0,0 1-2 0,5-2 15 16,0-1-5-16,2 0-7 0,1-1-2 0,3-3 0 15,3-4 2-15,-3-1-9 0,1-2-6 0,1-5-7 16,0-1-9-16,1-2-3 0,1-2-6 0,-6 0-3 16,9-6-4-16,-9 3-2 0,-2-1 2 0,-1-2 1 0,1 1 7 15,-4-1 1-15,-4 0 5 0,1-3-3 16,-1-1 0-16,-2 0 9 0,-3-1 2 0,4-1 2 15,-6-6-3-15,-1 0 6 0,0-1 4 0,-2 1 4 16,2 1 1-16,2-3 11 0,-3 10 3 0,4 0 9 16,-2 0 6-16,-1 3 4 0,2 2 9 0,1 2 9 0,-1 5 7 15,1 6 5-15,-2-13-1 0,2 13-15 0,-1-8-3 16,1 8-13-16,0 0 8 0,0 0-10 16,0 0-2-16,0 0-1 0,1 34 6 0,2-10 4 15,-3 3 5-15,-1 1 8 0,1 1-10 0,0-1-2 0,0 1 10 16,0 0-9-16,3 0-7 0,0-3 1 0,-2 1 0 15,3-8-6-15,0 1 1 0,1-3-1 0,3-2-7 16,-3-2 9-16,3 3-12 0,-2-6 5 0,5-1-4 16,0-1 11-16,-1-2-26 0,3 0 11 15,5-6 3-15,-6 2 1 0,1-5-7 0,5-3-14 0,-1-1 0 16,0-1-2-16,8-4-14 0,-12 1 11 0,1-2-3 16,3-7-4-16,-6 4-6 0,4-4-3 15,-6 2 16-15,0-6-10 0,0 0 4 0,-4-3-4 16,-2 1 2-16,-1-1 2 0,-1 0-3 0,2-1 3 0,-3 2 3 15,0-4 7-15,-1 3-3 0,-3 1 19 0,3 6-23 16,-1 2 5-16,1 2 7 0,0 7 20 0,-1-1-8 16,1 3 9-16,1 7-8 0,-1-9-11 15,1 9-1-15,0 0 4 0,0 0 18 0,-1 29 3 16,1-1 5-16,-2 3 0 0,-3 1-15 0,1 3 14 0,-2 12-5 16,2-12-1-16,0-2 3 0,3 3-4 0,-2-3-2 15,3-1-2-15,0-2-20 0,0 0-13 0,6-1-42 16,1-2-32-16,0-1-42 0,0-1-34 15,2-1-35-15,-1-8-54 0,5-1-62 0,1-1-266 0,1-1-633 16,3-7 280-16</inkml:trace>
  <inkml:trace contextRef="#ctx0" brushRef="#br0" timeOffset="55027.49">17252 12722 290 0,'-7'-8'282'0,"-2"2"-19"0,1 5-17 0,0 1-15 16,8 0-9-16,-18 10-10 0,4 0-6 0,1 6-14 16,-2 7-6-16,4-2-19 0,-2 3-15 15,8-5-17-15,-2 6-10 0,6-5-16 0,-1-3-13 0,4 2-3 16,2-3-12-16,1-4-6 0,3 2-10 0,2-1-10 16,2 0-8-16,-1-5-4 0,1-1-15 0,0-3-7 15,2-1-6-15,-1-4-3 0,0-1-7 0,-2-2-5 16,0 1 3-16,-1-2-5 0,-2-2 3 0,-1-3-1 15,0 3 0-15,-1-3 4 0,-2 1-2 0,0-3-3 16,-2 0-3-16,0 0 5 0,-1-3-1 0,-2-1 0 16,-1 4 2-16,1-1-2 0,0 1 1 0,-1 3 1 15,1-1-4-15,0 3 0 0,1 7 9 0,0-12-15 16,0 12 2-16,0 0 3 0,0 0 1 0,0 0 4 16,0 0 3-16,0 0 0 0,0 32-1 0,1-20 1 15,0 5 6-15,3 1 4 0,-1-1-9 0,-2 0-20 16,2-1-24-16,1 1-35 0,-3 2-32 0,4-4-48 15,-3-3-67-15,3 0-42 0,-1 0-211 0,0-6-512 16,1-2 227-16</inkml:trace>
  <inkml:trace contextRef="#ctx0" brushRef="#br0" timeOffset="55280.21">17579 12546 118 0,'-2'-9'315'0,"3"2"-14"16,-2-1-23-16,1 8-32 0,0 0-24 0,0 0 0 16,0 0 11-16,0 0 7 0,4 28-7 0,-3-3-3 15,0 5-21-15,1 1-19 0,-2 2-12 0,1 2-20 16,-2-2-17-16,1 1-6 0,-4-1-17 0,4 0-9 16,-2-2-10-16,1 0-6 0,0 1-20 0,2 0 6 15,-1-4-14-15,3-1-37 0,-2-2-34 0,2-9-29 16,-5 0-26-16,6-5-34 0,-5-1-32 0,0-2-36 15,-1-1-32-15,2-7-47 0,0 11-43 0,0-11-233 16,-4 6-560-16,4-6 248 0</inkml:trace>
  <inkml:trace contextRef="#ctx0" brushRef="#br0" timeOffset="55635.95">17562 12753 113 0,'0'0'179'0,"6"-3"-5"16,-6 3-8-16,0 0-4 0,17 9-5 0,-11-5-12 16,3 6-9-16,1-1-12 0,-1 4-2 0,0 0-7 15,1 1-12-15,-1 0-8 0,-1 0-7 16,-2-5-8-16,6 7-6 0,-5-8-8 0,2 4-1 0,0-2-2 16,2-3-7-16,-1 0-2 0,4 0-7 0,-3-3-3 15,7-1 0-15,-5-3-5 0,5 0-2 0,-5-2-7 16,1-1-1-16,2-2-1 0,-2 1 2 0,-5-3 6 15,0 0-1-15,0-1-1 0,0 1 0 0,-2-3 5 16,-2-1 1-16,-3 0-6 0,1 0 4 0,-6 0-2 16,2 0-3-16,-3-3 2 0,-1 4-2 0,-3-1-8 15,-3-2 1-15,1 1-6 0,-1 2-2 0,-4 3 0 16,3 2-2-16,-4-1-4 0,0 3-1 0,-3 3-3 16,3 6 2-16,-1 0 1 0,1 3-13 0,-1 2-13 15,-5 5-20-15,7 3-21 0,2-2-26 0,3 5-42 16,1 4-46-16,4-9-49 0,0 1-209 0,2 2-462 0,5-5 204 15</inkml:trace>
  <inkml:trace contextRef="#ctx0" brushRef="#br0" timeOffset="56245.78">17974 13007 151 0,'12'-13'171'15,"-1"1"-4"-15,2-1-6 0,-3-2-7 16,3 2-13-16,-4-1-12 0,0-1-10 0,0 0-11 15,1-1-8-15,-3-1-11 0,-2 0-2 0,-1 0 0 16,-3 1-5-16,-1-2-4 0,-1 1 3 0,-3 0-4 0,-1 1-5 16,-3 0 2-16,-1 1 2 0,1 5 0 15,1 1 3-15,-2 2-3 0,0 0 0 0,4 2-5 0,0 1-5 16,-1 0-5-16,6 4-8 0,-7-5-12 16,7 5 2-16,0 0-6 0,0 0-2 0,0 0-4 15,0 0-1-15,0 0-5 0,0 0 0 0,0 0 3 0,14 18 3 16,-5-14 3-16,3-1-4 0,1-1-3 0,5 2 1 15,-2-1-5-15,-1-1 0 0,-2-1-3 0,4 2 0 16,-4-2-5-16,1 1-2 0,-2 2-2 16,-1-1-3-16,1 4 2 0,-3-2-1 0,0 3 4 0,-2 4 6 15,-2-2 17-15,-1 2 1 0,0 4 9 0,-1 1 3 16,-5-1 1-16,2 4 1 0,0-2 2 16,-1 0-9-16,2-1-1 0,-1-4-8 0,2 3 2 0,0-2-7 15,1-1 0-15,0-4-5 0,3 0 2 16,0-1-5-16,1-4 1 0,2 1-1 0,1-1 1 0,1-3-3 15,0-1-5-15,4-3 3 0,-2 2-1 0,-1-2-3 16,1-4-14-16,4 1 16 0,-7-2-1 0,0 0-4 16,2-5-2-16,-3 0 12 0,-3 3-13 15,-2-3 1-15,2-3-3 0,2 0 6 0,-3 0-5 16,0-4-7-16,-2 1 5 0,-1 0-23 0,4 1-1 0,-4 3-4 16,-2-1 0-16,0 4 2 0,0 4 4 0,0 0 2 15,0 8-3-15,-1-11 0 0,1 11-5 0,0 0 9 16,0 0-1-16,0 0 0 0,0 0 3 0,0 0-1 15,-8 27 3-15,4-12-3 0,2 1 1 0,-2 1 7 16,1 1-3-16,1-1 10 0,-1 0 6 0,1 3-3 16,-1-3 2-16,2-1 9 0,1 2-1 0,-1-2-13 15,1-1 12-15,-3 2 6 0,2-1-6 0,-1 2 2 16,1-7-2-16,0 2-2 0,-3-2 2 0,0-1-11 16,-1 2-28-16,-3-2-48 0,1 1-49 0,-1-1-68 15,-1-4-91-15,-1 0-292 0,-2-1-621 0,2-3 275 16</inkml:trace>
  <inkml:trace contextRef="#ctx0" brushRef="#br0" timeOffset="56412.42">18645 12996 236 0,'13'-2'380'0,"-4"-2"-19"0,0 2 36 16,-1 0 25-16,-3-1 12 0,-5 3-8 0,10-4-36 15,-10 4-32-15,5-2-35 0,-5 2-30 0,0 0-33 16,4-6-27-16,-4 6-41 0,0 0-60 0,0 0-71 15,-19-7-93-15,6 5-112 0,-4 0-99 0,0 0-131 16,-12 3-311-16,1 2-740 0,0-2 327 0</inkml:trace>
  <inkml:trace contextRef="#ctx0" brushRef="#br0" timeOffset="67512.84">10070 13554 113 0,'-2'-9'190'0,"-1"-1"-5"15,0 1 5-15,1 0-2 0,-2 0-7 0,0-1-11 16,3 3-8-16,0-2-13 0,-2 2-8 0,3 7-2 16,-4-12-5-16,4 12-5 0,0-8-21 0,0 8-8 15,-2-6-15-15,2 6-11 0,0 0-9 0,0 0-3 16,0 0-7-16,0 0 9 0,2 26 0 0,0-9 4 16,3 5-4-16,-5 5-5 0,0 0-1 0,-1 3 0 15,-1 1 1-15,0 0 2 0,0 3-3 0,1-5-6 16,-2 5 0-16,0-1 3 0,5-1-5 15,-2-4 5-15,0 3-10 0,-1-7 2 0,1 3-4 0,0-1-5 16,1-8-3-16,0 0-4 0,1-1-3 0,-2-2 4 16,0-4-12-16,2 2 1 0,0-2-4 0,-2-3-2 15,1 3-3-15,0-4 6 0,1-1-9 0,-2-6 5 16,1 11-3-16,-1-11 1 0,1 8-5 0,-1-8-7 16,5 6-13-16,-5-6-11 0,0 0-11 0,0 0-16 15,0 0-18-15,0 0-46 0,0 0-57 0,0 0-46 16,0 0-30-16,0 0-25 0,-18-17-183 0,16 8-494 15,2-2 219-15</inkml:trace>
  <inkml:trace contextRef="#ctx0" brushRef="#br0" timeOffset="67937.14">10461 13643 213 0,'5'-4'251'0,"-5"4"-12"0,0 0-8 16,5-7-21-16,-5 7-15 0,0 0-20 0,0 0-8 16,0 0-11-16,0 0-6 0,0 0-12 0,-9 30-7 15,7-20-11-15,-3 5-4 0,0 5-7 0,2-1-8 16,-2 6-10-16,3-4-7 0,0-2-5 0,1 6-6 16,1-5-8-16,0-3-3 0,3 1-31 0,0-3 9 15,1-1-16-15,3 0 3 0,0-3-7 0,5 3 0 16,2-5-1-16,-3-2 1 0,5 0 0 0,2-4-5 15,-4-2 0-15,5 0-1 0,0-3-3 0,0-1 3 16,0-2-1-16,0-4-1 0,-1 2-3 0,5-8 0 16,-6 3 2-16,-3-1-8 0,-1 0 8 0,-1-4-5 15,3-4-1-15,-8 2 2 0,0 2 0 0,-4-3-3 16,-1 1 0-16,-5 1-1 0,1-2-2 0,-6 1 0 16,-3-2 3-16,-5-1-1 0,3 6-1 0,-8 0-2 15,5 2 2-15,-3 4-1 0,1-1-4 0,-2 4 1 16,-1 4-1-16,1-1-2 0,-1 1-1 0,0 5 3 15,3-1-2-15,0 3-9 0,0 2-12 0,1 1-14 16,3 1-20-16,0 3-13 0,1 0-20 0,2-3-34 16,2 5-43-16,1 0-39 0,3-3-49 0,-1 6-154 15,3-6-445-15,3 1 197 0</inkml:trace>
  <inkml:trace contextRef="#ctx0" brushRef="#br0" timeOffset="68230.53">11043 13445 248 0,'1'-8'265'16,"-1"8"-7"-16,0-11-10 0,0 11-23 0,-1-9-18 15,1 9-27-15,0 0-17 0,0 0-6 0,0 0 15 16,0 0 0-16,0 37-15 0,0-12-10 0,-3 3-5 15,6-1-8-15,-6 2-12 0,2-1-7 0,1 3-6 16,-1-2-7-16,1 4-7 0,0-2-9 0,2-1-14 16,-3 0-9-16,7-4 2 0,-6 1-6 0,-1-1-4 15,5-7-24-15,-6 1-20 0,1-1-25 0,2-1-28 16,-1-1-30-16,0-2-35 0,-1-2-35 0,0-2-43 16,1 1-58-16,0-1-49 0,-1-2-169 0,1-9-499 15,-3 12 221-15</inkml:trace>
  <inkml:trace contextRef="#ctx0" brushRef="#br0" timeOffset="68545.95">11293 13518 66 0,'4'-7'237'0,"-1"0"-16"16,-2 2-8-16,-1 5-3 0,0 0-5 0,0 0-4 15,0 0-17-15,0 0-12 0,-17 12-17 0,4 0-17 16,-4 1-11-16,-3 6-12 0,-1 1-11 0,0-2-11 15,-1 0-9-15,1 2-9 0,-1-3-9 0,9-5-4 16,-1 0-9-16,5-4-2 0,0-2-7 0,3 2-4 16,-2-4-5-16,6-1-2 0,2-3-4 0,-7 7 0 15,7-7-4-15,-5 5-5 0,5-5-1 0,0 0-4 16,-5 5-3-16,5-5-2 0,0 0-3 0,0 0 0 16,0 0-3-16,0 0-2 0,16 3-1 0,-16-3 0 15,16 5-2-15,-7-1 2 0,0 0 0 0,2 3 1 16,6-1-3-16,-6 1 4 0,5 3-3 0,-1-2 1 15,1-1-10-15,0 3-20 0,2-4-33 0,-1 3-35 16,-7-2-50-16,8 0-45 0,-3 1-62 0,-3-3-144 16,-2 0-429-16,3 0 191 0</inkml:trace>
  <inkml:trace contextRef="#ctx0" brushRef="#br0" timeOffset="68801.35">11550 13511 57 0,'0'0'261'0,"0"-11"-21"0,0 11-22 15,1-7-11-15,-1 7 14 0,0 0 3 0,0 0 9 16,5 23-20-16,-5-8-9 0,0 4-16 0,-2 0-15 16,-1 1-15-16,1 5-16 0,1 1-15 0,1-1-5 15,-2-5-18-15,2 4-11 0,2 3-4 0,-4-2-6 16,2-7-12-16,0 7-4 0,0-8-13 0,2-2-26 15,-2 1-30-15,-2-3-31 0,1-3-34 0,0 0-32 16,-2-1-37-16,1 1-47 0,0-3-47 0,0-3-32 16,2-4-166-16,-4 9-463 0,4-9 205 0</inkml:trace>
  <inkml:trace contextRef="#ctx0" brushRef="#br0" timeOffset="69147.28">11519 13744 1 0,'0'0'187'0,"6"-8"-5"0,-6 8-2 0,6-5-10 16,0 2-15-16,1 0-8 0,0-2-12 0,4 0-10 16,1 1-14-16,0 0-11 0,4-4-13 0,1 1 0 15,-1 0-13-15,1 1 0 0,4-4-12 0,-5 3-5 16,1-4-6-16,0 3-9 0,-2-1 0 0,0 1-8 16,-5 1 0-16,1-1-1 0,-9 2-7 0,6-1-1 15,-4 0 2-15,-2 1-3 0,1-2 5 0,-3 8-1 16,2-13 8-16,-2 7 5 0,0 6 8 0,4-9 6 15,-4 9 7-15,-2-9 2 0,2 9-3 0,0 0-5 16,0 0-8-16,0 0-6 0,0 0 3 0,0 0 24 16,0 0 15-16,0 0-1 0,0 37 5 0,-2-18 12 15,4 9 6-15,-6-4 6 0,3-4-8 0,-3 6-8 16,2 3 6-16,1-1-18 0,-5 0-2 0,3-2-7 16,-2 2-8-16,1-3-12 0,2-6 0 0,-2 0 0 15,-1 0-22-15,1 0-27 0,2-3-39 0,-4-4-50 16,4-1-48-16,-2 1-45 0,0-3-45 0,4-2-48 0,0-7-45 15,-2 12-206-15,2-12-563 0,0 0 249 0</inkml:trace>
  <inkml:trace contextRef="#ctx0" brushRef="#br0" timeOffset="69585.6">12019 13555 113 0,'0'0'210'16,"4"-5"-7"-16,-4 5-4 0,6-3-13 0,-6 3-11 0,9-6-12 15,-1 5-13-15,-2-2-8 0,4 2-11 0,-10 1-14 16,15-2-8-16,-3 1-12 0,-7-1-8 16,-5 2-5-16,15 2-10 0,-8 0-6 0,4 0-5 15,-5 1-4-15,3 4 11 0,-4-4-2 0,0 4 6 16,0 2 4-16,-1 0-4 0,-2 1 4 0,0 1-3 0,-2 1-2 15,-2 1 7-15,-1 2-5 0,0-2-6 0,0 4-3 16,-4-1 0-16,2 0-3 0,1-3-5 16,-4 7 3-16,1 3-6 0,-1-5-3 0,0-3 1 15,3 0-1-15,-6 2 4 0,2 0-7 0,2-3-2 16,-3 2-2-16,5-7 1 0,-4 2-4 0,4-3 1 0,-1 0 4 16,1-1-3-16,-1 2 5 0,2-3 5 15,0 1-10-15,2-1-12 0,2-6 1 0,-5 11-7 0,4-6 3 16,1-5-8-16,-3 9 1 0,3-9-6 15,0 0 7-15,2 13-13 0,-2-13 10 0,3 6-9 0,-3-6 6 16,12 5 0-16,-6-4-8 0,7-2-28 0,3-1-21 16,1-1-32-16,11-5-31 0,-1 0-23 15,0-3-47-15,2 0-40 0,-2-2-41 0,5-2-20 0,3 2-42 16,-6 0-190-16,5-1-548 0,-3-3 242 16</inkml:trace>
  <inkml:trace contextRef="#ctx0" brushRef="#br0" timeOffset="69911.14">12538 13730 31 0,'-7'2'287'0,"7"-2"-21"16,-8 2-14-16,8-2-11 0,-10 2-17 0,10-2-13 16,0 0-3-16,0 0 6 0,0 0-2 0,0 0-11 15,25 11-17-15,-11-8-19 0,5 2-4 16,2-3-10-16,-1-2 0 0,2 0-7 0,1 1-2 15,4-2-3-15,-8 1-10 0,2 4-4 0,-3-3-10 0,-2-1 6 16,-2 0 1-16,-1 0-8 0,-1-1-1 0,-4 1 4 16,-8 0 8-16,9 0 8 0,-9 0 8 0,0 0 6 15,14-2-4-15,-14 2 0 0,0 0-4 16,0 0-9-16,9 0-9 0,-9 0-13 0,0 0-9 0,0 0-10 16,0 0-9-16,0 0-11 0,0 0-9 0,0 0-6 15,0 0-7-15,0 0-10 0,0 0-27 0,0 0-28 16,0 0-27-16,0 0-37 0,0 0-53 0,0 0-60 15,0 0-65-15,-29 4-57 0,22-1-57 0,7-3-68 16,-10 6-317-16,6-5-820 0,4-1 363 0</inkml:trace>
  <inkml:trace contextRef="#ctx0" brushRef="#br0" timeOffset="71614.25">13411 13445 75 0,'0'0'81'0,"0"0"-5"16,0 0 2-16,0 0-6 0,0 0 0 0,0 0-14 15,0 0-1-15,0 0-4 0,0 0 0 0,0 0-5 16,0 0 6-16,0 0-20 0,0 0 9 0,0 0-6 16,0 0-3-16,0 0-5 0,0 0 5 0,0 0 1 15,0 0-11-15,0 0 15 0,0 0-16 0,0 0-3 16,0 0 4-16,0 0-25 0,0 0 20 0,0 0-1 16,0 0-2-16,0 0-1 0,0 0-5 0,0 0 3 15,0 0 6-15,0 0-6 0,0 0-3 0,0 0 5 16,0 0 3-16,0 0-3 0,0 0 0 0,0 0-5 15,0 0 10-15,0 0-4 0,0 0 5 16,0 0 1-16,0 0-13 0,0 0 5 0,0 0-4 0,0 0 3 16,0 0-1-16,0 0-1 0,0 0 4 0,0 0-6 15,0 0 2-15,0 0-2 0,0 0 2 0,0 0-7 16,0 0 4-16,0 0 7 0,0 0-11 0,0 0-1 16,0 0 4-16,0 0 2 0,0 0-6 0,0 0 2 15,0 0 0-15,0 0 0 0,0 0-1 0,0 0-2 16,0 0 4-16,0 0-9 0,0 0 10 0,0 0-1 15,0 0 1-15,0 0 1 0,0 0 0 0,0 0 9 16,0 0-2-16,0 0-1 0,0 0-1 0,0 0 2 16,0 0 1-16,0 0 4 0,0 0-6 0,0 0 8 15,0 0 2-15,0 0-4 0,0 0-3 0,0 0 2 16,0 0-1-16,0 0 1 0,0 0-2 0,0 0 1 16,0 0 0-16,0 0-2 0,0 0-4 0,0 0 0 15,0 0 1-15,0 0 2 0,0 0 9 0,0 0-1 16,0 0-4-16,0 0-1 0,0 0 0 0,0 0-3 15,0 0-1-15,0 0 4 0,0 0-2 0,0 0-2 16,0 0-2-16,0 0 5 0,0 0 0 0,0 0 3 16,0 0 8-16,0 0-5 0,0 0 5 0,0 0-2 15,0 0 2-15,0 0 5 0,0 0-2 0,0 0 0 16,0 0 2-16,0 0-1 0,0 0 1 0,0 0 1 16,0 0-8-16,0 0-2 0,0 0-2 0,0 0-2 15,-2-11-3-15,2 11 0 0,0 0-1 0,0 0-2 0,0 0 0 16,-6-11-2-16,6 11 0 0,-1-5-3 15,1 5 0-15,0 0 4 0,-4-13 4 0,2 9 3 16,2 4-6-16,-4-9 3 0,4 9 0 0,0 0 2 16,0-10 4-16,0 10 1 0,0 0-4 0,-3-6 1 15,3 6-3-15,0 0-2 0,0 0 4 0,0 0-11 0,0 0-5 16,0 0 2-16,0 0-6 0,0 0 6 16,0 0 2-16,7 22 10 0,-7-5 4 0,2 2 11 15,-2 9 8-15,2 1 3 0,-2-1 4 0,-2 5 20 16,4-2 2-16,-6-1-7 0,0 3-2 0,1 0 4 15,1-1-10-15,0-2-6 0,0 1-3 0,-3-3-2 0,7-1-2 16,-2-2-3-16,-2 0-5 0,1-7-3 16,-1 0-1-16,4-1-4 0,-1-4-6 0,1-1 3 15,1 2-4-15,-1-1-3 0,-2-1 8 0,4-2-23 16,-4 1-16-16,1-2-25 0,1 1-36 0,-2-4-31 0,0-6-34 16,-2 15-44-16,1-9-58 0,1-6-53 0,0 10-220 15,0-10-559-15,-4 8 247 0</inkml:trace>
  <inkml:trace contextRef="#ctx0" brushRef="#br0" timeOffset="72349.48">13675 13679 114 0,'0'0'226'0,"0"0"-9"16,0 0-6-16,0 0-12 0,0 0-10 15,0 0-11-15,-21 18-14 0,14-8-10 0,3 5-10 0,-2 2-7 16,-1 6-6-16,4-4-12 0,0 0-13 0,2 0-8 16,2-1-10-16,-2 2-1 0,3-4-6 15,0 2-19-15,1-1 5 0,1-3-5 0,3-2-15 16,-3-2 5-16,7 3-15 0,-1-5-5 0,-2 0 1 16,1-2-3-16,3-1-4 0,-1-2-2 0,0 0 1 0,1-2-6 15,-1 2 0-15,2-5 0 0,-4 1-2 0,0-1-1 16,0-2-6-16,2 1-8 0,-4-3-4 15,1-2-1-15,-3-2-8 0,2-1-14 0,-2 0 0 0,-3-1-6 16,4-4-6-16,-6-3-2 0,1 1 2 16,-2 0-1-16,-3-1 0 0,0-4 2 0,-3-2 7 15,0 7 4-15,0 1 3 0,-1 2 1 0,-3-3 0 16,1 4 3-16,-1 0 4 0,2 4 6 0,-4-2 2 0,2 4 5 16,1 1 3-16,1 0 5 0,0 1 4 15,-1 2-1-15,2 0 3 0,4 1-4 0,4 3 3 0,-7-6-4 16,7 6-3-16,-6-4-3 0,6 4 2 15,0 0-2-15,0 0 2 0,0 0-1 0,0 0 1 0,0 0 0 16,31 6-1-16,-14-5 3 0,2 2-5 0,4-1 3 16,4-2-2-16,1 3 0 0,1-3 8 15,-8 3-8-15,1-3 0 0,-2 3-3 0,1 0 1 16,-3-2-2-16,-1 5 4 0,-3-1-3 0,-1 0-1 16,1 4 0-16,-5 1 1 0,-2-2-3 0,-1 3 2 15,-1 4 2-15,2 2 10 0,-5-2-1 0,-2 2 4 0,2 2 6 16,-4 0 5-16,2 6 3 0,-2-7-2 0,2-2 3 15,-2 0-4-15,2-3-1 0,0 3 0 16,2-2-4-16,0-2-1 0,3-1-1 0,-1 0 0 16,2-1-5-16,1-4 2 0,1 1 2 0,2-3-4 15,1-1 2-15,1-1-3 0,1-4 0 0,1 2-1 16,4-3-1-16,0-3-4 0,0 0 3 0,-2-2 2 0,-1-1 0 16,3 0-4-16,-2-2 2 0,-5-2 2 0,0 1-1 15,-1-3-3-15,-1-2 1 0,-3 4-6 16,-2-3 4-16,0 0 1 0,-6-1-3 0,-2-2 1 15,0 2-1-15,-5-1 1 0,0 4-3 0,-3-1-2 16,0 2 1-16,-2 2 0 0,-2 2 0 0,0 0-2 0,1 2 1 16,1 4-6-16,-1 0-17 0,3 1-7 0,-1 3-13 15,-1 2-8-15,3 2-14 0,-4 5-19 16,3 1-33-16,3-3-41 0,3 1-41 0,1 3-44 0,-2 3-149 16,7-4-424-16,0-11 189 0</inkml:trace>
  <inkml:trace contextRef="#ctx0" brushRef="#br0" timeOffset="72591.35">14497 13657 163 0,'0'0'285'16,"4"-8"-14"-16,-4 8-16 0,0 0-22 0,0-8-19 0,0 8-19 15,0 0 2-15,0 0 2 0,0 0-12 16,0 0-7-16,0 36-13 0,-2-19-13 0,0 0-11 15,1 3-8-15,1 5-16 0,-3-6-10 0,2 5-11 16,-4 2-12-16,3-6-8 0,0 0-13 0,2 3-3 16,-1-6-6-16,-2 2-13 0,0-2-26 0,1 1-25 0,0 0-37 15,0-8-40-15,1 7-34 0,-2-4-38 0,-2-2-37 16,2 0-60-16,1 0-222 0,1 0-513 16,1-11 227-16</inkml:trace>
  <inkml:trace contextRef="#ctx0" brushRef="#br0" timeOffset="73003.48">14441 13713 168 0,'-2'-9'260'0,"1"0"-10"0,1 9-25 0,-2-10-19 16,2 10-26-16,0 0-15 0,0 0-17 0,6-5-4 15,-6 5-9-15,0 0-9 0,21 17-10 0,-12-13-12 16,2 6-8-16,3 1 2 0,-1-1-13 0,3 2-11 15,1-2-6-15,-1-1-5 0,0-3-8 0,3 0-1 16,-2 0-8-16,-1-2-1 0,3-2-8 0,-6 2 2 16,-1-2 3-16,0 0-7 0,1 0-5 0,-4-4-5 15,3-1-1-15,-3 1 0 0,-3-2-3 0,2 0-2 16,-4-2-2-16,3 1 0 0,-1-4-3 0,0 2-3 16,0-3-2-16,-2 1 1 0,1-2-2 0,-1 0 6 15,-2 0 3-15,2-1-2 0,-1 0 11 0,-1 2 7 16,0 1 4-16,0 3 5 0,-2 6-5 0,4-10-3 15,-4 10 5-15,1-5-19 0,-1 5 1 0,0 0-5 16,0 0 8-16,0 0 2 0,7 18 7 0,-7-7 1 16,0 6-4-16,0-1 11 0,-2 5-6 0,0 4-1 15,1 3-3-15,-1-4 2 0,-3 2 0 0,3-1-6 16,-1-7-5-16,2 0-17 0,0 1-27 0,-1-1-26 16,4 2-10-16,-2-3-23 0,0 0-41 0,2 0-31 15,1 0-34-15,-3-7-52 0,5 3-55 0,-3-3-181 16,3-3-514-16,2 0 227 0</inkml:trace>
  <inkml:trace contextRef="#ctx0" brushRef="#br0" timeOffset="73235.17">15023 13648 166 0,'2'-12'278'0,"-4"2"4"15,2 10-11-15,-1-12-12 0,1 12-30 0,0-9-25 16,0 9-21-16,0 0 10 0,0 0 18 0,0 0 1 15,1 34-14-15,-1-19-11 0,-1 4-11 0,2 6-9 16,-2-1-12-16,1 3-12 0,1-1-11 0,-2 0-19 16,0 0-6-16,1-3-8 0,-1 3-10 0,-3-8-8 15,4 0-19-15,-3 0-25 0,1-4-26 0,0 0-30 16,1-4-38-16,-1 1-37 0,2-1-33 0,-2-1-37 16,0 1-47-16,-1-1-63 0,1-4-46 0,-2 1-177 15,1 0-538-15,3-6 238 0</inkml:trace>
  <inkml:trace contextRef="#ctx0" brushRef="#br0" timeOffset="73570.11">14977 13863 2 0,'11'-10'182'16,"-6"6"-12"-16,2-4-9 0,2 1-9 0,2 1-4 16,-2-3-19-16,7 1-10 0,-5 4-14 0,6-4-8 15,0-1-11-15,-2 1-4 0,4 2-8 0,-2-4-5 16,0 1-7-16,-2 2-5 0,0-4 0 0,-3 6 3 15,-1-2 5-15,-3 1-2 0,0 0 7 0,-2 2 7 16,-1-6-7-16,-1 6-6 0,-1-2 0 0,-3 6 6 16,1-12 6-16,-1 12 1 0,1-11 0 0,-1 11-2 15,0 0 11-15,0-14 3 0,0 14-10 0,0 0-3 16,0 0-6-16,0 0-7 0,0 0-1 0,-4-11-14 16,4 11-1-16,0 0 25 0,0 0 2 0,0 0 11 15,0 0-1-15,-1 39 13 0,-3-23 2 0,4 3-8 16,-1-2 4-16,-1 2-12 0,-1 4-3 15,-2 2-7-15,2-5-4 0,-1-1-4 0,0 6-15 0,1-7-4 16,-3 1 4-16,1-2-24 0,-1 1-26 0,1-1-44 16,0-5-48-16,3 1-50 0,4-3-48 0,-4 0-52 15,2-10-73-15,-1 18-268 0,1-18-631 0,5 13 280 16</inkml:trace>
  <inkml:trace contextRef="#ctx0" brushRef="#br0" timeOffset="73946.85">15458 13657 183 0,'0'0'271'0,"3"-10"-15"0,-1 4-18 16,-2 6-13-16,4-7-21 0,-4 7-16 0,8-8-16 15,-2 6-18-15,0 1-16 0,-6 1-13 0,17-1-10 16,-8 2-13-16,1 1-13 0,0 2 1 0,-1 1-12 15,-1 2-9-15,0 1-1 0,-1 1-9 0,1 1 3 16,-4-1-1-16,-2 0 5 0,-2 3 4 0,-1 4 6 16,-2 2-2-16,0-1 3 0,-4 0-9 0,1-3-3 15,0 0 3-15,-1 3 2 0,-3-2-4 0,5-5-2 16,-3 4 1-16,3-2-2 0,0-2-4 0,0 1-7 16,0-1-8-16,1-1-1 0,1 0 0 0,2-2-7 15,-2 0-2-15,3-7-9 0,0 14 4 0,0-14-4 16,2 11 0-16,2-6-4 0,-1 0 2 0,4 0 0 15,-1-3-2-15,2 0 1 0,3 1-5 0,2-2-9 16,4-1-2-16,3-4-27 0,2 0-32 0,5-3-30 16,-2-2-55-16,4 1-40 0,-5-2-42 0,3 0-59 15,2-2-54-15,-10 5-182 0,-1-2-559 0,1-2 248 16</inkml:trace>
  <inkml:trace contextRef="#ctx0" brushRef="#br0" timeOffset="74199.12">16089 13471 117 0,'0'0'248'0,"0"0"6"0,14 1 9 16,-6 4-9-16,0 4-9 0,2 4-7 0,-1 4-21 16,1 6 1-16,1 0-9 0,-4 1-9 0,1 2-31 15,-1-1-16-15,1 3-15 0,-3-1-10 0,0 2-15 16,-1 0-11-16,-1-2-11 0,-2 3-11 0,-4-7-5 15,-1 2 0-15,1 3-15 0,-6-2 0 0,-4-1-11 16,-3 0-24-16,0 0-25 0,-6-1-21 0,-1-1-29 16,-5-1-31-16,-3-2-37 0,-12 7-28 0,1-1-43 15,9-7-41-15,-15 3-43 0,-3-1-173 0,1-2-483 16,-1 0 214-16</inkml:trace>
  <inkml:trace contextRef="#ctx0" brushRef="#br0" timeOffset="74839.5">8890 13536 136 0,'-10'22'224'0,"1"2"-2"15,-2 8-8-15,-6 20 5 0,-8 26-1 0,4 4-4 0,7-23-31 16,1 29-6-16,3-7-13 0,6-21-11 15,4-2-15-15,3-5-10 0,7-3-13 0,0 0-13 16,3-5-9-16,0-13-9 0,4 0-7 0,3-1-6 16,4-7-6-16,3 0-16 0,5-5-15 0,3-3-33 15,0-3-23-15,16-3-32 0,3-6-33 0,-1-8-33 16,2-2-49-16,-3 1-44 0,-1-5-190 0,-16 4-436 16,2-2 192-16</inkml:trace>
  <inkml:trace contextRef="#ctx0" brushRef="#br0" timeOffset="75691.2">3104 13455 203 0,'-10'-2'194'0,"10"2"-18"16,0 0-20-16,-9-2-10 0,9 2-13 0,0 0-11 15,0 0 3-15,0 0-5 0,0 0-13 0,28-4-12 0,-13 4-7 16,6-2-8-16,5-3-5 0,2 1-7 0,-1-2-8 15,-5 3-6-15,4-1-6 0,2-1-4 16,-1 5-15-16,-6-4-22 0,1 3-20 0,-3-3-25 16,2 3-28-16,-5 0-31 0,-2-1-26 0,-2 4-23 15,-2 0-129-15,-2 0-297 0,-3 1 132 0</inkml:trace>
  <inkml:trace contextRef="#ctx0" brushRef="#br0" timeOffset="75940.25">3173 13468 104 0,'-11'1'186'0,"0"2"1"0,1 1-2 15,2 1-12-15,-1 5 0 0,3 4-1 0,-1 3-9 0,2 8 6 16,-1 7-3-16,3 2-12 0,-3 12-11 16,4 3-5-16,-2-13 6 0,2 12-21 0,1-12-9 15,4 9-8-15,-6-13-6 0,2 0-11 0,1-1-8 16,1 0-8-16,2-2 1 0,-3-1-13 0,2-2-6 15,0 0-9-15,-1-7 32 0,1-1-8 0,2 0-20 0,-3-2-31 16,1 1-29-16,-2-4-29 0,0-3-25 0,1 1-45 16,-1-1-54-16,0-5-52 0,0-5-54 15,0 12-153-15,0-12-456 0,0 0 202 0</inkml:trace>
  <inkml:trace contextRef="#ctx0" brushRef="#br0" timeOffset="76384.28">3009 14011 1945 0,'3'-13'-10'0,"-1"2"20"0,1 3-10 0,1-2 13 16,-2 3-21-16,3-2 6 0,2 2-4 0,0-2 3 15,1-1 1-15,1 4 2 0,2-3-1 0,4-2 3 16,0 1-3-16,-2 0 3 0,2 2-3 0,-1 0 2 16,-2 1-1-16,6 1 3 0,1 1-3 0,-5-2 9 15,0 1-8-15,-3 2 1 0,1 1-6 0,-2-1 3 16,-10 4 0-16,13-5 1 0,-13 5-1 0,8-4 0 15,-8 4 0-15,0 0 8 0,0 0-3 0,13 0 8 16,-13 0-1-16,0 0 10 0,0 0-13 0,0 0 4 16,0 0-3-16,0 0 11 0,17 4 12 0,-12 0 7 15,-1 0 0-15,2 0 3 0,5 3-4 0,-4 3 7 16,6 2 4-16,-1 1 6 0,2 1 0 0,-2 0-4 16,3 1 2-16,1 4-7 0,-4-3-1 0,-1 2-3 15,5 3 1-15,-5-6-6 0,-1-1-1 0,-2 2-5 16,2-1-3-16,-6-5-6 0,2 2 6 0,-1-3-2 15,-1 0 2-15,-1 0 3 0,-1-3-1 16,0 1 6-16,-2-7 6 0,-2 11 8 0,2-11-2 16,-5 8 6-16,5-8-2 0,-7 6-4 0,7-6-3 0,-9-2-1 15,9 2-5-15,-12-6-7 0,7 1-1 0,0-3-5 16,1-2-11-16,0-1-8 0,-1-6-9 0,3-3-10 16,3-9-19-16,4 5-11 0,0-3-17 0,3 3-14 15,0-3-12-15,4 3-23 0,1 1-33 0,4 1-43 16,-1 2-61-16,-3 6-190 0,-1 2-470 15,2 2 207-15</inkml:trace>
  <inkml:trace contextRef="#ctx0" brushRef="#br0" timeOffset="76957.25">3752 14068 68 0,'0'0'241'0,"9"-7"-1"0,-9 7-4 15,6-11-13-15,-1 4-14 0,1-2-13 0,0-1-7 16,-1 1-5-16,4-5-4 0,1-2-22 0,-2 2-7 0,-1-2-14 16,1 2-6-16,0-4-12 0,-2 0-11 0,0 2-4 15,0-2-5-15,-4 2-9 0,1 2-8 0,-1 3 0 16,1 0-1-16,-3 1-10 0,0 10-5 16,-4-15 0-16,4 15 4 0,-6-13-16 0,2 8-8 15,-3 2-2-15,7 3-6 0,0 0-5 0,-18-4-3 16,18 4-2-16,-18 11 6 0,6 1-3 0,-1 0 11 0,0 3-5 15,2 10 11-15,-1-3-3 0,-1 2-6 16,6-5 3-16,2-1-24 0,1 8 15 0,1-7-1 0,3-2-8 16,1-4-11-16,5 3 9 0,0-1-2 15,2-5-1-15,4 2-31 0,3-4 24 0,-2-3-11 16,6-1 2-16,2-5-10 0,1 1-4 0,6-5-4 16,-1-2-3-16,0 1 0 0,1-7-6 0,-9 6-3 15,5-8-5-15,-1 2 5 0,0-1-4 0,-5 2-6 16,-2-1-2-16,4-4 3 0,-7 2 2 0,-1 2-3 15,-1-3 5-15,-2 1 4 0,-2 0 4 0,-2-1 3 16,-2 4 0-16,0-1 2 0,-1 4-8 0,-1-5 15 16,-1 14-1-16,0-14 10 0,0 14 5 0,0-12 6 15,0 12 4-15,0 0-3 0,3-12-3 0,-3 12-3 16,0 0-9-16,0 0 28 0,0 0-1 0,0 0-1 16,-14 34 5-16,13-18 11 0,-1 2-13 0,0 1 4 15,-2 7 7-15,3 1-3 0,-1 1 6 0,0 2-3 16,1 0 1-16,-2 0-6 0,3-2 5 0,-1 3-3 15,1-1-5-15,1 0-1 0,0 2-4 0,2 3-1 16,-1-2 6-16,1 1 2 0,3 0-5 0,-2-3-9 16,0-1-22-16,0-1-15 0,1-1-34 0,0 5-39 15,0-5-41-15,-1-2-44 0,-3-2-59 0,2-6-75 16,-5-1-246-16,4-4-607 0,-1-1 268 0</inkml:trace>
  <inkml:trace contextRef="#ctx0" brushRef="#br0" timeOffset="77136.32">4361 14099 24 0,'-1'-7'326'0,"1"7"-34"0,-1-13-27 0,1 13-25 16,-3-8-22-16,3 8-25 0,0 0-25 0,0-10-45 15,0 10-49-15,0 0-35 0,0 0-47 0,0 0-57 16,0 0-73-16,0 0-155 0,0 0-315 15,0 0 140-15</inkml:trace>
  <inkml:trace contextRef="#ctx0" brushRef="#br0" timeOffset="77506.31">4890 13795 131 0,'0'0'311'0,"-14"2"-16"0,14-2-10 16,-12 7-7-16,4 2-3 0,-1 4-6 0,3 1-22 0,-1 3-18 16,2 1-17-16,1 1-12 0,4-1-16 0,0 1-27 15,3-1-12-15,-1 0-11 0,3-1-6 16,2-2-19-16,-2 1-16 0,6-4 8 0,0 0-10 16,3-1-20-16,1-3-3 0,5 0-7 0,0-3-8 15,1-3 2-15,8 0-6 0,-8-4-12 0,7-2 5 16,-8 1-5-16,-1-5-11 0,-1 3-7 0,-2-5 12 0,-2 3-14 15,0-5 7-15,-5 3-8 0,-2-2 0 0,3-3-28 16,-5-3 24-16,-4 1-3 0,1-1 5 0,-6 0-5 16,0-1 7-16,-5-1-10 0,0 2-5 15,-4-5-11-15,-1 6 16 0,-5-2-5 0,-1 0-5 16,3 9 1-16,2 2 1 0,-2 1 1 0,0 2 2 0,0 3-13 16,1 2-27-16,-3 5-22 0,1 0-22 15,-5 8-34-15,1 2-27 0,3 3-37 0,6-6-44 16,6 1-71-16,-1 2-268 0,6-3-610 0,2-3 269 15</inkml:trace>
  <inkml:trace contextRef="#ctx0" brushRef="#br0" timeOffset="77786.27">5439 13581 14 0,'-5'-12'346'0,"1"5"-8"16,0 0 0-16,4 7 2 0,-6-8-14 0,6 8-18 15,-6-6-35-15,6 6-17 0,0 0-17 0,0 0-7 16,-4 17-13-16,3 0-9 0,0 9-16 0,0 4-10 16,3 7-14-16,-2 13-7 0,3-2-11 0,-2 3-11 15,-2-2-8-15,1 0-16 0,-4 1-9 0,3 3-9 16,-2-2-10-16,1 0-10 0,-1-2-6 0,-1-4-11 16,3-12-5-16,-2 12-5 0,1-10-7 0,1 0-7 15,-3 0-17-15,2-2-27 0,1 0-24 0,0-5-34 16,2 0-38-16,-1-3-43 0,1-4-35 0,1-7-38 15,2-3-22-15,-1-1-36 0,4-6-53 0,2 0-29 16,0-1-220-16,-9-3-627 0,21-9 278 0</inkml:trace>
  <inkml:trace contextRef="#ctx0" brushRef="#br0" timeOffset="78009.19">5616 14015 78 0,'0'-11'291'0,"0"5"-16"0,0 6-18 0,0-13-15 15,0 13-17-15,0 0-1 0,0 0 5 0,0 0 13 16,0 0-30-16,2 33 21 0,-2-7-16 0,-2 6-17 16,1-1-23-16,0 3-10 0,-3 0-23 0,0 2-19 15,0-2-11-15,-1 0-10 0,1-1-10 0,-1-1-14 16,1-1-25-16,2-1-28 0,-1-3-28 0,2-9-18 16,1 1-37-16,-1-2-28 0,-2-4-21 0,3-1-17 15,0-1-32-15,0-11-33 0,0 0-23 0,1 15-23 16,-1-15-33-16,0 0-164 0,-3 7-464 0,3-7 205 15</inkml:trace>
  <inkml:trace contextRef="#ctx0" brushRef="#br0" timeOffset="78236.17">5596 14018 26 0,'9'-32'176'16,"1"6"14"-16,4 2 3 0,-8 9-3 0,1-1-5 15,-1 6-9-15,2 1-9 0,2 5-7 0,-1-2-4 16,-9 6 11-16,17-3-11 0,-17 3-12 0,18 3 2 15,-8 3-2-15,-1 2-9 0,-4 0-8 16,1-1-7-16,1 5-15 0,0 1-6 0,-4 0-9 16,-1-2 1-16,0 6-4 0,-2-2-6 0,-3 1-7 15,-1 0-6-15,0-1-10 0,-1 1-8 0,-5 1-7 0,1-1-3 16,-2 0-26-16,-3 0-33 0,0-2-38 0,-7 6-40 16,2-4-52-16,-4 1-73 0,6-5-79 0,-6 0-169 15,8-1-507-15,-1-3 225 0</inkml:trace>
  <inkml:trace contextRef="#ctx0" brushRef="#br0" timeOffset="78727.87">6669 13995 99 0,'-6'3'295'0,"6"-3"0"0,-8 4 4 15,8-4-5-15,-11 3-8 0,8 0-9 0,3-3-23 16,0 0-14-16,-6 7-31 0,6-7-35 0,0 0 3 16,0 0-20-16,13 11 2 0,-4-7-7 0,8 0-3 15,3-1-2-15,10-1-11 0,5-2-10 0,2-2-9 0,13-1-9 16,-12 2-11-16,0-2-6 0,0-1-11 16,-1 0-4-16,-3 3 0 0,-2-2 2 0,-4 0-11 15,-6 1-7-15,-2 0-3 0,-7 2-4 0,-1 0-4 16,-4 0-2-16,-8 0 13 0,12 0 9 0,-12 0 15 15,9 0 10-15,-9 0 10 0,0 0-3 0,8 4-5 16,-8-4-3-16,0 0-14 0,0 0-5 0,0 0-34 16,0 0-2-16,-27 3-7 0,27-3-3 0,-13 0-3 15,7 3-16-15,-2-2-29 0,8-1-33 0,-13 2-49 16,13-2-54-16,-11 1-57 0,3 0-63 0,2 0-71 16,6-1-81-16,-12 3-308 0,12-3-796 0,0 0 352 15</inkml:trace>
  <inkml:trace contextRef="#ctx0" brushRef="#br0" timeOffset="97409.97">16694 14377 96 0,'0'-8'180'0,"-1"-1"14"16,1 9 16-16,0-13-10 0,0 6-22 0,0 7-15 16,-2-17-13-16,2 12-5 0,0 5-4 0,0-11-8 15,0 11-9-15,0 0-8 0,-1-9-14 16,1 9-10-16,0 0-12 0,0 0-7 0,0 0 4 15,0 0-6-15,0 0 6 0,0 0-4 0,4 36 5 0,-3-19-13 16,0 9-5-16,-1 1 2 0,2 3-1 0,-5 1-2 16,3 1-3-16,-1 1-5 0,1-2-5 0,-1 1-2 15,2-2-3-15,0 0-7 0,0-4-6 16,-2 0 1-16,1 0-3 0,-1 1-1 0,1-6-5 16,-1-2 0-16,1 6-2 0,0-7-3 0,-2 0 2 15,5-2-4-15,-3-5-14 0,-1 1-20 0,1-2-12 0,-2 0-23 16,2 1-17-16,-1-3-20 0,1-8-28 15,1 14-35-15,-1-8-34 0,0-6-42 0,3 7-24 16,-3-7-130-16,0 0-417 0,0 0 185 0</inkml:trace>
  <inkml:trace contextRef="#ctx0" brushRef="#br0" timeOffset="97603.08">16675 14723 1650 0,'0'0'33'0,"0"0"-32"0,0-14 8 16,0 14-18-16,0 0 13 0,0 0-9 15,3-11 2-15,-3 11-5 0,11-7 18 0,-5 3 8 16,8-1 10-16,-1 0-4 0,6 1 5 0,0-3-8 16,8-3 5-16,1 1-9 0,2 1 2 0,-4 2-5 15,2-1-2-15,1 4-18 0,-9-2-17 0,2 2-25 0,-2-3-17 16,0 5-19-16,-1-3-12 0,0 2-15 16,-3-4-17-16,-4 4-94 0,1-1-240 0,-2 2 107 15</inkml:trace>
  <inkml:trace contextRef="#ctx0" brushRef="#br0" timeOffset="97812.64">17155 14400 33 0,'-2'-15'149'0,"-1"3"1"0,-1 1 13 15,3 2 12-15,-2-1 2 0,1 3-4 0,2 7-13 16,-3-11-17-16,3 11-14 0,-1-8-16 0,1 8-12 16,0 0-3-16,0 0-4 0,0 0 1 0,11 23-4 15,-5-9-4-15,0 5-5 0,-2 7-5 0,1 5-5 16,-1-1-5-16,-1 5-3 0,-1-3-9 15,0 1-2-15,0 2-8 0,-1-2-2 0,2 14-6 0,-2-17-3 16,0 2-17-16,-1-1-25 0,1-1-32 0,-1-3-40 16,3-1-47-16,2-1-44 0,0-6-52 0,-4-1-132 15,4-2-384-15,1-5 169 0</inkml:trace>
  <inkml:trace contextRef="#ctx0" brushRef="#br0" timeOffset="98564.38">17596 14486 5 0,'-6'-5'230'0,"-3"1"-10"16,-3 2-10-16,3 3-9 0,-2 2-7 0,-1 4-10 16,2 1-16-16,-3 6-9 0,-3 8-15 0,1 0-13 15,2 1-15-15,2 1-10 0,2 0-6 0,2-6-15 16,3 2-3-16,3-1-11 0,1 0-7 0,0 0-9 15,2-3-3-15,2-1-3 0,1-2-3 0,0-3-9 16,3 1 0-16,1-3-4 0,0-1-2 16,0-3-3-16,0 1 0 0,2-4-4 0,1-1 7 15,-3 0-10-15,2-3-1 0,-1 2-6 0,1-4 0 0,-1-2-3 16,-1-2 2-16,-3 1-1 0,-1-4-4 0,2-2 2 16,-1 4 1-16,-4-6-1 0,0 4 0 0,-1-1-4 15,-2-2 9-15,1 5-11 0,-3-2 0 0,1 3 1 16,-2 1 2-16,4 8-1 0,-1-13 2 0,1 13-2 15,-2-10 0-15,2 10-3 0,0 0 0 0,0 0-4 16,0 0 4-16,0 0 6 0,0 0 4 16,0 0-2-16,-5 33 5 0,4-22 4 0,1 5-4 15,1-3-2-15,2 0 0 0,1 1-2 0,-1-2 1 0,2 0-4 16,2-3-1-16,1 6 5 0,2-5 0 0,-3 0 1 16,4-5-5-16,5 3 0 0,-3-5-2 15,5 0 4-15,0 0 3 0,1-3-6 0,4-4 1 16,-2 1 7-16,-1-3-10 0,0-1 3 0,0-3 0 15,3-2-1-15,-7 2 0 0,1 1-2 0,-3-4 0 0,-1-1-1 16,-2 0-2-16,-2-1 5 0,-3-2-5 0,-2 6 0 16,-1-8 3-16,-3 0-3 0,-3 3 0 15,-2-3-1-15,0 3 4 0,-5 0-7 0,2 0 5 0,-1 2-5 16,-2 2 1-16,3 4 1 0,0-1-1 16,3 4 0-16,-1-2 6 0,6 7-3 0,-9-8-1 15,9 8 4-15,-5-6-6 0,5 6-4 0,0 0-3 0,-5-9 6 16,5 9-3-16,0 0-2 0,0 0 2 15,0 0 2-15,15-1 2 0,-3 1 2 0,-1 0 0 16,2-4-2-16,1 2 0 0,5 0 0 0,-1 1 2 0,1-2 0 16,-1-1 0-16,0 2 0 0,-1 1 0 15,-3-2-1-15,-1 3-3 0,-1 0 0 0,-2 0-3 16,2 3 1-16,-1-2 7 0,-2 5-8 0,-1 0-1 16,0 1 3-16,-2 2 6 0,-1 1 5 0,0 3 9 15,1 3-2-15,-4-1 3 0,-1 0 3 0,2 5-1 0,-1-3-4 16,0 1 0-16,-2 0 3 0,0 0-6 15,0 0-2-15,1-3 1 0,0 2-9 0,-1-1-16 16,1 0-14-16,-1-1-26 0,0-3-21 0,2-3-14 16,-1 4-21-16,-1-3-31 0,0-10-60 0,4 18-37 0,-3-11-223 15,-1-1-497-15,0-6 219 0</inkml:trace>
  <inkml:trace contextRef="#ctx0" brushRef="#br0" timeOffset="98833.15">18406 14221 143 0,'0'-13'271'0,"-1"3"-8"0,1 1-5 16,0 9-18-16,1-12-25 0,-1 12-28 0,0 0-8 16,0 0 2-16,0 0 8 0,0 0-7 0,4 39 0 15,-3-14-12-15,2 1-12 0,0 5-6 0,0-1-18 16,-1 3 7-16,-2-2-15 0,1 3-6 0,-1-3-17 15,1 1-15-15,2-3-1 0,-3 3-10 0,1-3-6 16,0-3-10-16,1 2-2 0,0-3-24 0,1-6-45 16,-1-1-22-16,-1 1-26 0,-1-3-32 0,0 1-36 15,-1-1-34-15,1-6-40 0,-1 3-51 0,1-5-49 16,-4 2-175-16,4-10-513 0,-7 8 227 0</inkml:trace>
  <inkml:trace contextRef="#ctx0" brushRef="#br0" timeOffset="98997.07">18308 14567 5 0,'0'0'207'0,"5"-10"-3"15,-5 10-8-15,8-12-15 0,-4 8-18 0,3 0-15 16,3 1-15-16,2-1-9 0,-2 0-15 0,3 0-11 16,4 1-22-16,0 1-33 0,-4 0-36 0,6-1-42 15,2-1-32-15,-3 1-53 0,-4 0-126 0,2 0-266 16,-2-1 118-16</inkml:trace>
  <inkml:trace contextRef="#ctx0" brushRef="#br0" timeOffset="99205.38">18670 14217 18 0,'-3'-16'225'0,"2"3"2"0,-3 1 4 0,1 2-5 16,1-1-10-16,2 11-24 0,-4-8-21 0,4 8-11 15,0 0-10-15,0 0 12 0,0 0 3 0,0 0 7 16,-1 55-10-16,-1-30-6 0,4 5-16 15,-2-1-8-15,1 2-13 0,-1-1-14 0,-1-1-7 0,2 2-13 16,0-2-2-16,3 1-15 0,-3-3-7 16,1-1-27-16,-1 0-36 0,0-8-35 0,0 6-35 0,1-4-38 15,2-2-43-15,-2-2-61 0,1 1-48 0,-2 1-190 16,3-5-488-16,-7-3 216 0</inkml:trace>
  <inkml:trace contextRef="#ctx0" brushRef="#br0" timeOffset="99870.73">18704 14720 24 0,'3'-9'218'0,"-3"9"-2"0,5-9-2 0,-3 6-8 16,3-4-8-16,-5 7-7 0,9-11-14 0,-3 7-12 15,2-4-16-15,3-2-13 0,-1 5-12 0,4-8-7 16,0 2-10-16,0-1-10 0,0 3-6 0,-1-2-10 16,3-3-8-16,-3 2-3 0,0 0-10 15,0 2-5-15,-4 0-6 0,-3 0-1 0,1 1-3 16,-1-1-4-16,-2-2-10 0,0 1-3 0,-3-1-1 0,1 2-5 15,0 0-2-15,-2 1 3 0,0 1-8 0,0 8 1 16,-2-12-5-16,2 12 0 0,0 0-6 0,2-11 0 16,-2 11-4-16,0 0 1 0,0 0 0 0,0 0 7 15,-18 19 1-15,13-7 7 0,-3 1-1 16,2 3 7-16,-1-2-1 0,2 3-5 0,3-2-3 16,-2-3 3-16,2-1-2 0,1 2-3 0,2-2 8 15,1 2-9-15,-1-4 0 0,2-1 3 0,2-2-5 16,1 2 4-16,4-3-8 0,-1 1 7 0,3-6-2 15,2 1-3-15,3 0 2 0,-1-4 1 0,2-2-3 16,1 2-1-16,-1 0 3 0,-5-1-1 0,3-4-1 16,-5 2 4-16,2-4-3 0,-2 2-3 0,-2-2-1 0,2-2-8 15,1-1-6-15,-3 2 5 0,0-6-4 0,0 4 2 16,-3-2-6-16,0-1 2 0,-2 6 0 16,0-1 0-16,-1 4 2 0,2 1-2 0,-5 6-3 15,4-9-2-15,-4 9 1 0,5-4 3 0,-5 4 9 16,0 0 9-16,0 0 0 0,0 0 2 0,7 22-2 15,-5-12 3-15,-2-10-1 0,2 15 0 0,2-3-2 0,0-4 4 16,2 0-3-16,-2-3 0 0,3 2 5 16,-2-1 8-16,4-2-6 0,-1 0 4 0,-8-4-2 15,20 0 10-15,-6-1-3 0,-1-2-1 0,3-1 0 16,-3-2 6-16,1 4-3 0,-4-5-2 0,2 2 2 16,0-2-5-16,-4 1 2 0,0 0 6 0,-2 1-13 15,2-1 9-15,-3-1-1 0,-5 7-4 0,8-10 4 16,-8 10-3-16,7-5-5 0,-7 5 1 0,0 0-5 15,12-4-7-15,-12 4 4 0,0 0 10 0,0 0 12 16,8 20 7-16,-8-20 5 0,1 31 12 0,-1-4 13 16,-3 0 3-16,-1 4-2 0,2-1-1 0,-2 5-6 15,-1-2 1-15,0-1-12 0,0 4-6 0,2-2-1 16,-2 2-4-16,1-3-8 0,2-1-39 0,-1-1-17 16,4 0-49-16,-3 0-42 0,-1-3-44 0,2 1-30 15,0-2-45-15,0-3-77 0,-5 3-296 0,-3-3-657 16,0 0 290-16</inkml:trace>
  <inkml:trace contextRef="#ctx0" brushRef="#br0" timeOffset="100665.14">16805 15798 149 0,'-13'-8'240'0,"0"2"-15"0,-1 3-12 0,2 3-13 0,-6 2-12 15,2 5-7-15,-3 5-9 0,-1 7 0 16,-1 3-13-16,3 6-9 0,-5 13 2 0,7 3-5 15,3 0-9-15,0 4-9 0,8-1-5 0,3-15-14 16,4 3-22-16,3-3-32 0,5-1-3 0,3-2-5 16,1-3-3-16,7-1-6 0,-1-2-3 0,4-3-4 15,2-3 2-15,1-2-11 0,2-3-15 0,1-2-19 16,0-7-20-16,0 0-20 0,-1-2-10 0,-1-2-16 16,2-2-12-16,0-2-6 0,-11-3-12 0,8-4-2 15,0-1 1-15,-1-3-6 0,-3 2 14 0,-3-7-5 16,-8 6 20-16,-5-3 6 0,2 1 0 0,-2-9 0 15,-4 7 17-15,-1 0 9 0,-2-6 16 0,-3 0 28 16,-1 9 8-16,2 1 14 0,-4 2 16 0,2 3 12 16,-2 0 10-16,6 10 4 0,-3-12-2 0,3 12-5 15,-6-6 0-15,6 6 9 0,0 0 14 0,0 0 5 16,-15 26-5-16,14-9-5 0,0 1 0 0,1 2-7 16,0-1-5-16,4 1-3 0,-1-2-5 0,5 0 0 15,0-3-7-15,1 1-5 0,2-2 0 0,2-1-5 16,3-2 1-16,0-3-4 0,0-2 4 0,2-2-4 15,1 1 1-15,-2-5 2 0,-2-2 3 0,2-1 2 16,2-2-2-16,-2-2-8 0,-2-2 2 16,-1-2-5-16,0-2-1 0,-2-1 2 0,-1 0-6 0,-4 0 2 15,-3-1 6-15,1-1-10 0,-5-3-2 0,-2-2 0 16,-1 2-7-16,-4 0 5 0,-3 2-3 16,-4-3-11-16,-5 1 0 0,-1 1-9 0,3 6 0 0,-8 1-3 15,6 4-10-15,-3 2-7 0,3 1-9 0,1 4-10 16,-1 4-5-16,1-1-8 0,0 4-15 0,3 2-21 15,-2 3-20-15,6 0-21 0,1 1-34 16,6 3-34-16,1-6-165 0,1 2-406 0,4-1 180 16</inkml:trace>
  <inkml:trace contextRef="#ctx0" brushRef="#br0" timeOffset="101120">17476 15776 202 0,'0'0'268'0,"-1"-15"-4"0,1 15-13 15,-2-10-19-15,2 10-28 0,0 0-18 0,-1-11-23 16,1 11-13-16,0 0-3 0,0 0 4 0,0 0 3 15,0 44-13-15,1-17-2 0,-1 3-12 0,3 1 3 16,-1 2 3-16,0 0-24 0,0 1 0 16,1 12-18-16,-1-11 3 0,0-2-15 0,-2 0-8 0,2 1-10 15,0-4-11-15,-1 2-6 0,0-7-6 0,0 5-15 16,2-5-30-16,-4-5-33 0,2-2-27 0,-1 0-29 16,3 1-25-16,-3-3-36 0,0-4-49 15,3-1-37-15,2-1-44 0,-3 0-145 0,-2-10-467 0,9 6 208 16</inkml:trace>
  <inkml:trace contextRef="#ctx0" brushRef="#br0" timeOffset="101374.66">17853 15769 270 0,'0'0'277'0,"0"0"-11"0,0-16-29 16,0 16-22-16,0 0-29 0,0 0-12 0,0 0 0 15,0 0 1-15,0 0-5 0,1 44-1 16,-3-19-6-16,0 7-14 0,4 3-9 0,-2 0 1 16,0 0-23-16,1 12-9 0,-2 3-7 0,1-4-8 15,-3-10-14-15,2-2-9 0,-2-1-4 0,3 0-7 16,-1-1-6-16,1-1-10 0,0-5-21 0,0 1-29 16,1-8-28-16,-1 7-31 0,-2-8-28 0,3-1-33 15,-3 0-29-15,0-2-41 0,0-4-56 0,-1-2-216 16,3-9-505-16,-5 12 225 0</inkml:trace>
  <inkml:trace contextRef="#ctx0" brushRef="#br0" timeOffset="101628.89">17840 15972 49 0,'4'-7'208'0,"4"-1"-16"0,1 4-6 0,-2 0-14 15,-7 4-11-15,21-2-9 0,-11 4-8 0,1 0-15 16,0 1-10-16,-1 4-12 0,-1 2-6 0,-2 0-11 0,1 1-8 16,-1 0-8-16,-4 0-5 0,-1 7-5 0,-1-5-5 15,-2 3-6-15,-2-2-6 0,-2 1-2 16,0 1-9-16,-2-1-2 0,0-2-1 0,-1-4-12 16,-1 2-21-16,1-1-17 0,0-3-17 0,-1 1-23 15,1 1-21-15,8-8-27 0,-14 10-30 0,10-6-32 16,4-4-139-16,-10 7-331 0,10-7 146 0</inkml:trace>
  <inkml:trace contextRef="#ctx0" brushRef="#br0" timeOffset="102400.85">18002 16163 27 0,'13'-9'161'0,"0"-5"-4"0,2 5-4 15,-2-6-12-15,4 2-6 0,-3-1-8 0,5-4-13 16,-4 4-4-16,2 1-6 0,3-7-2 0,-6 5-9 15,-1 3 3-15,1-1 7 0,-3-1 11 0,-5 3-7 16,0 1-1-16,-1 1-1 0,-3-3-9 0,-1 6-6 16,-1-1 11-16,0 7-2 0,0 0-1 15,1-17-11-15,-1 17-7 0,0 0-14 0,-5-9-9 16,5 9-5-16,0 0-2 0,0 0-5 0,0 0 0 16,-18 26-8-16,14-15 2 0,1 1 0 0,0 6 0 0,0 1-1 15,1 0-2-15,2 7-5 0,-1-9 7 16,2-1-8-16,0-3 0 0,2-4-3 0,-1 2 1 0,2-2-2 15,0 1-7-15,2 0 2 0,1-3-3 0,-2-2 8 16,-5-5-3-16,11 7-2 0,-3-6 10 16,5-1-14-16,-13 0 0 0,29-8 6 0,-13 3-7 15,0-5 0-15,0-2 2 0,4-5-7 0,-5 5-1 16,1-1 3-16,1-6-4 0,0 0-2 0,-5 3 5 16,0-1-1-16,-1 0-2 0,4-6 2 0,-2-2-6 15,-3-1 1-15,-2 1 3 0,-2-3-4 0,-3 2 1 0,-1 1 2 16,1-1-3-16,-6 0 1 0,2 1 0 15,0 5-1-15,-2 4 2 0,0 1 6 0,2 5 7 16,1 10 5-16,-2-18 1 0,2 18-6 0,0 0-9 16,-2-14-3-16,2 14-5 0,0 0 1 0,0 0 5 15,0 0 0-15,-7 54 3 0,5-24-1 0,0 1 0 16,-2-1 2-16,0 1 2 0,2 0 1 0,0-2 2 16,4-1 4-16,-4-9-7 0,4 7 5 0,-2-8-2 15,3 1-2-15,1-4 3 0,0-4-5 0,-1 3 7 16,3-4 6-16,-6-10-12 0,10 17 1 0,-6-11 1 15,4 1 2-15,-8-7-3 0,15 5 5 0,-3-4-1 16,-12-1 4-16,24-2 3 0,-9-6-11 0,2 1-3 16,-1-1 0-16,0-3-2 0,-5 1-1 0,5-4-4 15,-6 0 3-15,0-1-1 0,-2-1 2 0,-1-2-6 16,-1-1 0-16,-3-5-7 0,2-2-6 16,-2 2 9-16,-2-2-11 0,0 0-2 0,-2-1 3 15,0 0 0-15,-2 1-2 0,-2 1 1 0,3 7 5 16,-3 0-9-16,3 7 14 0,1-1-1 0,1 12 1 15,-1-15-5-15,1 15 0 0,0 0-5 0,-4-11 1 0,4 11 6 16,0 0 3-16,0 0 12 0,4 48 8 16,-5-22 8-16,2 6-3 0,-1-2 6 0,-1 1-5 15,-1 0 13-15,0-1 9 0,0 0-14 0,1-1-2 16,1-1 0-16,0-5 1 0,1-3-7 0,-1 3-8 16,3-3 2-16,-2-4 9 0,2 1-10 0,1 0-7 15,-3 0-6-15,2-5-19 0,0-2-42 0,0-2-34 16,2 0-31-16,-5-8-31 0,8 11-37 0,-4-7-40 15,-4-4-48-15,0 0-55 0,17 2-243 0,-17-2-624 0,0 0 277 16</inkml:trace>
  <inkml:trace contextRef="#ctx0" brushRef="#br0" timeOffset="102564.21">18671 15898 1704 0,'0'0'68'0,"-9"-7"5"0,9 7-49 16,-7-6-14-16,7 6 10 0,0 0 21 0,-5-8 12 15,5 8-5-15,0 0-9 0,0 0-1 0,0 0-2 16,0 0-3-16,0 0-17 0,13-14-20 0,-13 14-30 16,18-9-21-16,-3 3-50 0,3-1-51 0,0 0-153 15,0-5-333-15,-2 2 147 0</inkml:trace>
  <inkml:trace contextRef="#ctx0" brushRef="#br0" timeOffset="102740.43">18958 15408 222 0,'-5'-16'244'16,"5"16"-12"-16,-1-12-22 0,1 12-22 0,0 0-20 15,0 0-22-15,0 0-10 0,0 0-12 0,0 0-10 16,0 0-12-16,-1 54-14 0,0-27-5 0,2 1-23 16,0 1-41-16,0 2-37 0,1 2-41 0,4-3-53 15,-2 2-50-15,0-1-136 0,-3-2-323 0,1-2 144 16</inkml:trace>
  <inkml:trace contextRef="#ctx0" brushRef="#br0" timeOffset="103076.59">19016 15999 28 0,'0'0'253'0,"0"0"3"0,0 0 1 0,0 0-4 16,0 0-15-16,0 0-6 0,19-23-9 0,-14 14-7 15,0-1-5-15,3-2-10 0,-2-1-13 0,2-3-10 16,1-1-16-16,0-1-6 0,-1 0-30 15,1 0-3-15,-2-1-17 0,1 2-1 0,-2 0-15 16,-1 0-10-16,1 2-4 0,-4 5-13 0,1 1 2 0,-3 9-3 16,3-12-17-16,-3 12-8 0,3-7-12 0,-3 7 0 15,0 0-6-15,0 0 4 0,0 0-13 16,0 0-15-16,-11 34-3 0,8-23-15 0,2 6-5 16,2-1-8-16,-1 0-5 0,1-3-8 0,2 2 1 15,-2-3-2-15,3 2 3 0,1-4-11 0,-4 3 10 16,3-3-6-16,-1 0 8 0,0 1 2 0,0-1 8 15,-3-10-1-15,4 15 5 0,-3-10 9 0,-1-5-9 16,3 13 3-16,-3-13-1 0,0 0-1 0,-7 18-4 16,3-13-15-16,4-5-14 0,-11 13-24 0,2-7-16 0,0 0-26 15,9-6-31-15,-20 7-52 0,7-2-196 16,13-5-443-16,-24-1 196 0</inkml:trace>
  <inkml:trace contextRef="#ctx0" brushRef="#br0" timeOffset="103592.6">19374 14108 44 0,'0'0'193'0,"0"0"-14"16,0-10-16-16,0 10-19 0,0 0-14 0,0 0-11 0,6-3-13 16,-6 3-13-16,0 0-6 0,14 16-4 0,-10-7-13 15,0 1-9-15,1 1-30 0,3 2-27 0,-1 5-44 16,4-2-33-16,-1 1-35 0,1 5-107 16,-4-2-232-16,4 2 103 0</inkml:trace>
  <inkml:trace contextRef="#ctx0" brushRef="#br0" timeOffset="103990.15">19771 14665 121 0,'7'-9'166'0,"4"0"-6"15,-1-4-13-15,2 2-4 0,1-5-13 0,-2 3-9 16,1-2-1-16,0-2-6 0,-1 2-10 0,1-2-8 16,-3 0-6-16,0 2-6 0,0-2-5 0,-1 1 1 15,-2-1-2-15,-2 6-7 0,0 0 7 0,-1 1 6 0,-2 3-11 16,-1 7-5-16,1-11-4 0,0 6-5 16,-1 5-6-16,0 0-7 0,0 0 3 0,-6-8-10 15,6 8-8-15,0 0-2 0,-13 12-3 0,8-5-2 16,0 4-3-16,0-3-3 0,2 3-2 0,2 2-3 15,0-1 0-15,3 4-1 0,-2-5 0 0,2 3-5 16,1 1 3-16,1-2-2 0,3 4-4 0,-2-2 1 16,-1-3-1-16,1 0 1 0,-1 0 4 0,-1 0-4 15,0 1-2-15,-1-3 0 0,0 2-2 0,-2-1-2 16,0 0-10-16,-2 1-3 0,-1 0-11 0,0-3-20 16,-1 1-20-16,0-1-32 0,4-9-32 0,-6 13-42 15,2-9-43-15,0 3-124 0,4-7-365 0,-10 7 161 0</inkml:trace>
  <inkml:trace contextRef="#ctx0" brushRef="#br0" timeOffset="104131.25">20087 14598 67 0,'4'-7'203'0,"-4"7"-23"0,0 0-31 15,0 0-36-15,0 0-49 0,0 0-50 0,-42 13-69 16,17-2-68-16,-1 2-132 0,-4 0 58 0</inkml:trace>
  <inkml:trace contextRef="#ctx0" brushRef="#br0" timeOffset="104465.04">17219 15160 149 0,'0'0'183'0,"0"0"-3"15,0 0-7-15,38 1-13 0,2 0-10 0,25 0-16 16,37-1-13-16,3-2-15 0,9-1-5 0,10-3-9 15,9-1-9-15,0 2-8 0,2-5-11 0,-2 5-2 16,1-3-8-16,2 2-4 0,0-3-12 0,-5-4-9 16,-5 6-14-16,-4-3-12 0,-1-2-9 0,-11 6-6 15,-5-4-17-15,-8-3-26 0,-2 4-6 0,-31 0-21 16,0 4-40-16,-3 0-36 0,-9 3-92 0,-16-1-271 16,0 2 121-16</inkml:trace>
  <inkml:trace contextRef="#ctx0" brushRef="#br0" timeOffset="105093.54">16278 16815 35 0,'-12'0'170'15,"12"0"-14"-15,-8 0-13 0,8 0-11 0,0 0-5 16,0 0 6-16,0 0 1 0,37 3-23 0,-8-5 3 16,6 1-12-16,17-3-10 0,10 0-4 0,-1-2-6 15,36-2-4-15,-5 1-9 0,5-2 2 0,2 1-5 16,8 2-6-16,7-3-2 0,0-2-4 0,1 3-6 16,1-2-3-16,8 2-1 0,2-3-1 0,-2 3 1 15,-2-4-1-15,-2 3 4 0,-1-4 1 0,10-2-1 16,-12 5 5-16,-3-2-5 0,2-2 2 0,-1 0-6 15,-5 2-3-15,-2 0 0 0,-9 2-5 0,-4-1-3 16,-6 0 7-16,-29 2-7 0,4 2-3 0,-1 0-7 16,-4-2 1-16,-2 3-6 0,-18 2-1 0,-1-2-17 15,-6 2-18-15,-5 1-30 0,-8-1-25 16,-9 3-45-16,-5-1-57 0,-5 2-74 0,0 0-136 0,0 0-417 16,-42-5 184-16</inkml:trace>
  <inkml:trace contextRef="#ctx0" brushRef="#br0" timeOffset="105814.88">15615 14755 20 0,'11'6'91'0,"6"-3"-4"0,5 1-13 16,5-3-11-16,5-1-21 0,1-2-29 0,4-1-41 15,0 2-33-15,-2-4-65 0,3 0 29 0</inkml:trace>
  <inkml:trace contextRef="#ctx0" brushRef="#br0" timeOffset="106246.87">15196 16304 75 0,'-6'4'265'0,"2"-1"-9"0,-1 1-13 16,5-4-19-16,-6 5-18 0,6-5-19 0,0 0-18 15,-3 5-9-15,3-5-7 0,0 0-19 0,14 4-2 16,0-2-13-16,2-3-15 0,13 0-11 0,1 0-7 16,3-2-26-16,5-2-26 0,14-4-61 0,3 0-39 15,1-3-61-15,-1 2-70 0,-1 1-184 0,-1-3-412 16,-4 1 182-16</inkml:trace>
  <inkml:trace contextRef="#ctx0" brushRef="#br0" timeOffset="107004.89">14041 14631 109 0,'0'0'127'0,"-14"6"-1"0,7 4 7 0,-2 8 6 16,0 7 4-16,0 7-4 0,0 16-2 0,1 9-7 15,-2 29 1-15,-1-2 31 0,3 2-18 0,1 1-8 16,-3 5-6-16,1 4-5 0,1-3-8 0,-2-1-5 16,4-3 0-16,4-4-6 0,-1-4-11 0,3 1-11 0,0 3 4 15,0 6-6-15,-2-4-6 0,2 1-40 16,-4-4-7-16,-5-1-8 0,3-2-11 0,2-26-12 16,0 1-12-16,0 1-9 0,4 22-23 0,0-22-12 15,2-2-37-15,2-3-40 0,3 1-41 16,-2-6-43-16,2 2-150 0,-3-2-399 0,3-14 176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4:28:06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4852 3514 5 0,'0'0'11'0,"0"0"-3"0,0 0-4 15,0 0 4-15,0 0 3 0,0 0-2 0,0 0-4 16,0 0 10-16,0 0-15 0,0-8 2 0,0 8 0 16,0 0 1-16,0 0 1 0,0 0-2 0,4-8 3 15,-4 8-6-15,0 0 3 0,0 0-4 0,0 0 0 16,0 0 3-16,2-5-5 0,-2 5 6 0,0 0 0 15,0 0-1-15,0 0-1 0,0 0-3 0,0 0 3 16,0 0 2-16,0 0-5 0,0 0 5 0,0 0-1 16,0 0-3-16,0 0 4 0,0 0-4 15,0 0 2-15,0 0-1 0,0 0-4 0,0 0-2 16,0 0 3-16,0 0-2 0,0 0 1 0,0 0 5 16,0 0-3-16,0 0 0 0,0 0-7 0,0 0-10 15,0 0 5-15</inkml:trace>
  <inkml:trace contextRef="#ctx0" brushRef="#br0" timeOffset="11433.93">4749 5475 93 0,'0'0'124'0,"0"0"-6"16,0 0 9-16,0 0 3 0,0 0-8 0,0 0-7 15,0 0 0-15,0 0-12 0,0 0-9 0,0 0-4 16,0 0-3-16,0 0 0 0,0 0-7 0,0 0-3 15,0 0-5-15,0 0-4 0,-4-24-7 0,4 24-5 16,-4-10-3-16,3 3-2 0,1 7 3 0,-4-11-13 16,2 6 4-16,2 5 5 0,-2-10-3 0,2 10 1 15,-3-8-1-15,3 8-3 0,0 0-2 0,-1-11-3 16,1 11-1-16,0 0-4 0,-4-6-6 0,4 6-1 16,0 0-5-16,0 0-4 0,0 0-2 15,0 0-6-15,0 0-2 0,0 0 1 0,0 0-2 16,0 0 0-16,-2 25 0 0,-1-8 1 0,2 1 0 15,-2 5-6-15,-1 4 3 0,1 1-1 0,-3 0-1 0,3 0 3 16,3-1-1-16,-7 0 2 0,4-5-3 0,-1 6 1 16,0-4-1-16,0 0 2 0,-1 3 1 0,2-8 1 15,1-1-2-15,-2-2 2 0,3-1-4 0,-1-1 2 16,1-2-1-16,1-1 0 0,-1 2 1 0,1-2-1 16,-1-1-1-16,-1-1 2 0,2-2-1 15,0 1 0-15,0-8 1 0,0 15-1 0,0-9-3 0,0-6-9 16,-1 10-14-16,1-10-16 0,0 0-13 0,0 0-18 15,-1 13-9-15,1-13-21 0,0 0-29 16,0 0-36-16,0 0-26 0,0 0-134 0,0 0-349 16,0 0 154-16</inkml:trace>
  <inkml:trace contextRef="#ctx0" brushRef="#br0" timeOffset="11940.92">4754 5411 104 0,'2'-10'136'0,"-2"10"-3"0,7-10-6 0,-7 10-14 16,7-8 7-16,0 4-14 0,-7 4-5 0,19-5-10 16,-8 1-10-16,3 4-4 0,-2 0-1 0,1 2-2 15,6 4 0-15,-8 0-7 0,6 2-7 16,-7 1-1-16,4 3-3 0,-4 0 0 0,0 5 4 15,-3-4-3-15,-2 4-1 0,-1-2-8 0,0 0-1 16,-4 2-2-16,-1 1 1 0,-1-3-8 0,-3 1-5 0,0-1-2 16,1-3-2-16,1-2 0 0,-1-1-6 15,-2-2-1-15,3 0-3 0,-1-1 4 0,0-2-9 16,4-4 0-16,-6 9 0 0,6-9 0 0,-4 4-3 16,4-4 1-16,0 0 0 0,-4 5-5 0,4-5-1 15,0 0-2-15,-3 7 0 0,3-7-2 0,0 0 1 16,0 0-5-16,16 7 2 0,-7-3 1 0,0 0-5 15,2 4 7-15,-1-2-3 0,-2 2 3 0,1 1-2 16,4 4-2-16,-6-3 1 0,0 2 1 0,-1-1-1 16,3 2 5-16,-5-1-5 0,-2 0 1 0,0 0 3 15,-2 5 2-15,-4-5-3 0,1 0-1 0,-7 3 2 16,1-1 1-16,-4-1-2 0,-2-3 3 0,1 4-1 16,-5-4 2-16,-4 1 3 0,4-3 1 0,-2-1-4 15,0-3 4-15,0 0-4 0,-6 1 2 0,8-4 0 16,2-1 0-16,0 0-2 0,2-1-5 0,3 0-11 15,0-1-13-15,12 2-34 0,-20-7-40 0,15 3-48 16,0-4-53-16,2 1-145 0,3 7-369 0,1-19 165 16</inkml:trace>
  <inkml:trace contextRef="#ctx0" brushRef="#br0" timeOffset="12255.56">5368 5420 2 0,'-7'-2'164'0,"7"2"-7"0,-7-3-6 16,7 3-14-16,0 0-16 0,0 0-10 0,0 0-11 15,0 0-8-15,-9-2 2 0,9 2 4 0,0 0 1 16,0 0-2-16,0 0-10 0,31-2-4 0,-14 1-6 16,3-1-3-16,2 0-12 0,-2 1-10 0,8-4-5 15,-6 1-11-15,-3 1-20 0,-1 2-14 0,0-2-25 16,0 2-16-16,-5 1-32 0,-2-2-18 0,0 2-29 16,-4 0-31-16,-7 0-96 0,14-2-266 0,-9 1 117 15</inkml:trace>
  <inkml:trace contextRef="#ctx0" brushRef="#br0" timeOffset="12576.01">5583 5372 144 0,'-10'0'139'0,"10"0"-3"16,0 0-18-16,0 0 1 0,0 0 9 0,0 14 17 15,-1-2-7-15,-2-1-13 0,0 7-2 0,1 2-11 16,-2 7 0-16,-1 3 0 0,-1-1-6 0,0 1 3 15,1 2-13-15,0-3-6 0,-1-2-8 0,2-1-7 16,0-5-6-16,0-2-9 0,2 1-5 0,-1-1 1 16,1-1-2-16,-2 0-15 0,1 0-2 0,-2-4-2 15,1 2-2-15,1-4-4 0,-1 0 0 0,-1-2-3 16,-1-1-4-16,1 1 0 0,-2-3 0 0,0 0-1 16,1-2-1-16,-2 2-1 0,-2-5-3 0,1 1-1 15,-3 0 0-15,-3-5-1 0,2 4 0 0,-6-6-3 16,0 0 0-16,0 0-3 0,1-1-3 0,0-3-10 15,0 2-12-15,4-1-14 0,2 3-9 0,1-2-5 16,2 1-25-16,2 0-37 0,2 2-19 0,-1-4-26 16,6 7-22-16,-3-10-23 0,3 10-137 0,0 0-361 15,6-15 159-15</inkml:trace>
  <inkml:trace contextRef="#ctx0" brushRef="#br0" timeOffset="12904.72">5932 5514 33 0,'0'0'195'0,"0"0"-6"0,-8-3-10 15,8 3-1-15,0 0-14 0,0 0-8 0,-6-5-10 16,6 5-12-16,0 0-11 0,0 0-9 0,0 0-14 16,0 0-11-16,0 0-11 0,22-9-7 0,-11 5-7 15,8 2-8-15,4-3-3 0,2-1-5 0,4 3-6 16,-1-2-4-16,0-1-3 0,-1 1-6 16,-7 3-19-16,1-4-15 0,-1 4-29 0,0 2-21 0,-8-2-33 15,2 0-48-15,-3 1-26 0,0 1-146 0,-6 1-332 16,-5-1 147-16</inkml:trace>
  <inkml:trace contextRef="#ctx0" brushRef="#br0" timeOffset="13188.05">6176 5418 110 0,'0'0'190'0,"0"0"-8"0,0 0-16 16,0 0-21-16,0 0-13 0,0 0-10 0,0 0 6 15,-4 11 9-15,2 2-2 0,-1 2 3 0,-2 3-12 16,0 8-5-16,-2-2-12 0,0 3-2 0,3-1-7 16,0 2 1-16,0 0-6 0,1 2-7 0,0-5-7 15,0 1-7-15,1-5-3 0,0-2-4 0,1 5-3 16,0-4-2-16,0-4-6 0,-2 1-6 0,3-2-2 16,-1 2-7-16,1-4-2 0,-1-2-4 0,2 0-2 15,-2-1-4-15,-1-2 2 0,0 2-5 16,1-3-2-16,-1 0-10 0,0-1-15 0,2-6-13 0,-4 10-19 15,1-6-20-15,3-4-23 0,-6 8-33 0,6-8-30 16,-5 1-50-16,5-1-39 0,0 0-179 0,0 0-438 16,-10-19 193-16</inkml:trace>
  <inkml:trace contextRef="#ctx0" brushRef="#br0" timeOffset="13387.77">6166 5425 93 0,'0'0'147'0,"11"-4"-4"0,-2 2-3 0,3 0-9 15,2-2-12-15,3 0-12 0,4 1-14 0,1-1-3 0,10 2-10 16,-5-3-10-16,-7 2-9 0,-1 2-30 0,-1 2-27 16,-4-2-54-16,-1 2-23 0,0 0-27 15,-7 4-81-15,-6-5-197 0,13 8 87 0</inkml:trace>
  <inkml:trace contextRef="#ctx0" brushRef="#br0" timeOffset="13620.23">6455 5931 180 0,'-10'15'231'0,"2"-1"-3"0,0 0-7 0,-3 1-12 16,2-1-17-16,-2 1-15 0,0-2-15 16,-1 2-17-16,1-1-14 0,-2-2-13 0,3-2-10 15,1-3-22-15,-2 0-28 0,3 1-34 0,0-2-42 16,-1 2-56-16,3-5-72 0,-3 1-193 0,9-4-367 16,-15 4 162-16</inkml:trace>
  <inkml:trace contextRef="#ctx0" brushRef="#br0" timeOffset="14106.48">7462 5399 205 0,'0'0'279'0,"2"-11"-16"0,-2 11-19 0,7-5-21 15,-7 5-20-15,0 0-24 0,0 0-15 16,0 0-15-16,0 0-6 0,0 0 1 0,-5 34 5 16,2-14 0-16,-2 9-3 0,-1 4-7 0,-4 0-2 15,3 1-10-15,-2-2-6 0,4-1-5 0,-2-1-9 16,1-1-3-16,0-2-21 0,-1-1-8 0,3 0-6 15,-1-2-2-15,3 0-3 0,-1-6-11 0,1-2-6 16,-2 1-6-16,1-2 1 0,2-1-8 0,0-3-1 16,0 0-19-16,1 0-28 0,-3-1-31 0,2 0-31 15,1-1-26-15,-3-2-35 0,2-1-41 0,-2 1-38 16,3-7-47-16,-4 6-251 0,4-6-556 0,0 0 245 16</inkml:trace>
  <inkml:trace contextRef="#ctx0" brushRef="#br0" timeOffset="14305.98">7366 5425 2 0,'6'-10'199'0,"2"0"-6"0,0 0-6 0,-1 1-11 0,7-3-13 16,-1 2-14-16,-4-1-4 0,8 3-19 15,1 0-8-15,2 2-14 0,0 2-12 0,0 0-1 0,0 2-18 16,-2 2-13-16,-4 0-28 0,4 6-33 15,-7-2-37-15,1 2-61 0,-2 2-40 0,-2 0-134 16,-3 3-294-16,-2 1 130 0</inkml:trace>
  <inkml:trace contextRef="#ctx0" brushRef="#br0" timeOffset="14492.92">7394 5711 216 0,'0'0'219'0,"0"0"-25"0,0 0-4 0,5 9-9 16,-5-9-13-16,15 0-10 0,-6 0-18 0,3 0-10 16,6 0-16-16,1-2-10 0,-2 1-11 15,2-2-9-15,4 2-9 0,-3 1-35 0,2-2-42 16,-4 1-47-16,4-1-65 0,-1 1-56 0,0 0-126 16,-1-2-320-16,2-1 142 0</inkml:trace>
  <inkml:trace contextRef="#ctx0" brushRef="#br0" timeOffset="14922.57">8083 5463 82 0,'-8'-2'225'0,"-1"2"-5"16,-2-1-3-16,-2 4-13 0,-4 0-11 15,-2 4-13-15,1 2-14 0,-2 5-12 0,-3 1-16 16,2 2-14-16,2 1-11 0,4-4-8 0,3 3-12 15,1-2-10-15,2-1-8 0,3 1-4 0,2-4-11 16,2 2-4-16,2-3-5 0,2 2-3 0,3-2-9 0,1-1-5 16,3-3-6-16,3 2 1 0,-1-2-10 15,3-2 1-15,-2 0-5 0,2-1-6 0,-3-1-2 16,1-2 2-16,-1 1-2 0,0-1-2 0,-11 0-2 16,12-1 4-16,-4 1-1 0,-8 0-3 0,9-2 0 15,-9 2 4-15,5-3-2 0,-5 3 2 0,0 0 0 16,0 0 0-16,0 0 3 0,0 0 4 0,0 0-2 15,-32 3 3-15,20 0 1 0,-1 2 3 0,-5-1 3 16,-3 6 5-16,1-2-1 0,-7 4 3 0,5 1 1 16,3-2 9-16,2 1-6 0,2-2 4 0,1 3-8 15,0-3-3-15,4-1 5 0,2 1-3 0,-1 0-1 16,3 0-8-16,2-1 0 0,0 0 0 0,1-2 1 16,3-7-1-16,3 13-4 0,0-7-4 0,4 1 5 0,2-2 1 15,4 0-7-15,7-2-15 0,1 0-20 16,12-1-25-16,-1-2-34 0,3-2-35 0,-1-1-42 15,-1-1-64-15,-1-2-49 0,-1-1-164 0,2-1-474 16,-4-2 210-16</inkml:trace>
  <inkml:trace contextRef="#ctx0" brushRef="#br0" timeOffset="15190.32">8509 5550 25 0,'0'0'232'0,"-8"-7"-8"0,8 7-7 16,-5-5-12-16,5 5-14 0,-4-6-8 15,4 6-10-15,0 0-10 0,-5-5-13 0,5 5-14 16,0 0-13-16,0 0-11 0,0 0-16 0,11-9-10 16,1 4-7-16,0 1-9 0,5-3-5 0,2 4-7 15,3-1-7-15,5-2-6 0,1 0-2 0,0 2-7 16,-1-2-9-16,-5 1-11 0,-2 0-15 0,-1 3-15 15,-1 0-22-15,-4-1-30 0,-1 0-37 0,-1 3-36 16,-1 0-38-16,-2-2-33 0,-9 2-134 0,11-1-373 16,-11 1 166-16</inkml:trace>
  <inkml:trace contextRef="#ctx0" brushRef="#br0" timeOffset="15473.68">8709 5459 65 0,'0'0'229'0,"0"0"-5"0,0 0-5 0,0 0-10 16,0 0-11-16,-10-2-17 0,10 2-13 0,0 0-19 16,0 0-18-16,0 0-10 0,0 0 0 0,-3 11-3 15,1-1-6-15,1 1-2 0,-2 5-4 0,-1 2 3 16,0 6 2-16,0 3-3 0,0 1-6 0,1-2 9 16,-1-1-11-16,3 0-2 0,-3 3-9 0,1-3-1 15,-1-6 1-15,2 6-2 0,-1-7-13 0,2 2-6 16,-2-4-10-16,1 1-4 0,-1-2 2 0,2-2-11 15,-3 2-5-15,2-2-3 0,-1-4 0 0,1 3-14 16,-1-3-29-16,2 1-19 0,-1-2-24 0,0-3-16 16,2-5-16-16,-1 12-22 0,-2-9-19 0,3-3-27 15,0 0-46-15,-5 9-44 0,5-9-47 0,0 0-169 16,0 0-492-16,0 0 218 0</inkml:trace>
  <inkml:trace contextRef="#ctx0" brushRef="#br0" timeOffset="15771.29">8684 5499 176 0,'0'0'205'16,"0"0"-9"-16,0 0-20 0,0 0-23 0,6-12-7 15,2 10-8-15,4 0-12 0,5 1-12 0,5-3-3 16,6-4-8-16,3 4-7 0,-2-1-5 0,2 1-8 15,-5 0-5-15,-5-2-9 0,1 4-5 0,-3-1-7 16,-4-1-4-16,-1 2-5 0,-4 0-3 0,-2-1 0 16,1 1-1-16,-9 2 0 0,13-2 1 0,-13 2-6 15,6-2-1-15,-6 2-3 0,7-1 2 0,-7 1-11 16,0 0 0-16,8-3-5 0,-8 3-5 0,0 0-16 16,0 0-16-16,0 0-23 0,0 0-29 0,0 0-45 15,0 0-54-15,0 0-46 0,-13 16-142 16,13-16-384-16,-10 7 169 0</inkml:trace>
  <inkml:trace contextRef="#ctx0" brushRef="#br0" timeOffset="16571.68">9573 5643 50 0,'0'0'218'0,"-5"-5"-11"0,5 5-8 16,-8-4-14-16,2 1-8 0,6 3-18 16,-16 0-9-16,5 3-11 0,1 1-6 0,-2 3-11 15,-3 3-12-15,1 4-7 0,-1 1-4 0,-2 3-4 0,4-1-6 16,-2 3-10-16,5-2-5 0,2 0-8 0,-1-2-3 16,1 1-8-16,3-6-8 0,1 5-4 15,3 0-3-15,2-4-3 0,2-1-5 0,2 0 0 16,1-3-2-16,3 1 4 0,0-1-7 0,3-3 1 15,1 1-1-15,4-2-6 0,0-1 7 0,2 0-11 0,-1-6-5 16,1 3 4-16,2-4 4 0,-2-1 2 0,-1 1-2 16,0-1 9-16,-3-3 7 0,2 1-11 15,-7-2 4-15,-1 0 2 0,-3 0-3 0,2-2-4 16,-6-1-1-16,1-4-3 0,-4 1-3 0,-2 0-5 16,-4-2 2-16,-2-1-2 0,-2 1-5 0,-3 4-1 0,0-2-2 15,-1 4-1-15,0 1-2 0,-2 3-6 0,0-1-12 16,0 2-16-16,0 6-16 0,-2 0-18 15,1 4-24-15,0 1-20 0,1 0-26 0,4 2-34 16,1 3-22-16,-2 3-28 0,5 2-168 0,0 0-421 16,5 4 187-16</inkml:trace>
  <inkml:trace contextRef="#ctx0" brushRef="#br0" timeOffset="17005.59">9664 6031 106 0,'0'0'202'0,"11"-4"1"0,-6 2-5 0,2-3 3 16,-2 2-12-16,-5 3-17 0,10-11-8 0,-5 6-13 16,2-3-12-16,1 1-12 0,0-2-8 0,1-1-10 15,3-4-6-15,-3-1-11 0,0 1-10 0,1-4-6 16,-1 0-1-16,2-4-14 0,-3 3-9 0,2-7-2 16,-3 7-2-16,2-5-10 0,-6 6-2 0,2 1-3 15,-2 1 1-15,-1 4 5 0,0 2 1 0,-2 0-7 16,0 3-1-16,0 7-4 0,-4-15-2 0,3 9-1 15,-3 0 0-15,4 6-2 0,-6-11-6 0,2 7-2 16,4 4 0-16,-9-6 0 0,9 6-4 0,-6-6-3 16,6 6-2-16,-3-3-8 0,3 3-5 0,0 0-1 15,0 0 4-15,0 0-2 0,0 0 2 0,0 0-1 16,28 3 3-16,-10-1 2 0,1-1-7 0,0 0-2 16,11 1 3-16,-2-2-1 0,-2 1-3 0,-5 1 4 15,-3 0 2-15,-4-2 0 0,-3 0-2 0,0 2 0 16,1 1-1-16,-1 0 0 0,-1 0 1 0,-4 2 1 15,-1 1 2-15,2 1-4 0,-1 3 9 0,-3 1 3 16,2 1 8-16,-3-1 4 0,-1 5-3 0,1 0 0 16,-2 1 3-16,1-2-6 0,-1 0 6 0,-3 2-3 15,1-6-3-15,1 5-3 0,1 0 3 0,-3-4-18 16,6 1-16-16,-3 0-32 0,0-3-34 0,1 0-43 16,3 2-33-16,0-3-39 0,2-2-36 0,-1 1-147 15,7-2-418-15,-2-2 184 0</inkml:trace>
  <inkml:trace contextRef="#ctx0" brushRef="#br0" timeOffset="17355.93">10772 5734 71 0,'0'0'233'0,"-3"-9"-9"16,3 9-8-16,0 0-9 0,-9-7-4 0,9 7-6 15,-12 3-3-15,1 1-14 0,-4 7-6 0,2 2-1 16,-2 1-27-16,1-2-16 0,1 4-9 0,0-1-14 15,3 0-11-15,1-2 1 0,4-1-20 0,1 1-6 16,3-2-7-16,0 0-7 0,3 0-3 0,2-1-9 16,1-1-1-16,5 1 1 0,0-2-3 0,5-1-5 15,2-2-2-15,1-1 0 0,3-2-8 0,1-2 2 16,-2 0 0-16,0-2-1 0,1-1 2 0,7-3-3 16,-13 1 0-16,4-2 7 0,-2 0-3 0,-7-1-6 15,2-4 3-15,-1 0-5 0,-4 1-3 0,-2-6-2 16,-1 2-1-16,-4-4-1 0,-3 0 0 0,-2 0-12 15,-8-5-2-15,0 2 2 0,4 5-1 0,-6 3-7 16,2 1-12-16,-2 2-4 0,1 1-14 0,-3 3-11 16,-1 4-13-16,-2 3-19 0,0 3-22 0,-1 0-26 15,2 5-32-15,2 0-48 0,3 4-39 0,4 1-212 16,2-3-492-16,2 0 219 0</inkml:trace>
  <inkml:trace contextRef="#ctx0" brushRef="#br0" timeOffset="17661.05">11220 5568 167 0,'2'-17'280'0,"-2"6"-6"0,0-2-14 16,-3 2 7-16,3 1-3 0,-2 3-5 0,2 7-6 16,-3-12-22-16,3 12-20 0,0-8-29 0,0 8-20 15,0 0-24-15,0 0-20 0,0 0-6 0,0 0-8 16,0 35-8-16,-1-9-11 0,2 7-8 0,-2 3-4 15,-1-2 0-15,1 12-12 0,0-11-11 0,-2 0 1 16,1 1-6-16,-2 0 6 0,0-1 8 0,0-1-13 16,-1 0-5-16,0 2-6 0,-1-4-3 0,-2 3 6 15,0-2-13-15,3-6 1 0,0 4 0 0,-3-3-2 16,1-2 2-16,-1-1-9 0,2-7-15 0,1-1-9 16,-2 0-22-16,3-6-23 0,-2 1-23 0,1-2-18 15,1-1-16-15,0-2-13 0,2-1-14 0,-1-1-25 16,3-5-14-16,0 0-37 0,-11 5-32 0,11-5-18 15,0 0-182-15,0 0-481 0,0 0 212 0</inkml:trace>
  <inkml:trace contextRef="#ctx0" brushRef="#br0" timeOffset="17903.62">11293 5692 154 0,'7'-16'177'0,"-2"5"-12"0,-1-1-15 0,2 5-2 16,0-3-10-16,1 3-12 0,-1 2-11 0,-2 2-4 15,5 0-9-15,-9 3-8 0,18 3-2 0,-8 1-9 16,1 3-4-16,-2 2 12 0,-1 0 3 0,4 6 1 16,-6-1-12-16,-1 2-1 0,-4-3-3 0,1 4-2 15,-5 0-2-15,-2-2-3 0,-1 1 1 0,-3-2-6 16,-2 3-3-16,2-5-8 0,-5 0-4 0,3-2-5 16,1-3-5-16,-5 4-3 0,0-3-17 0,4-2-16 15,-1-2-17-15,2 0-22 0,-1-1-24 0,0 1-47 16,3-2-47-16,0-1-38 0,8-1-213 0,-13 1-434 15,13-1 193-15</inkml:trace>
  <inkml:trace contextRef="#ctx0" brushRef="#br0" timeOffset="18079.57">11526 5867 51 0,'10'1'208'0,"-10"-1"6"0,9 0 2 16,-9 0-5-16,9 0-9 0,-9 0-13 0,0 0-22 15,14 0-13-15,-14 0-18 0,10-2-11 0,-10 2-11 16,16 2-12-16,-9-2-20 0,-7 0-33 0,18 0-49 16,-6 0-64-16,-1 0-87 0,-11 0-184 0,16 0-362 15,-16 0 161-15</inkml:trace>
  <inkml:trace contextRef="#ctx0" brushRef="#br0" timeOffset="18636.57">12010 5725 106 0,'0'0'165'16,"0"0"4"-16,0 0 2 0,0 0 6 16,0 0 3-16,5 22-2 0,-7-9-14 0,-1 2-15 15,-1 3-8-15,2 0-11 0,-2-1-7 0,-2 1-13 16,1-1-9-16,-1-1-9 0,4 0-8 0,-2-4-7 0,3-1-7 16,-3-1-7-16,2-1 0 0,0-3-5 15,2-6 6-15,-4 10 4 0,4-10 12 0,-2 7 11 16,2-7 10-16,0 0 10 0,-2 7-2 0,2-7-2 15,0 0-10-15,0 0 2 0,0 0-13 0,0 0-11 16,0 0-7-16,3-36-8 0,2 22-3 0,-1-3-12 16,1 0-6-16,3-2-3 0,4-5-4 0,1-2-8 15,0-1-8-15,2 3-1 0,2-5-3 0,1 1-5 16,-2 0-3-16,4 3-2 0,0 1-3 0,-5 4 0 16,-2 6 2-16,-3-2-1 0,-1 8-1 0,-1-2-3 15,-2 5 1-15,-1 0-7 0,-1 0-2 0,-4 5 1 16,9 0 1-16,-9 0-2 0,13 14 4 0,-8 1-1 15,2 2 3-15,-4 6 2 0,2 3 6 0,0-2 0 16,-4 0 1-16,-2-3 6 0,2-2 8 0,0 2-2 0,-2-1 1 16,0-1 0-16,2-3-5 0,-2 2-5 0,1-1 4 15,0-1-3-15,0-4 7 0,0 1-5 0,1-2-21 0,-1 1-29 16,0-3-28-16,0 1-28 0,-1 1-21 0,1-2-31 16,-2-1-49-16,2-8-46 0,-5 13-35 0,0-8-208 15,5-5-525-15,-10 4 233 0</inkml:trace>
  <inkml:trace contextRef="#ctx0" brushRef="#br0" timeOffset="19268.93">12033 5857 99 0,'7'-7'155'16,"-1"4"-15"-16,4-1 6 0,2 1-16 0,1 0 3 31,6-3-14-31,1 2-6 0,2-2-11 0,-1 3-6 16,0 0-7-16,7-3-8 0,-6 2-1 0,5 1-2 15,-6 0-4-15,-3 1-9 0,-5 1-3 0,0 0-9 0,1 1-7 16,-4 0-2-16,0 0-3 0,-2 1-4 0,1 2 5 0,1 3 17 16,-7 0 13-16,6 4-1 0,-6 0 2 15,1 1 3-15,-2 3 4 0,0 0-4 0,0-1-5 16,-2-1-8-16,2-1-2 0,-2 1-5 0,0-2-2 16,0-4-7-16,0-6-5 0,0 14-1 0,0-14-4 15,0 11 0-15,0-11-3 0,-2 8 7 0,2-8 10 0,0 0 13 0,0 9 13 16,0-9 13-16,0 0-6 0,0 0-7 0,0 0-12 15,0 0-4-15,0 0-7 0,0 0-6 0,2-26-6 16,-2 16-5-16,1-2-7 0,3-1-10 0,5-2-11 16,-5-2-4-16,5 1-10 0,0-1 4 0,3 0-8 15,1 2 1-15,1 1-3 0,3 1-3 0,-3 1 1 16,1 3 1-16,4 3-2 16,-2 3 4-16,-4 3-5 0,0 2-1 15,0 2 3-15,0 1 1 0,0 5 1 0,-3 0 1 0,1 0-4 16,0 6 5-16,-3-1 3 0,-2-1 4 15,1 2 1-15,-3-4 4 0,0 0-2 0,0-2 1 0,-2 2 1 16,0-3 11-16,0-2-9 0,0-1 6 0,-2-6 3 16,0 9 7-16,0-9 1 0,0 0 0 0,0 0-6 15,0 0 4-15,0 0 0 0,-6 13-2 0,6-13-4 0,0 0 2 16,0 0-4-16,0 0 2 0,0 0-11 0,-6-22 2 16,6 22-4-16,0-17-5 0,4 7-3 0,4-2-2 15,-3-6 3-15,7 1-9 0,3-6-6 0,4 3 7 16,-1 1-6-16,5 2-1 0,-8 6 5 0,1 1-3 0,-5 3-1 15,2 2 1-15,-1 1 0 0,-3 2 3 16,2 4-3-16,-1 0 1 16,0 4 2-16,-3 1 4 0,1 1 1 0,-2 3 1 15,0 1 9-15,-3 0-7 0,1-1 1 0,-2 4 1 16,-2-2 3-16,0 0-1 0,0 3-7 0,2-5-19 16,-4 2-17-16,2 0-28 0,-2-3-29 0,2 7-40 15,-2-8-48-15,2-2-50 0,0-7-225 0,-2 13-503 16,2-13 222-16</inkml:trace>
  <inkml:trace contextRef="#ctx0" brushRef="#br0" timeOffset="19553.82">13176 5631 54 0,'4'-20'226'0,"-1"4"12"0,1-1-5 16,0 8 10-16,-4-3-7 15,4 7-13-15,-3-1-17 0,-1 6-23 0,0-8-24 0,0 8-14 0,0 0-16 0,0 0 8 16,0 0 7-16,0 37-3 0,-1-12-17 0,-3 4 5 15,2 3-2-15,0 3-11 0,-3 11 0 0,-1-11-6 16,2 1 5-16,-4 8-9 0,2-12-4 0,-1 0-15 16,3 0-6-16,-3-2-3 0,-3 1-9 0,4-3-13 15,-1 0 1-15,1-1-10 0,-2-3 1 0,2-5-3 16,-1-2 7-16,3 1-8 16,0-1-31-16,0-7-32 0,3 1-28 0,-4-1-25 15,1-2-24-15,2-1-19 0,-1 0-17 16,3-7-14-16,-4 6-14 0,4-6-27 0,0 0-33 15,-9 6-31-15,9-6-29 0,0 0-169 0,0 0-487 16,-16-23 215-16</inkml:trace>
  <inkml:trace contextRef="#ctx0" brushRef="#br0" timeOffset="19789.07">13099 5808 137 0,'14'-22'147'0,"-1"8"-5"15,3-2-3-15,0 5 7 0,0 0-4 0,1 1-5 16,10-1-7-16,-11 4-3 0,6 6-8 0,-3-1-6 15,3 5-6-15,-4 0-11 0,0 3-1 0,-3 1-13 16,2 3-1-16,-5 3 13 0,-2-1 8 0,-1 4-6 16,-3 0 2-16,-5-6 0 0,-1 2-4 0,-3 0-1 15,-3 0-6-15,-1-1 1 0,-5 0-4 0,-1 1-8 16,-3-3-8-16,-3 1-4 0,0-1-10 16,-1-1-5-16,2-1-7 0,0-4-18 0,3 0-23 15,1-2-19-15,1 1-26 0,-1-2-26 0,5 2-43 16,2-2-59-16,7 0-37 0,-8-5-49 0,8 5-137 0,0 0-428 15,0 0 190-15</inkml:trace>
  <inkml:trace contextRef="#ctx0" brushRef="#br0" timeOffset="22853.58">13536 5873 63 0,'0'0'120'0,"0"0"9"15,0 0 24-15,0 0 6 0,0 0-1 0,8 16-3 16,-6-9-6-16,1 2-12 0,-1 0-14 0,0 2-11 16,0 1-11-16,-2-2-8 0,0 0-8 0,0 0-6 15,0-3 1-15,0-7-14 0,0 12-2 0,0-7 0 16,0-5 11-16,2 8 2 0,-2-8 9 0,0 0-7 16,0 0-3-16,0 0-8 0,0 0-9 0,0 0 1 15,0 0-10-15,0 0-1 0,-8-29-11 0,3 18-3 16,5-5-4-16,2 1-7 0,1-4-2 0,3 1-1 15,-1-2-27-15,7-4-6 0,-2 0 7 0,3 0-7 16,-3 7 4-16,3 1-3 0,-4 1 0 0,3 1-4 16,-1 4 1-16,-3 3 0 0,4 1 0 0,-1 2 1 15,-1 4-2-15,1 3-2 0,-3 3 6 0,1 2-4 16,3 6 5-16,-3 0 1 0,-3 5 1 0,4 6 2 16,-4-1 0-16,-1-4 0 0,-1 0 4 0,-2-4-1 15,2 2 0-15,-2-2-1 0,-1-4 3 0,-1 0 2 16,3-3 0-16,-3-2-1 0,2-1 1 0,-2-6 2 15,0 8 8-15,0-8 10 0,0 0 17 0,0 0 4 16,2 9 8-16,-2-9-14 0,0 0-1 0,0 0-3 16,0 0-14-16,0 0 0 0,2-30-3 0,2 18-5 15,-1 2-2-15,7-3-8 0,-2-3-3 0,1-1-5 16,6-4-3-16,-3 6-10 0,1 1 2 0,1 1 2 16,-1 0-2-16,0 7 2 0,-1-1 0 0,-3 0 0 15,-1 4 5-15,2-1-4 0,-1 6 1 0,-9-2-1 16,15 6 2-16,-7 2 2 0,-4 2 4 0,2 0 0 15,-1 6 1-15,-1 0-2 0,-2 0-1 0,1 2 4 16,-1-2 3-16,-1 0 1 0,-1 2 2 0,0-2 0 16,-1 0-23-16,-4-1-25 0,5 0-32 0,0-2-40 15,0-2-50-15,-2-2-39 0,2-9-140 0,0 17-378 16,0-17 168-16</inkml:trace>
  <inkml:trace contextRef="#ctx0" brushRef="#br0" timeOffset="23593.07">14265 5827 175 0,'-4'-6'197'0,"-1"1"-6"15,-1 2-11-15,6 3-12 0,-12-7-15 0,12 7-15 16,-13 3-13-16,7 2-2 0,-2 0-5 0,-1 5-11 16,0 3-7-16,0 2-7 0,-2 1-8 0,2-2-11 15,2 1-1-15,0 1-7 0,3-2-5 0,1-3-10 16,3 3-2-16,0-4-9 0,0-1 0 0,3 1-2 15,-1-4-3-15,3 1-1 0,0-1-4 0,1-2 2 16,3-2-7-16,3 2-1 0,-1-2-1 0,1-4-1 16,-1 1-1-16,6-4-7 0,-4-1 2 0,3-1-3 15,0-3 3-15,-3 5-1 0,-4-4 0 0,1 1-2 16,1-5-4-16,0 0-1 0,-4 4 2 0,0-2 8 16,-3 0-2-16,2 0-4 0,-3 1 3 0,0 0 1 15,1 2 7-15,-2 1-6 0,0 2-5 0,-2 5-1 16,4-9-4-16,-4 9-6 0,0 0 1 0,0 0-4 15,0 0 1-15,0 0 0 0,0 0 9 0,0 0-5 16,0 23 1-16,0-16 1 0,0 2-5 0,0 2 4 16,1-2-1-16,1-2-1 0,2 3 1 0,0-2 0 15,-1-1 2-15,6 1 0 0,-2-3 2 0,0 1 11 16,1-3 9-16,4 1 1 0,-3-1 2 0,4-3-2 16,3 0 0-16,-3 0-4 0,1-2 6 0,-1 0-4 15,-1-2 0-15,1 0 2 0,-4-1 0 0,2 0-3 16,-2-3-8-16,-2-1 6 0,1-1-2 0,4-3-4 15,-6-1-5-15,1-2 2 0,-2 4-2 0,0 0-6 16,-3 1 3-16,2 2-2 0,-1-1-2 0,-1 4-1 16,0 0-1-16,-2 6-6 0,2-7-7 0,-2 7 0 15,4-6 3-15,-4 6 0 0,0 0 4 0,0 0-3 16,0 0 3-16,0 22 4 0,0-22-4 0,0 14-3 16,1-8 4-16,1 3-1 0,-2-2 1 0,2-1-2 15,4 3 4-15,-1-3 0 0,0 0 2 0,3-1 2 16,-1-3 0-16,3 1-3 0,1 1 4 0,0-4 1 15,3-2-2-15,-4 0 1 0,1 0 0 0,0-1-2 16,-1-1 3-16,0 0 0 0,0 0 0 0,-3-1-1 16,2-1-4-16,2 0 2 0,-3 1 3 0,0-2 1 15,0 0-1-15,-4 3 2 0,0 1 1 0,-4 3-9 16,9-4 1-16,-9 4-6 0,0 0-2 0,7-3 2 16,-7 3 5-16,0 0-7 0,5 17 3 0,-5-5 2 15,0 5 16-15,-3 2-5 0,1 5 3 0,-5 4 4 16,1-2 4-16,-1 2-1 0,-3-1 9 0,4 2-2 15,-1-1 2-15,1-2-1 0,1 0-9 0,-4-3 5 16,4 1-8-16,0-5 5 0,1 1-10 0,-2 4-26 16,3-6-26-16,-1 1-30 0,-1-4-25 0,5 5-41 15,-2-5-50-15,4-2-62 0,2-1-251 0,2-2-541 16,0-3 239-16</inkml:trace>
  <inkml:trace contextRef="#ctx0" brushRef="#br0" timeOffset="24276.69">15449 5631 42 0,'0'-17'260'16,"1"-2"-10"-16,-1 3-1 0,1 6-9 0,1 0-11 16,-4 4-18-16,2 6-21 0,0-10-28 0,0 10-18 15,0 0-12-15,0 0-16 0,0 0-7 0,3 33-11 16,-4-3-4-16,-2 2-13 0,-3 3-5 0,5 0-6 15,-1-2-11-15,0-1-1 0,1-3 0 0,-2-3-5 16,-1 0-13-16,4-7-2 0,-2 1 0 0,-2-2-7 16,4-2-3-16,-2-5 1 0,2 1-6 0,0-5-2 15,-1 1 2-15,1-8 7 0,0 11-6 0,0-11 14 16,-2 7 8-16,2-7 19 0,0 0 5 0,0 0 1 16,0 0-1-16,0 0-8 0,0 0-7 0,0 0-9 15,0 0-10-15,0 0-6 0,7-26 2 0,-3 16-9 16,4-3-3-16,2-3-12 0,-1 3-8 0,3-1-1 15,1 4 0-15,0-1 0 0,0 5-7 0,-1 1-2 16,-1 2 1-16,2 1-2 0,0 4 4 0,-1 1 1 16,-1 2-5-16,-2 1 0 0,2 1 2 0,-3 3 6 15,-2-1-13-15,-1 2-9 0,-2 0-13 0,-4 2-4 16,-2-2-6-16,-5 4-7 0,-2-2-7 0,-4 0 1 16,-1-1-4-16,-2-1-2 0,-2-3 1 0,2 2 9 15,1-3 1-15,3-4 8 0,3 0 7 0,1-2 6 16,0-1 4-16,9 0 4 0,-12-1 12 0,12 1 1 15,-10-5 5-15,10 5 1 0,-5-7-3 0,5 7 2 16,0 0 6-16,0 0-2 0,18-16 2 0,-8 12 7 16,4-1-4-16,1 0-3 0,6-1 1 0,-2 3 3 15,2-4-1-15,7 1 0 0,-2 0 1 0,4 3-3 16,-2-1 3-16,-1-1-3 0,1-2 2 0,-1 1 0 16,-7 0 0-16,8-1 3 0,-11-1-1 0,0 1-4 15,-2 0 8-15,-1-3-2 0,-5 2-4 0,-1 0 3 16,-1-2 7-16,-2-1 0 0,-1-3 3 0,-1 1-1 15,-2-2-1-15,-2-1 0 0,-3 5 7 0,1 0 7 16,-2 3-4-16,-2-1-2 0,2 2 1 0,-5 1-4 16,1 1-4-16,-3 5-3 0,-1 2 1 0,-5 4 1 15,0 4 9-15,-3 6-6 0,-1 0 3 0,3 0-4 16,3 0 2-16,5 0 0 0,2 0-5 0,0 1-2 16,4 2-4-16,3-3-13 0,4 2-18 0,6-2-32 15,7 4-42-15,0-8-61 0,15 0-74 0,-1-1-221 16,7-5-493-16,4-3 218 0</inkml:trace>
  <inkml:trace contextRef="#ctx0" brushRef="#br0" timeOffset="25704.02">16623 5700 285 0,'4'-4'271'0,"-4"4"-26"0,5-5-22 0,-5 5-25 16,6-3-24-16,-6 3-17 0,0 0 0 16,0 0 0-16,6 20-8 0,-7-8-6 0,1 0-12 15,0 5-3-15,1-2-9 0,-1 3-13 0,1-1-5 16,4-1-9-16,-3-4-9 0,1 1-10 0,1-1-5 16,0 0-3-16,1-1-6 0,2-3-10 0,1 1-3 15,0-1-1-15,0-1-6 0,2-1 0 0,-1 0-3 16,0-1-4-16,1-2 4 0,2-2-3 0,-1-1 0 15,1-1 8-15,-2-2-12 0,3 0-3 0,-2-4-1 16,5 0 1-16,0-3-9 0,-6 2-3 0,12-7 3 16,-10 0-5-16,2 1-3 0,4-8-3 0,-6 5 1 15,6-4-9-15,-5 0 2 0,-4 3-1 0,0 1-5 16,-1 3 13-16,-2 4-2 0,-2 0-5 0,1 1 4 16,-1 2-1-16,-2 2-11 0,-2 5-3 0,3-7-2 15,-3 7 0-15,0 0 0 0,0 0 0 0,0 0 5 0,-3 29 1 16,1-14 3-16,-2 3-3 0,0 0 12 15,-1-1-11-15,0 1-2 0,2-1 2 0,3-6 4 16,-1 4-1-16,1-3 3 0,3-2 3 0,0 0-2 16,1 1 0-16,0-3 2 0,3 1 3 0,-1-3 5 15,-1-2-5-15,6 0-1 0,1-1 1 0,-2 0 1 0,4-3 0 16,3-3 0-16,3 0 0 0,-3-1-3 0,0-3-1 16,-2-3-1-16,-1 2 0 0,0-5-2 15,-1 1-4-15,-2-2 2 0,1-2-11 0,-2-8-7 16,-3 6-6-16,0-6-4 0,-1 6 5 0,-4 1 7 15,0 2-1-15,0 2-4 0,-1 3 7 0,-1 1 6 0,1 3-8 16,-1 6-4-16,1-10-2 0,-1 10-3 16,0 0 3-16,0 0 2 0,0 0-1 0,-9 21 3 15,7-5 5-15,-3 2 0 0,1 1 2 0,2 1 0 16,-1 5 1-16,2-6-1 0,2 0 6 0,2 1 1 16,-2-2-3-16,1 2 3 0,1-4 1 0,1-1 1 15,-2 1 1-15,-1-4 3 0,1-1-5 0,-1 0 2 16,-1-3-12-16,1 0-4 0,-1-8 0 0,-1 10-5 15,1-10 4-15,-4 10-1 0,0-7 3 0,4-3-1 16,-7 3 7-16,7-3-4 0,0 0 3 0,0 0 11 16,0 0-7-16,0 0 2 0,-16-10 0 0,16 10-3 15,2-9 2-15,-2 9-1 0,7-13 2 0,1 3-2 0,5-1 2 16,1 0 1-16,4-1-4 0,0 1 2 16,5-4 2-16,0 1-5 0,2-2 6 0,-1 2-5 15,-7 4 3-15,0-2-1 0,-1 0 2 0,0 0-1 16,-2-2 4-16,-2 1-1 0,-3 0 12 0,0 0 4 15,-2 3 2-15,-3 1 7 0,-1 1-2 0,0-2 2 16,-3 4 12-16,2 0-4 0,-2 6 2 0,0-11-6 0,0 11 1 16,0 0-7-16,0 0 0 0,-11-1-1 15,11 1 0-15,-19 13 3 0,5-3-1 0,1 3 3 16,0-1-4-16,2 1-5 0,0 3 2 0,3-2-2 16,3-3-7-16,-1 5-17 0,4-4-8 0,2-1-17 15,1 3-11-15,3-3-17 0,6 1-15 0,2 1-19 0,3-4-17 16,9 3-27-16,3-3-20 0,1-3-7 0,0-3-8 15,0 1 9-15,3-2 16 0,1 0 10 16,-1-5 12-16,-3 0 18 0,-8 1 10 0,1-2 19 16,-2-3 29-16,-5 0 14 0,2 1 25 0,-6-2 18 15,0 0 13-15,1-6 1 0,-6 5 10 0,0-1 18 16,-2-1 15-16,-2 0 19 0,-2 2 8 0,0-1-2 16,-2 2 4-16,-2-1-2 0,-1 2-7 0,-3 2-9 15,-1-1 0-15,-2 3 0 0,-2 2-7 0,-4 4 3 16,-1 1-3-16,0 2-2 0,1 3-2 0,-3 0 1 15,5 2-6-15,-1 1 2 0,3 1-9 0,0-2-2 16,2 2-3-16,1 0-7 0,5-2 1 0,1 0-4 0,1-1-3 16,2 1-4-16,1-1-6 0,2-2 4 15,1 1-3-15,3-1 3 0,3 0-5 0,2-3-3 16,1-1 0-16,2 1 3 0,1-4-12 0,3 1-7 16,1-2 1-16,1-4 1 0,-1-2 3 0,-1-1-5 15,-5 3 2-15,3-5-2 0,-2-1-1 0,0-3 1 16,0-1 0-16,-6-1 3 0,1-3-1 0,1-8-4 0,-3 3 4 15,-1-6 0-15,2 3 3 0,-2-3-7 16,1 0 6-16,-3 0 6 0,1-1 0 0,1 1 1 16,-3-1 1-16,4 6 10 0,-4 3 12 0,-1 6 5 15,2 3 7-15,-2 2 0 0,-1 2 2 0,3 2 5 16,-3 6-23-16,1-9-3 0,-1 9-4 0,0 0-7 16,0 0-2-16,0 0 2 0,-1 31-5 0,-3-7-3 15,1 2 0-15,-2 3-1 0,3 0 3 0,-2 0-1 16,0 0 1-16,-2 0-1 0,2-1 8 0,0-1-8 15,0-1-14-15,3 0-22 0,0-3-33 0,-1 3-30 16,4-8-31-16,0 2-39 0,1-5-52 0,2 2-47 16,1-1-214-16,3-2-511 0,0-5 226 0</inkml:trace>
  <inkml:trace contextRef="#ctx0" brushRef="#br0" timeOffset="31058.77">4918 6596 126 0,'-8'-10'233'16,"-1"0"-7"-16,0 1-17 0,-4-3-2 0,3 7-29 15,-2-2 0-15,-4 0-18 0,5 3-13 0,-5 1-9 16,-2 1-10-16,0 2-14 0,0 2 0 0,-1 4-17 15,0 1 5-15,-4 6-15 0,2 5-9 0,1-2-5 16,1 6-6-16,2 1-4 0,2-2-4 0,-1 4-5 16,6-3-7-16,1-3-6 0,4 1 1 0,3-4-5 15,0 1 4-15,1 0-12 0,2-6-7 0,3 2 4 16,0-3-7-16,3 0 3 0,3-2-4 16,-1-3 1-16,4 0 0 0,3 1 1 0,3-6-3 0,-2-2-3 15,3-1 1-15,-1-1 1 0,-1-1-2 0,3-2-3 16,-5-2 3-16,1 2-5 0,1-5 2 0,-4 1-5 15,-3-2 4-15,1 0-5 0,-2-3 1 0,-1 3 1 16,-1-3-1-16,-3 1 0 0,-1-1 10 16,-1 4-15-16,-1 1 14 0,-1 0-10 0,0 4 9 0,3 0-2 15,-4 7-1-15,1-11-6 0,-1 11 2 0,2-9-5 16,-2 9-6-16,0 0 1 0,0 0-1 0,0 0 3 16,0 0-2-16,2 25-1 0,-2-10 5 0,0-1 1 15,0 3-4-15,0 1 2 0,-1 1 0 16,2-2 0-16,3-1-13 0,-4 3-23 0,2-1-19 15,2-3-27-15,-1 1-42 0,0-4-47 0,3 2-52 0,-2-4-51 16,-4-10-143-16,9 18-451 0,-9-18 199 0</inkml:trace>
  <inkml:trace contextRef="#ctx0" brushRef="#br0" timeOffset="31593.51">5104 6689 5 0,'0'0'197'0,"0"0"17"16,0 0-12-16,4 17-13 0,-4-4-7 0,-3 3-11 16,0-1-6-16,-3 3-23 0,5 0-7 15,-2 0-14-15,1-2-7 0,-2-1-2 0,3-3-6 16,-1-2-19-16,1 0-4 0,0-3-10 0,0 1-3 0,1-8 9 16,-2 9 5-16,2-9 15 0,0 0 3 0,0 0 12 15,-4 11-10-15,4-11-5 0,0 0-9 16,0 0-14-16,0 0-4 0,0 0-11 0,-15-24-1 15,13 14-8-15,2-1-6 0,-2-2-9 0,4-6-4 16,0 3-5-16,2-2-4 0,2 0-8 0,2-5-5 0,4-2-3 16,1 2-5-16,-2 8-4 0,2 2-1 0,1 2-3 15,0 0-4-15,-2 6 2 0,1-1-1 0,2 3-5 16,-2 3 5-16,1 1 2 0,-1 3-1 16,3 3-2-16,-5 0 3 0,2 6-3 0,0-2 5 15,-4 4-3-15,0-2 1 0,-3-2 11 0,1 4-9 16,-1-5 1-16,-1 2 0 0,-1-1 0 0,0-2 2 0,-3-1 5 15,1-1-2-15,0-2 3 0,-2-5-2 0,2 12 2 16,-2-12 1-16,-2 6 3 0,2-6 2 16,0 0-3-16,-8 8-2 0,8-8 1 0,0 0 5 15,0 0-8-15,0 0 3 0,-17-12-5 0,17 12 3 16,-5-12-9-16,5 2-1 0,0-1-3 0,4 0-1 0,2-6-3 16,2 0-4-16,6-6-3 0,-4 6 2 0,3 2 0 0,6-3-3 15,-5 5 5-15,0 2-5 0,1 2 1 0,-3 2 6 16,0 4-4-16,1 0 3 0,-1 3-1 0,0 3-4 15,0 3 5-15,-1 0 2 0,2 4 2 16,-2 5 4-16,-3-4 0 0,-3 4-1 0,3 1 7 16,-3 1 3-16,-3-2-11 0,1 2-17 0,-2 1-16 0,-1 0-25 15,-1 0-35-15,-2-2-40 0,-1 1-45 0,3-4-53 16,-4-1-183-16,4 1-456 0,-2-5 202 0</inkml:trace>
  <inkml:trace contextRef="#ctx0" brushRef="#br0" timeOffset="31872.49">5766 6502 222 0,'-1'-14'253'16,"-1"5"4"-16,2-1-10 0,0 10-19 0,-1-13-22 16,1 13-24-16,-1-6-18 0,1 6-12 0,0 0-2 15,0 0-4-15,6 36 3 0,-3-10-6 0,-3 3 7 0,-1 4-19 16,-1 2-9-16,-3 12-10 0,4-12-3 15,-3 12-8-15,-3-11-1 0,-1 12-11 0,3 0-5 16,-2-13-11-16,-1-2-6 0,3-1-7 0,-2 3-4 0,2-5-8 0,-1 0 1 16,4-6-23-16,-2-4-31 0,4-4-23 0,-3 1-27 15,1-5-23-15,-1-1-27 0,1-2-27 0,2-9-36 16,-4 15-29-16,4-15-30 0,0 0-24 0,-4 10-188 16,4-10-475-16,0 0 211 0</inkml:trace>
  <inkml:trace contextRef="#ctx0" brushRef="#br0" timeOffset="48288.74">5936 6870 75 0,'0'0'118'0,"0"0"-3"16,0 0 2-16,0 0-10 0,0 0 18 0,0 0-4 15,0 0-4-15,0 0-7 0,0 0-3 0,0 0-2 16,0 0-7-16,0 0-3 0,0 0-12 0,0 0-11 15,0 0-5-15,0 0-6 0,0 0-6 0,15-20-7 16,-10 15-3-16,4-2 3 0,-1-2 8 0,1 2-8 16,1-4-5-16,2-1-4 0,-2 0 0 0,2-1-5 15,-1 2-2-15,-1-2-3 0,1 1 4 0,-3-3-9 16,-1 5-3-16,-1-1-2 0,0 0-2 0,-2 0-1 16,0 3-4-16,-3-1 2 0,1 1-18 0,-2 8 3 15,1-12 7-15,-1 12-1 0,0-8 2 0,0 8-1 16,0 0 0-16,0-10-1 0,0 10-2 0,0 0-3 15,0 0-5-15,0 0 8 0,0 0 4 0,0 0-9 16,-18 18 2-16,10-5 0 0,1-2 3 0,-1 5-1 16,0 0 2-16,1-1-4 0,3-2 3 0,0-2-2 15,1 1 0-15,2-1 1 0,1-2 1 0,1 0-3 16,1 3 1-16,-1-2 1 0,2-5-1 0,0 4-2 16,4 0-3-16,2-2 5 0,0-1 0 0,2 0-3 15,2-2-12-15,1-1-32 0,2 0-38 0,-3-3-26 16,6 1-30-16,-7-2-28 0,-2-1-142 0,-10 2-336 15,16-4 150-15</inkml:trace>
  <inkml:trace contextRef="#ctx0" brushRef="#br0" timeOffset="48464.59">6075 6419 11 0,'0'0'90'0,"0"0"-9"0,0 0-9 0,0 0-6 16,0 0-14-16,0 0 1 0,0 0-31 0,9 19-17 15,-4-8-35-15,0-1-41 0,-1 0-76 0,1 0 34 16</inkml:trace>
  <inkml:trace contextRef="#ctx0" brushRef="#br0" timeOffset="48789.6">6382 6437 24 0,'-3'-10'179'0,"3"10"-5"0,-4-9-1 0,4 9-6 0,-3-6-12 16,3 6-5-16,-6-4-21 0,6 4-12 15,0 0-9-15,0 0-9 0,0 0-12 0,-15 8 1 16,10 4 2-16,-3 5-6 0,-2 6-3 0,1 2 2 0,-1 3-5 15,2 3-2-15,-2 0-4 0,2 1-2 0,-1 2-1 16,-2-2 1-16,3 16-1 0,1-13-2 0,-2 11-8 16,0-12-3-16,2-1-4 0,0-1-3 15,0 0-9-15,-2-3-2 0,4-2-2 0,0-2 0 16,1 0-6-16,-1-1-1 0,3-6-4 0,0-1-2 0,1-1-3 16,1-4-1-16,-4-1-3 0,3 3-4 0,0-4-11 15,0-1-22-15,1-3-23 0,-2 2-27 0,2-8-26 16,-1 10-17-16,1-10-29 0,0 0-37 15,0 0-38-15,0 0-151 0,0 0-400 0,0 0 177 16</inkml:trace>
  <inkml:trace contextRef="#ctx0" brushRef="#br0" timeOffset="49122.09">6076 6793 34 0,'13'-4'121'15,"4"0"-7"-15,8-7-6 0,2 2-1 0,0 1-13 0,1 1-2 16,0 1-8-16,2-3-14 0,-1 6-8 0,-3-1 1 16,-6-1-8-16,2 2-3 0,-4-1-3 0,0 1-3 15,-6 1-3-15,-2 1-13 0,1 0 4 16,-5 0-6-16,-6 1 0 0,12-3 15 0,-12 3-13 16,7-3 7-16,-7 3-6 0,0 0 10 0,4-3-6 0,-4 3 3 15,0 0-6-15,0 0 7 0,0 0 3 0,0 0-4 16,0 0 2-16,0 0-11 0,0 0-4 0,0 0-1 15,0 0 0-15,0 0-3 0,0 0 3 16,0 0-4-16,-8 26 4 0,7-16 2 0,-1 6-4 16,-2 0 0-16,4-4-6 0,2 5 2 0,-2 1-4 0,0-1 0 15,-2-2 3-15,2-4-17 0,0 5-28 0,-1 0-43 16,2-5-35-16,-1-1-42 0,-1 2-144 0,1-12-315 16,-4 16 140-16</inkml:trace>
  <inkml:trace contextRef="#ctx0" brushRef="#br0" timeOffset="49887.66">6617 6843 31 0,'8'-8'135'0,"1"1"-2"0,-1 1-7 0,0-5-5 15,0 2-5-15,1 0-11 0,0-6-11 16,-2 0-7-16,0 3-18 0,3-1 0 0,-4-3 2 15,0 4-6-15,-3 1-2 0,0 1 10 0,-2 0 5 16,1 0-10-16,-4 0-1 0,0 3-8 0,-2 1 0 0,-1-1-3 16,1 2-4-16,4 5-2 0,-10-9-8 15,3 8-2-15,7 1-4 0,-14 1-3 0,5 3-4 16,0 2-2-16,0 1-3 0,2 1-5 0,-5 5 7 16,3 0 2-16,4 3-6 0,-1 0 5 0,-1-1-9 15,5 0-4-15,1-2 3 0,-1 4-3 0,4-2 3 16,0 1 1-16,2-4 1 0,2-1-2 0,3 2 0 15,-2-3-4-15,2-4 2 0,1 2 5 0,-1 0 5 16,2-5-4-16,3 1 3 0,-2 3-5 0,6-5 1 16,0 0 0-16,2-4-6 0,-2 0 2 0,0-1 2 15,1-2-7-15,-1 0 9 0,1 0-6 0,-1-1-5 0,-3-4 1 16,1 1-6-16,-5 3 4 0,2-4 0 0,1-2-9 16,-6 1 1-16,-2 1-4 0,2-2-2 15,-3 2-1-15,-4-3 3 0,0 1-6 0,-1-1 0 16,-1 2 12-16,-2-1-6 0,0 2-2 0,-4 0 3 15,1 3-4-15,0 0 3 0,-2 0 0 0,3 5 0 0,-3-2 1 16,8 4 3-16,-11-5-2 0,7 1 1 16,4 4-3-16,0 0 0 0,-8-4-3 0,8 4 4 15,0 0-2-15,0 0 4 0,0 0-6 0,0 0 6 16,0 0-3-16,21-1 1 0,-21 1 8 0,23 0-6 16,-4 0-2-16,-1-3 5 0,2 3-4 0,-2 0 3 0,0-1 0 15,1-1-1-15,-6 2 0 0,-2 0 2 0,3 2 6 16,-3-1 5-16,0 2 1 0,-2-1 3 15,-3 5-3-15,0-4 7 0,0 4-6 0,-1 3 7 16,-2 1 5-16,-1 1 4 0,-3 5 4 0,0-4-4 16,1 2-2-16,-2-3 3 0,2 5-5 0,-2-1-5 0,2-1 0 15,0-2-3-15,-3 0 1 0,3 3-4 0,3 0-2 16,-2-6-5-16,2 3-23 0,-2-4-27 16,1 2-33-16,1 2-38 0,1-4-46 0,2-2-39 15,1 0-40-15,-2-1-126 0,-5-6-392 0,14 8 174 16</inkml:trace>
  <inkml:trace contextRef="#ctx0" brushRef="#br0" timeOffset="50028.06">7381 6823 143 0,'5'-8'150'0,"-5"8"-13"0,0 0-9 0,0 0-9 15,0 0-23-15,0 0-31 0,0 0-38 0,4-9-37 16,-4 9-33-16,0 0-93 0,0 0-146 0,0 0 64 15</inkml:trace>
  <inkml:trace contextRef="#ctx0" brushRef="#br0" timeOffset="59488.75">18394 5719 44 0,'0'0'151'16,"-4"-13"-3"-16,4 13-15 0,0 0-4 0,-5-5-8 15,5 5-8-15,-7-3-9 0,7 3-11 0,-9-3 1 0,9 3-9 16,-11 1-9-16,11-1-8 0,-16 4-8 0,2-1-2 16,3 1-8-16,-2 2-3 0,-2 5 3 15,-3-1 2-15,2 2-19 0,-5 5-5 0,5-5-1 16,1 2-2-16,-3 6-8 0,5-6 5 0,2 1-3 0,-2 0-5 15,3 1 0-15,2 0 0 0,1-2-8 0,4 1 5 16,1-2 3-16,2-2-7 0,1 1-3 0,3-1-4 16,2-2 5-16,4 4 1 0,-1-7-3 15,3 4 6-15,-1-7-4 0,1 0-5 0,6-2 6 16,-1-1 6-16,-1 0-2 0,2-4-5 0,-2 1 1 16,1-5 6-16,-6 3-3 0,0-3 1 0,1 0-3 0,0-3-2 15,1 0 3-15,-3-3 2 0,-2 3-8 0,-2-2 9 16,2-2-3-16,-5-2 2 0,0 2-3 0,0-2 3 15,-2 2-6-15,-1-1 5 0,-1 0 2 16,2 6-2-16,-1 0 7 0,0 3 4 0,0 7 0 16,-1-12 0-16,1 12-5 0,0-10-5 0,0 10 1 0,0 0 2 15,-2-7-3-15,2 7-6 0,0 0 2 0,0 0 2 16,0 0-6-16,-6 32 2 0,6-16 1 0,-3 2 1 16,-2-2-5-16,4 1 2 0,1 1 7 15,-2-1-3-15,-1 1-1 0,0-3-1 0,1 2-1 16,3-6-1-16,0 1 1 0,1-1-3 0,-1-2 1 0,2 3 1 15,0-5-3-15,2 3 4 0,-1-3 4 0,0-2 1 16,1-1 8-16,2 0 2 0,4-2 2 0,-3-3-3 16,3 0 5-16,4 0-1 0,-2-3 0 0,4-2-2 15,1-1-3-15,-3-1 0 0,1 1 0 16,0-2-1-16,-2-3 2 0,0-2-9 0,0 0 0 0,-2-2 0 16,-1 1 0-16,3-6-3 0,-5 3 1 0,-1 0 0 15,0 0 2-15,-3-2-8 0,-3 4 1 16,0 0 1-16,1 4 2 0,-1 1-5 0,-2 1 5 15,0 3-4-15,0 7 2 0,-5-12-2 0,5 12-1 16,-4-6-5-16,4 6 5 0,0 0-1 0,0 0-3 0,0 0 1 16,-14 13 3-16,10-6 0 0,-1 1-2 0,1 3 2 15,0-1 6-15,2 0-9 0,0 2 2 0,2 0-2 16,-1 3 1-16,4 3 1 0,-2-4 4 16,1 3 3-16,1-2-8 0,1-3 3 0,1 4-3 15,0-4-3-15,-1-1 2 0,0 1 0 0,0-1 1 0,1 1 2 16,2 0-2-16,-4-4-2 0,2 4 6 0,-3-2-5 15,1 1 2-15,-2 1-4 0,-1-12-6 16,0 19-3-16,-1-11-3 0,-2 1 1 0,3-9-10 16,-7 13-7-16,3-7-3 0,4-6-14 0,-15 10-12 15,6-7-10-15,-2 0-20 0,0 3-17 0,-1-2-26 0,2-1-25 16,10-3-17-16,-18 3-101 0,9-3-300 0,9 0 133 16</inkml:trace>
  <inkml:trace contextRef="#ctx0" brushRef="#br0" timeOffset="59955.04">19411 5786 20 0,'-8'-8'177'0,"-2"0"-4"0,-3 1-12 15,-2 0-3-15,-4 6-3 0,-1-1-14 0,-1 5-9 16,-1 2-6-16,-5 4-9 0,2 3-11 0,0 2-7 16,2 1-9-16,-1 3-8 0,5 0-8 0,6-2-7 15,2 0-8-15,-1 0-3 0,4 1-7 0,2 0-6 16,2-1-5-16,2-6-3 0,4 2-3 0,1-3-8 16,2 1-3-16,3 4 5 0,2-8 0 0,1 2-7 15,6-3 2-15,1-3-6 0,2 1-1 16,-1-3-4-16,2-2 2 0,7-2-5 0,-8-1-3 0,1-2 0 15,-2 0-2-15,-1-3 1 0,-3 0 0 0,-1 0 0 16,2-5-2-16,-5 2 1 0,1-1-4 0,-6-3 4 16,2 2-2-16,-1-1 4 0,-3 1-4 0,1 0 1 15,-1 4 3-15,0 1 11 0,-3 3-8 0,3 1 1 16,-4 6-2-16,1-10-3 0,-1 10-2 0,0 0 0 16,0 0-1-16,0 0 5 0,0 0 2 0,4 26 0 15,-8-14-1-15,4 4 3 0,-3 1 0 0,0 2-3 16,2-1 0-16,-3 1 2 0,3-1-3 0,1 1-1 15,-3-4 1-15,6 3-6 0,-3-1-17 0,1-5-25 16,-1 1-28-16,2 3-38 0,2-6-49 0,0 0-46 16,-3 1-118-16,-1-11-348 0,7 13 153 0</inkml:trace>
  <inkml:trace contextRef="#ctx0" brushRef="#br0" timeOffset="60320.25">19641 5878 132 0,'5'-3'148'0,"-5"3"9"16,0 0 12-16,5 13 3 0,-4-5-2 0,1 2-9 15,-2 1 5-15,1 3-5 0,-4 1-12 0,3-4-4 16,-1 6-3-16,1 0-10 0,0 0-5 0,-1-5-7 16,1-1-7-16,1 0-9 0,-1 2-9 0,0-4-4 15,1 1-12-15,1-5-7 0,-2-5-3 0,2 10 3 16,-2-10 3-16,0 8 7 0,0-8-2 0,0 0 1 15,0 0 2-15,0 0-11 0,0 0-6 0,0 0-9 16,12-20-9-16,-9 10-3 0,4-4-10 0,-1-2 0 16,3-1-7-16,4-4-2 0,2-2-8 0,2 2-13 15,3 0-3-15,0 1-5 0,3 5 2 0,-2-1-4 16,-4 9 0-16,1 0 4 0,-5 2-6 0,4 2 3 16,-4 2-3-16,1 5 3 0,-2 1 5 0,-3 3-4 15,1 2-2-15,-2 3 2 0,1 2 4 0,-5 4-3 16,1 0 1-16,-2 0 2 0,-1 0-5 0,-4 0-20 15,4-2-15-15,-2 2-35 0,-5 5-46 0,1-5-68 16,4-6-69-16,-3 3-248 0,1-1-548 0,-1-4 243 16</inkml:trace>
  <inkml:trace contextRef="#ctx0" brushRef="#br0" timeOffset="62039.7">7812 6542 77 0,'1'-15'207'0,"0"2"-3"0,2 3-5 0,-2-1 1 15,2 4-19-15,-3-1-10 0,2 1-22 16,-2 7-14-16,3-5-24 0,-3 5-9 0,0 0-8 16,0 0 9-16,14 27-12 0,-13-8-7 0,2 7-7 0,-2 3 2 15,-1 3-13-15,1-3-7 0,-1 3-5 0,-1-1 1 16,1-1-6-16,-1-1-5 0,0-9-3 0,2 3-1 16,0-3-4-16,0-5-2 0,2 2-4 0,-2-5-3 15,-1-2-2-15,2 0 0 0,-2-2-7 16,0-8 2-16,0 11-2 0,0-11-1 0,1 7 6 0,-1-7 7 15,0 0 5-15,1 9-7 0,-1-9-1 16,0 0-4-16,0 0-3 0,0 0 10 0,0 0-17 0,9-25 10 16,-5 15-10-16,2 0-5 0,2-6-5 15,-3 5 7-15,4-5 0 0,2 1-6 0,-2-1-8 16,3 2 0-16,1 2-10 0,-2-1-2 0,3 4-1 16,-2 2-2-16,1 2 0 0,4 1 6 0,-5 3-3 0,2 1 9 15,-4 3-6-15,4 1 7 0,-1 2 1 16,-3 1 5-16,6 2 0 0,-5 2-3 0,2-5 0 0,2 5 1 15,1-4 1-15,-5 0 4 0,7 3 1 16,-1-4-3-16,2 2-3 0,-1-3 7 0,10-4-5 0,-1 2 3 16,1-4-1-16,0-1-4 0,-5-2 2 0,-4 2 0 15,1-6-2-15,0 3 1 0,-4-3 2 0,0-1-1 16,-6 5-3-16,0-3-3 0,0-1 0 0,-3-1 5 16,0 0-6-16,-3-3 0 0,-1 1-1 15,-2 0-3-15,-1-2 3 0,-1 3-2 0,-2-3 0 0,2 1-1 16,-3-1 0-16,-1 4 4 0,1-4 0 0,-1 3 2 15,0 3-2-15,-3-1 2 0,1 2-3 0,-1 3 0 16,-1 1 1-16,9 2-2 0,-22 6 2 0,6 3 1 16,1 1 7-16,0 5 1 0,1 1 3 15,-4 5 2-15,9-5-4 0,-1 7 4 0,1-5-3 16,7-1 3-16,0 0 0 0,5-2 1 0,2 3 4 16,3 0 8-16,1-3-5 0,1-2-1 0,2 0-1 0,-1-6 6 15,5 5-2-15,2-5-2 0,1 0 2 0,1-2-1 16,8 3-1-16,-8-7 0 0,3-1-6 0,5 0-1 15,-1-7 1-15,0 3-1 0,-5 0-1 16,-1-2 6-16,-1 0-13 0,5-5-1 0,-7 4 0 0,-1-1-4 16,-2-3-7-16,0 0-1 0,-1-2-3 0,-1 0-1 15,-4-4-3-15,0 2-2 0,-1 1 2 0,-4-1 0 16,-3-1-2-16,-1 0 1 0,0-1-3 0,-3 7 4 16,2-2 0-16,-1-1 1 0,-2 3 2 15,-2 3 2-15,-1-2 2 0,-2 5 1 0,-3-3-1 0,0 4 3 16,1 1 2-16,0 0 1 0,0-1-2 0,3 3 1 15,0-2-2-15,8 2 2 0,-11 4 0 0,11-4 2 16,-5 4 1-16,5-4 3 0,0 0-2 0,1 11 1 16,-1-11 0-16,10 7 1 0,0-2 0 15,-1-4 3-15,6 4-3 0,2-3-2 0,1 0 4 0,1 2 1 16,-1-3-3-16,0 2 1 0,-7-2 0 16,1 3-3-16,1-3 0 0,-4 5 4 0,0-3 0 0,-1 3 6 15,-1 0 8-15,-1-1-3 0,1 1 6 0,-2 3 0 16,0 0-6-16,-1-1 1 0,-3 3 2 15,2 1 2-15,-2 4-4 0,1-1 4 0,-2-4-3 0,2 6-1 16,-1-2 0-16,2 2 0 0,-1-5-3 0,1-1 1 16,1-2 0-16,1 0 2 0,0 0-3 0,2-1 3 15,1-1-4-15,2 1 4 0,-1-3-4 0,3 0 5 16,2-3-4-16,3 0-2 0,0 0-1 16,-5-4 1-16,2 0 2 0,3-1-4 0,0-3-1 0,-1 0 2 15,2-1-3-15,-2-2 4 0,0 0 4 0,-2-2-7 16,-3 2-2-16,1-4-1 0,-3-3-4 0,-1 2-4 15,-1 4 2-15,-2-2-3 0,-1-1 2 16,0-2-2-16,-4 5 4 0,1 0 3 0,-2 0 2 16,-2 1-1-16,1 2-3 0,-2 1 3 0,4 6-3 15,-9-2 1-15,9 2 2 0,-19 3 3 0,8 3 4 0,-1 0 5 16,0 7-3-16,-1 0 5 0,-1-1 0 0,3 1-1 16,3 3-1-16,-1 1-2 0,3-4-2 0,2 3-2 15,3-4-12-15,1 4-15 0,0-5-30 0,2 1-33 16,-1-1-31-16,5-3-66 0,1 1-42 0,1-1-193 15,-8-8-450-15,18 11 199 0</inkml:trace>
  <inkml:trace contextRef="#ctx0" brushRef="#br0" timeOffset="62202.65">9578 6945 147 0,'7'0'312'0,"-7"0"-30"0,11 0 1 15,-11 0-3-15,0 0 7 0,0 0-26 0,14 2 0 16,-14-2-13-16,0 0-25 0,0 0-20 0,0 0-23 15,0 0-17-15,12 2-21 0,-12-2-38 0,0 0-34 16,0 0-43-16,5 0-38 0,-5 0-48 0,0 0-44 16,0 0-60-16,0 0-62 0,0 0-261 0,0 0-526 15,0 0 233-15</inkml:trace>
  <inkml:trace contextRef="#ctx0" brushRef="#br0" timeOffset="62927.32">2970 5621 197 0,'-5'-7'226'0,"5"7"13"0,-6-4-9 16,6 4-17-16,0 0-12 0,0 0-21 0,0 0-16 16,0 0-21-16,0 0-19 0,0 0-8 0,0 0-4 15,0 0 0-15,0 0-2 0,8 31-11 0,-4-19-3 16,3 5-5-16,0-1-8 0,-1 1-11 0,2 0-3 16,-2 1-2-16,1-3-10 0,-1 2-4 0,-1-2-18 15,2-3-6-15,-1-1-22 0,-1-1-16 0,2-1-24 16,-2-1-23-16,2-1-31 0,0-2-37 0,-7-5-46 15,10 9-27-15,-2-8-28 0,-2 1-146 16,-6-2-402-16,0 0 179 0</inkml:trace>
  <inkml:trace contextRef="#ctx0" brushRef="#br0" timeOffset="63105.95">3133 5653 156 0,'-4'-8'153'0,"4"8"-12"16,0 0 14-16,-10 2-12 0,10-2-4 0,-11 13 2 15,0-1-10-15,-1 2-7 0,0 1-6 16,-6 5-9-16,1 1-5 0,1-2-15 0,3-3-5 16,1-4-12-16,-1 3-6 0,2-3-5 0,0 3-20 15,-1-4-33-15,2-2-43 0,0-3-38 0,2 3-46 16,1-4-45-16,-4 1-110 0,4-4-298 0,7-2 132 0</inkml:trace>
  <inkml:trace contextRef="#ctx0" brushRef="#br0" timeOffset="63255.34">2940 5755 111 0,'13'-2'107'0,"0"2"1"0,6-3-18 0,1 0-5 16,6 0-8-16,2 1-33 0,-8-1-54 0,2 0-92 15,-3 1-111-15,3-1 49 0</inkml:trace>
  <inkml:trace contextRef="#ctx0" brushRef="#br0" timeOffset="63389.66">3338 5731 118 0,'0'0'227'0,"0"0"-13"0,0 0-8 16,0 0-16-16,8 1-19 0,-8-1-19 0,0 0-17 16,0 0-13-16,4 5-22 0,-4-5-41 0,0 0-36 15,0 0-64-15,6 9-89 0,-6-9-128 0,3 9-279 16,-3-9 123-16</inkml:trace>
  <inkml:trace contextRef="#ctx0" brushRef="#br0" timeOffset="63956.52">2888 7382 19 0,'2'-8'231'0,"-2"8"-17"15,0 0-26-15,3-4-12 0,-3 4-5 0,0 0-3 16,0 0-12-16,0 0-12 0,13 13-6 0,-6-4 7 16,1 1-4-16,-2 1-11 0,5 4-7 0,-1 1-13 15,-1 0-8-15,0-3-9 0,2 3-11 0,-1 0-2 16,0-1-10-16,1 0-6 0,-2-1-11 0,1-2-1 15,0 0-8-15,-2-2-16 0,2 2-25 0,-5-2-30 16,3-3-38-16,-4-1-46 0,2 1-36 0,-1-1-41 16,-5-6-23-16,6 5-152 0,-6-5-393 0,0 0 174 15</inkml:trace>
  <inkml:trace contextRef="#ctx0" brushRef="#br0" timeOffset="64137.89">3100 7435 18 0,'-4'-10'210'0,"4"10"-13"0,0 0-15 16,0 0-6-16,-9-3-1 0,9 3-7 0,-13 9-4 16,2 1-11-16,-2-1-8 0,-1 6-16 0,1-1-10 15,-2 0-10-15,0 0-11 0,0 1-10 0,2-1-12 16,0 3-6-16,1-2-18 0,2-1-25 0,0-1-25 16,1-3-40-16,2-1-40 0,1-1-44 0,1 1-42 15,1-5-162-15,4-4-354 0,-11 5 157 0</inkml:trace>
  <inkml:trace contextRef="#ctx0" brushRef="#br0" timeOffset="64268.04">2902 7496 137 0,'0'0'158'0,"11"-1"-19"0,-3 1-12 0,2 0-14 0,4-2-32 0,0 0-55 15,5 1-67-15,2 0-83 0,7-3-133 16,2-3 58-16</inkml:trace>
  <inkml:trace contextRef="#ctx0" brushRef="#br0" timeOffset="64430.83">3448 7446 267 0,'7'1'276'15,"-7"-1"-15"-15,0 0-19 0,0 0-22 0,0 0-26 16,0 0-19-16,12 0-37 0,-12 0-36 0,0 0-31 15,0 0-46-15,6 3-53 0,-6-3-74 0,8 4-75 16,-8-4-101-16,0 0-300 0,9 3 133 0</inkml:trace>
  <inkml:trace contextRef="#ctx0" brushRef="#br0" timeOffset="65121.16">4302 7395 33 0,'0'0'203'0,"0"0"-15"0,-7-2-15 15,7 2-16-15,0 0-16 0,0 0-14 0,0 0-12 16,0 0-9-16,28 0-9 0,-10-1-11 0,2-1-6 15,2 1-8-15,8-3-5 0,-1 2-9 0,-1 0-4 16,0 1-3-16,-6-1-6 0,-4 0-5 0,0 0-1 16,-2 1-8-16,-3-2-5 0,-1 3 0 0,-1 0-1 15,-3 0-3-15,-8 0-3 0,11-2 0 0,-11 2-5 16,12 0 0-16,-12 0-2 0,9-1-2 0,-9 1-4 16,0 0 6-16,0 0-4 0,9 1-2 0,-9-1 1 15,0 0 5-15,0 0 5 0,1 6 9 0,-1-6 2 16,0 0 8-16,-9 18 1 0,2-8 14 0,-4 3-7 15,1 1 0-15,-2 3 5 0,-4 4 0 16,-2 2 1-16,-1 3 7 0,-2-3-5 0,1 5 5 16,-2-4 2-16,2 1-3 0,-1 1-4 0,2 1-4 0,-1-6-4 15,4 1 4-15,1-6-2 0,2-3-3 0,0 2-6 16,4-2 1-16,2-2-7 0,-2-3-6 0,2 1 0 16,2-1 0-16,0-3-5 0,1-2 0 0,4-3 8 15,-8 9-8-15,6-6-6 0,2-3-1 0,0 0-2 16,0 0 2-16,0 0-5 0,0 0 2 0,13 8 0 15,-4-8-1-15,5 0-4 0,-1 2 1 0,6-2 0 16,0-2-4-16,3 2-3 0,1-1-12 0,-2 2-13 16,9-2-16-16,-10 1-10 0,2-1-25 0,1 1-16 15,-4 0-25-15,2-3-22 0,-1 6-6 0,-3-3-15 16,3-3-12-16,-1 6-12 0,-2-6-7 0,-4 0-3 16,1 3 2-16,-4-2-102 0,1-2-317 0,0 1 141 15</inkml:trace>
  <inkml:trace contextRef="#ctx0" brushRef="#br0" timeOffset="65286.8">4818 7760 278 0,'8'-9'17'0,"-4"0"17"0,5 4 23 0,-9 5 20 16,4-12 22-16,-4 12 26 0,3-7 13 0,-2 2 12 16,-1 5 2-16,0 0-2 0,5-6-11 0,-5 6-10 15,0 0-12-15,0 0-8 0,0 0 3 0,0 0 2 16,0 0-5-16,0 0-4 0,0 0-7 0,0 22-6 16,0-22-7-16,-2 15-13 0,0-6-6 0,0-1-5 15,-1 4-5-15,1-2-6 0,-1 3-7 0,2-3-33 16,-2 3-43-16,1 0-53 0,-1-3-81 0,-2 5-80 15,-4-3-139-15,4-2-417 0,0 1 185 0</inkml:trace>
  <inkml:trace contextRef="#ctx0" brushRef="#br0" timeOffset="65620.25">5266 7838 186 0,'0'0'256'0,"0"0"-17"15,0 0-18-15,0 0-25 0,0 0-12 0,0 0-16 16,0 0-6-16,0 0-13 0,0 0-13 0,0 20-12 16,0-20-11-16,-6 19-8 0,1-6-11 0,-2 0-9 15,0 1-28-15,0-4-31 0,1 4-36 0,1-3-41 16,0 1-38-16,3-3-54 0,0-1-49 0,-1 2-144 16,2-2-364-16,1-8 161 0</inkml:trace>
  <inkml:trace contextRef="#ctx0" brushRef="#br0" timeOffset="66155.72">5619 7572 115 0,'0'0'225'0,"0"0"-18"0,-3-7-17 0,3 7-16 16,0 0-18-16,0 0-16 0,0 0-15 0,0 0-11 15,0 0-9-15,13-8-15 0,-3 8-7 0,8-3-9 16,-6 2-4-16,8-3-1 0,-1 2-14 0,-1 0-2 0,3-1-6 16,-2 0-7-16,-1 3-3 0,-3-1-5 0,-2 1-2 15,-3-2-3-15,-3 1-1 0,1 1-2 0,-8 0-2 16,11-4 3-16,-11 4 0 0,6 0 1 0,-6 0 3 15,8-2-3-15,-8 2-1 0,0 0 0 0,0 0-5 16,0 0-3-16,0 0 0 0,10 2 5 0,-10-2 6 16,-3 11 17-16,-4 1 3 0,-5 11 9 0,-1 3-1 0,-2 0-2 0,0 0 1 15,-1 2 3-15,1-1-1 0,-2 0 0 0,1-3-1 16,2-1-6-16,0-1 1 0,0-1 6 0,3-5 0 16,0-2-7-16,5-2-13 0,-2-3 3 0,1-1-1 15,2 1-5-15,-1-2-3 0,4-3 7 0,-2 1-6 16,4-5 0-16,-6 7 12 0,6-7-11 0,-3 4-4 15,3-4 8-15,0 0 3 16,-7 5-10-16,7-5-1 0,0 0-4 16,0 0 1-16,0 0-2 0,0 0-4 0,0 0-6 15,0 0 0-15,0 0-5 0,25-2 2 0,-25 2 3 0,20-4-4 0,-6 2-1 16,0 2 0-16,5 0-14 0,2-1-20 0,0 0-27 16,0-1-26-16,7 1-26 0,-10 0-31 15,1 0-40-15,-2 1-40 0,2 0-31 0,-4 1-25 16,-2-1-201-16,-1 0-510 0,-4 0 226 0</inkml:trace>
  <inkml:trace contextRef="#ctx0" brushRef="#br0" timeOffset="66434.08">6024 7846 181 0,'0'0'195'0,"8"-3"6"0,-3 0-4 0,-5 3-8 16,10 0-9-1,-10 0-13-15,11-2-10 0,-11 2-14 0,13 3-12 16,-8-2-11-16,3 2-9 0,-3-1-2 0,2 5-8 15,-4-3-8-15,1 3-3 0,-1 2-2 0,-1 0 5 16,-2 1 3-16,-1 0-2 0,0 2-9 0,-2 0-3 16,-2-1-7-16,0-1 1 0,-1 2-4 0,-2-2-2 0,2-1-7 15,-2-1-6-15,3 0-11 0,-2 0-1 16,1-3-6-16,4 1-5 0,2-6 1 0,-6 8-8 0,5-3 0 0,1-5-5 16,-1 8 2-16,1-8-7 0,0 0 3 0,5 11-3 15,-1-9-1-15,6 2-12 0,3-2-13 0,3 0-25 16,4-1-34-16,0 0-30 0,8-3-43 0,-7 0-53 15,9 0-30-15,0-2-34 0,-9 3-187 0,7-2-480 16,-2-3 213-16</inkml:trace>
  <inkml:trace contextRef="#ctx0" brushRef="#br0" timeOffset="66636.92">6706 8003 203 0,'0'0'253'0,"8"3"-5"0,-8-3 3 16,0 0-11-16,1 12-11 0,-1-12-9 0,-5 10-14 15,4-3-21-15,-4 0-15 0,2 2-19 0,-4 1-12 16,3-1-13-16,-3 0-11 0,2-1-17 0,-2 0-35 16,0 2-38-16,1-1-41 0,1 1-55 0,-2-1-73 15,2-3-71-15,-5 3-198 0,4-3-448 0,6-6 199 16</inkml:trace>
  <inkml:trace contextRef="#ctx0" brushRef="#br0" timeOffset="67838.69">7175 7684 4 0,'-2'-15'243'15,"1"10"-9"-15,-2-4-11 0,0 3-4 0,0-1-21 16,-6 0-12-16,2 3-14 0,0-3-11 0,-5 3-14 15,1 2-14-15,-1-1-10 0,1 3-13 0,-3 0-7 16,-3 7-6-16,-1 3-3 0,2 0-4 0,-6 5 1 16,5 0-7-16,-1 6-5 0,7-7-10 0,-2 3-3 15,3-1-8-15,1 0-7 0,4-2-9 0,1 3 3 16,3-5-10-16,1 0 1 0,0 0-4 0,2 0-1 16,1-2-3-16,2-1-2 0,1 0-3 0,1-1-1 15,4-3 0-15,-2-1-4 0,1 0 0 0,2-2-5 16,1-1 2-16,1-1 4 0,-3 0-6 0,1-1 0 15,0-2 0-15,1-2-3 0,0 1 0 0,2-5 8 16,-4 2-11-16,-1 1 1 0,0-1-5 0,-2-3 2 16,2 0-1-16,0-2-1 0,-2 2 2 0,-1 0 5 15,0-3-7-15,-2 3 0 0,-1 0 2 16,0 1-3-16,2 3 2 0,-5-1 1 0,-1 7-2 0,5-9 5 16,-5 9-7-16,0 0-5 0,4-7-1 0,-4 7-1 15,0 0-1-15,0 0 0 0,0 0-1 0,4 18 8 16,-4-8-4-16,3 1 4 0,-3 2-2 0,-2-1-1 15,2 5 5-15,2-2-4 0,-1 0 0 0,-1 2-22 16,2-2-24-16,-2 0-27 0,0-2-41 0,0 0-42 16,3-1-47-16,-2-2-38 0,1 3-208 0,-4-4-486 15,2-2 215-15</inkml:trace>
  <inkml:trace contextRef="#ctx0" brushRef="#br0" timeOffset="68203.52">7361 7731 114 0,'0'0'188'15,"0"0"13"-15,0 0-4 0,0 0-8 0,6 20-3 16,-6-8-11-16,2 2-13 0,-2 1-17 0,1-1-5 16,0-1-4-16,-1 3-11 0,1 0-11 0,1-4-12 15,-1-1-9-15,1-3-5 0,0 0-14 0,-2-8-3 16,0 9-8-16,0-9 3 0,0 9 7 0,0-9 8 15,1 6 14-15,-1-6 9 0,0 0 1 0,0 0-12 16,0 0-2-16,0 0-14 0,0 0-9 0,0 0-3 16,5-21-11-16,-2 12-4 0,2-2-8 0,3-5-12 15,-1 0-2-15,2 0-3 0,1-1-2 0,5-4-14 16,0 1-6-16,4 2-1 0,-6 4-2 0,-6 4 5 16,5 3-5-16,-2 1-7 0,0 3-2 0,-2 0 3 15,-2 2 2-15,6 2-2 0,-3 0-1 0,-2 5 2 16,0 3 0-16,2 1 0 0,-4 2 0 0,1 0 4 15,-1 5 0-15,-1-2-4 0,-1 2-24 0,-1 0-13 16,0-1-27-16,-2 1-24 0,1-1-29 0,-1-1-36 16,1-2-37-16,0-3-39 0,2 0-224 0,-2 2-495 15,3-6 219-15</inkml:trace>
  <inkml:trace contextRef="#ctx0" brushRef="#br0" timeOffset="68656.7">7970 7751 218 0,'-1'-9'252'0,"1"9"-6"16,-6-7-14-16,-2 4-17 0,8 3-8 15,-18 0-15-15,5 6-3 0,-1 0-15 0,-2 4-10 16,2 0-12-16,-4 4-14 0,-3 3-14 0,5-6-9 16,-3 6-10-16,4-3-1 0,4 0-18 0,0 0-9 15,4-1-7-15,3 1-2 0,0-6-12 0,3 4-5 16,0-5-5-16,1 1-5 0,2 0-2 0,1-1-2 15,1-1-7-15,1-3-2 0,1 0-3 0,6-2-5 16,-1-1-7-16,-2-1-11 0,5-4 1 0,2-1-5 16,0-1 2-16,-5-2-2 0,0 1-4 0,-1-5-2 15,-1 0-2-15,0-4 1 0,-1-1-3 0,-2 1 4 16,2-6-1-16,-3-3 3 0,-4 7-1 0,4-9 3 16,-3 1-3-16,1-4 3 0,-3 1 1 0,3 4-1 15,-2-2 2-15,-1 1 4 0,-1 0 0 0,1 9 11 16,0-3 7-16,1 6 9 0,1 2 4 0,-1 4 8 0,-1 0-1 15,0 2-4-15,0 7-5 0,0-11-9 16,0 11-4-16,0 0-5 0,0 0-1 0,0 0 2 16,4 24 7-16,-4-3 2 0,0 6 1 0,-2 4-1 15,0 3 6-15,-1 1-11 0,-1 1 4 0,1-2 3 0,-1 11-7 16,-1-13 8-16,2-2-1 0,1-1-9 0,-1-1-3 16,-1-2 2-16,4-7-25 0,1 1-26 15,1-5-43-15,-1 1-36 0,0-6-46 0,1 2-67 16,-1-5-59-16,-1 0-234 0,0-7-565 0,4 8 251 15</inkml:trace>
  <inkml:trace contextRef="#ctx0" brushRef="#br0" timeOffset="69103.5">8347 7606 2209 0,'2'-7'54'0,"-2"7"16"15,1-9-27-15,-1 9-18 0,0 0-5 0,1-8-9 16,-1 8 0-16,0 0-3 0,0 0-1 0,8-5 2 16,-2 2 0-16,2 1 3 0,4 0 3 0,5-1 4 15,3-1-3-15,6 2 2 0,-5 0-6 0,2 0 2 16,-3 0-3-16,-1 0 2 0,-6 0 1 0,3 1 3 16,-6-1 1-16,1 1 1 0,-3 1 2 0,-8 0-1 15,12 0 0-15,-12 0 1 0,12-2-1 0,-12 2 5 16,5 3 11-16,-5-3 4 0,0 11 8 0,-1-3 3 15,-4 3 5-15,-1 7 7 0,-8 8-2 0,-2-1 2 16,1 2-3-16,-4 2 0 0,1-5-4 0,-1 2 3 16,1 0-4-16,0-2 3 0,-3 0-10 0,5 1 1 15,-2-4-2-15,8-8-2 0,-3 0-6 0,4 1-6 16,4-3 1-16,-2-3 6 0,3-2-9 16,-2 1-3-16,4-3-2 0,2-4 3 0,-5 7-3 0,5-7-5 15,-6 7-4-15,6-7 4 0,-3 4-6 0,3-4-2 16,0 0-3-16,0 0-1 0,0 0 7 0,0 0-5 15,11 6 3-15,-11-6-7 0,19-2 3 0,-7 2-12 16,0-1-18-16,5-1-21 0,2 2-18 0,-1 0-32 16,3-1-28-16,-2 1-27 0,0 0-40 0,1 0-44 15,10 0-11-15,-1-2-24 0,1 2-203 0,-2 0-507 16,0-4 224-16</inkml:trace>
  <inkml:trace contextRef="#ctx0" brushRef="#br0" timeOffset="69486.92">8902 7806 45 0,'3'-9'253'16,"-3"9"3"-16,0 0-18 0,0 0-11 0,4-9-12 15,-4 9-20-15,0 0-19 0,5-2-12 0,-5 2-11 16,0 0-12-16,16 6-8 0,-9-2-12 0,2 0-4 0,-1 2-10 16,1 1-7-16,-1-1-10 0,2 0-6 15,-3 1-8-15,-2 2-7 0,0-3-5 0,0 3-2 16,-1 0-8-16,-2 0 3 0,0 0 11 0,-2 1-9 15,-4-4-3-15,0 4-5 0,-1-1-3 0,-1 0-6 0,-1 0 4 16,1 0-10-16,-1-4-5 0,1 1-1 16,-2 1-6-16,4-3-1 0,-1 0-6 0,0-1-2 15,5-3-7-15,-6 12-4 0,6-12 4 0,0 7-6 16,0-7-6-16,1 11-1 0,2-4-3 0,-1 0 7 16,3-1-5-16,-1 2-4 0,3-1-1 0,0 1-1 0,2-1 2 15,0 2 3-15,0-1-3 0,-2 0 3 16,3 0 0-16,-4-2-1 0,-2 0 2 0,2 1 2 15,0 0-1-15,-4-3 1 0,1 1 0 0,0 1 3 0,-3-6 4 16,0 0-1-16,-11 13-4 0,4-9 4 0,-2 0-5 16,-3 1 3-16,-1-2 0 0,-5 0-21 0,5-2-11 15,-1 1-15-15,0-2-33 0,-4 0-34 16,2 0-56-16,2-2-66 0,1 0-254 0,-1-2-531 16,-3-2 236-16</inkml:trace>
  <inkml:trace contextRef="#ctx0" brushRef="#br0" timeOffset="70720.92">9953 7649 42 0,'-6'-9'243'0,"1"2"-12"16,-1-1-11-16,-2 1-19 0,-1 2-12 0,0-1-12 16,-1 2-9-16,-3 2-16 0,2 1-14 0,-4 2-13 15,-2 5-15-15,-1 3-9 0,-5 7-3 0,3 3-6 16,0 2-7-16,1 2-5 0,5 0 10 0,0 3-5 15,3-2-6-15,3 0-10 0,4-6-8 0,-1 0-6 16,5 0-4-16,3 0-3 0,-1-3-2 0,2-2-10 16,1-3 2-16,2 1-3 0,0-3-4 0,3 0-4 15,1-1-4-15,0-2 3 0,1-1-7 0,-1-2-6 16,3-2-3-16,0-2-1 0,0-1-2 0,-2-1 0 16,-2-1-4-16,1 0 1 0,-2-2 0 0,1-1-3 15,0 1 3-15,-1-7-4 0,0-1 3 0,1 2 3 16,-3-1-2-16,1-4 0 0,0 0-7 0,-3 3 4 15,4-3-2-15,-3 2 1 0,-2 5 2 0,0 2 2 16,0-1 7-16,-2 3 4 0,2 3 2 0,-4 4 2 16,3-11 0-16,-3 11-7 0,2-7-6 0,-2 7 3 15,0 0-9-15,0 0 2 0,0 0-3 0,0 0 5 16,0 0-1-16,-2 29 2 0,-3-17 4 0,5 0-1 16,-3 4-2-16,-2-1-4 0,4 1 3 0,-1-4-1 15,2 1-1-15,2 2 0 0,-1-5 0 0,2 1 2 0,0 0 1 16,4-3-2-16,-2 2 1 0,1-1 3 15,2-2-3-15,3-1 4 0,-2-2-1 0,4-1 1 16,1 0-1-16,0-2-3 0,0 1-1 0,0-2 0 16,4-3 3-16,-1-1-5 0,2-1-6 0,-2-1-2 0,2-1-3 15,-4 0 0-15,-1-5-6 0,0 2-6 0,-1-2-3 16,-1-1-3-16,-1-2-2 0,-2-1-5 0,-1-2 1 16,-1-6 2-16,1 6-1 0,-3-6 3 15,0-3 1-15,-4 9 2 0,-2-1 2 0,-1 3 2 16,0 1 3-16,-2 4 2 0,-1 0-1 0,-2 2 6 0,0 1 6 15,0 2 0-15,-2 1-2 0,0 3 0 0,-1 0 1 16,-1 1 3-16,1 1 0 0,10 0-4 0,-15 3 2 16,10-2 3-16,-2 3-3 0,7-4 2 15,-5 6-3-15,5-6 6 0,0 0 0 0,3 13 1 0,4-5 2 16,1-1-2-16,4-3 3 0,5 1-2 0,4-1 3 16,-1 0 0-16,10-1-1 0,-2-2 3 0,-5 0-2 15,5-2-2-15,-10 2 2 0,0-1-1 0,-5 0 0 16,-1 0 0-16,-4 2-3 0,1-2 0 15,-1 0-3-15,-8 0 2 0,11 0-4 0,-11 0 0 0,9 4 5 16,-5 2 11-16,-2-2 5 0,1 2 5 0,1 4 4 16,-4-1 6-16,-3 4 3 0,3 1 3 0,0 4-4 15,-1-1 2-15,-2-2-3 0,1 2 2 0,-1 0-3 16,1-1-5-16,0 0-1 0,2-4-3 0,-1 1-1 16,2-2 0-16,1 1 1 0,0-2-1 0,2 0-6 15,1-1 1-15,3-2-2 0,1 1-2 0,1-2 3 16,7 2-3-16,-2-4 3 0,5-2-4 0,-2-1 2 15,2-1-1-15,0-2 0 0,2-1-3 0,5-2 1 16,-7 0-4-16,0-1 12 0,-2-2-10 0,8-2 0 16,-8 0-6-16,-2 1-2 0,1-5-3 0,0 1-1 15,-2-3-1-15,0-6 2 0,-2 9 1 0,-5-3-5 16,-2-1 3-16,1-2-1 0,-4 1 8 0,-3 1-8 16,-1 5-2-16,-1 0-1 0,-1-1 1 0,-1 3 0 15,2 4 5-15,-4-1-1 0,0 2-7 0,-4 5 3 16,10 0 0-16,-21 10 2 0,10-2 2 0,-3 2 2 15,0 3 1-15,1-1 1 0,3 3-4 0,0-2 4 16,3 4 1-16,5-5-5 0,0 0-10 0,5 1-19 16,0-2-12-16,2-1-29 0,3-1-38 0,3 1-46 15,4 0-48-15,3-1-38 0,-2-5-226 0,3 2-507 16,1-3 225-16</inkml:trace>
  <inkml:trace contextRef="#ctx0" brushRef="#br0" timeOffset="74170.28">11570 7568 137 0,'2'-11'200'0,"0"-1"7"0,1 2-4 16,-1 0 1-16,0 1-6 0,0 3-16 0,-2 6-14 15,2-11-17-15,-2 11-17 0,1-9-21 0,-1 9-7 16,0 0-17-16,0 0 7 0,0 0-4 0,8 30 5 16,-8-12-2-16,3 11-2 0,-3 0-9 0,-5 3-6 0,5-3-4 15,-3 4-8-15,1-1-4 0,0-4-4 16,0 1-2-16,-2-2-8 0,2 2 19 0,-1-4-7 16,3-5-6-16,0-1-2 0,-1 0 2 0,1-1-15 15,-1 0-3-15,2-1-24 0,0-7-25 0,-2 1-20 0,1-1-33 16,-1-1-30-16,-1 2-32 0,2-1-40 15,-2-4-30-15,2-6-43 0,-8 12-180 0,4-8-455 16,-2-1 202-16</inkml:trace>
  <inkml:trace contextRef="#ctx0" brushRef="#br0" timeOffset="74776.56">11613 7700 78 0,'16'-12'119'0,"-1"1"-1"0,-1 1-3 0,1 0 1 16,-6 4-8-16,3-1-6 0,-1-1-6 16,-2 3-4-16,2-1-11 0,-4-1-3 0,0 1 1 15,1-1-1-15,-3 1-4 0,-1 0 9 0,-2 1 0 16,3-1-1-16,-2-2-2 0,-3 8 2 0,4-13 1 0,-3 6-7 16,2 1 2-16,-3-1-4 0,0 7-1 15,2-8-8-15,-2 8-6 0,0 0-13 0,0 0-4 16,0 0-4-16,0 0 4 0,0 0 8 0,0 0-13 15,-2 40-8-15,-5-14 0 0,5-1-2 0,-5 1-1 0,2-1 2 16,2 3-8-16,-3-3-4 0,1-2-1 16,4-3 0-16,-1-1-1 0,2-1-1 0,0-1-2 0,-3-1 1 15,4-3-1-15,-1-4-3 0,0-1 2 16,2-2-3-16,-2-6-1 0,-3 10 4 0,3-10-1 16,0 8-1-16,0-8 1 0,0 0 0 0,-1 7-4 0,1-7 0 15,0 0-7-15,0 0-6 0,0 0 3 0,20-19-1 16,-11 10 0-16,-1 4 1 0,1 1 0 15,1 0-1-15,1 1-1 0,-2 1 0 0,0 2 1 16,0 0-3-16,1 2 3 0,2 3 0 0,-1-1 2 0,1 0 3 16,1-1 0-16,-2 2 2 0,2-1 2 0,0 3 1 15,-1-4 2-15,6-1-1 0,-5 2 0 0,6-4 2 16,-1 1 2-16,2-2 0 0,1-3-1 0,8-4-2 16,-9 3 2-16,-2-1 1 0,2-1 7 0,-5-2 1 15,4 0 1-15,-6-1-3 0,3 0-2 0,-5 2-2 16,-1-4 3-16,2 0 0 0,-5 3-1 0,0-6-1 15,-5 3-3-15,4-4-3 0,-5 6 3 16,0-2 1-16,0-1 2 0,-1 4-3 0,-1-4 1 16,0 6-3-16,1 7 0 0,-4-11-5 0,-1 7-2 0,5 4-2 15,0 0 2-15,-19 9 0 0,4 1 1 0,2 6 3 16,-8-1-2-16,4 5-1 0,1 0-1 0,3-4-5 16,-1 6-10-16,8-6-21 0,3 3-25 0,1-4-32 15,2 4-45-15,6-4-41 0,3 1-54 0,6 0-154 16,7-1-418-16,4-3 184 0</inkml:trace>
  <inkml:trace contextRef="#ctx0" brushRef="#br0" timeOffset="75492.92">12506 8115 177 0,'0'0'215'0,"0"0"-11"0,15-18-6 0,-7 11-10 16,1-1-9-16,7-1-10 0,-3-1-10 15,3-2-8-15,-1 0-13 0,6-5-7 0,-6 4-3 16,8-3-11-16,-8 4-7 0,2-1-8 0,-4-1-5 15,1-1 3-15,-4 0-14 0,2-1-4 0,-5 0-9 16,1-2-8-16,-3 2-8 0,1 0 1 0,-2-3-5 16,-2 2-10-16,-2-1-4 0,0 1-3 0,0 0-5 15,-2 1-2-15,-2 2-4 0,0 1-5 0,2 5-3 16,-3-3-2-16,1 3 0 0,0 2-5 0,-1 3-4 16,5 3 2-16,-13-3-5 0,13 3 3 0,-14 3-4 15,4 0 4-15,2 3-4 0,-1 0 0 0,5 0-2 16,0 1 1-16,2 0 1 0,2 1-3 0,2 2-5 15,4 0-4-15,0-1-4 0,3-2-2 0,6 2-4 16,4-1 2-16,-1 0-2 0,1-4 2 0,-2 3 4 0,2-5-1 16,-2 3 1-16,-3 0 1 0,1-2 0 0,-3 2 0 15,-3-1 0-15,-1 3 4 0,-1-3-2 16,1 4 0-16,-2 2 10 0,-2 1 4 0,1 0 5 16,-3 3 4-16,0 0-1 0,3 1 3 0,-5 1 0 0,2-4-4 15,1 0 1-15,1-2 2 0,0 3-2 0,1-4-4 16,3 1 3-16,0-1-1 0,0-2-1 0,1 0-1 15,3-2 4-15,3-1-2 0,-2-1-1 16,6 1 0-16,-1-4 0 0,0-1-1 0,2 0 3 16,-1-2-7-16,2-2 4 0,-5 0 2 0,2-3-2 0,0 2-1 15,-1-3 0-15,-2-1-2 0,-2-1-3 0,-2-1-4 16,2 0 0-16,-6 1-5 0,3-5-2 16,-1 3-4-16,-3-1-2 0,-2-2 2 0,-1 4 0 15,-1-5 4-15,-4 7-1 0,1-2 3 0,-1 5 2 0,-2-5-4 16,0 8 0-16,1-1 2 0,-3 1-1 0,6 4-1 15,-16-3-2-15,7 6 3 0,-4 3 0 16,-3 1 2-16,0 5 1 0,2 1 2 0,4 1-1 16,-4-1 0-16,7 3 0 0,1 0 0 0,1-1 2 15,1-1 3-15,4-1-1 0,0 0-24 0,4-1-28 0,-2-1-44 16,5 0-38-16,-1-1-36 0,8-4-40 16,-5 3-194-16,4-3-439 0,4-2 194 0</inkml:trace>
  <inkml:trace contextRef="#ctx0" brushRef="#br0" timeOffset="75859.23">13609 7781 32 0,'-8'-6'241'16,"2"0"-5"-16,-5 2-11 0,-1 2-2 0,0 3-7 16,-6 3-10-16,-2 3-9 0,-7 4-8 0,4 5-14 15,1-2-14-15,-1 3-16 0,1 4-10 0,6-2-16 16,2-5-8-16,1 2-14 0,5 0-8 0,0-2-9 15,4 2-4-15,2-2-10 0,0-4-8 16,4 1-7-16,2-2-3 0,0 2 0 0,4-4-5 16,3 1-7-16,0-3-4 0,1 0-4 0,1-2-2 0,9-2-2 15,-7-1-10-15,4-2 2 0,-6-1-6 0,1-1-3 16,-1-2 2-16,5-1-1 0,-5-1-4 16,-1-2 3-16,-3 3-1 0,4-5-3 0,-3-2-3 15,-2 3 1-15,-1-2-2 0,-1 2 1 0,2 1-2 0,-2 0-1 16,-1 0 3-16,-1 1 0 0,-2 3-3 0,1 0 6 15,-3 6-10-15,2-7 0 0,-2 7 2 0,0 0-2 16,0 0 1-16,0 0 0 0,0 0 4 0,0 0 0 16,-3 26-2-16,1-14 2 0,0-2-1 0,0 2-2 15,0 0-25-15,2 4-29 0,0-4-38 0,0 1-49 16,0-1-54-16,4-1-46 0,-2 1-197 0,2-4-481 16,2 2 213-16</inkml:trace>
  <inkml:trace contextRef="#ctx0" brushRef="#br0" timeOffset="76120.23">13974 7802 278 0,'-5'-6'276'0,"2"0"-18"0,3 6-18 0,-11-4-14 15,11 4-9-15,-15 6-9 0,-1 2-12 0,0 4-11 16,-6 4-20-16,7-1-18 0,-6 6-13 0,3-2-8 15,7-3-15-15,-1 2-6 0,5 1-16 0,1-3-6 16,4 2-5-16,-3-2-11 0,9 1 1 0,-1-2-16 16,5-1-25-16,4-1-18 0,-1-1-21 0,6-2-24 15,-2-3-10-15,5 1-40 0,-2-3-40 0,6-2-47 16,2 2-20-16,1-5-34 0,-8 0-181 0,-1 0-442 16,-2-6 196-16</inkml:trace>
  <inkml:trace contextRef="#ctx0" brushRef="#br0" timeOffset="76357.3">14232 7712 78 0,'6'-15'259'0,"-6"4"17"15,0 2-13-15,2-1-6 0,-2 3-14 0,0 7-15 16,2-10-28-16,-2 10-14 0,6-8-29 0,-6 8-10 16,0 0 11-16,0 0 14 0,-2 31 1 0,2-12 0 15,-6 0 0-15,6 10-25 0,-2-2-3 0,-1 1-16 16,-1-1-2-16,2-2-7 0,-4 4-18 0,2-5-10 15,-1 3-7-15,2-3-23 0,1-4 8 0,0 4-5 0,-1 1-7 16,3-7-1-16,-2-2-31 0,2 1-41 16,0-5-42-16,0 0-28 0,0-1-23 0,0 0-17 15,0-3-25-15,0 0-31 0,0-8-36 0,2 10-25 16,0-5-25-16,-2-5-17 0,0 0-166 0,0 0-487 16,0 0 215-16</inkml:trace>
  <inkml:trace contextRef="#ctx0" brushRef="#br0" timeOffset="76642.12">14119 7914 171 0,'-3'-6'186'0,"-1"3"-11"0,4 3-9 0,-6-8-13 0,6 8-9 15,0 0-13-15,0 0-8 0,0 0-9 0,9-7-7 16,2 3-8-16,2 4-14 0,6-4-5 16,2 1-8-16,7 0-8 0,1 1-3 0,2-3-8 15,-2 0-1-15,-8 2-5 0,-1 0-4 0,-4 2 1 16,2-2 2-16,-5 3 3 0,0-2-2 0,-1 1-5 15,-1 0-3-15,-3 1 0 0,-8 0-5 0,13-4 1 16,-13 4-11-16,8 0-1 0,-8 0 8 0,9 5 25 16,-2-1 11-16,-3 2 2 0,-1 4-3 0,-1-1-1 15,0 4 3-15,2-1 5 0,-1 2-6 0,-1 3-7 0,0-2-6 16,-2 1-4-16,0-1-10 0,0-4-16 16,0 2-18-16,0 0-24 0,0-3-30 0,0 3-52 15,-2-3-60-15,2-1-63 0,0 1-244 0,-3-2-503 16,3-8 222-16</inkml:trace>
  <inkml:trace contextRef="#ctx0" brushRef="#br0" timeOffset="77139.89">14773 7802 199 0,'0'0'253'0,"5"10"-10"16,-4-4-6-16,2 3-7 0,-1 4-17 0,0 3-18 15,0 4-6-15,1-1-18 0,1 5-17 0,-2 3-14 16,3-8-7-16,0 0-12 0,-3-3-11 0,3 2-6 16,-1-3-2-16,0 0-5 0,-2-2-9 0,4-3-5 15,-2 0-3-15,0-1-9 0,-1-2 1 0,1-1 9 16,-2-2 14-16,-2-4 3 0,7 8 3 15,-7-8 0-15,11-2-19 0,-11 2 1 0,15-9-6 0,-8 2-1 16,2-3-9-16,-2 2-1 0,2-4-7 0,1-1-4 16,1-3-3-16,-1 0-13 0,5-6 4 0,-1 0-4 15,2-1-16-15,-2 3-25 0,2-2-15 0,-5 6-18 16,1 2-21-16,0-2-30 0,-3 3-32 0,-4 5-36 16,1-1-34-16,-2 3-49 0,0 0-48 0,1 5-24 15,-5 1-198-15,0 0-547 0,0 0 242 0</inkml:trace>
  <inkml:trace contextRef="#ctx0" brushRef="#br0" timeOffset="77439.25">15086 8058 137 0,'0'0'205'16,"13"-4"2"-16,0 2-1 0,-4 0-10 0,2-3-4 16,3 1-1-16,1-2-18 0,2-4-8 0,-2 3-16 15,5-2-3-15,-5 0-14 0,2 1-6 0,-1-2-3 16,-6 2 1-16,-1 1-14 0,4-8-3 0,-3 4-9 15,-3-1-6-15,-3 2 4 0,2 2 7 0,-2-4-7 16,-4 5-15-16,0-1-5 0,0 8 1 0,-8-13-5 16,6 7-9-16,-4 1 0 0,1 1-9 0,-4 3-9 15,-5 3-6-15,1 4 11 0,-5 2 3 0,-7 4 11 16,1 1-10-16,1 4-5 0,1-1-12 0,1 2 12 16,8-5-1-16,0 0-5 0,4 1-8 0,1-1-3 15,3 2-2-15,4-5 9 0,2 4-8 0,7 1-8 16,2-2 5-16,7-1-20 0,8-4-20 0,7 2-35 15,3-2-45-15,0-3-57 0,1 1-64 0,4-4-75 16,-5 2-73-16,-1-1-182 0,0-2-587 0,-3-1 259 16</inkml:trace>
  <inkml:trace contextRef="#ctx0" brushRef="#br0" timeOffset="77940.89">16144 8091 36 0,'5'-6'212'0,"4"-2"-8"15,0 1-5-15,0 0-10 0,1-2-19 0,3 1-8 16,4-1-12-16,-3 0-9 0,1-4-11 0,2 4 9 16,-1-2-16-16,-2 2-5 0,2-3-6 0,-2 5-4 15,-1-5-7-15,-1 3-4 0,-3 0-3 0,-2 0-5 16,0 0-1-16,0 2-3 0,-2-2-3 0,-2 3 14 15,-1 1 1-15,-2 5 3 0,1-13-7 0,-1 13-1 16,0-8-18-16,0 8-12 0,0 0-4 0,-5-11-6 16,5 11-8-16,-11-2-7 0,11 2-6 0,-21 11-4 15,3-2-3-15,3 5-1 0,-5 3-7 0,3 3 5 16,-1 2-3-16,-1 1-3 0,6-2 2 0,4-2 0 16,3-1-3-16,0-2-1 0,3 3-3 0,4-1-2 15,3 0 1-15,1-3 5 0,3 2-3 0,3-4-1 16,4 0-14-16,7 0-8 0,4-2-34 0,2-3-19 15,1 0-30-15,2-4-30 0,-2 0-37 0,1-3-58 16,-2 1-34-16,-8-4-238 0,-2-1-532 0,0-3 235 16</inkml:trace>
  <inkml:trace contextRef="#ctx0" brushRef="#br0" timeOffset="78153.53">16631 7828 4 0,'1'-9'280'15,"-1"2"-9"-15,2 1-5 0,-2 6-13 0,1-10-18 16,-1 10-24-16,3-8-26 0,-3 8-21 0,0 0-19 16,0 0-10-16,0 0-12 0,0 0-2 0,-6 34-3 15,4-15-7-15,-1 1-11 0,1 5-10 0,-2 4-7 16,3-2-4-16,-2-1-11 0,-1 2-7 0,2-1-3 16,1-2-16-16,1-5-27 0,-2 7-27 0,0-8-35 15,-2 0-34-15,1-1-54 0,1-1-42 0,-1 0-58 16,0-3-188-16,0-3-456 0,-2 1 202 0</inkml:trace>
  <inkml:trace contextRef="#ctx0" brushRef="#br0" timeOffset="78406.64">16648 8242 77 0,'11'-6'194'0,"3"-2"2"16,4-2-7-16,4-5 5 0,-4 4-11 16,7 0-5-16,-7 0-6 0,2 0-7 0,-3-1-7 15,-2 0-12-15,4 0-4 0,2-5-7 0,-5 6-7 16,0-3-7-16,-2 0 2 0,2 1-9 0,-6-3-11 0,-1 2-6 15,-3 0 0-15,2-1 2 0,-8 6-2 16,1-3 5-16,-1 5-15 0,0 7-7 0,-5-13-5 16,-4 7-9-16,3 4-9 0,-6 2 0 0,-4 2-7 15,-4 6-2-15,-4 3-8 0,1 3-4 0,-2 1 2 0,4 3-3 16,5-5-9-16,-2 6-1 0,9-4-2 16,1-2-6-16,3 3-28 0,1-3-19 0,4-1-17 15,3 4-26-15,4-2-28 0,1-1-38 0,5 0-60 16,2-1-53-16,4-3-53 0,8 4-165 0,0-5-507 15,2-3 225-15</inkml:trace>
  <inkml:trace contextRef="#ctx0" brushRef="#br0" timeOffset="79154.47">17145 8054 11 0,'0'0'276'0,"0"0"-23"0,0-10-30 16,0 10-18-16,0 0-14 0,0 0-2 0,0 0-11 15,0 0-12-15,2 29-12 0,-3-16-9 16,0-2 1-16,1 7-16 0,1-2-6 0,-3-2-10 16,2 1-6-16,0-2-13 0,-2-3-7 0,2 0-11 0,0 0-5 15,2-3-5-15,-2-7-8 0,-2 12-2 16,2-12 2-16,0 7 16 0,0-7 16 0,0 9 14 16,0-9 10-16,0 0-3 0,0 0-12 0,0 0-20 15,0 0 8-15,0 0-11 0,0 0-14 0,0 0-4 16,-2-28-19-16,2 18 2 0,2 0-2 0,1-3 0 0,2-3-11 15,1 0-11-15,5-7-5 0,3 0-9 16,-1-2-1-16,3 2 8 0,0-1-21 0,4 1 4 16,-2 3 4-16,-2 1-8 0,1 6 7 0,-5 3-8 15,-1 3-4-15,-2-1-7 0,0 3 9 0,-1 2-2 0,-2 3 0 16,-6 0-2-16,18 6 7 0,-10 2-1 0,2 2-2 16,-5 1-1-16,3 2 5 0,-3 1 2 0,0 0 2 15,1 1 2-15,-2-3-3 0,1-1 3 16,-1-2-4-16,0 3 4 0,1-5-6 0,-2 0 9 15,-2-1-3-15,-1-6 8 0,2 12 0 0,2-8-3 0,-4-4 15 16,1 7-7-16,-1-7-4 0,0 0-17 0,4 6 16 16,-4-6 12-16,0 0-8 0,0 0-2 0,0 0-1 15,0 0 0-15,12-10 2 0,-8 4-8 0,1 1-2 16,0-3-10-16,1 1 5 0,1-2-2 0,-1-2-7 16,5-3 1-16,0 1-8 0,-2 1 2 0,2-3-1 15,-2 8 0-15,-1-1-4 0,-1 0 1 0,2 2 5 16,-2 2-2-16,0 1-5 0,-7 3 2 0,12 0 1 15,-5 4 2-15,0 0 3 0,1 1 1 16,-3 3 2-16,2 1 2 0,0 0-1 0,-2 1 4 0,3-1 0 16,-2 3 4-16,4 2 2 0,-1-7 3 0,4 5 4 15,4-4 8-15,0 1 1 0,1-1 6 0,9-3 3 16,-4 0-10-16,6-4-1 0,-8 0 2 0,2-2 0 16,-3 0 2-16,1-3-4 0,-1 0 1 0,-2-1-5 15,-1-1 0-15,-4 1 15 0,-2-1-14 0,-2-2 4 16,1-2 2-16,-3 1-9 0,-3-1 8 0,-1 0-5 15,-3-2-3-15,0-1-1 0,-1 2-1 0,-1 0 4 16,-1 1-8-16,-1 1-2 0,-2 3 0 0,-2-2 1 16,0 3-4-16,-2 4 0 0,-3 2-1 0,-2 4 3 15,-1 4 1-15,-1 2-1 0,-5 5-2 0,-2 2 0 16,11-4 4-16,-1 2-1 0,2 0 2 0,1 0 0 16,2 0-9-16,5 1-21 0,3-5-26 0,1 0-39 15,3 0-39-15,2 0-53 0,3-4-58 0,1 1-50 16,2 0-176-16,7 0-513 0,-3-2 228 0</inkml:trace>
  <inkml:trace contextRef="#ctx0" brushRef="#br0" timeOffset="79520.2">18107 8038 181 0,'4'-3'256'15,"-4"3"-19"-15,0 0-26 0,4-7-10 0,-4 7-2 16,0 0-7-16,0 0-11 0,4 17-10 0,-3-8-7 15,-1 1-10-15,0 0-15 0,0 2-7 0,0-2-10 16,-1 1-7-16,1 0-13 0,0 0-10 0,0-2-9 0,-3 1-3 16,2-3-10-16,1-7-2 0,1 9-8 15,-1-9 0-15,-1 9-2 0,1-9 5 0,0 0 3 16,0 9 6-16,0-9-3 0,0 0-2 0,0 0-7 16,0 0-9-16,0 0-1 0,0 0-11 0,0 0-7 15,0 0 4-15,0-28-8 0,4 19-6 0,2-1 1 16,-1-2 0-16,3-2-18 0,1-4-10 0,4 3 5 15,2-4-6-15,-2 4 0 0,0 2-1 0,-1-1-1 16,1 5 3-16,-3 2-3 0,-1 0-4 0,0 2-1 16,-2 2 1-16,-1 1-1 0,-6 2-3 0,14 4 10 15,-9 0-3-15,0 2-2 0,2 2 3 0,-5 2 1 16,2-1-2-16,-1 3 2 0,-2 0 0 0,1 2 0 16,-4-1 4-16,2-1-11 0,0-1-29 0,0 3-33 15,-1-2-32-15,1 0-50 0,-2-2-57 0,4-3-63 16,-2 1-216-16,1-1-533 0,-1-7 237 0</inkml:trace>
  <inkml:trace contextRef="#ctx0" brushRef="#br0" timeOffset="79771.14">18535 7928 1898 0,'5'-28'30'0,"-2"2"95"0,-2 7-52 0,1 1 39 15,0 3 16-15,-2 1-2 0,-1 5-1 0,2-2 5 16,-1 2-20-16,0 9-1 0,0-9-18 15,0 9-12-15,0 0-10 0,0 0-6 0,0 0-5 16,0 0 6-16,-5 33-1 0,1-13 4 0,-1 8-1 0,2 0-10 16,0-1 1-16,-4 2 3 0,4 1-9 15,-1-3-9-15,1 0-3 0,-1-2-2 0,0-1 0 16,3 1-6-16,0-5-1 0,0-2 1 0,1 2-8 16,0-3-3-16,0-2-43 0,-2-3-30 0,0 0-35 15,3 0-38-15,-2 0-41 0,-3-4-58 0,3 1-58 0,-2-3-240 16,3-6-566-16,-6 9 250 0</inkml:trace>
  <inkml:trace contextRef="#ctx0" brushRef="#br0" timeOffset="79953.57">18387 7936 141 0,'7'-3'204'0,"3"-3"-17"15,0 3-16-15,10-2-16 0,-2 1-14 0,4 2-13 16,7 0-14-16,1 2-17 0,0-2-45 0,2 5-60 16,-1 0-71-16,-3 6-139 0,0-1-235 0,-2 1 105 15</inkml:trace>
  <inkml:trace contextRef="#ctx0" brushRef="#br0" timeOffset="80369.89">18636 8241 1990 0,'-3'5'90'0,"-3"0"-31"0,2-1-33 0,4-4 9 16,0 0 8-16,-3 4 17 0,3-4 4 0,0 0-4 16,0 0 2-16,0 0 5 0,0 0 8 0,0 0-4 0,29-15-5 15,-15 7-3-15,4 1-3 0,0-2-3 0,1-1 0 16,0 1-2-16,4-2-5 0,-5-2-3 0,5-3-1 16,-2-2-5-16,-2-1 3 0,-2 1-11 0,-4 2 4 15,-1 0-4-15,-3 0 2 0,0 3-1 0,-3-3 7 16,-3 5 3-16,-1-1-5 0,-2 1 3 0,0 2-4 15,0 9-3-15,-5-13-6 0,3 7-5 0,2 6-2 16,-12-4-2-16,12 4-5 0,-14 2 0 0,0 1-2 16,4 0-7-16,1 0 0 0,1 5 0 15,-1 0-3-15,4 2 0 0,1-1-3 0,2 1-1 0,1 0-5 16,1 0 1-16,2 1 2 0,1 0-13 0,2 1 12 16,5 1-2-16,0 1-2 0,2-1 3 0,-3-3 3 15,1 2 0-15,1 0-4 0,1 1 3 0,-4-3 0 16,-1-1 2-16,0 0-3 0,1 2-1 0,-1-1 6 15,-3 0-2-15,1 0-4 0,-1-3 2 0,-3 3 0 16,2-5 5-16,-5 2 0 0,2-7-3 0,-7 13 3 16,3-6-4-16,-3-1-15 0,2-2-9 0,-5 1-10 0,0-1-5 15,0 0-14-15,-3-2-23 0,1 1-21 0,1-3-43 16,-5-2-47-16,0-1-41 0,3 1-247 0,-2-5-517 16,-3-1 229-16</inkml:trace>
  <inkml:trace contextRef="#ctx0" brushRef="#br0" timeOffset="84693.26">19687 7918 87 0,'-1'-9'203'0,"1"9"-20"15,0 0-1-15,-6-10-6 0,6 10-16 0,-5-6-12 0,5 6-9 16,-7-3-15-16,7 3-8 0,-10-4-7 0,10 4-12 15,-11 0-9-15,11 0-6 0,-16 4-5 16,7 3-2-16,-2 2-4 0,-3 2-2 0,3 1-3 16,-4 2-9-16,3-1 2 0,2 2-7 0,-2 1-6 0,2 1-2 15,1-1-6-15,3-1 1 0,-1 2-6 16,1-1-1-16,2 1-5 0,4-6-3 0,1 3-2 0,2-4-1 16,1 6-4-16,0-5 1 0,6 2-3 0,-2-3 6 15,1-1-8-15,7 2 2 0,1-1-13 0,-1-3-11 16,2 0-22-16,1-2-9 0,-1 1-18 0,2-2-30 15,-3-2-25-15,0-1-22 0,1-1-19 16,0-3-11-16,-5 2-17 0,-2-3-130 0,2 2-338 16,-2-5 149-16</inkml:trace>
  <inkml:trace contextRef="#ctx0" brushRef="#br0" timeOffset="85725.99">19931 8015 4 0,'0'0'176'0,"0"-9"-5"16,0 9 1-16,0 0 4 0,0 0-14 0,0-11-7 15,0 11-13-15,0 0-8 0,0 0-6 0,0 0-2 16,0 0 11-16,-22 13-4 0,13-2-5 0,-1 1-2 16,-1 2-10-16,0 1-12 0,1-1-10 0,2-1-8 15,-2 3-8-15,5-5-5 0,1 0-2 0,2 2-12 16,0-2 0-16,1 1-9 0,2 0-5 0,1-3 3 16,0 1-10-16,2 1 1 0,3-4-6 0,1 2 1 15,3-2-3-15,0 0-3 0,6-1-5 0,-1-1 2 16,1-1-4-16,1-2 0 0,0-2-12 0,-7 0-8 15,10-1-3-15,-10-1-8 0,2-3-5 0,-1 1 4 16,-2-2-11-16,-1 0-1 0,-3-2-3 0,2 0-1 16,-2-2 1-16,-2 0-2 0,0-2-3 0,-3 1 0 15,-1-7 3-15,0 7 7 0,-3-5-4 0,1 3 6 16,-4 1 0-16,2 2 1 0,-3 0 1 0,0-2 1 16,-1 4-3-16,-2-1 6 0,0 3 4 0,2-1 6 15,-3 0-1-15,1 1 2 0,1 2 3 0,1-1 0 16,1 1-4-16,1 1 4 0,6 3 0 0,-9-4-3 15,9 4 1-15,-9-6-1 0,9 6-5 0,0 0-6 16,0 0 5-16,0 0-1 0,0 0 1 0,0 0 0 16,0 0 2-16,0 0 0 0,31-3 4 0,-17 3-1 15,-1-1-2-15,0 1 7 0,4-1-5 0,-3 1-2 16,-2 1 2-16,0 0 0 0,-1-1-3 0,-1 0 2 16,0 6 0-16,-4-5-4 0,1 2 4 0,2 0 0 15,-3 2 1-15,3 2 3 0,-2-1 5 0,-1 5 4 16,0-2 7-16,2 1 7 0,-2 0 3 0,1 0 7 15,-3 3 1-15,0-3 2 0,-1 3-5 0,2-1 3 16,0-2-8-16,-2-1 2 0,0 2-2 0,-1-3 1 16,-1 2-3-16,2-2 2 0,1 1-5 0,-2-5 0 15,0 2-3-15,-2-6 4 0,0 9-2 0,0-9-6 16,5 4 2-16,-5-4 10 0,0 0 11 0,0 0 8 16,1 8-3-16,-1-8-1 0,0 0-6 0,0 0-1 15,0 0-3-15,0 0-4 0,0 0-2 0,0 0-3 16,-4-27 0-16,4 27-4 0,4-17-4 0,-4 4-5 0,5-2-10 15,0-2-7-15,2 1 1 0,-1-4-3 16,2 1 0-16,-2 3-3 0,1 0 1 0,3 1-4 16,0 3 3-16,-4 1 7 0,2 2-4 0,0 3-4 15,1-1 2-15,-4 3 3 0,4-1-7 0,-4 3 5 0,-5 2-2 16,11 0 0-16,-11 0 1 0,12 6 2 0,-7-2-1 16,0 5 3-16,0 0 2 0,-2 0-3 15,-1 2 4-15,1-1 1 0,1 3 2 0,-2-4-4 16,-1 1 1-16,3 3 2 0,-4-4 1 0,2 1 4 15,-1-3-6-15,0 0 7 0,2 0 1 0,-3-7-4 0,6 9-2 16,-1-4 5-16,-1-1-1 0,-4-4 2 0,9 3 0 16,-9-3 2-16,14 0 0 0,-6-2 0 15,2 0-2-15,-1-4-1 0,2 1-2 0,0-1 4 16,-2-2 1-16,-2-1-3 0,2-3 2 0,1 0 0 16,-1-3-2-16,0 1-2 0,-2-5 0 0,-1 3 2 0,2-2-7 15,-6 1 3-15,3 1-7 0,-2 5 4 16,0-1-1-16,-3 1 2 0,1 2 0 0,-1 2 1 15,0 7-2-15,0-11-1 0,0 11-3 0,0 0 0 16,0 0 0-16,-9-2 1 0,9 2 1 0,-14 11-2 0,5-2 3 16,1 3-1-16,2-2 2 0,-3 1-1 0,4-1-1 15,1 3 5-15,0 0-5 0,4 2 1 16,0-3 3-16,1 0-3 0,3 0 6 0,1 0-4 16,3 2 2-16,-2-4-2 0,5 4-1 0,-4-4 1 15,1 0 0-15,2 1 2 0,-2-2-3 0,-2 1 2 0,3-3-1 16,-3 0 1-16,-2 2 0 0,0-4 2 0,-3 2-2 15,-1-7-5-15,0 13-4 0,-1-6-7 16,1-7-1-16,-13 11-6 0,3-6-8 0,1 1-13 16,-2 0-15-16,-1-2-16 0,-2-2-21 0,1 2-24 0,3-3-28 15,2-1-20-15,8 0-36 0,-16-1-165 0,10-2-402 16,6 3 179-16</inkml:trace>
  <inkml:trace contextRef="#ctx0" brushRef="#br0" timeOffset="86021.14">20708 8015 62 0,'5'-6'241'0,"-1"1"-11"0,-2 0-12 15,-2 5-15-15,8-12-5 0,-5 9-17 0,-3 3-14 16,5-7-10-16,-5 7-13 0,2-6-18 0,-2 6-12 16,0 0-16-16,0 0-11 0,7-4-9 0,-7 4-5 15,0 0-2-15,0 0-2 0,11 11 2 0,-9-7 4 16,-1 4 2-16,-1-8 6 0,1 13 3 0,0-3-6 15,-1-1 2-15,0 1-13 0,3-1 0 0,-3 0 5 16,0 1-1-16,-1-2-6 0,2 3-5 0,-2-3-6 16,1 4-2-16,0-1 3 0,0-2-8 0,1 1 1 15,-2-1-17-15,2 1 1 0,-2-1-4 0,1 1-10 16,-2-3-25-16,2-7-22 0,0 13-22 0,2-8-23 16,-2-5-26-16,-3 14-34 0,3-14-42 0,0 9-51 15,0-9-34-15,0 7-213 0,0-7-510 0,0 0 226 16</inkml:trace>
  <inkml:trace contextRef="#ctx0" brushRef="#br0" timeOffset="86321.17">20744 8103 184 0,'0'0'204'0,"0"0"-23"0,0 0-14 0,0 0-8 15,0 0-10-15,0 0-7 0,30-10-18 0,-21 7-15 16,3 0-13-16,-1 2-8 0,1 0-6 0,1-1-9 15,-1 2-8-15,-1-2-15 0,1 2-22 0,0 0-28 16,-2 0-37-16,2 0-39 0,-1 0-29 0,1 0-36 16,-1 0-116-16,-3 0-279 0,-8 0 123 0</inkml:trace>
  <inkml:trace contextRef="#ctx0" brushRef="#br0" timeOffset="86572.35">21059 7986 33 0,'-2'-9'236'0,"2"9"3"16,-3-7-8-16,3 7-8 0,0 0-12 0,-2-9-22 15,2 9-19-15,0 0-20 0,0 0-11 0,0 0 2 16,0 0 2-16,0 0-7 0,-5 28-1 0,1-13-11 16,0-4-5-16,1 5-5 0,2 0-11 0,-1-2-9 15,-1 5 0-15,0-4-18 0,2-1-2 0,-1-3-12 16,2 5-8-16,-2-3-14 0,0-1-24 0,-2 3-31 15,3-3-36-15,-2-1-30 0,2-1-34 0,1-10-57 16,1 15-44-16,-2-10-234 0,1-5-487 0,0 0 216 16</inkml:trace>
  <inkml:trace contextRef="#ctx0" brushRef="#br0" timeOffset="86713.73">20999 7863 64 0,'0'0'29'0,"0"0"-45"0,0 0-17 0,0 0 8 16</inkml:trace>
  <inkml:trace contextRef="#ctx0" brushRef="#br0" timeOffset="86970.49">21218 7816 139 0,'0'0'231'0,"0"0"-26"0,0 0-20 16,0 0 0-16,0 0 2 0,0 0 10 0,-8 30 2 16,6-11-6-16,-1 9-8 0,-2 0-11 0,3 3-7 15,-1-1-15-15,0-1-16 0,1 1-9 0,-2-6-13 16,-1 2-10-16,1-1-9 0,-4 0-3 0,5-6-7 15,-3 4-17-15,4-5 0 0,-3 1-13 0,3-4-24 16,1-1-32-16,-3-4-18 0,-1 2-22 0,1-1-26 16,1-2-35-16,-3-1-38 0,6-8-40 0,-3 11-28 15,3-11-36-15,0 0-152 0,-6 6-428 0,6-6 190 16</inkml:trace>
  <inkml:trace contextRef="#ctx0" brushRef="#br0" timeOffset="87380.49">21121 8074 61 0,'2'-4'135'0,"-2"4"-3"0,12-5 0 16,-1 1 2-16,2 3-23 0,6-1 0 15,-1 1-7-15,4 0-8 0,-2 1-4 0,1 0-14 16,-1 1-4-16,2 0-8 0,-4 1-10 0,0 1 6 16,-5 1-3-16,1-3-1 0,-5 2 2 0,-2 3 11 15,1 2 12-15,-3-3 6 0,-4 2 3 0,2 1 5 16,-3 2 10-16,0-1 6 0,-3 2-7 0,3-1-7 0,1-1-7 15,-2 1-5-15,-1 0-7 0,0-2-13 16,2 1-2-16,2 0-5 0,-2 0-12 0,1-4 0 16,-1-5-3-16,4 10-7 0,-3-5-3 0,-1-5-4 0,4 6-3 15,1-3-2-15,-5-3 1 0,9 3-5 16,-9-3 1-16,13-5-1 0,-13 5 1 0,10-5-5 16,-4 2-3-16,1-1-1 0,-1-5-2 0,1 4-1 15,-2-5-4-15,-1 1-8 0,1 0 3 0,0-2-3 0,-3 1 6 0,2 0-6 0,-1 0 0 16,-1 4 2-16,0-3 2 0,0 3 1 0,-2 6 2 15,1-9-2-15,-1 9-1 0,3-7-3 0,-3 7-4 16,0 0 0-16,0 0 6 0,0 0-7 0,0 0 3 16,0 0 1-16,-1 25-2 0,-1-16 3 0,2 0 2 15,-1 1 2-15,1 0-12 0,0 0-20 0,1 1-23 0,1 0-31 16,0-1-46-16,1-4-61 0,1 1-59 16,1 0-203-16,-5-7-487 0,7 9 216 0</inkml:trace>
  <inkml:trace contextRef="#ctx0" brushRef="#br0" timeOffset="87639.72">21652 7879 25 0,'2'-6'268'0,"-2"6"-22"0,-2-10-25 15,2 10-25-15,0 0-11 16,0 0 14-16,0 0 4 0,0 0-2 0,-2 36-11 15,-1-16-7-15,1 7-4 0,-1 0-12 16,-1 0-9-16,2-3-20 0,-1 2-12 0,2-6-8 16,-1-1-16-16,0 1-6 0,1-1-5 0,0 0-10 0,-2-2-11 15,2 1-6-15,-1-3-9 0,2-2-24 16,-1-1-28-16,1-2-27 0,0 0-29 0,-1-4-31 16,1-6-35-16,-1 11-39 0,1-11-38 0,0 8-32 15,0-8-228-15,0 0-494 0,0 0 219 0</inkml:trace>
  <inkml:trace contextRef="#ctx0" brushRef="#br0" timeOffset="87905.45">21526 8101 17 0,'0'0'129'0,"12"-5"0"16,3 4-4-16,1-5 1 0,5 4-2 0,0 0-11 0,0-1-3 15,8 0-1-15,1 0-11 0,-3 0 0 0,-6 0-2 16,1 1 1-16,-3 1-5 0,0-1-2 15,-2 1-8-15,-6 1-5 0,0 0-5 0,-3-1-1 16,-8 1-6-16,15 0 2 0,-15 0-5 0,9 0 7 0,-9 0 9 16,6 4 13-16,-3 0 10 0,2 1 8 0,-5-5-1 15,3 11-13-15,-1-1-3 0,-1-2-10 0,-1 2-2 16,-1-1-9-16,-1 3-8 0,2-1-7 0,-1 1-3 16,1-1-9-16,-1 1-25 0,-2-3-23 0,1 1-20 15,4 1-34-15,-4-3-33 0,2-8-53 0,0 15-59 16,0-8-59-16,0-7-151 0,0 0-446 0,-5 12 197 15</inkml:trace>
  <inkml:trace contextRef="#ctx0" brushRef="#br0" timeOffset="88070.19">21890 7847 102 0,'0'0'139'0,"0"0"-39"16,0 0-39-16,3 37-61 0,-1-21-67 0,0 3-74 16,3 8 33-16</inkml:trace>
  <inkml:trace contextRef="#ctx0" brushRef="#br0" timeOffset="88320.13">21995 8195 95 0,'3'-5'238'0,"0"-2"-4"0,2 2-10 0,0-3-13 16,2-1-11-16,1 0-11 0,2 0-11 0,-1 2-13 15,0 0-15-15,2 2-7 0,1 0-19 0,-1 0-7 16,-1 2-16-16,2 2-10 0,-4 1-8 0,1 1-8 16,-2 3-8-16,-2-1-3 0,2 2-9 0,-3 4 10 15,-2-3-3-15,0 5-3 0,-2-1-6 0,-2 2-2 16,1 4-5-16,0-4-5 0,-3-1-13 0,2-1-25 15,-1 1-31-15,-3-1-28 0,3-1-41 0,-2-1-63 16,3-1-65-16,-1 0-216 0,3-7-478 0,0 0 211 16</inkml:trace>
  <inkml:trace contextRef="#ctx0" brushRef="#br0" timeOffset="88873.14">22350 8071 21 0,'-2'-6'256'16,"-5"1"-7"-16,0 1-9 0,-5-1-11 0,-1 2-5 16,1 3-10-16,-1 3-13 0,-8 2-17 0,5 0-11 15,-1 1-15-15,3 3-14 0,-1 1-10 0,6-1-14 16,-1-1-13-16,2 0-13 0,3-1-2 0,1 3-10 16,1 0-9-16,2-5-7 0,1-5-8 0,5 14-7 15,4-10-3-15,1 3-8 0,4-2-9 0,3-4-6 16,5 1-6-16,-1-1-5 0,-3-1-2 0,0 0 0 15,-5-1-2-15,2-1 3 0,-3-1-4 0,1-1 1 16,-3-3 0-16,-1 2-3 0,1 1 0 0,-4-4 1 16,0 3-1-16,-1 0 0 0,-1-2-5 0,1 3 10 15,-5 4-6-15,7-7 7 0,-3 5-5 0,-4 2-3 16,0 0-2-16,7-4 0 0,-7 4 0 0,0 0 1 16,1 14 4-16,-4-2 19 0,1 5 10 0,-1 10 13 15,-2 4 9-15,0 5 9 0,-4 10-2 0,3 9 17 16,-1 1-7-16,-3 2 13 0,1-2-6 0,1 1 2 15,-1-2-4-15,-1 1-15 0,1-6 7 0,0-1 0 16,-1 2-4-16,2-5 1 0,2-16-7 0,0 3-4 16,-3-3 2-16,2-1-10 0,2-3 3 0,-3-8-11 15,2 0 4-15,-4-1-13 0,0-4 1 0,-1-5-5 16,-3-2 9-16,1-2-11 0,-4-2-12 0,0 0 5 16,2-4 2-16,-6-4-1 0,-2-8-8 0,-2 0-16 15,2-4-9-15,5-4 8 0,-1-2-7 0,3-3-4 0,5-5-19 16,3-3 10-16,4-11-12 0,8-2-6 15,8 0-12-15,8-1-2 0,7 3-12 0,5-1 7 16,6 4-17-16,6 1-5 0,-4 3 6 0,5 2 3 16,4 5-3-16,-6 3-7 0,3 4-5 0,-13 10-11 15,3-1-11-15,10-1-16 0,-14 6-15 0,-2 0-29 0,4 2-36 16,-4 2-45-16,0 1-29 0,-3 2-216 16,-9-1-538-16,0 0 238 0</inkml:trace>
  <inkml:trace contextRef="#ctx0" brushRef="#br0" timeOffset="88996.43">22827 8283 13 0,'0'0'208'0,"0"0"-9"0,0 0-14 15,0 0-17-15,0 0-15 0,0 0-18 16,0 0-13-16,0 0-31 0,0 0-45 0,0 0-51 16,0 0-49-16,0 0-70 0,0 0-66 0,0 0-206 0,0 0 92 15</inkml:trace>
  <inkml:trace contextRef="#ctx0" brushRef="#br0" timeOffset="91906.07">4883 8604 137 0,'-5'-11'167'16,"2"1"27"-16,2-2 0 0,-2-1-16 0,1-2-16 15,-2-1-17-15,3 4 4 0,-2 1 2 0,0 0 0 0,1 1-3 16,1 4-4-16,-1-3-9 0,2 9-9 15,-3-9-18-15,3 9-12 0,-3-7-16 0,3 7-5 16,0 0-8-16,0 0-9 0,0 0 16 0,-4 35-3 16,3-8 0-16,-2 4-1 0,-1 1-3 0,-1 2 16 0,0 2-4 15,-2-1-5-15,2 1-6 0,-1-3-10 16,0 0-2-16,2-4-4 0,-1-1 3 0,4-2-21 16,-3-2 1-16,1-5-22 0,1-1-24 0,-1 0-25 15,1-6-15-15,-1 1-27 0,-1-1-34 0,2-1-35 0,-1-1-36 16,3-4-41-16,-2 0-14 0,2-6-187 0,-7 6-459 15,7-6 204-15</inkml:trace>
  <inkml:trace contextRef="#ctx0" brushRef="#br0" timeOffset="92506.22">4842 8661 32 0,'10'-9'131'0,"5"2"-11"16,-3 1-13-16,7-1-10 0,-4-2-10 0,2 4-9 15,-5 0-14-15,0-2 5 0,0 4-11 0,1-3 2 16,-3 0-7-16,-1 1-3 0,-3 2-5 0,2 1 4 16,-3-4-1-16,-5 6 11 0,10-8 10 0,-7 2-1 15,1 1-3-15,-1-2-4 0,0 0-2 0,-1 1 5 16,-2 6 5-16,0-14 5 0,2 9 3 0,-2 5-1 16,0-13-6-16,0 13-8 0,2-8-5 0,-2 8-10 15,0 0-9-15,0 0-5 0,0 0-4 0,0 0-1 16,0 0-5-16,4 29 1 0,-4-9-4 0,-2 8-1 15,0 2 3-15,0 0-4 0,-3 2-1 0,-2 2-2 16,2-2 3-16,0-3-6 0,0 1-1 0,1-3-1 16,0-3-1-16,2-7 2 0,2 3 1 0,-4-4-2 15,3-4-4-15,1-2 2 0,-3 0 0 0,3-3-1 16,0-7 3-16,-2 11 0 0,2-11 0 0,-2 7 5 16,2-7-1-16,0 0 2 0,0 0-2 0,0 0-1 15,0 0 3-15,0 0-6 0,0 0 0 0,0 0-4 16,0 0 2-16,15-18-2 0,-9 14-3 0,-1 1 1 15,3 2-3-15,-8 1 0 0,15-2-1 0,-5 4-3 16,3-2 6-16,0 1-1 0,-2 1-1 0,3 1 1 16,3-2 2-16,2 2 3 0,-2-1-2 0,2 0-1 15,2-2 2-15,-3-3-2 0,1 0 1 0,1 1 0 16,-1-2-1-16,0-1 0 0,-1-1 0 0,-4 3 6 16,0-6-4-16,-1 5 3 0,-3-4 9 0,-2 1-3 15,-1 1 5-15,0-2-2 0,-3 0 3 0,-2 0-7 16,2-1 2-16,-3 0-9 0,-1 0 4 0,-1-1-2 15,-3-1-1-15,2 3 1 0,-2-1-4 0,0 0-1 16,-1 4 2-16,-2 2-6 0,7 3-4 0,-10-5 1 16,10 5-2-16,-19 9 3 0,9 0 2 0,-3 4-5 15,-5 6 0-15,7-2 2 0,-2-1 1 0,5 8-18 16,2-5-21-16,2 1-23 0,3-2-40 0,2 0-38 16,4-1-37-16,1-1-50 0,2 0-131 0,4-4-389 15,2-1 173-15</inkml:trace>
  <inkml:trace contextRef="#ctx0" brushRef="#br0" timeOffset="92806.39">6037 8582 106 0,'-1'-11'291'0,"-2"1"-13"0,-1 3-10 0,3 1-20 15,1 6-23-15,-8-9-17 0,8 9-19 0,0 0-14 16,0 0-7-16,-19 17-7 0,6-2-6 0,2 11-4 16,-1 2-7-16,1 5-11 0,3 1-12 0,2-1-6 0,-3 2-8 15,4 0 9-15,0-1-4 0,1 2-12 16,1-2-25-16,2-1 6 0,-7-2-7 0,3 0-5 16,1 1 0-16,0-4-7 0,2 2-5 0,-2 0 4 15,0 1-14-15,2-5-8 0,-2-3-18 0,1-6-30 16,1-1-27-16,-1-1-28 0,-2-2-19 0,3-3-25 0,-2 0-23 15,-2 0-52-15,3-5-43 0,-1 1-40 16,-1-3-39-16,5-3-165 0,-18 2-508 0,18-2 225 0</inkml:trace>
  <inkml:trace contextRef="#ctx0" brushRef="#br0" timeOffset="93337.78">5743 9039 61 0,'13'-6'179'0,"3"-1"-3"15,3 2-2-15,0-3-5 0,1 0-8 0,8 0-7 16,-3 1-11-16,2-3-12 0,4 3-15 0,-3-3-10 0,1 1-8 16,2 0-7-16,1-1-10 0,-5 2-9 0,1-3-4 15,-10 1-10-15,1 3-4 0,-2-2-4 16,-6 2 13-16,-1 1 0 0,-1-3-3 0,2 2-6 16,-5-4-5-16,-1 4-4 0,-2 0-1 0,-2 0-1 15,0-3-8-15,-2 1 2 0,1 9 3 0,-4-15-2 0,0 10-3 16,0-3-1-16,-6 3-4 0,1 2-4 0,2 0-1 15,7 3-5-15,-19 0 4 0,8 5-9 16,1 1 2-16,-4 5-3 0,0 1-1 0,1 1 0 16,0 2-1-16,3 2-2 0,1 1 1 0,1-1-3 0,3 1 0 15,1-3-3-15,2 2 5 0,3-6-5 0,2 3 1 16,2-3 6-16,3-1-4 0,2 3-2 0,0-4 5 16,4-1-4-16,4-1 3 0,0-2-3 15,1-2 0-15,3-3-2 0,-2 0-2 0,-1 0-6 16,0-4-5-16,3 0 0 0,-1-1-3 0,-1-2 0 0,-2-2-1 15,1 0-5-15,-3 1 4 0,-1-3 1 0,-2 0 3 16,-2-3-4-16,-1 1 2 0,-1 0 0 0,0-4 1 16,-4 0 1-16,-1 1 1 0,-1 1 0 0,1 1 0 15,-6 3 3-15,4 0 3 0,-4 1 6 0,0 3 1 16,2 7 1-16,-8-10-1 0,3 7 1 0,-4 2 1 16,9 1 6-16,-18 7 0 0,7 1 4 0,-3 5 4 15,0 2-2-15,-2 4 4 0,0 1 0 0,7-3-1 16,-2-2 0-16,6 1 0 0,-2 0 0 0,4-3-6 15,4 0-2-15,2 3-4 0,2-5 3 0,0 0 0 16,2-1-22-16,4 1-25 0,0-2-31 0,5-2-41 16,2 0-48-16,0-2-49 0,5-1-53 0,-3-2-149 15,-1-3-439-15,3 0 194 0</inkml:trace>
  <inkml:trace contextRef="#ctx0" brushRef="#br0" timeOffset="93756.11">6740 8848 114 0,'-4'-7'236'16,"-1"2"-1"-16,-4-2-5 0,2 6-7 0,1-3-3 16,-4 2-13-16,-3 2-4 0,1 3-16 0,-5 3-17 15,0 2-10-15,0 4-13 0,-6 4-10 0,4 0-14 16,-1 0-7-16,7-2-14 0,0 0-8 0,2 0-12 16,-1-3-8-16,6 1-7 0,2 1 1 0,1-3-14 15,2 0-8-15,0-3 1 0,2 2-8 0,2-3 1 16,1 1-8-16,-1-2 2 0,9 0 0 0,-3-1 1 15,1-3-18-15,5 0-10 0,-3-2-9 0,1-1-3 16,-2-2-4-16,2 0 2 0,2-3-3 0,-4 0-1 16,5-3 4-16,-3 0-2 0,-2-2-3 0,-3-2 1 15,0-1-1-15,-2-2 3 0,-1-2 2 0,3 2-5 16,-4-8 3-16,1 0 1 0,-1-2-2 0,0 0 1 16,-1-1 2-16,-1 0 2 0,-2 0 5 0,1-1 0 15,3 11 5-15,-3-3 10 0,1 5 16 0,-2 3-1 16,0 1 2-16,0 6 7 0,2-2-8 0,-2 8-1 15,0-9-12-15,0 9-2 0,0 0-6 0,0 0 6 16,0 0-9-16,0 0-2 0,-2 31 6 0,0-6-2 16,-2 3-4-16,0 0 3 0,2 2 2 0,-2 3-1 15,-1-1-2-15,2-5-23 0,2 2-25 0,0-3-18 16,-3 2-22-16,1-2-26 0,5-1-62 0,-4-7-51 16,2-1-58-16,2 1-186 0,-1-5-503 0,1-1 223 15</inkml:trace>
  <inkml:trace contextRef="#ctx0" brushRef="#br0" timeOffset="94170.05">6988 8660 37 0,'1'-11'286'0,"-1"1"-13"0,0 3-23 0,0 7-25 15,1-10-27-15,-1 10-16 0,0 0-17 0,0 0-6 16,0 0 2-16,7 34-4 0,-7-9-9 0,-2 5-7 15,2 0-12-15,-2 2-12 0,-1-4-8 0,1 0-8 16,-2-2-12-16,1 1-7 0,2-9-3 0,-2 0-6 16,1-1-5-16,-2-1 2 0,2-4-7 0,0-2-2 15,1-1 1-15,0-1-8 0,1-8 1 0,-3 9-1 16,3-9-4-16,-1 8 0 0,1-8-4 0,0 0-8 16,0 0-3-16,-1 7-9 0,1-7 2 0,0 0-13 15,0 0-11-15,0 0-10 0,0 0-12 0,10-22-10 16,0 15-7-16,-1-3-6 0,5-1 1 0,3 2 2 15,-1 0-2-15,1 2 3 0,2 1 1 0,-4 1 8 16,1 4-2-16,-4 0 1 0,0 2 4 0,-1 1 3 16,-2 1 1-16,-1 1 2 0,1 1 3 0,-4-1 0 15,-2 1 4-15,-3-5 3 0,1 11 10 0,-1-11 4 16,-8 12 7-16,1-4 6 0,-1-1 0 0,-4-2-1 16,-2 1-2-16,-1-1 2 0,-4 0-1 0,2 0 7 15,-2 0-12-15,0-2-5 0,6 1-6 0,0-4-20 16,2 5-28-16,2-3-36 0,2 0-54 0,7-2-69 15,-11 0-57-15,11 0-202 0,0 0-504 0,0 0 224 16</inkml:trace>
  <inkml:trace contextRef="#ctx0" brushRef="#br0" timeOffset="94570.13">7494 8826 147 0,'-3'-4'242'15,"3"4"2"-15,-13-8-14 0,4 8-10 16,-3 1-14-16,0 2-1 0,-1 1-10 0,-3 5-12 16,-1 2-7-16,3 1-15 0,-2 2-14 0,3 1-12 15,-1-1-13-15,2 0-4 0,3 1-17 0,0-2-6 0,4-1-11 16,1-2-3-16,3 3-11 0,2-4-8 0,1 1-1 16,0-3-11-16,1 3-5 0,4-3-4 0,-3-2-2 15,5-1-1-15,1 1-6 0,3-3 2 16,-1-2-11-16,4-2-10 0,-4 2-5 0,-1-5 0 0,2 2-3 15,-3-2 0-15,-1-2-2 0,1 1 0 0,-3-2 1 16,3-1-3-16,-2-1-9 0,-2 1 2 0,-1 1 1 16,-2-3 1-16,2 0-3 0,0 0-2 0,0 2 2 15,-4 0 1-15,2 3-2 0,-1 1 3 16,-2 5 0-16,3-8-3 0,-3 8-6 0,0 0 2 0,0 0 1 16,0 0 3-16,0 0 0 0,0 0-1 0,0 0 7 15,5 23 4-15,-6-12-2 0,2 0 2 0,-1-1-1 16,1 2 1-16,-1-2-7 0,-1 2-21 0,2-2-33 15,3 1-27-15,-1-1-31 0,-1 0-48 0,6-2-47 16,-3-1-47-16,2-1-171 0,2-1-464 0,1-1 206 16</inkml:trace>
  <inkml:trace contextRef="#ctx0" brushRef="#br0" timeOffset="95005.54">7770 8810 205 0,'-8'-1'254'16,"8"1"-6"-16,-22 5-4 0,11 0 2 0,-6 5-5 16,2 0-7-16,0 4-9 0,1 0-14 0,-2 0-11 15,3-1-18-15,3 2-14 0,-1 1-11 0,4-4-7 16,2 2-31-16,0-2-5 0,5 0-7 0,0 0-11 16,1 0-6-16,3-2-8 0,1 0-9 15,4-1-11-15,7 2-28 0,-2-4-32 0,4 1-24 16,-1-7-29-16,3 2-27 0,0-1-23 0,-1-1-27 0,2-4-28 15,-2 0-19-15,-1 0-14 0,1-3-16 0,-4-1-7 16,2-3 11-16,-2 2 8 0,-1-2 20 0,-2-1 13 16,0-2 21-16,-1-3 19 0,-2 3 18 0,1-3 21 15,-4 0 19-15,2-7 27 0,-2 4 17 0,3-5 26 16,-4-3 16-16,-1 3 28 0,1-3 18 0,-1 4 10 16,-2 5 24-16,0 1 4 0,1 2 18 0,0 3 16 15,0 2 22-15,-3 4 5 0,0 6 2 0,1-10-6 16,-1 10-15-16,1-7-23 0,-1 7-11 0,0 0 1 15,0 0 18-15,0 0 5 0,7 23 2 0,-6-5 7 16,-2 6 4-16,1 2-9 0,0 1-4 0,-4 1-4 16,0 1-9-16,2 0-3 0,-5 0-24 0,2 0-4 15,0-3-6-15,0 0-10 0,1-3-7 0,1 4-8 16,1-8-8-16,-2 6-21 0,0-6-48 0,3-1-71 16,-1-3-57-16,-2 0-59 0,2-1-51 0,2-4-88 15,-2-2-330-15,2-8-721 0,-5 12 319 0</inkml:trace>
  <inkml:trace contextRef="#ctx0" brushRef="#br0" timeOffset="95322.92">8272 8757 56 0,'4'-5'267'0,"0"0"-18"0,-4 5-2 15,2-5-9-15,-2 5-6 0,0 0-7 0,0 0-19 16,-18 13-17-16,7-5-13 0,-6 3-13 0,-2 5-21 15,-4-1-15-15,8-3-10 0,-3 0-11 0,-1 0-8 16,3 1-15-16,0-4-4 0,2 1-10 0,0 1-10 16,3-3-7-16,2-1-8 0,3-3-4 0,0-1-4 15,2 0 0-15,4-3-5 0,-9 5-6 0,9-5 1 16,0 0-1-16,0 0-3 0,0 0-9 0,0 0 3 16,0 0-2-16,0 0-3 0,0 0-5 0,0 0 5 15,28 1 3-15,-22 3-8 0,3 0 5 0,1 1 0 16,-1 2-4-16,-1 0 2 0,2 2 1 0,3 3-4 15,-1 0 1-15,-3-2-26 0,-2-1-43 0,1 2-55 16,0 0-75-16,3 1-99 0,-6-5-199 0,3 1-530 16,3 3 235-16</inkml:trace>
  <inkml:trace contextRef="#ctx0" brushRef="#br0" timeOffset="95803.46">8976 8669 129 0,'3'-19'269'0,"-3"2"-14"0,1-1-7 0,0 6 0 15,-1 0-4-15,0 3-9 0,1 1-19 16,-1 8-15-16,0-13-22 0,0 7-13 0,0 6-23 15,0 0-16-15,0 0-15 0,0 0-4 0,0 0 3 0,-1 48-2 16,0-18 3-16,-7 4 7 0,2-1-25 0,-6 13-4 16,6-13-7-16,0 1-7 0,-1-1 3 0,2-1-7 15,3-2-12-15,2-1 2 0,-2-2 2 16,2-6-12-16,3-3-5 0,1 1-4 0,1-2-4 0,0-2 4 16,1-2-10-16,3-1 0 0,-1-1-1 0,1-4-9 15,2-1-26-15,5 1-21 0,-4-2-31 16,5-1-27-16,-3-1-29 0,3-3-40 0,-3-2-33 15,3-1-51-15,-1-4-45 0,-4 2-259 0,0-3-583 0,-3 1 258 16</inkml:trace>
  <inkml:trace contextRef="#ctx0" brushRef="#br0" timeOffset="96339.79">8920 8829 45 0,'-13'0'224'0,"3"-3"-16"0,3 1-13 15,7 2-14-15,-11-2-21 0,11 2-13 0,-8 0-18 16,8 0-11-16,0 0-2 0,0 0-8 0,31 3-10 16,0 0-6-16,2-3-9 0,3 0-7 0,16 0-9 15,0-2-7-15,-3 2-4 0,-12 0-9 0,3 0-11 16,-3 0-2-16,-3-1-8 0,-2 1-7 0,-2-1 3 16,-10 1-3-16,-2-2-3 0,0 0 1 0,-5 2-6 15,-2 0 1-15,-3 0 2 0,-8 0-3 0,13-1 7 16,-13 1 0-16,7-4-7 0,-7 4 10 0,0 0-2 15,0-6-1-15,0 6 3 0,0 0 5 0,-14-9 6 16,7 6 3-16,-5 2-1 0,-2 2-2 0,1 1 1 16,-3 2 6-16,-1 0-2 0,-1 4 8 0,-6 5 1 15,1 1 3-15,2 2-9 0,5-1 3 0,-1 4-1 16,-2 0-3-16,6-3-4 0,4-1-3 0,3 1-1 16,0-3-4-16,3-1-1 0,2 2 0 0,1-4-3 15,2 2-4-15,3-2 1 0,3 0-6 0,2-2 4 16,2-1-7-16,-1-3 2 0,6 2 5 0,-4-5-3 15,2 2-3-15,-2-3-5 0,5-1-7 0,-5-1-4 16,0-2 2-16,-2 1-3 0,-1-1 1 0,3-4-2 0,-4 3-2 16,1-4-3-16,1-4 3 0,-4 4 3 0,-3-2-2 15,2-3-2-15,0-2 7 0,-1 5-1 16,-1-5-6-16,-1 3 5 0,1 3-3 0,-2-1-1 16,1 3-1-16,-2 0 6 0,-1 8-3 0,3-9 0 15,-3 9 1-15,2-5-4 0,-2 5 1 0,0 0 2 0,0 0 9 16,0 0 0-16,0 25 0 0,0-14 1 0,-1 2-2 15,0 2 1-15,1 4 4 0,-3-3-3 16,3-1 4-16,-1 2-7 0,2-2-18 0,2 1-27 16,-2-4-28-16,4 0-38 0,-2-2-45 0,2 0-62 0,0-1-244 15,-4-3-498-15,-1-6 221 0</inkml:trace>
  <inkml:trace contextRef="#ctx0" brushRef="#br0" timeOffset="96706.07">9684 8951 70 0,'0'0'225'0,"5"-6"-20"16,-5 6-16-16,0 0 13 0,0 0 5 0,0 0-2 15,7 15-11-15,-7-4-8 0,0-1-15 0,0 5-13 16,0 0-2-16,0 0-14 0,-2-2-9 0,1-2-14 16,1 7-7-16,0-8-3 0,-1 0-9 15,0-1-11-15,1-1-4 0,0-8-6 0,0 10-7 0,0-10-6 16,0 11 1-16,0-11 8 0,0 0 4 0,-2 6 7 15,2-6-10-15,0 0-4 0,0 0-6 0,0 0-12 16,0 0-1-16,0 0 2 0,0 0-16 0,3-36-11 16,1 26-3-16,2-5-11 0,1-2-5 0,3 1-4 15,2-7-14-15,1 1 3 0,3 2-5 0,3 2 6 16,0-1-4-16,-5 6-5 0,0 3-2 0,3 0 5 16,-7 6 0-16,3-2-1 0,-2 3 2 0,-1 3-2 15,2 1 10-15,-2 2-11 0,-1 4 7 0,0 1-2 16,0 2 4-16,-1 0-1 0,-3 0 1 0,1 5 0 15,-2 0 4-15,-3 1-5 0,6-1 3 0,-7 2-2 16,-3-5-14-16,3 5-22 0,0-4-37 0,0 2-36 16,-2-3-53-16,0-3-62 0,6-1-78 0,-4-8-185 15,3 11-533-15,-3-11 236 0</inkml:trace>
  <inkml:trace contextRef="#ctx0" brushRef="#br0" timeOffset="96953.87">10198 8784 176 0,'0'-7'272'0,"0"7"-19"15,1-12-14-15,-1 12-29 0,0-6-20 0,0 6 10 16,0 0-12-16,0 0 7 0,0 0-6 0,2 41-2 0,-2-22-4 16,1 9-12-16,-4-3-16 0,3 2-10 0,-1 0-8 15,-2-3-11-15,1 3-9 0,-2-1-10 16,1-1-7-16,1-1-17 0,-1-5 1 0,0 5-10 15,-2 0-9-15,2-7-12 0,0 0-30 0,1-5-29 0,0 4-41 16,-1-5-41-16,-1 0-44 0,0-3-55 0,1-1-57 16,-2-2-293-16,5-5-581 0,-9 8 257 0</inkml:trace>
  <inkml:trace contextRef="#ctx0" brushRef="#br0" timeOffset="97255.15">10418 8800 49 0,'5'-5'210'0,"-1"1"-11"0,1 0-2 16,-5 4 1-16,0 0-10 0,0 0-5 0,0 0-10 15,0 0-16-15,0 0-11 0,-17 22-13 0,2-14-17 16,2 4-5-16,-1-2-17 0,-1-1-5 0,-1 1-8 16,1-1-6-16,0 1-8 0,6-4-5 0,-1 0-11 15,1-3-1-15,3 2-5 0,0-1 1 0,6-4-8 16,-9 3-2-16,4-1-9 0,5-2 1 0,0 0-6 15,-8 5-7-15,8-5-2 0,-2 7 2 0,2-7-7 16,-4 9 4-16,4-1-3 0,0-8-4 0,1 16 2 16,-1-4 0-16,3-1 0 0,2 1-1 0,0-1-3 15,3 6 7-15,2-5-3 0,1 2-1 0,1-2-17 16,3 0-23-16,1-2-31 0,1 2-54 0,9-3-52 16,1-1-59-16,-10-2-166 0,4-2-428 0,0-2 190 15</inkml:trace>
  <inkml:trace contextRef="#ctx0" brushRef="#br0" timeOffset="97381.58">10707 9106 132 0,'0'0'279'0,"6"-3"-7"16,-6 3 2-16,5-6-5 0,-5 6-1 15,0 0-11-15,5-7-23 0,-5 7-14 0,4-3-28 16,-4 3-22-16,0 0-24 0,0 0-39 0,0 0-48 16,0 0-44-16,0 0-63 0,0 0-74 0,0 0-98 0,-17-8-198 15,17 8-452-15,-21 0 201 0</inkml:trace>
  <inkml:trace contextRef="#ctx0" brushRef="#br0" timeOffset="100220.22">11250 8910 104 0,'0'0'213'0,"-1"-10"-13"0,1 2-8 15,0 8-4-15,-4-13-9 0,3 8-7 0,-2-2-16 16,3 7-9-16,-8-9-12 0,4 5-11 0,-2-1-11 16,6 5-7-16,-13-6-8 0,3 5-9 0,0 0-10 15,-1 3-5-15,-2 3-2 0,-4 2-8 0,-2 1-8 16,3 3-6-16,-8 4-5 0,7-1 1 0,1-2-3 16,3 4-1-16,0 0 1 0,2 0-7 0,4-1-6 15,0 3-1-15,0-3-4 0,3 0-2 0,1 1 0 0,3 0-1 16,1-5-3-16,3 1 6 0,2 0-7 15,4-2-3-15,2 0-5 0,3 1 6 0,3-3-4 16,1 1-2-16,2-3-24 0,8 1-29 0,-10 0-32 16,4-3-35-16,-3 0-49 0,1-4-44 0,-2 3-39 15,-3 2-142-15,-3-3-414 0,-2-2 184 0</inkml:trace>
  <inkml:trace contextRef="#ctx0" brushRef="#br0" timeOffset="100873.67">11354 9254 48 0,'0'0'199'0,"10"-4"0"0,-5 0-1 16,2-1-9-16,3 0-3 0,-4 0-11 15,-1 0-2-15,4-2-12 0,1 1-10 0,0-3-9 0,3-2-7 16,1 0-5-16,-1 0-11 0,-1-2-5 0,1 3-11 16,-4 1-3-16,3-4-5 0,-2-3-15 0,-1 2-2 15,1-1-9-15,-2-1-8 0,1 0-7 16,-2-2 0-16,-2 0-11 0,-1-1 0 0,-1 3-6 0,-1-2-2 15,2 0 6-15,-2 7-1 0,-2-1-2 0,1 1-3 16,-1 3-3-16,0 8 4 0,-3-13-5 0,3 13-5 16,2-9 5-16,-2 9-18 0,0-7-6 15,0 7 0-15,0 0-1 0,0 0-1 0,0 0-2 0,0 0 0 16,-13 25 0-16,6-11 0 0,0 2 8 0,0 2-6 16,2-4-2-16,0 3 0 0,3-2-4 0,-2 1 2 15,1 1-2-15,2-5 0 0,1 5 1 0,0-6 3 16,0-2-2-16,4 2 2 0,0-1-2 0,1 0 1 15,1-1 3-15,2-3-1 0,2 2-5 0,-2-2 4 16,2-1 0-16,3 0-1 0,-3-1 5 0,3-3-2 16,2 2-4-16,-2-3 14 0,1-1-13 0,3-1-1 15,0 0 9-15,-4-4-7 0,1 3 0 0,-3-2-8 16,0-2-2-16,3-2-2 0,-5 1-7 0,0 0-1 16,2-1-3-16,-4-2 3 0,1 3-2 0,0-4-1 15,-3-2 1-15,-2 4 5 0,2-2 4 0,-5 2-6 16,0 0 2-16,0 0 0 0,0 0 12 0,-4 2-8 15,2 1-1-15,2 7 5 0,-5-10-2 0,0 4 4 16,5 6-6-16,-7-7 4 0,7 7 1 0,-2-6-1 16,2 6-5-16,0 0 9 0,-4-6-8 0,4 6 1 15,0 0-1-15,0 0 6 0,0 0 0 0,0 0 1 16,0 0 5-16,20 3-3 0,-9-2-5 0,0 1 2 16,3-2 1-16,-1 0 1 0,1 3 1 0,-1-3-2 15,1 0 2-15,-1 4-3 0,-2-3 1 0,1 2-2 0,-4 2 0 16,1 0 2-16,-1-2 1 0,-2 5-3 15,1-2 8-15,-3-1 10 0,0 3-1 0,-1 2-1 16,2 1-1-16,-3-1 8 0,-4 4-2 0,2-3 3 16,0 4 0-16,0 1-2 0,0-5-3 0,0 6 3 0,-3-5-3 15,3 3-13-15,-2-2-14 0,0-2-14 16,2 1-24-16,-1 2-16 0,1-4-24 0,-2 2-35 16,2-1-28-16,0-4-64 0,0-7-49 0,2 13-135 15,-1-9-435-15,-1-4 192 0</inkml:trace>
  <inkml:trace contextRef="#ctx0" brushRef="#br0" timeOffset="101076.38">11558 8800 123 0,'-8'-3'183'0,"8"3"-20"0,0 0-27 16,0 0-22-16,0 0-25 0,0 0-36 0,0 0-30 16,23 15-45-16,-4-8-44 0,-2 2-67 0,10 0-144 15,-1 1 64-15</inkml:trace>
  <inkml:trace contextRef="#ctx0" brushRef="#br0" timeOffset="101390.81">12280 8965 54 0,'0'0'253'0,"0"0"-2"0,0 0-14 16,-10-9-8-16,10 9-12 0,-11-2-15 0,5 0-9 15,6 2-10-15,-20 6-15 0,8-4-11 0,-1 3-15 0,-1 3-9 16,-2 4-6-16,-4 4-6 0,5-1-9 0,1 0-13 15,1 1-1-15,0 6-7 0,6-7-13 0,0 2-3 16,2-3-9-16,2 2 0 0,1 1-9 16,4-5-7-16,1 0 2 0,2-2-13 0,4 4 1 0,-2-4-9 15,8 1-6-15,-1-3-18 0,4-2-25 0,0-1-24 16,2 1-27-16,-2-2-26 0,2-1-28 0,0-1-33 16,0-1-38-16,-2-3-21 0,-5-1-32 0,1 2-169 15,-2-3-451-15,0 1 200 0</inkml:trace>
  <inkml:trace contextRef="#ctx0" brushRef="#br0" timeOffset="102006.05">12462 9007 97 0,'-2'-10'204'0,"2"10"-1"0,0-14-7 0,-5 9-3 16,5 5-10-16,-3-7-9 0,3 7-13 0,0 0-13 16,-10-3 0-16,10 3 9 0,-13 10-1 0,5 0-6 15,-1-1-11-15,-1 7-12 0,0-3-10 0,1 2-7 16,3-1-14-16,-1 3-3 0,0-2-9 0,4 1-10 15,1-1-7-15,-2 3-4 0,6-7-7 0,0 0 0 16,0-2-6-16,2 3-9 0,4-2 2 0,0-2 0 16,1 1-9-16,3-4 0 0,-1 1-8 0,6-1 2 15,0-5-2-15,3 1-7 0,-4-2-2 0,0 1-1 16,1-4 0-16,-3 1-6 0,1-2 5 0,6-4-6 16,-6 0-3-16,1 2 0 0,-3-4-1 0,1 0-4 15,-3-2-3-15,3-1 5 0,-5-2-6 0,2-1 2 16,-2 2 2-16,0 1-3 0,-5 1 5 0,1 2 5 0,1 1 5 15,-4 1 6-15,2 2 11 0,0 0-3 16,-4 7 2-16,3-10-6 0,-3 10 0 0,4-6-12 16,-4 6 1-16,0 0-1 0,0 0-5 0,0 0 10 15,0 0-4-15,0 0 2 0,-5 34 5 0,3-19-1 16,0-2-6-16,2-2 5 0,-4 2-4 0,2-1-5 16,2 3 4-16,2-1-1 0,0-3 1 0,0 3 1 15,2-3-3-15,1-2 0 0,3 1-1 0,-1-2 2 0,2 1-5 16,0-3 7-16,4-1 2 0,3 1-3 15,1-3 1-15,-4-1-5 0,2-2 1 0,3 0-9 16,-5 0 10-16,6-4-3 0,-3-3 1 0,-1 5-2 16,-1-4 4-16,1-6-8 0,2 3 10 0,-4-4-11 0,-2 0 7 15,1 0-5-15,-2-1 6 0,-1-2-8 16,1 2-1-16,-4-2 2 0,1 0 1 0,-3 3-1 16,-2 1-3-16,0 2-1 0,-1 2 7 0,1 1 4 15,-2 7 10-15,3-12-10 0,-3 6-1 0,0 6-12 0,0 0 4 16,4-9-1-16,-4 9 4 0,0 0 4 0,0 0 12 15,-14 21 5-15,5-13-12 0,5 4 4 0,-2-1-7 16,2 1 4-16,-2 3-2 0,2-3 0 16,1 3 2-16,3-4-9 0,2 5 4 0,-1-6-1 0,1 2 2 15,0-2-3-15,2 0-24 0,2-1-23 0,-2-1-29 16,2-1-32-16,-1-3-32 0,1 3-33 16,2-4-38-16,-2 0-45 0,3 0-44 0,-2 1-243 0,-7-4-581 15,14-2 257-15</inkml:trace>
  <inkml:trace contextRef="#ctx0" brushRef="#br0" timeOffset="102158.27">13070 8847 115 0,'-9'0'160'15,"9"0"-19"-15,0 0-14 0,-9 6-23 0,9-6-33 16,0 10-42-16,0-10-47 0,0 0-47 0,7 16-46 15,-3-10-120-15,5 1 53 0</inkml:trace>
  <inkml:trace contextRef="#ctx0" brushRef="#br0" timeOffset="102439.07">13398 8833 122 0,'4'-7'220'0,"-4"7"12"0,1-12 1 16,3 8-4-16,-4 4-13 0,0-7-16 0,0 7-19 0,0 0-17 15,0 0-13-15,0 0 12 0,0 0 14 16,0 0-3-16,2 28 2 0,-4-10 4 0,-3 6 5 16,-1 3-2-16,2 0-11 0,-1-2-17 0,1-6-14 0,-1 6-14 15,0 2-8-15,1-8-13 0,2 7-2 16,-3-7-16-16,3 0-9 0,0 1-4 0,0-4-5 16,0 2-12-16,0-3 0 0,2 2-9 0,-4-5 0 15,4-2-11-15,0 2-23 0,-2-2-29 0,2 0-30 16,0-2-36-16,0-8-22 0,0 10-22 0,0-3-34 0,0-7-26 15,0 7-31-15,0-7-37 0,0 0-46 0,-4 8-239 16,4-8-581-16,0 0 257 0</inkml:trace>
  <inkml:trace contextRef="#ctx0" brushRef="#br0" timeOffset="102605.13">13149 9023 33 0,'-4'-7'223'15,"4"7"-21"-15,0 0-12 0,0 0 0 0,8-12-6 16,-1 11-13-16,7-2-13 0,3 0-20 0,4 0-10 16,8 2-15-16,5 1-13 0,1-3-18 0,3 3-40 15,-1 0-49-15,3-2-68 0,-2 0-49 16,-2 1-168-16,-2-2-315 0,-3 2 139 0</inkml:trace>
  <inkml:trace contextRef="#ctx0" brushRef="#br0" timeOffset="102753.27">13750 8993 109 0,'0'0'183'0,"0"0"-13"0,0 0-16 16,0 0-18-16,0 0-18 0,0 0-28 0,0 0-34 16,0 0-37-16,0 0-51 0,0 0-50 0,0 0-72 15,0 0-167-15,0 0 75 0</inkml:trace>
  <inkml:trace contextRef="#ctx0" brushRef="#br0" timeOffset="106887.81">13953 9071 138 0,'-4'-7'209'0,"1"1"-6"0,3 6-5 16,-6-11-3-16,3 7-18 0,3 4-17 0,-5-7-13 16,5 7-17-16,0 0-7 0,0 0-9 0,0 0-2 15,0 0-11-15,-15 19-9 0,11-10-9 0,2 3-10 16,-1 3-7-16,1 1-6 0,2-1-8 0,2 2-1 16,0-2-6-16,1-1-3 0,1-1-3 0,1-2-6 15,3 0-1-15,-1-1-5 0,3-1-1 0,-2 0-1 16,3-1-2-16,1-5-3 0,-1 1 0 0,2 0 0 15,-2-2-1-15,0 0-4 0,1-1-1 0,-1-1-1 16,-2-1-2-16,1-3-2 0,0-1 4 0,-1 2-1 16,1-3-6-16,-4-1-1 0,-1 0 2 0,3-6-1 15,-3 3 4-15,0 0-5 0,1 0 8 0,-3-1-10 16,-1 1-2-16,-2-1 3 0,4 0-2 0,-1 3-3 16,-3 0 3-16,0 8-2 0,2-10-1 0,-2 10-5 15,2-9 1-15,-2 9-1 0,0 0 1 0,0 0-2 16,0 0-1-16,0 0 3 0,0 0 2 0,0 0 0 15,8 22-1-15,-5-16 0 0,2 4 6 0,-1 1-5 16,1-1 4-16,3-1-1 0,-2 1 0 0,5 0 1 16,1-3 3-16,2 3-1 0,2-3 0 0,-4-2-3 15,5-1 6-15,6-3-4 0,0 2 4 0,-6-2-6 16,4-3 2-16,-3 0-1 0,0 1-6 0,-4 1-3 16,-1-4 2-16,-2-3 0 0,0 0 2 0,-4 3-13 15,4-4-3-15,-7-1-2 0,1-1-3 0,-2-2-4 16,0 0 0-16,-5-5 1 0,1 0 3 0,-4 1-3 15,-2-2 0-15,0 1 2 0,1 2 0 0,-1-1 4 16,-3-1 2-16,4 6 1 0,1 0 7 0,-1 0 0 16,1 5-2-16,0 0 2 0,3-1 1 0,2 7 1 15,-4-6-8-15,4 6-6 0,0 0 10 0,0 0 1 16,0 0-3-16,0 0 7 0,11-7-1 0,-11 7 1 0,22 4 2 16,-4-3 0-16,-2-1 3 0,6 2-9 0,-3-2 7 15,2 0-3-15,-2-2 1 0,1 1 1 16,-2 0-1-16,0-3 0 0,-5 3-1 0,0-3-2 15,-3 1 0-15,-1 0 0 0,0-3 3 0,0 0 0 0,-2 1 2 16,0-3 0-16,-3 2 0 0,1-2 5 0,-1-2-8 16,-2 2 7-16,1 0 3 0,-3-1 3 15,4-1 1-15,-4 2 6 0,0 0-3 0,0 8 7 16,0-13 1-16,0 13-1 0,2-8-2 0,-2 8-7 0,0 0-1 16,0 0-7-16,0 0 4 0,0 0 1 15,0 29 9-15,-2-9 1 0,-3 6 2 0,-3 6-5 0,0 1 9 16,-1-1 3-16,-3 0-6 0,2 3 4 0,2-4-4 15,-1-2 1-15,5-1 2 0,-5-5-6 0,4-5 1 16,0 0 0-16,3 0-3 0,-1-8 0 0,0 0-1 16,2-1 1-16,-1-2-6 0,0-1 2 0,2-6 3 15,-2 9-1-15,2-9 1 0,0 0 1 0,-1 8 5 16,1-8-1-16,0 0-2 0,0 0-3 0,0 0 2 16,0 0-4-16,26-14 1 0,-15 7 2 0,2-4-5 15,2 1 2-15,-1-1-6 0,2 3 3 0,-3 2 0 16,3-2-3-16,1 3 4 0,-3 1-5 0,2 1-2 15,2 1-1-15,-5 2 1 0,1-1 2 0,3 3-2 16,0 2 2-16,-6-1-2 0,1 1 1 0,1 1-1 16,-1-1-4-16,0 0 5 0,0-1 1 0,0-1-1 15,-1-1 3-15,-1 1-1 0,2-1 1 0,-3-1 2 0,0 0-1 16,1-3 0-16,0 2-1 0,1-7 0 16,-4 5 3-16,0-2-3 0,2-1 3 0,-3-1-1 15,1 0-3-15,0-1 8 0,-4 2-10 0,2-2 4 16,-2-2-3-16,-1-1 0 0,0 4 3 0,1-3 1 15,-2 2-4-15,-1 8-1 0,0-12 0 0,2 6 0 16,-2 6 2-16,0 0-7 0,0 0 3 0,0 0-3 16,0 0-2-16,0 0 7 0,0 0-2 0,-12 17 1 15,8-6 0-15,2 4-2 0,-5 0 1 0,4 0 3 0,1-2-15 16,0-2-9-16,-1 6-27 0,1 0-23 16,0-2-38-16,4-3-37 0,-2-1-38 0,2 0-34 15,-2-1-113-15,3-1-361 0,1-3 160 0</inkml:trace>
  <inkml:trace contextRef="#ctx0" brushRef="#br0" timeOffset="107054.11">15054 8926 62 0,'0'0'127'0,"0"0"-30"15,0 0-27-15,-4 20-32 0,7-10-15 0,2 1-30 16,3 0-62-16,2 1-74 0,4 2 33 0</inkml:trace>
  <inkml:trace contextRef="#ctx0" brushRef="#br0" timeOffset="107275.06">15384 9071 61 0,'-14'-16'205'0,"14"16"-5"0,-12-3 1 0,2 2-8 15,0-1-9-15,-2 2-9 0,0 1-6 0,-1 3-3 16,-2 2-8-16,0 5-12 0,-1 0-3 0,2 2 5 16,-3 1-12-16,6 0-14 0,-2 2-9 0,4 3-15 15,2-4-4-15,2 2-13 0,1-1-7 0,2 1-7 16,2-1-7-16,5-4-4 0,1 4-8 0,2-5 1 16,4 1-18-16,0-2-21 0,4 0-20 0,0-2-26 15,1-2-23-15,1-1-23 0,0-1-25 0,1-2-26 16,2-2-22-16,0-2-29 0,1 0-24 0,-2-5-10 0,-2 4-115 15,-1-4-361-15,1 0 160 0</inkml:trace>
  <inkml:trace contextRef="#ctx0" brushRef="#br0" timeOffset="107636.92">15618 8956 110 0,'2'-6'163'0,"-2"6"-18"0,2-8-12 0,-2 8 4 15,0 0 17-15,0 0 1 0,3 22-2 0,-3-3 11 16,-1 8-8-16,0-1-10 0,-3 2-7 0,1 1-2 15,0-2-7-15,1 2-5 16,0-1-8-16,-1-2 1 0,1-2-10 0,0-6-5 16,1 0-7-16,0-1-10 0,1-4-8 0,-4-2-6 15,5 0-11-15,-2-3-1 0,0 0-1 0,1-8-3 16,-1 10 13-16,1-10-14 0,-2 8 18 0,2-8-5 16,0 0-3-16,0 0-10 0,0 0 11 0,0 0-24 15,0 0 2-15,0 0-11 0,0 0-2 0,4-35-5 16,4 24-7-16,1-6 0 0,3 2-12 15,5-5-3-15,0 2-4 0,-2 5 6 0,-1 3 9 0,3 1-12 16,-3 0-3-16,0 4-1 0,-4 3-2 0,3 2-3 16,-2 1-2-16,0 2-3 0,-1 0 8 0,-1 4 0 15,-2 0 4-15,1 1-7 0,-2 3 4 0,1 0-2 16,-1 3 1-16,-1 0-2 0,0 3 6 0,0-1-21 16,-1 0-30-16,0-3-39 0,-3 4-38 0,-1-2-65 15,2 1-63-15,-2-4-258 0,1 1-555 0,1-3 245 16</inkml:trace>
  <inkml:trace contextRef="#ctx0" brushRef="#br0" timeOffset="108523.96">16538 9151 241 0,'-4'-10'236'16,"-2"-2"-3"-16,-1 5-14 0,-2-3-18 0,2 1-16 16,-4 2-14-16,-1 4-14 0,-3 0-9 0,-4 3-8 15,0 3-11-15,0 3-15 0,-6 5-8 0,-1 5-8 16,3 0-8-16,2 3-10 0,1 2-1 0,8-6-12 15,-4 7-5-15,6 1-7 0,2-5-4 0,0 5-8 16,6-6-3-16,3 0-1 0,3 1-3 0,2-3 2 16,2 0-7-16,1-2-4 0,4-1-1 0,1-3-3 15,1-1-4-15,3-2 0 0,1-2-3 0,0-1-3 16,2-3 4-16,0-2-4 0,-1-2-4 0,-1 0 3 16,0-3-2-16,0-3-1 0,-2-1 0 0,6-4-6 0,-5-3-1 15,-1-2 1-15,0-2 0 0,-3 1-3 16,0-2 6-16,-1-4-9 0,-3-3 3 0,-1 2 1 15,-1 1 1-15,2-1-4 0,-5-2 1 0,-1 0 0 16,1 0 2-16,-2 1-4 0,-2 2 5 0,3 0 2 0,0 8 2 16,-3 2 3-16,0 0 1 0,2 6 1 0,-2 2-2 15,0 1-8-15,-1 2 2 0,0 6-5 16,0 0 3-16,0 0-6 0,0 0 2 0,0 0 3 16,-2 26 0-16,-2-1 0 0,-5 3 0 0,3 3-1 0,-2 1 1 15,-1 3-3-15,0-1 2 0,3-1 4 0,1 1-4 16,2-2 6-16,0-2-5 0,2-2-2 15,2-3 5-15,2 0 1 0,1-7-3 0,1-1 4 16,1 0 0-16,2-4-7 0,-2-2 12 0,2 0-7 0,0-3 3 16,7 2 6-16,-6-5-9 0,1-1 1 0,4-2 1 15,0 0 2-15,4-2-3 0,-1-3 1 0,1-2 1 16,-2 0-3-16,0-4 4 0,0 1-3 16,-2-3 5-16,3-1-12 0,-3-1 2 0,1-1-2 0,2-5-6 15,-2-3 1-15,-6 7 3 0,0 1 0 0,-2-3 5 16,-1 3-6-16,-3 2 0 0,-1 0-1 0,-1 3 0 15,-1-1 4-15,0 10-1 0,-3-14 0 16,0 8 9-16,3 6-11 0,-8-6 1 0,8 6 0 0,-11 1-1 16,2 5 3-16,-1 3 0 0,-3 3 0 0,3 2-1 15,-2 1-2-15,3 1 6 0,0-2 0 0,3 2-2 16,2-4 0-16,3 4 4 0,0-4-1 0,4 1-9 16,0-1-3-16,3-3-18 0,3 6-29 0,-1-5-27 15,7-2-37-15,1 1-46 0,1-5-39 0,3 0-50 16,0-2-147-16,-1-1-437 0,1-1 194 0</inkml:trace>
  <inkml:trace contextRef="#ctx0" brushRef="#br0" timeOffset="108754.4">17287 8978 5 0,'0'-7'256'0,"0"-3"-12"0,0 10-14 0,-1-12-22 16,1 12-25-16,1-7-16 0,-1 7-10 0,0 0 0 15,0 0-7-15,-8 21-3 0,6-9-2 0,-2 10-14 16,-1-2-11-16,1 6-9 0,-1 2-5 0,1-9-10 0,-3 6-11 16,5 1-4-16,-1-2-13 0,-1 3-6 0,-1 0-4 15,0-2-4-15,2-1-6 0,1-4-14 16,1-2-24-16,0 0-26 0,-2-2-25 0,2 1-28 16,-1-2-30-16,2 1-44 0,0-5-29 0,2-1-42 0,-2-1-180 15,0-1-425-15,0-8 188 0</inkml:trace>
  <inkml:trace contextRef="#ctx0" brushRef="#br0" timeOffset="108936.72">17085 9114 125 0,'6'-8'148'0,"-6"8"-16"16,18 0-17-16,-5 0-11 0,7 3-17 0,1 0-25 15,8 3-42-15,1-1-48 0,0 1-36 0,-3 4-54 16,-1 2-126-16,-2 1 56 0</inkml:trace>
  <inkml:trace contextRef="#ctx0" brushRef="#br0" timeOffset="109541.21">17353 9424 22 0,'0'0'185'0,"5"9"-1"0,-5-9 2 0,0 0-3 15,9 0-10-15,-9 0-9 0,0 0-7 0,16-4-6 16,-8 1-8-16,2-1-6 0,0-3-3 0,2 2-9 16,1-6-8-16,0 5-12 0,-3-1-5 0,2-5-6 15,0-1-7-15,-2 4-10 0,-1-4-3 0,1 0-12 16,-4 2-5-16,2-5-6 0,-4 5 2 0,1-3-14 16,-4 3 5-16,0 0-5 0,-1 1-6 0,-1 1-5 15,-1-2-3-15,-1 2-5 0,0 4 1 0,3 5-5 16,-7-9-2-16,3 3-4 0,4 6-1 0,-13-1 0 15,13 1-1-15,-17 7 1 0,8 0 2 0,-6 5 1 16,2-2 1-16,1 4-4 0,4-4-4 0,0 5 6 16,-1 0-2-16,3 2 5 0,2 0-2 0,2-4-5 15,-1 1 3-15,6 0-2 0,-1-2 0 0,3-2-1 16,0 1 4-16,4-1-8 0,-1-1 3 0,2-1 4 16,2-2 1-16,-1 0-6 0,2-2-1 0,1 0 2 15,0-2 0-15,3 0-1 0,-3-2 0 0,0 0-1 16,-1-2 7-16,1 0-3 0,-2 0-6 0,2-2 7 15,2-1-12-15,-5-2-2 0,5-2-2 0,-7 0-6 16,3-2-1-16,-1-3-6 0,-5 5-2 0,3-7-1 16,1 0 2-16,-6-2-2 0,0 0 3 0,-2 2 5 15,-2-2-2-15,-1 2 3 0,-1 8 0 0,-1-5 0 0,-1 3 3 16,-1 0-2-16,0-1 5 0,1 6 0 0,0 2 5 16,4 3-2-16,-6-10 2 0,2 5-2 15,4 5 2-15,-5-6-4 0,5 6 2 0,0 0-1 16,-5-3 3-16,5 3 0 0,0 0 1 0,0 0-3 0,0 0 7 15,0 0-10-15,32 6 5 0,-21-4 3 0,2-2 0 16,-2 2-1-16,1 1-2 0,-2-2 2 16,-1 2-5-16,0 0 2 0,0 1 2 0,1 0-1 0,-3 0-1 15,-2 2 1-15,1 0 4 0,-1 3 8 0,0 0 7 16,-2 1-1-16,-2 0 4 0,2 3 1 0,-2-2-1 16,-1 3-1-16,0-2-3 0,0 0 2 0,0 5-1 15,-1-5-12-15,-2 4-24 0,2-5-26 0,0 2-30 16,1-1-37-16,0 1-50 0,2-3-54 0,-1 1-208 15,3-2-461-15,0 0 203 0</inkml:trace>
  <inkml:trace contextRef="#ctx0" brushRef="#br0" timeOffset="110306.68">18050 9300 28 0,'0'0'215'0,"0"0"-16"15,0 0 0-15,0 0-4 0,0 0-2 16,-13 16-12-16,12-8-14 0,-4 3-13 0,3 0-5 16,0 1-11-16,1-1-8 0,1-1-12 0,-2 4-7 15,2-4-8-15,0 2-12 0,0-1-8 0,0-2-7 16,-1-3-5-16,1-6-1 0,0 9-4 0,0-9 8 16,0 8 4-16,0-8 13 0,0 0 11 0,0 0-1 15,0 0-7-15,0 0-6 0,0 0-18 0,0 0-2 16,0 0-8-16,0 0-3 0,3-25-8 0,-1 15-2 15,3-1-7-15,-2-2-12 0,2-3 1 0,0 0 8 16,5-9-19-16,4 4-3 0,-1-1-7 0,3 1-1 16,-4 4-5-16,5-5 1 0,-5 9 10 0,1-2-12 15,1 5-4-15,-5 1 0 0,3 2 2 0,-2 3-4 0,2 1-2 16,-1 3-6-16,-1 0 6 0,-1 6-1 16,1 2 9-16,1 6-9 0,-2-1 0 0,-3 4-1 15,2-2 6-15,-3 3-3 0,0 0 1 0,-1-1 6 16,-2 0-4-16,1-2 0 0,-1-1 2 0,0-3 8 0,-1 2 3 15,1-3-4-15,0-1 4 0,-1-2-6 16,0-2 5-16,-1-5 5 0,3 9-1 0,-3-9-5 0,0 8 7 16,0-8 0-16,0 0 11 0,0 0 6 15,0 0-4-15,0 0-5 0,0 0 0 0,0 0 2 0,0 0-6 16,0 0-1-16,0 0-2 0,8-19-7 16,-5 9-4-16,1 1 0 0,3-1-7 0,3-4-9 0,0 0 10 15,0-1-18-15,4 0-2 0,-1 3 3 0,2 4 4 16,-2-3-2-16,-3 4 2 0,-2 0-1 0,1 4-1 15,-1 2 2-15,-1-1-2 0,-7 2 12 0,11 3-12 16,-5 0 5-16,0 3-5 0,1 0 7 0,-2 3 8 16,0 2-14-16,-1 0 5 0,0-2 3 0,0 1-1 15,-2 2 1-15,2-2 1 0,2 0 12 0,-3-3-1 16,2 2-2-16,1-2 4 0,1-2 16 0,3-1-15 16,-4 0 8-16,5-2 0 0,1-2-2 0,1-2-2 15,0 0 0-15,5-4-2 0,-2 1 1 0,-4-1-3 16,2-2 2-16,0-2-4 0,-5 0 3 0,2 2 1 0,-3-3-1 15,-1 0-3-15,2-3-4 0,-2-2 8 16,-2 4-5-16,-1 1 1 0,0-5-6 0,0 5 7 16,-3 0-5-16,2 1 2 0,-3 1 13 0,1 4-7 0,-1 5 0 15,3-8-6-15,-3 8-3 0,0 0-2 16,0 0 1-16,0 0-1 0,0 0 0 0,-15 21 5 16,10-10-5-16,1-2 4 0,-2 3 2 0,2-2-1 15,0 4 2-15,1 0 0 0,0-1-4 0,3-2 1 16,1-1-26-16,2 3-15 0,-1-2-31 0,4-1-41 15,2 1-38-15,-1-4-48 0,3 1-54 0,0-3-55 16,-3 0-203-16,3-1-551 0,-4-1 244 0</inkml:trace>
  <inkml:trace contextRef="#ctx0" brushRef="#br0" timeOffset="110468.38">18671 9023 57 0,'0'0'182'16,"-4"-6"-32"-16,4 6-18 0,0 0-26 0,0 0-45 15,0 0-39-15,0 0-54 0,14 15-81 0,-9-11-123 16,4 6 54-16</inkml:trace>
  <inkml:trace contextRef="#ctx0" brushRef="#br0" timeOffset="111203.92">18926 9355 167 0,'0'0'235'0,"0"10"5"15,0-10-2-15,0 0 3 0,2 6-7 0,-2-6-10 16,0 0-4-16,0 0-15 0,0 0-16 0,0 0-10 16,0 0-17-16,0 0-18 0,0 0-6 0,0 0-1 15,0 0-8-15,0 0-13 0,-5-28-6 0,5 20-9 16,3-3-14-16,1 2-5 0,0-3-8 0,3-3 7 15,0 1-21-15,3 0-4 0,1 0-17 0,-4 5 0 16,5-6-2-16,-3 8-8 0,0-2-5 0,1 6-10 16,0-4 6-16,-1 5-13 0,-2 1-2 0,-7 1-3 15,16 8 0-15,-8-3 1 0,0 4-4 0,0 1-2 16,-1 4 3-16,-2-2 5 0,-1 0-2 0,0 5 0 16,2-3 12-16,-2-2-17 0,1 0 0 0,-1 1 2 15,1-3-1-15,3 1 0 0,-2-2 1 0,3 1 3 16,1-4 10-16,3-1-2 0,-2-1 3 0,6 0-11 15,0-1 7-15,0-3 9 0,0-3-12 0,1 1 2 16,-4 0-4-16,0-2 9 0,-2-1-13 0,5-1-1 16,-5 0 5-16,-3 0-9 0,-1-1 11 0,0-4-1 15,0 1 2-15,-3-2-7 0,1 2 0 0,1-5 0 0,-2-1-3 16,-2 1-1-16,-1-1 4 0,-2 1-3 0,2 5 0 16,-4-3-4-16,2 4 2 0,-1-1-3 15,1 10 5-15,-4-13-4 0,3 8-5 0,1 5 4 16,-9-5-3-16,9 5-1 0,-17 6 5 0,5 2-2 0,-1 2 0 15,-1 3-2-15,-2 1 0 0,4-1-2 16,0 0 4-16,1 1 0 0,3-1 4 0,2-1-2 16,3 1-2-16,2-3 5 0,1 2 3 0,2 1 6 15,5-3 0-15,-1 0-4 0,8-2 2 0,4 1-6 0,0-3 3 16,4-2 2-16,-1-1-11 0,7-1-5 0,-7-3-7 16,7 0-1-16,-8-2-7 0,1 1-1 0,-2-2-6 15,2 1-3-15,-4-1 0 0,0-3 8 0,0-1-9 16,-7-1 4-16,3-1 1 0,-1-2-2 0,-4 3-2 15,2-4-2-15,-1-2 5 0,-2 1 0 0,-2-3 7 16,1 3 2-16,-3 4 2 0,1 0 0 0,-1-1 2 16,-1 5 4-16,0-1 2 0,-2 7-2 0,1-9-1 15,-1 9 2-15,2-7-2 0,-2 7 8 0,0 0 3 16,0 0 3-16,0 0 6 0,-8 29 2 0,2-18 2 16,-1 3-1-16,4-3 4 0,-3 7 9 0,1-1-3 15,-2-1-5-15,0 1-1 0,3-1 1 0,1 1 0 16,-3 1-1-16,1-2-1 0,0 0-1 0,3-4 0 15,-1 0 0-15,1 0-10 0,-1-2-13 0,0-2-31 16,1 3-30-16,-1-4-41 0,-1 3-49 0,3-3-43 16,1-7-59-16,-2 9-143 0,2-9-447 0,-5 5 198 15</inkml:trace>
  <inkml:trace contextRef="#ctx0" brushRef="#br0" timeOffset="111481.55">20294 9057 273 0,'1'-14'299'0,"-1"4"1"0,-1 3-12 16,-2-1-9-16,3 8-23 0,0-9-33 0,0 9-23 0,0 0-24 16,0 0-13-16,0 0 18 0,-10 29-24 0,6-10-7 15,-2 8-2-15,0 4 9 0,-2 2-17 16,1-2-21-16,0-1-7 0,2 0-13 0,0-1-4 0,2-1-8 15,-2-1-4-15,0 0-14 0,1-6 2 16,0 1-5-16,0-2-8 0,0-1-7 0,3-1-4 16,-3-1-8-16,0-1-36 0,2-3-37 0,-1-3-25 0,2-1-38 15,-3 1-31-15,2 0-30 0,-1-4-27 0,1-1-36 16,2-5-33-16,-7 9-36 0,3-6-205 0,4-3-534 16,0 0 236-16</inkml:trace>
  <inkml:trace contextRef="#ctx0" brushRef="#br0" timeOffset="112086.74">20201 9319 114 0,'7'-9'147'0,"2"-1"-11"0,7-2-15 0,-2 2 0 15,2 1-12-15,2 0-3 0,-1-5-9 0,-1 5-7 16,1-1-5-16,0 1-7 0,-3-1-5 0,3-1-5 16,-5 4 0-16,-2 0-3 0,0-1 2 0,1 1 1 15,-2-3 3-15,1 3 0 0,-2-2-3 0,-2 0 0 16,0 0 0-16,2-1-2 0,-3-1-8 0,2 1 1 15,-2 1 2-15,0 1-6 0,1-1 2 0,-2 0-2 16,-2 3 2-16,2 0-8 0,-4 6-1 0,4-7-5 16,-4 7-9-16,0 0-5 0,0 0-4 0,0 0-3 15,0 0 6-15,0 0 5 0,5 24 15 0,-6-9 1 16,-3 3-1-16,0 1-6 0,-1 7-3 0,3-7-1 16,-3 6-2-16,0-6-4 0,-1 4-9 0,3-3 2 15,-1 4-2-15,-2-5 0 0,3-4-5 0,-1 2 1 16,1-1-2-16,2-4-1 0,-1-3-5 0,-1 1-6 0,3-3-7 15,0-7-3-15,-3 12-6 0,3-12 4 16,-1 8-3-16,1-8 4 0,0 0 0 0,3 9 4 16,-3-9-5-16,0 0 3 0,7 0 3 0,-7 0 0 15,14-2-5-15,-6 2 5 0,2 0-5 0,0 0 8 0,-2 0 5 16,4 0 2-16,-1 2 2 0,-1 0 0 0,4-2 7 16,1 2 2-16,2-2 5 0,1 1-2 15,3-2-2-15,-1 2-3 0,7-2-2 0,3-1 15 16,-2 2-16-16,2-4-2 0,1 0 1 0,-3-2-2 0,0 3 1 15,-6-1 7-15,-3-1-14 0,0 0 5 0,-1-3-3 16,-3 0 1-16,2 0-2 0,-7 2 4 0,2-5-2 16,-6 2 2-16,0-1-6 0,0-1 3 0,-3 0-1 15,0-1-3-15,-2 1 4 0,1 0 2 0,-2-2 8 16,0 5-2-16,-3-2 5 0,0 3-4 0,3 7 0 16,-7-8 4-16,7 8 2 0,-18 4 8 0,5 4 9 15,-3 2 6-15,-1-1 6 0,2 4-12 0,-1-2 8 16,2 1-8-16,3 4-2 0,-2-2-2 0,5 1-7 15,2 1-1-15,2-1-1 0,3 2-5 0,1-5-7 16,2-2-20-16,3 1-22 0,2 1-29 0,2-2-29 16,1-2-28-16,0 0-37 0,0 0-45 0,2-1-50 15,-2 0-48-15,-2-2-215 0,-3-2-549 0,-1 1 242 16</inkml:trace>
  <inkml:trace contextRef="#ctx0" brushRef="#br0" timeOffset="112971.66">5246 9646 57 0,'0'0'207'15,"-7"-3"-20"-15,7 3-16 0,0 0-19 0,0 0-11 16,0 0-11-16,18-7-10 0,-5 6-11 0,10-5-12 15,6 1-7-15,5-1-13 0,1-1-6 0,0 3-5 16,-3-2-7-16,0 1-3 0,-4 1-13 0,-8 2-29 16,0 0-25-16,-5 0-40 0,-2 2-31 0,1-1-35 15,-4 1-36-15,-5 1-87 0,-5-1-258 16,0 0 115-16</inkml:trace>
  <inkml:trace contextRef="#ctx0" brushRef="#br0" timeOffset="113237.81">5363 9593 90 0,'0'0'175'0,"-13"1"-4"0,8 1-13 0,5-2-8 15,-11 4-2-15,7 0-4 0,-1 2-1 0,1 2-7 16,-2 9 9-16,-3 0-1 0,1 7-1 0,-2 3-8 16,1-1-8-16,1 5-7 0,2-2-5 0,-1 1-3 15,1-2-10-15,-1 5-4 0,1 0-4 0,1-3-3 16,-1-2-6-16,3 1-9 0,-1-3-2 0,-1-3-7 15,2-3-6-15,1-2-6 0,0-1-6 0,-1-1-5 16,1-4-6-16,-1 0-3 0,2-1-7 0,-1-2-20 16,0-2-24-16,0 0-21 0,2-7-19 0,-3 12-32 15,0-8-33-15,3-4-40 0,-7 6-38 0,7-6-40 16,-8 4-169-16,8-4-441 0,-13-3 195 0</inkml:trace>
  <inkml:trace contextRef="#ctx0" brushRef="#br0" timeOffset="113706.4">5228 9971 86 0,'11'-6'122'0,"6"0"-1"0,1 1-5 0,1 0-15 16,-2-2-9-16,0 2-10 0,3 1-8 0,-4 2-6 16,1-5-11-16,-6 5-2 0,2-1-10 0,-1 0-8 15,-3 1-7-15,-2-2-9 0,0 3-5 0,-7 1 0 16,10-4-5-16,-10 4 1 0,6-4-8 0,-6 4 6 15,0 0-5-15,3-7 18 0,-3 7-6 0,0 0 3 16,0 0 19-16,0 0 12 0,-7-14 9 16,7 14 10-16,0 0 3 0,-3-6 0 0,3 6-4 0,0 0-5 15,0 0-5-15,0 0-9 0,-4-6-5 0,4 6-5 16,0 0 3-16,0 0 5 0,0 0 2 0,0 0-1 16,18 24 8-16,-9-9 7 0,1-1 2 15,1 2-3-15,5 7 1 0,-3-1 0 0,-2-4-5 0,-1 0-2 16,1-1-7-16,0-2 1 0,-2 0-4 0,0 2-3 15,-3-3-2-15,2-3-3 0,-2-1-3 0,-2-2-4 16,1 0 2-16,-2-2 1 0,1-3 5 0,-2 2 9 16,-2-5 14-16,4 7-2 0,-4-7-5 0,0 0-8 15,0 0-1-15,0 0-6 0,-23-5 3 0,15-2-6 16,-2 2-1-16,4-3-7 0,1 1-2 0,-2-5-1 16,3 3 0-16,1-3-5 0,0-6-8 0,2 1-6 15,1-1-8-15,1-3 0 0,7-1-17 0,1-2-3 16,-3 6-6-16,4 4-10 0,4 0-3 0,-1 2-12 0,4 1-16 15,3 2-12-15,-2 1-22 0,1 2-32 16,2 2-41-16,-1 2-41 0,2 2-46 0,-7 6-155 16,3-2-448-16,-6 2 198 0</inkml:trace>
  <inkml:trace contextRef="#ctx0" brushRef="#br0" timeOffset="114020.98">5844 10122 159 0,'0'0'222'15,"0"0"-3"-15,0 0 0 0,0 0-4 0,0 0-12 16,0 0-15-16,19-9-17 0,-11 4-11 0,-1 0-13 16,2-4-9-16,3 1-13 0,-3 1-8 0,4-7-6 15,0 4-14-15,0-2-11 0,1 0-5 0,-1-1-8 16,-4 0-9-16,4-2-6 0,-4-1-4 0,-3 0-6 16,1 0-5-16,0 2-3 0,-4 2 4 0,-1 3-10 15,-2-2-8-15,-1 3-1 0,-2-2-3 0,1 3-2 16,-3 1-5-16,0 2 4 0,-2 1-8 0,7 3-3 15,-19-6-1-15,8 9 3 0,-1 0-2 0,-2 3-1 16,4 1 1-16,-5 5 0 0,1 2 4 0,3 3 1 16,1 0-2-16,1-1 2 0,4 2 4 0,1-1-5 15,0 0-3-15,3-2 1 0,4 2-1 0,0-5-2 16,5 3-18-16,-1-5-21 0,3-1-21 0,3 0-25 16,1-1-24-16,3-1-37 0,0-1-33 0,2-4-22 15,0 2-21-15,2-3-17 0,-1-1-135 0,1-1-395 16,-3-2 175-16</inkml:trace>
  <inkml:trace contextRef="#ctx0" brushRef="#br0" timeOffset="114473.18">6373 9916 56 0,'1'-7'194'16,"-1"7"0"-16,-4-13 9 0,2 8-3 0,2 5-3 16,-9-8 6-16,1 7-3 0,-2 1-12 0,-4 1-5 0,-1 6-2 15,-2 0-5-15,0 3-6 0,-4 5-7 16,1 2-13-16,6-3-15 0,0 0-11 0,3 0-16 15,2-1-11-15,1 2-7 0,6-5-8 0,0-1-10 16,-1 0-9-16,5-1-3 0,1 1-8 0,-1-2-12 16,5-1-17-16,-1-1-15 0,0-2-11 0,7 0-2 15,-3-2-4-15,2-2-1 0,1 1 3 0,-2-4-5 16,3 1 3-16,-4-1-2 0,-1 1 3 0,2-3 3 16,-1 1-2-16,-2-2 7 0,2-2-7 0,-4 1 4 15,1 1-1-15,-1-3-2 0,-2 2 1 0,1-2 1 0,1 2-1 16,-2 3 6-16,0 0 3 0,-4 5-6 15,8-7-1-15,-8 7-6 0,0 0 10 0,0 0 5 16,11 10 9-16,-10 2 17 0,2 7 7 0,-2 0-6 16,-3 10 7-16,3 5 9 0,-4-1 9 0,-2 1 1 0,1 12-4 15,-1-11 5-15,0-3-5 0,-1 1 12 0,1-5-3 16,-2-1 1-16,5-6-2 0,-1-2-6 16,-1-2-3-16,3-6-6 0,-1 0-9 0,0-3 4 15,1 0 0-15,1-8 8 0,0 10 8 0,0-10 11 16,-1 7 2-16,1-7-8 0,0 0-1 0,0 0-6 15,0 0-9-15,0 0-8 0,14-27-2 0,-5 11-10 16,1 0-20-16,4-10-21 0,4 0-19 0,2-2-22 16,0 2-29-16,2 0-22 0,1-2-30 0,-1 3-30 15,3 1-33-15,-6 0-35 0,-1 3-55 0,2 2-41 0,-7 5-254 16,0-1-629-16,-2 1 279 0</inkml:trace>
  <inkml:trace contextRef="#ctx0" brushRef="#br0" timeOffset="115054.38">6695 9868 273 0,'0'0'276'0,"-3"-7"-8"16,3 7-15-16,-3-3-17 0,3 3-27 0,0 0-20 16,0 0-13-16,0 0-9 0,0 0 3 0,0 0 3 15,-2 30-1-15,2-11-9 0,0 0-7 0,4 0-7 16,-4-2-2-16,0 3-13 0,0 1-13 0,0-4-3 15,0-4-5-15,0 0-23 0,0-1 1 0,1-2-8 16,1 1-12-16,0-1-6 0,1-3-6 16,1 0 6-16,-2-2-13 0,2 0-1 0,1-1-11 15,0-1 2-15,-5-3 7 0,15 2-29 0,-7-2 2 0,3-3-8 16,0 1-9-16,0-5-3 0,1 3 2 0,-1-1-7 16,0-4-6-16,-1 1-7 0,4-4 4 15,-2-2-5-15,1 2-4 0,-2-3-5 0,-1 3 7 16,-4 0 3-16,1-1 0 0,-2 4 1 0,0 1-7 0,-2 2 15 15,-1-1-4-15,-2 7-10 0,8-7-2 0,-8 7 2 16,0 0-6-16,0 0 10 0,0 0 3 0,7 20-2 16,-4-9 10-16,-3 1 0 0,3-2 4 0,-2 3 2 15,1 3-3-15,1-7 0 0,2 1 14 0,-1-3 0 16,3 3 4-16,1-3-3 0,1 1-2 0,4-2-2 16,0-2-3-16,3 0 7 0,4-2 5 0,-1-1-1 15,-1-2-3-15,1-1 0 0,-1-1 7 0,0-4-6 16,-4 4-8-16,1-4 8 0,-1 2-1 0,-1-3-9 15,-3 1 10-15,0-1-8 0,-1 1-1 0,-1-3-3 16,-2 0-14-16,-1 0 8 0,-3 0 1 0,-4-6-9 16,1 0 5-16,-4-2-2 0,2 4 4 0,0 2-1 15,-3 1 3-15,-1 4-5 0,0-1 2 0,0 0-5 16,2 5 4-16,-3-1-5 0,8 4 3 0,-17 2 4 16,8 4 1-16,2 1 0 0,-2 3 4 0,-3 6 1 15,5 0 5-15,-1 0 0 0,0 2-8 0,3 0 4 16,1-1-14-16,4-2-21 0,0-2-30 0,4-1-43 15,-1-1-40-15,3 1-41 0,0-2-44 0,6 2-21 16,5-4-21-16,-1 1-218 0,3-3-531 0,8-1 235 16</inkml:trace>
  <inkml:trace contextRef="#ctx0" brushRef="#br0" timeOffset="115439.35">7458 9961 234 0,'0'-3'270'15,"0"3"-5"-15,0 0-29 0,0 0-9 0,0 0-4 16,0 0 11-16,0 0-4 0,0 0-9 0,0 0-10 16,0 37-6-16,-1-25-9 0,-2-2-16 0,2 2-11 15,0-2-6-15,1-10-13 0,-2 16-13 0,1-7-14 16,1-9-6-16,1 13-3 0,-1-13-19 0,0 10-9 16,0-10-2-16,0 0-4 0,-2 10 5 0,2-10-3 15,0 0 11-15,0 0-7 0,-2 6-11 0,2-6-12 16,0 0-4-16,0 0-2 0,0 0-3 0,0 0-10 15,0 0-9-15,-6-25-6 0,6 25-7 0,2-20-1 16,1 8-13-16,1-2-6 0,1-1-8 0,5-9-7 16,2 7-22-16,-1 2 7 0,0 1 13 0,3 2-2 15,-7 3-7-15,6 2 2 0,-3 3-1 0,1-1 3 16,0 2-2-16,1 3-2 0,-12 0 6 0,21 6 6 0,-12 0-5 16,1 7 3-16,-2-2 6 0,-3 0 10 15,3 6-13-15,-4 0 2 0,0 0-3 0,-1-2 11 16,1 4-7-16,0-3 5 0,-2 0-15 0,0-1-35 15,0-2-28-15,2-3-38 0,-2 3-27 0,0-3-29 16,2 0-45-16,2-1-62 0,1-4-66 0,-2 0-197 0,-5-5-588 16,17 4 261-16</inkml:trace>
  <inkml:trace contextRef="#ctx0" brushRef="#br0" timeOffset="116004.95">7919 9958 88 0,'-5'-5'262'15,"5"5"-4"-15,-11-7-9 0,2 7-1 16,9 0-8-16,-20 5 0 0,8 3-2 0,-1 4-12 0,0 0-11 16,0 2-5-16,-1-1-17 0,2 1-11 15,1 1-8-15,4-1-16 0,-1-3-11 0,4-2-15 0,2 2-8 16,3-1-19-16,-1-1-7 0,3-3-1 16,2 3-14-16,2-2-3 0,2-3-11 0,2 0-13 15,0-1 3-15,2-2-11 0,2 1-7 0,-2-2 0 16,5-3-10-16,-4 0-6 0,-3-1 4 0,3 1-5 0,-2-3-1 15,1 0 10-15,-3-1-37 0,0-1 18 0,1 0 0 16,-3 0 3-16,-1-3-5 0,0 0-2 0,2-4-4 16,-2 1 0-16,-2 4 1 0,0 0 2 0,-1-1-4 15,0 3-2-15,-4 8 3 0,6-12 3 16,-6 12-7-16,2-7 5 0,-2 7-2 0,0 0-2 0,0 0 6 16,0 0-7-16,0 0 35 0,7 19-3 0,-7-8-1 15,0 0 5-15,1 0 2 0,0 4-4 0,1-5 9 16,2 0-15-16,2 0 1 0,0 0 0 15,2-2-3-15,1-1 5 0,4 0-7 0,2-1-3 0,2-2 0 16,1-4-3-16,-1-2 2 0,0 0-19 0,-3 0 5 16,3-2 11-16,1-2-5 0,-7 3 3 0,1-4-3 15,-1 2 1-15,-1-3-1 0,2 1-3 0,-6 0 3 16,2-2-8-16,0 0 4 0,-1-1-6 0,-3 2-7 16,0-2 6-16,1 3 1 0,-2-3 3 0,-3 10-4 15,5-9 0-15,-5 9-1 0,4-7-7 0,-4 7-1 16,0 0 7-16,0 0 18 0,0 0 13 0,0 22 16 15,-3-7 5-15,-5 12 4 0,1 0 11 0,-6 5 11 16,-2 16 2-16,-2-1 2 0,-1 3 0 0,-2-2-5 16,3 1-5-16,-1-1-12 0,0 0-5 0,4 0-5 15,1-3-5-15,1 1-4 0,1-1-10 0,4 1-27 16,0-14-36-16,2 0-46 0,1-6-69 0,3 0-47 16,1-7-56-16,1-2-55 0,1 0-71 0,4-1-84 15,0-6-303-15,3-2-825 0,3-2 366 0</inkml:trace>
  <inkml:trace contextRef="#ctx0" brushRef="#br0" timeOffset="116770.08">9257 10084 229 0,'0'0'241'16,"-14"3"-10"-16,9 2-3 0,-1 3-5 0,-4-1 1 0,2 4-13 15,-2 0-22-15,2 4-9 0,-1 0-11 16,1 3-11-16,6-1-17 0,-1-6-10 0,1 5-14 0,4-4-13 16,0 1-6-16,1-4-8 0,5 1-11 15,2 0 1-15,1-3-6 0,0-1-8 0,6 0-4 0,-2-1-4 16,3-1-6-16,0-3-6 0,-2-2-1 0,-2-2-5 16,0 0-2-16,-2-1-5 0,-1 1-1 15,-2-5 0-15,0 1-4 0,0-3-7 0,-2 2-7 0,-3-4-10 16,-1 0-6-16,-3-4-2 0,0 0-7 0,-1-2-4 15,-4 0 4-15,-1 2-3 0,-6-7 0 16,2 7-1-16,0 0 5 0,-3 3-1 0,1 0 2 16,0 1 0-16,3 2 3 0,0 5-4 0,2-1 4 0,-3 2-5 15,4 2 2-15,6 2 2 0,-12 0 0 0,12 0 1 16,-11 4 0-16,11-4 2 0,-4 8 2 0,4-8-3 16,0 0 6-16,8 13-5 0,4-9 3 0,1-2-3 15,8 0 4-15,8-2-3 0,0-1-2 0,3-2-1 16,1-1-5-16,2-4 5 0,-2-1-6 0,2 0 0 15,-3-2 2-15,-4 1 2 0,-9 0 2 0,-1 0 1 16,-2-1 3-16,-3-1-3 0,0 0 2 0,-4-4 1 16,-1 3 1-16,-1-3-1 0,-3 6 2 0,-3-1 4 15,3-2 1-15,-1 1 3 0,-3 3 10 0,0-1 12 16,0 10 4-16,1-11 3 0,-1 11-15 0,0-9-2 16,0 9 8-16,0 0-9 0,0 0 9 0,0 0 17 15,-10 34 14-15,1-4 13 0,3 0 6 0,-7 16 4 16,-1 4 5-16,1-2 14 0,4 1 3 0,-5 1-4 15,4 1-3-15,-2 0 5 0,3-3-2 0,-1-2-1 16,-1 0-7-16,-1-1-3 0,3-11-11 0,1-1-7 16,0 0-6-16,0-1-9 0,-1-2-4 0,4 1-4 15,-2-5-5-15,0 0-11 0,3-7-24 0,-3-3-39 16,4-3-39-16,-1-5-34 0,1 0-32 0,2-1-24 16,0-1-14-16,1-6-28 0,-5 7-39 0,5-7-52 15,0 0-55-15,0 0-271 0,0 0-670 0,-9-30 296 0</inkml:trace>
  <inkml:trace contextRef="#ctx0" brushRef="#br0" timeOffset="116938.65">9418 10216 30 0,'2'-7'257'0,"-2"7"-23"16,6-4-15-16,-6 4 3 0,12-1-2 0,-1 1-1 15,1 0-18-15,2 0-18 0,4-1-17 16,8-2-14-16,5 2-13 0,4-1-16 0,2 1-16 0,0-1-43 15,0-1-50-15,0 0-61 0,-3 0-81 0,2 0-73 16,-5-1-162-16,2 4-393 0,3-5 175 16</inkml:trace>
  <inkml:trace contextRef="#ctx0" brushRef="#br0" timeOffset="117440.03">10705 10084 36 0,'0'0'248'0,"-10"-3"-11"0,10 3-11 0,-10 1-13 0,10-1-11 15,-17 9-3-15,8 0-4 0,-2 2-9 16,-3 5-11-16,1-1-15 0,3 1-13 0,-3 7-6 16,7-7-15-16,-2 4-4 0,2-4-18 0,2 2-6 15,1-2-12-15,3-5-5 0,3 2-10 0,3-1-7 0,0-1-7 16,5 1-5-16,0-2-4 0,5-1-3 0,-1-4-6 15,3 0 2-15,1-2-6 0,0-3-12 16,3 0 7-16,6-3 2 0,-6 1-6 0,-2-3-3 16,-2-1-1-16,0 0 1 0,1-4-2 0,-4 2-3 0,-2-1 1 15,1-4-1-15,-4 3-1 0,-2-4 1 0,-1 0-3 16,-4-3-4-16,-1 5 2 0,-2-4-1 16,-4-3-6-16,1 2 0 0,-6-2-1 0,-1 3-2 15,0-1 11-15,0 1-11 0,-3 1-2 0,1 4-2 0,2-3-14 16,-3 3-13-16,3 4-19 0,0 2-14 0,-2 5-23 15,2 0-22-15,-1 3-26 0,-1 4-29 0,-1 2-37 16,1 4-43-16,0 3-216 0,2 0-495 16,0 1 220-16</inkml:trace>
  <inkml:trace contextRef="#ctx0" brushRef="#br0" timeOffset="117840.23">10838 10449 31 0,'8'-7'227'0,"3"4"-3"0,0-6-7 0,3 1-4 16,1-1-11-16,-2-1-12 0,3-3-7 0,-1 0-15 16,7-6-12-16,0 0-8 0,0-1-12 0,4 1-12 0,-3-4-9 15,1 0-8-15,-4-2-11 0,2 1-4 16,0-1-7-16,-3 0-9 0,0 2-8 0,-4-1-2 16,-1-2-5-16,-6 9 0 0,1 0 0 0,-3 1 1 15,-2 6-1-15,0-2-2 0,-2 3-4 0,-1 3-5 0,-1 6-13 16,2-10-5-16,-2 10 0 0,0 0-7 15,0 0-2-15,0 0-3 0,-15 2-5 0,6 6 4 16,1 2-1-16,-1 3-13 0,0 1-11 0,1 0-13 0,1 4-6 16,4-1-2-16,0-2-5 0,3 0-6 0,3 1-2 15,0 1-12-15,5-3-1 0,1 1 2 16,2-2-2-16,1 0 0 0,2-1 6 0,0-1 3 16,1 0 7-16,-2-3-1 0,-2 0 7 0,1-3 5 0,-4 2-1 15,-2-1 3-15,0-2-3 0,-2 0 8 0,1 0 0 16,-5-4 2-16,6 8 5 0,-4-5 2 0,-2-3-2 15,0 0 9-15,0 0-2 0,-9 13-4 0,3-9 6 16,-2-1 1-16,2-1-1 0,-2 0-10 0,-1 1-15 16,-1 0-23-16,-1 1-26 0,-1-2-42 0,0-1-38 15,2 1-41-15,-3 0-155 0,3 0-381 0,0 0 169 16</inkml:trace>
  <inkml:trace contextRef="#ctx0" brushRef="#br0" timeOffset="118920.2">11655 10090 187 0,'0'0'259'0,"-1"-11"-15"0,1 11-18 15,-4-7-5-15,4 7-14 0,-9-3-12 0,9 3-12 16,-17 5-5-16,6 2-12 0,-1 4-9 0,-3 3-5 15,-1 5-9-15,0 3-5 0,-1 0-10 0,1 1-9 16,3-1-7-16,3-4-12 0,3 0-15 0,2-3-8 16,3 2-1-16,0 1 2 0,4-6-19 0,0 2-2 0,3-4-3 15,3 3-6-15,2-4-4 0,3 0-11 16,1-3 3-16,4 2-3 0,0-5-2 0,-1-1-20 16,4 1-7-16,0-6-5 0,-2 0-3 0,4-1 2 15,-5-2-6-15,0 1 5 0,-2-2 0 0,-2-1 1 0,0 0-2 16,-1-4-2-16,-5 3-7 0,2-5 3 0,-1 0 6 15,-3 0-2-15,0-1-5 0,-4-1 5 16,4 1-2-16,-2 0 0 0,-3-1 1 0,1 5 2 16,-1-2 10-16,0 3-12 0,-1 4 5 0,0 6-6 0,2-11-2 15,-2 11 3-15,2-8-3 0,-2 8 1 0,0 0-2 16,0 0 2-16,0 0 2 0,0 0-1 0,-9 27 5 16,2-12 2-16,2 1 1 0,3-1 13 0,-2-2-15 15,4-2 6-15,-2 5-7 0,-1 0 8 0,3-4 1 16,5 0-6-16,-1 1 15 0,0-2-6 0,2-2-2 15,2 0 4-15,1-1 1 0,0-2 1 0,2-1-7 16,1-1 4-16,1-3 0 0,3 1 9 16,-2-4-8-16,3 2-2 0,1-3-1 0,-2-1 1 0,-2-1-6 15,-3 0-3-15,0-2 6 0,1-1-1 0,-1-3-5 16,1-1-1-16,-2-3-1 0,-1 1-1 0,-1-3 1 16,2 0-1-16,-5-2-3 0,4-5-5 0,2-2-3 15,-4 0 9-15,-1-3-7 0,3 5 2 0,-4-2-3 16,4 1-1-16,-7 6 10 0,1 0 3 0,0 4 6 15,-2 2 9-15,1 2 3 0,0 1 8 0,-2 3-1 16,2 2-5-16,-2 5 2 0,2-12-10 0,-2 12-2 0,0 0-1 16,0 0-2-16,0 0 1 0,0 0 7 15,-10 39 3-15,3-12-4 0,0-1 2 0,-2 1 5 16,2 3-4-16,-2-2 6 0,0 2 0 0,4-3 4 16,-1-1-5-16,2 1-2 0,3-6 2 0,-1-2-2 15,2-1 2-15,2-3-6 0,-2 2 16 0,3-5-12 16,1-2-8-16,-1 0 7 0,3-1-7 0,2-2 5 15,-2 0-6-15,5-1 4 0,0-2-11 0,2-2 8 16,-2-1 0-16,10-4 0 0,-5 2-2 0,2-2 5 0,0-4-6 16,0 0-2-16,0 0-3 0,-3-4 1 15,1-1 4-15,-3-2-16 0,-1 1-7 0,1-3 7 16,-4-1-14-16,3-8 9 0,-4 2-4 0,-1-3-1 16,-2 4-6-16,2-4 2 0,-5-1 0 0,0 2 6 0,-2 1-5 15,3-1 4-15,-6-1 3 0,1 8 15 0,0 0-11 16,0 9-3-16,1 0 2 0,-3-2 7 0,4 3 7 15,-3 0 2-15,3 8-8 0,-2-8-2 16,2 8 2-16,0 0-1 0,0 0 5 0,0 0 5 0,-11 31 3 16,3-5 3-16,2 3 4 0,-2 0 22 0,1 1-19 15,0 1 2-15,1-1 0 0,-2 0-5 0,2-2 0 16,3 1 2-16,-1-4-3 0,2-5-2 0,0-1-1 16,2 0-2-16,0-2 1 0,2 0 10 0,0-2-45 15,0-1-25-15,1-3-31 0,3-2-29 0,-2 2-33 16,4-3-42-16,-2-1-60 0,5-2-41 0,-2-1-260 15,3-2-591-15,-1-1 261 0</inkml:trace>
  <inkml:trace contextRef="#ctx0" brushRef="#br0" timeOffset="119229.53">11757 9923 213 0,'0'0'250'0,"0"0"-10"0,-1-8-15 16,1 8-25-16,0 0-13 0,0 0-21 0,0 0-22 16,0 0-10-16,0 0-18 0,0 0-20 0,18 1-28 0,-18-1-29 15,9 7-39-15,-6-1-43 0,3-2-63 16,1 5-50-16,-3 0-140 0,-1 0-320 0,4 2 142 16</inkml:trace>
  <inkml:trace contextRef="#ctx0" brushRef="#br0" timeOffset="119821.7">12682 10169 188 0,'0'-11'281'0,"0"0"-8"0,-2 3-18 16,-2-2-13-16,0 3-14 0,-2 0-14 0,1 2-17 0,-3-1-9 15,1 5-13-15,-3-1-15 0,-3 4-12 0,-1 2-8 16,-1 3-6-16,-3 4-15 0,2 3-4 16,-4 3-8-16,1 2-9 0,4 2-11 0,2-6-7 15,1 2-9-15,6-2-4 0,-3 2-13 0,5-2 2 0,2-3-8 16,2 0-8-16,0 1-1 0,2-3 1 0,2 0-10 16,3-3 3-16,1 0-3 0,4 0-5 15,-1-4 0-15,0 2 0 0,3-4-8 0,-1 1 1 0,1-5 3 16,-1 2-4-16,4-3 8 0,0-1-17 0,-1 0-1 15,-5-2-1-15,0 0 2 0,3-3 8 0,-1-2-18 16,-5 3-2-16,2-5 1 0,-1 1 3 0,3-2-3 16,-6 3 1-16,-1 0-1 0,1-2 9 0,-3 2-8 15,6 0-1-15,-7 2-3 0,1 1 3 0,-2 4-4 16,2-1 2-16,-3 6-2 0,4-9-2 0,-4 9-5 16,0 0 12-16,0 0 0 0,0 0 5 0,0 0 4 15,2 27 1-15,-4-15-4 0,-2 4 0 0,1-1-2 16,1 0 1-16,-2 1 1 0,1 1 2 0,3-2-4 15,0-2-13-15,0-4-27 0,3 4-28 0,-1-3-33 16,0 0-44-16,3 2-43 0,-1-5-54 0,1 1-47 0,1-2-223 16,-2-1-552-16,2-3 245 0</inkml:trace>
  <inkml:trace contextRef="#ctx0" brushRef="#br0" timeOffset="120121.14">13063 9990 45 0,'2'-11'270'0,"-4"3"-3"16,4 1-5-16,-2 7-15 0,3-12-19 0,-3 12-19 0,0-7-19 15,0 7-3-15,0 0-2 0,0 0 3 16,-7 22 9-16,3-7-28 0,-3 10 5 0,1-3-14 16,0 5 12-16,-2 0-6 0,1-1-15 0,-1 2 2 15,0 2-4-15,-1-1-9 0,1-1 0 0,-2 1-14 0,4-3-9 16,-3 2-7-16,4-9-4 0,1-2-13 0,0 0-8 15,0 0-10-15,2-2-6 0,0-2-7 16,2-1 2-16,0-3-8 0,0 2-9 0,2-2-7 0,4-3-4 16,-2 0-6-16,0-1-15 0,3 0-27 0,2-1-32 15,3-4-33-15,3 0-32 0,1-1-29 0,-1-2-31 16,-1-1-25-16,-3 1-30 0,0-3-44 0,1-2-41 16,-3 0-39-16,-1-1-200 0,-2-1-594 0,2 0 262 15</inkml:trace>
  <inkml:trace contextRef="#ctx0" brushRef="#br0" timeOffset="120453.51">12906 10139 23 0,'-8'-4'207'16,"3"2"-8"-16,5 2-16 0,-10-1-7 0,10 1 0 16,0 0-3-16,0 0-10 0,0 0-8 0,0 0-13 15,0 0-11-15,37 7-7 0,-17-7-15 0,1 1-8 16,8 1-8-16,2-2-12 0,-2 0-3 0,-1-3-11 15,3 0-4-15,-2 2-10 0,-9-2-3 0,0 2-7 16,-2-1-1-16,-4 0-5 0,-3 0 3 0,2-1-1 16,-6 3 8-16,2-2 4 0,-9 2 3 0,12-2 7 15,-12 2-1-15,8-1 2 0,-8 1 5 0,0 0-1 16,9 0-3-16,-9 0 0 0,0 0-1 0,0 0-12 16,0 0-8-16,9 1-3 0,-9-1-3 0,5 4 4 15,-3 2 13-15,-2 5 14 0,0-3 15 0,-2 4 4 16,-3 2-3-16,3 1-7 0,-1 1-9 0,-1-1-8 15,0 1 8-15,-1-4-21 0,1 2-18 0,0 0-24 16,-2 1-34-16,2-4-43 0,0 1-40 0,1-2-58 16,1 0-60-16,0-4-73 0,-2 1-265 0,1 0-614 0,3-7 272 15</inkml:trace>
  <inkml:trace contextRef="#ctx0" brushRef="#br0" timeOffset="120624.26">13358 10000 95 0,'0'0'215'0,"0"-7"-16"16,0 7-28-16,0 0-18 0,0 0-41 0,0 0-54 16,0 0-59-16,15 14-57 0,-11-8-100 0,4 3-170 15,-1 0 75-15</inkml:trace>
  <inkml:trace contextRef="#ctx0" brushRef="#br0" timeOffset="121270.78">13693 10158 173 0,'-16'-12'260'0,"16"12"0"0,-13 0-3 16,13 0-6-16,-23 4-1 0,6 2-1 0,2 1 1 15,1-1-4-15,-3 3-9 0,1 4-5 0,1-3-11 16,-6 8-15-16,8-4-18 0,-1 0-16 0,1-1-18 15,4 2-19-15,0-4-11 0,0 3-8 0,4-4-18 16,3 2-7-16,0-3-7 0,0-1-5 0,4 2-7 16,2-4-1-16,-1 1-11 0,5-2-9 0,-1-1-1 15,7 2-5-15,-5-2-8 0,5-2-8 0,-1-1-3 16,1-1 0-16,-1-1-14 0,-2 0-7 0,3-2-14 16,-1-1-2-16,-1 0-11 0,-2-2 1 0,1 1-12 15,1-4 8-15,-3 1-19 0,-3-2 10 0,1 1 9 16,-3-3-7-16,-1 0-4 0,0 2 4 0,-1-4-7 15,-2 0 8-15,-2-1-1 0,-1 3 5 0,3-4 11 16,-3 4-11-16,1 1-3 0,0 0 4 0,2 1 15 0,0-1-9 16,0 11-1-16,-4-12 2 0,4 12 1 15,6-10 3-15,-1 8 2 0,-5 2 6 0,16 2 5 16,-3 2 0-16,1 2-8 0,1 3 14 0,1 1-2 16,2-1 12-16,-5 3-1 0,0-1 4 0,1 2 4 0,-5-1 5 15,0 2 9-15,1 1-14 0,-4-4 2 0,3 3-2 16,-5-6 2-16,1 2 1 0,-2-1 5 0,-1-3-15 15,-2 1 18-15,0-7 11 0,0 10 7 0,0-10 2 16,0 0 5-16,-2 10-5 0,2-10-2 0,-4 4-8 16,4-4-3-16,0 0 1 0,0 0-6 0,0 0-3 15,-17-7-1-15,17 7 4 0,-4-8-11 0,2 1-7 16,2 7 2-16,2-15-5 0,0 3-7 0,7-3 2 16,2 0-1-16,5-7-3 0,4 3-2 0,2-2-5 15,1 2-3-15,2 2 0 0,2 3 4 0,-3 1-2 16,-6 3 1-16,3 4 6 0,-1 2-3 0,-2 1 12 15,0 1-18-15,-5 2 2 0,7 2 14 0,-7 1 1 16,0 1 3-16,-3 3 3 0,-1 2 6 0,1 3-3 16,-4-2-1-16,1 1 0 0,-1 0-1 0,-3 0 3 15,4 6 0-15,-3-3-5 0,-1 0 1 0,-2-1-5 16,0 0 4-16,-1 2-6 0,0 1 0 0,0-5-18 16,0-1-32-16,0-1-53 0,0-1-70 0,-2 0-48 15,-1 1-62-15,1-3-73 0,0-1-71 0,2-5-217 16,-5 10-687-16,5-10 305 0</inkml:trace>
  <inkml:trace contextRef="#ctx0" brushRef="#br0" timeOffset="121441.48">14384 10326 298 0,'7'-4'346'16,"-3"1"3"-16,-4 3 15 0,12-4 19 0,-12 4 16 0,8-3-2 16,-8 3-14-16,5-3-18 0,-5 3-33 0,0 0-32 15,0 0-29-15,8-2-29 0,-8 2-27 16,0 0-18-16,0 0-22 0,0 0-24 0,6-4-42 0,-6 4-52 15,0 0-59-15,0 0-67 0,0 0-67 0,0 0-66 16,0 0-71-16,-19 10-86 0,8-5-357 0,-2-3-774 16,-4 2 342-16</inkml:trace>
  <inkml:trace contextRef="#ctx0" brushRef="#br0" timeOffset="149687.57">3690 10559 74 0,'-7'0'139'15,"7"0"8"-15,-13-2-4 0,7 0-9 0,6 2-3 16,-11 0 0-16,11 0-10 0,-10-2-3 16,10 2-9-16,-9-1-5 0,9 1-6 0,0 0-13 15,-9-1-6-15,9 1-6 0,0 0-14 0,0 0-2 16,0 0-4-16,0 0-5 0,0 0-3 0,0 0 3 0,33 2 1 16,-13-2-2-16,10 4-6 0,2-6-1 15,5 0-5-15,-1 1-2 0,-1 1-3 0,0-1-2 0,1 0-4 16,-4 0-2-16,1-1-3 0,-2 0-15 0,0 3-17 15,-4 0-23-15,-6-1-30 0,1 0-33 16,-3 0-28-16,0 0-31 0,-7 3-26 0,0-2-98 0,-12-1-304 16,12 2 136-16</inkml:trace>
  <inkml:trace contextRef="#ctx0" brushRef="#br0" timeOffset="149971.16">3913 10545 7 0,'0'0'195'0,"0"0"-12"15,-7-3-14-15,7 3-9 0,0 0-19 0,0 0-17 16,0 0-5-16,0 0 16 0,-11 10-1 0,8 0-12 0,1 2-9 16,1 5-4-16,-5 9 5 0,1-1-6 0,-1 4-8 15,-3-1-9-15,3-1-8 0,-2 3-6 16,1-4-8-16,0 2-6 0,-2-1-5 0,5 0-6 15,-1-1-5-15,-2-2-5 0,1 1-2 0,1 0-5 16,0-6 0-16,1-1-5 0,2 1-20 0,-4 0-30 0,5-2-31 16,-2 2-33-16,2-4-26 0,1-5-40 15,-1 3-39-15,1-3-172 0,0 0-389 0,1-2 172 16</inkml:trace>
  <inkml:trace contextRef="#ctx0" brushRef="#br0" timeOffset="150503.47">4047 10626 93 0,'0'0'163'0,"9"-7"14"0,-9 7 12 0,0 0-9 16,0 0-3-16,-3 35-12 0,2-16-8 0,1 11-4 0,-9 0-11 15,3 1-10-15,-2 2-13 0,0-1-11 16,-2-2-10-16,2 1-5 0,2-3-12 0,2 0-7 15,-2-3-5-15,1-6-8 0,1-1-7 0,0-1-7 16,2-3-5-16,-1-2-1 0,2-2-3 0,-2 0-3 0,2-4-5 16,1-6 0-16,-3 9 0 0,3-9-4 0,-2 8 0 15,2-8 4-15,0 0 3 0,0 0-3 16,0 0-6-16,0 0-5 0,0 0-11 0,19-23-6 16,-10 10 5-16,5-1-2 0,0 2-1 0,3-1-5 15,-2 1 1-15,11-1-1 0,-10 6-2 0,1 1 0 0,2 3 0 16,-6 0-2-16,5 3 3 0,-4 0-2 15,4 2 1-15,-1 0 3 0,0 2 0 0,1-1 0 16,1 0-2-16,0 0 2 0,0-1-1 0,-1 1 1 16,4-3 2-16,-3 3 2 0,3-2 2 0,-2-2 7 15,2 0-1-15,-3-4 1 0,0 2 0 0,2-3 0 0,-1 0-5 16,-3-1 3-16,-2-1-3 0,-4 2-1 0,0-2 6 16,-2 3-3-16,0-4 3 0,-2-1-5 15,-3 1 1-15,-1-1-2 0,-2-1 1 0,-1 2-2 16,-4-2-1-16,2 0 2 0,-2 3-4 0,-2 1-2 15,-2-1 1-15,0 2-4 0,-4 3 5 0,0 3-4 0,-5 6 3 16,-2 1 3-16,-5 6 5 0,-2 4 0 16,3 2 1-16,-1 0 1 0,4 2-4 0,4-1 3 15,4 2-5-15,4-5 4 0,5 2-4 0,1 0-8 16,6-1-13-16,3-1-32 0,2-1-38 0,10 4-44 16,7-6-64-16,1-1-57 0,2-2-173 0,2 0-458 0,5-5 203 15</inkml:trace>
  <inkml:trace contextRef="#ctx0" brushRef="#br0" timeOffset="152055.31">4884 11143 97 0,'6'-8'172'0,"3"1"-4"0,5-4-6 0,2 1-7 16,-1-3-16-16,2 1-14 0,1 2 2 15,3-7-14-15,-3 5-5 0,4-5-2 0,-7 5-5 0,2-1-4 16,3-5 3-16,-4 6 7 0,-3-1-9 0,-2-2-7 16,-1 1 0-16,-1 0-3 0,-2 4-7 0,-1-1-8 15,-1 4-5-15,-2-4-7 0,-1 3-4 16,-2 2-7-16,1-2-8 0,-1 8-2 0,-3-13-2 15,3 13-8-15,-8-8-2 0,2 7-5 0,6 1-4 0,-15-2 0 16,5 5-2-16,-8 3-1 0,3 5 2 0,-8 3 2 16,0 3 1-16,0 2 0 0,4 1-1 0,-2 1 2 15,6 0 1-15,4-4-5 0,2 0-1 16,2 1-1-16,2-2 0 0,3 1-3 0,4 0-2 0,2 0-1 16,2-1 3-16,6 1 0 0,2-5 1 0,1 2-6 15,11-1-2-15,-1-1-17 0,3-2-20 0,6-4-9 16,0-2-15-16,3-3-4 0,3 1-13 0,-1-4 7 15,0 1-6-15,-1-5-1 0,-1-1-2 0,0 0 6 16,-2-1-1-16,-2-3 4 0,-5 1 2 0,-1-2 8 16,-4-1 8-16,0-3 3 0,-1 1 3 0,-11 2 7 15,2-3-2-15,-3 0 9 0,-2 0 14 0,-4 0 7 16,-2 0 8-16,0 1 16 0,-2 5 12 16,-3-4 7-16,1 5 2 0,-2-1 3 0,-2 1 0 0,1 4 4 15,-5 0 5-15,0 3-1 0,-2 2 4 0,-2 4 2 16,-5 3 8-16,-5 5-1 0,-2 6 0 0,2 0-2 15,1 2-8-15,-1 3-2 0,3-1-8 0,5 0-4 16,0-1-4-16,7-4-7 0,2-2 3 0,-1 1-1 16,6 1-8-16,2-5-3 0,0 0 1 0,1-1-4 15,3-1 6-15,1-4-9 0,2 1 4 0,1 0-5 16,-1-5 3-16,4 1-8 0,-1-3 5 0,1 0-4 16,1-2-6-16,0 1 7 0,-2-3-4 0,1-1 0 15,-2 1 0-15,0-2-5 0,1-1-1 16,-3 1 4-16,-2-2 1 0,3-1-3 0,-3 2 1 0,1-3-1 15,-2 4-1-15,0 0 3 0,0 1 0 0,-4 5-5 16,4-7 0-16,-4 7-8 0,0 0 3 0,0 0 2 16,0 0 8-16,4 16 5 0,-7 0 4 0,-2 8 4 15,-3 4 4-15,-5 2 0 0,1 1 1 16,0 3 1-16,-2-2-4 0,-1 13-1 0,3-13 4 0,-1-2-6 16,2-1 4-16,2 0 5 0,1-3 1 0,0 0 5 15,0-9-8-15,1 0 1 0,5-5-7 0,-1 0 1 16,-1-4-3-16,2 0 3 0,0-4 4 0,2-4-7 15,-1 9 4-15,1-9-3 0,0 0 7 0,0 0-7 16,0 0 2-16,0 0-7 0,16-25 0 0,-6 8 0 16,4-6 3-16,2-1-6 0,0-2 3 0,0-3-11 15,4 0-8-15,5-11-5 0,-5 9-6 0,9-10-1 16,-4 3 2-16,-3 8 0 0,-4 0-3 16,1 1 6-16,0-1 3 0,-1 0-3 0,-1 3 1 0,-1 1 1 15,-4 1 7-15,2 1-3 0,0 2 2 0,-4 7-1 16,0 2 2-16,-5 2-1 0,-1 1 3 0,3 2-3 15,-3 2 8-15,-4 6-1 0,5-11 0 0,0 8 2 16,-5 3-3-16,5-8-3 0,-5 8 3 0,0 0-4 16,2-5 0-16,-2 5 0 0,0 0 2 0,0 0 5 15,-2 26 8-15,-3-9-5 0,0 2 0 0,1 5 5 16,-1 2 5-16,1-7-6 0,-1 4 15 0,0-4-3 16,2-1-4-16,-2-1-3 0,3 0-5 0,0-6 1 15,6 1 0-15,-3-1-5 0,-1-1 0 0,4 1 3 16,-1-2 2-16,2-1-1 0,0-3 0 0,4 0 6 15,1 0-3-15,2-3-1 0,0 0 3 0,7-2-6 16,1-3 0-16,-2-1 2 0,-1-2-4 0,1 0 1 16,0-2-1-16,0-1 3 0,-3-3-1 0,1-1 1 15,-2 1-11-15,-1-2 0 0,-2-3 4 0,-1 2-6 16,-2-4 1-16,0 2-1 0,-2 1 0 0,-1 2 7 16,-2 2-1-16,-1 2-2 0,1 1 3 0,-1 2 1 15,0 3-6-15,-2 4 3 0,2-8-6 0,-2 8 1 16,0 0 0-16,0 0-2 0,0 0 3 0,0 0-1 15,-4 29 9-15,2-17-7 0,-1 5-5 0,-1-2 6 16,2 1 1-16,-1-3 1 0,3 1-7 0,0 0 6 16,2 1-2-16,0-4 9 0,2 0-6 0,1-1 5 15,-1-1 5-15,5 0-6 0,-1-4 5 0,1 1 2 16,1-2 1-16,0 0-2 0,3-2-2 0,1-2 3 16,4 0 1-16,0-4 0 0,-2 0-3 0,2-1 1 15,0-1-5-15,-4-1 5 0,-2 0 8 0,2-3 3 16,-3 3-19-16,-1-3 1 0,-3 0 2 0,0 1 3 15,-1-3-6-15,-3 1-5 0,4-4-7 0,-4 0 12 16,-1 4-10-16,0 2 4 0,0 3 7 0,-1-1 0 16,-1 7-3-16,3-9 0 0,-3 9-6 0,0 0-4 15,0 0 2-15,0 0 2 0,0 0 10 0,0 0-9 16,-17 25-2-16,12-12 4 0,-2 2-3 0,0 0 8 16,3 2-4-16,1-3-2 0,-2 1 3 0,4-3-1 15,0 1 4-15,1-2-1 0,-2 1-23 0,5 0-23 16,1-4-28-16,1 1-31 0,1-1-33 0,-1-1-45 0,3-1-56 15,1-5-45-15,0 3-197 0,1-1-520 16,-10-3 230-16</inkml:trace>
  <inkml:trace contextRef="#ctx0" brushRef="#br0" timeOffset="152217.54">6218 10841 2339 0,'-9'-15'-4'0,"0"6"36"0,3 1-12 15,0-2-18-15,2 5 5 0,0 1-8 16,4 4 0-16,0 0-2 0,-9-10 5 0,9 10 0 16,0 0-7-16,0 0-15 0,0 0-29 0,0 0-48 0,0 0-39 15,18 34-62-15,-9-25-117 0,6 1-342 16,2-1 151-16</inkml:trace>
  <inkml:trace contextRef="#ctx0" brushRef="#br0" timeOffset="152721.25">6580 11058 127 0,'1'-4'216'0,"-1"4"-4"0,3-9-15 0,-3 9-15 0,4-6-20 16,-4 6-18-16,0 0-15 0,0 0-1 0,10 1-10 15,-10-1 3-15,9 16 4 0,0-3-7 0,0 1-11 16,-3 4 3-16,3-1-5 0,-5 2-4 0,1-1-6 15,0 2-5-15,-1-2-5 0,1-1 3 0,-1 0-14 16,1-1-8-16,-1-3-5 0,-2-2-7 0,1 0-1 16,-1-2-4-16,1-2-9 0,-3 0-4 0,3-1 6 15,-3-6 7-15,1 8 8 0,-1-8 6 0,1 7 18 16,-1-7 21-16,0 0-15 0,0 0-1 0,0 0-6 16,0 0-13-16,0 0-4 0,13-17-10 0,-8 8-3 15,0-3-16-15,2-3 5 0,-1-3-15 0,5-6 22 16,0 0-25-16,1-4-18 0,-1 3-5 0,0-4-15 15,2 2-15-15,0 0-7 0,1 3-9 0,-1 2-14 16,-4 8-17-16,1 1-26 0,-4 3-40 0,-1 3-36 16,-1 3-29-16,1 3-23 0,-5 1-5 0,0 0-21 15,14 6-173-15,-9 1-468 0,-2 2 207 0</inkml:trace>
  <inkml:trace contextRef="#ctx0" brushRef="#br0" timeOffset="153521.1">7153 11091 189 0,'-4'-13'227'0,"4"13"2"16,-11-9 13-16,5 5-1 0,-7-2-10 15,2 3-16-15,-3 0-10 0,2 1-13 0,-1 4-9 16,-4-1-8-16,-1 4-10 0,0 3-11 0,-1 2-15 16,3 1-13-16,-7 4-12 0,0 0-8 0,8-1-10 15,0-1-6-15,3 1-14 0,1-2 0 0,3 3-17 16,1-6 1-16,4 3-9 0,0-2-8 0,0-1-2 15,3-3-3-15,0-6-5 0,3 13-4 0,1-9 1 16,0 0-10-16,2-1-7 0,3 0-4 0,1-2 4 16,3-1-4-16,0-2-7 0,0-1 2 0,4-3-8 15,-5 2 5-15,3-5-2 0,-1 2-1 0,-3 0-4 16,0-2-2-16,-2 1 7 0,-1-3-7 0,1 2 0 16,0-4 0-16,-4 3 2 0,0-1-1 0,-1-1 3 15,1 1 1-15,-1 2-3 0,-2 4 1 0,-1-2 7 16,-1 7-1-16,6-8-11 0,-6 8 0 0,0 0 1 15,2-5 3-15,-2 5-7 0,0 0 3 0,0 0 1 16,0 0 1-16,1 24 0 0,-2-13 5 0,0 3-4 16,1 1 4-16,-1 0 5 0,1-2-1 0,1-1 5 15,0 0-1-15,0 0-3 0,1-2 1 0,0 1 0 16,2-4 2-16,-1 2 0 0,1-3-4 0,-1 0 5 0,1-2-2 16,1 2 1-16,0-3 4 0,1 0-2 0,1-1 3 15,3-1 1-15,-10-1-3 0,18-3 5 16,-6 1-4-16,-1-4 0 0,0 0 2 0,3-5-3 0,-4 0 1 15,3-3 0-15,-2-1-2 0,-1-2 0 0,0-1-5 16,2-5-7-16,1-4-5 0,-3 0 1 0,-4-2-3 16,2-1-3-16,0 2 4 0,-6-1 0 0,2-3 2 15,0 6-2-15,0 0 3 0,0 9 0 16,-3 1 10-16,2 6 7 0,-2 0 12 0,-1 3-20 16,0 7-1-16,0-8 0 0,0 8 0 0,0 0-4 0,0 0 2 15,0 0-1-15,2 39-1 0,-3-13 0 0,-3 2 4 16,0 4 0-16,2 1-2 0,-2-1 4 15,1 0 6-15,1-1-7 0,-1-2 3 0,1-2-1 16,2-2 1-16,0-6-1 0,5-1 0 0,-1-1 2 0,0-2-2 16,-2-2-3-16,1-3 4 0,-1 1 2 0,3-1-2 15,3-2 3-15,-3-4 3 0,4 3-4 0,0-4 3 16,4 1-2-16,0-4-2 0,4 0 7 16,1-2-2-16,2-3-3 0,-3-2 4 0,3 0-1 15,-1-1 0-15,5-7-4 0,-7 4 2 0,-1-3-8 0,0 0-6 16,-4-1 2-16,0-1-7 0,-2-2-1 0,-2 3 3 15,-3-2-3-15,-3 5 3 0,0-1-1 16,-6 3 3-16,0-1-2 0,0 3-3 0,4 8-1 16,-9-6 1-16,3 3-2 0,6 3-1 0,-15 6 1 0,4 0 5 15,-3 5 1-15,-1 2 3 0,3 3 2 0,1-1-6 16,2 1 1-16,0 0 3 0,3 1-1 0,3-6-6 16,-3 4-18-16,5 1-24 0,1-4-19 0,5 3-39 15,-2-4-39-15,5-1-42 0,-3-1-32 0,5-2-35 16,2 2-186-16,-2-3-483 0,3-3 213 0</inkml:trace>
  <inkml:trace contextRef="#ctx0" brushRef="#br0" timeOffset="153888.76">7756 11212 45 0,'0'0'223'15,"0"0"8"-15,0 0 0 0,0 0-5 0,4 14-5 16,-4-14-8-16,-3 19-10 0,0-10-14 0,3 1-11 15,-1-1-15-15,-4 0-11 0,4-1-11 0,-2 2-6 16,2-5-9-16,0 3-3 0,1-8-15 0,-2 9-12 16,2-9 0-16,-2 8-2 0,2-8-2 0,0 0 2 15,0 0 4-15,0 10 5 0,0-10-4 0,0 0-10 16,0 0-10-16,0 0-18 0,0 0 7 16,0 0-11-16,0 0-3 0,11-27-9 0,-6 15-13 15,4 0-6-15,0-5-13 0,4 1-9 0,0 1 1 0,3-4-1 16,-3 4-7-16,9-2-11 0,-9 5 6 0,-3 5 1 15,0 0-7-15,-1 3 1 0,4 3-1 0,-5 0 1 16,-8 1-1-16,15 6 5 0,-7-1 0 0,-3 2 1 16,1 3-3-16,-1-1 5 0,-1 3 1 0,0-1-10 15,1 2 8-15,-1-1 1 0,-3 0 5 0,2 0-2 16,-1 0-11-16,1-2-35 0,1 2-32 0,-2-4-39 16,3 1-39-16,2-1-63 0,0-4-45 0,2 1-255 15,-1-4-564-15,-8-1 251 0</inkml:trace>
  <inkml:trace contextRef="#ctx0" brushRef="#br0" timeOffset="154154.34">8277 10967 166 0,'1'-18'227'0,"2"2"6"0,-2 3 15 0,1 3 8 0,0 4-10 16,-1-1-24-16,-1 7-21 0,2-9-21 15,-2 9-14-15,0 0-5 0,0 0 20 0,0 0 6 16,-4 38-3-16,-3-11-6 0,1 1-2 0,-2 1-26 15,2 1 11-15,-2 1-13 0,2-1-10 0,-2-1-8 16,1-1-13-16,3 1-6 0,0-3-15 0,0 2-10 16,0-9-6-16,2-1-8 0,0-2-9 0,1-3-5 15,2 0-6-15,-2-3-4 0,2 2-3 0,1-1-6 16,-1-5-19-16,-1-6-12 0,9 13-27 0,-3-9-35 16,1 0-31-16,0-2-36 0,2-2-33 0,-9 0-29 0,16-2-34 15,-6-3-39-15,1 1-37 0,-2-3-34 16,1-1-195-16,-2-2-564 0,-3 0 251 0</inkml:trace>
  <inkml:trace contextRef="#ctx0" brushRef="#br0" timeOffset="154306.54">8093 11056 164 0,'-11'0'193'0,"3"0"-17"0,8 0-11 0,-12-1-9 15,12 1-10-15,-10 0-13 0,10 0 3 0,0 0-11 16,0 0-11-16,0 0-8 0,0 0-9 0,33 14-5 0,-13-12-27 15,10 0-42-15,5 0-59 0,17-2-58 16,2 0-70-16,-4 0-103 0,2-2-288 0,0 1 128 16</inkml:trace>
  <inkml:trace contextRef="#ctx0" brushRef="#br0" timeOffset="154791.21">9127 11111 121 0,'-5'-6'231'16,"-4"2"-12"-16,-5 0-14 0,1 6-13 15,-6-1-9-15,0 6-11 0,-7 4 11 0,-1 3-6 16,2 4-8-16,1 0-14 0,3 1-12 0,3 1-12 16,1-1-3-16,5-2-15 0,4 0-5 0,2 1-12 0,2 0-10 15,3 0-2-15,1-2-11 0,2 0-10 16,2 0-1-16,4 0-7 0,3-3-2 0,3 0-5 16,2-1-7-16,1-1 0 0,10-2-12 0,1-2-26 15,-7-3-31-15,6 1-35 0,-6-3-38 0,1 1-48 16,0-5-47-16,7 2-52 0,-7-2-183 0,6-5-464 0,-9 4 205 15</inkml:trace>
  <inkml:trace contextRef="#ctx0" brushRef="#br0" timeOffset="156170.16">9433 11116 231 0,'3'-11'240'0,"2"0"-9"0,-3 0-19 16,0 1-3-16,-1-1-9 0,-1 0-1 0,2 2 2 0,-1-1-8 16,0 3-9-16,-1 7 4 0,2-11-7 0,-2 11-12 15,1-9-13-15,-1 9-18 0,0 0-14 0,0 0-13 16,0-11-13-16,0 11-13 0,0 0-9 16,0 0-11-16,0 0-8 0,0 0-11 0,0 0 1 15,0 0-2-15,0 0-9 0,0 0-2 0,0 0 2 0,-1 28-6 16,1-28-6-16,0 10-3 0,0-10 8 0,0 10 1 15,0-10-13-15,0 0-2 0,1 11-1 16,-1-11 3-16,0 0-5 0,-1 6 3 0,1-6-1 16,0 0-3-16,0 0-1 0,0 0 4 0,-2 8 4 0,2-8-2 15,0 0 5-15,0 0-9 0,0 0 6 0,0 0 10 16,0 0-3-16,0 0 6 0,0 0 3 16,0 0 0-16,0 0 0 0,0 0 2 0,0 0-9 0,0 0 2 15,0 0 2-15,0 0-9 0,0 0-1 16,0 0-6-16,0 0 6 0,0 0-7 0,0 0-4 0,0 0 8 15,0 0-20-15,0 0 9 0,0 0 6 0,0 0-7 16,0 0-2-16,0 0 4 0,0 0 1 0,0 0 0 16,0 0-4-16,0 0-17 0,0 0 21 0,0 0-5 15,0 0 1-15,0 0 5 0,0 0 1 0,0 0-3 16,0 0 5-16,0 0-15 0,0 0 8 0,0 0-2 16,0 0-1-16,0 0 2 0,0 0-7 0,0 0 9 15,0 0-2-15,0 0-8 0,0 0 6 0,0 0-1 16,0 0-1-16,0 0-4 0,0 0 1 0,0 0-3 15,0 0 9-15,0 0-4 0,0 0-1 0,0 0 7 16,0 0-20-16,0 0 13 0,0 0 11 0,0 0 0 16,0 0 3-16,0 0-5 0,0 0-8 0,0 0 15 15,0 0 2-15,0 0 0 0,0 0 1 0,0 0-5 16,0 0 4-16,0 0-3 0,0 0-6 0,0 0 3 16,0 0-2-16,0 0-1 0,-5-24-5 0,5 24-1 15,0 0 6-15,0 0-6 0,0-11 2 0,0 11 2 16,0 0-17-16,0 0 15 0,-1-10-2 0,1 10 0 15,0 0-13-15,0 0 14 0,1-9 3 0,-1 9-2 16,0 0-2-16,0 0 1 0,-2-9-4 0,2 9 4 16,0 0 5-16,0 0-5 0,0-8 5 0,0 8-4 15,0 0-4-15,0 0 6 0,0 0-2 0,0-10 5 16,0 10-2-16,0 0-3 0,0 0 2 0,0 0 2 16,0 0-1-16,0 0-6 0,0 0 0 0,0 0 6 15,0 0-17-15,0 0 10 0,0 0 3 0,0 0-5 16,0 0 4-16,0 0 0 0,0 0-4 0,1-8 1 15,-1 8 4-15,0 0-1 0,0 0-3 0,0 0-3 16,0 0-7-16,0 0 13 0,0 0-5 0,0 0-15 16,0 0 18-16,0 0 4 0,0 0 0 0,0 0-2 15,0 0-7-15,0 0 4 0,0 0 2 0,0 0 0 16,0 0-3-16,0 0 2 0,0 0 3 0,0 0-4 16,0 0 0-16,0 0 0 0,0 0 1 0,0 0 1 15,0 0 1-15,0 0 0 0,0 0 0 0,0 0-4 16,0 0 0-16,0 0 0 0,0 0 2 0,0 0 1 15,0 0 1-15,0 0-4 0,0 0 1 0,0 0-12 16,0 0 16-16,0 0 0 0,0 0 3 0,0 0-2 0,0 0-8 16,0 0 3-16,0 0 1 0,0 0 2 0,0 0 4 15,0 0-9-15,0 0-10 0,0 0 18 16,0 0 0-16,0 0-5 0,0 0 1 0,0 0-4 16,0 0 0-16,0 0 9 0,0 0-10 0,0 0 7 0,0 0-6 15,0 0-3-15,0 0-15 0,0 0 28 16,0 0-6-16,0 0-3 0,0 0-1 0,0 0 2 15,0 0-15-15,0 0 22 0,0 0-4 0,0 0-1 16,0 0-2-16,0 0-11 0,0 0 12 0,0 0 3 0,0 0 6 16,0 0-3-16,0 0 0 0,0 0-2 0,0 0-3 15,0 0 5-15,0 0 2 0,0 0-4 16,0 0 2-16,0 0-3 0,0 0 1 0,0 0 1 0,0 0-2 16,0 0 0-16,0 0-4 0,0 0 1 15,0 0-1-15,0 0 8 0,0 0-3 0,0 0-2 0,0 0 2 16,0 0-1-16,0 0-2 0,0 0 0 0,0 0 5 15,0 0 4-15,0 0-19 0,0 0 11 0,0 0 3 16,0 0-1-16,0 0-3 0,0 0 5 0,0 0-3 16,0 0-3-16,0 0 1 0,0 0-2 0,0 0-13 15,0 0 14-15,0 0-14 0,0 0 12 0,0 0-2 16,0 0-4-16,0 0-2 0,0 0 0 0,0 0 4 16,0 0 1-16,0 0-2 0,-4 23-9 0,2-10 10 15,-2 3 2-15,-1 9 11 0,-1-2 11 0,0 4-8 16,1 0 13-16,-3 1-1 0,1 0-5 0,-2-2 4 15,2 3 0-15,0-3 2 0,0-1-7 0,2 3 8 16,0-4-2-16,1-7 5 0,2 1-8 0,-1-2-1 16,-1-4 0-16,3 5-4 0,-1-2-5 0,-1-3 2 15,2 0 0-15,-1 0-3 0,1-2 4 0,1 0-4 16,0 0-10-16,-1-3 14 0,-1 1-2 0,2-8-4 16,-1 13-12-16,1-13-11 0,0 0-27 0,-2 14-18 15,2-9-28-15,0-5-29 0,-2 8-17 0,2-8-27 16,0 0-27-16,0 0-43 0,0 0-25 0,0 0-60 15,0 0-27-15,0 0-215 0,-12-23-607 0,12 23 269 16</inkml:trace>
  <inkml:trace contextRef="#ctx0" brushRef="#br0" timeOffset="156471.1">9592 11124 33 0,'5'-5'190'0,"-2"0"-19"0,-3 5-8 0,5-4 10 16,-5 4-5-16,0 0-10 0,0 0-10 0,0 0-12 15,0 0-12-15,-22 19-7 0,15-12-11 0,-7 3-10 16,-1 1-10-16,1-1-10 0,-3 0-3 0,0 0-8 16,0-2-6-16,-1 1-5 0,4-3-6 0,2 1-3 15,1-2-7-15,2-1 1 0,2-1-5 0,0-1 7 16,7-2 1-16,-10 4-2 0,2-4-2 0,8 0-5 16,0 0-3-16,-11-2-2 0,11 2-2 0,0 0-4 0,-9-2-2 15,9 2-1-15,0 0-7 0,0 0-2 16,0 0-4-16,0 0-1 0,0 0-3 0,0 0 1 15,0 0 3-15,19 22-5 0,-11-13 2 0,0-2-1 16,-1 3 7-16,3-2-6 0,2 3 1 0,1 1 0 16,-1-1-1-16,5-2-22 0,-3 1-26 0,4-1-44 15,1-4-56-15,8 2-47 0,-5-3-195 0,-2-4-420 16,2-1 186-16</inkml:trace>
  <inkml:trace contextRef="#ctx0" brushRef="#br0" timeOffset="156737.31">9862 11008 73 0,'1'-7'250'0,"-1"7"-16"0,0-10-17 0,0 10-26 16,0-8-21-16,0 8-19 0,0 0-13 0,0 0 15 0,0 0 11 16,-1 34-2-16,-6-9-13 0,5 1-8 0,-3 3-4 15,-2-3-9-15,1 3-4 0,2 0-7 0,0-2-4 16,1-3-5-16,1-5-6 0,-2 1-16 15,0 0-1-15,2-2-9 0,-2-1-8 0,3 1-4 0,1-6-8 16,1 0-8-16,2-2 3 0,-1 2-12 0,1-3-2 16,3-1-2-16,-2-1-20 0,1-2-22 15,0-2-29-15,3 1-29 0,-2-2-31 0,-6-2-30 16,16 2-47-16,-16-2-47 0,20-6-39 0,-12 1-191 16,2-1-488-16,-2-3 216 0</inkml:trace>
  <inkml:trace contextRef="#ctx0" brushRef="#br0" timeOffset="156886.53">9762 11130 46 0,'-6'-2'171'0,"6"2"-15"0,-10-4-7 0,10 4-26 16,0 0-8-16,0 0-15 0,0 0-3 0,0 0-13 16,0 0-4-16,0 0-10 0,33 11-39 0,-6-9-57 15,6 4-56-15,4-2-104 0,0-1-201 16,15 0 89-16</inkml:trace>
  <inkml:trace contextRef="#ctx0" brushRef="#br0" timeOffset="157403.57">10379 11487 37 0,'6'4'292'0,"-6"-4"-2"0,6 4-6 0,-6-4-12 0,0 0-17 15,14-8-5-15,-8 3-17 0,1-1-11 0,2-1-9 16,0-2-14-16,2-4-8 0,3 2-11 0,-1-3-13 15,4 1-8-15,2-5-13 0,-5 3-7 0,-1 0-16 16,1-1-8-16,-5-1-9 0,1-1-14 0,3-6-5 16,-7 7-11-16,2-2-14 0,-3 4-1 0,0 3-8 15,-1-1 2-15,0 4-5 0,-3 2-4 0,4 1-8 16,-4 1-5-16,-1 5-8 0,0 0-7 16,0 0-1-16,0 0-2 0,0 0-1 0,0 0 5 15,-11 29 8-15,3-15-16 0,2 3 5 0,-1-2-2 0,2 0-3 16,3 1-3-16,0-1 15 0,2-2-13 0,2-2-2 15,0 0-1-15,1-1 2 0,1-1-1 0,2 1-22 16,2-3 17-16,2-2 4 0,0 0 3 0,3-3-3 16,1-1 12-16,6-1-28 0,-4-2 19 0,4 1 0 15,-8-2-3-15,-1 1 2 0,2-3 0 0,-1 1-3 16,-1-3-13-16,-3 1 19 0,1-2-9 0,1-2 3 16,-4 0 9-16,1-1-24 0,-2 0 8 0,1-3 4 15,-1 2-3-15,-2 1 4 0,0 2-3 0,1 0 0 16,-2 2 3-16,-2 7-16 0,6-9 3 0,-5 5-2 15,-1 4-3-15,0 0 6 0,0 0 2 0,0 0 0 16,0 0 9-16,-6 29 2 0,1-18 7 0,-3 5-1 16,4 0 2-16,-2 1-1 0,-2 0-1 0,3 2-2 15,-1-1 5-15,-2 0-8 0,2-1-1 0,1 2 3 16,1-3-2-16,0 0-6 0,-1-5-3 0,5 2-29 16,-1-4-31-16,-1 3-28 0,0-4-31 0,1-1-34 15,-2 0-30-15,3-7-35 0,0 0-37 0,-6 14-38 16,2-11-53-16,4-3-179 0,-13 4-571 0,13-4 253 15</inkml:trace>
  <inkml:trace contextRef="#ctx0" brushRef="#br0" timeOffset="157576.71">10477 11017 146 0,'0'0'242'0,"0"0"-31"0,-4-9-22 0,4 9-20 16,0 0-23-16,0 0-30 0,0 0-53 16,0 0-69-16,0 0-77 0,23 9-117 0,-8-3-214 15,2-1 94-15</inkml:trace>
  <inkml:trace contextRef="#ctx0" brushRef="#br0" timeOffset="158114.15">11461 11786 139 0,'-7'-11'170'0,"4"0"-5"0,0-7-27 0,6-1 6 16,3-8-4-16,3-1-1 0,5-1-9 0,11-13-12 0,-5 14-5 16,12-10-9-16,3-1-5 0,6 3-12 15,-1-3-2-15,1 0-10 0,2 1-7 0,-1 3-3 16,3 1-7-16,-7-1-9 0,0 0-2 0,-4 1-4 16,-10 12-1-16,-2-3 3 0,-7 4 20 0,-2 5 0 0,-4 1-5 15,-5 2-7-15,-2 1-4 0,1 2-6 16,-6-2-3-16,1 2-6 0,-6 3-2 0,-2-1-8 15,-1 2 3-15,-1 4-8 0,-2 2 0 0,-4 2-3 16,-2 4-2-16,-2-1-3 0,5 5-1 0,-1 1-1 0,5 2-1 16,1 1-3-16,4 2 6 0,5 0-7 0,1 0 2 15,5 4-3-15,3-2 0 0,8 3 0 16,3 1 1-16,4-1-2 0,4-2 2 0,-1-1-2 16,2 1 0-16,0-1-4 0,-1-1 4 0,-1 0-3 0,-4-1 2 15,-4-3-1-15,-3 1 1 0,-1 0-4 0,-5-4 1 16,-1-1 9-16,-2 1-7 0,-3 0 0 0,-2 2 3 15,-3-1-4-15,-4-1 1 0,-1-1 4 0,-6 1 0 16,-2-1-2-16,1 0-2 0,-11 1 4 16,6-4 0-16,-4 2-1 0,3-4-3 0,2-1-8 0,-1-1-7 15,4 1-10-15,2-1-7 0,5 0-12 0,-1-2-22 16,5 0-34-16,6 0-52 0,-10-3-54 0,10 3-176 16,0 0-413-16,0 0 183 0</inkml:trace>
  <inkml:trace contextRef="#ctx0" brushRef="#br0" timeOffset="158791.16">12295 11168 166 0,'2'-11'215'15,"1"1"-4"-15,2 2-8 0,-5 1-2 0,0 7-6 16,4-9-15-16,-4 9-17 0,3-9-19 0,-3 9-13 16,0 0-15-16,0 0-6 0,0 0-3 0,0 0 2 15,4 29 5-15,-7-10-2 0,1 5-5 0,-2 0-12 16,-3 2-4-16,2-2-8 0,1 1-8 0,1-6-10 15,-1 7 1-15,-3-2-5 0,2 0-5 0,1-7-3 16,2 2-6-16,-1-1-4 0,1-3-5 0,0-3-7 16,2 1-3-16,-2-3 1 0,2-1-3 0,0 1 2 15,0-10-6-15,0 12-1 0,-2-7 2 0,2-5-2 16,0 0-2-16,-2 9-2 0,2-9-1 0,0 0 2 16,0 0 0-16,0 0 0 0,0 0-7 0,0 0 0 15,0 0-6-15,22-14-9 0,-12 1 2 0,2 1 5 16,2 0-14-16,1-4-7 0,8-1 1 0,-8 4 1 15,1 2 0-15,1 3 2 0,-4-2 1 0,0 4-1 16,1-1 15-16,-3 4-18 0,1 0 1 0,-6 2 2 16,1 1 10-16,-7 0-10 0,10 2 2 0,-4 2 5 15,3 0-2-15,-5 0-1 0,1 1 0 0,1-1 3 16,1 2 2-16,-2-2-1 0,2-1 6 0,-1 2-4 16,2 1 4-16,-2-2-3 0,2-1 6 0,-1-2 0 15,4 2-1-15,-5-2 1 0,-6-1-3 0,17-1 5 16,-9-2-1-16,0 0-1 0,-1 0-1 0,-1 0 1 0,0-3 1 15,2-1 1-15,-2 0-2 0,-1 1 13 16,-1 2-12-16,-4 4-5 0,4-7 1 0,-4 7-3 16,5-7 0-16,-5 7-2 0,0 0 2 0,4-5 0 15,-4 5 3-15,0 0-5 0,0 0 0 0,-2 22-2 0,0-12 3 16,0-1 3-16,-2 4-3 0,4-2-1 0,0 1 4 16,0 0-3-16,1-1 15 0,2 1-14 15,-1-1 1-15,2-2 3 0,1-2-1 0,2-1 3 16,-1-3-2-16,1 0 5 0,7-1-4 0,-3 0 4 0,3-4-3 15,-1 0 3-15,-2-3-1 0,3 0 1 16,-1-4-1-16,-1 2-4 0,-3-3 2 0,-1 0-1 16,-1-1 12-16,1-4-11 0,-2 1-1 0,-2-2 2 15,-2 3-1-15,-2-4-2 0,-2 0-2 0,2 4 3 0,-4-3-5 16,0 2 3-16,1 3-2 0,-4 3-2 0,3-2-5 16,1 3-3-16,-3 3-25 0,1-1-17 0,5 5-24 15,-14-3-15-15,4 3-26 0,-1 3-32 0,-1 2-26 16,3-1-39-16,0 5-23 0,0-1-154 0,4-3-426 15,3 2 189-15</inkml:trace>
  <inkml:trace contextRef="#ctx0" brushRef="#br0" timeOffset="159254.31">12915 11344 129 0,'10'-4'222'0,"-10"4"-3"16,0 0-8-16,8-3-9 0,-8 3-17 0,0 0-19 15,0 0-17-15,0 0-5 0,0 0 5 0,0 14-3 16,0-14-6-16,-4 20-10 0,0-13-4 0,-1 3-23 15,2 2-4-15,1-1-10 0,-2 1-11 0,4 5-6 16,-1-3-3-16,1-1-8 0,1 2-6 0,3-4 10 16,-2-3-20-16,3 1-5 0,0 0 2 0,3-2-5 15,-1 0-3-15,3-3-1 0,-1-1-9 0,3-3 3 16,0 0-2-16,1-1-1 0,0-3-5 0,-1-1-2 16,-1 1-1-16,-1-3 1 0,-1-2-3 0,1 0 1 15,-1-4-2-15,-3 3-4 0,2 0 9 0,-4-1-12 16,1 0 0-16,-1 0-3 0,0 2 9 0,-4 2-9 15,0 7 0-15,6-10-7 0,-6 5 8 0,0 5-13 16,0 0 6-16,0 0-5 0,0 0 0 0,0 0 2 16,0 0 3-16,-18 29 0 0,13-12-2 0,-4-2 3 15,2 1 1-15,3-4 1 0,1 2-2 0,1-3-2 16,0 1 2-16,2-1 3 0,4-4 0 0,-1 1 2 0,3 1-1 16,4-2 0-16,-1-4 2 0,5-3-1 15,-1 2 1-15,5-6 6 0,1-1-4 0,-2 1-2 16,2-5 3-16,-2 0 2 0,0 3 8 0,-5-1 0 15,3-2-3-15,-3-5 1 0,-1 1 0 0,-1-1 0 0,0 0-1 16,-3 2-3-16,1-4-1 0,-5 1-5 0,1-2-3 16,1-1 0-16,-3 2-5 0,-2-1-5 0,1 5 1 15,1 2-11-15,-2 1-9 0,0 1-16 16,0 8-30-16,-2-11-35 0,2 11-17 0,-6-3-22 16,6 3-30-16,0 0-24 0,-22 20-33 0,11-8-180 0,0 4-447 15,2 0 199-15</inkml:trace>
  <inkml:trace contextRef="#ctx0" brushRef="#br0" timeOffset="159490.19">13306 11590 206 0,'4'-6'204'0,"-4"6"3"16,7-11-2-16,0 3-8 0,-2-2-5 0,-1 3-7 16,0-2-5-16,1-3-11 0,1 2-12 0,4-4-17 15,3-2-1-15,1 2-7 0,3 3-4 0,-2-1-4 16,2 1-1-16,3 4-4 0,-4-1-1 0,2 5-10 15,-5 0-13-15,1 2-8 0,-1 0-5 0,-1 6-9 16,-1-2-3-16,-2 3-2 0,-2 1-7 0,0 5 0 16,1 3-6-16,-6-1-2 0,1 2-4 0,-3-3-10 15,-2 1-12-15,1 2-21 0,-1-4-50 0,0 1-29 16,-4-2-48-16,1 0-33 0,-4 2-65 0,6-2-56 16,-5-1-221-16,1-1-537 0,1-1 238 0</inkml:trace>
  <inkml:trace contextRef="#ctx0" brushRef="#br0" timeOffset="160322.1">14164 11421 202 0,'0'0'268'0,"-2"-10"-12"0,2 10-16 0,-4-7-22 0,4 7-28 16,0 0-21-16,0 0-17 0,0 0-17 0,0 0-15 15,0 0-1-15,0 0-12 0,-10 23-8 0,10-11-7 16,0 0-4-16,0 6-11 0,2-2-6 0,-2-4-7 15,4 4-2-15,0-2-8 0,0-1-5 0,2-3-5 16,1 2-1-16,2-3-4 0,-2 2-2 0,0-6-3 16,6 0-1-16,-3 1-5 0,0-1-3 0,4-1-1 15,-1-2 2-15,0-3-4 0,1 0-4 0,1-3 1 16,-2 1 6-16,-3-3-10 0,-3 2-2 0,3-2-2 16,-1-3 3-16,-3-1-3 0,3 1 1 0,-4-1-4 15,3-6-2-15,-5 1-3 0,1 0 3 0,-2 0-5 16,-1 2-5-16,-1 0 2 0,3 3 1 0,-3-2-2 15,0 3-1-15,1 3-2 0,-1 6 5 0,0-9-8 16,0 9 0-16,0 0-2 0,4-9 6 0,-4 9-3 16,0 0 1-16,0 0 2 0,18 14-4 0,-13-6 5 15,4-1 3-15,0 3-5 0,0-2 5 0,2 0-4 16,3 2 6-16,-5-1 7 0,8 0-7 0,-3-1 1 16,2 0 1-16,2-1-1 0,0-3 2 0,-1 0 1 15,1 0 1-15,-6-2-1 0,1 0 5 0,-1-1-3 0,-4-1-1 16,2-1-3-16,-3-2 2 0,-1-2 1 0,0 0-9 15,-1-3-4-15,-4-1-1 0,0-1-7 0,-1-1 0 16,-2 0-4-16,-2-4-1 0,-1-2 0 16,-3 1 6-16,1 0-3 0,0 1 2 0,0 1 4 0,4 1 1 15,-3 4-3-15,4 3 3 0,-2 0 4 0,4 6-3 16,-5-11 0-16,5 11 3 0,0-7-3 0,0 7 0 16,0 0 1-16,0 0 8 0,16-4-5 0,-4 3-1 15,1 1 4-15,9-1-1 0,-2 1-1 0,11 0-1 16,0-3 0-16,-3 2 6 0,-6 0-3 0,-1-2 2 15,8-1-1-15,-10 0-1 0,-2 1 2 0,-4 1 2 16,1 1-1-16,-3-3 2 0,-1 1-1 0,0 1-2 16,-6-1 4-16,1-1 6 0,-5 4 4 0,8-6 1 15,-8 6 10-15,5-4-3 0,-5 4-4 0,7-1 4 16,-7 1-14-16,0 0-3 0,0 0-3 0,0 0 4 16,0 0-3-16,5 14 4 0,-5-3 13 0,-1 1-10 15,-1 5 8-15,-2-3-11 0,-1 4 3 0,1 0 0 16,1 0-4-16,-1 1 9 0,0-2-11 0,2 1-23 15,-3-3-18-15,4 2-22 0,-5 0-22 0,5-1-31 16,0-4-52-16,0-3-51 0,0 2-222 0,-2-2-472 16,-1 1 209-16</inkml:trace>
  <inkml:trace contextRef="#ctx0" brushRef="#br0" timeOffset="160478.51">14845 11217 1634 0,'-2'-17'24'0,"0"0"-4"0,-1 6 5 16,3 1-11-16,-2 3-25 0,2 7-29 0,0-10-17 15,0 10 2-15,0 0-4 0,6-8-14 0,-6 8-34 0,12 0-15 16,-12 0-78-16,18 6-214 0,-5-3 94 16</inkml:trace>
  <inkml:trace contextRef="#ctx0" brushRef="#br0" timeOffset="160698.43">15164 11162 188 0,'0'0'203'0,"0"0"-10"16,6-3-12-16,-6 3-19 0,0 0-20 15,0 0-15-15,0 0 0 0,8 10 19 0,-5-2 9 0,-2 4 2 16,-2 4-9-16,-2 3-7 0,-2 2-7 0,4 3-7 16,-6 4-6-16,1 0-13 0,2-2-10 0,-3 3-8 15,4-2-9-15,-1-1-7 0,-3 3-4 16,3-3-7-16,0-7-12 0,2 0-5 0,-1 0-11 0,0-2-15 15,2-4-21-15,-2-1-26 0,2-2-28 0,-2-2-23 16,3 0-30-16,0-8-16 0,-2 12-34 0,2-12-27 16,0 0-35-16,0 0-152 0,0 0-403 0,0 0 178 15</inkml:trace>
  <inkml:trace contextRef="#ctx0" brushRef="#br0" timeOffset="161090.53">15105 11446 73 0,'9'-6'100'0,"-2"-2"-5"0,6-3-3 0,6 0-8 15,5-2 12-15,-8 6-7 0,4-3 0 0,-1 1-4 16,-2-3-4-16,3 3 0 0,-3-2 1 0,0 0-1 16,-4 1-4-16,2-1 1 0,-2-2 4 0,-2 1-4 15,-1-3 0-15,-3 2 3 0,0 2 1 0,-1 0-6 16,-3 2-3-16,0-2-3 0,1 3-6 0,-1 1 0 16,-1 1-11-16,-2 6-6 0,3-9-9 0,-3 9-6 15,0 0-1-15,0 0-5 0,0 0 4 0,-3 33 1 16,-7-11 3-16,-1 5-4 0,3-4-2 0,0 5-1 15,-1 1-5-15,2-2 0 0,1-3-7 0,2 0 5 16,-2 2-2-16,3-9-1 0,0 0-2 0,2-1 2 16,-2-4-2-16,3-2-4 0,-1-3-2 0,0-1-2 15,1-6 8-15,-3 10 10 0,3-10 6 0,0 0 11 16,5 8-12-16,-5-8-2 0,13-2-1 0,-13 2-2 16,17-7-1-16,-9-1 0 0,3 3-5 0,0-3 0 15,6 0-3-15,-7 3 0 0,2 1 4 0,-1-1 1 16,-2 2-5-16,-1 0-3 0,-8 3-1 0,13 1-1 15,-13-1-3-15,9 6 1 0,-6 1 0 0,2-1 2 16,-3 5 0-16,-1-3-5 0,-1 4 3 0,-1-2 0 16,1 3-18-16,-2-2-23 0,-1 5-37 0,3 0-31 15,2-1-60-15,2-2-64 0,0-3-199 0,6 3-459 16,3 1 203-16</inkml:trace>
  <inkml:trace contextRef="#ctx0" brushRef="#br0" timeOffset="161420.07">16098 11359 49 0,'0'0'266'0,"0"-9"-21"16,0 9-21-16,0 0-19 0,0-10-23 0,0 10-22 16,0 0-11-16,0 0 4 0,0 0-4 0,0 0 1 15,3 32-4-15,-5-14-10 0,1 8-8 0,-1 1-13 16,-1-1-12-16,-4 2-10 0,3 1-7 0,2 0-11 16,-3-2-2-16,1 0-10 0,-1 1-6 0,-2-3-7 15,3 3-12-15,-1-9-25 0,1 0-19 0,-1 0-27 16,0-4-25-16,-2 1-36 0,3-4-34 0,4-2-43 15,-1-3-50-15,0-1-179 0,1-6-433 0,-4 8 192 16</inkml:trace>
  <inkml:trace contextRef="#ctx0" brushRef="#br0" timeOffset="161940.84">16069 11536 98 0,'13'-10'150'16,"1"-1"-15"-16,1 3-4 0,3-3-1 0,-3 1-4 0,4 2-6 15,-1-1-1-15,3 2-13 0,-3-4-1 0,-2 3-7 16,1 0 0-16,-2-1-5 0,2 1 2 0,-4 0-4 16,2-3-8-16,-5 3-2 0,0 0-10 15,-1 0 0-15,-1-2-8 0,-2 1-4 0,1 0-8 0,0 1 0 16,-2-1-6-16,-1 2-1 0,-1 3-7 0,-3 4-1 16,6-9-5-16,-3 6-7 0,-3 3-2 0,0 0-3 15,0 0-2-15,0 0 0 0,0 0-4 16,0 28 2-16,-5-9-3 0,0-1-1 0,-1 7 1 0,3 1 1 15,-4 1-4-15,1-1 2 0,0-1-2 0,0 0 7 16,0-1-11-16,1-6 1 0,2 0 1 0,1 0-1 16,-2-3-3-16,3 1 3 0,-1-6-4 15,0 0-3-15,2-2-2 0,0 0-3 0,0-8-3 0,0 11-5 16,0-11 0-16,1 12 4 0,-1-12 1 0,3 5 2 16,-3-5-1-16,10 5 0 0,-4-4 1 15,2 1 2-15,4-2 2 0,-2 2 5 0,1 0 7 0,0-2 1 16,1 0 3-16,2 0-1 0,0 2-6 0,3-2 5 15,1 0-2-15,-5-2 1 0,6 2-2 0,-1-4 2 16,1 0-3-16,-3 0 1 0,2-1-1 0,-4 2 3 16,0-3-4-16,-2-1-2 0,-1 0-4 0,-3-2 8 15,1 1 0-15,-1-2 6 0,-4 1-3 0,1-3 9 16,-3 3-2-16,1-2 0 0,-2-1 0 0,-2 0 2 16,1 2-1-16,-1 3-1 0,-2-1-4 0,3 8 1 15,-6-11 0-15,-1 7-5 0,7 4-1 0,-13-2-3 16,3 5-1-16,-1 3 2 0,-3 3-4 0,0 0 3 15,2 4 0-15,0 1-3 0,4 2-22 0,0-1-26 16,3 2-38-16,1 2-58 0,5-2-61 0,1 0-214 16,3 0-449-16,7 0 198 0</inkml:trace>
  <inkml:trace contextRef="#ctx0" brushRef="#br0" timeOffset="162348.04">17664 11328 157 0,'-4'-15'213'0,"3"-2"6"0,-3 5-10 16,0 1-8-16,0 2-10 0,0 0-4 0,2 3-26 15,2 6-18-15,-9-3-14 0,9 3-2 16,-18 12-5-16,4 3 5 0,-4 9-7 0,-4 6-2 16,3 1-5-16,-5 15-4 0,3-1-4 0,3-1-6 0,2 0-6 15,4-10-9-15,0 10 1 0,5-10-6 0,1-1-9 16,1 2 0-16,3-1-3 0,-3 0-17 0,3-4 3 15,1 1-8-15,-1-2-7 0,2-3-3 16,0-8-15-16,-1 2-19 0,1-4-15 0,-1-5-33 0,-1 3-24 16,4-3-19-16,-2-2-23 0,-2-2-20 0,2-7-24 15,0 10-35-15,0-10-21 0,-2 5-47 16,2-5-132-16,0 0-425 0,0 0 189 0</inkml:trace>
  <inkml:trace contextRef="#ctx0" brushRef="#br0" timeOffset="162754.84">17297 11707 123 0,'-1'-8'146'16,"1"8"-18"-16,5-9-13 0,0 6-8 0,7-2-8 15,5 1-10-15,4 1-5 0,7-1-7 0,1 1-4 16,1-2-8-16,2 0-6 0,-2 5-5 0,1-4-4 16,0 0 0-16,-3 0 1 0,-1 1-9 0,-1-1-2 15,-5 1 6-15,-8 0 2 0,-3 2 2 0,-1-1 12 16,-3 0 5-16,-6 2 1 0,13-3-2 0,-13 3-2 15,10-3-5-15,-10 3-3 0,5-2-14 0,-5 2 6 16,0 0-4-16,0 0 2 0,0 0 3 0,0 0 6 16,-21 10-5-16,16-4-4 0,-1 0 0 0,2 1 0 15,1 2-4-15,-2-4-7 0,3 4 0 0,0 0-3 16,2-2-2-16,0-7-4 0,4 17-5 0,1-11 1 16,2 1 1-16,0-1-3 0,2 0 3 0,1 0-7 15,1-2 1-15,2-1-6 0,1 0 2 0,-2-2-1 16,3-2 2-16,-3 0-2 0,5-3 2 0,-4-1-2 15,-1-1 0-15,-3 3-5 0,1-5-1 0,-2 0-1 16,-1-3 0-16,-4-1 0 0,-3 0-1 0,-1-1 2 16,-2-4-7-16,-5 3-7 0,2 3-4 0,-3-3-11 0,0 5-3 15,-4-3-5-15,4 5-9 0,-1 3-14 0,-3 0-9 16,2 2-13-16,-7 4-22 0,8 2-25 16,-3-1-32-16,1 3-19 0,3 0-24 0,3 1-120 15,6-7-345-15,-7 10 152 0</inkml:trace>
  <inkml:trace contextRef="#ctx0" brushRef="#br0" timeOffset="162990.04">17994 11413 137 0,'1'-13'222'0,"0"4"-1"0,0 1 4 15,-1 8-15-15,0-11-22 0,0 11-18 0,2-8-23 16,-2 8-12-16,0 0-11 0,0 0 8 0,0 0-5 15,-3 33-5-15,-2-7-2 0,1 4-8 0,0 0 3 16,-3 0-13-16,-1 0-8 0,3 2-12 0,0-4-6 16,1 1-5-16,-1 1-8 0,-2-2-6 15,5-1-9-15,-2-7-17 0,0 5-34 0,3-8-31 0,2 1-35 16,-2-3-25-16,0-1-47 0,2-5-51 0,0 2-49 16,1-6-153-16,1 0-425 0,-3-5 189 0</inkml:trace>
  <inkml:trace contextRef="#ctx0" brushRef="#br0" timeOffset="163221.5">18212 11416 4 0,'1'-6'209'0,"-1"6"-9"0,7-5-2 16,-7 5-1-16,0 0 20 0,0 0-9 15,-9 34 0-15,4-16-4 0,0 11-11 0,-2-1-13 16,1-1-19-16,-2-3-14 0,3 5-18 0,0-2-5 15,0-3-18-15,0 0-13 0,1 1-5 0,-2-2-9 16,2-4-9-16,1-1-47 0,2-1-23 0,-2-1-31 16,2-5-23-16,0 3-33 0,-1-3-45 0,2-1-50 15,0-2-47-15,0-8-159 0,2 12-419 0,-2-12 186 16</inkml:trace>
  <inkml:trace contextRef="#ctx0" brushRef="#br0" timeOffset="163470.72">18255 11695 166 0,'0'0'178'0,"0"0"-2"0,0 0-4 16,0 0-7-16,0 0-5 0,9 12-6 0,-6-5-11 15,-3-7-17-15,8 9-12 0,-2-2-10 0,0-2-6 16,2 0-10-16,2 1-4 0,3-2-2 0,0-1-10 16,0-1-4-16,1 0 0 0,0-1-8 0,-1-2 6 0,-2-1 2 15,2 0 1-15,-3-2-2 0,-3 0 0 16,-2-2-3-16,1-1-4 0,-2-1-3 0,-3 0-6 15,-1-1-10-15,-1-3-2 0,-2 3-4 0,-2-2-6 16,-2-5-10-16,0 6-12 0,1 1-16 0,-3 1-23 16,0 1-22-16,1 1-20 0,-3 2-35 0,-1 2-37 0,2-1-26 15,0 2-29-15,10 1-169 0,-14 1-402 16,14-1 178-16</inkml:trace>
  <inkml:trace contextRef="#ctx0" brushRef="#br0" timeOffset="163940.47">18560 11591 162 0,'0'0'190'0,"0"0"-12"0,0 0-2 16,0 0-5-16,0 0 1 0,0 0 5 0,1 13-14 15,-1-13-11-15,-5 14-13 0,2-7-8 0,0 1-11 16,0 3-4-16,2-2-11 0,1 0-13 0,-2 1-6 16,2 0-8-16,0 0-6 0,0-2-9 0,2-1-6 15,-1 0-2-15,2 0-6 0,-1-1-5 0,-2-6-5 16,9 8 1-16,-5-4-4 0,2-2-3 0,-6-2-7 15,13 2 3-15,-4-2-6 0,-9 0 2 0,14-4-6 16,-6 0-4-16,2-1-2 0,-5-1-2 16,1-1-2-16,0-1-2 0,2-2-5 0,-4-1-2 0,1 3-3 15,-1-1 4-15,0 2-3 0,-3 1-1 0,-1 6-2 16,4-8 2-16,-4 8-8 0,2-6 6 0,-2 6-4 16,0 0 1-16,0 0-1 0,0 0 3 0,0 0-1 15,0 0 5-15,2 25-3 0,2-18 5 0,-3 0 0 16,0 1 5-16,3 0-4 0,0 2 3 0,2-3-2 15,3-1 1-15,4-1 5 0,-1 0 2 0,8-4-1 16,-2 1 3-16,2-4-2 0,1 1 1 0,-1-3 3 16,2-1-5-16,-2-2 0 0,-2 2 2 0,-1-5 12 15,0 3-3-15,-3-4 4 0,-1 3 0 0,-2-5 1 16,0 0-3-16,-5 1-3 0,-1-4 3 0,1 0-6 16,-1 1-1-16,-2 4-3 0,-1-4-3 0,0 1 1 15,-4 4 0-15,4-4-4 0,-4 5 1 0,2 2-9 16,0 7-17-16,0-12-21 0,0 12-24 0,-4-7-21 15,4 7-16-15,0 0-26 0,-20 7-27 0,12-1-31 16,-2 0-34-16,1 2-179 0,2 0-430 0,1-2 190 16</inkml:trace>
  <inkml:trace contextRef="#ctx0" brushRef="#br0" timeOffset="164136.87">19096 11548 4 0,'0'0'199'0,"8"-5"-3"0,-8 5-2 0,5-4-15 15,-5 4-9-15,0 0-17 0,9-3-10 0,-9 3 11 0,0 0-1 16,7 13-6-16,-5-7-1 0,-1 4-7 16,-1 2-4-16,0 0-20 0,0 3-11 0,-1 1-8 15,0 0-9-15,-2 1-6 0,1-2-11 0,-2-3-12 16,1-1-23-16,1 1-24 0,-2-1-23 0,1 2-24 0,1-1-33 16,-1-2-43-16,-1-2-54 0,3-1-43 0,0-2-153 15,-2 2-390-15,3-7 173 0</inkml:trace>
  <inkml:trace contextRef="#ctx0" brushRef="#br0" timeOffset="164303.62">19095 11322 26 0,'0'0'118'16,"0"0"-27"-16,12 17-14 0,-5-2-29 0,1 2-23 15,1 6-20-15,2 4-20 0,0 2-20 0,-1 0-22 16,0 0-62-16,-1 0 28 0</inkml:trace>
  <inkml:trace contextRef="#ctx0" brushRef="#br0" timeOffset="164521.81">19265 11716 15 0,'0'0'182'0,"0"0"0"0,0 0 6 0,0 0-16 0,0 0-9 15,0 0-15-15,0 0-6 0,0 0-6 0,0 0-6 16,-4-29-3-16,9 20-12 0,-2 0-9 0,3-2 1 15,-1 2-5-15,3-1-11 0,5-3-4 0,1 2-1 16,-3 3-5-16,0-1-6 0,-2 5-10 0,3-1-5 16,-1 2-5-16,-1 3-9 0,3 1-2 0,-4 3-7 15,2 1-8-15,-1 2 2 0,-2 0-2 0,-2 2-3 16,0 2-3-16,-3-1-3 0,4 1-6 0,-4 0-16 16,-1 0-17-16,0-1-15 0,-2 1-27 0,3 2-26 15,1-3-50-15,-2 0-24 0,5-4-33 0,-1 4-177 16,0-6-399-16,6-1 176 0</inkml:trace>
  <inkml:trace contextRef="#ctx0" brushRef="#br0" timeOffset="165076.44">19758 11565 55 0,'-7'-5'189'0,"-2"-2"7"0,-1 3 0 15,-4 1-7-15,1 3-4 0,-4 4-11 0,2 2-4 16,-2 0-15-16,6 0-8 0,-2 3-13 0,3-2-14 15,1 1-10-15,1 1-10 0,0-1-11 0,3 1-8 16,1 0-6-16,2 3-7 0,1-7-10 0,1-5-1 16,3 14-7-16,1-9-1 0,0 1-6 0,1-2-2 15,4-2-7-15,0 3 5 0,-2-3-9 0,1 1-3 16,-1-2-1-16,-7-1-4 0,14 0-2 0,-8-3-1 16,-6 3-5-16,13-3 2 0,-7 1-3 0,1-1 3 15,-2-1-2-15,-5 4 2 0,11-8-1 0,-7 4 16 0,-4 4-5 16,7-5 3-16,-7 5-4 0,5-5 1 0,-5 5-4 15,5-3 2-15,-5 3-16 0,0 0 4 16,0 0-2-16,1 17-1 0,-3-2 8 0,-3 4 10 16,-2 6 11-16,-1 5 4 0,1 0 8 0,-2 5 1 0,2-3 0 15,1 3-9-15,1-1 18 0,-3 1-10 0,5-1 8 16,0 1-6-16,0-3 2 0,3 2-1 0,2-1 4 16,-4 11 0-16,2-11-7 0,0-3 0 15,2 3-5-15,-2-5 2 0,0-1 5 0,-2 0-18 0,0-4-1 16,-1 2-8-16,-1-5-1 0,3-4-2 0,-4 0-4 15,0 0 0-15,1-4 5 0,-2-2-9 0,-1-2-3 16,0-3-1-16,-4-1 3 0,2-1 6 16,-1-3-2-16,-4-3-8 0,1 0-4 0,-3-6-4 0,-2 0-5 15,-3-8-7-15,2-4-14 0,1 0-12 0,2-1-4 16,4-3-3-16,5 0-2 0,0-7 0 0,7-1-4 16,7 1-14-16,4 1 0 0,11-12-3 0,-3 14-1 15,12-9-3-15,6 2-2 0,1 5 0 0,-6 9-2 16,10-5 1-16,2 1-7 0,-10 11-7 0,1 0-13 15,0 0-3-15,0 5-34 0,2 0-13 0,13-2-28 16,3 4-25-16,-1-1-33 0,0 4-157 0,0 1-425 16,5 1 189-16</inkml:trace>
  <inkml:trace contextRef="#ctx0" brushRef="#br0" timeOffset="165421.84">20666 11458 95 0,'4'-9'264'0,"-2"1"-12"0,0 2-7 0,-2 6-17 0,3-9-25 15,1 4-22-15,-4 5-16 0,0 0-22 0,0 0-2 16,0 0 3-16,0 0-9 0,-9 37 3 16,4-10-5-16,-4-2-4 0,-1 2 0 0,1 1 0 15,0 1-13-15,-1-2-12 0,1-1 0 0,0 3-11 0,1-2-12 16,1 0-2-16,0-4-11 0,1 2-11 0,-1 2 2 16,3-10-11-16,2 0-9 0,1-2-12 0,-1 0-33 15,2-2-31-15,-2-1-31 0,2-3-35 16,-1 1-39-16,1-1-36 0,-2-3-44 0,2-6-29 0,2 11-203 15,-2-11-491-15,0 0 216 0</inkml:trace>
  <inkml:trace contextRef="#ctx0" brushRef="#br0" timeOffset="165954.31">20440 11707 186 0,'0'0'196'0,"-4"-8"-12"0,4 8-10 16,0-7-18-16,0 7-13 0,0 0-12 0,13-9-6 15,-4 7-18-15,8-1-2 0,6 1-11 0,8 1-2 16,2-1-10-16,2-2-8 0,2 3-4 0,-4 0-4 16,-1 1-3-16,-3 0-3 0,-8 0-6 0,-4 2-5 15,-4 0-11-15,0-1-2 0,-5 0 5 0,1 2 13 16,-4 2 0-16,4 4 13 0,-6 0 11 0,-2 5-3 16,-1 1 0-16,0 0 4 0,-4 2-8 0,0-1 11 15,-1-1-9-15,1 1-19 0,0-1-3 0,-1-4-6 16,3 1-6-16,1-2 1 0,-1 0-8 0,2-2 4 15,0 1-5-15,0-9-3 0,5 15-1 0,0-11-1 16,0 2-4-16,3 0-3 0,2-4-3 0,1 1-2 16,-1-2 1-16,1-2 6 0,1 0-17 0,-2-2 1 15,0-2-5-15,3 1-5 0,-1-3-10 0,-2 1-2 16,-1-1-5-16,-2-1 2 0,2-1-5 0,0 0-1 16,-1-2 1-16,0 2 0 0,-2 0 2 0,0 1 3 15,-2 1 4-15,0 3-2 0,-1-2-2 0,-3 6-2 16,3-5 3-16,-3 5-3 0,0 0 4 0,0 0 4 15,0 0-2-15,0 0 4 0,6 19 1 0,-8-12 2 16,2-7 4-16,-1 14 2 0,2-8 2 0,-1-6 2 16,3 13 3-16,1-9-2 0,1 2 2 0,-1 0 5 15,2-2 0-15,4-1 10 0,3 0-3 0,4-2-1 16,2-2 0-16,-6 0 13 0,6-2-11 0,-6-3 8 0,4 2-3 16,-1-4 3-16,-1 0 1 0,-5-1-3 0,4 0 0 15,-3-4-3-15,-1 1-1 0,0-3-1 16,-5 1-3-16,2-1 0 0,-2-1-10 0,0-1-7 15,-4 1-12-15,0-3-16 0,1 2-8 0,-2 1-18 0,0 0-9 16,0 5-23-16,-2 1-33 0,0 1-41 0,2-1-54 16,-3 4-44-16,3 6-150 0,-6-9-442 15,6 9 196-15</inkml:trace>
  <inkml:trace contextRef="#ctx0" brushRef="#br0" timeOffset="166272.23">21402 11620 119 0,'5'2'193'0,"-5"-2"1"16,0 0 11-16,0 0 3 0,-9 17-5 0,3-9-8 16,-2 3-3-16,0 3-12 0,1 1-7 0,-5 1-15 15,6 0-11-15,-3 0-7 0,5-1-15 0,0 0-12 16,3-3-8-16,1 0-10 0,2 0-8 16,4 0-9-16,-1-1-4 0,2 0-3 0,7 0-4 15,1-2-4-15,1-2 8 0,1-1-17 0,1-2 2 0,1-1-2 16,0-3-8-16,-1 0 1 0,0-3 0 0,1 0-6 15,-4-3 4-15,2 1-6 0,-4-5-2 0,1-1 2 16,-4-2-10-16,1-1-2 0,-4-3-5 0,-2-1 1 16,0-2-1-16,-4 1-1 0,1-6-12 0,-5 5 2 15,-2 1-7-15,-2 1 5 0,-1 0-3 0,-3 1-2 16,-7-1 1-16,-2 2-8 0,0 6-18 0,-6 0-17 16,-5 5-18-16,1 1-21 0,-3 4-24 0,-3 4-37 15,-1 3-28-15,1 3-48 0,0 0-54 0,-11 8-211 16,12-5-518-16,-1-1 229 0</inkml:trace>
  <inkml:trace contextRef="#ctx0" brushRef="#br0" timeOffset="167971.13">4249 11956 205 0,'-5'-10'199'0,"-3"3"-13"0,-1 0-12 15,0 2-14-15,-1 0-7 0,-1 1-8 0,-2 0-10 16,-1 4-10-16,-4 1-11 0,-3 5-8 0,5 5 2 16,-10 2-7-16,2 4-2 0,5 2-3 0,-4 4 1 15,1 3-11-15,0-1-10 0,3 3-4 0,4 1-8 16,-1 2-8-16,5-6-5 0,1 2-2 0,4-8-7 16,3-3-5-16,-1 4-1 0,6-4-5 0,0 0-1 15,0 0-3-15,2-6-1 0,1 0-2 0,2-1-2 16,4-3-1-16,1-2-2 0,0-1 1 0,2-4 0 15,4-2 0-15,5 0-6 0,-2-3 1 0,3-7-3 16,-7 4 3-16,-1-2-5 0,0-1-2 0,0-1-1 16,0-7 3-16,-5 6 3 0,-2-4-6 0,1 1 3 15,-1 1-1-15,-1-3-4 0,-3 2 3 0,-1 0-2 16,0 0 1-16,-2-1 5 0,1 0-3 0,-2 0 0 16,0 3-1-16,1 0 1 0,-2 2 4 0,1 3 2 15,1 1 0-15,-2 9-2 0,-2-12-4 0,2 12 1 16,0-10-2-16,0 10-5 0,0 0-2 0,0 0 0 15,0 0 1-15,0 0-6 0,9 21 3 0,-8-4-1 16,0 1 3-16,-3 8-1 0,2 2 6 0,-4 0 1 16,-1 1-3-16,1 1 2 0,2-3 3 0,0-1 0 0,1-1-2 15,1-5 0-15,1-4-1 0,2 0 3 0,1-1-3 16,-3-3-3-16,4-2 5 0,0 0-2 0,-2-5 0 16,2 2 2-16,1-3 0 0,1-1-1 15,4-1 0-15,-1-2 4 0,4-2-6 0,2-5 2 16,0 2-2-16,1-3 2 0,2-5 1 0,4 0-5 0,-5-6 2 15,4 1-2-15,-2 0-3 0,-3-4 0 0,2-2-6 0,-2 0-4 16,0-2 5-16,-1 0 0 0,-4 2-5 0,1-3-2 16,-4 1 2-16,1 2-3 0,-1 0 3 0,-5 6-1 15,-2 1 1-15,-1 6 2 0,-1-1 3 0,1 3-2 16,-1 1 0-16,0 8-2 0,1-10-1 0,-1 10 0 16,0-9-1-16,0 9-3 0,0 0 7 0,0 0-5 15,0 0 6-15,0 0-4 16,0 0 3-16,-3 31-1 0,1-14 1 0,2 0 4 15,-1 2-6-15,0 0 2 0,-1 6 2 0,2 1 1 16,0 0-1-16,2-2 4 0,-1 1-3 0,2 0 1 16,-1-2 1-16,-1-2 8 0,1-3-5 0,0-2-1 15,1 0 4-15,-2 0 0 0,0-4-4 0,-1-1 6 16,0 2-4-16,0-1 4 0,1-1-2 0,-2-1 2 16,-1 1 2-16,-2-4-5 0,1 1 2 0,1-1-2 15,2-7 3-15,-5 10-2 0,1-6 1 0,4-4 0 16,-5 6 3-16,5-6-1 0,0 0 1 0,0 0-5 15,-8 0 2-15,8 0-3 0,0 0 0 0,0-19-10 16,4 3-5-16,2 0-10 0,6-7 0 0,3-2-2 16,3-2 0-16,2 1 1 0,2-2-2 0,9-9 1 15,-9 9 1-15,2 1 2 0,8-9 2 0,-8 10 3 0,2 0-1 16,-8 3 7-16,3 1-2 0,-2 1 2 16,-4 7 3-16,-8 3 1 0,1 0 5 0,-4 6 5 15,0-1 1-15,-2 1-5 0,-2 5 2 0,0-8-3 16,0 8 2-16,0 0-2 0,0 0 4 0,0 0-2 15,-32 13 1-15,19-3-2 0,3-2-1 0,-3 6 1 0,1-1-2 16,3 1 2-16,0 1 0 0,3 1-1 16,-1-1 1-16,4 0-1 0,3-3 2 0,2 5 2 15,3-2-4-15,0 0 1 0,4 1-1 0,0-2 0 16,1 0 1-16,3 4 1 0,-2-7-3 0,3 5 1 16,-2-3 3-16,0 1-4 0,0 0 0 0,-3-1 0 15,-1-2 2-15,-2-3-3 0,0 2 2 0,-2-2-1 16,-2 1 3-16,-1-1 6 0,-1-2 5 0,0-6 0 0,-8 14 1 15,0-5-3-15,0-2-1 0,-3-1 5 16,1 0-4-16,-3-1-4 0,2-1-13 0,-1 2-17 16,-2-2-16-16,1-1-39 0,2 0-47 0,3-3-44 0,1 1-60 15,-5 0-162-15,12-1-424 0,0 0 189 16</inkml:trace>
  <inkml:trace contextRef="#ctx0" brushRef="#br0" timeOffset="168340.31">5037 12111 199 0,'0'0'197'0,"5"-6"-17"15,-5 6-5-15,0 0 11 0,0 0 1 0,0 0-3 16,8 17-6-16,-8-7-15 0,0 1-17 0,0 1-12 16,-1 6-8-16,1-1-6 0,0 0-14 0,1-1-7 15,0 0-10-15,3-1-7 0,0-4-6 0,0 2-10 16,2-4-4-16,1-2-3 0,-1 0-9 0,3 0 0 15,4-4-8-15,-3 0-3 0,2-3-2 0,3 0-5 16,0-3-4-16,-2 0-3 0,2-5 1 0,1 2-5 16,-1-2 0-16,-4 0-6 0,1-4-3 0,0 2 0 0,-4-1 3 15,0-4-11-15,-3 5-1 0,2-6-8 16,-2 6 6-16,0-7-5 0,-3 5 5 0,1 0-4 16,0 0 0-16,-2 2 1 0,1 3-3 0,-2 0 3 15,0 7-6-15,2-10-1 0,-2 10 0 0,0 0-3 16,0 0 2-16,0 0 0 0,0 0 7 0,2 33 2 0,-4-15 3 15,-2 9 4-15,-1-1 1 0,-2 0-1 0,1 0-2 16,1 2-1-16,0-1-9 0,1-2-27 16,1 0-29-16,1-6-34 0,0-1-41 0,0-1-29 15,2-4-37-15,1-2-29 0,-1-2-145 0,0 1-406 0,3-4 180 16</inkml:trace>
  <inkml:trace contextRef="#ctx0" brushRef="#br0" timeOffset="168887.63">5377 12298 185 0,'0'0'210'0,"0"0"-2"15,0 0 1-15,13 10-15 0,-13-10-9 16,5 9 3-16,-2-2-10 0,-2-1-15 0,0 0-11 16,2 1-10-16,-2 0-8 0,-1-7-1 0,4 10-15 15,-4-10-4-15,1 9-6 0,-1-9 1 0,0 6-1 0,0-6 5 16,0 0 10-16,0 0-4 0,1 7 8 0,-1-7-13 15,0 0-10-15,0 0-13 0,0 0-5 16,0 0-11-16,0 0-6 0,7-23-22 0,-3 14 8 16,0 0-13-16,2-2-10 0,4-5 6 0,2 2-20 15,-1-1-13-15,3-1-5 0,2-3-2 0,-1 5-8 0,-1 1 1 16,3 4-2-16,-6 2 5 0,2 1-3 0,0 5 0 16,-2 1-8-16,-11 0 17 0,23 3-14 0,-14 3 7 15,3 2-6-15,-5 0 2 0,4 6 11 0,-3 1-10 16,1-1 0-16,-5-1 5 0,0 3-3 15,0-2 7-15,0-2-2 0,-3 1 1 0,-1-2 4 0,0-1-3 16,0-1 3-16,1 0 3 0,-1-9 3 0,-2 11 1 16,2-11 0-16,0 8 4 0,0-8 7 15,0 0 0-15,-5 6-19 0,5-6 16 0,0 0-1 16,0 0-16-16,0 0 4 0,0 0-5 0,-11-22-2 16,11 22-4-16,3-16-8 0,0 4-11 0,2-1-1 0,2-5-6 15,2 3-5-15,-1-2-5 0,11-6 4 0,-3 3 1 16,5 2 0-16,-7 3 5 0,11 0 0 0,-8 4 3 15,1 4 5-15,0 4-1 0,0 0 5 0,-5 3-3 16,0 3 4-16,1 3 3 0,-5 0 1 0,3 7 8 16,-3 1 4-16,-2-3 5 0,1 5 0 0,-1 1 3 15,-4 1 1-15,-1 0-1 0,1 1 5 0,-3-2 4 16,-2 3-14-16,0-2 6 0,1 0 4 0,1-3-28 16,-3 1-25-16,-1-4-43 0,1-1-42 0,-1-2-53 15,1 0-66-15,3-4-226 0,0-5-513 16,0 0 227-16</inkml:trace>
  <inkml:trace contextRef="#ctx0" brushRef="#br0" timeOffset="169155">6106 12030 119 0,'1'-4'251'0,"2"-4"-26"15,-3 8-24-15,5-5 2 0,-5 5 8 0,0 0 9 16,0 0 6-16,5 33-7 0,-5-7-11 0,-2 2-11 15,-4 1-11-15,1 4-13 0,-3 16-8 0,-1-5-19 16,3-9-5-16,-3 11-17 0,3-13-11 16,-5 12-13-16,8-10-6 0,-7 10-16 0,4-13-4 0,1 1-1 15,0-1-6-15,0-2-14 0,-1-1 3 0,1-4-15 16,1-5-21-16,0-2-29 0,0-1-22 16,-1-1-31-16,1-2-29 0,-1-5-26 0,1 1-30 15,2-3-26-15,-1-1-15 0,-1-2-33 0,4-4-37 16,-5 5-191-16,5-5-484 0,0 0 215 0</inkml:trace>
  <inkml:trace contextRef="#ctx0" brushRef="#br0" timeOffset="169371.74">6083 12268 162 0,'16'-9'192'15,"3"3"-3"-15,-2 2 1 0,2 1-22 0,-1 2-5 16,-4 1-11-16,-1 2-5 0,-1 1-9 0,-1 1-5 15,-1 0-13-15,-1 3-5 0,1 1 2 0,-4 0-5 16,0 1 0-16,-5-2-7 0,-1 3-1 16,-2-1-12-16,-3 1-3 0,-1-1-12 0,-1-1-6 0,-2 1-9 15,-4 1-2-15,0 0-3 0,-2 1-21 0,1-1-25 16,-5 0-31-16,3-3-34 0,-1 1-50 0,-1-2-70 16,2 0-69-16,2-1-154 0,3 0-430 15,-1-2 191-15</inkml:trace>
  <inkml:trace contextRef="#ctx0" brushRef="#br0" timeOffset="169872.73">6663 12081 173 0,'1'-13'196'0,"-1"2"-2"16,-2 1-2-16,3 0-2 0,-1 3-6 0,-1-2-8 16,1 9-6-16,0-10-7 0,0 10-9 0,-1-11-11 15,1 11-17-15,2-6-13 0,-2 6-15 0,0 0-11 16,0 0-11-16,0 0-9 0,0 0-2 0,0 0 3 16,-2 36 2-16,-1-9 1 0,-2 2 6 0,-3 0-5 15,-1 5 5-15,-1 11 4 0,2-11-2 0,1-1-4 16,-1 0-7-16,2-1-3 0,2-3-3 0,-3 1-6 0,5-3-8 15,-3-2-1-15,2-7-8 0,3 0 14 16,-2 0-17-16,4-2-4 0,-1-4-6 0,2-1 28 16,-1 0-1-16,1-1-7 0,1-3 14 0,2 0-17 0,2 0-18 15,2-1-23-15,-2-4-21 0,2 1-35 0,1-3-27 16,2 0-29-16,-1-1-42 0,-1-1-43 0,1-2-48 16,-1-1-52-16,-4-3-190 0,4-2-523 15,1-4 232-15</inkml:trace>
  <inkml:trace contextRef="#ctx0" brushRef="#br0" timeOffset="170221.21">6439 12287 149 0,'0'0'185'16,"-9"-1"-22"-16,9 1-10 0,0 0-14 0,0 0 0 15,0 0-8-15,0 0-5 0,0 0-2 0,0 0-12 16,41-5-7-16,-13 0-10 0,3 4-8 0,2-3-5 15,1-1-6-15,-2 1-8 0,1 0-6 0,-4 2-5 16,3-1-3-16,-10 1-5 0,-2 0-3 0,0 0 1 16,-1 1-6-16,-8-1 1 0,2 1 1 0,-4 1-4 15,-9 0-7-15,13-2 0 0,-6 1-1 0,-7 1-1 16,7-3-1-16,-7 3-3 0,7 0 1 0,-7 0 0 16,0 0 18-16,7 8 3 0,-7-8 15 0,1 16 9 15,-1-6 2-15,1 2 2 0,-1 5 3 0,-2 2-1 16,2 1-1-16,-3-2-2 0,2 2-7 0,-2 4 0 15,-4-1-20-15,4-4 1 0,0 0-1 0,2-2-22 16,-1 0-28-16,-2-2-26 0,4-1-25 0,-1-2-29 16,-1 1-34-16,1-1-47 0,2-2-58 0,-1-2-53 15,-1-1-177-15,1-7-488 0,1 10 216 0</inkml:trace>
  <inkml:trace contextRef="#ctx0" brushRef="#br0" timeOffset="170384.23">6896 12211 1919 0,'-2'-26'10'0,"0"10"40"0,0 6-39 15,1 0-8-15,0 2 0 0,1 8-5 0,-1-10 4 16,1 10 0-16,0 0-7 0,0 0 3 0,0 0-14 16,0 0-25-16,0 0-40 0,15 31-35 0,-7-18-45 15,-1 4-102-15,4-1-285 0,0-2 127 0</inkml:trace>
  <inkml:trace contextRef="#ctx0" brushRef="#br0" timeOffset="171337.69">7103 12318 177 0,'0'0'211'16,"-10"1"-8"-16,10-1-3 0,-11 8 3 0,6-3-3 15,-1 3-1-15,-3 4-7 0,-1 1-6 0,2 3-12 16,-2-2-13-16,3 2-12 0,1-1-11 0,2 2-11 15,-1-2-9-15,2 0-14 0,1-3-10 0,-1 1-10 16,3-2-7-16,-1 0-8 0,5 1-7 0,-2-1 0 0,3-3-6 16,1 0-5-16,1-1-4 0,2-1-7 15,3-2-1-15,-1 0-6 0,2-2 0 0,0-1-5 16,-2-2-2-16,3 0 2 0,-1 0-4 0,1-3-1 16,-1 1-6-16,-2-2 2 0,0-1-12 0,-1-1-2 15,-2-2 0-15,0 0-10 0,-1 0 0 0,-3 0-3 16,-2-3-5-16,1 1-3 0,-2-1 1 0,0 0 1 15,-3 0 0-15,-2-2 2 0,1-1 2 0,0 5 0 16,0-3-8-16,-2-4-2 0,1 7 2 0,-1-2 4 16,3 3 1-16,-1-1 1 0,-1 1-2 0,4 0 3 15,0 9-4-15,-1-11 2 0,1 11 0 0,6-8 3 16,1 4 3-16,0 3 3 0,3 1 2 0,2 0-2 16,2 3 2-16,-1 2-1 0,3 3 0 0,0 1 6 15,-2 7 3-15,-1-5 8 0,2 4 8 0,-5-1 11 16,-1 1-9-16,1-1 6 0,-3 1 7 0,0-2-3 15,-4 0-5-15,1-1 1 0,-2-1 9 0,-2-2 4 16,2 1-4-16,1 0 9 0,-3-3 3 0,0-7 5 16,-2 12 3-16,7-9 4 0,-5-3 6 0,0 0 5 15,-3 11-2-15,3-11-8 0,0 0-1 0,0 0-9 16,0 0-3-16,0 0-1 0,0 0-5 0,0 0-5 0,0 0-5 16,-14-18-2-16,12 11-5 0,2 7-7 15,2-21-5-15,0 9-1 0,0-5-14 0,5 2-15 16,0-2-6-16,1-1-1 0,4 3-6 0,-2 0 2 15,0-1-3-15,0 2 0 0,3 4 2 0,-4 2 0 16,1 2 0-16,0 3-3 0,2 1 2 0,-2 2 11 0,3 2-12 16,-2 3 4-16,1 3 5 0,-2 0 8 0,-2 1-8 15,1 5 6-15,-2-3 4 0,-3 0-5 16,1 1 7-16,-1 4-3 0,1-5 6 0,-1 3-1 16,-1-2 2-16,2 0-2 0,-3-1-1 0,2-2 3 0,1 0 6 15,-1-2-3-15,0-1-1 0,2-2 1 0,1 2 4 16,0-1 7-16,1-4-5 0,5 1-1 0,-2-1 7 15,1-5-6-15,0 2 2 0,1-2-5 0,4-2 16 16,-6-1-21-16,5-3 7 0,-1-1 6 0,0 0-5 16,-3-2 0-16,-2 0-4 0,2-1 5 0,-3-3-5 15,0 0-6-15,-3-1 10 0,2-2-6 16,-3 3-1-16,0 0 3 0,0 1 1 0,-2 0-3 16,-1 5 2-16,1 2 3 0,-2 4-11 0,-1 5 4 15,4-10-1-15,-4 10-5 0,0-9 2 0,0 9-5 0,0 0 6 16,0 0 0-16,-13 24 3 0,4-12-5 0,1 2 4 15,-3 1-3-15,3 0-1 0,3 0 0 0,1 0 2 16,2 1 0-16,-3-1 2 0,3-3 5 16,2 0-5-16,2-1-4 0,0 0 8 0,1 1-3 0,-1-2 1 15,2 1-4-15,0-1 14 0,1 1-12 0,-1 0 0 16,1-2-3-16,-1-1 3 0,0 1 2 16,-1 0 1-16,0-1 1 0,-2 0-1 0,1-2-5 15,-2-6 2-15,1 13 3 0,-2-7 7 0,1-6 6 0,-3 13-20 16,2-6 16-16,-4-3-5 0,1 2-2 0,-1-1 4 15,5-5-2-15,-8 8-14 0,3-5-12 0,0 0-24 16,0 1-27-16,5-4-28 0,-13 3-32 0,6-1-35 16,7-2-63-16,-12 0-67 0,12 0-238 0,-13-2-580 15,13 2 257-15</inkml:trace>
  <inkml:trace contextRef="#ctx0" brushRef="#br0" timeOffset="171726.47">8097 12387 187 0,'5'-5'291'0,"-5"5"-7"0,0 0-16 0,0 0-28 16,0 0-23-16,8-4-20 0,-8 4-22 0,0 0-22 16,0 0-10-16,0 0-23 0,0 0-30 0,0 0-37 15,0 0-36-15,0 0-62 0,1 16-92 0,-1-16-84 16,-5 11-118-16,5-11-367 0,-7 10 162 0</inkml:trace>
  <inkml:trace contextRef="#ctx0" brushRef="#br0" timeOffset="171890.14">8058 12652 5 0,'0'0'245'0,"3"7"12"0,-3-7 16 0,0 0-1 15,3 6-2-15,-3-6-20 0,0 0-23 0,0 0-28 16,0 0-15-16,0 0-13 0,4 6-20 0,-4-6-31 16,0 0-39-16,0 0-40 0,0 0-64 0,0 0-89 15,0 0-100-15,-13 5-189 0,13-5-432 0,0 0 192 16</inkml:trace>
  <inkml:trace contextRef="#ctx0" brushRef="#br0" timeOffset="172029.7">8437 12498 8 0,'9'0'178'0,"-9"0"-48"16,9-3-48-16,-9 3-63 0,0 0-89 0,6-4-76 15,-6 4 35-15</inkml:trace>
  <inkml:trace contextRef="#ctx0" brushRef="#br0" timeOffset="172804.37">2904 13062 154 0,'0'0'262'0,"-2"-7"-4"0,2 7-10 16,0 0-7-16,-1-11-11 0,1 11-11 0,0 0-19 16,0 0-19-16,-2-7-17 0,2 7-17 0,0 0-13 15,0 0-13-15,0 0-14 0,0 0-15 0,0 0-12 16,0 0-4-16,0 0-11 0,0 0-10 0,0 0-1 15,0 0-7-15,0 0-1 0,0 0-5 0,3 28-5 16,-2-18 2-16,-1 1-4 0,0 3-2 0,0-3-1 16,0 5 0-16,0-4-1 0,1 5 4 0,-1 0-7 15,0-1-1-15,0-1-6 0,-1-3-5 0,2 0 8 16,-2 0-4-16,1-2-2 0,0 4-3 0,0-3 1 16,-1 0-1-16,1-1-3 0,0-1 1 0,0-1-2 15,0-8-8-15,0 13-5 0,0-7-11 0,0-6-32 16,0 12-21-16,0-5-21 0,0-7-32 0,-3 11-32 15,3-11-47-15,-1 7-58 0,1-7-205 0,-8 7-499 16,8-7 221-16</inkml:trace>
  <inkml:trace contextRef="#ctx0" brushRef="#br0" timeOffset="172994.26">2842 12817 111 0,'0'0'212'0,"-3"-9"-19"0,3 9-21 15,-2-7-18-15,2 7-17 0,0 0-15 0,0 0-10 16,0 0-29-16,0 0-30 0,0 0-53 0,0 0-58 16,23 17-68-16,-16-8-69 0,2 0-210 0,1-2 94 0</inkml:trace>
  <inkml:trace contextRef="#ctx0" brushRef="#br0" timeOffset="173238.44">3152 13023 200 0,'8'9'216'15,"0"2"-7"-15,2 8 6 0,1 1-9 0,-3-1-18 16,-3 6-16-16,2 0-16 0,-4 2-10 0,-1-1-6 15,0 0-11-15,-4 2-11 0,-2-1-9 0,-3-4-13 16,2-5-5-16,-2 0-11 0,-6 0-4 0,3-1-9 16,-2 0-4-16,3-4-8 0,-2-1-6 0,-2 1-9 15,3-3-18-15,-1-3-23 0,0-2-31 0,1 1-36 16,-1-2-59-16,0-2-54 0,0-2-225 16,-2 0-439-16,0-2 193 0</inkml:trace>
  <inkml:trace contextRef="#ctx0" brushRef="#br0" timeOffset="173453.33">2722 13109 1900 0,'-12'-6'79'0,"2"4"-37"16,-3-1-21-16,3 5-3 0,-2-1-15 0,-3 11 54 16,1 2 8-16,-4 6 5 0,3 4-7 0,1 0 3 15,2 3-4-15,3 1-6 0,4 1-4 0,3-1-4 16,2-1-7-16,4 1-1 0,2-4 30 0,8-1-10 15,-5-6-22-15,10 2-28 0,0-2-36 0,0-6-36 16,2-2-58-16,6 0-62 0,-8-3-60 0,-1-4-130 16,0 3-402-16,1-4 177 0</inkml:trace>
  <inkml:trace contextRef="#ctx0" brushRef="#br0" timeOffset="177154.36">4577 12845 149 0,'-1'-8'198'0,"1"8"1"0,-5-11-21 0,2 5-17 16,3 6-19-16,0 0-18 0,-3-6-12 0,3 6-13 16,0 0-7-16,-7 22 1 0,3 3 2 0,-3 5 3 15,-2 2-8-15,-2 14-9 0,5 3 1 0,-5 0-7 16,3 1-10-16,3-14-3 0,0 9-6 0,1-10-10 16,1 0-3-16,2-5-1 0,0-1-5 0,1-1-4 15,-3-1 1-15,6-10-8 0,-2 2 0 0,-1-3-2 16,1-3-3-16,0-2-3 0,-1 0 8 0,0-3-12 15,0 0 7-15,0-8-6 0,2 10 2 0,-2-10 10 16,1 9 13-16,-1-9 9 0,0 0 10 0,0 8 11 16,0-8-1-16,0 0-7 0,0 0-4 15,0 0-10-15,0 0 2 0,0 0-7 0,0 0 4 0,-10-27-18 16,9 15 2-16,2-4-9 0,3-2-6 0,1-7-11 16,4 0 0-16,1 1-3 0,4-4-2 0,3 0 3 15,1 4-11-15,1 1-1 0,1 0 2 0,3 3-3 16,1 4 4-16,-3-1-6 0,2 4 5 0,-3 3-1 15,-4 5 1-15,3 3-1 0,-1 1-3 0,-7 3 0 16,6 3 4-16,-4 1 0 0,1 2-2 0,0 3-1 16,-4 2 4-16,2 3-3 0,-2-2 4 0,-3 3 0 15,-1 2 1-15,-1 0 1 0,1 0-1 0,-2 0 2 16,-2-2-1-16,2 1-2 0,-1 0 3 0,-1-2 1 16,0 3-7-16,0-3-28 0,0 0-37 0,-4-4-36 15,1 1-50-15,1-2-50 0,-1-1-50 0,-2 1-140 16,-1-2-432-16,3 1 193 0</inkml:trace>
  <inkml:trace contextRef="#ctx0" brushRef="#br0" timeOffset="177571.4">5037 13543 87 0,'7'-9'201'0,"-2"2"-3"16,0-3-10-16,3 0-14 0,1 0-6 0,-2-4-11 15,2 2-4-15,-2 0-12 0,0 2-5 0,2-5-13 16,-2-1-9-16,-1 1-4 0,2-2 0 16,-3 0-12-16,-4 6-3 0,2-4-2 0,-5 1-5 15,1 3-8-15,1 0-3 0,-3 2-12 0,1 1-2 0,-4 1-4 16,1-3-4-16,-1 5-4 0,-1-1-7 0,-1 1-9 16,2 1 0-16,6 4-3 0,-11-6-3 15,6 4-7-15,5 2-4 0,-5-4 0 0,5 4-5 16,0 0 0-16,0 0-1 0,0 0-2 0,0 0 6 15,0 0-6-15,0 0 2 0,23 6-6 0,-10-4 2 0,0-1-4 16,5-1-1-16,0 2 2 0,-1 0-3 16,2 2 0-16,-7 0-3 0,1 0-2 0,0 1 4 0,-2 3-3 15,-1-1 1-15,1 2 6 0,-5 1-8 16,2 6 3-16,-2-6 5 0,-2 3 9 0,-2 2 4 16,0-2 2-16,-1 2 2 0,-1-1-2 0,0 3-3 0,-1-3 2 15,-1-2-2-15,2 1-3 0,-2-1 1 0,2-1-18 16,-1 1-22-16,-2 0-16 0,2-2-17 0,1 0-38 15,1 0-36-15,-1-3-33 0,0 1-35 16,0-8-24-16,4 10-15 0,-2-5-133 0,-2-5-402 16,7 7 179-16</inkml:trace>
  <inkml:trace contextRef="#ctx0" brushRef="#br0" timeOffset="177855.01">5414 13562 126 0,'0'0'149'0,"6"-7"-10"0,-6 7 9 16,7-5-2-16,-3 0-8 0,2 1-2 15,-1-1-4-15,1-1-4 0,1-2-2 0,1 0-11 16,1 2 1-16,0-3-6 0,2-3-6 0,-2 5 0 0,-1-4-5 16,1-1-7-16,-1 2-6 0,0 0 3 15,-1 0 1-15,-1 1-6 0,-2-2-4 0,1 0-4 16,-1 2 0-16,-3 1 0 0,1 0-4 0,-2 8-4 16,-2-11-2-16,2 11-5 0,-5-9-7 0,5 9-7 15,-7-2-5-15,7 2-4 0,-16 4 7 0,5 2-3 16,-3 6 11-16,-2-1-4 0,1 3-1 0,0 1-7 0,2-1-4 15,1 1-1-15,4 0-8 0,0 1 2 0,1-2-7 16,5-2-4-16,-1 0-20 0,3-2-12 16,3 2-16-16,2-2-11 0,1-1-19 0,5-2-23 15,0 0-22-15,3 1-25 0,5-3-23 0,2-1-43 16,-1-3-37-16,3 0-31 0,-1 1-132 0,-2-1-427 0,0 1 190 16</inkml:trace>
  <inkml:trace contextRef="#ctx0" brushRef="#br0" timeOffset="178605.45">6075 13365 45 0,'0'0'254'0,"0"-10"-20"16,0 10-17-16,0 0-18 0,0 0-17 0,0 0-7 16,0 0-5-16,0 0-6 0,-18 18-12 0,12-6-6 0,1-1-21 15,1 1-13-15,1 1-11 0,2 2-6 0,0 0-11 16,2-3-6-16,0 1-6 0,3-2-1 15,0 0-11-15,2 0 2 0,1-2-11 0,-1 0-7 16,2-1-3-16,1-2-2 0,-2 0-3 0,4-4-3 16,-1 1-1-16,1-3-1 0,0 0-6 0,1-2-2 0,-1-1 1 15,-2 0 0-15,0-2-4 0,-1-1-2 16,0 0-5-16,-1-2 1 0,-2 0-15 0,1-3-5 16,-3 0-5-16,-1-5-1 0,-2 4-13 0,-2-6-6 15,-5 0-7-15,1 0 4 0,-3-7-4 0,-1 2 4 16,-3 0 10-16,1 9-5 0,3-1 5 0,-3 2 0 15,4 5 5-15,0-1 0 0,2 3 2 0,1 1 4 16,1 2 3-16,4 3-10 0,-5-8 8 0,5 8-1 16,0 0-4-16,-4-5 0 0,4 5 4 0,0 0 8 15,0 0-2-15,24 2 4 0,-11-2 0 0,0-2 5 16,9 1-9-16,7-3 5 0,4-1-4 0,-2 0 4 0,-2-3-5 16,1 2 5-16,-3-1-1 0,-2 0 2 15,-6 0 0-15,0-2 0 0,-2-1 1 0,-4 0 3 16,3 0 12-16,-8 2 3 0,0-2 2 0,-3-1 0 15,1-1-1-15,-4 1 7 0,3 0 2 0,-5-1 8 16,-2 2-6-16,1-3-1 0,-1 5-3 0,-1 1 14 16,3 7-1-16,-1-12 0 0,1 12-6 0,-3-6-3 0,3 6-9 15,0 0-3-15,0 0 8 0,0 0 4 16,-13 33 4-16,8-5 8 0,-4 3 3 0,3 3 1 16,1 2 11-16,-2 13 5 0,-3-1-5 0,4 0 6 15,-1-1-5-15,1-13-2 0,-2 14 2 0,2-15-5 0,2 13-4 16,0-14-2-16,-1 2 0 0,0-1 1 0,-1 0-11 15,1 1-5-15,-2-8 9 0,2 5-4 0,0-4-12 16,-2-1 1-16,0-7-20 0,3-2-27 16,2-2-32-16,-2 2-28 0,-1-5-28 0,1-1-37 15,0 0-45-15,1-3-35 0,1-5-50 0,2-3-255 0,-9 9-576 16,2-8 255-16</inkml:trace>
  <inkml:trace contextRef="#ctx0" brushRef="#br0" timeOffset="178772.63">6283 13596 8 0,'0'0'203'15,"6"-6"-23"-15,-4 2-12 0,-2 4-15 0,10-3-9 16,-1-1-16-16,3 1-12 0,7-2-14 16,8-2-12-16,0 0-31 0,4 0-47 0,4 0-56 15,0-1-65-15,-1 3-93 0,2 1-218 0,5-4 96 16</inkml:trace>
  <inkml:trace contextRef="#ctx0" brushRef="#br0" timeOffset="179221.39">7238 13214 178 0,'3'-10'235'0,"-3"4"3"16,0 6-19-16,2-11-11 0,-2 11-19 0,2-7-23 16,-2 7-17-16,0 0-20 0,0 0-14 0,0 0-7 15,0 0 6-15,3 20 6 0,-4-1 4 0,-3 9-7 16,0 2-3-16,-1 1-7 0,1 0-6 0,-1-1-5 16,-2 2-1-16,2-3-8 0,1-2-8 0,0-1 3 15,5 0-12-15,-3-7-8 0,0 0-6 0,2 0-8 16,2-2-1-16,-1-2-3 0,1-1-5 0,2-2-5 15,0-2-3-15,0 2-1 0,2-4-10 0,1 0-18 16,-2 1-29-16,0-5-26 0,1 0-35 0,-2-1-23 16,4 0-34-16,-8-3-30 0,11 5-47 0,-4-6-53 15,-7 1-152-15,10-7-461 0,-6 2 204 0</inkml:trace>
  <inkml:trace contextRef="#ctx0" brushRef="#br0" timeOffset="179970.68">7090 13437 59 0,'-5'-1'169'16,"5"1"-17"-16,-8-3-12 0,8 3-14 0,0 0-10 15,0 0-2-15,0 0-2 0,0 0-5 0,0 0-12 16,41 0-2-16,-21-1-13 0,10-4-9 0,-8 3-10 16,7-2-9-16,-1 1-3 0,-6-1-4 0,-1 3-6 15,-3-1-1-15,2-2-5 0,-4 0-2 0,-3 2 7 16,-3-1 1-16,-2 3 2 0,-1-2-3 0,-7 2 5 15,9-2-3-15,-9 2-2 0,0 0-3 0,12 0-4 16,-12 0 0-16,0 0-8 0,11 2-5 0,-11-2 5 16,6 2-9-16,-6-2-1 0,6 9 5 0,0-1 9 15,2 4 10-15,-3 2 7 0,2 2 3 0,2 0-4 16,-1 0 2-16,1 2 2 0,0-2-1 0,0 0 2 16,0-1-9-16,-2 2 1 0,2 0-5 0,-4-5 0 15,-3-1-8-15,5 0 5 0,-4-4-6 0,-1 3-1 16,-1-3-3-16,-1-7 13 0,0 12-10 0,0-12 0 15,-4 8-3-15,4-8-2 0,-9 5-2 0,9-5 12 16,-10 1-4-16,10-1-12 0,-12-3 0 0,4-1-3 16,3-1-1-16,-1-1 1 0,6 6-4 0,-1-13-10 15,2 3-6-15,5 0-4 0,1-2-1 0,2-2-4 16,3 1 9-16,0 0-7 0,2-2-7 0,3 4 1 16,0-2 0-16,6-1 5 0,-7 2-3 0,3 2 1 15,6-2 1-15,-7 3 5 0,-2 0-1 0,3 1 3 16,1-1-2-16,-1 1 4 0,-3 1 0 0,1 1 7 15,-4 0-6-15,-3 3 2 0,-1-3 2 0,-3 2 4 16,1-2 2-16,-2 3-2 0,-5 3 0 0,6-7 5 16,-6 7-1-16,0 0 2 0,0 0-4 0,0 0 7 15,-15-9-4-15,15 9 12 0,-17 5 4 0,6 2 0 16,-2 2 0-16,-1 2 1 0,4 2 1 0,-2 1 7 16,1 0-4-16,2 3 0 0,2-2-4 0,1 2 9 15,0 1-12-15,2-3-1 0,3-2-3 0,2-1 2 16,1-2-5-16,5 1-2 0,-2-3 2 0,2 1-1 15,2-2 1-15,3-1-3 0,1-2-1 0,1-2-2 16,2 0-3-16,2-4 10 0,-1 0-11 0,1-2-1 16,-2 0-6-16,-3 0 8 0,-1-1-3 0,-1-2 3 15,-1 0-3-15,-1-2 0 0,-2-2-1 0,2 0 1 16,-3 3 2-16,2-4-1 0,-3 1-1 0,-3 1-2 16,2-2 1-16,-1 2 1 0,-1 0-1 0,1 4-3 15,-2-1 1-15,-1 7 2 0,3-10-8 0,-3 10 1 16,2-4-3-16,-2 4-1 0,0 0 2 0,0 0 0 15,0 0 3-15,4 22 0 0,-4-14 1 0,1 1 4 16,-2 4 1-16,1-3 1 0,1 3 0 0,-1 0 0 16,0-1-9-16,2 4-26 0,-2-2-30 0,1-4-27 15,0 0-43-15,1 2-38 0,0-3-39 0,1-1-211 16,-2-1-458-16,1-1 204 0</inkml:trace>
  <inkml:trace contextRef="#ctx0" brushRef="#br0" timeOffset="180671.03">8075 13498 145 0,'0'0'185'0,"0"0"-3"16,0 0 1-16,0 0 3 0,15 19-6 0,-12-9-5 16,0 2-4-16,-1-1-8 0,1 5-13 0,-2-5-6 15,2 1-9-15,-2-1-2 0,-1 0-10 0,1 0-4 16,1-2-6-16,-1-1-12 0,-1-8-3 0,2 10-5 15,0-4 3-15,-2-6 2 0,0 0 9 0,0 10 1 16,0-10 12-16,0 0-9 0,0 0-7 0,0 0-3 16,0 0-17-16,0 0-6 0,0 0-11 0,0 0-18 15,0 0 8-15,6-26-13 0,-2 14-2 0,-2 2-11 16,2-2-6-16,6-3-9 0,-1-2-14 0,2 1-4 16,1-7-3-16,6 0-5 0,-4 2-1 0,3 0-6 15,-3 7 1-15,-1-1-2 0,-2 3 3 0,-2 5 0 16,3-1-5-16,-3 2 0 0,-2 2-1 0,3 2-5 15,-10 2 6-15,13 2 1 0,-6 2 3 0,0 3 2 16,0 2-1-16,-1 1 2 0,-2 2-4 0,-1 1 9 16,-1 0-1-16,-2 3 7 0,3-1 2 0,-2 2-1 15,-1-1 10-15,0-1 0 0,1-3 2 0,-1-1-2 16,0 1-1-16,3-3-1 0,-2-1 2 0,0-2-1 16,0 1 1-16,-1-7 1 0,7 11 1 0,-3-7-3 15,2 0-1-15,6-4 4 0,-2 2-7 0,0-2 4 0,5-2 2 16,2-2-4-16,0-2 0 0,-1 0-2 15,0 0 3-15,0-2-2 0,-2-3 0 0,-1-1 0 16,2 0 1-16,-3-2 1 0,2-1-4 0,-4-1 4 16,-1 1-5-16,-1-2 1 0,-1 0-6 0,0 3 5 15,-3-2-1-15,-2 4 0 0,1 2 0 0,0 1 1 16,-2 3-1-16,-1 6-4 0,2-10-1 0,-2 10-6 16,0 0 1-16,0 0-6 0,0 0 7 0,0 0 2 15,0 0-5-15,-16 20 4 0,10-5 1 0,1 1 4 16,-1-1-2-16,2 1 3 0,2-1-8 0,2 1 4 15,0 1-1-15,0 0 3 0,1-2 4 0,4 1-5 0,-1-2 3 16,1-2 0-16,0 0 2 0,-1-1-2 16,1-2 3-16,-1 1-6 0,0 0 3 0,2-2-2 15,-3 1 2-15,-1-1 10 0,-1-5 5 0,-1-3 5 16,2 13 3-16,-2-13 0 0,-4 8 0 0,4-8-1 16,-13 10 1-16,5-5-4 0,-2-1 9 0,0 0-11 15,1-2-6-15,0 0-17 0,-1 2-15 0,10-4-29 16,-14 2-24-16,7-1-31 0,7-1-34 0,-11 0-49 15,11 0-61-15,-9 0-57 0,9 0-187 0,0 0-535 16,0 0 236-16</inkml:trace>
  <inkml:trace contextRef="#ctx0" brushRef="#br0" timeOffset="181490.25">8805 13713 126 0,'0'0'172'0,"-3"-8"-15"0,3 8-18 16,0 0-9-16,0 0-14 0,0 0-7 0,12-14-4 15,-2 8-7-15,-2 1-6 0,3-2-8 0,1 2-3 16,3-4-4-16,2 3 0 0,-2-1-1 0,0 0-4 16,1-2-1-16,-6 2-9 0,0 1 2 0,0 0-1 0,1-3-2 15,-1 1-1-15,-2 0-6 0,-2 1 1 0,0-1 5 16,1 0-10-16,-2-2-4 0,-3 1 0 15,0-1-6-15,1 2-1 0,-3 0 1 0,0 8 4 16,0-11-3-16,0 11-19 0,0-10 1 0,0 10-5 16,0 0-2-16,-1-10-7 0,1 10-2 0,0 0-3 0,0 0 1 15,0 0 1-15,0 0 1 0,-10 29 5 16,7-17-2-16,-2 1 3 0,3 4-1 0,-1-2 7 16,5-2 0-16,-1 5-1 0,1-4-2 0,5 2 1 15,-1-6-1-15,-1 3-1 0,3-5-1 0,3 0-2 16,0-2-2-16,4 4 3 0,3-9 1 0,0 4-2 15,0-3-2-15,-1-5 1 0,0 0 0 0,2-2-1 16,-6 1 0-16,0 1-1 0,2-8 0 0,-3 5 0 16,-1-2 1-16,0 0-2 0,-3-2-2 0,-1 1 3 15,-2 0-5-15,0-2 2 0,-2 0-2 0,0 1 1 16,-3 0 1-16,2 0-4 0,-2 1 1 0,0 2-1 16,0 7 1-16,0-13-2 0,0 13-4 0,0 0 0 15,-2-7-3-15,2 7-1 0,0 0-1 0,0 0 6 16,0 0 0-16,-5 27 5 0,4-12-2 0,-3 2 5 15,0-1-1-15,-1 3 2 0,1 1 0 0,1-1 6 16,1 0 1-16,2-2 1 0,-2 7 1 0,2-6 1 16,-1 0-4-16,2-5 2 0,-2 2-2 0,-2-2-1 0,2 0-6 15,-1-4-20-15,1 0-21 0,0-1-23 16,-2 0-27-16,3-8-31 0,-4 11-41 0,2-7-59 16,2-4-212-16,-10 6-463 0,10-6 205 0</inkml:trace>
  <inkml:trace contextRef="#ctx0" brushRef="#br0" timeOffset="181649.86">9007 13433 1580 0,'0'-12'44'0,"0"0"-50"0,2 2 33 0,-2 3-34 16,0 7-2-16,4-10 5 0,-1 7-7 0,-3 3 2 15,10-7-8-15,-10 7-17 0,17 3-31 0,-7-2-33 16,0 4-135-16,0-1-250 0,3 1 111 15</inkml:trace>
  <inkml:trace contextRef="#ctx0" brushRef="#br0" timeOffset="181906.31">9582 13329 157 0,'0'0'248'0,"0"0"-13"0,3-8-25 0,-3 8-23 15,0 0-17-15,0 0-12 0,0 0 9 0,0 0 14 16,0 36 1-16,-2-11-3 0,1 4-4 16,-2-1-12-16,0 1 1 0,0-2-15 0,-2 4-4 15,1-3-8-15,-3-1-14 0,3 1-10 0,0-3-7 16,1 0-20-16,-2-5-5 0,2-2-5 0,0-1-6 16,-1 0-10-16,1 1-17 0,1-6-23 0,-1 0-37 0,2-3-25 15,-2-2-31-15,1-3-24 0,2-4-27 16,-3 11-18-16,3-11-46 0,-4 4-51 0,4-4-239 15,0 0-516-15,0 0 228 0</inkml:trace>
  <inkml:trace contextRef="#ctx0" brushRef="#br0" timeOffset="182286.64">9352 13549 113 0,'8'0'151'16,"4"0"1"-16,6-2 1 0,3 2-15 0,1 0-7 15,7 2-10-15,-2-1-6 0,1-1-7 0,-1 2-4 16,1-1-9-16,-9 1-2 0,1 1-12 0,-1-1-3 16,-2 2-5-16,-3 0-3 0,-2-1 3 0,-2 2-2 15,0 0 4-15,-2 0 8 0,-2 3 7 0,2-2 0 16,-3 2 0-16,-1 1-11 0,0-1-4 0,-3 1-7 16,1-2-8-16,1 1-6 0,1 2-1 0,0-1-6 0,0-2-5 15,1 0-5-15,0 0 0 0,1-2-6 16,2-1 0-16,2-1-4 0,0 0-2 0,1 0-3 15,0-2 3-15,2-2-6 0,0 1-3 0,-2-3-1 16,-2 0 5-16,1-1-1 0,0-1 10 0,1-1 8 16,-4 0-3-16,1-1-5 0,-2-1 2 0,0-2-1 0,-4-1 2 15,1 1-7-15,-3-1 0 0,-3 0-2 16,-1-5-6-16,-1 6-4 0,-4-7 9 0,2 8-13 16,-2-1-12-16,0 3-17 0,-3 0-14 0,1 1-17 15,-3 3-25-15,1 2-16 0,-4 1-27 0,-1 2-29 16,7 3-39-16,-6 2-41 0,3 3-197 0,-3-1-461 15,7 3 205-15</inkml:trace>
  <inkml:trace contextRef="#ctx0" brushRef="#br0" timeOffset="182670.06">9876 13771 33 0,'0'0'200'0,"15"-5"0"0,-3 2-6 0,-2-3-19 16,0 4-4-16,2-6-13 0,-3 2-6 0,1 1-8 15,-2-3-2-15,4-5-11 0,-5 6 6 0,2-3-5 16,0-1-4-16,-3 1-10 0,-2-1-4 0,1-5-9 16,-5 3-7-16,-1 1-6 0,-1-5 1 0,-1 5-11 15,-1 2-3-15,1-3-7 0,-3 4-7 0,-1-1-2 0,0 3-5 16,-2 0-4-16,1 0-7 0,1 0-2 16,1 3-8-16,6 4-6 0,-7-6-2 0,7 6-4 15,-7-5-11-15,7 5-5 0,0 0 4 0,0 0 2 16,0 0-2-16,0 0-1 0,0 0 4 0,40 3-8 15,-21-1-1-15,8-2-1 0,0 3-1 0,-6 0-3 16,0 1-2-16,-2 0-3 0,0 0 1 0,-6 1-1 16,0 0 2-16,-2 1 1 0,3 3-2 0,-6-2 4 15,0 2 7-15,-2 1 7 0,-1 0 17 0,0 0-3 16,-4 3 2-16,2 1 1 0,-3-2 2 0,0 1-2 16,-1-1-3-16,-1 1-7 0,-1-1 3 0,-1-1-23 15,1 1-30-15,-2 3-34 0,3-4-42 0,-1 1-42 16,1-1-49-16,0-4-57 0,1 4-50 0,4-2-155 15,0-1-494-15,4-1 218 0</inkml:trace>
  <inkml:trace contextRef="#ctx0" brushRef="#br0" timeOffset="183271.15">10666 13847 2143 0,'-12'0'122'0,"1"0"-47"0,1-2-39 0,10 2-27 16,-15-2 2-16,15 2-3 0,-7-2-2 0,7 2 2 15,-5-5 6-15,5 5 9 0,0 0 3 16,10-15-2-16,-4 8 2 0,7-5-1 0,2 3 3 0,1-3 2 16,2 0-1-16,-3 0 5 0,8-4 9 15,-1-3-6-15,-7 6 3 0,2-1 0 0,2-4 0 16,-8 3 5-16,1 1 4 0,-1 0-2 0,-3-2-2 15,-3 2-8-15,3-2 4 0,-3 1-8 0,-1 5-3 16,-2-1-2-16,-2 2-1 0,1 2 2 0,-1 7-6 16,2-10-3-16,-2 10-4 0,1-8-4 0,-1 8-2 15,0 0-1-15,0 0-4 0,0 0 2 0,0 0-6 16,-15 29 3-16,11-16-1 0,0 3-1 0,0-1 2 16,2 3 1-16,2-1 2 0,1 0-1 0,0-3 2 15,4 0-3-15,4-1 1 0,1 2 3 0,-1-5-2 16,1-1 2-16,6-4-1 0,-1 3 0 0,6-3-3 15,-2-4 10-15,1 1-9 0,2-4 11 0,-3 1 0 16,-1-4-12-16,0 1 12 0,-5-1-11 0,2-2-2 16,-3 0 0-16,-3 0 8 0,1-2-7 0,-4-1-2 15,1 3 2-15,-1-3-4 0,-2-2 4 0,0 2 0 0,-2-2-3 16,-2 2 0-16,0-3-7 0,0 0 5 0,-2 3 7 16,-1 0-4-16,2 3-2 0,1 7 6 15,-1-13-4-15,1 13-2 0,-2-8-6 0,2 8-4 16,0 0 3-16,0 0 3 0,0 0 0 0,0 0-1 0,-7 24 2 15,4-13 3-15,1 5-4 0,-2-1 2 0,2 2-3 16,0 0 17-16,1-1-11 0,-2 3 8 0,3 0-1 16,-1-2 5-16,1 4-11 0,-3-4 4 0,2 2-1 15,1-3 2-15,-1 2-5 0,-1-6 5 0,1 1-4 16,1 0 0-16,-2-2-21 0,0-1-11 0,-2-1-22 16,1 0-27-16,-3-1-29 0,1-2-26 0,-1-1-47 15,2-1-51-15,4-4-248 0,-14 4-519 0,8-3 230 16</inkml:trace>
  <inkml:trace contextRef="#ctx0" brushRef="#br0" timeOffset="183448.24">10768 13298 175 0,'-5'-4'221'0,"1"0"-27"0,4 4-16 0,-5-5-23 16,5 5-20-16,0 0-35 0,0 0-42 0,0 0-47 16,0 0-62-16,36 8-145 0,-18-5-213 0,8 1 94 15</inkml:trace>
  <inkml:trace contextRef="#ctx0" brushRef="#br0" timeOffset="184222.03">11668 13626 119 0,'13'3'170'0,"-13"-3"11"0,6 11-3 16,-1-3-10-16,-1 4-10 0,0 0-9 15,-2 0-5-15,2 5-12 0,-3 0-13 0,-1-1-4 16,4 4-4-16,-4-5-6 0,0 1-3 0,0-3-6 15,0-2 8-15,0-2-6 0,2 3-10 0,-1-6-1 16,-1-6 5-16,-1 11 10 0,1-11 18 0,1 8 11 16,-1-8 11-16,0 0-13 0,0 0-9 0,0 0-16 15,0 0-11-15,0 0 9 0,0 0-33 0,0 0 3 0,-9-25-10 16,9 14-5-16,0 0-11 0,1-2-7 0,4-3 10 16,4-1-36-16,0 2-1 0,5-9-4 15,4 2-6-15,0 0-6 0,2 3-4 0,-1 0-3 16,2 1-4-16,-4 6 6 0,2 1-5 0,-3 1 0 15,1 3 4-15,0 0-1 0,-1 2-4 0,-3 3 3 0,1 2 2 16,-1 3-2-16,-2 0-2 0,-1 3 0 16,0 2 10-16,-3 1-7 0,1 2-2 0,-2 2 7 0,-2 2-3 15,0-3 1-15,3 4 1 0,-4 1-1 16,2-1 3-16,-1-5 2 0,2 0 4 0,1 0-4 0,-5-1 3 16,7 5-3-16,-1-7 6 0,2 1 2 0,-1-1 1 15,5 0 2-15,3-5 4 0,-5-1-1 0,8-1 3 16,-2 1-5-16,-2-2-1 0,-2 0 5 0,5-5-1 15,-3-2-2-15,-3 1-3 0,-1 0 0 0,-1-1 5 16,1-1-3-16,-4-1 8 0,3-4-2 0,-4-1-10 16,1 3-1-16,-4-1 3 0,2-2-1 0,-4 1-3 15,-3 3 0-15,0-3-1 0,-1 1 2 0,0 2-2 16,-2 4-2-16,0-1 8 0,0 1-9 0,-2 2 1 16,6 4-6-16,-13-6 2 0,4 6 0 0,-3 3 2 15,1 5-3-15,-5 1 3 0,3 4 4 0,-1 2-2 16,5-1 11-16,0 3-14 0,0-4 3 0,2 1 1 15,3 2-2-15,1 0 1 0,2 2 5 0,3 0-7 16,2-5-20-16,0-3-18 0,2 2-33 0,1-5-29 16,3 1-39-16,-1-2-36 0,2 0-49 0,2-1-34 15,6 0-225-15,-8-2-524 0,5-3 232 0</inkml:trace>
  <inkml:trace contextRef="#ctx0" brushRef="#br0" timeOffset="184642.36">12649 13650 178 0,'-1'-9'220'0,"1"9"0"0,-4-16-2 16,-4 9-10-16,0 0 1 0,-1 1-6 0,-3 5-2 15,-1-1-10-15,-5 5 2 0,5 0-5 0,-6 2-14 16,2 4-1-16,-3 0-15 0,4 1-12 0,0 2-11 16,3 0-21-16,-3-1 0 0,7-3-15 0,0 0-7 15,4 3-12-15,-1-3-10 0,4 1-5 0,1-3-3 16,1-6-12-16,1 11 0 0,2-5-8 0,-3-6-6 15,10 4 4-15,-3-2-15 0,4-4-4 0,-2 0-1 16,2-2-5-16,0 0 1 0,-2 1-5 0,3 0-5 16,-4-2 1-16,1-1-1 0,1 0-6 0,-2 0 5 15,1-1-9-15,-4 4 1 0,2-1-2 0,-3 0-3 16,5-1 1-16,-9 5-4 0,6-3-1 0,-6 3 3 16,0 0-4-16,0 0 4 0,12 13 0 0,-7-4 1 15,-1 4 1-15,-2 2 11 0,-2 12 0 0,0-9 4 16,-2 12 12-16,2-1-9 0,0 0 10 0,-4-1 9 15,2 1-3-15,-3-1 3 0,0 3 4 0,-2-4 10 16,-1 1-5-16,1-5 6 0,-3 4-1 0,2-4-3 16,-1-5 2-16,-3-2-13 0,1 0 4 0,-1-2 14 15,-3 1-14-15,0-2-10 0,1-3 3 0,-3 0 1 16,1-4-9-16,0 2-11 0,2-4-7 0,3 0-27 16,-3-3-59-16,3-1-31 0,-1-1-26 0,0-2-38 15,-4-3-57-15,4-1-61 0,1 1-56 0,-5-4-182 16,3-3-581-16,4 0 256 0</inkml:trace>
  <inkml:trace contextRef="#ctx0" brushRef="#br0" timeOffset="185453.31">12709 13857 11 0,'-8'-2'239'0,"8"2"-11"0,0 0-7 16,0 0-13-16,0 0-20 0,-6-5-18 0,6 5-16 15,0 0-14-15,0 0-13 0,12-14-8 0,-6 6-2 16,-1-1-8-16,3 1-6 0,2-3-5 0,-1 3-2 16,1-7-7-16,3 2-2 0,-3 2-5 0,-1-5-2 15,3 2 1-15,-5-1 1 0,5-1-6 0,-2 0-9 16,-5-1-3-16,3-2-5 0,-1 1-4 0,-1-6-6 16,0 5 1-16,2-7-9 0,-3 1 0 0,-3 6-5 15,2 0 6-15,-2 0 3 0,0 3-2 0,-1-2-2 16,1 7 0-16,0 2-3 0,-2 1 1 0,5 2-7 0,-5 6-3 15,0-11-4-15,0 11-8 0,0 0-3 16,0 0-3-16,0 0-1 0,0 0-5 0,-9 35 9 16,2-8 1-16,0 0 6 0,1 3 0 0,-4-1 3 0,6 0 0 15,0 0-3-15,3-3-2 0,-3 0 6 0,6 0-2 16,-2-8-3-16,3-1-3 0,1 3 2 16,8 3 1-16,-4-8-3 0,1 1 5 0,5-3-9 15,-1-2 14-15,6-4-5 0,-2 0-4 0,3 0-5 16,1-4-1-16,-1-2 1 0,2-1-3 0,-3-3-1 0,0 2-5 15,0-3 16-15,-2-3 7 0,-1-1-22 16,-1-2 0-16,-5 3 1 0,-1-1-2 0,0-5 1 16,2 3 0-16,-6 0-8 0,-1-2-3 0,0 1 2 15,1-1-9-15,-5 1 10 0,0 2-2 0,0-2 1 16,0 4 2-16,0 7-3 0,0-11-2 0,0 11 6 0,0-9-1 16,0 9-16-16,0 0 15 0,0 0-8 15,0 0-1-15,0 0 7 0,-18 15-4 0,13-5 3 16,1 4 2-16,2-2 3 0,-1 0 1 0,1 4-24 15,4 0-27-15,-2-5-22 0,0 2-25 0,0-2-23 0,0 1-33 16,3-1-46-16,-1-3-51 0,2-1-57 0,-4-2-182 16,0-5-529-16,3 8 234 0</inkml:trace>
  <inkml:trace contextRef="#ctx0" brushRef="#br0" timeOffset="185635.7">13082 13450 2410 0,'-7'-17'38'0,"-2"2"40"0,4 5-23 0,1 3-29 15,2 2-12-15,-3-1-3 0,5 6-6 0,-2-8 1 0,2 8-3 16,0 0-2-16,0 0 5 0,0 0-4 0,0 0-13 16,0 0-32-16,15 12-41 0,-6-5-53 0,5-1-58 15,-3 1-170-15,3-3-394 0,-1 1 175 16</inkml:trace>
  <inkml:trace contextRef="#ctx0" brushRef="#br0" timeOffset="186522.89">13524 13662 73 0,'0'0'209'0,"-4"-13"-13"0,-1 7-7 0,-1 2-11 16,0-1-10-16,-2 0-6 0,-1 1-9 0,0 1-6 16,-3 3-11-16,1 0 6 0,1 3-4 0,-7 3-15 15,1 2-9-15,3 0-11 0,0 2-10 16,1-4-10-16,1 7-1 0,1-4-15 0,4 3-5 0,4-2-7 16,0 1 2-16,0-1-11 0,2 3-3 0,0-3-5 15,4 1 1-15,0-2-7 0,2-4-2 0,0-1-4 16,3 1-1-16,2-1-1 0,1-2-2 0,-1-1-4 15,2-2 2-15,-2 0-2 0,0-3-3 16,1 0-2-16,-3 2 1 0,2-5 1 0,0 0-2 0,-2 3-3 16,0-1 1-16,0-1-2 0,-2 0 2 0,-3 0-3 15,1 1 0-15,-3-1 0 0,-2 6 0 0,10-7 3 16,-10 3-1-16,0 4-3 0,0 0-5 0,6-8-1 16,-6 8 6-16,0 0-5 0,4 16 1 0,-4-5 0 15,1 8 3-15,-2 6 10 0,2 3 2 0,-10 0 5 16,7 2 3-16,-1 2-2 0,0 0 3 0,-1-3 0 15,0 1-2-15,1-2 2 0,-1 1-2 16,2-3 12-16,-3 0 3 0,-2-2 6 0,3-7-11 16,1-2-4-16,-5 1 5 0,4-4-3 0,-1-2-3 0,-4-1-2 15,0 1-5-15,0-3 4 0,-1-2-7 0,-3 1-31 16,3-4 2-16,-2 1-16 0,1-1-10 0,-3-2-14 16,5-2-28-16,0-1-25 0,-1-2-29 0,4 1-41 15,-3-6-59-15,5 0-47 0,-5 1-191 0,4-3-507 16,5-6 225-16</inkml:trace>
  <inkml:trace contextRef="#ctx0" brushRef="#br0" timeOffset="186736.48">13767 13682 57 0,'4'-3'245'15,"-4"3"-6"-15,4-7-9 0,-4 7-14 0,5-4-18 16,-5 4-15-16,0 0-3 0,0 0 4 0,0 0-4 15,0 0-10-15,-3 23-14 0,1-13-11 0,-2 2-11 16,0 3-10-16,3 4-15 0,-3-3-8 0,2 0-13 16,0-1-4-16,2 2-11 0,-2-2-10 0,2 0-38 15,2-3-32-15,-2 0-37 0,0-1-34 0,0-1-43 16,-2-1-54-16,2-9-50 0,0 14-198 0,-2-8-458 16,-2 0 204-16</inkml:trace>
  <inkml:trace contextRef="#ctx0" brushRef="#br0" timeOffset="186902.31">13625 13536 1714 0,'-11'-13'3'0,"4"2"16"0,-1 4-12 16,2 0-16-16,0 4 1 0,6 3 3 0,-5-2-18 15,5 2-6-15,0 0-17 0,0 0-32 0,0 0-18 16,0 19-30-16,7-13-95 0,2 2-239 0,2-3 106 15</inkml:trace>
  <inkml:trace contextRef="#ctx0" brushRef="#br0" timeOffset="187288.54">13987 13523 30 0,'4'-4'142'0,"3"-1"8"16,-7 5 10-16,7-5 6 0,-3 1-9 0,-4 4-13 15,5-5-11-15,-5 5-14 0,0 0-2 0,0 0 20 16,8 16 21-16,-8-2-11 0,0 3-8 0,0 5-11 15,-4 4-9-15,2 1-7 0,0 1-5 0,-1-1-2 16,1-1-12-16,-2 1-8 0,2-8-5 0,1 0-3 16,0-1-10-16,0-2-3 0,-1 0-13 0,-1 0 2 15,1-7-7-15,0-2-4 0,2-2-1 0,0-5 2 16,-3 11 3-16,3-11 12 0,-1 7 3 0,1-7 3 16,0 0-6-16,0 0-9 0,0 0 5 0,0 0-15 15,0 0 1-15,0 0-8 0,0 0-5 0,16-23-8 16,-10 14-12-16,7-4-3 0,-1 1-7 0,-1 7 2 15,0-4-3-15,5 0 0 0,-3 5 6 0,7-1-13 16,-1 2 3-16,-10 1-5 0,-3 2-1 0,5 1 3 16,-4 1 2-16,-2 3 1 0,0 1 3 0,-1 0 3 15,0 3 4-15,-4-3-9 0,0 5 10 0,-4-3 21 16,1 3-6-16,-3-2 2 0,-2 1 0 0,-3 2 0 16,-3-2-2-16,-3 0-7 0,2-1 5 0,-3-1-1 15,0-1 0-15,-2 0-9 0,-3-2-28 0,6-2-30 16,-4 3-38-16,0-5-50 0,2 1-55 0,0-2-68 15,-3 3-254-15,6-3-559 0,-4-3 248 0</inkml:trace>
  <inkml:trace contextRef="#ctx0" brushRef="#br0" timeOffset="189804.34">14335 13609 163 0,'2'-11'198'0,"-1"-6"-5"15,1 5-4-15,-2 0-12 0,2 0-15 0,0 0-7 16,3 2-6-16,-4 1 4 0,0 3 16 0,-1 6-12 16,2-11-15-16,-2 11-17 0,0-7-16 0,0 7-13 15,0 0-10-15,0 0-3 0,0 0 4 0,0 0 0 16,0 38 1-16,-1-21-1 0,0 4-8 0,-4 2-5 16,3 3-5-16,-2-5-7 0,-1 3-3 15,0 2-11-15,1 1-1 0,4-1-3 0,-5-2-1 0,3-5-31 16,-2 0-21-16,0 1-32 0,1-2-30 0,-2-3-30 15,2 3-34-15,1-2-50 0,0-4-43 0,0-3-34 16,2 1-132-16,0-3-426 0,0-7 189 0</inkml:trace>
  <inkml:trace contextRef="#ctx0" brushRef="#br0" timeOffset="190306.27">14463 13772 158 0,'3'-8'194'0,"-3"8"-13"0,0 0 3 15,0 0 9-15,0 0-5 0,0 0-14 0,0 0-11 16,0 0-14-16,-5 23-16 0,5-13-8 0,0-10-12 16,2 17-12-16,1-8-9 0,1-2 1 0,2 2-15 15,1-1-3-15,2-2-6 0,0-1-3 0,2-1-5 16,3-3-5-16,-1 1-1 0,6-2 4 16,-2-3 7-16,5 1 2 0,-7-4-3 0,2 2 2 0,-4-1-2 15,1 0 6-15,-5-4-1 0,4 4 0 0,-4-4 7 16,-2 1-7-16,0-2-1 0,0 2 2 0,-3 4 3 15,1-2 13-15,-3 2-18 0,2 0-8 0,-4 4-6 16,5-7-9-16,-5 7-7 0,0 0-5 0,0 0 12 16,0 0-6-16,-2 28-8 0,-3-9 11 0,-2 5-4 15,-2 5 3-15,-2 5-4 0,-2 10 0 0,4-9-4 16,-4 12 3-16,0 2 2 0,2-6 1 0,1 3-1 16,1-12-5-16,4 2 0 0,-4 9-9 0,1-12 1 15,1 2-3-15,-3 11 3 0,5-13-8 0,-1-3 1 16,0-1 4-16,2-3-8 0,-2-3-2 0,3-4 0 15,-2-1 5-15,0-7-8 0,3 0 3 0,-2-2-7 16,2-4 7-16,-3 0-1 0,5-5-2 0,-12 3 2 16,12-3-11-16,-16-8-6 0,5 0-7 0,0-7 7 15,2-2-11-15,-1-9-2 0,-2 0 6 0,5-3-22 16,-1-1-1-16,4-3-15 0,2-1 8 0,4-1 4 16,4-11 1-16,-2 13 8 0,3-2-5 0,3 0-3 15,-3 5-5-15,9-1-3 0,2 1-7 0,0 2-13 16,2 5-6-16,0 1-18 0,5 1-19 0,-3 3-13 15,3 0-18-15,1 7-21 0,-3 0-34 0,5 2-37 16,1 2-45-16,2 4-212 0,-2-1-529 0,1 1 233 16</inkml:trace>
  <inkml:trace contextRef="#ctx0" brushRef="#br0" timeOffset="190739.92">15242 14080 87 0,'9'-8'190'16,"5"-5"-9"-16,1 2-5 0,3-3-17 0,4-2-7 16,1 0-9-16,0 0-9 0,0-1-2 0,0 1-7 15,0-3-1-15,0-2-5 0,2 1-7 0,-3-1-4 16,3-1-6-16,-4 0-8 0,1-4-5 0,-3 3-10 15,2-1 1-15,-6 1 1 0,-4 8 6 0,-2-1-5 16,-3 4-1-16,-3 2-4 0,1 0-6 0,-4 3-8 16,0 7-10-16,-5-9-11 0,5 9 1 0,-16-3-6 15,2 4-3-15,-3 6-7 0,-8 6-4 0,0 0 3 16,1 1-7-16,2 3-2 0,1 2-2 0,4 1 0 16,6-3 0-16,2 5-4 0,3-4-2 0,5-1-6 15,-3 0 2-15,8-2-6 0,1 2 1 0,3 0 1 16,1-2-1-16,3 1-20 0,0-1 3 0,2-1 2 15,-4 0-3-15,-1 0 5 0,0-1 2 0,-2-4 1 16,-2 2-1-16,1-4 2 0,-2 2 1 0,-3-3 2 16,0 1 0-16,-1-7-2 0,-5 12 0 0,-3-6 0 15,1 1-5-15,-5 0-14 0,2-3-17 0,-3-2-20 16,0 2-16-16,2 1-36 0,0-3-51 0,2-2-36 16,-1 0-204-16,-1-2-441 0,11 2 196 0</inkml:trace>
  <inkml:trace contextRef="#ctx0" brushRef="#br0" timeOffset="191305.28">15673 13914 132 0,'10'1'176'0,"-10"-1"0"0,9 8-2 16,-5-4-2-16,-2 3-2 0,2 2-5 0,0 0-5 15,-2 1-6-15,1-3-13 0,0 3-4 0,-3-2-14 16,1 0-6-16,0-2-14 0,-1-6-6 0,0 12-9 15,0-12-3-15,1 8 0 0,-1-8 11 0,0 0 2 16,3 7 8-16,-3-7 14 0,0 0-9 0,0 0-15 16,0 0-11-16,0 0-4 0,0 0-9 0,0 0-5 15,0 0 2-15,-10-24-12 0,10 18-9 0,0 6-3 16,2-22-2-16,2 9-7 0,0 2-9 0,4-7-5 16,1 2-5-16,0-1-5 0,2 1-7 0,2-1 0 15,0 2-7-15,1-1 3 0,-3 5-3 0,7-1 1 16,-4 5-4-16,-1 2 0 0,1 4-3 0,0 1 1 15,1 7 0-15,1-1 0 0,-2 6 2 0,0-2 5 16,-7 4-4-16,4 2-4 0,-2 1 4 0,1-2 0 16,-5 2 1-16,0-1 4 0,-2 1 1 0,2-3 0 15,-3-3-1-15,2-2 3 0,-3 1 4 0,1-3 5 16,-2-7 1-16,0 12 2 0,0-12 8 0,1 7 3 16,-1-7 8-16,1 7 7 0,-1-7-6 0,0 0-1 15,0 0-14-15,0 0 0 0,0 0 2 0,0 0-6 0,0 0 3 16,-9-21-4-16,9 21-7 0,-1-15-7 15,2 5-2-15,6-1-3 0,-2 1-2 0,-1-5-12 16,6-2-3-16,0 2-8 0,2-1-2 0,-1 4 2 16,4-2-2-16,2 3 7 0,-2 2-4 0,1-1 5 15,2 2 3-15,-1 4-5 0,-4 3 4 0,0 1 3 16,0 4-2-16,2 2 2 0,-3-2 2 0,-1 5 0 16,-1 2-3-16,-1 5 6 0,-2-3 1 0,-3 3 5 15,-1-3-3-15,-3 0-1 0,2-1-6 0,-4 5-26 16,1-4-27-16,-1 1-19 0,-1 0-27 0,-1-4-33 15,1 3-50-15,1-4-39 0,-2-1-219 0,3 0-493 16,1-8 218-16</inkml:trace>
  <inkml:trace contextRef="#ctx0" brushRef="#br0" timeOffset="192171.51">16538 13855 31 0,'-7'-8'211'0,"1"2"-8"0,-4 1-2 15,0 2-14-15,-2 0 4 0,-2 4 1 16,1 4-6-16,-3 2-5 0,0 3-5 0,-2 5-9 16,4-4-12-16,-2 4-11 0,4 0-17 0,0-2-14 15,3-1-10-15,2 0-8 0,-2 1-10 0,5-1-9 0,2-4-3 16,2 0-8-16,0 0-9 0,2-1-2 16,2-1-4-16,3-1-10 0,2 0-1 0,-3-3-3 15,5 0-3-15,1-2-6 0,-2-1 4 0,4-2-5 16,-2 2 1-16,-1-3-7 0,1-2-1 0,-3-2-7 15,0 1 5-15,-1-3-3 0,-1 0-1 0,1 0-1 16,-3-2-1-16,2 2-1 0,-3-3 0 0,3-3-3 16,-4 5 1-16,1-3 3 0,-2 4-3 0,2 0 5 15,-3 3 6-15,0 1-1 0,0 0 15 0,-1 6-18 16,4-10-3-16,-4 10-5 0,0 0 0 0,0 0-2 16,0 0-5-16,0 0 4 0,0 0 3 0,-9 29 5 15,5-16-5-15,-1-2 1 0,0 4 5 0,1 3 4 16,-1-2 7-16,0-2 0 0,3 1 1 0,0-1 0 15,1-2-5-15,1-1-1 0,0 1-6 0,0-3 5 16,1-1 2-16,4-1-8 0,0 0 2 0,0-2 1 16,6-1-3-16,-1-2 3 0,4 0-7 0,4-1 4 15,0-4-4-15,0 0 2 0,-2-2-3 0,3 1 2 16,-3-6 2-16,0 3-5 0,-1-5 1 0,-3 1 3 16,0-1-3-16,-1-2 1 0,-1-4-1 0,3-5-4 15,-4 5-2-15,1-6 4 0,-1-2-4 0,-1 3 3 16,2-5-4-16,-2 1-5 0,-7-1-4 0,2 3 1 0,-2 1 4 15,0 5 5-15,1 0 3 0,0 2-3 0,-2 5 10 16,2 2 4-16,-2 0 2 0,0 10 1 0,0-12-8 16,1 7-2-16,-1 5 0 0,0 0-4 15,0 0 4-15,0 0 3 0,0 0 2 0,-14 30-1 16,10-11-1-16,-6 4 7 0,2 3 2 0,0 0 8 16,2 1 3-16,2 0 7 0,0-1-3 0,-1-2 1 15,3 1-5-15,3-6 6 0,0 0-6 0,0-1-8 16,2 0 4-16,2-1 1 0,-1-2-1 0,2 0-6 15,3-1 2-15,1 0-3 0,-2-7 0 0,2 4-2 16,3-7-3-16,-1 2 0 0,-1-1 4 0,7-2 0 16,-4-1-1-16,5-2-2 0,2-3-7 0,-3 0 1 0,3-3-1 15,-3-1 0-15,1-1-1 0,0-3 1 16,-3 0-1-16,-1-3-1 0,-2 1 0 0,-4-2 2 16,5-8-4-16,-4-1-1 0,-3 5 2 0,0-6-2 15,1-1 0-15,-2-2-6 0,0 1 0 0,-1-1-2 0,0 2 2 16,0 7-8-16,-3 0 8 0,2 3 0 15,-3 3 3-15,2 3-1 0,-2 2-5 0,-1 1-1 16,0 7-5-16,3-8 2 0,-3 8 4 0,0 0-6 16,0 0 2-16,0 0 8 0,1 37-6 0,-5-12 10 15,0 2 2-15,1 1 7 0,-3-1 4 0,1 2 2 0,0-2-3 16,0 3-2-16,3-6 3 0,-2 1-1 16,1 0-4-16,3-5 2 0,0-1 1 0,0-2-2 15,0 0-7-15,2 1-22 0,-1-1-33 0,1-7-35 16,1 3-44-16,1-4-37 0,2 1-34 0,-1-2-32 0,3-1-56 15,1-1-43-15,0 1-263 0,-2-3-643 0,1-1 285 16</inkml:trace>
  <inkml:trace contextRef="#ctx0" brushRef="#br0" timeOffset="195155.37">17858 13849 54 0,'-3'-10'167'0,"0"1"-1"0,-1 1-4 0,-4 0-13 16,-1 1-7-16,-2 0-4 0,-1 0-5 0,2 1-4 15,-4 3-4-15,-3 1-8 0,0 1 2 0,-2 2-11 16,2 4-6-16,-1 1-10 0,-1 1-8 0,1 4-3 0,2-1-10 16,2 2-4-16,3 2-10 0,0 2 0 0,1-3-2 15,4 2-8-15,1-1-10 0,2 4 1 16,3 0-5-16,0-6-1 0,4 3-2 0,3 1-7 15,1-2 3-15,0-4-5 0,2 3-4 0,4-1-1 16,-3-5 1-16,3 2-2 0,-2-4 0 0,5-1-3 16,0 1-3-16,1-4 2 0,-1-2 2 0,1 1-1 15,-5-2-3-15,5-2 4 0,-6 1-5 0,0-3 2 16,0-1-4-16,-2 0 3 0,0-1-3 0,-1 0 0 16,0-2-2-16,-2 0 3 0,-1-2-3 0,-1 1 3 15,1-2-5-15,-2-2 4 0,0-1-2 0,-3 4-1 0,2 2 6 16,-2-1 10-16,1 1 7 0,-2 10 0 0,0-12 6 15,0 5-4-15,0 7-3 0,1-7-7 16,-1 7-7-16,0 0 2 0,0 0-3 0,0 0-1 16,0 0-1-16,0 0 0 0,-5 31 1 0,2-15 0 15,2 0 1-15,-2 3-5 0,2-1 0 0,2-1-20 0,-1 0 1 16,0 0-12-16,3 1-15 0,-2-1-10 0,-2-1-18 16,2 0-14-16,2-4-22 0,-2 0-32 0,2-1-28 15,-2-3-26-15,1 3-18 0,3-2-138 16,-5-2-375-16,2 0 167 0</inkml:trace>
  <inkml:trace contextRef="#ctx0" brushRef="#br0" timeOffset="195507.29">18005 14028 26 0,'0'0'157'0,"0"0"0"16,-1-13-12-16,1 13-11 0,1-6-16 0,-1 6-14 15,0 0-9-15,0 0-1 0,0 0-4 0,0 0 5 16,0 0 0-16,0 0-10 0,0 0-6 0,-1 28-1 15,2-19-2-15,-1-1-2 0,0-8-13 0,0 15-3 16,1-8-4-16,-1-7-9 0,-1 10 0 16,1-10-3-16,1 7-5 0,-1-7-1 0,0 0 8 0,-1 9 11 15,1-9 11-15,0 0 6 0,0 0-5 0,0 0-9 16,0 0-5-16,0 0-6 0,0 0-6 0,12-17-6 16,-9 9 2-16,5-3-8 0,1 2-1 15,2-5-3-15,2-2-5 0,6-2-4 0,-3 5 2 16,4-4-7-16,-1-3 2 0,-3 8-5 0,0-1 2 15,1 3-2-15,-2 1-2 0,-3 3 4 0,-1 1-4 0,-1 1 5 16,0 2-1-16,-2 2-7 0,-8 0 7 16,14 3-7-16,-7 1 0 0,-1 4-3 0,1 1 2 15,-2 1-3-15,-1 1 3 0,-1 0-3 0,1 4 1 16,-2 1-17-16,-2 1-14 0,1-1-29 0,-2 0-28 0,1-2-28 16,1-3-42-16,0 1-39 0,0-1-176 15,-1 0-405-15,2-4 179 0</inkml:trace>
  <inkml:trace contextRef="#ctx0" brushRef="#br0" timeOffset="195953.77">18674 13886 78 0,'-16'-7'199'0,"3"1"-2"15,1 4-1-15,-6 0-8 0,0 5 0 16,-3 2-7-16,2 3-3 0,-1 1-15 0,3 1-10 15,0 1-10-15,2 4-14 0,4-4-15 0,-1 3-8 0,1 0-11 16,3 2-5-16,3-2-9 0,2-2-5 0,1 1-11 16,3-1-3-16,4 0-10 0,1-2 1 0,1 0-8 15,2-1 9-15,2-1-19 0,1-2-1 16,3 1-7-16,-2-5 1 0,5 2-1 0,-5-4-1 16,1-3-5-16,0 2 2 0,-3-1-5 0,2-4-2 0,-1-1 0 15,-1-1-1-15,-2-1-2 0,1-3-7 16,2-4 4-16,-5 1 9 0,0-3-11 0,-2-2 5 15,1-4-8-15,1 0 1 0,-4-3-4 0,-1 1-1 16,3-3-3-16,-5 2 5 0,1-3-2 0,-2 3 1 16,2 1 1-16,-2 0-1 0,2 6 1 0,-1 8 9 0,1 0 5 15,-1 1 12-15,2 0-3 0,-2 4 0 16,0 7-8-16,2-9-11 0,-2 9 1 0,0 0-1 16,0 0 4-16,0 0 3 0,0 0 10 0,-10 36-7 15,4-19-1-15,-1 8 2 0,0-1-2 0,3 1 0 16,-3 0-6-16,3 2 1 0,-1 2 6 0,4-4-3 15,-1 3-7-15,2-2-29 0,0 0-25 0,-2-6-28 0,2 6-35 16,-1-2-40-16,2 1-63 0,-1-8-67 16,-2 2-173-16,1-1-489 0,1-1 218 0</inkml:trace>
  <inkml:trace contextRef="#ctx0" brushRef="#br0" timeOffset="196371.47">19408 13722 69 0,'3'-9'222'0,"-2"-1"-4"0,2 5-4 0,2-3-10 16,-5 8-12-16,4-10-25 0,-4 10-19 0,2-4-17 15,-2 4-2-15,0 0 1 0,0 0 7 0,-6 37-1 16,1-11-5-16,0 1-8 0,-2 1-6 0,-1 1-13 15,1 1 24-15,-3 0-18 0,2-2-7 0,3 1-12 0,0-1-3 16,-2-1-2-16,2-2-14 0,1 1-7 16,-1-1-10-16,4-7-28 0,-2 0 3 0,2 2-9 15,1-4 2-15,-1-1-33 0,1-3-30 0,1-1-28 16,0 0-26-16,-1-5-25 0,0 4-43 0,2-3-26 16,-2-7-22-16,0 0-28 0,0 0-153 0,0 0-423 0,0 0 188 15</inkml:trace>
  <inkml:trace contextRef="#ctx0" brushRef="#br0" timeOffset="197491.72">19355 13965 77 0,'0'0'107'0,"8"-15"4"0,-1 8-7 0,-2-2-5 0,5 0-5 16,2 2-6-16,2-6 1 0,2 3-2 16,2 0-8-16,0 0 6 0,0 1-1 0,-1-3 7 15,1 3-2-15,-3 0-2 0,3-4-1 0,-4 3-2 16,0-3-5-16,-1 3-6 0,-3-1-4 0,3 0-4 15,-4 1-3-15,-2 1-4 0,1-3 4 0,-2 5-7 16,0-2 6-16,-4 3 1 0,1 0-1 0,-3 6-7 16,4-6-11-16,-4 6-6 0,3-5-2 0,-3 5-4 15,0 0 1-15,0 0-11 0,-1 28 4 0,-3-13-5 16,-2 3-1-16,-2 8-4 0,0 0 1 0,-2 0-2 0,3 0-1 16,1-1-2-16,1-5-2 0,0-2 0 15,1 0-1-15,1 0 2 0,-1-1-3 0,2-6-4 16,0 0 5-16,-1-1-5 0,2-1 3 0,1-3-2 15,0-6 0-15,-3 11 1 0,3-11-1 0,0 7 0 16,0-7 1-16,0 0 0 0,9 3-4 0,3-4-1 16,-1-2 0-16,4 0-2 0,1 0 8 0,1 0-7 15,3 0 3-15,-2 2 3 0,1-1-3 0,2 1 0 16,-3 1 4-16,-1 0-7 0,4 1 5 0,-3 4-2 16,0-4 3-16,1 1-2 0,0-1 0 0,-1 1 2 15,0-1 1-15,-4 0 1 0,5 1 5 0,-1-1-9 0,-1-2 1 16,-2 1-2-16,-2-2 4 0,1 0 0 0,-1 0 0 15,4-2-2-15,-1-1 2 0,0-1-4 16,-4 2 6-16,1 1-9 0,-4-4 6 0,1 0-2 16,0 0 4-16,-2-2-3 0,-1 0 3 0,1 0-2 15,1 0-1-15,-4-3-2 0,-2 0 9 0,3-4-9 0,-3 3 2 16,1-2-2-16,-3 0 1 0,0 5 0 0,0-6 3 16,-3 7 2-16,1-1-5 0,-1-1 2 0,-2 6 0 15,-1-2-5-15,0 1 2 0,-1 4-3 0,6 2 1 16,-18 1-1-16,6 4-2 0,-2 4 0 15,0 0 4-15,-2 5-4 0,3 1 1 0,-5 4-1 16,8-2 0-16,1 0 0 0,0 0 5 0,4-3-6 0,0 2 5 16,2 0 1-16,0 0 2 0,6 1 10 0,0-5 1 15,2-1-1-15,1 1 4 0,2-2-2 16,1-1 0-16,0-1-1 0,3 0 2 0,2-2-4 16,6 2 2-16,0-4-4 0,-2-2 2 0,0 0-2 15,2-3 0-15,-3 1 3 0,1-2-7 0,0-1 3 0,0 1 6 16,-2-4-9-16,-4 2 7 0,2-5-12 0,0 1 3 15,-1-1-11-15,-2-3-3 0,-1 3-4 16,1-4 1-16,-5-3-1 0,2 1-2 0,-3-1 1 16,-3 5 3-16,0-6 0 0,-2 4 11 0,-2 1-10 15,0-1 0-15,-3 2 1 0,0 2-1 0,1 0-1 0,-4 2 12 16,0-2-12-16,2 2 6 0,-2 1-6 0,3 1 6 16,5 5 0-16,-11-8 5 0,8 5-9 0,3 3 3 15,-5-5 0-15,5 5 3 0,0 0 5 16,0 0-4-16,0 0-1 0,0 0 1 0,23-2 2 15,-11 2 0-15,2 0-1 0,4 1-2 0,-5 0 6 0,2-2-8 16,-1 2 2-16,-4-1 1 0,1 4-3 0,1-3 0 16,-3 1 0-16,-3 1 3 0,-1 0 0 0,3 1 1 15,-4 3 6-15,1-1 5 0,-1 3 5 0,0 0 6 16,-3 1 1-16,-2 3 3 0,1 2-4 16,0-2 7-16,-2-1 2 0,1 0 0 0,1-1-3 0,0 0 0 15,0 5-6-15,1-4 3 0,2-3-9 0,-2 3 4 16,1-3-2-16,1-1 0 0,4 1-5 0,-1-1 4 15,-1-3-5-15,3 2 0 0,2-2 1 16,0-1 2-16,-1-3-3 0,4 1-2 0,-3-4-1 16,2 2 3-16,3-1 4 0,-3-3 1 0,0-1-8 0,1 0-1 15,-1-2-2-15,3-1 3 0,-6-1-7 0,2-3 4 16,-2-1-2-16,0-2 1 0,-1 0-3 16,-2 1-1-16,1-2 3 0,-2 1-4 0,-4 4-1 15,2-1 5-15,-3 1-5 0,0 1 4 0,-2 1-3 16,2 9-1-16,-2-12 6 0,-2 9-8 0,4 3-2 0,-13 0 7 15,13 0-8-15,-20 6 5 0,5 4 5 16,3 1-3-16,-2 0 0 0,1-1-3 0,4 0 4 16,0 5 4-16,3-5-5 0,2 3 3 0,-1-2-17 15,2 0-19-15,2-1-22 0,1 0-29 0,1 1-42 16,2-1-54-16,1-4-55 0,2 2-227 0,3 0-500 0,-1-2 221 16</inkml:trace>
  <inkml:trace contextRef="#ctx0" brushRef="#br0" timeOffset="197804.26">21097 13609 194 0,'0'0'227'0,"0"-8"-22"0,0 8-13 0,0 0 4 16,0 0-2-16,0 0-5 0,-22 20 0 0,12-5-9 15,-6 8-12-15,3 0-5 0,3 4 1 0,0-2-3 16,-2 3-7-16,3 1-9 0,-1-1-3 0,1 0-13 16,2 1 2-16,-2-1-8 0,4 2-5 0,-2-2-8 15,1 0 5-15,1 0-16 0,-2 0-3 16,1-1-13-16,1-2-10 0,1-1-7 0,-1-5-4 0,1-1-11 16,0 0 3-16,0-1-12 0,-2 0-17 0,4-2-23 15,-2-2-22-15,0-2-26 0,1-1-19 0,1-2-20 16,-1 1-18-16,2-4-22 0,-3 2-25 0,4-7-16 15,-5 10-16-15,5-10-37 0,-4 4-41 16,4-4-211-16,0 0-509 0,0 0 226 0</inkml:trace>
  <inkml:trace contextRef="#ctx0" brushRef="#br0" timeOffset="198203.34">20749 13959 27 0,'2'-10'146'0,"2"5"-3"15,3 2-7-15,2-1-11 0,5-1-2 0,2 3-11 0,6-2-8 16,5 0-3-16,1 0 0 0,-6 1-5 0,7 1-6 16,0-2-4-16,2 0-6 0,-10 1-7 0,8-1-4 15,-1 1-6-15,-10-1 0 0,-1 3-1 16,-6 0 5-16,-1-2 1 0,3 2 7 0,-5 1-9 16,-8 0 0-16,10-3 0 0,-10 3-14 0,8 3-3 0,-8-3 8 15,2 6 8-15,-2-6-2 0,-4 11-2 0,2 0-1 16,-2-2 1-16,-1 0 2 0,1 3-4 0,0-1-2 15,0 0-6-15,3 0-4 0,1 0 5 0,0 0-15 16,1 2-3-16,1-4-3 0,4 1-5 16,-3-3 0-16,2 3-4 0,2-3-2 0,0 0-1 0,-2-2-1 15,5 0 4-15,-1-1-5 0,-1-3 0 0,1 0-2 16,1-1 0-16,-10 0 0 0,19-4-7 16,-11 0 4-16,1-1 1 0,-2-1-3 0,2 1-1 15,-1-4 1-15,-3-1-2 0,0 1-4 0,-1-1 4 16,4-7-7-16,-5 3-13 0,-1 2-5 0,-1-6-6 0,0 4-9 15,1 1-9-15,-2 3-14 0,0 2-15 0,0 8-22 16,-3-14-31-16,3 14-38 0,-4-9-24 0,4 9-10 16,-10-1-11-16,10 1-8 0,-14 13-119 15,0-2-361-15,2 2 160 0</inkml:trace>
  <inkml:trace contextRef="#ctx0" brushRef="#br0" timeOffset="198786.66">21230 14112 181 0,'7'-1'187'0,"-7"1"-1"0,17-4-2 0,-7-1-12 16,0 2-14-16,2-1-5 0,-1 0-12 16,-1-2-6-16,2 0-5 0,2-4-14 0,-3 3-4 0,0-1-9 15,3-6 1-15,-1 2-8 0,-3 1-3 0,0-4-2 16,-1-1-9-16,0 1-7 0,-3-2-7 16,-1 0 0-16,-1 2-8 0,0-2-3 0,-3 5-2 15,1-4-1-15,-4 5-7 0,1-1-1 0,0 3 1 16,-1 1 4-16,1-1-3 0,1 9-6 0,-5-11-3 0,4 5-7 15,1 6 3-15,-5-7-6 0,5 7-5 0,0 0-5 16,-3-7-5-16,3 7 5 0,0 0-8 0,0 0 3 16,0 0-2-16,0 0-3 0,13-3 2 15,-13 3 2-15,20 1-4 0,-2-1-4 0,1 3-1 16,1-1 4-16,0-2-3 0,-1 4 1 0,-3 0-5 0,1 1 1 16,-5-4-3-16,1 3-1 0,-3 1 2 0,-4 0-2 15,2 3 1-15,0-1-1 0,-3 0 4 16,-1 5 13-16,-3-3 2 0,0 2 6 0,-1 0-2 15,1 1 7-15,-2 0 9 0,0 3-10 0,-3-4 2 16,1 0 2-16,1 0-10 0,2-1 1 0,0-1 1 0,0 1-2 16,1 0-5-16,0-3 2 0,2 0 0 0,2 1-2 15,4 0 8-15,3-3-4 0,-1 2-2 0,2-3-3 16,5 0 4-16,2-2-2 0,-1-1 5 0,1-1-10 16,0-1 7-16,1 1-5 0,-1-5 5 0,7 1-7 15,-8-3-6-15,-1 1 5 0,0-1 12 0,-2-2-18 16,2-2 4-16,-2-1 4 0,-2-1 1 0,-2-2-10 15,-3 0 6-15,0-1-1 0,0-8-7 16,-4 10 3-16,-1 2-1 0,-2 1-4 0,-1-1 4 16,-1 12-6-16,-4-14 4 0,4 14-2 0,-8-9-3 0,8 9-5 15,-19 0 1-15,4 7-1 0,-3 0 7 0,1 4-1 16,1-1 1-16,0 4-3 0,2 2 4 0,3-2-16 16,2 1-22-16,-1 0-29 0,3 1-34 0,2 0-26 15,1-1-31-15,3-4-40 0,2 0-55 0,0 1-31 16,1-1-199-16,-1 1-523 0,0-3 233 0</inkml:trace>
  <inkml:trace contextRef="#ctx0" brushRef="#br0" timeOffset="203356.31">5089 13995 106 0,'-4'-5'152'0,"-3"1"6"0,1 0-10 0,-3-1 0 0,0 0-19 16,1 4-10-16,-1-1-8 0,9 2-6 0,-23 6-5 16,7 1-10-16,4-2 2 0,-3 6-4 0,0 0-10 15,-3 8-8-15,2 2 4 0,1 3-5 0,4 2 5 16,0 1 1-16,2 0-6 0,2 2-4 16,-1 1-1-16,4-1-10 0,2-1 1 0,-1 1-1 0,-1 0 0 15,1-3 0-15,0 1-1 0,3 0-5 0,-3-8-5 16,2 2-4-16,0-3 0 0,-1-1-5 0,1 1 3 15,-1-1-4-15,0 0 1 0,1-3-8 16,-2 1-1-16,2-2-3 0,0 0 1 0,0-2-3 16,-3-2-15-16,3 0-13 0,1-1-11 0,-2 0-18 15,2-8-19-15,-1 10-21 0,1-10-20 0,-4 8-25 0,4-8-47 16,-6 2-23-16,6-2-169 0,-8 2-389 0,8-2 173 16</inkml:trace>
  <inkml:trace contextRef="#ctx0" brushRef="#br0" timeOffset="203904.61">4759 14391 61 0,'7'-1'137'0,"-7"1"-6"0,16 0-6 0,-4-1 2 16,7-2-10-16,2 2-9 0,7-2-9 0,2 0-10 0,2-1-6 15,0 1-11-15,-2-3-14 0,-2 2 9 16,2-2-15-16,-3-1-2 0,-7 2 5 0,1 0-3 0,-4 0-4 15,-1-1-2-15,2 1 1 0,-7 3-2 0,-1-2 3 16,2-1 3-16,-3 1-2 0,-4 0-2 16,0 1-5-16,1 0-4 0,-6 3 0 0,7-10-4 15,-7 10-1-15,1-8-5 0,-1 8-4 0,0 0-4 16,0 0 8-16,-11-12-13 0,11 12 4 0,-11-2 2 16,4 2-4-16,7 0-6 0,-18 3 0 0,9 3 4 15,-1-2 2-15,-2 3-5 0,1 2 7 0,2-1-8 16,-1 1 0-16,1 0-1 0,3 1 5 0,0-1-9 15,-2 5 7-15,6-5-9 0,2 1 7 0,0 1-5 16,4-3 3-16,3 0 1 0,0 3-1 0,2-5-1 16,5 0-1-16,1 1 2 0,4-3 1 0,0-1-3 15,3-1 1-15,0-4 0 0,-2 2 1 0,7-1-5 16,-6-1 6-16,0-4-3 0,0 0 0 0,-1 0 0 16,1-2-2-16,-2 0 2 0,-3 0-2 0,1 0-1 15,0-3 4-15,-6 0-1 0,3 0 2 0,-4-3-6 16,-1 0 3-16,-1 4 0 0,-4-2-1 0,0 2 0 0,-2-1-4 15,0 1 2-15,-2 4 1 0,0 6-11 0,-2-14 7 16,2 14-1-16,-4-7-1 0,4 7 0 16,-6-4-1-16,6 4-2 0,0 0 2 0,-19 9 2 15,11 1 3-15,-2 2 1 0,1 4-6 0,0-1 0 16,3 2 2-16,-1-3 2 0,2 3 1 0,3 0-2 16,2-4 2-16,-2 3-5 0,5-3 8 0,1 2-23 0,0-2-18 15,1-1-25-15,2 3-43 0,2-6-45 16,0-2-37-16,4 0-153 0,-3 0-365 0,7-1 162 15</inkml:trace>
  <inkml:trace contextRef="#ctx0" brushRef="#br0" timeOffset="204340.68">5752 14321 130 0,'-12'-3'199'0,"3"1"-5"0,-2-1-14 15,-4 5-7-15,3-1-13 0,-2 1-9 0,0 7-13 16,1 1-13-16,-1 0-11 0,1 3-8 0,2 0-4 16,4-2-10-16,-2 3-11 0,4-3-4 0,0 2-6 15,3-3-8-15,-1-1-8 0,4 2-3 0,1 0-5 16,3-2 1-16,-3-2-11 0,3-2 0 0,1-1-4 16,-1 1 1-16,2-4-7 0,2 0-1 0,4-1-5 15,-3-1 9-15,8-4-9 0,-6 0-4 0,0-2 0 16,-1-1-3-16,0-2-3 0,1 1 1 0,-2-2 1 15,-2 2-1-15,3-6-2 0,-5-1-1 0,4-1 0 16,0 1 0-16,-5-3 5 0,0-6-1 0,-1 1-6 16,1 1-2-16,-3-3-2 0,1 2-1 0,-3 0 0 15,0 4 4-15,0 1 1 0,4 0 9 0,-8 1 12 16,3 4-5-16,-1 2 3 0,0 2 1 0,1 0-4 16,1 10-5-16,-2-8-2 0,2 8-6 0,0 0-1 15,0 0 8-15,-5 22-13 0,1-3 1 0,-2 9 0 16,-2 1 1-16,-1 3-2 0,2 3 3 0,-2-3-4 15,1 2 3-15,-1-2-4 0,3 0-6 0,2-3-17 16,-4 1-20-16,6-5-14 0,-1-6-28 0,2 1-27 16,2 4-43-16,0-7-40 0,-1-7-37 0,2 0-134 15,-2-1-394-15,0-9 174 0</inkml:trace>
  <inkml:trace contextRef="#ctx0" brushRef="#br0" timeOffset="204739.43">6004 14173 28 0,'0'0'178'0,"0"0"-16"15,0 0-6-15,0 0-1 0,0 0 1 0,0 0-6 16,-8 34-6-16,5-15-1 0,-2 5-6 0,1-6-10 16,1 3-9-16,0-3-8 0,0 0-3 0,0 1 0 15,0-2-11-15,0-5-11 0,3 1 0 0,-2-2-13 16,1 3-8-16,-1-6-3 0,2 0-5 0,0-8-3 15,-3 12-7-15,3-12-1 0,-3 8-4 0,3-8-3 16,-1 7-4-16,1-7-3 0,0 0 2 0,0 0-2 16,0 9-5-16,0-9 7 0,0 0-3 0,0 0-6 15,0 0 5-15,0 0-13 0,24-13-5 0,-15 10-5 16,2-4-4-16,1 3-2 0,4-2-5 0,-4 3 0 16,0 2 1-16,0 1-4 0,0 2 0 0,2-2 1 15,-4 2 1-15,-2 0-4 0,3 2 4 0,-4 0 1 16,-2 0-4-16,-1 0 1 0,0 2 5 0,-4-6 0 15,2 9 0-15,-2-9 5 0,-5 10 4 0,5-10 8 16,-10 11-1-16,4-9 4 0,-5 3-1 0,2 1 0 16,-1-1-4-16,-3 0 2 0,2-3-10 0,0 2-15 15,-3-2-23-15,3 1-24 0,-2 1-34 0,3-2-38 16,1-2-60-16,0 0-48 0,0 2-146 0,9-2-414 16,0 0 184-16</inkml:trace>
  <inkml:trace contextRef="#ctx0" brushRef="#br0" timeOffset="205126.31">6383 14344 140 0,'0'0'201'0,"-11"-4"-15"0,11 4-8 0,-17 3-9 15,8 1-10-15,-1 2-5 0,-3 4-7 0,0 0-1 16,-1 3-5-16,1 1-11 0,2 2-9 0,1-2-10 15,2 0-10-15,2 0-6 0,3-3-13 0,-1 2-2 16,4-2-15-16,-1 1-6 0,2-5-2 0,3 4-6 16,1-3-2-16,3 0-8 0,-3-6-1 15,3 2-3-15,-1-2-5 0,4 1 0 0,1-3-6 16,1-2-4-16,-1-2 0 0,3-3-4 0,-2 2-5 0,2-3-2 16,-5 1 1-16,4-2-4 0,-6 0 1 0,0 0-4 15,-1 1 1-15,0-2-2 0,-1 4-7 0,-2-6-6 16,-1 5 4-16,-1 1-10 0,1-3 6 0,-1 3-1 15,-2 6 2-15,2-9-1 0,-2 9-1 0,1-8-3 16,-1 8 0-16,0 0 0 0,0 0 2 0,0 0 2 16,0 0 5-16,0 0 2 0,0 0 0 0,-4 25 0 15,3-14 3-15,1 1-2 0,-2-2 3 0,1 4-1 16,0-1-21-16,1 1-23 0,0 0-42 0,1-2-38 16,-1-2-69-16,1 0-201 0,1-1-424 15,-2-9 187-15</inkml:trace>
  <inkml:trace contextRef="#ctx0" brushRef="#br0" timeOffset="205589.03">6714 14344 30 0,'0'0'225'0,"0"0"-2"0,-18 7 0 0,12 2-2 16,-2-3-11-16,0 10-9 0,-3-4-10 0,2 5-13 15,3-3-11-15,-1 1-14 0,-2-1-13 0,6 4-13 16,0-1-7-16,2-4-14 0,1 0-11 16,1-1-5-16,0-2-11 0,4 0-10 0,3-1-4 15,0-3-5-15,-1 1-2 0,4 0-18 0,0-3-20 0,2-3-23 16,1 0-16-16,-1-1-29 0,1-2-19 0,2-2-22 16,-2 0-25-16,0-3-18 0,-2 0-24 0,2-4-9 15,-4 3-9-15,3-5 3 0,-1 2 5 16,-3-4 14-16,1 1 4 0,-4-1 12 0,0 0 15 15,1-2 14-15,-1 0 11 0,-1-2 17 0,0 0 28 16,1 1 7-16,-5-3 30 0,3 2 14 0,-3 1 36 16,-1 0 23-16,0 1 23 0,0 6 13 0,0 2 18 0,0 0 8 15,0 9 1-15,-1-12-12 0,1 12-9 16,-2-8-8-16,2 8 4 0,0 0 10 0,0 0 12 16,0 0 9-16,-6 37 10 0,2-19 2 0,2 7 1 15,-5-6 1-15,4 5-3 0,-1 2-6 0,0-6-10 0,0 5-4 16,-1 0-12-16,2-9-4 0,-1 11-15 0,1-9-3 15,1 1-8-15,0-1-8 0,1 0-9 16,-3-1-9-16,4-2-21 0,-2-2-36 0,1-2-33 16,1 0-36-16,-1-1-33 0,0-1-30 0,1-1-37 15,0-8-46-15,-2 9-41 0,2-9-229 0,0 0-531 16,0 0 235-16</inkml:trace>
  <inkml:trace contextRef="#ctx0" brushRef="#br0" timeOffset="205873.34">7080 14337 101 0,'0'0'182'0,"0"0"2"15,0 0-4-15,0 0-6 0,0 0-16 0,-17 16-12 0,8-9-16 16,-3 5-10-16,-1-2-12 0,1-1-12 16,-3 0-9-16,1-1-7 0,1 0-10 0,3-2-8 0,1 0-6 15,0 0-3-15,1-1-8 0,3-1 1 16,5-4-6-16,-9 5-1 0,5-1-1 0,4-4 2 15,0 0-1-15,-6 6-4 0,6-6-7 0,0 0-3 0,-4 8-4 16,4-8 0-16,0 0 3 0,1 10-1 16,-1-10 1-16,4 14 1 0,-1-2-3 0,-1-1 3 15,1-1-6-15,2 4 4 0,-1-3-1 0,0 1-23 16,2-5-25-16,1 3-30 0,3-1-49 0,-1-1-58 16,7 0-30-16,8 5-152 0,7-3-373 0,2-4 165 0</inkml:trace>
  <inkml:trace contextRef="#ctx0" brushRef="#br0" timeOffset="206372.66">7671 14766 28 0,'7'-16'176'0,"2"0"-3"0,2 0-11 0,8-8-6 16,1-1-6-16,1 3-14 0,6-2-5 0,0-1-7 16,9-10-4-16,-11 12-4 0,-2-4-1 0,4 2-7 15,-4-1-8-15,0 0-2 0,-4 1-4 0,-2 3 6 16,-7 5-12-16,-1-1-11 0,-4 7-3 15,-1-5-7-15,-1 6-5 0,-3-2-13 0,-2 5-2 16,2 7-10-16,-7-10 1 0,-2 6-8 0,0 2-4 0,-4 2-5 16,-1 4 1-16,-2 0-1 0,-1 4-4 0,1 1-5 15,0 2-1-15,3 1 4 0,3-1-11 16,2 4-3-16,4-2 0 0,2-2-3 0,3 1 4 16,4 4-3-16,2-1 2 0,5-1-1 0,1 1-3 15,2-1 0-15,2-1 2 0,3 3-2 0,-4-3 4 0,4 5-8 16,-7-7 9-16,0 2-6 0,-4-5 1 0,-2 2 1 15,0-2 2-15,-2 0-4 0,-3-1 3 16,-3 4 3-16,-2-4 0 0,-3 2-1 0,-3-1 1 16,0 0-1-16,-7 1 0 0,-1-2-1 0,-2 1-12 15,1 0-14-15,-1-2-19 0,0-2-24 0,2-1-39 16,3 0-34-16,3 0-20 0,-1 1-42 0,1-3-133 0,4 0-365 16,7-1 162-16</inkml:trace>
  <inkml:trace contextRef="#ctx0" brushRef="#br0" timeOffset="206670.87">8144 14537 148 0,'0'0'157'0,"0"0"-2"16,7 10-1-16,-7-10 9 0,2 12-1 16,-1-6-11-16,1 2-9 0,2 1-11 0,-1 2-6 15,1-2-8-15,3 1-5 0,1-1-6 0,0-3-8 16,1 1-5-16,1-2-10 0,1-1-6 0,-1-2-1 15,3 0-4-15,1-2 1 0,0 0-10 0,2-2-5 0,-2-2-4 16,2-1-1-16,0-3-1 0,-5 2-2 16,3-4 1-16,-4 2 6 0,-2-2 4 0,-1 1 1 15,-2-3-5-15,0 2 2 0,-5 0-14 0,2-2-6 16,-4 1-2-16,-3-2-4 0,0 3-3 0,-5-6-14 16,1 4-15-16,-4 4-12 0,3 2-16 0,-4-1-16 0,2 5-18 15,0 0-20-15,-2 2-19 0,-3 2-26 16,3 0-40-16,1 0-33 0,0 4-26 0,4-1-148 15,0-1-403-15,9-4 179 0</inkml:trace>
  <inkml:trace contextRef="#ctx0" brushRef="#br0" timeOffset="207362.49">8498 14423 104 0,'0'0'200'0,"5"-5"-15"0,-5 5-18 16,0 0-14-16,0 0 8 0,0 0 6 0,4 16 1 15,-2-5-5-15,-5 4-1 0,3 1-6 0,0 1-5 16,-1 3-13-16,2-2-12 0,2 1-3 0,0 0-5 0,1-1-9 16,0-1-9-16,2-3-6 0,1 2-6 15,-2-5-10-15,4 3-4 0,-2-3-8 0,1-2-3 16,2-2 0-16,0-2-13 0,2-1-2 0,0-1 0 16,2-3-7-16,-3 0 2 0,1 0-3 0,-1-3 0 15,-1 0-1-15,0-2-2 0,0 0-5 0,-4-1-4 16,0-2 1-16,3-1-6 0,-4-3-4 0,2 2 2 15,-2-1-3-15,-2 0-3 0,0-4-3 0,1-1-1 16,-3 4-1-16,-1 0-1 0,0 0-1 0,0-2-8 16,0 4 0-16,-1 1 8 0,1 9-2 0,-2-13 0 15,2 5-8-15,0 8-2 0,0 0-2 0,0-10-3 16,0 10 0-16,0 0 0 0,0 0 1 0,0 0 1 16,0 0 3-16,0 31-3 0,-2-18 6 0,4 3-4 15,-4-2 3-15,2-1-2 0,2 2 5 0,0-3-4 16,-2-1 3-16,1 1 3 0,3-2 0 0,0-1 1 15,2 3 1-15,1-5-1 0,-2-1 3 0,3 1 2 16,-1-2 1-16,0-2 1 0,-1-1-6 0,5-1 8 16,0-1-7-16,-1 0-2 0,1-1 3 0,-3-1 2 15,1-1-2-15,0 1-2 0,-3-3 1 0,2 0 1 16,-3-3-4-16,2 1-1 0,-2-4-11 0,0 3 0 16,-1-5-10-16,-2 3-4 0,0 0 3 0,-2-3 0 15,-2 1-1-15,0 0 2 0,-2 1-1 0,0 0 1 16,-2 0 1-16,-1 1 2 0,1 1 1 0,-2 2 2 0,2-1-2 15,-2 3 3-15,3 1-2 0,-1 0 0 16,6 4 0-16,-8-5 1 0,8 5-3 0,-8-5 2 16,8 5-7-16,0 0 6 0,0 0 12 0,0 0-11 15,0 0 5-15,0 0 0 0,0 0-2 0,0 0 4 16,35 5 1-16,-19-5 0 0,2 0-1 0,-1 3 2 16,1 0 0-16,-4-3-2 0,0 2 1 0,-1-1 1 15,2 0 1-15,-3 1-2 0,0 1-5 0,-2 4 6 0,1-1 2 16,-3 1 10-16,0 0 5 0,-3 3 6 15,2-1-2-15,-5 4 15 0,1-2 0 0,0 5 5 16,-5-4-4-16,4 3-5 0,-4 2-1 0,1-5-4 16,0-1-2-16,-1 1 0 0,4 1-17 0,-5-1-24 0,2-2-22 0,1-1-28 15,0 3-37-15,-1-2-46 0,2-4-65 0,-1-6-46 16,1 12-198-16,-1-12-499 0,0 0 221 0</inkml:trace>
  <inkml:trace contextRef="#ctx0" brushRef="#br0" timeOffset="207788.44">9264 14466 99 0,'0'0'206'0,"-14"6"-10"0,9 1 5 0,-4-1-8 16,-2 4 5-16,0 4-8 0,1 1-4 15,2 1-7-15,0 2-13 0,1-3-15 16,2 3-5-16,-1-1-10 0,3-1-10 0,1 0-6 15,1-3-15-15,2 0-10 0,2-2-9 0,-1 1-5 16,4-3-7-16,1 1-9 0,1-3-1 0,3-1-5 16,1-4 0-16,2 2-2 0,4-1-4 0,0-3-2 15,1-2-3-15,1 1-2 0,1-1-8 0,-3-1-7 16,1-2 4-16,-1-1-7 0,0-3 5 0,-1 1-10 16,-1-3-3-16,-1 0-7 0,-1-2 3 0,0 1-1 15,-2 1 5-15,-2-4-8 0,-1-1 3 0,-1 2-1 16,-3 0 0-16,0-2 1 0,-4 3-8 0,1 2 1 15,-1 1-6-15,-1-2 4 0,0 5-5 0,0 7-3 16,-4-9 1-16,4 9-1 0,-10-2-3 0,10 2 4 16,-19 5 2-16,4 4 1 0,0 1 2 0,4 3 1 15,-1 0 6-15,1 2-5 0,-1 2-4 0,2-2-4 16,1 0 10-16,5 1-4 0,0-4-1 0,3 1-20 16,0-4-23-16,1 4-26 0,-2-4-34 0,5 2-18 15,0-1-23-15,3-1-17 0,4-2-37 0,7 1-38 16,-1-1-44-16,2 1-138 0,9 0-451 0,-5-4 200 15</inkml:trace>
  <inkml:trace contextRef="#ctx0" brushRef="#br0" timeOffset="208454.31">10190 14417 191 0,'2'-5'207'0,"-2"5"-9"0,2-12-12 0,-2 12-37 15,0 0-18-15,1-6-11 0,-1 6-19 0,0 0 12 16,0 0 6-16,4 36-7 0,-4-9-6 0,-1 2-11 0,-3 3-2 16,2 2-4-16,-4-2-6 0,3 1-5 15,-4-3-8-15,4-1 3 0,-3-3-2 0,1 0-9 16,1-6-2-16,-1-4-7 0,3 3-5 0,-2-8 1 16,3 0-3-16,-2 1 1 0,2-3 0 0,-2-4 3 15,3-5 8-15,0 10 3 0,0-10 8 0,0 0 18 16,-2 9-10-16,2-9 1 0,0 0-1 0,0 0-3 15,0 0-9-15,0 0-2 0,0 0-10 0,0 0-9 16,0 0-9-16,15-24-1 0,-9 15-6 0,5-6-7 16,1 2-4-16,5-7-3 0,-2 4-4 0,5-3 1 15,-4 5 1-15,0 2-7 0,6-1-2 0,-5 1-2 16,0 6 4-16,-3 4-1 0,-3 0-6 0,1 2 4 16,2 2-2-16,-4 2-2 0,0 2 2 0,0 4 0 15,-1 2-1-15,-1-1 0 0,0 4 1 0,-3 2 11 16,0 1-11-16,-1 0 3 0,-2 0-2 0,1 2 4 15,0-1-2-15,-3 0-24 0,1-2-34 0,-2 2-39 16,-1-2-43-16,0-1-42 0,0-4-54 0,2-1-57 16,-2-1-188-16,2-10-516 0,-3 16 228 0</inkml:trace>
  <inkml:trace contextRef="#ctx0" brushRef="#br0" timeOffset="208857.09">10594 14957 191 0,'0'0'217'0,"1"-9"-3"0,-1 9-11 16,3-11-14-16,1 4-7 0,-3 0-16 0,3 2-10 15,1-4-9-15,0-1-4 0,0 1-9 0,2-2-9 16,-2 0 1-16,4-2-1 0,-3-2-15 0,-1-1-6 16,0-1-12-16,1 2-5 0,-1-2-5 0,0 5-3 15,-2-1-2-15,0 2-5 0,-3-1-7 0,3 3-9 16,-3 9 2-16,0-16-12 0,0 16 0 0,-4-11-3 15,1 5-6-15,3 6-5 0,-7-8-7 0,7 8 3 16,-9-4-8-16,2 3-3 0,7 1-4 16,-8-3 1-16,8 3-3 0,0 0-1 0,0 0-1 0,0 0 0 15,-8 8-3-15,8-8-2 0,0 0-2 0,0 0-3 16,12 10 1-16,-3-6-1 0,4-1-2 0,0-1 1 16,1 0-4-16,0 0 6 0,3 0-5 15,1 4-2-15,-7-3 3 0,3 1 1 0,-5-1-2 0,1 4-2 16,0-1 1-16,-2 2 2 0,1 2 11 15,-4-1 3-15,0 3 2 0,2 1 5 0,-6-2 6 0,2 6-3 16,-1-2 0-16,-2-2-4 0,1 3 1 0,-1-3-4 16,0 1 2-16,0-2-26 0,3-1-16 0,-4 5-33 15,-1-3-33-15,1-3-37 0,1-10-47 0,0 18-57 16,0-11-42-16,-2 1-171 0,2-8-484 16,0 0 214-16</inkml:trace>
  <inkml:trace contextRef="#ctx0" brushRef="#br0" timeOffset="209186.6">11029 14944 183 0,'5'-4'186'0,"-5"4"-1"0,10-4-13 0,-2 0-2 16,-3 1-11-16,3-3-3 0,3 1-3 16,-5 0-4-16,3-1 4 0,0 1 2 0,1-1-9 0,-2-1-17 15,1-2-10-15,-4 2-3 0,4-2 0 0,-2-1-9 16,-1 1-10-16,-3-3-9 0,0 0-6 0,-1-1-6 15,-1 1-8-15,-2 1-3 0,-2 1-1 0,2-1-2 16,1 11-6-16,-7-17 1 0,2 7-7 16,0 3-4-16,5 7 0 0,-20-3-5 0,7 6 0 15,-1 0 4-15,-3 8-2 0,-1 0-7 0,3 3 11 0,-4 3 0 16,6-1-8-16,2-1-3 0,0 2-1 16,5-2-7-16,3 2 0 0,0 0 8 0,6-2-16 15,0-2 5-15,3-2 0 0,5 2-9 0,3-1 3 16,2-2-5-16,5-3-20 0,5 2-22 0,1-2-32 15,-2-2-27-15,-4-2-31 0,1 0-29 0,-3 0-31 16,-1 0-36-16,1-1-35 0,-2 0-32 0,-5-1-163 0,-4-1-481 16,-8 0 212-16</inkml:trace>
  <inkml:trace contextRef="#ctx0" brushRef="#br0" timeOffset="212087.67">11399 14654 50 0,'-4'-7'198'0,"4"7"1"0,0 0-7 16,0-8-14-16,0 8-7 0,0 0-17 0,0 0-15 15,0 0-13-15,0 0-12 0,-2-6-14 0,2 6-13 16,0 0-8-16,0 0-11 0,0 0 2 0,0 0 0 16,0 0 1-16,8 26 0 0,-5-13 2 0,1 4 0 15,1 2-5-15,-1 4-4 0,0-4 0 0,1 1-6 16,-2 0-6-16,2-2-2 0,0 1 0 0,0-1-5 16,-1 0-4-16,1-4-5 0,-4-2-6 0,3 0 2 15,-1-1-5-15,2-2 0 0,-4 1-4 0,3-3-4 16,1-1-1-16,-3-1-1 0,-2-5 1 0,2 9 0 15,-2-9-4-15,1 6-1 0,-1-6 3 0,0 0 3 16,3 6 7-16,-3-6 20 0,0 0 9 0,0 0 6 16,0 0 3-16,0 0-17 0,0 0 1 0,10-16-10 15,-5 6-2-15,1 0-9 0,1-6 4 0,-1 0-6 16,2 0 5-16,5-8-12 0,-3 1 3 0,0 0-1 16,1-2-4-16,2 0-2 0,-2 0 2 0,3 1-4 15,-3-2-4-15,1 2-4 0,-6 7-5 0,-1 1 1 16,1 4-4-16,-2 3-11 0,4 0-11 0,-6 0-19 15,-2 9-28-15,7-9-23 0,-7 9-31 0,0 0-22 16,0 0-10-16,0 0-5 0,0 0-6 0,0 0-16 16,0 0-20-16,6 25-17 0,-7-11-131 0,-4 4-383 15,1 0 170-15</inkml:trace>
  <inkml:trace contextRef="#ctx0" brushRef="#br0" timeOffset="212406.51">11692 14866 60 0,'0'0'168'0,"-6"7"-7"16,2-3-2-16,0 1-12 0,0 1-8 0,4-6 4 16,-6 10-8-16,2-3-2 0,0 1 1 0,2-1-6 15,-2 3-8-15,0-2-12 0,3-1-4 0,1-7-6 16,-1 14-4-16,2-7-9 0,-1-7-7 0,3 11-7 16,3-6-5-16,-2-1 4 0,2-1 1 15,0 0-5-15,6-2 4 0,2 0-8 0,-1-3 0 16,7 1-4-16,-3-2 2 0,0 0-13 0,1-3-1 0,-2-3-3 15,0 0 0-15,-3-1-5 0,1-1 3 16,-5 2 0-16,-1-1 1 0,2-3-4 0,-3-1-1 0,-3 2 1 16,-1-4-9-16,-2 1-3 0,0 4-7 0,-3-5 1 15,-1 6-2-15,-1-2-8 0,-4 1 2 0,0 1-12 16,-1 2-15-16,-8 3-11 0,5 0-12 0,1 4-14 16,-3 0-16-16,-7 1-21 0,1 5-17 0,1-2-19 15,3 1-22-15,4 4-32 0,1-3-33 0,0 2-13 16,0 2-135-16,2-4-389 0,5 2 172 0</inkml:trace>
  <inkml:trace contextRef="#ctx0" brushRef="#br0" timeOffset="213025.71">11925 14811 16 0,'12'-3'150'0,"-12"3"-1"16,8-1-3-16,-8 1-10 0,0 0-11 0,0 0-10 15,8 5 24-15,-5 1 5 0,-3-6 4 0,-2 18 0 16,-1-7 0-16,2 3-1 0,-1-3-11 0,-1 5 1 15,1-1-1-15,0 0-16 0,1 3-9 0,1-6-11 16,1 0-7-16,1 0-17 0,0 4-3 0,1-7-4 16,3 1-2-16,0-2-8 0,2 0-5 15,0 0-3-15,3-4 2 0,2 1-5 0,4-1-5 0,1-4 7 16,1 0-8-16,0-1-4 0,-1-2-2 0,0-1-3 16,-4 2-3-16,1-6-1 0,-1 1 6 15,-5 1-3-15,6-4-2 0,-6 0-5 0,0 2 1 16,0-4-4-16,-2 2-4 0,2-4 1 0,-4-1-2 15,1 3 2-15,-6 1-8 0,2-2 3 0,-2 3 0 16,2-1-1-16,-2 3-6 0,0 8-2 0,0-11 3 0,0 11-5 16,0-9-2-16,0 9-2 0,0 0-1 0,0-8 7 15,0 8-10-15,0 0 2 0,0 0-3 0,-8 21 3 16,4-11 2-16,1 1 0 0,1 0 0 16,0 0-1-16,-1 1 1 0,4 0-1 0,-1-1 4 15,2-1-1-15,0 0-3 0,1-1 4 0,2 1 1 16,2-3 5-16,2 0-4 0,0-1 7 0,0-1 1 0,4-1 0 15,-1-3 0-15,1 2-1 0,-1-3-2 16,1 0 3-16,1-3-6 0,-1 1 1 0,-2-1 3 16,3-2-1-16,-3 0-6 0,1 0 9 0,-1-4-3 15,-4 2 10-15,1-3-16 0,1 0 3 0,-4-2 1 16,1-4-5-16,1-1 4 0,-5 0-4 0,2-1-2 16,0-1 2-16,2 1-2 0,-3-2-10 0,1-4 2 15,-4 4 1-15,0-3-2 0,2 4 0 0,-2 6 5 16,0 1 9-16,0 12 3 0,0-19 1 0,0 19-1 15,0-11-5-15,0 11 1 0,0 0-3 0,0 0-1 16,0 0-3-16,0 0 6 0,-2 30-3 0,-2-10 5 16,1 4 7-16,-3-1-5 0,0 4 2 0,2-2-2 15,-3 2 4-15,3-1-2 0,-2-2-8 0,5-5 9 16,-3 6-2-16,-1-7 2 0,5 2-9 0,-2-5-20 16,4 2-28-16,-2-5-20 0,0-2-25 0,-2 3-34 15,0-1-32-15,0-2-42 0,2-10-45 0,-3 13-53 16,3-13-156-16,-9 6-491 0,9-6 218 0</inkml:trace>
  <inkml:trace contextRef="#ctx0" brushRef="#br0" timeOffset="213186.47">12339 14830 7 0,'0'0'137'0,"10"-6"-8"0,-10 6-11 0,21 1-14 15,-8 1-21-15,8 2-11 0,7-2-41 0,6 2-43 16,0-1-49-16,-1 2-41 0,3 1-110 0,-2 4 49 16</inkml:trace>
  <inkml:trace contextRef="#ctx0" brushRef="#br0" timeOffset="213721.03">12906 15064 141 0,'-8'2'236'15,"8"-2"-10"-15,0 0-5 0,0 0-15 0,0 0-16 16,0 0-17-16,0 0-9 0,0 0-14 0,0 0-11 16,0 0-12-16,11-25-6 0,0 19-5 0,-2 0 1 15,0-2-6-15,1 0 2 0,7-1-3 0,-9-1 4 16,6-1-18-16,-1-3-9 0,1 2 4 16,-3-4-2-16,2 1-8 0,1-6-1 0,-3 4-7 0,-4 2-9 15,1 3 10-15,-2 0-9 0,0 3-4 0,-3-1 0 16,1 4-2-16,0 0-8 0,-2 2-9 0,-2 4-11 15,0 0-7-15,0 0 10 0,0 0-8 0,0 0-3 16,0 0-1-16,-6 27 4 0,-1-13-1 0,1 1 0 16,0 1-6-16,0 0 2 0,4 0-10 0,0-4 4 15,0 1 2-15,4-2-4 0,-2 1-2 0,4-3 6 16,1 2 0-16,0-2-9 0,3-1 9 0,1-2-9 16,1-2 1-16,3 0 5 0,5-2-4 0,-3-3-1 15,4 0-3-15,-2-1-5 0,0-2 4 0,-4 1 2 16,3-2 2-16,-3-1-5 0,-1 0 9 0,-2-1-6 15,-1 0-2-15,-2-1 2 0,0-1 0 0,0-2-6 16,-1 2-7-16,-2-2 0 0,1 0 3 0,-5 0 6 16,0 11-13-16,2-19 2 0,-2 10 1 0,0 9 4 15,0 0 2-15,3-13-9 0,-3 13-2 0,0-5-3 16,0 5 1-16,0 0 4 0,0 0 9 0,0 0 4 16,-12 27 2-16,8-12-15 0,-2 2 7 0,1-1 6 15,-2-1 3-15,2 0-2 0,1 3-1 0,-2-1 3 16,3-3 12-16,-1 3-13 0,2-2 4 0,-1-3-6 15,-2 1 1-15,3 1-4 0,0-2-6 0,-2-1-19 16,3 1-24-16,-3-2-25 0,2-3-30 0,0 2-27 16,-3-2-31-16,5-7-29 0,-11 15-43 0,6-9-45 15,-3-2-234-15,-6-1-554 0,5-1 246 0</inkml:trace>
  <inkml:trace contextRef="#ctx0" brushRef="#br0" timeOffset="213900.13">12996 14634 161 0,'0'0'193'0,"0"0"-22"0,-2-8-21 0,2 8-23 15,0 0-35-15,0 0-41 0,0 0-42 16,0 0-54-16,0 0-107 0,17 17-164 0,-5-13 73 0</inkml:trace>
  <inkml:trace contextRef="#ctx0" brushRef="#br0" timeOffset="214705.15">13946 14936 80 0,'0'0'179'0,"0"0"-2"0,0 0-5 15,9 13-3-15,-9-3 3 0,2 1-11 0,-2 5-3 16,-2 1-7-16,0-1-7 0,0 2-12 16,0 1 1-16,0-6-21 0,1 3-4 0,-1-4-7 15,0-1-4-15,0 0-6 0,-1-1-8 0,1-1-3 16,-1-2 2-16,3-7 4 0,-2 11 6 0,2-11-5 0,0 7 14 15,0-7 6-15,0 0 6 0,-4 8 10 16,4-8-7-16,0 0-24 0,0 0-6 0,0 0 2 16,0 0-19-16,0 0-3 0,0 0-3 0,9-30-4 15,-4 21-13-15,1-1-6 0,3-3-2 0,5-1-4 16,-3 1-3-16,9-7-6 0,-2 1-19 0,0 1 0 16,0-2 0-16,-2 6 4 0,-3 0-10 0,10-1 0 15,-5 4-5-15,-3 3 2 0,0 1 3 0,-3 3-6 16,-1 2 1-16,1 2-2 0,1 1-3 0,-1 3 0 15,-3 2 2-15,0 2 8 0,-1 1-4 0,4 3-3 16,-4 3 0-16,-3-5 0 0,2 7 1 0,0-3 4 16,0 0 9-16,-3-3-8 0,2 1-9 0,1-2 6 15,0 2 6-15,0-3-4 0,0 0 1 0,1-3 5 16,6 0-3-16,-3-2 3 0,1 0 0 0,9 0 2 16,-2-2-5-16,-1-1 2 0,-2-2-3 0,4-1 13 15,-1 0-14-15,0-4 5 0,-6 3 2 0,-1-2-8 16,6-2 9-16,-2-3-5 0,-1 0 0 0,-1-1 3 15,-1 1 0-15,-1-3-2 0,-3-1-13 0,-1 0 2 16,-1-3 4-16,-3 1-5 0,-1-1-2 0,-3-1-2 16,-3 2-4-16,1 0-3 0,-3 5 3 0,-1-1 1 15,2 4-1-15,-3 2 5 0,1 0-5 0,0 2 12 16,-5 2-15-16,0 4 6 0,-7 3 3 0,2 4-3 16,1 4 1-16,0 1 6 0,-2 8 2 0,3-6-2 15,4 0 1-15,1 3-2 0,2-3 4 0,5 0 2 16,-3 0 0-16,4 3 2 0,2-3 1 0,1-2 2 15,5-2-3-15,0 1-9 0,4-2-26 0,3-2-34 16,3 1-29-16,-5-4-33 0,8 1-39 0,0-3-44 16,9 0-31-16,-2 0-27 0,-7-3-165 0,1 1-471 15,1-4 209-15</inkml:trace>
  <inkml:trace contextRef="#ctx0" brushRef="#br0" timeOffset="-214325.34">14999 14984 64 0,'-8'-9'196'0,"-4"3"-3"0,1 0-2 0,1 2 1 16,-9 0-7-16,6 3-6 0,-3-2-8 0,-2 6-7 15,-2 1-7-15,3 0-13 0,0 4-7 0,3 2-6 16,-1 1-3-16,1 1-20 0,5-3-10 0,2 1-10 16,1 0-10-16,2-1-8 0,4-2-6 0,0 3-4 15,0-10-9-15,4 14 0 0,1-9-6 0,3 2-1 16,-1-3-5-16,5-1-3 0,-1 0-9 0,1-2 2 15,2-2-2-15,-2-2-6 0,-1 2 4 0,0-3-2 16,0 2-4-16,0-3-2 0,-2-1-2 16,-2-1-4-16,3 1 4 0,-3-1-5 0,-1-1 1 0,0 1-2 15,-2 1 1-15,2-3 1 0,-2 1-4 0,-2 1-2 16,2 1 0-16,-4 6 2 0,3-9 1 0,-3 9-6 16,5-8-2-16,-5 8-5 0,0 0-1 0,0 0 0 15,0 0 7-15,0 0 13 0,4 19 9 0,-3-6 2 16,-2 5 11-16,0 1-2 0,1 6 5 0,-4 0-2 15,0-1 1-15,0 4 2 0,3-3 3 0,-7-1 5 16,4 1-7-16,1-1-1 0,-4 1 0 0,3-6 2 16,0-1-5-16,-1 0 3 0,-2-2 0 0,-1 1-1 15,2-1-2-15,-2-4 12 0,0 0-24 0,1-4 7 16,-1 3-9-16,-1-3 7 0,-2-1-4 0,2 0-5 16,2-3-2-16,-3-1 11 0,1 1-22 15,-1 0-21-15,1-1-11 0,-3-3-26 0,3 0-30 0,-1-2-40 16,-2 0-38-16,1-1-43 0,-1-1-54 0,5-2-57 15,-3 0-213-15,1-2-567 0,0-1 251 0</inkml:trace>
  <inkml:trace contextRef="#ctx0" brushRef="#br0" timeOffset="-213890.36">15197 14794 152 0,'3'-11'225'15,"-3"0"-1"-15,2 2-2 0,-2-1-1 0,0 4-5 16,0 6-7-16,2-12-23 0,-2 12-14 16,1-8-18-16,-1 8-23 0,0 0-9 0,0 0 4 15,0 0 10-15,0 0-5 0,-3 43-3 0,1-15-3 16,-2-1-4-16,-2 1-8 0,-1 1-9 0,3-3-7 0,0 2-10 15,-1-3-4-15,0-6-9 0,1 5-7 16,1-5-8-16,0 1-3 0,-2-4-8 0,5 2-8 16,-4-1-31-16,4-3-26 0,0-3-29 0,0 1-30 15,-1-2-31-15,-1 1-28 0,1-3-37 0,1-8-43 16,0 16-37-16,-1-11-218 0,1-5-509 0,0 0 225 0</inkml:trace>
  <inkml:trace contextRef="#ctx0" brushRef="#br0" timeOffset="-213689.67">15403 15013 100 0,'0'0'196'0,"5"-2"-12"15,-5 2-19-15,0 0 0 0,0 0 2 0,0 0 3 16,0 0-3-16,5 12-14 0,-5-12-9 16,-4 17-15-16,3-7-12 0,-1 0-12 0,0 0-9 15,1 3-9-15,0-3-6 0,1 1-10 0,-2-2-8 16,2 3-22-16,-1-3-23 0,2 0-29 0,-1 1-30 0,-1-3-40 15,1-7-57-15,1 10-35 0,-1-10-157 16,0 0-356-16,-3 9 157 0</inkml:trace>
  <inkml:trace contextRef="#ctx0" brushRef="#br0" timeOffset="-213502.41">15393 14811 52 0,'-2'-6'229'0,"2"6"-27"16,-2-9-16-16,2 9-19 0,-4-6-20 15,4 6-15-15,0 0-11 0,0 0-10 0,0 0-19 0,0 0-28 16,0 0-27-16,0 0-48 0,0 0-53 16,0 0-49-16,26 15-113 0,-17-12-244 0,2 3 109 15</inkml:trace>
  <inkml:trace contextRef="#ctx0" brushRef="#br0" timeOffset="-211774.73">15775 15022 58 0,'-1'-10'146'0,"1"10"3"16,-2-11-7-16,2 11-5 0,-5-11-5 0,1 7-10 15,4 4 3-15,-7-7-2 0,2 1-7 16,-3 2-8-16,8 4-8 0,-9-5-8 0,4 4-7 15,5 1-8-15,-13 1-9 0,4 4-6 0,3-1-5 0,-3 3-6 16,3 1-2-16,0-4-10 0,0 5 0 0,3-3-2 16,-1 3-7-16,2 1-2 0,2-2-4 0,0-1 1 15,4 2-4-15,0-2 2 0,-2-2-4 0,5 2 3 16,-2-3-2-16,2 2-4 0,2-2 0 0,-2-3-3 16,-1 0 0-16,4 0 2 0,-10-1-4 0,14 0-1 15,-14 0 2-15,11-3-2 0,-5 2-1 0,-1-4 3 16,0 1-3-16,-5 4 2 0,8-7-3 0,-4 5 14 15,-4 2 0-15,7-6 1 0,-7 6 1 0,4-4-5 16,-4 4-5-16,0 0 3 0,0 0-14 0,7-4 7 16,-7 4-6-16,0 0 5 0,1 16 1 15,-1-5 13-15,0 6-3 0,1 7 3 0,-2 1-3 0,0 3 1 16,-2 0-1-16,3 1 3 0,-3-1 0 16,0 0 2-16,-4-4-6 0,2 1 6 0,0-6-4 15,-1 5 5-15,-2-5 3 0,3 1 7 0,0-5 33 16,-3 0-6-16,-1 1-2 0,-1-2-8 0,0-3-2 15,-2 1-4-15,-4-3-6 0,1 0-1 0,3-4-7 16,-5 1-13-16,4-2-13 0,4-1-18 0,-1-2-31 16,4-1-23-16,6 0-30 0,-17-4-40 0,9-1-31 15,2-3-43-15,1 3-41 0,2-1-173 0,0-3-458 16,3 9 204-16</inkml:trace>
  <inkml:trace contextRef="#ctx0" brushRef="#br0" timeOffset="-211576.72">15982 15082 88 0,'5'-7'221'0,"-5"7"-1"0,9-8-17 15,-4 7-15-15,-5 1-20 0,4-6-16 0,-4 6-14 16,0 0-10-16,0 0-6 0,0 0-9 0,6 13-8 16,-6-13-4-16,-1 13-9 0,0-2 0 0,1 0-15 15,-2 0-8-15,1 1-8 0,-1-2-6 0,2 1-5 16,0 2-11-16,-2-2-27 0,2-11-35 0,-1 18-39 15,1-18-50-15,1 14-53 0,-1-14-191 0,-6 13-384 16,6-13 170-16</inkml:trace>
  <inkml:trace contextRef="#ctx0" brushRef="#br0" timeOffset="-211010.19">16259 14830 155 0,'13'11'185'0,"-14"-1"12"0,0 6-13 0,-2 3 2 15,-2 6-7-15,0 4-10 0,-2-3-4 0,2 0-6 16,3-1-8-16,-2 2-6 0,0-8-13 16,1 0-8-16,1-2-5 0,2 0-9 0,-3-2-2 0,3 1-8 15,-1-5-2-15,0 0-6 0,1-4-7 0,0-7-4 16,0 12-1-16,0-12 1 0,-2 9 4 0,2-9 0 15,2 5 0-15,-2-5-14 0,0 0 33 0,0 0-16 16,0 0-16-16,0 0-7 0,0 0-24 16,0 0 9-16,0 0-4 0,0 0-18 0,15-16-5 15,-5 11-13-15,-1-3-5 0,7 0-1 0,1 1-1 0,0 3 7 16,-2 0-14-16,1 1 2 0,-3 3-5 0,-2 0 4 16,3 1-8-16,-2 4 3 0,-3-1-1 0,-1 1-1 15,-2 2-5-15,0 0 19 0,-2 2-8 16,-3 1 1-16,-2 0 1 0,-2 3 3 0,-1-4 0 15,-3 1-1-15,-1 0 0 0,-6 1 0 0,4-2 2 16,-3-1 2-16,-1 0-10 0,-1 2 14 0,1-5-5 16,2 1-18-16,1-3-26 0,-1 2-29 0,1-2-31 0,0-3-40 15,11 0-51-15,-15 0-56 0,15 0-47 16,-17-7-171-16,11 1-506 0,6 6 224 0</inkml:trace>
  <inkml:trace contextRef="#ctx0" brushRef="#br0" timeOffset="-210806.34">16556 14907 139 0,'2'-6'224'0,"2"1"-25"0,-4 5-21 16,5-3 1-16,-5 3 13 0,0 0 16 0,3 27 9 16,-4-10-5-16,1 3-17 0,-3 5-12 0,2 2-12 15,-2-6-19-15,0 3-8 0,-2 2-13 0,0-1-14 16,2-5-26-16,-3 3 15 0,4-5-34 0,-2 0-47 15,1 0-41-15,0-5-40 0,0-2-35 0,-3 6-35 16,3-6-45-16,3 0-37 0,-1-1-26 0,1-10-139 16,1 12-402-16,-1-12 178 0</inkml:trace>
  <inkml:trace contextRef="#ctx0" brushRef="#br0" timeOffset="-210540.99">16613 15295 116 0,'14'-6'134'0,"-7"2"10"0,2 0-1 15,0-1 9-15,0-1 1 0,1-1-10 0,6-2 1 16,-3 2-8-16,4 1-1 0,-2-2-7 0,2-3-1 15,-1 4-14-15,1-3-4 0,-3 4-4 0,5-4 1 16,-5 1 1-16,2 0 1 0,-4-1 3 0,1-1 0 16,-4 2-12-16,-1-2-3 0,1 2-1 0,-3-3-5 15,-3 1 3-15,-3 1 1 0,0 1-4 0,0 9-3 16,-6-17 5-16,3 11-1 0,-5 1 7 0,-1 1-16 16,-1 4-19-16,-3 0 31 0,0 4-11 0,-4 3 1 15,1 2-15-15,0 3-2 0,0-2-6 0,2 4-8 16,1-2-2-16,2 0-10 0,3 1-6 0,3-3-15 15,1 1-23-15,4 1-44 0,1-1-45 0,5 0-47 16,-1-3-43-16,4 2-55 0,1-2-65 0,0-4-257 16,4 1-605-16,3-1 268 0</inkml:trace>
  <inkml:trace contextRef="#ctx0" brushRef="#br0" timeOffset="-210392.2">17064 15243 92 0,'0'0'285'16,"9"0"-20"-16,-9 0 7 0,0 0 10 0,10-2 17 15,-10 2-13-15,0 0-21 0,10 2-34 0,-10-2-31 16,5 4-12-16,-5-4-7 0,5 3-26 16,-5-3-14-16,0 0-28 0,9 6-46 0,-9-6-49 0,3 5-47 15,-3-5-42-15,0 0-29 0,0 0-45 0,0 0-71 16,0 0-248-16,0 0-502 0,-26 15 223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4:32:12.0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2828 15409 89 0,'0'0'143'0,"0"-8"-4"0,0 8-6 0,0 0-10 0,0 0-8 16,-3-11-2-16,3 11-3 0,0 0-3 16,-2-7-3-16,2 7 1 0,0 0-4 0,0 0-6 0,0 0 1 15,0 0-7-15,-2-10 2 0,2 10-1 0,0 0-9 16,0 0-1-16,0 0-3 0,2-10-8 0,-2 10-4 16,0 0-3-16,0 0-4 0,0 0-2 15,0 0-1-15,-3-7-2 0,3 7-3 0,0 0-6 16,0 0-3-16,0 0-10 0,0 0-1 0,0 0-3 0,0 0-1 15,0 0-8-15,0 0 0 0,0 0-6 16,0 0-1-16,0 0-1 0,0 0 3 0,0 0 4 16,0 0 2-16,4 27-1 0,-3-18-1 0,-1 1-1 0,1 1 0 15,-1 1-2-15,0 0-1 0,0-1 0 0,0 3-1 16,-1-4-3-16,0 7 8 0,0-7-10 16,-1 3 7-16,1-3-9 0,1 3 0 0,0-3 1 15,0-10-2-15,0 19 0 0,0-8 1 0,0-4 4 16,0-7-5-16,1 16-4 0,-1-16-9 0,2 14-13 15,-2-8-10-15,0-6-9 0,2 12-13 0,-2-12-19 16,0 10-22-16,0-10-28 0,0 0-36 0,-2 14-24 16,2-14-14-16,0 0-151 0,0 0-377 0,0 0 167 15</inkml:trace>
  <inkml:trace contextRef="#ctx0" brushRef="#br0" timeOffset="265.8">3004 15408 92 0,'0'0'200'0,"0"0"-4"0,0 0-19 0,0 0-15 16,0 0-15-16,4-13-14 0,-4 13-17 16,0 0-2-16,0 0-4 0,0 0 2 0,0 0-4 15,0 0-10-15,0 0-6 0,-3 38-4 0,3-27-14 16,0-11-4-16,-1 22-5 0,-1-8-11 0,2-4-3 15,0 2-4-15,-2 1-6 0,1 2-4 0,0-4 0 16,0 2-5-16,-1-3-2 0,2-10-27 0,-1 21-21 16,1-12-29-16,0-9-29 0,0 15-50 0,0-15-45 15,-1 13-171-15,1-13-370 0,0 0 164 0</inkml:trace>
  <inkml:trace contextRef="#ctx0" brushRef="#br0" timeOffset="441.96">2903 15162 44 0,'0'0'141'0,"0"0"-32"0,0 0-26 15,0 0-36-15,0 0-50 0,0 0-36 0,0 0-25 16,0 0-69-16,19 40 31 0</inkml:trace>
  <inkml:trace contextRef="#ctx0" brushRef="#br0" timeOffset="664.67">3275 15325 156 0,'4'12'177'0,"2"4"2"0,4 7-7 0,-6-5-8 15,-2 6-13-15,-2-5-12 0,2 6-18 0,-3-1-10 16,0-5-6-16,-2 1-21 0,-1 3 0 0,-2-4-6 16,-1 6-1-16,0-5-12 0,-3-2-7 0,-1-1-15 15,1-2-28-15,-4 0-22 0,-6 2-32 0,5-3-36 16,0-1-38-16,0-4-33 0,-9 2-121 16,3-2-288-16,4-2 127 0</inkml:trace>
  <inkml:trace contextRef="#ctx0" brushRef="#br0" timeOffset="914.98">2304 15421 121 0,'-19'22'190'0,"2"1"-15"0,2 1-18 15,4 7-1-15,1 1-19 0,5 0-5 0,4 1-18 16,1 0-7-16,6-3-9 0,4-2-8 0,2 0-8 16,3-4-8-16,2-1-10 0,5-3-6 0,0-2-9 15,-1-2-27-15,3 0-34 0,6-7-24 16,-1-1-38-16,0-3-45 0,1 0-26 0,-2-2-95 0,-6-4-260 16,3-1 115-16</inkml:trace>
  <inkml:trace contextRef="#ctx0" brushRef="#br0" timeOffset="28580.99">4714 15252 132 0,'-1'-11'170'0,"1"11"-5"0,-2-11-7 15,2 11-6-15,0-12-9 0,0 12-10 0,0-7-8 16,0 7 8-16,0 0-13 0,-1-9-15 0,1 9-12 16,0 0-12-16,0 0-6 0,0 0-8 0,0 0-6 15,0 0 3-15,0 0-10 0,0 0 9 0,-4 35-3 16,2-15-10-16,-6 9 0 0,3 1-5 0,0 1-2 16,0 1-1-16,-2-3-8 0,4 0 0 0,-1-3-2 15,-1-1-4-15,-2 0-2 0,3-7-5 0,2 0 1 16,-3 0-27-16,3-2-1 0,0-1-1 0,-1-2 2 15,0-2 2-15,1 1-2 0,1-2 4 0,0 0-1 16,1-3 1-16,0-7 0 0,-1 12-2 0,1-12 1 16,0 8 0-16,0-8 3 0,0 0-3 0,0 0 4 15,0 10 1-15,0-10 3 0,0 0 0 0,0 0 3 16,0 0 8-16,-2 7 9 0,2-7 3 0,0 0 2 16,0 0-6-16,0 0-2 0,0 0-3 0,0 0-1 15,3-28-2-15,3 12-1 0,-2 2-4 0,2-3-3 16,3 3-3-16,-1-1-4 0,1 1-2 0,1 3-3 15,-2-3-1-15,1 4-2 0,0 1 5 16,1 2-2-16,0-1-5 0,0 3 2 0,2 1 3 0,1 3-5 16,-13 1 0-16,20 1 2 0,-6 3 2 0,-4 1-4 15,-1 3 1-15,5 3 3 0,-2 0-5 0,1-1 8 16,-6-1-3-16,4 6 2 0,-5-4 2 0,-1 0-3 16,1 4 5-16,3-2-3 0,-1 3-13 15,-4-5-24-15,1 0-32 0,-1-1-40 0,0 0-42 16,-3-1-34-16,1 0-26 0,-2-9-111 0,6 11-350 15,-6-11 156-15</inkml:trace>
  <inkml:trace contextRef="#ctx0" brushRef="#br0" timeOffset="28915.47">5145 15561 167 0,'0'0'173'0,"0"0"-10"15,0 0-13-15,-4 32 2 0,-1-23-12 0,1 1-10 16,-1-1-8-16,1 2-5 0,0-2-10 0,2 1-11 16,0-3-14-16,1-1-4 0,0 2-12 0,1-8-2 15,1 9-1-15,-1-9 1 0,4 10 6 16,0-7-8-16,-4-3 3 0,15 3 1 0,-2-5-1 16,5 0-6-16,-2-2-4 0,4-1-6 0,1-2 1 0,-3 0-9 15,1-4-1-15,-1 3 0 0,-1-3-4 0,1 1-1 16,-6-2 2-16,1-1 1 0,-4 4 1 0,-1-4-2 15,-4 2-3-15,-3-1-6 0,-1 0 0 0,0 12-7 16,-8-22 2-16,-2 11-6 0,0 1-2 0,-6 1-4 16,1 2-6-16,0 3 3 0,-3 0-9 0,0 4-15 15,-1 2-11-15,1 1-9 0,0 2-29 0,2 2-29 16,-1 0-41-16,4-1-25 0,3 1-36 16,-2 5-184-16,2-2-412 0,5-1 183 0</inkml:trace>
  <inkml:trace contextRef="#ctx0" brushRef="#br0" timeOffset="29247.44">5431 15747 26 0,'0'0'159'15,"19"-2"-5"-15,-19 2-2 0,13-5 1 0,-5 2-11 16,1-3 2-16,1 1-13 0,1-1-6 0,0-3-5 15,-1 1-13-15,4-4-3 0,-3-2-8 0,0 3-1 16,0-2-10-16,-3-3-2 0,-3 6-5 0,0-2-6 16,-1 0-4-16,-2 1-2 0,0 2-1 0,-2 9-7 15,1-16-4-15,-1 16-7 0,0 0-4 0,-4-14-10 16,4 14-2-16,0 0-4 0,-18 1-3 0,18-1-1 16,-25 16-4-16,10-3 2 0,-1 0-2 0,-1 7-2 15,-1 0 0-15,3 1-4 0,5-5 0 0,2 2 0 16,2-1-3-16,3 0-1 0,2-1-14 0,2 0-17 15,4-1-32-15,0-3-22 0,7 1-25 0,2-5-57 16,3 0-17-16,11 1-33 0,1-2-112 0,1-5-346 16,7-1 153-16</inkml:trace>
  <inkml:trace contextRef="#ctx0" brushRef="#br0" timeOffset="30000.88">6271 15611 50 0,'-16'0'195'0,"16"0"-5"0,-13 4-8 16,3 1-10-16,1 1-8 0,2 2-15 0,-1 1-11 15,0 1-14-15,2 0-13 0,1 0-9 0,1 2-8 16,1-2-10-16,2 1-12 0,1 0 0 0,3 0-6 15,1-1 1-15,-1 2-5 0,3-4-8 0,1 0 0 16,3-1-3-16,1 0-1 0,1-3 0 0,5 2-3 16,-3-3-4-16,5-3 0 0,0 1-6 0,-1-3 2 15,2-1-8-15,-1 0 0 0,-1-3 5 16,-6 1-10-16,4-3-7 0,-6 1 1 0,1 0 3 16,-3-2-4-16,1 0-3 0,-1-3-1 0,-6 1-3 15,-2 0-2-15,0-2-6 0,-2 1-3 0,-5-3-1 0,1 1-2 16,-3-1-3-16,1 5 3 0,-2 1-2 0,1 3-1 15,-1 0 3-15,-2-1 1 0,3 4-2 16,0 0-5-16,1 1 8 0,8 2-4 0,-12 0 1 16,12 0-4-16,0 0 2 0,-10 5 1 0,10-5 1 15,-2 6-1-15,2-6-1 0,0 0-8 0,13 11 2 16,-2-8 0-16,3-1 5 0,5 0-4 0,1-4 4 16,8 2-1-16,0-2 4 0,1-2-1 0,-3-2 3 15,-6 2-6-15,1-2 5 0,0 1 2 0,-3-2-1 16,0-2 1-16,-3 3 1 0,-4 0 9 0,-2 1 0 15,-1-1 7-15,-2-3-1 0,1 0-1 0,-3 0-2 16,-3 0-1-16,-1 9-2 0,0-18 0 0,-1 8-1 16,1 10-1-16,-6-16-2 0,6 16 0 0,-3-9-1 15,3 9-3-15,0 0-2 0,-9-6 1 0,9 6-2 16,0 0 11-16,-17 27 6 0,7-4 2 0,1 5 1 16,-1 4 7-16,1 2-2 0,0 1 6 0,-7 9-4 15,11-11 0-15,-2 0-4 0,0 1 0 0,5-4-1 16,-1 3-4-16,2-5-1 0,1 1 0 0,0-3-2 15,1-7-5-15,0 2-22 0,1-6-15 0,-1 1-23 16,0-4-38-16,1-1-33 0,-1 1-37 0,-1-1-34 16,3-2-25-16,-3-9-164 0,0 0-412 0,0 0 183 15</inkml:trace>
  <inkml:trace contextRef="#ctx0" brushRef="#br0" timeOffset="30166.09">6507 15790 81 0,'12'-2'130'0,"-12"2"-15"0,12 0-5 0,-12 0 2 15,25 1-33-15,-7 0-23 0,3-1-25 0,9 0-53 16,0 0-37-16,1-1-47 0,2-2-115 16,1 0 52-16</inkml:trace>
  <inkml:trace contextRef="#ctx0" brushRef="#br0" timeOffset="30496.23">7658 15567 73 0,'-7'-5'222'0,"3"0"1"0,0 1-12 16,4 4-8-16,-7-6-16 0,7 6-14 0,-6-7-19 15,6 7-18-15,-5-4-18 0,5 4-12 0,0 0-15 16,0 0-4-16,0 19-3 0,0-2-4 0,0 7-9 16,-5 3-3-16,4 4-7 0,-2-2-4 0,0-1-6 15,-3 2-7-15,4 0-2 0,-3-1-4 0,2-4-5 16,2 2-3-16,-4-3-5 0,0-4-15 0,-3 4-29 15,6-7-25-15,-2 0-41 0,0-3-51 0,0-1-35 16,-2-4-41-16,2 1-124 0,-1-2-363 16,-2-3 162-16</inkml:trace>
  <inkml:trace contextRef="#ctx0" brushRef="#br0" timeOffset="31080.57">7650 15737 118 0,'11'-3'118'0,"-1"-1"-10"15,2 2-4-15,1-3 0 0,-2 2-9 0,2-2-3 0,0-1-1 16,-3 1 1-16,3 0-5 0,-4 0-2 0,0-1-3 16,1-1 6-16,-3 1-7 0,-1 1-3 0,0-3-4 15,0 2 4-15,-2 1-12 0,1-1 2 16,-1 0-6-16,-4 6-9 0,5-10 4 0,-5 10 2 15,4-8-3-15,-4 8 4 0,4-5-13 0,-4 5-8 16,0 0-5-16,0 0-3 0,0 0 0 0,0 0-3 16,0 0 2-16,-5 29-3 0,1-12 3 0,-2 1-8 15,-1 6 3-15,3-5 3 0,-3 5-9 0,0-1 3 16,-2 1 2-16,7-5-6 0,-1-2-4 0,-1 0-2 16,-1-2-1-16,4-2 4 0,0-2-5 0,0 1 4 15,-2-1-6-15,3-2-3 0,0-1 2 0,0-8-4 16,-1 11 3-16,1-11 3 0,0 7 1 0,0-7-1 15,0 0 5-15,0 0-3 0,1 9-3 0,-1-9-1 16,0 0 1-16,0 0-3 0,0 0 1 0,19-9-4 16,-13 5 1-16,5 1-3 0,-1 0 4 0,1 0-2 15,2 1 1-15,0 0 1 0,0 0-7 0,1 2 2 16,4-3 4-16,1 1-1 0,0 0-4 0,-1 2 11 16,2 0-3-16,1-3 4 0,-1 3-3 0,1-3 0 15,-2 0-1-15,-2-1-3 0,2 2 4 0,-1-3 2 16,-4 2 0-16,-4-3-4 0,1 1 4 0,1-2 3 15,-4 2-6-15,-1-2 4 0,1 0-4 0,-2 0-2 16,-1-3 1-16,-1 1-2 0,-2 2-1 0,-2-2 0 16,0 1 4-16,0 8-3 0,-3-13 2 0,3 13-2 15,-8-9-3-15,2 6 0 0,6 3-1 0,-19 3 0 16,6 0 0-16,-4 3 4 0,0 3-6 0,2 4 1 16,-1 1-3-16,3-1 3 0,-1 3 0 15,5 0-2-15,1-1-22 0,3 0-25 0,3 3-45 16,2-3-65-16,3-3-47 0,4 3-178 0,-2-5-418 15,5 0 185-15</inkml:trace>
  <inkml:trace contextRef="#ctx0" brushRef="#br0" timeOffset="31498.22">9052 15583 116 0,'-2'-10'233'0,"2"-1"-6"0,0 1-6 0,0 10-13 16,0-14-12-16,0 14-21 0,3-8-18 0,-3 8-21 16,0 0-16-16,0 0-6 0,0 0-6 0,0 0-2 15,-4 39-6-15,1-11 5 0,0 2-6 0,-2 2-5 16,0 1-3-16,-1 0-8 0,0 1-1 0,1-4-10 16,1-1-5-16,-2 0-8 0,1-1-7 0,1-4 2 15,0 1-7-15,0-6-6 0,1-3-3 0,1 4-7 16,-1-2-2-16,1-2-2 0,-2 1-22 15,0-2-25-15,2-2-26 0,-1-4-27 0,0 3-33 16,-2-7-41-16,3 1-40 0,2-6-41 0,-8 6-187 16,2-4-449-16,6-2 199 0</inkml:trace>
  <inkml:trace contextRef="#ctx0" brushRef="#br0" timeOffset="32146.67">8921 15836 83 0,'0'0'154'0,"0"0"-12"0,0 0 3 0,0 0-22 16,4-9-6-16,-4 9 5 0,8-3 0 0,-8 3-7 0,13 0 0 15,-2 0-5-15,1 1-8 0,1 3-7 0,-1-2-2 16,1 5-3-16,3-4-6 0,4 6-4 16,-5-3-1-16,-5 3-1 0,4 2-8 0,-3-1-8 15,-1 0-6-15,-3-1-4 0,5 2-2 0,-6-2-7 16,2 1-4-16,-7 0-2 0,4-1-9 0,-2-1 3 15,-1 0-1-15,0-3 6 0,-1 3-2 0,-1-8-1 16,-3 11-2-16,3-11 2 0,-5 8-6 0,5-8-1 16,-5 4-2-16,5-4 0 0,-9 3-3 0,9-3 0 15,0 0-7-15,0 0 3 0,-11-7 0 0,11 7-8 16,0-10-4-16,0 10 1 0,0 0-8 0,9-21-2 16,3 9-3-16,-1 2-1 0,5-2-3 0,0-1-3 15,-1 2-2-15,7-4-3 0,-4 6 2 0,6-5 3 16,-1 1-2-16,-4 4 0 0,0 0 3 0,-1-1 2 15,0 2 2-15,-8 3 0 0,2-3 5 0,-3 2-3 16,0 1 2-16,-3 0-1 0,-1 0 3 0,1-1 4 16,-6 6 6-16,9-5 0 0,-9 5-2 0,3-4 3 15,-3 4-4-15,0 0 0 0,0 0 9 0,0 0-2 16,0 0 6-16,-24 17 8 0,15-8 0 0,-1 4 0 16,-1 1-3-16,2 0 9 0,0 2-8 0,1-1-2 15,1-1 1-15,3 2-2 0,4-3-3 0,-2-3 1 16,2 1-1-16,1 0-6 0,2 0 3 0,-1-2-2 15,5-4 5-15,0 0-8 0,2 0-4 0,0 0-1 16,5-5-3-16,-1-1-3 0,6-3 2 0,-2-1 0 16,1-2-6-16,1 2 3 0,-4-4 2 0,-1 0 0 15,-1 3-2-15,-3-3 2 0,0 1 2 0,1-4-1 16,-4 2-4-16,-1 1 2 0,-1-2-4 0,1 1 1 16,-1 0-1-16,-1 1 2 0,-2 4-1 15,0-2 3-15,-2 7-4 0,5-8-3 0,-5 8-1 16,0 0 4-16,0 0-1 0,0 0 1 0,0 0-1 15,-9 22 1-15,4-11 1 0,-2 4 2 0,-1 0 0 0,2 1 1 16,0 3-2-16,-1-2 3 0,2 2 2 16,0-3-24-16,3 0-26 0,1 0-41 0,-2 1-43 15,2-5-84-15,-1 2-199 0,1-4-451 0,1-10 200 16</inkml:trace>
  <inkml:trace contextRef="#ctx0" brushRef="#br0" timeOffset="33185.18">9729 15934 59 0,'4'14'242'0,"-4"-8"-6"0,1 5-7 0,-2-3-11 16,-1 4-15-16,2-2-20 0,-2 4-9 0,1-3-18 15,-2-2-9-15,2 3-7 0,-1 1-7 0,1 3-9 16,-1-7-7-16,-2 1-8 0,1-3-3 0,2 0-2 15,1-7 1-15,0 0 8 0,0 0 0 16,-2 14 7-16,2-14-6 0,0 0-20 0,0 0-11 16,0 0-8-16,0 0-12 0,0 0 0 0,0 0-5 0,-8-31-9 15,8 31-6-15,6-22-8 0,1 6-11 0,1 1-3 16,-1-3-13-16,7-4-7 0,-4 5-3 0,2-5-8 16,4 2 6-16,-5 4-10 0,0 3 0 0,3 1-6 15,-4-1 6-15,-1 6-2 0,1 1-2 0,-1 2 4 16,2 2 0-16,-4 2-1 0,-7 0 1 0,14 8-2 15,-7-4 1-15,-2 4 2 0,1 1 1 0,-2-1 5 16,0 3 2-16,-1 1-4 0,-1-1 2 16,1 1-1-16,-1-2 4 0,1 2 0 0,-1-3 1 0,1 0 0 15,-3-9 2-15,5 13-1 0,-4-6 3 0,-1-7-2 16,7 11 3-16,-2-8 2 0,-5-3 0 0,13 4 1 16,-13-4 4-16,20 0-4 0,-5-2-1 15,5-3 2-15,-4-1-3 0,1 1 3 0,-1-4-3 16,0 1 3-16,0-2-4 0,-2 0 0 0,0-3-3 15,-3 0 1-15,-1-1-12 0,0 0 6 0,-5-2-4 16,0 2 1-16,-2 3-3 0,1-1 1 0,-2 2 2 0,0 0-3 16,-2 4-1-16,0 6 5 0,0-12-6 0,0 12 3 15,0 0-2-15,0 0 0 0,0 0 2 0,-18 12 2 16,12-3 1-16,-1 6-1 0,-2 3 1 16,3-1 2-16,3 1 0 0,-2 0 7 0,1 2-6 15,3-1 3-15,1 0-3 0,1 2 3 0,0 6 4 16,2-1-5-16,-1-7 5 0,4-1-1 0,-4-3-1 15,1-3 1-15,2 3 2 0,-3-4-1 0,0-2-2 16,1-2-3-16,-3-1-3 0,0-6 0 0,-2 13-4 0,2-13 1 16,-3 9-7-16,3-9 1 0,-6 4-7 0,6-4-3 15,-8 0-2-15,8 0 3 0,0 0 1 16,0 0-3-16,-16-10 2 0,16 10-1 0,-2-16 7 16,2 16-4-16,8-18 2 0,-3 8 6 0,3-5 1 15,2 1 0-15,3 1 4 0,0 0-2 0,3-1 0 16,0 2 1-16,0-1 1 0,8-3 1 0,-4-1 1 15,3 2 2-15,-7 4 4 0,2-1-10 0,0 2 7 16,-4 1 4-16,0-1 5 0,-4 3 6 0,-1-3 6 16,-1 2-4-16,1 0 0 0,-1 2 0 0,-3 0 4 15,-3 2 11-15,-2 4 1 0,8-7 6 0,-8 7 3 16,6-5-10-16,-6 5-3 0,0 0-4 0,0 0-2 16,0 0-2-16,0 0 5 0,0 0-4 0,-18 25 1 15,12-16-2-15,0 2-2 0,-1-1 4 0,3 1-4 16,-1 1 1-16,3-1-1 0,0 0-1 0,1-1-4 15,1-1-2-15,3 3 3 0,-1-5-3 0,3 0 5 16,2 2 2-16,-7-9-8 0,15 7 1 0,-5-7-1 16,3 0 0-16,0-1 2 0,5-2-3 0,0 0-1 15,1 0-1-15,-5-4 5 0,4 1-2 0,-7 0 2 16,2-1-5-16,-3 1 7 0,-1 0-7 0,1-4-2 16,-3 3 1-16,-1-2 4 0,-1 0-3 0,-1 2-1 15,1-1 1-15,-2-2-2 0,-1 4 1 16,1 1-3-16,-3 5 11 0,1-8-15 0,-1 8 0 15,3-6-6-15,-3 6 11 0,0 0-6 0,0 0 5 16,0 0 3-16,-12 22 2 0,5-12 4 0,2 2-4 0,-4 2-1 16,1 3 1-16,0-1 2 0,-1-1-1 0,2 1-4 15,0 0-3-15,0 0-23 0,2 2-17 0,1-3-15 16,0 2-22-16,1-6-24 0,1-1-31 16,-1-2-37-16,0-1-49 0,2-3-37 0,1-4-182 15,0 0-474-15,-7 10 210 0</inkml:trace>
  <inkml:trace contextRef="#ctx0" brushRef="#br0" timeOffset="33781.05">10845 15743 208 0,'5'-9'228'0,"-3"4"2"0,5 1-13 15,-7 4-18-15,3-9-16 0,-3 9-20 0,6-4-17 16,-6 4-7-16,0 0 8 0,0 0 2 16,0 28 35-16,-3-10-10 0,-3 7-6 0,-2 3-12 0,3-1-4 15,1 4-10-15,-5-2-11 0,0 0-15 0,4 3-2 16,1-5-20-16,-1 2-6 0,0 1-11 0,0-2-2 15,1-2-5-15,-2-1-6 0,3-6-12 0,2-1-13 16,1-2-19-16,-3 1-27 0,1-6-28 0,0 0-20 16,2-1-34-16,0-2-24 0,0-8-26 15,-1 11-36-15,-1-5-23 0,2-6-38 0,0 0-38 16,0 0-160-16,0 0-471 0,0 0 209 0</inkml:trace>
  <inkml:trace contextRef="#ctx0" brushRef="#br0" timeOffset="34116.68">10730 15976 53 0,'0'0'148'0,"-3"-6"-3"0,3 6-1 0,0 0-7 15,11-4-3-15,-11 4-5 0,16-1-6 0,-2-1-7 16,-3 2-9-16,7 0-5 0,0 2-9 0,-1-2-5 0,1 2-6 16,0 1-9-16,-5-2-2 0,0 3-11 15,0 0 5-15,-4 2 9 0,7 3 4 0,-7 0 3 16,-1 0-5-16,0 0-3 0,0-1-3 0,-4 1-5 15,-1-3-5-15,3 3-6 0,0 1-7 0,-2-4-2 16,0 1-5-16,-3 0-2 0,3-2-5 0,-4-5-3 16,4 10-1-16,-2-6 0 0,-2-4-3 0,5 3-1 0,-5-3 0 15,10 0 4-15,-10 0 7 0,11-2 10 16,-11 2 1-16,10-8 8 0,-4 2 2 0,-2 0-2 16,-1-5-3-16,2 3-6 0,-4 1-4 0,3-3-6 15,-4 1-13-15,0-1 11 0,-5 0-22 0,2 1-19 16,1-1-20-16,-6 1-13 0,2 3-29 0,-2-1-31 15,0 1-18-15,8 6-20 0,-16-3-21 16,16 3-24-16,-17 4-33 0,8 0-182 0,-1 4-429 0,1-2 191 16</inkml:trace>
  <inkml:trace contextRef="#ctx0" brushRef="#br0" timeOffset="34464.74">11090 16152 3 0,'9'-7'210'0,"-1"3"-5"0,-1-2-15 0,2-3-17 16,-2 0-9-16,4-1-11 0,-4 1-13 0,-1-1-3 16,-1-6 5-16,-1 6-12 0,0-7-1 0,-3 1-4 15,-2 0-8-15,1 3 0 0,-5-3-6 0,1 0-3 16,0 5-10-16,-1-1-4 0,0 2-3 0,-1 2-8 16,4 1-8-16,-2 2-4 0,2-2-9 15,2 7-6-15,-3-9-7 0,3 9-6 0,-5-6-6 0,5 6-14 16,0 0 4-16,0 0 3 0,0 0 0 0,0 0-11 15,0 0 0-15,14-5-3 0,-14 5 2 0,18 6-6 16,-6-4 2-16,-1 0-4 0,1 3-7 0,0-2 5 16,-2 2-5-16,2-1 0 0,-3-1-3 0,0 4 3 15,-3 0-4-15,1 0 2 0,0 4-2 16,-3-2 7-16,0 2 0 0,-2-2 5 0,0 6-7 16,-2-4 6-16,1-1-3 0,-1 3 0 0,0 2-4 15,0-4-9-15,1 5-32 0,-1-3-38 0,-1-2-55 0,0-3-63 16,2 3-55-16,-4-2-203 0,3 2-490 0,0-5 218 15</inkml:trace>
  <inkml:trace contextRef="#ctx0" brushRef="#br0" timeOffset="34962.9">11608 16227 171 0,'11'-3'241'0,"3"-3"5"0,-1-1-7 0,-4 1-12 0,9-2-17 16,-9 1-13-16,7 0-11 0,-5 0-5 15,1-4-19-15,0-1 5 0,-3 2-11 0,3-4-6 16,-1 1-14-16,-2-1-10 0,3-2-10 0,1 1-13 16,1-2-5-16,-1-6-9 0,0 3-12 0,-2 2-9 15,5-3-6-15,-11 6-5 0,2-2-5 0,-3 6-6 16,1 0-2-16,-1 4-2 0,0 1-5 0,-2-1-7 16,-2 7 3-16,8-5-16 0,-8 5 2 0,0 0-6 15,0 0-9-15,0 0 15 0,-6 25 1 0,0-11-1 16,-1 3-15-16,3 1 10 0,-2-2 2 0,0 0 3 15,2-2-2-15,4-3-3 0,-2 6-6 0,0-6 1 16,4 0 3-16,0-1-7 0,0 0 11 0,0-4-9 16,3 0 4-16,2 1-1 0,2-4 1 0,-1 0 0 15,3-2-4-15,0-2 2 0,-1-2-1 0,4 3-2 16,-3-5 8-16,1 0-6 0,-2-2-7 0,1-1 1 16,-1 0-1-16,-1 0 1 0,-2 0 1 0,3 0 5 15,-4 0-1-15,0-3-8 0,-1 2 2 0,-1-2-2 16,1 2-2-16,-1 1-2 0,-3 3 5 0,-1 5-3 15,6-11 0-15,-6 11-3 0,2-6-3 0,-2 6 5 16,0 0-5-16,0 0 0 0,0 0 5 0,-9 23 9 16,4-12-6-16,-2 5-2 0,1 1-8 0,-3 7 10 15,2-6 3-15,-4 5 0 0,5-6 6 0,1 2-3 16,-2-2 4-16,4 1-6 0,-3-1 5 0,1 2-15 16,3-3-16-16,-2-6-21 0,0 6-22 0,-1-5-27 15,2-2-27-15,1 0-40 0,-3-3-44 0,0-2-58 16,-2 3-257-16,7-7-561 0,-14 4 248 0</inkml:trace>
  <inkml:trace contextRef="#ctx0" brushRef="#br0" timeOffset="35122.18">11742 15732 140 0,'0'0'183'0,"0"0"-16"0,0 0-18 0,-4-6-11 0,4 6-17 16,0 0-15-16,0 0-54 0,0 0-46 0,0 0-55 16,23 30-121-16,-13-22-182 0,0 0 81 0</inkml:trace>
  <inkml:trace contextRef="#ctx0" brushRef="#br0" timeOffset="35633.25">12466 15999 185 0,'0'0'222'0,"0"0"-20"15,0-9-19-15,0 9-17 0,0 0-7 0,0 0-12 16,0 0-9-16,0 0-5 0,25 18-9 0,-18-2-1 16,1 3 4-16,-1-3-8 0,5 8-11 0,-5 2-6 15,1-1 22-15,-1-1-3 0,2-6-7 16,-7 0-8-16,5 0-9 0,1-3-17 0,-3 2-1 15,2-3-13-15,2 1 10 0,-4-1-5 0,1-3-5 0,-1-3-4 16,0-2 9-16,-1 0 5 0,0-2 26 16,-4-4 6-16,5 6 3 0,-5-6 0 0,0 0-12 15,0 0-15-15,16-10-13 0,-11 1-3 0,3 1-4 16,1-3 1-16,-3-4-10 0,4-2-7 0,-3-1-7 16,3 0 3-16,0-5-9 0,-1-3-12 0,-1-3-4 15,-1 2 5-15,1 0-7 0,4 0-20 0,-5 3-13 16,3 7-12-16,-4 0-14 0,-1 5 0 0,1 2-21 15,-2 0-26-15,-1 3-32 0,0-1-37 0,-3 8-39 16,4-7-40-16,-4 7-22 0,0 0-20 0,11 3-16 16,-11-3-174-16,11 14-506 0,-1-5 224 0</inkml:trace>
  <inkml:trace contextRef="#ctx0" brushRef="#br0" timeOffset="36549.31">12967 16207 168 0,'0'0'197'0,"0"0"5"0,0 0-10 16,11-2-5-16,-11 2-7 0,0 0-8 0,12-7-9 16,-8 5-10-16,-4 2-5 0,9-7-10 0,-3 1-9 15,2 0-4-15,-4-1-3 0,0-2-12 0,1-1-9 16,-1-2-11-16,0 0-7 0,-1-2-7 0,-3 3-11 16,3 1 8-16,-3-1-6 0,-3 0-10 0,3 4 2 15,0 7-10-15,-5-15-6 0,1 11-3 0,-2-2-3 16,6 6-7-16,-12-7-2 0,1 6-5 0,0 4 1 15,-1-1 4-15,-1 4-6 0,-2 1-4 0,1 4-3 16,1 3 4-16,1 2-3 0,3-2-4 0,-2 0 7 16,6-2-8-16,1 2-5 0,1 2 3 0,1-3 4 15,2-2-1-15,2 0-1 0,0-2 3 0,6 0-1 16,-1 1 0-16,4-1 3 0,5-1-3 0,3 0-1 16,-2-4 0-16,2-1 5 0,2-1-1 0,1 0-5 15,-1-2 2-15,-2 0-14 0,2-1 10 0,-2-2 0 16,0 0 2-16,-1-3 1 0,-5 2 0 15,-2-2-1-15,3 1-6 0,1-5 5 0,-5 2 1 16,-3 1-6-16,3-4 5 0,-5 0-3 0,-2-6-9 16,1 2 2-16,-4-1 0 0,0 0 3 0,-2-1-5 15,0 5 3-15,-3 3 1 0,3-3-2 0,2 4-1 0,-3 1 3 16,3 7-1-16,0-11-2 0,-4 6-4 16,4 5 1-16,0 0-1 0,0-11-4 0,0 11-6 0,0 0-3 15,0 0 4-15,9-5-3 0,-9 5 5 16,0 0-1-16,18 11 1 0,-12-6 0 0,-1 1 3 15,4 4-3-15,-4 2 8 0,1-2-10 0,1 0 9 16,-1 4 0-16,-3-2 0 0,-3 0-5 0,5 0 18 16,-1-1-4-16,-4-3-3 0,3 0 0 0,-1 0 1 15,0-2-1-15,0 0 1 0,-2-6-1 0,6 12 4 16,-3-8 1-16,1 2 9 0,1-3-4 0,0 1 0 16,3-1-7-16,3-3 8 0,-11 0-2 0,23 1-1 15,-9-2 4-15,1-2-5 0,4 2-3 0,-2-3 2 16,1 0 4-16,-4-3-3 0,4 1-9 0,-7-1 7 15,1 1 2-15,-2-2 5 0,1-3-7 0,1 4 2 16,-5-3 3-16,1 4 1 0,-3 0 5 0,-5 6 2 0,10-11-2 16,-8 5-10-16,-2 6 7 0,8-5-7 15,-8 5-4-15,0 0 1 0,0 0-1 0,0 0 5 16,7 18-10-16,-7-18 14 0,2 13-2 0,-2-13-6 16,0 16 3-16,2-9 2 0,0-1 0 0,4 3-2 15,0-2 3-15,1 0 3 0,-3-3 11 0,5 0-14 16,3 0 3-16,-4-1-14 0,6-3 2 0,-3 0 18 15,0 0-5-15,3-2 3 0,-1 1 14 0,-4-2-11 16,5 0 2-16,-5 0 12 0,2-1-18 0,-2-2 11 16,-2-1-5-16,3 0-2 0,-4 1-8 0,2 1 6 15,1-2-6-15,-4 1 3 0,-5 6-2 0,9-10 4 16,-9 10 9-16,9-13 0 0,-7 9-2 0,-2 4-9 16,0 0-10-16,7-10-2 0,-7 10 0 0,0 0 7 15,0 0 7-15,0 0 4 0,-7 36 9 0,5-21 0 16,-5 12-1-16,0-1 5 0,-4 0 0 0,2 2 10 15,-2 0-2-15,2 1-6 0,-2-1 3 0,1 1-4 16,2-2-5-16,1 2-12 0,-2-4 7 0,-5 2 2 16,8-4-5-16,1-3-7 0,-3-2-26 0,5 0-33 15,-2-2-54-15,-1-1-87 0,1-1-37 0,-3 2-48 16,6-5-52-16,-1-1-60 0,-2-1-199 0,1 0-630 16,4-9 280-16</inkml:trace>
  <inkml:trace contextRef="#ctx0" brushRef="#br0" timeOffset="36983.56">14106 16586 2097 0,'8'-9'85'0,"4"-2"-61"16,1-1 3-16,5 2-25 0,-2 0-5 0,9-6 0 15,4 1-3-15,-4 0 6 0,2-2 1 0,2 0-5 16,-7 1 5-16,5-3 3 0,-6-1 3 0,3 1 2 16,-2-2-6-16,1 0 5 0,-1-4 6 0,-4 4 9 15,1-3 5-15,-3 0 6 0,-4 0 5 0,-3 6-2 16,-2-1 8-16,1 5 4 0,-4-4 2 0,-4 2-2 16,2 5-4-16,-2 2-6 0,-2-1 0 0,0 4-9 15,2 6-6-15,-12-5 3 0,6 4-6 0,6 1 4 16,-26 12-2-16,11-2-1 0,-3 2-4 0,0 5-3 15,5-1 3-15,2 0-6 0,2 1 0 0,1-1-1 16,2 0-1-16,4 2-1 0,4-3 0 0,0 2-3 16,3-2 2-16,4 1-1 0,0-1-1 0,2-1-1 15,4 2 1-15,-4-3 0 0,5-1-1 0,-5-2-4 16,-2 1 2-16,1-3-3 0,1 0 1 0,-2 1-1 16,-2-1 4-16,-2 0-5 0,-3-1 5 0,0 0 0 15,2-1 6-15,-4 1 1 0,0-7-2 0,-4 9 2 16,4-9-3-16,-9 9-10 0,2-4-16 0,0-2-23 15,1 0-30-15,6-3-28 0,-13 3-41 0,13-3-43 16,-10 1-46-16,10-1-165 0,0 0-427 0,0 0 190 16</inkml:trace>
  <inkml:trace contextRef="#ctx0" brushRef="#br0" timeOffset="37546.8">14765 16304 121 0,'0'0'187'0,"10"5"6"0,-6-1 0 0,-1 3-9 16,-1-1-9-16,0 1-1 0,0 1-11 0,-2-1-7 16,0-7-16-16,0 17-5 0,0-7-6 0,-2-2-10 15,2-8-11-15,0 11-8 0,0-5-12 0,0-6 0 0,0 0 1 16,0 11 1-16,0-11 2 0,0 0 7 16,0 0 16-16,0 0-17 0,-2 8-6 0,2-8-18 15,0 0-7-15,0 0 1 0,0 0-12 0,0 0 0 16,-15-26-8-16,14 19-4 0,1 7-7 0,-4-21-4 15,4 10-3-15,0 0 1 0,5-2-9 0,-1-1-7 16,0-3-2-16,1 1-2 0,3 0-11 0,2 0-9 16,-1 2 9-16,-2 4-5 0,1 2-2 0,2 1 2 15,3 0-5-15,-1 3 3 0,0 1-2 0,1 3 3 16,1 4-3-16,4 1 0 0,-8 3-3 0,3 4 3 16,-2 1 4-16,1 3 1 0,-4-2-4 0,-2 1 10 15,2 1 9-15,-4 2-8 0,-2-3 10 0,-1-2-2 16,1-1-1-16,-2 0 6 0,2 0-1 0,0-5 8 15,-4 1-7-15,2-8 12 0,0 0-6 0,0 17 8 16,0-17 0-16,0 0 3 0,0 0-4 0,-6 7-4 16,6-7-3-16,0 0 6 0,0 0-8 0,0 0-8 15,0 0-2-15,-13-23-15 0,13 23-3 0,5-20-3 16,2 5-1-16,0-1-8 0,4 1-5 0,8-9-8 16,-9 8-1-16,3 0 2 0,2 2-3 0,8-5 5 15,-1 2 2-15,-6 9 2 0,1 1-1 0,0 0 5 16,-5 5-3-16,0 0 5 0,-12 2-1 0,23 6-1 15,-15-1 5-15,-1 2 4 0,-3 4 6 0,5 0-7 16,-7 2 0-16,1 3 3 0,2 1 4 16,-5 0 3-16,3 1-3 0,-6-1 3 0,1-2 1 15,-1 1 4-15,0-3-8 0,0 2-25 0,-2-5-20 16,1 1-24-16,-1-3-36 0,2 0-43 0,3-8-48 16,-2 9-32-16,2-9-17 0,0 0-143 0,0 0-428 0,0 0 190 15</inkml:trace>
  <inkml:trace contextRef="#ctx0" brushRef="#br0" timeOffset="38397.25">15467 16302 129 0,'3'-10'163'0,"-5"-1"4"0,2 11-4 15,-7-13 0-15,7 13 0 0,-12-7 0 0,-2 3-5 16,-1 5 6-16,-3 3-1 0,0 0-2 0,0 3 2 16,0 1-14-16,3 1 2 0,-2 0-8 0,4 1-12 15,-1 4-4-15,5 0-12 0,0-1-13 0,3-4-7 16,0 2-6-16,3-1-11 0,3 3-10 0,0-13-1 15,6 18-3-15,-3-8-9 0,6-4-3 0,-1 2-7 16,2-3-4-16,-1-1-2 0,4-1-3 0,3-1-3 16,2-2 3-16,0-4 1 0,1 2-5 0,-2-3 2 15,1 1-6-15,-3-4 0 0,1 1 3 0,-4-1-9 16,5-1 15-16,-8 1-19 0,5-2 2 0,-7 1-3 16,1-2-6-16,-3 0 3 0,3-1 1 15,-6 2-3-15,1 0 0 0,-3 10-3 0,7-18-1 16,-7 12 4-16,0 6-6 0,3-11-2 0,-3 11-4 15,0 0 0-15,4-9-4 0,-4 9 8 0,0 0-3 0,0 0 2 16,0 0 4-16,-10 29 3 0,5-17 9 0,0-1-3 16,-2 4 1-16,3-3 4 0,0 2 0 0,2-1 1 15,-2-1-5-15,4 0 1 0,-4 0 2 0,4-12 8 16,4 19-12-16,-1-12-1 0,0 3 3 16,1-4 6-16,-4-6-9 0,14 9 4 0,-1-7-12 15,-1-1 14-15,5-1-18 0,2-2 15 0,0 0 0 16,0-2 5-16,-1-2-10 0,1 0 5 0,-2-6-7 15,7 0 14-15,-9 0-8 0,-1-2 0 0,-2 1 3 16,2-2-3-16,-4-3-3 0,3-4 1 0,-3-2 1 16,-5 5-5-16,3-5-2 0,-3 5 15 0,-1-8-13 15,-3 0-5-15,-1-2-11 0,0 2-1 0,0 3-2 16,-1 7 3-16,-1 5 9 0,2 12 5 0,-1-20 2 16,1 20-5-16,-1-12 4 0,1 12-7 0,0 0-7 15,0 0 1-15,0 0-3 0,0 0 0 0,0 0 4 16,0 0 0-16,-17 34 9 0,9-9-3 0,-2 2 4 15,4 0-3-15,-2 3 6 0,0-3 9 0,1-2-7 16,2-1 6-16,0 1 0 0,2-5-2 0,1-3 0 16,0 1 1-16,0-1-4 0,3 1-1 0,0-6 3 15,1 0-2-15,0-2-3 0,2 1 2 0,2-3-2 16,2 0 11-16,0-2-5 0,2-1-1 0,1-2-4 16,2 0-1-16,6-2 6 0,-1-1-3 0,0-2-1 15,1-4 0-15,0-1 0 0,-1-1-5 0,5-5 3 16,-7 4-1-16,0-2-9 0,1-1 11 0,1-7-4 15,-3-3-1-15,-2-1-1 0,-3 7 0 0,-1-10 0 16,0 3-4-16,-3-3-4 0,-2 0-1 0,0 1 5 16,-1 1 1-16,-3-4-4 0,-3 11 2 0,4 1-2 15,-1 16 2-15,0-19-5 0,0 19-3 0,0-14-1 16,0 14 1-16,0 0-8 0,0 0 8 0,0 0-1 16,0 0 2-16,-30 38 6 0,17-15-3 0,5 2 0 15,-2 0 6-15,1 0 3 0,-1 2 3 0,5-1-5 16,0 0 2-16,-1-3 1 0,5-2-2 15,-1 6 1-15,0-8-5 0,4 0 5 0,-2-2 3 0,1-2-15 16,0 1-31-16,0-4-21 0,3-1-32 0,0-1-42 16,1 0-33-16,1-2-34 0,-3-1-33 0,2 1-30 15,2-1-49-15,-2-2-33 0,-5-5-212 0,0 0-602 16,15 9 266-16</inkml:trace>
  <inkml:trace contextRef="#ctx0" brushRef="#br0" timeOffset="38560.61">16296 16494 2 0,'0'0'215'0,"13"-1"0"0,-13 1 6 0,0 0-2 16,0 0-8-16,0 0-13 0,9 0-19 15,-9 0-14-15,0 0-18 0,0 0-13 0,0 0-12 16,0 0-11-16,0 0-15 0,6-3-27 0,-6 3-19 16,0 0-37-16,0 0-38 0,0 0-61 0,0 0-74 15,0-9-190-15,0 9-378 0,0 0 167 0</inkml:trace>
  <inkml:trace contextRef="#ctx0" brushRef="#br0" timeOffset="40563.35">16676 16335 137 0,'4'-10'208'0,"-4"10"-3"16,1-7-11-16,-1 7-12 0,0 0-17 15,0-9-13-15,0 9-16 0,0 0-15 0,0 0-12 16,0 0-14-16,0 0-9 0,0 0-2 0,0 0 2 15,0 0 6-15,0 0-10 0,0 0-11 0,0 0 0 16,-3 32-9-16,1-22-4 0,1 0-2 0,-2 0-9 0,2 5 2 16,-2-3-7-16,2-2-5 0,-2 3-5 0,2-1-1 15,-3-2-2-15,2 0-15 0,0 2-19 16,0-3-24-16,-1 3-14 0,3-12-29 0,-7 17-23 16,2-7-31-16,3-3-24 0,2-7-19 0,-6 12-28 15,3-5-112-15,3-7-333 0,-7 10 149 0</inkml:trace>
  <inkml:trace contextRef="#ctx0" brushRef="#br0" timeOffset="40720.28">16722 16234 113 0,'0'0'131'0,"0"0"-10"0,0 0-17 16,0 0-13-16,0 0-17 0,0 0-45 0,0 0-47 15,0 0-34-15,0 0-48 0,0 0-106 0,2 56 47 16</inkml:trace>
  <inkml:trace contextRef="#ctx0" brushRef="#br0" timeOffset="40878.18">16838 16509 24 0,'0'0'192'15,"0"0"-17"-15,0 0-12 0,0 0-11 0,-11 3-27 16,11-3-14-16,0 0-23 0,0 0-26 0,0 0-41 16,0 0-39-16,0 0-50 0,0 0-104 0,0 0-185 15,0 0 82-15</inkml:trace>
  <inkml:trace contextRef="#ctx0" brushRef="#br0" timeOffset="41196.75">17165 16490 138 0,'0'0'160'0,"17"-4"-4"15,-8 1-12-15,2 0-5 0,1 0-8 16,-2 0 0-16,2 0-12 0,-2-1-7 0,-1 2-3 16,1-4-6-16,-4 2-5 0,3 0-1 0,-9 4 2 15,11-10-6-15,-6 4-6 0,-5 6-9 0,5-11-2 0,-5 11-11 16,-3-13-6-16,3 13-2 0,-11-14-4 0,3 5-1 15,-2 4-3-15,-2-1-8 0,0 2 2 16,-1 2-7-16,-3 4-1 0,4-2 1 0,-2 4-8 16,2 2 3-16,1-1-7 0,0 5 4 0,1 3-4 15,1-2-2-15,2 3 0 0,0 3-1 0,5-5-5 16,4 3-1-16,-1-1 0 0,5 0-16 0,4 0-24 16,1-1-24-16,2-1-37 0,4-1-39 0,1 1-50 15,7-2-52-15,-10-1-132 0,3-4-390 0,-5 0 173 16</inkml:trace>
  <inkml:trace contextRef="#ctx0" brushRef="#br0" timeOffset="41338.36">17470 16580 130 0,'0'0'211'0,"0"0"-21"0,0 0-11 0,0 0-21 15,0 0-22-15,0 0-20 0,0 0-43 0,0 0-25 16,0-10-31-16,0 10-51 0,0 0-70 15,0 0-83-15,0 0-202 0,0 0 89 0</inkml:trace>
  <inkml:trace contextRef="#ctx0" brushRef="#br0" timeOffset="41697.35">18296 16253 2253 0,'18'-24'37'0,"-5"-3"-22"0,1 2 15 0,-2 0 14 15,-6 7-14-15,-1 3 23 0,0-2-3 0,2 7-4 16,-2-6 7-16,-1 6 9 0,-1 0 20 0,1-1 15 16,-1 5 10-16,-1 1 4 0,-2 5-19 0,3-10-13 15,-3 10-6-15,5-6-10 0,-5 6-11 0,0 0-2 16,0 0 4-16,0 0 7 0,9 21-2 0,-5-1 0 15,-2 0 14-15,1 6-1 0,-4 2-4 16,1-1-2-16,-2-1-6 0,4 0 5 0,-4 1-5 16,1-2-13-16,2 1-2 0,-3 2-4 0,2-1-1 0,-3-2-2 15,1 2-3-15,-1-2-4 0,2-6 3 0,-3 0-15 16,-1-2-28-16,1 3-73 0,3-2-26 0,0-6-28 16,-2 1-29-16,2 0-30 0,-1-4-46 0,2-9-36 15,-2 13-40-15,2-13-179 0,0 0-538 0,-5 12 238 16</inkml:trace>
  <inkml:trace contextRef="#ctx0" brushRef="#br0" timeOffset="41898.1">17927 16539 123 0,'0'0'229'0,"1"5"-11"15,-1-5-7-15,40 4-12 0,-6-1-12 0,16-3-12 16,9 2-15-16,2-2-12 0,2 1-14 0,2-1-13 15,26 0-10-15,-32 0-13 0,0-1-7 16,-1-1-10-16,-4 2-10 0,-3-2-21 0,-11 4-27 16,-7-2-35-16,-2 3-42 0,-11-3-60 0,1 3-70 15,-9 0-161-15,-4 0-373 0,-8-3 165 0</inkml:trace>
  <inkml:trace contextRef="#ctx0" brushRef="#br0" timeOffset="42402.43">18056 16802 84 0,'4'-8'239'0,"0"3"-9"0,-4 5-7 0,0 0-5 0,5-9-13 15,-5 9-25-15,0 0-21 0,5-4-19 0,-5 4-14 16,0 0-7-16,0 0 7 0,5 14-8 0,-4-5-2 15,1 4 2-15,-2 6-6 0,0 1 4 0,1 5-11 0,-2 2-5 16,-1-1-8-16,-1 1-3 0,3-2 22 0,-2-8-1 16,4 1-15-16,-4-4-14 0,2 1-8 0,0 1-8 15,-2-4-6-15,0 1-3 0,0-4 2 16,1 1-8-16,-1-2-5 0,1-1-9 0,1-7 1 0,0 0-5 0,-1 14 3 31,-2-10-9-31,3-4 0 0,0 0 5 0,0 0-12 0,0 0 11 16,0 0 7-16,-1 13-9 0,1-13 7 15,0 0 1-15,0 0-1 0,0 0-11 0,0 0 12 16,0 0-19-16,0 0 8 0,0 0-12 0,15-36 4 16,-6 22-7-16,1 1-18 0,2-2 11 0,1 0 1 15,2 1 1-15,1 3-7 0,1-1 1 0,-1 2 1 16,0 1-7-16,0 1 3 0,-1 2-1 0,4 5-1 16,-6 0 3-16,0-1-1 0,-1 6 4 0,0-2-8 15,-3 2 5-15,2 2 2 0,-3 2 1 0,0 1-5 16,-1 0 3-16,-2 3 4 0,1-1-7 0,-3 1-7 15,0 0 8-15,-2 4 3 0,-1-4 1 0,0 2 5 16,0-4-11-16,-1 3-24 0,1 0-25 0,-5-3-44 16,5 0-18-16,-3 3-34 0,2-3-33 0,1-10-33 15,-1 15-56-15,-1-8-40 0,1 0-170 0,1-7-523 16,0 0 231-16</inkml:trace>
  <inkml:trace contextRef="#ctx0" brushRef="#br0" timeOffset="42703.12">18479 17097 2 0,'-9'-7'233'0,"9"7"-5"15,0 0-1-15,0 0-7 0,-16 13-14 0,12-4-10 16,-1-2-17-16,-1 3-9 0,1-1-27 0,2 1 3 0,3-2-14 16,0 2-10-16,-2-1-9 0,6 3-7 0,1-5 7 15,2 0-2-15,0 0 4 0,0-4-4 16,5 1-1-16,1-2-4 0,3 0 0 0,2-2-7 0,1-4-5 15,-3 2-8-15,-3-2 6 0,-1 1-12 16,-1-2-3-16,-1-2-5 0,-3 2-4 0,0-4-12 16,0 0-4-16,-2 0-5 0,-4-2-3 0,-1 11-4 15,-1-21-3-15,-3 9-9 0,-5-1-20 0,0-1-13 16,1 4-12-16,-2 1-17 0,1 0-16 0,0 1-12 16,-1 1-25-16,0 0-26 0,1 4-26 0,9 3-39 15,0 0-36-15,-19-4-36 0,19 4-38 0,-10 5-169 16,10-5-494-16,-11 12 219 0</inkml:trace>
  <inkml:trace contextRef="#ctx0" brushRef="#br0" timeOffset="43002.49">18703 17194 134 0,'16'-4'198'0,"1"1"-8"0,1-3-13 0,0 0-4 15,-3 1-5-15,3-3-4 0,-1 0-3 0,-3 1-7 16,-2-3-14-16,-2 4 8 0,1-3-10 0,-1 0-6 15,-2-1-13-15,1 2-3 0,-4-3-9 0,1 0-1 16,-1 1-8-16,-2 1 5 0,-2 0 6 0,-1 9-11 16,-1-16-3-16,1 16-17 0,-5-14-6 0,0 8-13 15,-7 0 8-15,1 5 4 0,11 1-4 0,-32 5-5 16,13 3-2-16,-1-1 7 0,1 2-10 16,4 3-4-16,0 0 9 0,-3 5-12 0,6-2-2 15,6-5-10-15,1 1-9 0,-1 5 2 0,4-1 3 16,4-3-2-16,2 0-6 0,3-2-10 0,6 4-1 15,7-6-23-15,8 3-32 0,7-4-39 0,3 1-43 0,2-4-38 16,15 1-31-16,-4-1-54 0,-12-1-55 16,1-1-197-16,-2-2-537 0,2 1 238 0</inkml:trace>
  <inkml:trace contextRef="#ctx0" brushRef="#br0" timeOffset="43583.51">19697 16712 9 0,'18'-18'177'0,"0"7"2"0,4-8-8 15,-1 2-20-15,0-1-11 0,-2-2-8 0,-4 9-2 16,6-8-6-16,-5 1-10 0,2-2-8 0,-1 0-6 16,-4 6 2-16,-3-2-3 0,0 1-3 0,-1-1 2 15,-1 5-2-15,-3 0-8 0,-1 3-7 0,-2 0-3 16,-2 8-2-16,4-14-11 0,-4 14-11 0,3-8-2 16,-3 8-10-16,0 0 1 0,0 0-4 15,0 0-4-15,-16 24 1 0,8-10-1 0,0 2 1 16,0 0-2-16,0 0-1 0,2-1-7 0,2-3 6 15,0 6-5-15,3-6-1 0,5-1 1 0,-2 2-6 16,5-3 1-16,0-1 0 0,5 2-2 0,3-4 0 16,4 0-4-16,-2-2 2 0,3-1 5 0,0-3-10 15,0 0-1-15,-1-2-1 0,-1 0-3 0,0-4 4 16,-1 1-2-16,-5-1 0 0,4-3-4 0,-5 0 0 16,-3 2 0-16,0-5 3 0,-2 3-3 0,2-3 0 15,-3 0-3-15,-1-5 0 0,-1 1-1 0,-1 4 1 16,-2-1 3-16,1 0-2 0,-1 12-3 0,-1-14 1 15,1 14-2-15,0-11-2 0,0 11-5 0,0 0 3 16,0 0-6-16,0 0 6 0,0 0-2 0,0 0 2 16,0 0 3-16,0 0-7 0,-4 38 3 0,0-23 1 15,0 2-2-15,2 0 9 0,-5 1-6 0,5 0 3 16,-2-1 0-16,-1 0 0 0,0 2 4 16,-2-3 1-16,1 1-5 0,-2-1-1 0,2 0-23 0,-1-4-19 15,1 2-19-15,-4-4-25 0,2 2-35 0,-1-1-35 16,-1-2-46-16,0 0-43 0,-4 1-137 0,1-4-414 15,-4-1 184-15</inkml:trace>
  <inkml:trace contextRef="#ctx0" brushRef="#br0" timeOffset="43767.68">19845 16230 25 0,'0'0'125'0,"0"0"-19"0,0 0-41 0,0 0-43 15,0 0-45-15,0 0-31 0,29 21-58 16,-14-14 26-16</inkml:trace>
  <inkml:trace contextRef="#ctx0" brushRef="#br0" timeOffset="44165.5">20348 16365 54 0,'10'0'174'0,"-10"0"3"16,0 0-11-16,20 6-15 0,-12-1-9 0,1 2-13 15,0 0-16-15,0 2-10 0,1 5-1 16,-1 2-3-16,1 2-2 0,-1 1 0 0,-1 4 1 0,3 1-5 15,-3-6-5-15,2 5-6 0,-3-4-8 0,1-2-5 16,-1-1-3-16,1 1-3 0,-3-5-3 16,1 0-9-16,0-5 2 0,-3 2-6 0,1-3-5 15,0 0 0-15,-2-1 5 0,-2-5 9 0,3 6 20 16,-3-6 3-16,0 0 14 0,0 0 12 0,0 0-2 16,9 7-10-16,-9-7-11 0,0 0-11 0,0 0-5 15,16-18 4-15,-9 8-16 0,0 2-1 0,1-2-9 16,0-7-2-16,2 0 3 0,1 2-16 0,1-2-5 15,3-4 1-15,-1-2-2 0,2 1 2 0,-4-2-13 16,5 3-10-16,-4 0-10 0,5 1-12 0,-8 7-2 16,-1 2-9-16,-3 4-14 0,1 2-31 0,-2 0-27 15,-5 5-44-15,9-9-39 0,-9 9-4 0,10 0-10 16,-10 0-25-16,0 0-208 0,18 15-470 0,-14-4 208 16</inkml:trace>
  <inkml:trace contextRef="#ctx0" brushRef="#br0" timeOffset="45049.28">20887 16629 79 0,'0'0'167'0,"0"0"1"15,0 0 0-15,23-9-6 0,-23 9 0 0,8-5-14 16,-8 5-11-16,10-6-9 0,-10 6-6 0,13-8-4 16,-8 2-3-16,1 1 3 0,-6 5-6 0,13-11-4 15,-7 2-12-15,-1 0-8 0,-1 1 1 0,0-1-10 16,-4 9-3-16,5-12 1 0,-5 12-1 15,1-12-11-15,-1 12-5 0,0 0-2 0,-7-15-12 16,7 15-4-16,-14-6-6 0,5 5-2 0,-4 1-4 16,0 3-6-16,-6 3 0 0,2 2-1 0,0 1 0 15,0 1 2-15,3 3-3 0,2-2 3 0,0 4-3 16,4-1-4-16,0 1 4 0,1-1-2 0,4-2 0 16,2 1-2-16,2 0-2 0,0-4 3 0,4 3-2 15,3 1 0-15,2 1 2 0,6-4-1 0,-1-1-1 16,4-1-2-16,-1 1-1 0,2-4 0 0,1 1-1 15,-2-2 2-15,2 1-4 0,-1-5 0 0,-3 2-1 16,0-2 0-16,-2 0-1 0,2-3-5 0,-6-1 5 16,-1-1 1-16,0 1 0 0,-2-2-5 0,1-2 9 15,-3 0-8-15,-2-2-5 0,-2 0 1 0,1-4-2 16,-2 2-1-16,-2-1 2 0,2-3-4 0,-3 6 3 16,0-2 5-16,2 12-7 0,-1-19 1 0,1 19 4 15,-1-12-1-15,1 12-2 0,-1-9-2 0,1 9 1 16,0 0-1-16,0 0-5 0,3-14 8 0,-3 14-8 15,12-1 0-15,-2-1 2 0,-10 2 5 0,25 2-8 16,-12-1 2-16,-1 3 3 0,0 1-1 0,-1-1-3 16,-1 1 1-16,-1 0 1 0,-2 0 1 0,-7-5-5 15,11 7 8-15,-6-2-2 0,-5-5 0 16,12 8 1-16,-12-8-2 0,7 4-2 0,-7-4 6 16,7 6-2-16,-7-6 0 0,0 0 6 0,6 5-6 15,-6-5 4-15,0 0 0 0,12 5 0 0,-12-5 10 16,0 0-10-16,10 1 5 0,-10-1-2 0,0 0-1 15,19-3-5-15,-11 0 7 0,1-2-4 0,-9 5 4 16,16-7-4-16,-7 1 1 0,-2-1 0 0,0 2-1 16,3-1 0-16,-10 6-1 0,11-13-4 0,-7 11 6 15,0-2-1-15,-4 4-1 0,7-6-9 0,-7 6 1 16,0 0-2-16,0 0-1 0,0 0 3 0,0 0 9 16,0 0-8-16,9 14 2 0,-6-8 0 0,-3-6 1 15,2 15 0-15,1-10-1 0,-1 2 2 0,2 1 4 16,5-1-1-16,-3-1 4 0,1 0 4 0,2-1-3 15,2-1 6-15,-2-1 0 0,2-1-1 0,2-4 2 16,-1 4-3-16,1-5 2 0,-2 2 0 0,-2-2-4 16,1 0 3-16,1-1-1 0,-2 0 1 0,-3 0-4 15,4-1 2-15,-2-1 3 0,-8 6 5 0,9-8 4 16,-9 8-2-16,10-11 1 0,-6 8-1 0,-4 3 3 16,5-9-2-16,-5 9-2 0,6-7-6 0,-6 7-5 15,0 0-4-15,0 0-2 0,0 0 0 0,0 0 9 16,0 0 4-16,-7 28 5 0,-1-15-5 15,-3 4 7-15,0 0-8 0,-4 6 4 0,1 1 4 16,5-7-6-16,-6 7 4 0,3-3-3 0,2-2-2 16,2-1 1-16,2 1-5 0,2 2-1 0,-1-4-3 15,1 1-37-15,-1 2-33 0,0-1-38 0,2-3-47 0,2 1-41 16,0 0-58-16,2-2-63 0,-1 2-181 0,3-3-532 16,2-4 236-16</inkml:trace>
  <inkml:trace contextRef="#ctx0" brushRef="#br0" timeOffset="50350.6">21948 16866 197 0,'11'-12'192'0,"-1"5"-16"15,7-6-7-15,5-3-5 0,-2 0-17 0,-3 3 0 16,1-6-12-16,3 3-9 0,-5 3-8 0,4-6-7 16,2 3-3-16,-3-2-12 0,-2-1-4 0,-1-2-9 15,0-2-5-15,1 1-7 0,-4 0-9 0,1-5-4 16,-3 2-3-16,-2-2-2 0,-3 1 3 0,4-3-6 15,-6 9-1-15,1 1-4 0,-1 3-2 0,-3 3 4 16,3 3 9-16,-1-1-11 0,2 4 1 0,-5 7-4 16,1-11-8-16,-1 11-2 0,0 0-10 0,4-10-3 15,-4 10-2-15,0 0-5 0,0 0-2 0,0 0 0 16,0 0 3-16,0 0-8 0,0 0 4 0,0 0-4 16,-10 43 6-16,7-24-2 0,-2 1 3 0,-1-2-4 15,-1 7 2-15,2 0-4 0,1-4 0 0,2 3 4 16,-1-5-4-16,4 7 1 0,1-7-1 0,3-2-2 15,0 0 8-15,0-2-9 0,3-1 2 0,-4-2 1 16,4-1 2-16,1-2-1 0,2 5-4 16,-1-6 0-16,0-1 3 0,-2-1-13 0,3 1-7 0,-1 0-6 15,-1-4-5-15,0 2-6 0,-9-5-8 0,20 3-9 16,-10-3-9-16,2 0-10 0,0-3-9 0,2-2-6 16,4 0-2-16,-2-2-6 0,4-1 6 0,-1-2-2 15,1 2 4-15,5-7 2 0,-1-1 3 0,-1 3 4 16,2-3 3-16,-9 4 10 0,-1-1 1 15,1-1 17-15,-3 1-9 0,-1 0 14 0,0-2 14 16,-5 6 7-16,1 3 14 0,-3-2 8 0,-5 8 1 16,4-10-1-16,-4 10-3 0,0 0 8 0,0 0-1 15,0 0 7-15,-18-7 6 0,18 7 9 0,-28 14 7 16,10-5-6-16,-6 6 0 0,2-1-7 0,0 2 3 16,4-5-9-16,4 1 3 0,3 2-5 0,1-4-2 15,1 1 0-15,2-1 0 0,3 1-4 0,-2-1 0 16,2 1-1-16,3-2-2 0,1-9 1 0,0 13 2 15,0-13-3-15,3 11 1 0,-3-11-4 0,10 8 1 16,-10-8 3-16,12 4-2 0,-12-4 2 0,16-1-2 16,-16 1-4-16,15-5 0 0,-15 5 2 0,17-10-2 15,-11 1 3-15,0 1 0 0,1-4-1 0,2 2-4 16,-5 0-3-16,1-2 2 0,2-2 1 0,-3 3-1 16,-1 1 1-16,1 0 0 0,1 0-2 0,-5 10 3 15,4-13 5-15,-1 7-4 0,-3 6-6 0,4-9 2 16,-4 9-4-16,0 0-1 0,0 0 5 0,0 0-2 15,0 0 3-15,0 0-3 0,0 0 4 0,-2 32 6 16,2-32 0-16,-3 20 5 0,3-9-4 0,-1-1 1 16,1-10-1-16,0 19 1 0,1-12 0 0,2 3 4 15,1-2 2-15,-4-8 1 0,6 14 1 0,-3-10 2 16,-3-4 4-16,10 10 2 0,-4-7-1 0,3 0-4 16,1-1 0-16,-10-2-1 0,21 0 2 0,-10 0-2 15,-11 0-6-15,19-5 4 0,-10 1-5 0,0-2 2 16,0-1-2-16,-2 0-2 0,-1-2 1 0,3-1-6 15,1-3-2-15,-2-2 4 0,-4 1-4 0,-3 1-1 16,-1-2-1-16,-1 1 2 0,1 3-8 16,0 11 6-16,-1-19 2 0,-2 11-2 0,3 8 3 15,0 0-6-15,0-15 0 0,0 15-3 0,0 0 1 16,-1-10-6-16,1 10 12 0,0 0-8 0,0 0 2 16,0 0 2-16,0 0-4 0,0 0 4 0,0 0-3 15,0 0 3-15,0 0 2 0,0 0 1 0,0 0 2 16,0 0 1-16,24 19-5 0,-13-16 3 0,2 0-2 15,4-3 2-15,-3 2 1 0,-1-2-4 0,2 1 3 16,-4-1 0-16,-11 0-2 0,20 0 2 0,-20 0-2 16,14 0 9-16,-14 0-2 0,9 0 0 0,-9 0-2 15,0 0 1-15,12 1-4 0,-12-1-3 0,0 0-3 16,0 0 1-16,8 5 3 0,-8-5 1 0,0 0-5 16,1 13 2-16,-1-13-1 0,-2 13 4 0,2-13-4 15,-1 13 3-15,1-13-2 0,-3 14 1 0,2-4-3 16,1-10 7-16,1 13-2 0,-1-13 2 0,4 13-2 15,0-7 0-15,1 0 1 0,4 0 1 0,2 0-2 16,1-2 1-16,8-1-1 0,-2 0 3 0,3-3-1 16,0 2 1-16,1-2-4 0,-3 0 5 0,2-2-4 15,-1-1 3-15,-2-1-4 0,0-2 4 0,-2 0-2 16,1 1 1-16,-7-3-3 0,2 1 3 16,-5-2-3-16,0-1 4 0,-2-2-5 0,-1 2 2 15,-2-3-3-15,-2 3-1 0,0 10 8 0,-5-22-7 0,1 15 5 16,-1 1-7-16,0 1 0 0,-1 2 0 0,-6 2-1 15,-1 3 2-15,-1 1-3 0,2 2 2 0,-1 0-2 16,-3 2 2-16,5 0 2 0,0 0-3 0,2 2 9 16,3-1-8-16,0 2-1 0,2-3 3 0,0 2 0 15,3-2 1-15,1-7 0 0,0 12 0 0,3-6 0 16,-3-6 3-16,6 8-1 0,-2-5 2 0,-4-3 3 16,9 5-6-16,-4-3 2 0,-5-2 1 15,11 1 2-15,-11-1-2 0,8 1-1 0,-8-1 1 16,8 1 1-16,-8-1 0 0,0 0-7 0,9 0 1 15,-9 0-1-15,0 0-7 0,6 3 2 0,-6-3 3 0,4 9 0 16,-2 1-2-16,-2 6 2 0,3 1 6 16,0 8 1-16,-2 5 4 0,3 2 2 0,0 1 0 15,-2 1 0-15,2 12-3 0,-3-13 35 0,3 2-17 16,-4 0 15-16,0-2-6 0,-1 2-2 0,1-3-3 16,-3-2 0-16,2-2-5 0,-2-2 3 0,0-1-7 15,-1-7-6-15,0-1 6 0,-3 0-3 0,-3-3 1 16,1-2 0-16,-2 0-2 0,-4-3-2 0,2 0 1 15,-5-3-3-15,5-3 0 0,-5 1-1 0,0-4 0 16,3-1 3-16,3-2-18 0,-2-2 10 0,4-2 4 16,1-3 3-16,-1-3-5 0,5 2-3 0,4-7-13 15,6-5-1-15,6-3 1 0,1-3-2 0,7 3 0 16,5-3-3-16,11-7 3 0,-2 2 0 0,4 4 0 16,1-4 4-16,1 0-4 0,1 3 2 0,0 0-2 15,0 0 0-15,2 1 0 0,-4-3 2 0,-8 12 0 16,12-11-1-16,-1 2 4 0,-17 8-2 0,0-1 2 15,1-3 1-15,-1 1 0 0,-6 4-2 0,1 0 1 16,-9 5 2-16,0-1 3 0,-5 7 10 0,2 1 8 16,-2 0-6-16,-2 2 4 0,-3 7-3 0,0 0-6 15,-9-13 0-15,9 13 2 0,0 0 4 0,-43 10 2 16,15 3 0-16,1-1-1 0,4 1-1 16,1 1 2-16,7 1-14 0,3-1 4 0,3 0 9 15,1 1 0-15,5 1-3 0,5 0-8 0,3 0-15 16,5-1-22-16,5-1-21 0,7 2-31 0,1 1-23 15,0-5-36-15,1 0-50 0,-4-5-65 0,-3 3-160 16,0-3-455-16,-2-1 202 0</inkml:trace>
  <inkml:trace contextRef="#ctx0" brushRef="#br0" timeOffset="53630.53">24184 16845 89 0,'0'0'198'0,"0"0"-9"0,4-6-18 16,-4 6-15-16,0 0-18 0,0 0-17 0,0 0-14 15,5-5-8-15,-5 5-13 0,0 0-4 0,0 0-15 16,0 0 4-16,-12 26-12 0,6-18-3 0,0 4-9 15,-1-3-12-15,1 1-13 0,0-1-12 0,-2 2-15 16,0-1-21-16,-3 2-27 0,4-1-36 0,-4-2-28 16,1-1-33-16,1 2-78 0,0-2-246 0,-1-1 110 15</inkml:trace>
  <inkml:trace contextRef="#ctx0" brushRef="#br0" timeOffset="54167.17">24665 16568 48 0,'-3'-15'188'0,"-1"6"-12"0,4 9-12 15,-9-10-17-15,2 7-3 0,-4-1-15 0,11 4-2 16,-25 2-15-16,8 3-3 0,2 1-3 0,-5 3-5 16,-2 4-6-16,5-2-16 0,2 3 0 0,-1 0-14 15,5-2-6-15,1 2-6 0,2-2-4 0,4 3 0 16,-1 0-11-16,3-3 1 0,2 4-7 0,2-5-2 15,3 0 1-15,2 0-5 0,1-1 0 0,3-5-7 16,3 4-6-16,1-2-14 0,-3-5 5 0,2 1-5 16,0-3 1-16,4-1 2 0,-2-3 1 15,-3 1-9-15,0-2 3 0,-2-1 0 0,5-3-4 16,-6 0 0-16,3-4 3 0,-3-1 2 0,-2 0-2 0,-2-1-1 16,-1 5 3-16,0-6 2 0,-2 4 3 0,-1 2-6 15,1-2 6-15,-1 3 8 0,-2 9-3 16,0-12 0-16,0 12-3 0,0 0-2 0,0 0 4 15,0 0-6-15,0 0 18 0,0 0-5 0,0 0-3 16,-10 28-2-16,8-15 0 0,1 2 0 0,-1 1-1 16,0 4 4-16,0-2-7 0,2 2 7 0,4 3-7 15,-6-2 0-15,4-3-18 0,1 1-19 0,-1-4-34 16,-1 1-38-16,3-5-36 0,-1 1-42 0,-1-1-139 16,-2-11-348-16,0 18 154 0</inkml:trace>
  <inkml:trace contextRef="#ctx0" brushRef="#br0" timeOffset="54518.45">24858 16690 190 0,'0'0'188'0,"0"0"-15"0,0 0-4 0,0 0-3 15,14 18-5-15,-12-10-17 0,4 1-6 0,-3-3-13 16,1 6-5-16,-1-1-16 0,0-2-9 0,-1 2-9 15,0-1-9-15,-2-10-4 0,7 11-7 0,-6-4-7 16,-1-7-6-16,4 7-5 0,-4-7 2 0,0 0-6 16,2 11 12-16,-2-11 0 0,0 0-5 0,0 0-5 15,0 0-1-15,0 0-7 0,13-17-4 0,-5 8 0 16,-1 1-6-16,4-7-6 0,3 1-3 0,-1-2-7 16,7-3-3-16,-7 8-5 0,3-2 0 15,0 1-1-15,-1 1 0 0,-1 2-2 0,-4 4 2 16,0-2-4-16,-3 5 3 0,1 1-5 0,-8 1 4 0,0 0-5 15,23 6 1-15,-18-1-2 0,1-1 5 16,-2 6-3-16,1-2-9 0,0 2-15 0,-5 2-19 16,2-1-20-16,-4 1-44 0,2-12-34 0,2 25-39 15,-4-9-27-15,0-7-121 0,2-9-358 0,-4 16 158 16</inkml:trace>
  <inkml:trace contextRef="#ctx0" brushRef="#br0" timeOffset="54932.82">25358 16663 101 0,'-13'-9'217'15,"-5"2"-8"-15,5 4-10 0,-4-1-12 0,-1 2-11 16,1 3-14-16,1 3 0 0,2 0-17 0,-1 3-14 16,-2 2-11-16,7-2-14 0,1 3-7 0,0-1-10 15,2 4-7-15,3-2-6 0,2 0-10 0,4 1-3 16,-1-1-10-16,4 0-4 0,1 0-2 0,4-3-7 15,1 1-4-15,0 0-1 0,3-2-4 0,-3-1-3 16,1-2 2-16,1-1-4 0,-3-3-12 16,-10 0 1-16,30-7-5 0,-20 4-6 0,1-4 2 15,0-1-2-15,0-5-2 0,-4 3 0 0,-1-5 1 16,3-2-2-16,-5-2-4 0,4-5-2 0,-2-1 0 0,-2-1 2 16,-3 1-3-16,-1-1 0 0,2-2 5 0,-2 1-2 15,-2 1-1-15,2 7 6 0,0 1 8 0,-1 6 8 16,2 1 2-16,-1 11-3 0,-3-15-3 15,3 15-4-15,0 0-3 0,0 0-1 0,0 0 3 16,0 0-4-16,0 0-1 0,0 0-1 0,-6 38 2 16,-1-20 3-16,5 0-5 0,1 1 3 0,-3 5-4 15,-1 1 4-15,2 1 1 0,2-1-4 0,1 0 0 16,-4 0-9-16,2-4-35 0,4 3-26 0,-6-5-48 16,3 0-62-16,1 0-56 0,-4 0-154 0,2 1-418 15,0-4 184-15</inkml:trace>
  <inkml:trace contextRef="#ctx0" brushRef="#br0" timeOffset="55466.37">25923 16511 1666 0,'8'-25'30'0,"-3"5"87"15,-1 8-7-15,0-1-43 0,1 7-13 0,-5 6-36 16,3-10 4-16,-3 10 10 0,0 0 4 0,0 0 13 15,10 18 3-15,-9-2 6 0,0 1-7 0,-1 2 5 16,-1 1-4-16,2 5-4 0,-1 1-2 0,-1-2-3 16,0 1 0-16,-3-9-5 0,4 4-1 15,-4-5-5-15,4 2-5 0,-4-6 1 0,4 1-8 0,-1-1 4 16,1-11-6-16,-3 17 1 0,3-17-1 16,-2 11-3-16,2-5 0 0,0-6 2 0,-2 7 0 0,2-7 2 15,0 0 5-15,0 0 12 0,0 0-2 16,0 0-3-16,0 0-6 0,0 0-8 0,0 0-7 15,25-18-3-15,-9 7-6 0,-1-1-2 0,6 1-1 16,1-2-4-16,2 4 3 0,-1 5-3 0,-4-1 0 16,2 3 2-16,-2 0-3 0,1 4 1 0,-4-2-4 15,-2 4 5-15,1 2 1 0,-1 0-2 0,1 0 3 16,-4 1 1-16,1-1 0 0,3 2 4 0,-3-2-2 16,3 1-1-16,-3 0-1 0,-1-2 0 0,0 1 3 15,0-1 3-15,0-4-1 0,-2 1 1 0,-9-2 1 16,20-2-1-16,-20 2 1 0,16-5-4 0,-6 0 5 15,-2 0 3-15,-1-2-9 0,2 0 0 0,-4-2 3 16,-1-4-1-16,0 3 1 0,-4-2-1 0,2-1 0 16,-2 2 0-16,3 0-1 0,-3 11 0 0,-3-20-6 15,3 20 7-15,-4-13-7 0,4 13 3 0,-8-6-4 16,8 6-2-16,0 0 3 0,-23 5 2 0,7 4-2 16,5 1 2-16,-2 3-1 0,-4 0 1 0,7 1-25 15,0 2-20-15,3 0-17 0,-1 1-36 0,3 0-32 16,3-1-44-16,0 2-41 0,4-4-173 0,-4 1-423 15,4-2 186-15</inkml:trace>
  <inkml:trace contextRef="#ctx0" brushRef="#br0" timeOffset="55847.35">26685 16693 22 0,'6'-7'197'15,"-6"7"-10"-15,0 0-2 0,0 0-1 16,0 0-6-16,0 0-14 0,6 14-14 0,-6-14-4 16,2 12-8-16,-2-5-7 0,0-7-11 0,0 16-9 15,2-10-10-15,-2-6-7 0,-2 11-5 0,2-11-7 16,2 8-9-16,-2-8 2 0,0 0-15 0,2 12 7 16,-2-12 7-16,0 0 5 0,0 0 7 0,0 0 1 0,0 0-4 15,0 0-11-15,0 0-2 0,0 0-8 16,0 0-6-16,0 0-11 0,0 0-6 0,9-29-3 15,-3 19-10-15,4-2-1 0,1-2-7 0,1 1-7 16,1 0-4-16,0 2-2 0,6-1 0 0,-5 1-5 16,3 1 4-16,-3 0-3 0,-5 4 0 0,2 3-1 15,-3 1-6-15,-8 2 2 0,17 0 0 0,-17 0 0 16,16 4-1-16,-12 2 3 0,1 1-2 0,-1 4 2 16,-4-1 2-16,0 2-2 0,0 1 2 0,0 0-2 15,-2-2-13-15,2 1-24 0,0-12-23 0,-3 23-39 16,1-8-33-16,0-5-44 0,2 1-50 0,0 1-215 15,0-12-479-15,4 16 212 0</inkml:trace>
  <inkml:trace contextRef="#ctx0" brushRef="#br0" timeOffset="56229.54">27222 16590 196 0,'-22'2'217'0,"13"1"2"0,-5 4-13 16,-1 2-6-16,2 5-11 0,-1-1-12 0,1 1-5 16,3 1-18-16,3-3-16 0,1 4-5 15,2 0-11-15,2 0-9 0,2 0-11 0,2-1-9 16,4 1-7-16,1-4-11 0,4 0-7 0,1 1-4 16,1-2-4-16,5-1-2 0,-3-3-14 0,6 1-2 15,-1-4-1-15,0-1-5 0,0-1-2 0,3-4 0 16,-3 2-5-16,7-5-6 0,-7 1-1 0,-3-2-2 15,-2-2 5-15,3-2-6 0,0 0 0 0,4-7-6 16,-9 3 0-16,1-1-4 0,-3-2-1 0,1 0 1 16,-4 1-4-16,-1-1 1 0,0 2-1 0,-3 2 2 15,-2 1 0-15,1 1 2 0,-6 4-2 0,3 7-5 16,-4-13 1-16,-5 11-1 0,0 0 0 0,-5 5 4 16,-3 0-1-16,-1 5 7 0,2 2-9 0,-2-1-1 15,5 1 2-15,-1 5 3 0,3-2-5 0,5-1-10 16,0 3-15-16,4 2-24 0,2 0-27 0,2-5-27 15,10 4-28-15,1-1-31 0,12 3-29 0,9-2-39 16,11 4-176-16,4-2-437 0,3-1 194 0</inkml:trace>
  <inkml:trace contextRef="#ctx0" brushRef="#br0" timeOffset="56630.56">28340 16686 173 0,'0'0'204'0,"-8"-2"-12"0,8 2-1 0,-13 8-17 15,2-5-12-15,1 4-14 0,-5 2-7 0,3 2-8 16,3-3-10-16,-2 0-7 0,2 2-12 0,1 0-9 15,-2 1-7-15,5-3-10 0,-1 3-8 0,4-2-7 16,2-9-4-16,0 18-5 0,2-11-4 0,2 2-2 16,1-2-8-16,4 0-1 0,3-1-8 0,3 1 4 15,2-2-6-15,0-2-2 0,0-2-1 0,2-3 1 16,-1 0-8-16,3-1 6 0,-4-3-5 16,0-1 0-16,-1-2-2 0,-4 0 0 0,-3-4 1 0,0-1-9 15,-2 0 1-15,-5-4-3 0,-2 1 0 0,-2-2 3 16,-5 0-9-16,-5-4 2 0,3 4-6 0,-4 5-5 15,-3 0-7-15,1 2-8 0,-1 2-21 0,0 2-17 16,-4 5-17-16,2 0-25 0,1 5-32 0,0-1-43 16,1 6-34-16,-2-1-133 0,5 2-373 0,1 0 164 15</inkml:trace>
  <inkml:trace contextRef="#ctx0" brushRef="#br0" timeOffset="58049.06">28629 16712 14 0,'10'-3'174'0,"-10"3"-1"0,0 0-8 0,0 0-6 16,0 0-3-16,5 17-8 0,-5-17-11 0,-2 12 0 16,2-7-13-16,0-5-4 0,2 12-5 0,-2-12-9 15,-2 8-10-15,2-8-11 0,0 8-7 0,0-8-4 16,0 0 6-16,0 10 9 0,0-10 9 0,0 0 6 15,0 0 6-15,0 0-1 0,0 0-12 0,0 0-7 16,0 0-10-16,0 0-8 0,0 0-6 0,0 0-11 16,0 0-2-16,0-33-6 0,2 23-3 0,2-1-8 15,0 1-11-15,2-2 0 0,0-3-5 0,5 0-3 16,-2-1-5-16,1 2-3 0,3-2-7 0,2 5-1 16,-3-1 5-16,2 0 1 0,1 3-3 0,-3 3-9 15,1 2 6-15,-1 2-8 0,-2 0 4 0,-10 2-3 16,23 6 3-16,-13 1-1 0,-1-1 3 0,1 5-6 15,-3 0 6-15,1-1-1 0,-2 1 3 16,-2 1-5-16,-2 0 0 0,4-3 5 0,-5 1 7 16,-1 0-10-16,1 1 1 0,-1-11 1 0,0 12 0 0,0-12 4 15,0 12 4-15,0-12 7 0,0 0 10 0,0 0 0 16,0 14 6-16,0-14 2 0,0 0-1 0,0 0-3 16,0 0-5-16,0 0-4 0,0 0 1 0,0 0-5 15,0 0-1-15,0 0-8 0,0 0-1 16,0 0-6-16,8-42-3 0,-3 32-12 0,5-4-2 15,-1 1-6-15,6 0 5 0,-2-2-6 0,2 2 5 16,1 1 0-16,2-1 2 0,-4 3 1 0,2 1 1 16,-4 4-2-16,-1 1 2 0,-1 2-2 0,1 3 4 15,-11-1-4-15,16 7 6 0,-9-2 32 0,-2 2-3 16,-1 2-3-16,1 0-3 0,-1 2 2 0,-2 0-4 16,1 0-4-16,-2-1 5 0,2 1-3 0,-2 0-3 15,2-1 7-15,0 0-6 0,1-3-8 0,3 2 14 16,0-3 3-16,1 0 5 0,0-1-4 0,4-4 5 15,0 1 1-15,1-2-9 0,-1 0 5 0,0-2 2 16,2-2 0-16,-2-1-4 0,-1-1-2 0,0-1 3 16,2-2-6-16,-1 0-2 0,-2 1 5 0,-1-7-6 15,-1 6 2-15,3-5-7 0,-3-1 7 0,0 1-4 16,-1-1-1-16,-1 1 4 0,1 3-9 0,-3 3 7 16,-3 1 6-16,3-1-13 0,-4 8 11 0,3-9 3 15,-3 9-6-15,1-5-5 0,-1 5 3 0,0 0-3 16,0 0-1-16,0 0 2 0,-13 19-8 0,6-9 2 15,-3 4 2-15,4-5 5 0,-2 7-2 16,2 0 0-16,2-2 0 0,-1-2 3 0,1 0-5 16,4 0 0-16,0 0 2 0,0 0 0 0,3-2-12 15,0-1 14-15,4 1-11 0,-1-1 13 0,2-1 2 16,3-2 5-16,1-1-7 0,-2-2 2 0,8 1 0 16,-6-3 1-16,5 0-1 0,-5-3-24 0,1 0 24 15,-3-2 0-15,0-2-3 0,2-2 0 0,-2 0-4 0,2-3 2 16,-2-4 2-16,-1-1-3 0,-2 1 4 0,5-8-1 15,-6-3 0-15,2 0 0 0,0-1-5 0,-3-1 3 16,2-1-3-16,0-2-3 0,-3 2 0 16,-1 3 4-16,1 1-1 0,-2 6 1 0,0 0 0 15,-2 9 5-15,0-1 3 0,0 11-1 0,0-15-2 16,0 15-4-16,4-10-4 0,-4 10-1 0,0 0-5 16,0 0 10-16,0 0-7 0,0 0 5 0,-15 39-3 15,5-15 5-15,2 0 3 0,0 3-9 0,-1-1 17 16,1-1 1-16,-1 1 2 0,7 0 2 0,-3-2 8 15,2-5 0-15,3-1-9 0,0 2 7 0,1-3-18 16,3-1 15-16,1-1 2 0,3 2 0 0,-2-2-17 16,2-6 9-16,4 3-1 0,-4-4-1 0,2-1 2 15,-1-2-5-15,1 1 7 0,0-4-5 0,0 1 1 16,-10-3-5-16,24-4-2 0,-11-1 1 0,-3 0 7 16,1-2-5-16,-1-2-10 0,0-4 7 0,0 1-7 15,2-5 6-15,-1-4-4 0,0-4 4 0,-1 0-3 16,0 0-1-16,-2-2-6 0,-2-1-14 0,4-1 8 15,-5 0-1-15,-2 1-3 0,2 2 3 0,-2 9 7 16,-1 2 0-16,0 3-4 0,-1 1-3 0,-1 11 5 16,2-10-3-16,-2 10-1 0,0 0-7 0,0 0-8 15,0 0 19-15,0 0-3 0,0 0 4 0,0 0-2 16,-5 48-1-16,0-23-3 0,0 0 13 16,4 1 4-16,-3 1 3 0,-3-1-1 0,1-7-1 15,5 1 7-15,0-1-15 0,-2 0 18 0,2-2-5 16,1 2 0-16,0-3-1 0,0-1-10 0,2-3 8 15,2-2-5-15,1 1 9 0,-1-1 0 0,2-1-3 0,2-1-5 16,1-3-1-16,1-2 1 0,2 1 1 16,2 0-9-16,-4-3 11 0,3-3 3 0,-13 2 3 0,24-4-3 15,-11-1-1-15,0-1-8 0,-4-1-8 0,2-3-10 16,1-3 0-16,-1-3-5 0,0 2-6 0,-1-1-2 16,-3-3-3-16,3 1 10 0,-5-2 0 15,3 6 2-15,-7 2-6 0,2-1 10 0,-2 3-4 16,-2 1 3-16,1 8 2 0,-3-10 3 0,3 10-5 15,-6-3 5-15,6 3 3 0,-18 6-1 0,8-2 6 16,-2 3-1-16,-2 3-3 0,4-3 2 0,2 3 4 16,-2-1-6-16,3 1-1 0,1 2 5 0,4-2-10 15,1 3-16-15,1-4-20 0,5 3-24 0,-1-3-37 16,6 1-23-16,-1-2-36 0,7 2-40 0,2-2-45 16,0-2-42-16,3-1-171 0,-2-2-506 0,1 1 223 15</inkml:trace>
  <inkml:trace contextRef="#ctx0" brushRef="#br0" timeOffset="58450.94">30375 16548 180 0,'-2'-11'211'15,"0"1"-2"-15,0 2-7 0,-3 2-11 0,0 1-12 16,-6 2-11-16,-2 5-5 0,-5 2-5 0,0 1-9 16,0 1-8-16,3 3-11 0,0 3-7 0,2-2-4 15,0 2-9-15,4 0-9 0,0 3-14 16,4-1-7-16,-1-1-4 0,4-2-10 0,2 2-4 15,4-2-8-15,0-2-2 0,0 1-6 0,4 0-6 16,-2-1-1-16,4-3-1 0,-2-1-10 0,2 0 3 16,-1-2-5-16,4-1-2 0,-13-2-2 0,23-2-5 15,-13-2 3-15,2-1-3 0,-1 0-3 0,-2-4-1 16,-1 0-5-16,4-5 5 0,-3-3-1 0,2-4-2 16,-1 3-4-16,4-5 1 0,-8 0-5 0,6-2 2 15,-5-1-3-15,4 0 0 0,-1-2 6 0,-4 0-4 16,2 0-1-16,-2 10 4 0,2-1 9 0,-3 2 4 15,-2 6 13-15,0 0 9 0,-3 11 7 0,4-18-8 16,-4 18-5-16,2-10-7 0,-2 10-5 0,0 0 3 16,0 0 5-16,0 0 6 0,-21 29-6 0,13-12 3 15,-2 1-3-15,1 0-7 0,-2 4 6 0,-1 1-3 16,2 1-6-16,4-6-2 0,-5 9 3 0,6-2-10 16,1-7-1-16,-1 1-31 0,5 0-25 0,-3-1-43 15,1 0-30-15,-2 8-44 0,-1-9-47 0,3 0-76 16,-3 0-245-16,1 0-574 0,0-1 254 0</inkml:trace>
  <inkml:trace contextRef="#ctx0" brushRef="#br0" timeOffset="58865.61">31067 16241 106 0,'4'-6'200'0,"-4"6"0"0,6-9-3 0,-6 9 2 15,6-8-2-15,-6 8-12 0,3-7-12 0,-3 7-13 16,0 0-18-16,0 0-18 0,0 0 3 0,0 0 1 15,0 0 2-15,-23 23-2 0,9-8-16 0,-1 6 0 16,0 6-7-16,-3 1-6 0,1 0-13 16,6 5 5-16,-6 0-12 0,3 0-4 0,1 1-1 15,0 10 0-15,-1-13-10 0,5 0-17 0,2 2 10 16,0-4-11-16,0 1 6 0,0-2-7 0,3 0-6 16,-3-1-11-16,3 1 5 0,-5-3-2 0,5-6-1 15,0-2-11-15,-2 2-12 0,-2-4-13 0,-1 1-16 16,3-2-9-16,-4-1-30 0,-3-1 5 0,3-5-33 15,1-1-18-15,-5-1-34 0,2-4-41 0,2 0-50 16,10-1-54-16,-20-3-146 0,20 3-467 0,-18-13 207 16</inkml:trace>
  <inkml:trace contextRef="#ctx0" brushRef="#br0" timeOffset="59852.42">30891 16515 194 0,'11'1'189'0,"5"1"-6"0,-1 4-12 0,2 4-7 16,-1-1-10-16,0 2-4 0,5 6-4 15,-7-5-15-15,5 7 0 0,-7-3-16 0,-2 0 0 0,0-1-4 16,-2 1-12-16,-1-1-5 0,-6-5-10 16,3 2-7-16,-4-1-5 0,0-11-5 0,1 16-14 15,-1-16 9-15,-5 14 0 0,0-9-2 0,5-5-5 0,-12 5-3 16,12-5-5-16,-15 4-6 0,15-4-14 0,-14-5 11 15,14 5-5-15,-14-7-10 0,14 7 8 16,-9-9-7-16,6 3-1 0,3 6 1 0,0-15-7 16,0 15-1-16,9-18-2 0,-1 7-4 0,3-5-2 15,2 2-5-15,2-1-7 0,5-4-1 0,4 3 3 16,-2-1-4-16,1-1-3 0,-2 5-3 0,-3 3 5 16,-4-1 5-16,-2 5 1 0,-1-1 0 0,-2 2 2 15,1 1 0-15,-2 1-5 0,-8 3 1 0,0 0-2 16,12-1-2-16,-12 1 4 0,0 0 1 0,1 19-5 15,-2-9 15-15,1-10 7 0,-12 26 2 0,7-16 2 16,-1 3 3-16,2-1 0 0,-2-2-2 16,-1 6 3-16,1-4-5 0,3-2-3 0,0 2-1 15,2-3-2-15,1-9 5 0,-1 14 2 0,1-14-8 16,2 14 4-16,-2-14 2 0,7 10-4 0,-7-10 1 16,9 8-2-16,-9-8-3 0,13 3 2 0,-13-3 2 15,12-2-4-15,-12 2-5 0,16-9-10 0,-9 3 6 16,1 1-3-16,-1-3-6 0,1 0-4 0,-1-3 1 15,-1-3 3-15,-1 2-3 0,-1-4 0 0,-1-1 0 16,-1 1-5-16,3 5 0 0,-3-6 0 0,1 1 2 16,1-1 3-16,-2 7-3 0,-1-2 5 0,-1 12 0 15,1-14 6-15,-1 14 1 0,3-12-3 0,-3 12 1 16,0 0-1-16,2-9-1 0,-2 9 2 0,19 2 2 16,-19-2-1-16,18 11 0 0,-2 0 7 0,-7-1-4 15,2 4 2-15,-5-4 1 0,3 8-9 0,-5-6 10 16,4 4 7-16,-3 0-3 0,0-2 8 0,-5 0-14 15,0-5 14-15,1 2 0 0,-1-2-4 0,0-9 3 16,0 13-16-16,0-13 16 0,0 0 5 0,-2 14 14 16,2-14 12-16,0 0 7 0,0 0 10 0,-1 11-4 15,1-11-7-15,0 0-4 0,0 0-7 0,0 0-2 16,0 0-13-16,0 0 4 0,-12-27-5 0,12 27 2 16,3-18-4-16,-1 6-10 0,5 0 0 0,-2-2-2 15,2-3 0-15,4 2-3 0,3-1-6 0,-1 0-19 16,0 2 20-16,3-1-11 0,2 4 8 15,-3 1-1-15,3 4-2 0,-6 1-4 0,1 4 4 16,0 1-3-16,1 3-10 0,-3 2 16 0,3 3-4 16,-3 1 6-16,-4-1-6 0,-1 3-14 0,-1 0 14 0,-1 2-5 15,4-4 4-15,-5 1 8 0,3 1-5 0,-5 0-4 16,-1-11 8-16,2 17-2 0,-2-11 5 16,0-6-4-16,2 10 2 0,-2-10-1 0,0 0 5 15,1 9-1-15,-1-9 12 0,0 0-9 0,0 0 0 16,0 0 0-16,0 0-3 0,0 0 0 0,0 0-3 15,0 0-3-15,23-16 5 0,-15 7-4 0,3 2 5 16,2-5-9-16,3 3 6 0,-3-1-10 0,5 1 0 16,-4 0-3-16,3 3 6 0,-1-3-2 0,-5 5 0 15,0 1-3-15,-1 2-4 0,-2 2-6 0,-8-1 9 16,17 7 2-16,-12-1 4 0,0 1-3 0,-1 3 7 16,-4-1-8-16,2 4 7 0,-3-1 0 0,-1 1 3 15,-2 5-5-15,-1-3-19 0,-1 2-21 0,1 1-40 16,0-2-22-16,-2-1-24 0,-1 0-55 0,-1 1-66 15,-4-1-237-15,3-3-528 0,-4 0 234 0</inkml:trace>
  <inkml:trace contextRef="#ctx0" brushRef="#br0" timeOffset="60799.24">4664 16392 208 0,'0'-6'211'16,"0"6"-15"-16,-1-11-22 0,1 11-16 15,0 0-20-15,0 0-5 0,0 0 0 0,0 0-2 0,1 28-6 16,-1-1-9-16,-4 5 24 0,-1 3-7 0,-1 2-11 15,-2 9-10-15,-3-13-8 0,-2 15-9 0,4-16-4 16,-2 0-12-16,-1 1-4 0,3-5-10 0,0 1-6 16,0-1-8-16,3-3-3 0,1-6 0 15,-2 0-22-15,2-2-23 0,1-1-21 0,2-1-27 16,-1-3-31-16,2-2-37 0,1-10-44 0,-7 13-57 16,2-7-179-16,5-6-424 0,-12 7 189 0</inkml:trace>
  <inkml:trace contextRef="#ctx0" brushRef="#br0" timeOffset="61403.07">4524 16661 103 0,'15'-10'129'0,"3"-1"-12"0,1-1-10 0,-2 2 10 15,0-2-4-15,-1 0-7 0,2 1-6 0,-3-2 1 16,0 0 4-16,-2 0-7 0,0 0-5 0,-2-2-6 15,0 0 0-15,-1 0-2 0,-1 0-6 0,-1 2 1 16,-3-4-9-16,1 3-11 0,-1 4 1 16,-2-2 1-16,-1 4 4 0,-2 8-4 0,4-13-7 15,-4 13-11-15,3-9-4 0,-3 9-10 0,0 0 0 16,0 0-7-16,0 0 8 0,0 0-7 0,2 42 9 16,-6-23-1-16,1 10-4 0,-3-1 6 0,0 1-5 0,1 2 2 15,-1-3-3-15,-1 0-2 0,3-2-4 16,-2 1-2-16,0-3 2 0,1 1-1 0,1-6-5 15,-2-4-1-15,3 1 1 0,-1-5-5 0,2 1 2 16,0-2 0-16,2-10-3 0,-5 13 2 0,5-13-3 16,-1 9-1-16,1-9 4 0,-3 9-2 0,3-9-1 15,0 0-1-15,0 0 0 0,0 0-1 0,0 0 1 16,27-10-2-16,-16 6-6 0,1-2 3 0,3-2-9 16,3 2 6-16,-6 3-1 0,2 1 2 0,-1 0-4 15,-13 2 3-15,24 2-3 0,-11 1 5 0,1-1-3 16,6 2 1-16,-2-2-2 0,2 3 2 0,0 0 1 15,-3-1 1-15,3 0 1 0,-1-4-1 16,2 3 3-16,0-3 1 0,-2 0-4 0,3-2 4 0,-3 1-4 16,-2-5-4-16,-3 2 7 0,1-3-4 0,-3 0 1 15,0 2 4-15,-1-4-3 0,-1 1 2 0,-4 0 9 16,1-1 4-16,-2-2-2 0,-3 1-2 0,1-2 1 16,-2 1 0-16,-2 0-5 0,-2-2-2 0,1 2-2 15,-1 1 0-15,-1 1 1 0,4 9-9 16,-9-10 6-16,2 6-2 0,7 4-2 0,-12-2 2 0,12 2-10 15,-18 10 11-15,11-2 1 0,-4 0-3 16,5 3 0-16,0 3 1 0,2-1-2 0,1 4 6 16,3-6-7-16,3 4-21 0,1 1-33 0,1 0-36 15,2-2-40-15,-2-4-42 0,8 2-45 0,3-1-179 16,0-1-428-16,5-3 190 0</inkml:trace>
  <inkml:trace contextRef="#ctx0" brushRef="#br0" timeOffset="64613.2">7044 17007 67 0,'-3'5'260'0,"3"-5"-16"15,0 0-20-15,0 0-26 0,0 0-17 0,0 0-19 16,0 0-20-16,0 0-18 0,0 0-29 15,0 0-30-15,0 0-28 0,0 0-27 0,0 0-35 16,0 0-59-16,0 0-68 0,0 0-106 0,0 0-280 16,0 0 124-16</inkml:trace>
  <inkml:trace contextRef="#ctx0" brushRef="#br0" timeOffset="68716.35">5840 16977 161 0,'0'0'150'16,"0"0"-19"-16,10-14-13 0,1 5-11 0,6 0 2 15,5-6-13-15,-4 5-6 0,6-4-11 0,3 1 0 16,1-1-1-16,-1-2-11 0,-3 4 2 0,1-4-6 16,-1 2 1-16,-1-1-8 0,-9 4-5 0,2-3-4 15,-1 4-1-15,-1-3-1 0,-7 6-1 0,-2-4-5 16,2 2-4-16,-2 2 7 0,-1 2-3 0,-3-3-2 15,-1 8-4-15,0-11-1 0,0 11-2 0,-6-12-6 16,-1 7-4-16,0 2-1 0,-7 0 3 0,2 1-7 16,-8 4-1-16,2 2-5 0,-3 1 5 0,-4 3 0 15,0 6 4-15,1 0 5 0,1 2-1 0,-1 4-3 16,5-1 0-16,2 2 0 0,8-4 0 0,-2-1 3 16,2 7 2-16,5-4-4 0,3-2-3 0,1-1 2 15,2 0-7-15,3 1 5 0,8-2 2 0,1-3 20 16,4 1-3-16,6-3-9 0,6 0-5 0,0-6-11 15,2 1-3-15,-1-2-12 0,5-5-9 0,-2 1 5 16,-2-1-3-16,1-2-3 0,-2-3-1 0,-2-1 5 16,1 2-1-16,-5-4-1 0,0 1 1 15,-6 1 6-15,-1-2-1 0,-2 0-4 0,0-3 3 0,-4 1 3 16,-1 0 0-16,-4 1-2 0,1 0 5 0,-4 1-3 16,-4-3 4-16,-1 2 0 0,-3 0-1 15,-1 0 3-15,-3 0 2 0,2 1 1 0,-2 2 2 16,-2 2 6-16,0-1-4 0,-2 6-1 0,12 1 3 0,-27 1 3 15,9 3 7-15,3 4 5 0,-4 1-1 16,1 1 4-16,4 4-4 0,-2 1-4 0,4 0 1 16,3 0-3-16,0-2-1 0,2-1-2 0,4-1-8 15,1 1 2-15,2-2 2 0,2-2-2 0,0 3-1 16,1-6-4-16,0 2 4 0,3-2-2 0,0-2 3 16,0-1-5-16,6 1-6 0,-12-3 8 0,18 1 1 15,-18-1-3-15,22-3-5 0,-13 0 2 0,2 1 4 16,-11 2-2-16,14-5 0 0,-5 0 0 0,-9 5-1 15,13-5 4-15,-13 5-3 0,7-6-1 0,-7 6-2 16,8-3-3-16,-8 3-2 0,0 0-8 0,0 0 7 16,0 0 5-16,9 14 9 0,-9 1 2 0,-8 10 7 15,3 2-2-15,-2 3 3 0,-5 2 1 0,-3 14-6 16,3-12 6-16,1 0 0 0,1-2-1 0,2 0 0 16,-4-3 1-16,3-2-2 0,0-4-3 0,3-4 1 15,-2-2-4-15,3-5 1 0,0-1 0 16,1 0-4-16,0-2 0 0,3-1 1 0,1-8 1 0,-4 9 1 15,4-9-1-15,0 0-4 0,0 0 1 0,0 0 2 16,0 0 0-16,0 0-7 0,0 0-1 0,30-22 6 16,-11 3-6-16,3 0 3 0,1-3-11 0,2-4-5 15,1 2-4-15,10-13-6 0,-2 0-3 0,-10 11-1 16,7-13-2-16,0 1 1 0,-8 11 7 16,4-13-2-16,-7 12 1 0,-1-2 3 0,2-1 1 15,-6 1 0-15,3 2 6 0,-5 3 2 0,-3 2-1 16,-1 7 0-16,-3 1 7 0,-2 4 6 0,-1 1-3 15,-3 10 5-15,7-16 6 0,-7 16 4 0,0 0 0 16,5-14-6-16,-5 14-1 0,0 0-5 0,3-9 0 16,-3 9-1-16,0 0 3 0,0 0 2 0,0 0 7 15,0 0 1-15,0 0 5 0,-20 55-2 0,12-37 1 16,4 2-7-16,0-2 3 0,0 1 1 0,-1-2-2 16,3-1 5-16,0 0-1 0,2 0-3 0,0-16-4 15,3 22 3-15,1-12-3 0,-4-10-2 0,7 14 0 16,-1-8-1-16,-6-6 3 0,10 12-6 0,0-7 0 15,-10-5-12-15,15 2 7 0,-15-2 12 0,23 0-2 16,-23 0-3-16,21-8-4 0,-11 3 7 0,0-1-6 16,0-1 5-16,-1 1-1 0,0-2-4 0,0-1 5 15,0 1-7-15,-1-2 4 0,2-2 2 16,-1 1-6-16,-9 11 2 0,12-25-2 0,-9 14 3 16,-3 11 1-16,6-20-7 0,-6 20 2 0,6-12-1 15,-6 12 1-15,0 0-5 0,7-12-4 0,-7 12-14 16,0 0 15-16,0 0 2 0,0 0 3 0,0 0-3 0,0 0 0 15,8 33 5-15,-8-33-8 0,3 21 3 0,-2-10 0 16,-1-11 0-16,7 21 4 0,-5-13-5 0,4 1 5 16,1 0 1-16,-7-9-12 0,11 13 13 15,-4-8-3-15,-7-5 1 0,18 8 5 0,-8-6-7 16,-10-2 8-16,19 3-1 0,-19-3 1 0,22-3-5 16,-22 3 9-16,22-6-6 0,-11 1 1 0,-1 0 3 15,0-3-3-15,-10 8 1 0,17-11 1 0,-11 3-9 16,1 0 6-16,-7 8 1 0,12-18-2 0,-12 18 4 15,8-19-4-15,-5 7 0 0,-3 12-1 0,2-21 1 16,-2 21-12-16,0 0 8 0,2-17 2 0,-2 17 1 16,0 0-7-16,1-13 0 0,-1 13 1 0,0 0-3 15,0 0-11-15,0 0 15 0,0 0 3 0,0 0-1 16,0 0-4-16,-8 45-8 0,8-45 12 0,-1 21-2 16,1-9 1-16,0-12 0 0,2 24-10 0,0-13-12 15,-2-11-22-15,6 22-17 0,1-12-19 0,-1 1-20 16,3-3-46-16,-9-8-38 0,15 13-36 0,-5-9-205 15,-10-4-464-15,15 5 206 0</inkml:trace>
  <inkml:trace contextRef="#ctx0" brushRef="#br0" timeOffset="68886.09">7216 16606 9 0,'-6'-12'195'16,"6"12"-14"-16,0 0-17 0,0 0-20 0,0 0-21 16,0 0-30-16,0 0-37 0,0 0-50 0,0 0-58 15,0 0-102-15,0 0-165 0,27 32 73 0</inkml:trace>
  <inkml:trace contextRef="#ctx0" brushRef="#br0" timeOffset="69330.48">7386 16815 50 0,'0'0'207'0,"0"0"-21"0,0-12-17 16,0 12-19-16,0 0-13 0,0 0-1 0,0 0 6 16,0 0-6-16,0 0-8 0,26 26 2 0,-20-12-4 15,-1 4-12-15,4 6-6 0,0-1-11 0,-2 2-4 16,-2-6-9-16,-3 0-5 0,4-1-3 0,-5 1-6 16,3-3-2-16,-1-1-6 0,0-2 2 0,-1-4-8 15,1 1 4-15,0-4-8 0,-3 0 0 0,0-6 7 16,3 10 5-16,-3-10 9 0,0 5 1 0,0-5-2 15,0 0 1-15,0 0-16 0,0 0-6 0,0 0-5 16,11-15 3-16,-7 5-14 0,2 0-1 16,0-4-6-16,-1-1 0 0,3 0-2 0,0-4-4 15,2-4 1-15,-1-2-10 0,0 0-9 0,4 4 1 0,-2-6-27 16,2 5 9-16,0-1-2 0,-3 7-16 0,1 0-9 16,-2 3-16-16,-1 3-24 0,1 3-31 0,-4 4-26 15,-5 3-19-15,12-6-13 0,-12 6-26 0,0 0-30 16,20 10-15-16,-15-6-123 0,0 5-394 15,2 0 174-15</inkml:trace>
  <inkml:trace contextRef="#ctx0" brushRef="#br0" timeOffset="70166.64">7927 16865 78 0,'0'0'205'15,"0"0"-1"-15,0 0-13 0,-12-14-10 0,12 14-12 16,-15 0-4-16,15 0-6 0,-24 9-5 0,7-3 1 15,1 7-9-15,-7 5-9 0,1 1-7 0,3 0-14 16,1 2-10-16,0-1-12 0,3 1-6 0,4-7-6 16,3 1-13-16,1 2-3 0,2-6-10 0,0 0-3 15,5-2-10-15,-2 1 2 0,1-1-3 0,1-9-3 16,5 10-2-16,-1-7-5 0,3-2-2 0,0 0-2 16,-7-1-3-16,23-6-2 0,-11 3-3 15,-1-1-1-15,3-4 2 0,0-3-6 0,-3 2 0 16,0 0-1-16,1-2-3 0,-1-2-1 0,-1 3-2 0,2-5 1 15,-6 5-7-15,2-5 5 0,-2 2 2 0,-1 1-6 16,-1 0 5-16,1 2-5 0,-1-1 3 0,-2 4-3 16,-2 7 2-16,3-11 0 0,-3 11-6 0,4-10-3 15,-4 10-1-15,0 0 2 0,0 0 1 16,0 0-4-16,0 0-3 0,0 0 5 0,0 0 3 16,-4 28-4-16,3-16 2 0,1-3-10 0,-1 3 16 15,1-1-3-15,-1 0-2 0,1-2 4 0,1 1-3 16,0-1 2-16,0 1-1 0,3-2-9 0,-1-2 13 0,2-1 1 15,0-2-1-15,0 1-1 0,3-1 5 0,3-2-2 16,1-2-4-16,-1-2 4 0,5-1-3 0,-2-2 1 16,3-3-2-16,-2 2 4 0,1-4-3 15,1 2 1-15,-3-3-2 0,0-2 6 0,0 0-3 16,-1-1-3-16,1-7 3 0,-7 4 0 0,4-5 0 16,-1-1-9-16,-4 5 10 0,1-6 2 0,-3 1 1 15,-1-2-5-15,0 3 3 0,-3-1-1 0,0 7-1 16,-1-2-2-16,-2 2-2 0,1 1 6 0,-1 4-1 15,3 3 5-15,-3-1-8 0,3 10 4 0,0 0-5 16,2-17-2-16,-2 17-5 0,0 0 1 0,0 0 1 16,0 0 1-16,0 0-2 0,1 63 0 0,-2-33 6 15,1 0-3-15,-4 5 5 0,5-2 4 0,-3 3 6 16,-1-2 5-16,0-2-4 0,2-3-1 0,0-1-3 16,1 2 6-16,0-11-2 0,0 5-3 0,0-5 3 15,2-3 1-15,1-1-4 0,-3-3 0 0,3 0-4 16,0-1 2-16,0-3-1 0,1 1 1 0,1-3 1 15,2-2-4-15,0 0 0 0,-7-4 1 0,17 3-2 16,-17-3 5-16,23-7-5 0,-12 3-2 16,4-5 4-16,2-1-2 0,0-3-3 0,4-5-10 0,2 0 3 15,-3-1-4-15,-1 0-4 0,-4-3 0 0,2 0 3 16,-4-2-8-16,-2 7 0 0,-5-1-9 0,1 1 10 16,-3 7 6-16,-2 0-1 0,-1-1 4 0,-1 11-2 15,2-8 1-15,-2 8-5 0,0 0 3 16,0 0 2-16,0 0 1 0,0 0 5 0,-40 21 5 15,20-4 2-15,3 3 3 0,0 0-4 0,7-2 6 16,1-2-6-16,-1 1-2 0,5-2-4 0,2 3-18 16,1-2-10-16,0-4-16 0,2 0-19 0,2 4-14 15,-1-4-21-15,6 0-27 0,0-4-27 0,1 1-24 0,-2-4-21 16,1 0-14-16,3-1-3 0,-3 2-139 16,-7-6-382-16,13 3 169 0</inkml:trace>
  <inkml:trace contextRef="#ctx0" brushRef="#br0" timeOffset="70497.42">8459 17106 619 0,'6'-11'-52'0,"0"2"14"15,1 0 14-15,-1-1 32 0,2 1 10 0,-3 2 22 16,-1-3 9-16,-4 10 22 0,8-7 8 0,-8 7-8 16,5-9 14-16,-5 9 14 0,0 0 18 0,0 0 7 15,0 0 7-15,0 0 5 0,0 0-7 0,2 23-15 16,-2-13 0-16,-5 2-3 0,3-3-4 0,-2 1-8 16,1 0-9-16,2 0-5 0,-2-3-10 0,1 3-5 15,0-4-5-15,2-6-1 0,-4 11-6 0,4-11 9 16,-3 8 1-16,3-8 3 0,-4 5 6 0,4-5-2 15,0 0-7-15,0 0-7 0,0 0 1 0,0 0-7 16,0 0-7-16,0 0-4 0,11-29-6 0,-4 18-4 16,2-3-3-16,2-1-6 0,-2 1-2 0,3-2-17 15,6-5 10-15,-4 0-4 0,5 0-6 0,1 2 2 16,-6 5-18-16,2 2 18 0,-2 3-3 16,-4 3 1-16,1-1-6 0,1 2-1 0,-3 4-13 0,-9 1 12 15,16 4 1-15,-6 1 2 0,-3 3 0 0,-1-1-2 16,-3 5 2-16,1-2-4 0,0 3 8 15,-4-3-17-15,2 6 4 0,0 0-17 0,-1 0-35 0,1 1-32 16,1-5-39-16,2 4-48 0,-2-5-67 0,0 0-230 16,-1-1-515-16,3-1 229 0</inkml:trace>
  <inkml:trace contextRef="#ctx0" brushRef="#br0" timeOffset="70783.32">8951 16762 104 0,'1'-10'246'16,"-1"-1"-5"-16,0 11-18 0,0-11-21 0,0 11-25 15,0 0-11-15,0 0 1 0,0 0-5 0,0 0-3 16,0 0-2-16,0 0-9 0,1 56 5 0,-1-27 2 16,-1-3-8-16,-2 6-12 0,-3-3-8 0,0 2-3 15,2-1-2-15,-3 0-14 0,1-2-5 0,0-1-14 16,-1-1-4-16,3-6-10 0,2 1-9 0,-2-4-4 15,1 0-10-15,1 1-4 0,0-8-10 16,2 2-20-16,0-4-17 0,3 1-15 0,-2-4-21 16,3 0-32-16,1 0-12 0,1 0-27 0,2-4-26 0,-8-1-20 15,17 0-33-15,-17 0-26 0,18-6-33 0,-10 0-196 16,-1-1-476-16,1 0 211 0</inkml:trace>
  <inkml:trace contextRef="#ctx0" brushRef="#br0" timeOffset="70931.19">8832 16881 7 0,'-13'-4'198'16,"2"0"-5"-16,0 1-11 0,11 3-12 0,-14-2-14 15,14 2-15-15,0 0-8 0,0 0-12 0,0 0-13 16,0 0-7-16,0 0-11 0,0 0-11 0,45 5-29 16,-14-1-30-16,6-4-53 0,16 0-79 0,2 2-156 0,4-2-289 15,-1 2 127-15</inkml:trace>
  <inkml:trace contextRef="#ctx0" brushRef="#br0" timeOffset="71332.2">9821 16948 143 0,'-10'-3'246'0,"-3"5"-10"0,-2 2-14 15,-2 3-19-15,0 2 2 0,1 5-13 0,-5 3-15 16,5 2-16-16,3-2-16 0,-1 4-16 0,2 1-8 16,5-4-13-16,2 2-12 0,5-4-7 0,0 1-5 15,5-2-8-15,4 2-6 0,2-2-8 0,3-1-7 16,3-1-4-16,1-2-7 0,1 0-23 0,0-3-7 16,0 1-28-16,0-4-14 0,2 0-25 0,-3-1-32 15,0-3-11-15,-5 0-20 0,0-2-29 0,0 0-16 16,1-1-23-16,-2-4-8 0,-1 3-121 0,-1-2-339 15,-2 0 150-15</inkml:trace>
  <inkml:trace contextRef="#ctx0" brushRef="#br0" timeOffset="71563.37">10080 16930 132 0,'4'-21'220'0,"-4"21"0"0,4-11-13 15,-4 11-21-15,0 0-20 0,1-13-14 0,-1 13-7 16,0 0 4-16,0 0 9 0,0 0-4 0,0 0-5 15,-2 45-9-15,-3-19-7 0,1-2-7 0,-1 1-8 16,-3 3-6-16,3-3-10 0,-4 1-6 0,4-2-11 16,-4 2-10-16,2 1-1 0,4-8-12 0,-2 0-6 15,1 1-2-15,0-4-8 0,-1 3-19 16,1-4-23-16,-1 2-22 0,2-6-28 0,-3 4-28 16,2-5-36-16,0-1-42 0,2-2-41 0,-3 2-50 15,1-3-176-15,4-6-454 0,-8 9 202 0</inkml:trace>
  <inkml:trace contextRef="#ctx0" brushRef="#br0" timeOffset="71862.92">10252 16975 125 0,'0'0'221'15,"0"0"-2"-15,0 0-13 0,0 0-12 0,0 0-17 16,-39 27-15-16,23-17-15 0,0 3-16 0,-7 3-10 15,0 0-11-15,0-1-13 0,7-4-11 0,-1 1-6 16,2-1-8-16,2-4-7 0,4 0-12 0,1-1 1 16,2-2-11-16,1 0 2 0,0-1-5 0,5-3-2 15,0 0-2-15,0 0-7 0,-8 7 1 0,8-7-7 16,0 0-3-16,0 0-3 0,0 0-3 0,39-14 0 16,-24 11-5-16,-4 3 4 0,5 0-4 0,-5 2-1 15,7 2 1-15,-6 0-3 0,-1 3 1 16,6 1-12-16,-6 3 10 0,3-1 0 0,-2 4-16 15,-1-4-20-15,3 2-29 0,-2-1-54 0,2-1-46 16,-5-2-234-16,0-1-425 0,3-4 188 0</inkml:trace>
  <inkml:trace contextRef="#ctx0" brushRef="#br0" timeOffset="72162.7">10538 16937 67 0,'1'-10'258'16,"1"1"-1"-16,-2 9-12 0,0-14-20 0,0 14-23 16,0 0-21-16,1-11-20 0,-1 11-12 0,0 0-2 15,0 0-1-15,0 0-3 0,2 36-21 0,-4-17 13 16,1 6-8-16,-3 2-4 0,-1 0-3 0,2-1 2 16,0 2-4-16,-2 0 1 0,0-2-15 0,3-5-7 15,-2-2-8-15,1 0-7 0,3-2-3 0,-2 1-6 16,0-5-3-16,2-1-12 0,2-2-10 0,-1 0-2 15,-1-3-6-15,1 0-4 0,2-1-3 0,-1 0 0 16,-2-6 1-16,8 9-6 0,-4-3-5 0,0-4-21 16,2 0-24-16,-6-2-28 0,12 3-36 15,-2-3-42-15,0-3-30 0,-10 3-38 0,23-8-58 16,-13 2-50-16,-1 0-187 0,1-3-532 0,-3 0 236 16</inkml:trace>
  <inkml:trace contextRef="#ctx0" brushRef="#br0" timeOffset="72331.28">10399 17048 212 0,'0'0'200'0,"-8"0"-5"0,8 0-9 16,0 0-19-16,0 0-10 0,0 0-16 0,45 4-14 16,-16-2-12-16,2 1-13 0,2-2-17 0,-2 1-38 15,4 3-43-15,0-4-45 0,2 3-52 0,0-2-49 16,-3 2-102-16,-4 0-264 0,-10 0 117 0</inkml:trace>
  <inkml:trace contextRef="#ctx0" brushRef="#br0" timeOffset="72473.11">10935 17161 186 0,'0'0'210'0,"6"7"-1"0,-6-7 7 0,0 5-15 16,0-5 7-16,0 0-8 0,0 0-6 0,0 0-4 16,0 0-9-16,0 0-19 0,0 0-14 0,0 0-18 15,-2 16-17-15,2-16-19 0,0 0-29 0,0 0-22 16,0 0-31-16,7 5-36 0,-7-5-55 0,0 0-73 15,0 0-95-15,0 0-130 0,0 0-409 16,0 0 182-16</inkml:trace>
  <inkml:trace contextRef="#ctx0" brushRef="#br0" timeOffset="84362.83">22789 4733 120 0,'-7'-4'119'0,"1"2"8"0,6 2 4 0,-14-6-5 15,7 3 0-15,1 0-4 0,6 3-10 0,-14-5 0 16,5 1-15-16,4 2 0 0,5 2-10 0,-15-6 4 16,8 6-5-16,1-3-18 0,6 3 0 0,-9-2-1 15,9 2-8-15,-8-2-3 0,8 2-3 0,0 0-7 16,0 0-1-16,0 0-8 0,0 0-4 0,0 0-7 16,27-3 2-16,-8 3-7 0,0 0-2 0,10-1 1 15,-1 1-1-15,-2 0-3 0,-3-2-3 0,-1 0 3 16,-3 2 1-16,2-1 1 0,0 2-8 0,-3-2-2 15,1 1-4-15,-6 0 6 0,0 0-1 0,-3 1-5 16,-2-1 1-16,-2 2 2 0,-6-2-3 16,13-3-1-16,-13 3 2 0,8-1-2 0,-8 1-3 0,0 0 1 15,0 0 7-15,13 1-9 0,-13-1-1 0,6 1 0 16,-6-1 1-16,0 0 2 0,0 0 2 0,0 0 6 16,-6 13 7-16,-2-4-3 0,-4 4 4 0,0 3-1 15,-5 1 0-15,-5 4-6 0,2 0 6 0,-2-1-6 16,-1 1 5-16,3-2-3 0,0-2 0 0,1 2-1 15,-2-3 1-15,7-3-1 0,-1 0 3 0,0-3-2 16,4 2-1-16,-1-4 2 0,2 1-1 0,1-3-5 16,0 0 0-16,4-1 0 0,-1 0 0 0,2-1 1 15,4-4-3-15,-7 6 1 0,7-6 3 0,-6 5-6 16,6-5 1-16,0 0 0 0,0 0-1 0,0 0 4 16,13 10-3-16,-3-8 0 0,3 0 2 0,6-2-2 15,1 2 3-15,12-1-3 0,-2 0-3 0,-7-1-18 16,6 4-12-16,-2-2-19 0,0 0-13 0,-6-2-8 15,6 1-35-15,1 1-34 0,-6-1-16 0,-3 0-14 16,2 1-27-16,-2 1-99 0,-6-1-317 0,3-1 140 16</inkml:trace>
  <inkml:trace contextRef="#ctx0" brushRef="#br0" timeOffset="84581.31">23240 4968 141 0,'0'0'205'0,"1"-8"-11"15,-1 8-15-15,0 0-12 0,0 0-19 16,0 0-6-16,0 0-7 0,0 0 8 0,0 0-13 16,0 0-5-16,-9 23-7 0,5-13 5 0,0 2-10 15,-1-2-10-15,1 3-6 0,-2-3-14 0,0 2-6 16,-1-1-6-16,3 1-9 0,-2 3-4 0,2-3-6 16,2 3-8-16,0-2-36 0,1-2-28 0,0 1-28 15,2 0-48-15,-1-12-47 0,1 17-44 0,2-8-184 16,2 1-402-16,0-7 179 0</inkml:trace>
  <inkml:trace contextRef="#ctx0" brushRef="#br0" timeOffset="93829.51">23995 4827 97 0,'-8'-7'105'0,"8"7"-2"0,-7-6-11 15,0 2 8-15,1 2-15 0,-2-1 5 0,-1 0-17 0,-2 2 7 16,-1-1-10-16,1 1 0 0,-3 2 3 0,1-1-16 15,-5 2 2-15,-2 0-7 0,0 3 3 0,0-2-11 16,2 4 5-16,-1-1-3 0,-1-2-1 0,3 2 3 16,-1 2-9-16,6-3 1 0,0 1-10 15,1 2 3-15,-1 1-9 0,-1 3 1 0,3-3-2 0,3 2-2 16,-4 1 0-16,6-2 0 0,0 1-6 0,-2 0-2 16,5 0 2-16,-2 0-4 0,4 0-8 15,0-1 5-15,1 3 7 0,0-4-2 0,6 1-1 16,0 0-2-16,1-4 1 0,7 4 0 0,-4-4 5 15,1 0-11-15,1-1 4 0,6 0-1 0,-1-2 3 16,0-2-1-16,0 0 0 0,2-3-5 0,0 0 4 16,-4-3-1-16,2 0-3 0,-5 1 7 0,0 1-1 15,-1-8-9-15,-1 5-2 0,-1 1 5 0,-2-3-2 16,1 0 0-16,-4-2 1 0,1 0-6 0,-1-2 5 16,-2 0 3-16,1-2 2 0,-2 0 3 0,1-2 4 0,-2 2-7 15,-1 0 5-15,0 4 7 0,1 3 0 0,-1-3 0 16,0 10 0-16,-1-12 0 0,1 12-1 0,0-9-3 15,0 9-5-15,0 0-9 0,1-8 1 0,-1 8-1 16,0 0 2-16,0 0-2 0,0 0 0 16,7 26 1-16,-6-16-1 0,1 3 4 0,2 3-5 15,-3-1 2-15,3 1 4 0,-1 1-7 0,1 0 2 0,1-3 1 16,-1 3 1-16,2-2 2 0,-3 0-6 0,0-2-11 16,3-1-14-16,-1-1-25 0,1 1-28 0,-1-2-29 15,2 1-36-15,-2-4-1 0,1 1-20 0,-2-1-100 16,1-3-285-16,1 1 126 0</inkml:trace>
  <inkml:trace contextRef="#ctx0" brushRef="#br0" timeOffset="94198.79">24208 4932 33 0,'0'0'104'0,"0"0"8"0,0 0 15 16,0 0 1-16,6 19-10 0,-8-10-13 0,1 2 0 0,0 0-12 15,-2-1-15-15,1 0 8 0,0-1-9 0,0 1-7 16,0-3 0-16,1-1-8 0,-1 1-5 0,2-7-1 16,-3 10-3-16,3-10 1 0,-4 10 5 15,4-10 9-15,-1 6 11 0,1-6-3 0,0 0-12 16,0 0 2-16,0 0-9 0,0 0-6 0,0 0-6 16,0 0-2-16,0 0-7 0,-5-24-2 0,5 14-6 15,3-2-8-15,3-4 5 0,-1-1-9 0,3 0 1 16,-1 0-7-16,2 1-2 0,4 1-4 0,-1 2 0 15,-2 4-6-15,1-4 5 0,-2 7-3 0,3-2-1 16,-2 4-1-16,-2 0-4 0,-1 6 1 0,3 0-1 16,1 1 2-16,-2 2 2 0,-1 2-2 0,2 3 4 0,-3 0-2 15,3 3-4-15,0 1 4 0,-4 0 1 0,1 1-5 16,1-1 2-16,-2 2-20 0,0-1-15 0,-3-3-24 16,1 4-27-16,0-4-35 0,0-2-21 15,2 3-29-15,-2-4-106 0,1 2-305 0,2-5 134 16</inkml:trace>
  <inkml:trace contextRef="#ctx0" brushRef="#br0" timeOffset="94616.51">24723 4870 150 0,'-10'-7'147'0,"0"0"-11"15,-3 2 1-15,1 3-5 0,0 0-8 0,-2 4-11 16,-3 2-5-16,1 3-5 0,-1 2-13 0,2 4-1 0,-5 4-4 15,5-5-4-15,1 4-5 0,4-2-12 16,0-1-5-16,-1 2-6 0,9-5-1 0,-1 3-9 16,2-3-3-16,1 2-2 0,4-3-5 0,-2-1-2 15,4 1-4-15,1-1 2 0,1-1-2 0,3-3-4 16,2-2-3-16,1 0 1 0,4-2-3 0,0-2 1 16,1 1-7-16,-2-6 0 0,2 4 3 0,-3-5-4 15,0-1 1-15,-3-3 2 0,1 1-5 0,-3-4 2 16,-3-1 5-16,0-2-7 0,1 2-2 0,-2-9 5 15,-3 6 0-15,0-7-4 0,0 0 1 0,-3 0 2 16,-2-2 2-16,2 3 14 0,-2-2-2 0,-2 7 0 16,1 1 5-16,1 2-1 0,1 1-2 0,-2 5 5 15,2 4-5-15,0 7 0 0,0-12-12 0,0 12-4 16,0 0-3-16,0 0 0 0,0 0-4 0,0 0-1 16,-5 29 1-16,4-4 0 0,-3 1 1 0,1 4 0 15,-2 1 3-15,1-3-1 0,1 3-2 0,0 0 1 16,2-1-1-16,1 0-4 0,0-2-15 0,2 0-12 15,2-1-19-15,-1 0-20 0,-2-2-48 0,3-1-62 16,-2 2-29-16,-2-1-141 0,2-7-373 0,-4 1 165 16</inkml:trace>
  <inkml:trace contextRef="#ctx0" brushRef="#br0" timeOffset="95279.55">23291 5312 16 0,'-4'5'17'0,"1"-1"0"0,3-4-8 16,-5 13 4-16,3-7-2 0,0 1 2 0,0-1-3 16,2-6-1-16,-4 13-3 0,0-6-4 15,2 2 7-15,1-2-6 0,-1 0-1 0,2-7 2 16,0 14-3-16</inkml:trace>
  <inkml:trace contextRef="#ctx0" brushRef="#br0" timeOffset="97167.05">25244 4806 48 0,'0'0'158'0,"0"0"-5"0,0 0-18 0,-7-5-12 16,7 5-16-16,0 0-6 0,0 0-12 16,0 0-4-16,22-5-10 0,-13 4-5 0,7-2-10 15,-3 2-3-15,1-1-6 0,3 2-7 0,-2 0-6 16,-3 0-1-16,2 0-5 0,-5 0-6 0,2 0-3 0,-3 2 2 15,-2-1-5-15,-6-1-1 0,11 1 2 0,-5 1-5 16,-6-2-3-16,8 6-2 0,-6-1 2 16,-2-5-3-16,-1 13 12 0,-2-4 9 0,-5 7-4 15,-5 6 1-15,-3 1-7 0,-1 2 0 0,0-2 0 16,-2 1-2-16,-2 2 0 0,3-4-3 0,-2-2 0 0,2 1 1 16,6-6-3-16,0 1 2 0,0-5-8 15,3-1 3-15,2-1 7 0,-1 1-13 0,1-3-2 16,0-1 2-16,3-1 5 0,-1-1-5 0,5-4 3 15,-5 8 1-15,5-8 10 0,-4 5 4 0,4-5-3 16,0 0-4-16,-2 7 0 0,2-7 1 0,0 0-6 16,0 0 6-16,16 3-8 0,-5-3 0 0,0 0-9 0,3 2-14 15,4-4-14-15,0 6-25 0,2-4-30 16,0 0-10-16,1 2-34 0,6-2-10 0,-5 0-27 16,-3 0-84-16,0 1-269 0,0-2 118 0</inkml:trace>
  <inkml:trace contextRef="#ctx0" brushRef="#br0" timeOffset="97434.79">25707 5033 118 0,'2'10'135'0,"-2"2"-4"15,-2 0-11-15,-3 3-13 0,0 2-7 0,-4-3 2 16,0 0-10-16,-2-2-6 0,2 2-9 0,-4-4-4 15,-1 1 7-15,5-3-3 0,-2-1-4 16,1 1-2-16,4-4 5 0,0-1 5 0,6-3-5 16,-7 6 4-16,5-2-12 0,2-4-7 0,-8 4-9 0,8-4-5 15,0 0-6-15,-4 5-2 0,4-5-5 16,0 0-1-16,0 0-6 0,0 0-10 0,16 2-17 16,-5-2-19-16,10 0-23 0,-2 0-39 0,13-4-51 15,-3 3-185-15,0-1-344 0,1-1 153 0</inkml:trace>
  <inkml:trace contextRef="#ctx0" brushRef="#br0" timeOffset="98464.35">26262 5238 112 0,'8'-10'206'0,"1"0"-17"0,3-4 2 0,1-1-12 15,5-4-9-15,-7 5-14 0,7-5-34 0,-2-1-11 16,0 4 3-16,1-6-13 0,-1 2-4 0,-5 3-3 16,5-4-8-16,-5-2-9 0,-2 4-4 0,1-3 2 15,-4 6-5-15,1 2-5 0,-5 2-1 0,2 1-3 16,-2 2-9-16,-1-1-3 0,-1 4-8 0,0 6 0 15,-1-11-8-15,1 11-5 0,-4-8-3 0,4 8-5 16,-9-5-4-16,9 5 2 0,-16 2-6 0,3 4 0 16,-3 0-2-16,-1 3-3 0,10-2 1 0,-7 5-1 15,7-3-2-15,-1 1-2 0,2 1-2 0,2 1 1 16,6 0-2-16,-2 0 0 0,2 0 0 0,4 0 7 16,2 3-6-16,3-2 1 0,3 3 3 0,-1-2-3 15,4 0 2-15,-2-1-2 0,1-1-4 0,-3 0-1 16,-1-1 2-16,1 0-7 0,-4-2-4 0,0 0-4 15,-4 0-3-15,3-1 2 0,-5 2-1 0,-1-4 4 16,0 2-3-16,-2-3 7 0,0-5-4 0,-7 10 0 16,3-3 2-16,-2-4 0 0,-2 1 0 0,-1-1-1 15,3-1 8-15,-1 0-1 0,7-2 0 0,-12 0 7 16,12 0-3-16,-8 1 1 0,8-1-7 0,0 0-8 16,0 0-13-16,0 0 1 0,4-17-4 0,5 11-1 15,7-3 2-15,-1 0-4 0,4 0 0 0,6-2 3 16,0-3-4-16,2 3 3 0,1-2-2 0,1-2-10 15,0 0 8-15,1-1 1 0,-3 0 2 0,0 1 5 16,-5-2 0-16,-4 1 3 0,2-2 1 0,-7 2 6 16,-3 2 8-16,-3-1 15 0,-1 4 10 0,-4-2-1 15,0 4-1-15,-1-1 4 0,-2 0-1 0,-3 3-1 16,4 7 0-16,-6-13-8 0,3 8 8 0,-5 4-11 16,0-1 8-16,-3 2-4 0,1 3-3 0,-9 3 6 15,2 4-8-15,3 1 1 0,-1 0 1 0,-2 3 3 16,4 1 8-16,-1-1 7 0,1-2-9 0,1 4-1 15,4-4-4-15,1 3 3 0,3-4 0 0,1-1-4 16,-2 2 2-16,3-2 1 0,2 0 0 16,2 1 0-16,4-3-2 0,2 2 4 0,1-3-3 0,5 4 2 15,1-3-4-15,4-1 1 0,0-1 1 0,10-2-3 16,-8-1 2-16,0 0 2 0,10-2 0 0,-4-2-4 16,2 2 2-16,-11-2-4 0,2-1 4 0,-2 0 0 15,4-5-5-15,-3 1 5 0,-2-2-2 0,2-2-6 16,-5-1 1-16,1 0-2 0,-2 1-4 0,-1-4 3 15,-1-2-5-15,-3 3 6 0,-3-3 2 0,-3-1-3 16,1 0-5-16,-6 0 2 0,0 1-1 0,-3 3 2 16,0-2 0-16,-3 6 0 0,1-3-1 0,-1 5-1 15,-1-1 2-15,0 0 1 0,1 3-5 0,-1 0 2 16,1 2-3-16,1 1 2 0,2 0-2 0,6 2 2 16,-11-2 2-16,11 2-1 0,0 0-3 0,-12 3 6 15,12-3-4-15,0 0 8 0,0 0-3 0,0 0 7 16,0 0-4-16,18 16 1 0,-11-12 2 0,5-2 1 15,1 3 3-15,0-2-2 0,1-1-3 0,-1 1 2 16,5-3-1-16,-7 3-2 0,-1 0-5 0,1-2 5 16,-7 0-3-16,3 3-2 0,-1 0 4 0,4-1-2 15,-4 3-1-15,-1 0 3 0,1 2-6 0,0 3 5 16,-2 0-6-16,0-1 6 0,1 0 3 0,-3 0 4 16,0 2-5-16,2-1 4 0,-2 4-1 0,1-2-1 15,-1 2 3-15,1-4-8 0,-1 2-22 0,-2-1-32 16,2-1-39-16,0 1-31 0,1 0-47 0,1-1-133 15,-2-1-331-15,3-1 146 0</inkml:trace>
  <inkml:trace contextRef="#ctx0" brushRef="#br0" timeOffset="98831.54">27438 4947 133 0,'13'13'155'0,"-13"-5"-3"16,3-1 0-16,0 0-9 0,-1 3-10 0,0 2-6 15,0-2-18-15,0 0 0 0,3 0-8 0,-5 1-9 16,2 0-5-16,2-1-9 0,-1-2-14 16,1 2 2-16,-2-2-8 0,3-1-1 0,-2-1-5 0,-3-6-2 15,6 8-5-15,-4-4-5 0,-2-4 3 0,6 8 7 16,-6-8 10-16,2 4 9 0,-2-4 14 0,3 5 9 15,-3-5 7-15,0 0-8 0,0 0-11 16,0 0-4-16,14-11-10 0,-10 5-6 0,0-3-5 16,1 0-6-16,1-1 5 0,2-5-18 0,-1 0-5 0,1-1-1 15,-1 1-6-15,4-8-16 0,-4 5-12 0,0 0-15 16,2-8-11-16,0 10-9 0,-3 0-13 0,1 2-20 16,-2 4-29-16,-1 1-29 0,3 3-37 0,-2 0-27 15,-1 3-7-15,-4 3-5 0,11 0-118 0,-11 0-351 16,12 11 155-16</inkml:trace>
  <inkml:trace contextRef="#ctx0" brushRef="#br0" timeOffset="99148.71">27771 5075 137 0,'9'2'182'0,"-9"-2"2"0,8 0 0 16,-8 0-12-16,14-4-8 0,-9 1-12 0,1-1-13 15,3-1-15-15,0 0-13 0,-2-1-7 0,2 2-8 16,-3 0 0-16,2-4-8 0,-1 2-9 0,-1-3-8 15,1 1-6-15,-3 1-4 0,1-2-7 0,-1 2 0 16,-2-3-11-16,0 1 0 0,-2-1-6 16,0 10 0-16,-2-16-5 0,-2 7-2 0,2 3-1 0,0-1-3 15,2 7-6-15,-4-8 1 0,0 3-10 16,4 5 1-16,-10-6-8 0,1 6 2 0,9 0-5 0,-23 8 5 16,9 0 2-16,-3 4-2 0,-2-2-1 0,2 2 4 15,2 2-2-15,-1-3 3 0,3 4 0 16,1-2-5-16,1 0 2 0,3 0-1 0,3-2 2 15,2 0-2-15,2 0 2 0,2 0-2 0,3 0 2 16,8 2-1-16,1-3 1 0,12 4-3 0,0-3 0 0,2-2-21 16,3-1-18-16,-1 0-34 0,2-4-43 0,-3 1-51 15,1-3-49-15,-10 2-158 0,-2-1-398 0,-3-2 177 16</inkml:trace>
  <inkml:trace contextRef="#ctx0" brushRef="#br0" timeOffset="104470.03">28518 4934 71 0,'0'0'134'0,"-6"-6"-5"0,3 2-7 16,3 4 2-16,-11-8 2 0,6 6-7 0,5 2-1 15,-9-8-8-15,3 6-4 0,6 2-5 0,-13-2-7 16,6-1-10-16,7 3-5 0,-15 3-8 0,4 0-8 16,-1 5 2-16,-3 0 2 0,-2 5-3 0,1 2-7 15,-2 2-7-15,3-2-1 0,2-1-3 0,-5 5-3 16,6-2-6-16,1-2-5 0,2-1-3 0,4 1-4 16,-1-2-2-16,3-1 2 0,0-1-4 0,2-1-1 15,1 1-2-15,1-1-3 0,-1-1 2 0,4 0 0 16,-2-5-2-16,3 4-6 0,0-5 3 0,1 0-2 15,-1 1 4-15,4-4-3 0,1 0 1 0,1 0-3 16,0-3 0-16,-1-1 2 0,-1-2 3 16,2 1-1-16,0 0-3 0,-2-4 3 0,1 2-1 0,0-2-1 15,-1 0 2-15,2-5-1 0,-4 5-1 0,2-4 1 16,1-2-4-16,-6 1 0 0,4 4-4 0,-3-2 1 16,-1 2 1-16,1-1-3 0,0 0 3 0,-1 3-4 15,-2 2 7-15,1-1-6 0,-3 7 0 0,2-9-4 16,-2 9-1-16,2-7-1 0,-2 7-6 0,4-5 6 15,-4 5 0-15,0 0-1 0,0 0 0 0,0 0-1 16,0 0 2-16,-4 28 0 0,2-18 5 0,1 0-3 16,1 1 0-16,-1 0-2 0,1 0 6 0,-1-1-3 15,2 0 1-15,0 0 1 0,2-1 1 0,-3-1 1 16,4-1 0-16,0 1-2 0,-2-2 2 0,3 0-1 16,0-1-1-16,2-1 5 0,-2 2 0 0,3-4-1 15,-2 1 0-15,3-3-1 0,-9 0 4 0,19-3-6 16,-8 1 5-16,2-4-8 0,-1 1 5 0,-1-3-1 15,5 0-2-15,-5 0 0 0,-1 0 0 0,3-5-2 16,-4-1 2-16,3 0-2 0,0-2-3 0,-4 1-2 16,1 1 1-16,-3-2 1 0,2 1-2 0,-2-3 0 15,-2 5 0-15,0 2-1 0,-3 0 2 0,-1 1 3 16,2 1 0-16,-2 9-7 0,-2-11 2 0,2 11-3 16,0-8-1-16,0 8 0 0,0 0 3 0,0 0-2 15,0 0 2-15,-14 19 2 0,5-11-3 0,6 3 4 16,-3 1 0-16,0 2 1 0,1-2-2 0,2 3 1 15,1-2 6-15,-1-1-5 0,2 3 2 0,0-2-4 16,2 2 4-16,0-4-2 0,2 2 0 0,2-1 1 16,-3-1 4-16,4 0-2 0,-3 0 0 0,3 1-1 15,-3-1 0-15,2-1 0 0,-1-1 3 0,0-1-5 16,-1 0-1-16,1 0-2 0,-2-2-5 0,-1 0-2 16,2 1 2-16,-3-7-1 0,1 8 0 0,-1-8-3 15,-1 10-10-15,1-10-10 0,-5 6-8 0,5-6-13 16,-9 4-9-16,9-4-18 0,0 0-14 0,-17 1-22 15,17-1-20-15,-9-1-19 0,9 1-118 0,0 0-298 16,0 0 133-16</inkml:trace>
  <inkml:trace contextRef="#ctx0" brushRef="#br0" timeOffset="104913.19">29357 4957 22 0,'0'0'187'0,"-7"-11"-5"15,0 5-19-15,1 3-3 0,-4-2-4 0,1 3-14 16,-4 0-8-16,-1 2-17 0,-3 4-4 0,-3 3-8 16,1 1-12-16,1 2-6 0,-4 7-9 0,0 0-3 15,9-3-4-15,-1 0-6 0,4 1-7 0,0 1-1 16,1-1-8-16,3-1-4 0,0 0-6 0,4-1-5 15,1-2-3-15,1-1 0 0,1 1-5 0,3-3-2 16,0 1-2-16,0-3-2 0,-1-1 0 16,4 1-5-16,-1-3 2 0,2 1-2 0,-1-1 1 0,5-3-5 15,1 0 3-15,-3 0-4 0,0-3 1 0,0-1-2 16,-1-1 1-16,1-1-5 0,1-3 4 0,-4 0-4 16,1 0 4-16,-2-1-6 0,0 0 1 15,0-1 1-15,0-6-2 0,-1 3-1 0,2-1 2 0,-3 5-3 16,0 1 1-16,-2-1-1 0,1 3-1 15,-2 2-3-15,-1 5 1 0,3-8-4 0,-3 8 1 0,0 0 0 16,0 0-3-16,0 0-1 0,0 0 4 0,7 20 0 16,-7-10 2-16,-1 2 0 0,2 4 1 0,0-1-9 15,-2 2-18-15,1-1-21 0,3-1-26 0,-3 2-20 16,1-5-38-16,1 1-32 0,0-2-21 16,0 1-110-16,0-1-322 0,3-1 142 0</inkml:trace>
  <inkml:trace contextRef="#ctx0" brushRef="#br0" timeOffset="105298.8">29464 5061 50 0,'0'0'139'0,"0"0"1"0,0 0 10 0,0 0-2 0,0 0-14 15,2 20-2-15,-2-20-7 0,-2 14-4 0,1-7-13 16,1 1-9-16,-1 0-8 0,1-8-8 0,-1 13-9 15,1-6-2-15,-2 0-10 0,2-7 0 0,-3 10-7 16,3-10 3-16,-2 8 13 0,2-8 10 0,0 0 16 16,0 0 9-16,0 7-1 0,0-7-12 0,0 0-4 15,0 0-5-15,0 0-12 0,0 0-8 0,0 0-7 16,-11-23-7-16,11 14-8 0,0-1 12 0,1 1-20 16,2-2 0-16,1-5-5 0,2-1-3 15,1 1-9-15,3 0-4 0,2 1-4 0,1-1-4 0,0 3-6 16,0 1 3-16,-3 4-4 0,1 5 0 0,1-2-7 15,-2 0 3-15,-1 5 0 0,2 2 2 0,-1 3 1 16,-3 0-3-16,2 4 2 0,-3-1-2 16,1 2 2-16,1 2 2 0,-3-1-2 0,0-1 0 15,-1 3 3-15,-1 3-1 0,3 0-17 0,-3-4-26 0,-3 0-23 16,2 4-31-16,-1-5-41 0,-1 2-38 0,0-1-51 16,0 1-154-16,0-3-414 0,0-10 184 0</inkml:trace>
  <inkml:trace contextRef="#ctx0" brushRef="#br0" timeOffset="105747">30323 4954 216 0,'0'0'216'0,"-5"-11"-16"0,5 11-15 0,-6-5-17 0,1 2-10 15,5 3-12-15,0 0-3 0,-23 11-4 0,7-4-13 16,-5 9 1-16,-1 0-14 0,1 1-6 0,5-2-12 16,-5 1-8-16,6-2-5 0,2-1-6 15,2 1-11-15,1 1-5 0,3-3-7 0,2 0-2 16,0-2-5-16,3-1-5 0,0 1-3 0,2-1-3 16,0-9-2-16,3 12-2 0,3-6-7 0,-2-1-3 0,4 0 0 15,-1-2-1-15,2 0-4 0,3-1-4 16,-2-3 2-16,-10 1-5 0,18-4-2 0,-9 0-2 15,0-1-3-15,1 0 3 0,0-2-3 0,-2-1 1 16,1-3 0-16,-2 1 2 0,0-3-8 0,1-3 3 16,-3 1-2-16,1-1 2 0,-2 0-1 0,0 1 0 15,-2 5-2-15,0 0 0 0,0 1 2 0,-1 2-2 16,-1 7 1-16,3-10-6 0,-3 10 0 0,3-6-2 16,-3 6-2-16,0 0 3 0,0 0-2 0,0 0 2 15,0 0-2-15,2 26 7 0,-2-14-2 0,1-1 2 16,-1 2-1-16,2 0 3 0,1 1-1 0,-3-3 3 15,3 7-7-15,-2-5-22 0,3-1-31 0,0 3-35 16,-1-2-38-16,2-3-46 0,-1 0-34 0,2 1-149 16,-1-1-392-16,-1-6 174 0</inkml:trace>
  <inkml:trace contextRef="#ctx0" brushRef="#br0" timeOffset="106014.56">30753 4941 131 0,'-6'-3'181'0,"6"3"-4"15,-15-1-3-15,5 3-4 0,-3 4-7 0,-2 3 0 16,-3 3-5-16,-2 5-2 0,-2-1-14 0,0 2-10 16,3-1-9-16,1 0-11 0,4-4-11 0,5 1-7 0,-1-3-9 15,1 5-10-15,5-6-5 0,0 2-4 16,4-2-6-16,2 0-6 0,3 0-5 0,0-1-2 15,2 3-2-15,4-1 0 0,5 1-11 0,1-3-5 16,3-1-13-16,1-2-30 0,-2-1-24 0,8 0-34 16,-6-2-47-16,-1-2-49 0,0 1-32 0,-2-1-174 15,-5-2-405-15,1-1 180 0</inkml:trace>
  <inkml:trace contextRef="#ctx0" brushRef="#br0" timeOffset="106447">31075 4950 73 0,'-3'-8'283'0,"1"1"-23"0,2 7-13 15,-3-10-17-15,3 10-14 0,0-7-25 0,0 7-20 16,0 0-20-16,0 0-18 0,0 0-16 0,0 0-12 15,0 0-11-15,0 0-9 0,0 0-12 0,10 24-8 16,-4-7 6-16,-3 0 9 0,4-1-8 0,-2 2-3 16,1 0-11-16,1-3 0 0,-2 2-6 0,-1-2 1 15,4-1-7-15,-2 3-7 0,-4-5-3 0,3-1 3 16,-1 1-22-16,0-4 15 0,0-1-3 0,-2 0-2 16,3 0-2-16,-3 1 1 0,0-4-3 0,-2-4 0 15,4 9-3-15,-4-9 3 0,5 8 19 16,-5-8 18-16,0 0 9 0,0 0 3 0,0 0-4 15,0 0-10-15,0 0 14 0,0 0-16 0,17-22-1 0,-9 8-10 16,-3 2 0-16,2-2-3 0,2-3 0 0,3-5-10 16,-6 3-3-16,3 1-11 0,3-5 5 0,-3 6-13 15,-3 1 7-15,4-1-10 0,-2 4-14 16,0-2-11-16,-3 6-14 0,1-1-15 0,-2 2-23 16,0 3-29-16,-2-2-31 0,-2 7-37 0,0 0-46 15,4-10-35-15,-4 10-11 0,0 0-6 0,0 0-189 0,0 0-490 16,0 0 217-16</inkml:trace>
  <inkml:trace contextRef="#ctx0" brushRef="#br0" timeOffset="106763.73">31389 5057 111 0,'0'0'181'0,"-1"9"8"0,1-9-9 15,-4 12-2-15,2-5-10 0,-1-3-13 0,0 6-4 0,1-3-12 16,2-7-7-16,-1 13-16 0,2-5-8 15,-1-8-7-15,2 14-9 0,1-9-4 0,-2 2-11 0,3-3-6 16,-1 2-5-16,2-3-8 0,2 1-3 16,0-1-2-16,4 1 0 0,0-3 4 0,0 0 3 15,2-1-4-15,-2-2-3 0,0 0-3 0,0-1-4 16,1-3-4-16,-2 0-2 0,0-1-7 0,0-3-1 16,-1 1-3-16,0-4-5 0,-5 2 3 0,2 0-8 15,-3-5-1-15,-2 0-3 0,4 0-3 0,-6-1-5 0,1 2-5 16,-4 3-7-16,3 1-1 0,-3 3-11 15,-2-1-5-15,-3 1-15 0,1 3-8 0,-1 0-8 16,-9 1-18-16,0 4-5 0,-1 0-22 0,-1 0-32 16,1 3-33-16,6 1-31 0,0 0-178 0,-7 1-402 0,8-2 179 15</inkml:trace>
  <inkml:trace contextRef="#ctx0" brushRef="#br0" timeOffset="107033.4">31766 4864 69 0,'4'-5'264'0,"-3"-1"-10"0,-1 6-14 16,5-9-16-16,-5 9-19 0,3-6-25 0,-3 6-17 16,0 0-18-16,0 0-18 0,0 0-8 0,0 0-3 15,9 17 8-15,-10-4 0 0,2 4-2 0,-1 2 3 16,0 1-6-16,-1-1-12 0,-2 6-5 0,2-6-10 15,1 1-5-15,-3 4-11 0,3-5-5 0,-1-3-5 16,1 2-9-16,-3-1-1 0,3-1-9 0,-1-1-37 16,1-5-20-16,1 3-42 0,1-2-32 0,-2-11-41 15,2 17-43-15,1-11-53 0,-3-6-44 0,1 10-163 16,-1-10-464-16,0 0 206 0</inkml:trace>
  <inkml:trace contextRef="#ctx0" brushRef="#br0" timeOffset="107265.45">31982 4896 90 0,'5'-13'253'0,"-2"5"-3"15,-2 2-12-15,-1 6-19 0,0-12-20 0,0 12-24 16,0 0-17-16,0 0-18 0,0 0 3 0,0 0 20 16,1 28 2-16,-2-8-5 0,1-1-4 15,-2 7-10-15,2-1-13 0,-2-7-4 0,1 6-12 16,0-5-10-16,1-2-8 0,-3 2-6 0,2-2-7 15,1 1-13-15,-1-2 3 0,1-3-20 0,0-2-12 0,-1 2-38 16,1 0-26-16,0-13-29 0,-2 19-37 16,2-12-38-16,0-7-39 0,0 0-28 0,-2 19-43 15,-1-14-35-15,3-5-154 0,-12 2-459 0,12-2 203 16</inkml:trace>
  <inkml:trace contextRef="#ctx0" brushRef="#br0" timeOffset="108452.13">31783 5059 146 0,'0'0'162'16,"16"-4"-2"-16,-3 0-12 0,8 3-6 0,1-2-14 15,10 3-6-15,-2 0-12 0,2-1-12 0,1 0-14 16,-5-1-5-16,1 1-7 0,-8 1-6 0,1-1-4 16,-2 0-9-16,0-1-5 0,-9 1-1 0,3 0 2 15,-5 1 3-15,-1 0 8 0,1-2 6 0,-9 2 7 16,11-3-8-16,-7 0-2 0,-4 3-1 0,4-7-4 15,-4 7-4-15,0 0-4 0,0 0-4 0,0 0-2 16,-14-11 1-16,5 11 1 0,9 0-5 0,-26 8-1 16,10-1-4-16,0-1 4 0,0 4-4 0,3 0 4 15,-1 2 5-15,1-2-3 0,-1 1-6 0,6-2-1 16,2 1-4-16,1-2-3 0,1 1-3 0,-2-1-4 16,4 1 0-16,2-3-4 0,0-6-3 0,2 12 3 15,1-6-1-15,-3-6-3 0,8 8 3 0,-3-4-5 16,3 0 4-16,-2-3 0 0,4 1-5 0,-2-2 1 15,3 0 0-15,-11 0-1 0,19-3-2 0,-12 1 2 16,3-3 0-16,-2 1-1 0,0-2 0 0,2 1-7 16,-1-4 2-16,-3 2-1 0,3-1-1 15,-2 1-4-15,2-3 0 0,-3 1-2 0,0-1-4 16,0 3 5-16,0-2-4 0,-2 3 0 0,0 0 1 16,-4 6 2-16,3-6-6 0,-3 6 4 0,4-6-10 0,-4 6 4 15,0 0-2-15,0 0 4 0,0 0 0 0,9 11 4 16,-7-4-3-16,-1 1 2 0,0-1-1 0,2 0 5 15,-1 3-4-15,-2-10 3 0,6 18 1 16,-4-12 1-16,3 4 0 0,-1-4 2 0,1-1 0 16,0 4 3-16,4-4 2 0,-1 0 1 0,2 0-2 15,-4-1 0-15,7-3-5 0,-1-1-1 0,2 1 3 16,-2-1-3-16,6-2-6 0,-5 1 8 0,5-2 0 0,-5-1-27 16,-1 0 3-16,0-2 5 0,0-1 1 0,-1 0-1 15,3-2 4-15,-1 1 9 0,-3-2-7 16,-1 0 4-16,-1 1-4 0,1-6 8 0,-2 2-4 15,0-2 0-15,-2 4 1 0,-4-1 1 0,-1-1 2 16,0 4-3-16,0-1-2 0,-1 3 4 0,-3-3-2 16,4 10 1-16,-8-8-2 0,1 6 1 0,-5 2-3 15,-5 3 8-15,0 2-3 0,-1 4-5 0,-3-1 6 16,2 3 1-16,-3 2-1 0,-2 0 0 0,10-2 0 0,1 0 3 16,3-3 1-16,0 2-1 0,3-1 0 15,4 1 1-15,0-1 0 0,0-3 1 0,2 1-1 0,1-7 3 16,3 10-1-16,1-4 2 0,-1 1-3 15,-3-7 0-15,9 8 0 0,-1-6 0 0,-2 0 2 16,2 0 1-16,-1-1 0 0,1 0-3 0,-8-1 8 16,16-1-5-16,-10 1-2 0,-6 0 1 0,15-6-2 15,-8 3 2-15,-2 1-1 0,0-2 0 0,-5 4 5 16,12-7-6-16,-7 4-1 0,-1-1 0 0,-4 4-1 16,6-4-4-16,-6 4 1 0,6-5-2 0,-6 5-2 15,0 0-1-15,0 0 2 0,9 13-1 0,-9-3 6 16,1 5 12-16,-1 2 9 0,-1 9-1 0,-3 0-3 15,1 2 3-15,-5 4 10 0,3 2 1 0,-2 0 1 16,1 1 1-16,-2-2 0 0,2 2-2 0,-2 0-2 16,2-3-1-16,-3 2 0 0,5-4-2 0,-2 1 1 15,-2-3-2-15,4-1 0 0,-6-2-2 0,5-8-2 16,0-1 3-16,1-3-9 0,0-4 6 0,2 1 4 16,-4-3-12-16,6-7 4 0,-10 10 1 0,4-7 9 15,6-3-7-15,-9 6-5 0,9-6-4 0,-13 0-12 16,13 0-17-16,-19-11-18 0,9 3-7 0,-2-5-7 15,-1 0-6-15,3-4 3 0,4-2 1 0,1-5-2 16,5-3 3-16,5 1-4 0,1-1 3 16,8-2 1-16,2 0 3 0,5 1-2 0,13-8-4 0,3-2 2 15,7 2 1-15,-1 6 1 0,1 2 1 0,2-1 5 16,-1 3 6-16,-2 0-2 0,-12 7 1 0,-2 0 9 16,2-3 1-16,-4 2 6 0,-1 0-5 0,-5 1 9 15,0-2 0-15,-5 2 7 0,1-2 4 16,-17 21 12-16,20-29 17 0,-20 29 11 0,13-20-1 15,-13 20-2-15,0 0-4 0,0 0 6 0,3-38-6 16,-3 38-5-16,0 0 6 0,0 0 3 0,0 0 12 16,0 0 0-16,-69 5 1 0,45 9-6 0,-1-1 2 0,10 0-5 15,0 0 1-15,2 1-6 0,4 1-2 0,1 1-3 16,4 0-4-16,4 2-3 0,2-2-16 16,-2-16-19-16,0 0-20 0,29 46-36 0,-7-29-36 15,3-2-49-15,3 1-45 0,-3-5-130 0,2 2-365 16,1-4 162-16</inkml:trace>
  <inkml:trace contextRef="#ctx0" brushRef="#br0" timeOffset="109930.51">22759 5667 174 0,'-1'-14'181'0,"1"14"-3"0,-5-8 12 0,5 8-15 0,-7-11-15 15,1 6-8-15,-2-1-12 0,3 1-11 0,-4-1-13 16,2 3-11-16,-4-1-11 0,2 1-8 0,-2 1-6 16,-1 4-9-16,2-2-8 0,-4-2-5 0,-3 8-2 15,0 2-9-15,-1-1-3 0,-7 9-3 0,2 2-5 16,1-1 3-16,1 2-21 0,1-1-4 0,7-2-1 16,-1-3-1-16,5 2-1 0,-1-1-2 0,5-2 1 15,1 1-3-15,0-1-3 0,3-1 2 0,-1-1 4 16,4 2-4-16,0-3 0 0,3 1 4 0,2-3-5 15,1-1 9-15,0 0-3 0,1-3-2 16,4 1-3-16,-2-1 3 0,1-1-3 0,3-3 8 0,-2 1-7 16,5-4 0-16,-4 1 2 0,3-3-2 0,-1 0 3 15,-2-4 1-15,0 2-6 0,0-3-1 0,-2-3-1 16,1 1 3-16,-1-2-3 0,-3-1 1 0,4-5-3 16,-5 3 5-16,0-6 2 0,0 0-6 0,0-2 4 15,-3 1-2-15,2-2 2 0,0 3-4 0,-2-3 1 16,-1 0 3-16,0 3-1 0,-1 3 9 0,-1-5-2 15,-2 9 2-15,0 2 5 0,0 1 6 0,1 4 4 16,1 5-1-16,-2 5-11 0,-2-12-4 0,2 12-4 16,2-9 4-16,-2 9-14 0,0 0 3 0,0 0-4 15,0 0 2-15,0 0 0 0,-7 39 0 0,3-12 3 16,2 2-2-16,-2 3-1 0,-1 2 2 0,3-2-3 16,-2 1 3-16,1-2 2 0,1-2-3 0,2 0-1 15,-2-3 3-15,5-7 1 0,-1 0 4 0,4 0 2 16,-1-2-2-16,2 0 0 0,1-1-3 0,-2-6 6 15,3 0-1-15,4 2-4 0,-4-5 2 0,7 1 0 16,-4-1-1-16,5-2 2 0,1-4 1 0,1 2-1 16,-3-5-2-16,2 0 2 0,-1-2-1 0,1-4 1 15,0 2-3-15,-4-4-3 0,2-2 6 0,-3-1-3 16,-1 2-5-16,-1-3-2 0,-2-2 2 0,-1 1-1 16,-2-1-1-16,-2 0-1 0,1 0 2 0,-2 2-3 15,-1 3-1-15,-2 1 0 0,0 0 1 0,0 4-2 16,0 6-1-16,-4-11-2 0,4 11 8 0,-2-7-10 15,2 7 0-15,0 0-2 0,0 0 1 0,-14 13 1 16,9-3 5-16,0 1-2 0,-2 0 1 0,2 1 3 16,0 0-3-16,4 4 4 0,-2-3 8 0,2-1-9 15,2 0 0-15,-1 2 2 0,1-4-11 0,4 2-17 16,-1-1-23-16,1-2-28 0,3 2-41 0,0-2-50 16,3-3-36-16,-2 0-185 0,-1-2-422 0,3 0 186 15</inkml:trace>
  <inkml:trace contextRef="#ctx0" brushRef="#br0" timeOffset="110089.55">23051 5535 78 0,'0'0'122'0,"0"0"-18"16,0 0-31-16,0 0-32 0,3 22-38 0,0-11-28 15,1-1-41-15,-3 3-72 0,3-2 32 0</inkml:trace>
  <inkml:trace contextRef="#ctx0" brushRef="#br0" timeOffset="110747.15">23268 5714 22 0,'0'0'181'16,"0"0"-13"-16,9-1-17 0,-9 1 0 0,4 6-9 15,-4-6 3-15,5 9-5 0,-3-1-3 0,2 1-4 16,0 1 3-16,0 2-8 0,-2 0-12 0,3 4-13 16,-1-5-11-16,-1 1-7 0,1 1 1 0,0 2-5 15,-1-4-3-15,2 1-10 0,-2 0-2 0,1-6-9 16,0 3-7-16,0 0-4 0,-2-2-4 0,-1-1-1 16,-1-6-4-16,6 10-4 0,-6-10-1 0,3 6-3 15,-3-6 10-15,4 6-13 0,-4-6 2 0,0 0-2 16,0 0 2-16,3 7 5 0,-3-7 12 0,0 0-6 15,0 0-4-15,0 0-4 0,0 0-7 0,6-16-1 16,-3 9-3-16,0-3-8 0,1 1-5 16,0-3-7-16,4-3-3 0,-1-2-15 0,1 1 6 15,1-1 0-15,0-2-1 0,-3-5-7 0,5-1-4 16,1 1-2-16,-4-2 5 0,2 2-6 0,-2 5 9 0,0 0-4 16,-2 2 2-16,-2 0 1 0,1 5 1 0,-1-5 2 15,-2 7 3-15,1 1-1 0,-2 0 0 0,2 3 0 16,-3 6 4-16,2-11 3 0,-2 11 0 15,2-8 1-15,-2 8-5 0,0 0-4 0,0 0 6 0,0 0-2 16,0 0 4-16,-23 10-4 0,15-1 4 0,-1-1-1 16,3 3 3-16,-1 0 1 0,-2 3-1 0,4-3 2 15,0 0 0-15,3 1-1 0,-1 0 2 0,4-2 0 16,1 0 2-16,3-1 1 0,2 2 1 0,-2-3-1 16,6 2 1-16,-1-3-7 0,3-3-10 0,6 3-9 15,-1-5-11-15,3 0-15 0,0-1-11 0,-2-2-9 16,3 0-5-16,-1 0 12 0,-1-4-18 0,-1 1 6 15,-3 0 1-15,2 0 6 0,-6-2 11 0,0 1 8 16,-2 0-5-16,-3-2 14 0,2 1 1 0,-4 3 25 16,-1 0 3-16,0-3 12 0,-4 6 7 15,8-8 8-15,-8 8 12 0,2-5 2 0,-2 5-4 0,0 0-4 16,5-5-7-16,-5 5 5 0,0 0-12 0,0 0 9 16,0 0 8-16,0 0 7 0,0 24 1 0,-1-12 12 15,0 0 0-15,1 0-5 0,-1 2-3 0,-2 1-4 16,2-3-5-16,-1 0 1 0,2 0-4 0,2 0-2 15,-2 1-1-15,0-1-4 0,0-1-27 0,0 1-28 16,1-2-40-16,-1-10-31 0,5 15-51 0,0-9-174 16,-5-6-359-16,3 10 159 0</inkml:trace>
  <inkml:trace contextRef="#ctx0" brushRef="#br0" timeOffset="110918.5">23862 5547 1650 0,'0'0'40'16,"-1"-13"5"-16,1 13-24 0,-3-9-25 0,3 9-22 15,0 0 6-15,0 0-6 0,0 0-6 0,0 0 0 16,0 0-22-16,0 0-20 0,0 0-17 0,12 29-23 16,-6-16-101-16,3-1-230 0,-3 1 101 0</inkml:trace>
  <inkml:trace contextRef="#ctx0" brushRef="#br0" timeOffset="111913.98">24137 5672 103 0,'4'-5'189'0,"-4"5"6"0,4-6 2 0,-4 6-6 16,0 0-8-16,0 0-12 0,0 0-12 0,0 0-10 16,0 0-6-16,-20-5-3 0,20 5-4 0,-20 11 1 15,3-4-7-15,3 2-9 0,-4 0-16 0,4 4-3 16,-2-4-9-16,2 2-1 0,2 2-10 0,3-4-9 15,-1 4-6-15,1-3-7 0,3-1 3 0,2 1-15 16,0 0-5-16,1-1 0 0,3-1-6 0,0-1-1 16,0-7-2-16,4 15-4 0,0-8-4 0,3-2-1 15,3 1 4-15,0-2-5 0,1 0-1 0,7-2-13 16,-1-2-9-16,1 1 0 0,-3-2-3 0,0-5-4 16,-2 3 2-16,4-3-1 0,-7 0 4 0,2-1-6 15,-3 0 4-15,3-6 0 0,-1-3-3 0,-4-1 0 16,1 0 0-16,1-2-1 0,-3-6 7 0,1 1-6 15,-4 5 0-15,1-9-2 0,0 4-2 0,-1-3-1 16,-1 3 1-16,2-1 6 0,-3 9 0 0,2-3-1 16,-4 0 4-16,1 3-2 0,0 6 0 0,0 0 5 15,0 0-5-15,0 10 5 0,0-11-4 0,0 11-4 16,1-5-2-16,-1 5-2 0,0 0 2 0,0 0 2 16,-1 26 7-16,-3-3-3 0,-1 4-4 0,1 0 5 15,0 4-2-15,1 0 2 0,0-4-2 0,0 0-1 16,2-1 3-16,1-1 1 0,0-7-7 0,1 1 6 15,0-3 1-15,3 2 2 0,-1-7 0 0,1 2-1 16,2 3 5-16,0-7-4 0,2 1 4 0,0-4 6 16,-1 2-8-16,2-3 4 0,-1 0-2 0,2-2 1 15,3 0-3-15,0-2 2 0,-2-1-3 0,2-1 1 16,2-3-3-16,3-2-2 0,0 0 1 0,-7-2-5 16,3-1 0-16,1-2 0 0,-1 2-3 0,0-4-3 15,-3-3 0-15,-1-1-3 0,2 2 3 0,-3-1 2 16,-2 1 1-16,-1-1 1 0,-1-1 0 0,-4 7-3 15,2-2-1-15,-1 2 3 0,-2 0 5 0,-1 4 1 16,1 6 1-16,-3-12-2 0,3 12-2 0,-2-6 1 16,2 6-3-16,-14-2 0 0,14 2 2 0,-11 6-3 15,1 1 3-15,2 1-3 0,-1 5 1 0,0-3 5 16,-2 3-5-16,4-2 9 0,0 5-6 0,3-4-1 16,-2 2 0-16,2-2-1 0,2 0 3 0,2 3 3 15,2-3 0-15,2-1 2 0,-1-2 0 0,2 2-1 16,0-3-1-16,3 0 5 0,3 1-1 0,-2-1 2 15,3-2 2-15,-1 1-4 0,7-3 13 0,-2 1-15 16,-3-2 2-16,1-3 3 0,3 2 0 0,2-1-3 16,-2-1 5-16,-5-1 4 0,1-2-10 0,0 0 0 15,0-1-1-15,-3-2 1 0,2 1-2 0,-3-2 5 16,0-1-5-16,0-1 0 0,-3-1 3 0,1 1-4 16,-1-1 3-16,-4-3-4 0,1 1-2 0,-3-3 6 15,2 0-8-15,-7 3 1 0,4 0-1 0,-4 1 2 16,1 1-2-16,-4 0 4 0,3 3-5 0,-2-2-2 15,2 5 5-15,1-1-1 0,-2 0-3 0,6 5 2 16,-6-9-2-16,6 9 0 0,-8-5-2 0,8 5 5 16,0 0-6-16,-5-5 4 0,5 5-4 0,0 0 3 15,0 0 2-15,0 0 3 0,0 0-1 0,22 1 0 16,-22-1 1-16,22 2-1 0,-10-2 3 0,6 0 1 16,-5 0 2-16,6-1 8 0,-6 1-10 0,1 0 11 15,-1-1-13-15,0 1 3 0,-3 0-2 0,-2 1-6 16,-1 0 1-16,1 3 0 0,2 0-1 0,-6 2 6 15,3 4 13-15,-1 0 6 0,4 4 5 0,-5 2 2 16,-1-2 0-16,-4 3 2 0,1-2-1 0,1 2-1 16,-1 0-6-16,-1 0 0 0,0 0 5 0,1 0-5 15,-2 2-17-15,1-2-36 0,2 0-28 0,0-6-35 16,1 6-50-16,-1-4-57 0,0 0-48 0,0-3-187 16,1 2-474-16,-3-12 210 0</inkml:trace>
  <inkml:trace contextRef="#ctx0" brushRef="#br0" timeOffset="115747.12">25671 5521 91 0,'-6'-3'159'0,"2"-4"-8"0,4 7-9 15,-11-9-6-15,3 6 7 0,-2-1-21 0,1 0-7 16,0 2-8-16,-2 0-7 0,0 1-9 0,0 4-9 15,-3-1-10-15,3 2-7 0,-7 3-3 0,5 4-10 16,-2 0 3-16,0 3-7 0,1 1-3 0,-1 6-4 16,1 3-2-16,1 1 7 0,4 0 1 0,-1 0-1 15,-2 0-2-15,3 1-7 0,7 0-1 0,-6-2-2 16,6 1 2-16,-5-1 0 0,6-5-7 0,2 6 1 16,-2-6-1-16,1 0-5 0,-1 0-1 0,3-1 1 15,-2 0 0-15,2 0-4 0,1 0 7 0,-1-1-11 16,-2-5 0-16,0 1-1 0,2-2-5 0,-2 0-17 15,-2-1-21-15,2-2-22 0,0-8-17 0,0 14-26 16,0-14-16-16,0 0-27 0,-2 14-32 0,2-14-151 16,-7 4-344-16,7-4 152 0</inkml:trace>
  <inkml:trace contextRef="#ctx0" brushRef="#br0" timeOffset="116349.51">25307 5829 114 0,'9'-2'138'0,"3"-1"-14"16,7 0-4-16,0 0-11 0,2 0-8 0,8 2-11 15,-2-2-1-15,-4 2-17 0,8-1-5 0,-5-1-2 16,3 2-9-16,-10-1-4 0,0 2-9 0,1-1-1 16,-7-1 2-16,0 2-5 0,-1-2-3 0,-1 1 8 15,-6 1 3-15,-5 0 4 0,14-1 15 0,-14 1 3 16,8 0 4-16,-8 0 0 0,0 0 0 0,9 1-2 15,-9-1-5-15,0 0-6 0,0 0-8 0,0 0-3 16,0 0-6-16,0 0-8 0,0 0 1 0,-13 19 1 16,6-13-5-16,0 2 3 0,-2 1 0 0,3-1 3 15,-1 2-5-15,2 0-1 0,1 0-6 0,3-1-2 16,1 1-1-16,-2 0-4 0,4-1-2 0,-1 1 2 16,-1-3-7-16,5-2 2 0,-1 1 1 0,3 2-4 0,-1-4 2 15,3 1-2-15,-2-3 0 0,0 2 0 16,-1-2 0-16,1 0-1 0,-7-2-4 0,12-2 3 15,-12 2-6-15,13-2 4 0,-6-2-3 0,0 0 11 16,-1 0-14-16,-3-2 1 0,1 1-4 0,2-3 3 16,-3-1-1-16,1-1 1 0,1 1-4 0,-3-1 2 0,0 1-4 15,1-1 4-15,-1 0-5 0,0 0 2 16,0 3 0-16,-2 0-2 0,0 7 3 0,2-9-3 16,-2 9 4-16,0-9-8 0,0 9-4 0,0 0 7 15,0 0-4-15,7-1-2 0,-7 1 3 0,0 0-1 0,7 16 0 16,-4-6 3-16,1-1 2 0,0 2-1 0,-2-2-1 15,1 1 3-15,-1 1-1 0,2 0 3 0,-1-1 1 16,2 0 0-16,-3 0 3 0,2-1-6 0,-2-2 3 16,1-3 2-16,-1 2 0 0,-2-6 0 0,6 7 5 15,-6-7 1-15,5 8 16 0,2-7 4 0,-7-1 0 16,9 3 3-16,-9-3-6 0,11-3 3 0,-11 3-4 16,14-6-3-16,-6 3-1 0,-1-2-3 0,1-1-13 15,2-2-14-15,-3 1-23 0,2 1-20 16,-3-2-27-16,4 1-29 0,-2 1-29 0,3 0-33 0,-1 1-38 15,-3 0-137-15,3-1-376 0,0 2 167 0</inkml:trace>
  <inkml:trace contextRef="#ctx0" brushRef="#br0" timeOffset="116631.97">26427 5651 61 0,'2'-5'251'0,"-2"5"-17"0,5-9-23 0,-5 9-24 16,2-5-23-16,-2 5-17 0,0 0-16 0,0 0 2 15,0 0-4-15,0 27 6 0,-4-12-1 0,2 4-5 16,-1 1-9-16,-1 5-11 0,0-4-6 0,-1-2-14 16,1 0-8-16,-3 5-5 0,4-7-4 0,-1 1-9 15,2 1-4-15,2-2-7 0,-3 0-8 0,1-1 0 16,-2 0-4-16,0-4-15 0,4-1-24 0,-4 1-24 15,4-2-25-15,-2 1-28 0,2-11-39 0,-2 14-34 16,2-14-19-16,0 0-32 0,4 14-10 0,-4-14-130 16,0 0-367-16,0 0 163 0</inkml:trace>
  <inkml:trace contextRef="#ctx0" brushRef="#br0" timeOffset="117183.46">26423 5863 160 0,'4'-9'159'0,"1"1"-17"0,-1-3-15 0,1 1-3 16,2 3-17-16,-1-1-11 0,3-1-3 0,1 1-12 15,-2 0-1-15,1 1-1 0,3-1-5 0,1-1-5 16,-4 3-2-16,3-3-4 0,1 0-2 0,-3 0-2 16,7-2 2-16,-9 3 0 0,2 1 5 0,-5 0 1 15,5-2-2-15,-3 2-2 0,-3-2-1 0,2 0-3 16,0 1 5-16,0 0-2 0,-3 1 2 0,-1 1-23 16,2 1-4-16,-4 5-3 0,3-10-3 0,-3 10-6 15,4-6-7-15,-4 6-5 0,0 0-3 0,0 0-1 16,0 0 8-16,3 23 6 0,-3-7-3 0,-3 8 0 15,-2-6-2-15,1 8 0 0,-2 0-1 0,1-2-2 16,1 0-1-16,0-5-1 0,0 2 0 0,2-3 1 16,-2 0-1-16,0 0-3 0,3-2 1 0,-3-5 8 15,2-1-11-15,0 1 1 0,2-3 1 0,-2-2-3 16,2-6 0-16,-2 9 0 0,1-2 2 0,1-7-1 16,0 0-1-16,0 0-3 0,7 6 0 0,-7-6-1 15,20-6-4-15,-6-3 4 0,8 2-2 0,2-3 0 16,3 3 3-16,-2-3-5 0,2 2 3 0,-8 6 0 15,0-3-1-15,2 3-1 0,-1 0 5 0,0 0-8 16,-2 2 6-16,-2 0-5 0,2 0 2 0,-5 2 0 16,1-4 0-16,-5 4 0 0,5-4 2 0,-1 2-3 15,-3-1 5-15,0-1 2 0,-3 1-1 0,4 0 0 16,-3 1 1-16,-8 0-2 0,12-3 4 0,-3-2 1 16,-2 1 4-16,-2 0 2 0,-5 4 4 0,6-8-2 15,-2 4-3-15,-1-3 2 0,-3 7-2 0,2-11-2 16,-2 3 4-16,4 2-6 0,-4 6-2 0,0-12-1 15,0 12 2-15,-2-9-2 0,2 9-3 0,0 0-3 16,-4-9-3-16,4 9-1 0,0 0-1 0,-13 3 2 16,13-3 2-16,-14 8-4 0,5-1 2 0,2 1 2 15,-4-1-1-15,4 2-3 0,0 1-2 0,-2-1-18 16,5 0-13-16,-1 1-17 0,1-2-25 0,2 1-26 16,2-9-57-16,0 15-28 0,2-8-34 0,-2-7-149 15,6 10-402-15,-6-10 178 0</inkml:trace>
  <inkml:trace contextRef="#ctx0" brushRef="#br0" timeOffset="117532.28">27434 5789 17 0,'0'-9'197'0,"0"9"-13"0,0 0 0 0,0 0-3 0,0 0-1 16,0 0-11-16,-17 19-20 0,11-9-8 15,0-1 3-15,1 2-19 0,-2 0-7 0,3-1-12 16,3 0-9-16,-1 1-9 0,4-1-6 0,0 0-9 16,1 1-5-16,4-3-1 0,0 0-10 0,3-1-4 0,2 0 7 15,-1-1 4-15,2-2 1 0,6-1 0 0,2-1-3 16,-4-1-6-16,4-3-1 0,-3-2-4 16,1-2 1-16,0 2 8 0,-6 0 1 0,0-3-8 15,-2 0-4-15,0 0-2 0,-1-3 4 0,-1 1-6 16,-2-4-4-16,-1 1-2 0,-1-2-7 0,0-2-2 0,-4-1-1 15,0 2-8-15,-2-3-1 0,1 7-4 0,-1 0-4 16,-2 0-5-16,-2 2-10 0,1-1-18 0,0 4-13 16,-1-1-9-16,0 3-31 0,5 4-18 15,-18-5-22-15,8 5-19 0,-2 0-28 0,1 0-38 16,0 2-33-16,-1 2-188 0,1-1-454 0,5-1 200 0</inkml:trace>
  <inkml:trace contextRef="#ctx0" brushRef="#br0" timeOffset="118166.42">27845 5710 119 0,'0'0'196'15,"6"-1"-11"-15,-6 1-17 0,0 0-17 0,0 0-12 16,0 0-8-16,2 11-1 0,-2-11-7 0,-2 12-1 16,0-2-6-16,0-1-6 0,2 1-7 0,-3 1-9 15,3-1-10-15,-2 1-3 0,4 0-8 0,-1 0-8 16,1-1-6-16,-2 0-6 0,4 0-1 0,3-2 3 15,-4 0-9-15,4 1-4 0,-2-4 2 0,6 1 4 16,-1-1-1-16,-1 0 3 0,4-3-8 0,-1 0 2 16,1-2-6-16,-1 0 1 0,-1 0-2 15,1-2 1-15,-1-2-6 0,-1 1-5 0,1-2 2 0,-3 1-3 16,2-4 0-16,-3-1-3 0,3 1-1 0,-2-3-2 16,-1-1-4-16,-1-2 0 0,1 1-3 0,-3 0 0 15,-1 3-1-15,-1 1-2 0,-1-1 7 16,1 3 6-16,-2 7-4 0,2-10-6 0,-2 10-1 15,4-9-10-15,-4 9 0 0,0 0-3 0,0 0-2 0,0 0 5 16,0 0-1-16,0 0-2 0,0 0-7 0,-8 25 8 16,7-16-3-16,0-2 3 0,1 3 1 0,1 0-2 15,-1-3 0-15,3 1 5 0,1 0 0 0,1 1 1 16,1-1 1-16,6 0-7 0,1 1-9 0,3-2-10 16,2-2-11-16,3-1-16 0,-2-3-14 0,1-1-12 15,1 0-22-15,-6-2-15 0,-1-1-19 0,-1-2-14 16,-1 0-26-16,-1 0-6 0,-3-3-9 0,0 1 5 15,-2-3 13-15,-3 0 21 0,1-2 6 0,0-3 19 16,-3-2 22-16,2 0 13 0,-3-2 33 0,0 2 26 16,3-8 15-16,-5 0 19 0,2 6 15 0,-1 0 26 15,1 0 16-15,-1 2 26 0,2 2 11 0,-2 4 10 16,1 0 10-16,-2 1 10 0,2 2-6 0,0 8-10 16,2-9-15-16,-2 9-13 0,0 0-13 0,0 0-7 15,0 0-11-15,0 0 10 0,0 0 9 0,-9 27 9 16,5-8 8-16,1 1 4 0,-1 3-10 0,1 2-4 15,-2 2 4-15,1-2-7 0,0-6-5 0,1 1-3 16,1-1-5-16,-1 6-6 0,-2-7-1 0,4 1-4 16,-2-2-11-16,3 0-3 0,-1 0-29 0,1-7-29 15,1 2-27-15,-1-1-21 0,-1 0-30 0,1-2-20 16,0 1-37-16,0-10-59 0,1 12-35 0,-1-12-19 16,-2 5-139-16,2-5-435 0,0 0 193 0</inkml:trace>
  <inkml:trace contextRef="#ctx0" brushRef="#br0" timeOffset="118333.73">28245 5751 149 0,'0'0'199'0,"2"-8"-24"0,-2 8-17 16,4-4-17-16,-4 4-11 0,12-5-13 0,-3 0-11 16,5 1-12-16,3 3-7 0,5-1-17 0,-1 1-19 15,9-1-36-15,0 0-25 0,6-1-36 0,-4 0-47 16,1 5-7-16,-3-6-108 0,-4 1-224 0,-4 0 99 15</inkml:trace>
  <inkml:trace contextRef="#ctx0" brushRef="#br0" timeOffset="118554.06">28725 5604 41 0,'1'-9'164'0,"0"-3"9"0,0 6 2 0,2-3 3 16,0 0 2-16,-1 3-5 0,-2 6-3 0,1-10-9 16,3 7-15-16,-4 3-13 0,2-7-16 0,-2 7-14 15,0 0-15-15,0 0-8 0,0 0-12 0,0 0 2 16,1 23 0-16,-2-4 14 0,-2 5-4 0,0 4 3 15,1-2 3-15,-1 2 0 0,1-2-3 0,-3 1-2 16,1-2-3-16,-1-1-8 0,2-5-3 0,3 0 0 16,-1-2-13-16,0 2-1 0,-1-3-5 0,0 2-8 15,2-7-6-15,-2 5-19 0,2-5-24 0,-1 0-22 16,2 0-14-16,-1 1-24 0,0-5-32 0,0-7-30 16,0 16-38-16,0-16-45 0,3 11-26 0,-3-7-173 15,0-4-446-15,0 0 197 0</inkml:trace>
  <inkml:trace contextRef="#ctx0" brushRef="#br0" timeOffset="118799.92">28732 5736 59 0,'7'-8'188'0,"-2"5"-7"16,4-3-7-16,0 1-4 0,-2 1-17 0,5 3-18 15,-1 1-10-15,2 2-11 0,-3 0-3 0,7 4-9 16,-4 0-9-16,-3 1-9 0,0 2-1 0,-1 0-3 15,-1 2-1-15,-1 2 12 0,-4-2 6 0,1-1-7 16,0 0 1-16,-4 3-2 0,-1-4-4 0,-5 2-6 16,0-3-11-16,1 2 0 0,-4 0-12 0,-3-2-5 15,0-1-21-15,-2 0-16 0,1 0-24 0,1-5-30 16,-1 3-42-16,3-2-46 0,-1-2-51 0,4-1-56 16,-3 0-126-16,10 0-392 0,0 0 174 0</inkml:trace>
  <inkml:trace contextRef="#ctx0" brushRef="#br0" timeOffset="119212.57">29022 5746 142 0,'0'0'224'0,"7"-4"-8"16,-7 4-18-16,0 0-13 0,6-3-21 0,-6 3-12 16,0 0-3-16,0 0-1 0,1 14-6 0,1-4-2 0,-2-3-3 15,-2 5-14-15,1-1 1 0,0 0-17 16,0-1-6-16,-1 0-12 0,4 1-6 0,-4-3-9 15,4 3-5-15,1-1-6 0,0-1-7 0,1-4-3 16,0 4-6-16,0-3 2 0,-1-2-9 0,5 1-1 16,-1-3-2-16,3 0-2 0,1-2-4 0,1 0-3 15,-2-1-3-15,1 0-1 0,1-3-2 0,-3 0-6 16,4 1-1-16,-2-3 8 0,-2 0-10 0,2-1-4 16,-2-1-1-16,3-4 1 0,-2 3-7 0,-3-2 5 15,-1 0 0-15,3-2-3 0,-3 2-1 0,-2-1 3 16,3 2 8-16,-5 1 8 0,2 2 0 0,-3 1 10 15,-1 6-2-15,4-10-2 0,-4 10-5 0,3-6-6 16,-3 6-6-16,0 0 1 0,0 0-6 0,0 0 2 16,0 0 0-16,0 0 12 0,-11 24-3 0,8-15 3 15,-1 1 4-15,0 3-6 0,0-4 1 0,1 3 1 0,0-3-4 16,3 3 1-16,0 0-4 0,0-4 3 0,5 3-16 16,-1-1-14-16,2 0-19 0,0-1-21 15,2-1-34-15,5-2-42 0,-2-2-53 0,8 0-58 16,-2-4-51-16,-3 0-181 0,3-2-513 0,-3-1 228 15</inkml:trace>
  <inkml:trace contextRef="#ctx0" brushRef="#br0" timeOffset="119482.83">29568 5579 166 0,'3'-10'259'0,"-2"-2"5"15,0 7-16-15,-1 5-9 0,2-12-12 0,-2 12-19 0,1-7-22 16,-1 7-16-16,0 0-32 0,0 0-3 0,0 0-2 15,0 0-2-15,0 0 4 0,-3 40-7 16,-1-15 8-16,2 0 3 0,-1 2 3 0,-1-1-12 16,1 0-9-16,-1-1-6 0,-1 1-9 0,0-1-11 15,2-6-9-15,0 0-4 0,2-3-4 0,0 1-10 0,0-2-6 16,2-3-13-16,1 0 9 0,-3-1-14 16,5 1-1-16,-3-2-17 0,3 0-25 0,4-1-25 15,-1-1-21-15,0-1-18 0,4-2-23 0,1 0-24 16,-3 0-23-16,5-5-33 0,-1 0-26 0,-1 0-38 0,4-3-36 15,-3 0-33-15,0-2-157 0,-2-3-494 16,-2 2 219-16</inkml:trace>
  <inkml:trace contextRef="#ctx0" brushRef="#br0" timeOffset="119649.18">29443 5676 73 0,'-12'-4'211'0,"1"2"0"16,1-1-9-16,3 3-11 0,7 0-14 0,-10-3-12 15,10 3-14-15,0 0-10 0,0 0-6 16,0 0-15-16,52 0-13 0,-18 0-12 0,5 1-7 16,14 1-31-16,2-2-26 0,-3 0-37 0,-14-2-44 0,16-2-68 15,-17 2-50-15,-2 0-135 0,0-2-327 16,-1-1 146-16</inkml:trace>
  <inkml:trace contextRef="#ctx0" brushRef="#br0" timeOffset="124212.8">30115 5804 120 0,'-5'-12'150'0,"0"0"-1"16,0-2 3-16,1 3 6 0,0 0 1 0,2 1-9 15,-1 1-3-15,2 3-4 0,1 6 2 0,-3-10-14 16,3 10-7-16,-3-8-16 0,3 8-7 0,0 0-16 15,-1-9-4-15,1 9-8 0,0 0-4 0,0 0-2 16,0 0 0-16,0 0-2 0,0 0 5 0,9 29-2 16,-4-18-4-16,2-1-6 0,-1 1-3 0,2 4-6 15,-2-1 4-15,1 3-14 0,-2-7-3 0,2 2 1 16,-2 2-6-16,3 1-6 0,-1-4 1 0,-2-1-4 16,2 1 4-16,1-1-3 0,-2 0-9 15,0-2 2-15,-1 1 6 0,1-1 1 0,0-1-11 0,-2-1-3 16,0-3 4-16,-4-3-2 0,7 7-2 0,-7-7 3 15,6 4 3-15,-6-4-6 0,0 0 4 0,0 0-5 16,13-9 4-16,-6 1-4 0,1-1 0 16,0-1-3-16,3-3 2 0,-3 0-1 0,3-1-1 15,-2-1 1-15,-1-2-1 0,3 0-2 0,-3-1-3 0,0 0-1 16,0 3 1-16,-1 4 4 0,-2-1-2 0,-1 1-7 16,2 1-1-16,-2 1-16 0,-2 3-12 0,-2 6-21 15,3-9-25-15,-3 9-29 0,4-5-26 0,-4 5-15 16,0 0-19-16,0 0-4 0,0 0-13 0,0 0-7 15,0 0-152-15,-28 19-372 0,21-14 164 0</inkml:trace>
  <inkml:trace contextRef="#ctx0" brushRef="#br0" timeOffset="124530.97">30366 5821 93 0,'0'0'126'0,"2"8"-7"0,-2-8 2 0,0 0 5 16,0 9 1-16,0-9-2 0,-1 11-7 0,1-11-9 15,-1 14 0-15,3-7-10 0,-2-7-3 0,0 13-15 16,0-5-4-16,4 1-7 0,-3-3-1 0,3 1-1 16,1-1-1-16,-1-1 1 0,4 2 1 0,-2-4-2 15,1 1 4-15,4-1-5 0,-5-2-5 0,5 0 0 16,3-1 1-16,-4 0 6 0,1-2-5 0,2-2-5 16,-4 1-4-16,1 0-4 0,2-1-5 0,-1-4 2 15,-2 2-9-15,-1-1-2 0,0 0-2 0,-2-3-9 16,-1 0 1-16,-2 0 2 0,-2-2-5 0,-1 0-8 15,0 0-5-15,-1-3-2 0,-3 2 3 16,-3 3-8-16,2 0-6 0,-1 2-10 0,-2-1-13 0,-1 4-10 16,-1-1-9-16,-1 4-11 0,0-2-15 0,1 4-10 15,-3 2-21-15,2 0-23 0,1 0-40 0,-2 1-19 16,2 1-160-16,0 2-371 0,2-2 164 0</inkml:trace>
  <inkml:trace contextRef="#ctx0" brushRef="#br0" timeOffset="124781.37">30695 5669 62 0,'4'-9'198'16,"1"0"7"-16,-2 4-5 0,-1 0-4 0,-2 5-15 16,4-10-18-16,-4 10-22 0,4-4-18 0,-4 4-13 15,0 0-11-15,0 0-4 0,0 0-4 0,8 26 6 16,-5-10-6-16,-3 1-4 0,3 0-8 0,-2 0-8 15,-2 1-6-15,1 0-5 0,-3 0-8 0,5-1-3 16,-2 0-5-16,0-1-5 0,0 1-11 0,0-1-23 16,0-4-22-16,1 0-30 0,0 0-43 0,-2 0-21 15,2-3-51-15,1 1-50 0,-2-3-120 0,0-7-360 16,1 10 159-16</inkml:trace>
  <inkml:trace contextRef="#ctx0" brushRef="#br0" timeOffset="125002.68">30979 5672 215 0,'1'-5'208'0,"2"-1"-15"15,-3 6-21-15,4-6-20 0,-4 6-11 0,0 0 5 16,0 0-5-16,0 0 4 0,-8 33 4 0,3-16-7 16,0 0-6-16,0 4-13 0,0-1-11 0,-1-3-8 15,3 2-13-15,0 0-7 0,-1-3-7 0,2 3-7 16,-1-1-3-16,3-1-8 0,0-1-5 0,0-3-6 15,0-1-14-15,0 0-23 0,0 0-22 0,1-2-34 16,-1 0-34-16,2-2-31 0,-1-3-31 0,-1-5-25 16,2 11-25-16,-2-11-9 0,0 0-123 0,0 0-347 15,0 0 153-15</inkml:trace>
  <inkml:trace contextRef="#ctx0" brushRef="#br0" timeOffset="126098.06">30868 5793 121 0,'0'0'125'0,"-1"-8"-8"16,1 8 1-16,0 0-5 0,15-3-4 0,-1 3-10 16,5 0-6-16,9 0-11 0,0 3-3 0,3-1-5 15,2 0-19-15,-2-2 4 0,1 2-3 0,-2-1-8 16,0-1-4-16,-11 1-6 0,-1 1-6 0,-1-2-2 16,-5 0 1-16,-1-2-2 0,-4 1 12 0,-7 1 12 15,12 0 9-15,-12 0 3 0,10-3 6 0,-10 3-12 16,0 0 0-16,0 0-8 0,0 0-8 0,0 0-2 15,0 0-2-15,0 0 4 0,0 0 0 0,-34 7 4 16,22-2-7-16,1 0 2 0,0 2 3 0,0-2-3 16,1 2 0-16,-1 1-7 0,2 0-1 0,1 0-3 15,0-1-4-15,3 1-2 0,1-1-3 0,1 1-1 16,3-1 1-16,0-7-2 0,1 14-1 0,2-8 0 16,3 1-2-16,0-2-5 0,4 0 0 0,-4-1 3 15,3 0-2-15,0-3-1 0,1 1-2 16,2-2 4-16,-12 0-8 0,19-2-1 0,-9-1 6 0,-1 1-12 15,1-1 0-15,-3-2 4 0,2-1-4 0,-1-1-3 16,0 0 3-16,-1 0-2 0,-2 0-1 0,-3-1-1 16,1-1 0-16,-2 1 0 0,3 2 2 15,-4 6-1-15,5-11 5 0,-5 11-9 0,3-9-1 16,-3 9-4-16,0 0 4 0,1-6-2 0,-1 6 0 16,0 0 1-16,0 0 5 0,0 0-1 0,0 0 1 0,0 0 0 15,-8 24-4-15,8-24 4 0,0 15 7 0,4-8-5 16,-3 0 3-16,4 0-6 0,-1 0 7 0,3 0-2 15,-2-2 6-15,6 0-1 0,0-2 0 0,0 1 1 16,2-2-2-16,0 0 0 0,2-1 3 16,2 0-2-16,-3-3 3 0,-2 0 9 0,0 2 1 0,-1-4 0 15,-2-1-1-15,2 0 1 0,-2 0-3 0,0-1 9 16,-3-1-4-16,2 1-2 0,-2-3-2 0,0 1 0 16,0-4 0-16,-4 1-3 0,-1 1 2 0,1-2 0 15,-1 2-6-15,-2 1 2 0,-1 0-1 0,2 9-3 16,-2-13-1-16,1 8 0 0,1 5-3 0,-7-9-2 15,3 6 0-15,4 3-5 0,-14 0 11 0,14 0-7 16,-18 7-4-16,7-3 6 0,2 4-9 0,1-1 6 16,-1 0-1-16,2-1-3 0,-1 1 6 15,4-2-2-15,0 0 7 0,4-5-8 0,-2 14 4 0,2-9-3 16,0-5 1-16,0 13 4 0,0-13-3 0,3 8 0 16,0-4 16-16,-3-4-19 0,6 4 9 0,-6-4 0 15,8 3-4-15,-8-3-4 0,9 1 2 0,-9-1 0 16,0 0-1-16,0 0-1 0,14-4 4 0,-9 1 1 15,-5 3-1-15,5-4-3 0,-5 4-2 0,0 0 0 16,9-3 0-16,-9 3-4 0,0 0 0 0,0 0 1 16,0 0-5-16,12 10 2 0,-11-2-1 0,2 3 3 15,-1 5 0-15,0 1 5 0,-2 9-3 0,-2 1-3 16,0 2 6-16,2 7 0 0,-3-3 1 0,2 1 0 16,-2 0-1-16,3-2 4 0,-2 0 5 0,0 0 11 15,-3-3-7-15,1-3 1 0,1 3-1 0,0-5-1 16,1-6 2-16,-2-1-4 0,0-1 3 0,-1-3 1 15,-2 2-2-15,0-7 2 0,0 1 3 0,0-1 0 16,-1-3-4-16,-2-2-1 0,0 0 2 0,2-3-3 16,8 0 0-16,-15-1-1 0,8-4-10 0,2-4-9 15,0 2-7-15,2-5-9 0,1-1-9 0,4-6-2 16,6-5-4-16,1-1-2 0,5 1 0 0,3-1-3 16,2 1-1-16,1-2 0 0,5 0 0 0,-1 0 0 15,10-8 6-15,-7 11-3 0,0-1 5 0,-2 1-2 16,1-1 9-16,-5 3 0 0,0-1 6 0,0 3 0 15,-5-1 6-15,-2-2 2 0,-3 5-1 0,-2 2 6 16,-2-3 4-16,1 1 13 0,-2 0 30 0,-3 1 0 16,-1 4 3-16,0 0-5 0,-2 1 3 0,0 2 0 15,0-1-3-15,0 10-3 0,-4-9 0 0,1 4-9 16,3 5 4-16,-9-2 0 0,9 2 2 0,-18 7 9 16,7-1-5-16,0 2 1 0,-2 3-4 0,2 1-2 15,1 2-12-15,3 0-14 0,1-1-22 0,4 1-35 16,-1 2-33-16,3-5-29 0,7 5-44 0,-1-6-50 15,3-1-149-15,1 1-394 0,7 0 175 0</inkml:trace>
  <inkml:trace contextRef="#ctx0" brushRef="#br0" timeOffset="126500.56">32251 5827 177 0,'-9'-4'192'0,"-2"4"-3"0,1 2 1 0,-1 1-10 16,-3 1-8-16,2 2-9 0,2 2-10 0,-3 2-16 15,-1 3-4-15,5-4-9 0,-5 2-11 0,4 2-10 16,3-2-7-16,0 4-10 0,4-5-7 0,-1 3-13 16,6-1-1-16,-1-2-7 0,2 3-3 0,3-6-4 15,3 3-5-15,0-3-2 0,1 0-7 0,9 0-4 16,-1-4-8-16,0 2 1 0,1-5-9 0,-3 2 0 15,-3-4 0-15,0 1-3 0,1-2 0 0,-3 0-2 16,-2-2 2-16,5-1-4 0,-4 0-1 0,0-1 0 16,0-1-1-16,-1-1 0 0,0 1-1 0,0-1 1 15,1-5-3-15,-5 6-2 0,2-3 4 0,-3 2 8 16,2 1 6-16,-3 3 6 0,-3 5 0 0,6-8-8 16,-3 4 0-16,-3 4-9 0,5-4-2 0,-5 4-4 15,0 0-2-15,0 0 2 0,0 0 1 0,0 0 0 16,0 0-2-16,-3 31-2 0,3-31 5 0,-5 18-2 15,4-6 2-15,-2-2-10 0,2 1-21 0,1 0-20 16,0-11-27-16,0 22-32 0,-1-11-48 0,1-11-37 16,3 16-25-16,0-9-179 0,-3-7-424 0,3 14 187 15</inkml:trace>
  <inkml:trace contextRef="#ctx0" brushRef="#br0" timeOffset="126862.56">32592 5947 79 0,'0'0'177'0,"0"0"3"16,0 0-8-16,0 0-3 0,0 0-6 0,0 0 0 15,-1 20-11-15,1-20-11 0,0 0-6 0,-6 19-10 16,4-13-7-16,2-6-5 0,-4 13-13 0,0-7-10 16,4-6-9-16,0 0-4 0,-2 14-1 0,2-14 9 15,0 0 3-15,-3 7 8 0,3-7 5 0,0 0 5 16,0 0-10-16,0 0-7 0,0 0-11 0,0 0-11 15,0 0-3-15,17-17-10 0,-11 10 2 0,4-1-8 16,-1-3-3-16,4 0-6 0,-13 11-10 0,0 0-4 16,45-36-4-16,-31 23-3 0,-14 13-37 0,33-24 2 15,-33 24 0-15,31-19-2 0,-31 19 3 0,24-13 3 16,-24 13-1-16,0 0 0 0,0 0-6 0,33-9 6 16,-33 9 0-16,0 0-3 0,0 0 5 0,0 0-2 15,0 0 8-15,34 38-3 0,-34-38 2 0,10 23 1 16,-10-23-8-16,5 32-25 0,-5-32-23 0,0 0-28 15,5 38-35-15,-5-38-44 0,0 0-44 0,10 30-36 16,-10-30-136-16,0 0-417 0,15 22 186 0</inkml:trace>
  <inkml:trace contextRef="#ctx0" brushRef="#br0" timeOffset="127280.55">33127 5902 80 0,'0'0'198'0,"0"0"-4"0,-24-33-13 0,24 33-12 16,0 0-9-16,0 0-11 0,-38-10-6 0,38 10-5 16,0 0 0-16,0 0-10 0,0 0 2 15,-67 28 0-15,67-28-9 0,-28 18-11 0,28-18-11 16,-18 18-14-16,18-18-3 0,-15 20-7 0,15-20-9 0,0 0-8 16,0 0-3-16,-9 34-8 0,9-34-1 0,0 0-3 15,0 0 4-15,0 0-15 0,0 0-2 16,0 0-7-16,37 29-5 0,-37-29-3 0,0 0-2 0,0 0 3 15,50-5-1-15,-50 5-6 0,0 0 3 16,0 0 4-16,47-27-3 0,-47 27-7 0,21-28-2 16,-21 28 1-16,17-32 1 0,-17 32 0 0,16-40 0 0,-11 20 2 15,-5 20-5-15,15-48 2 0,-10 24-3 0,-5 24-2 16,7-53 4-16,-7 53 2 0,6-34 13 16,-6 34 10-16,6-23 13 0,-6 23 1 0,0 0-5 15,0 0-1-15,0 0-10 0,0 0-6 0,0 0 0 16,0 0-7-16,0 0 10 0,0 0 3 0,0 0 2 0,0 0-5 15,0 0 6-15,-26 101-2 0,19-75-4 0,7-26 2 16,-6 52-6-16,6-25-1 0,0-27 1 0,6 53-10 16,-6-53-26-16,7 46-28 0,-2-20-22 15,-5-26-34-15,6 44-44 0,-6-44-51 0,7 35-59 16,-7-35-229-16,-2 36-524 0,2-36 232 0</inkml:trace>
  <inkml:trace contextRef="#ctx0" brushRef="#br0" timeOffset="128363.18">22667 6063 101 0,'-4'-8'187'0,"4"8"-6"0,-4-9-11 0,4 9-20 0,-10-2-2 16,10 2-11-16,-14 7-6 0,3-1-3 0,-10 11-6 15,0 4-9-15,1 2-11 0,1 3-1 0,1 2-7 16,3-3 7-16,1 6-9 0,5-2-2 0,1 2-3 16,3 1-8-16,3-3-3 0,0 1-2 0,1-3-2 15,4 2-1-15,-2-10-5 0,1 1-1 0,2-1-9 16,0-1 2-16,-1 0-10 0,2-1 0 0,-1 0-9 16,-1-4-5-16,1-2 2 0,-3 1-4 0,1-2-4 15,-1 0-9-15,-1-1-22 0,0-1-13 0,0-8-20 16,-1 14-19-16,-1-9-21 0,2-5-28 0,-7 12-32 15,3-9-27-15,-1 1-42 0,5-4-23 0,-13 0-125 16,13 0-381-16,-15-4 168 0</inkml:trace>
  <inkml:trace contextRef="#ctx0" brushRef="#br0" timeOffset="128896.06">22327 6486 77 0,'7'-7'153'0,"-7"7"-5"0,14-6-2 0,-3 1 2 15,2 1-10-15,7 0 0 0,11-2-13 0,0-1-14 16,1 1-10-16,0 2-12 0,4-1-6 0,-1-2-9 16,0 1-7-16,-3 1-6 0,-2-1 0 0,-4 0-8 15,1-1-5-15,-8 3-8 0,-1-3-6 0,0 1 1 16,-2 0-3-16,-4 0-1 0,-2-1 3 0,0 1-2 16,-2-1 6-16,-2 3 5 0,-2-1 3 0,-1 0-7 15,-1-2-3-15,-2 7-3 0,0-7 0 0,0 7-4 16,-6-12-1-16,2 8-2 0,4 4-1 0,-12-3-3 15,4 3-3-15,8 0-3 0,-21 3 6 0,8 1 0 16,-1 5 1-16,-1 1 8 0,1 3-3 16,1-1 2-16,-1 1 2 0,2 2-4 0,1-1 1 0,2 0-4 15,5-2 1-15,-1 4-1 0,3-5-1 0,2 1-5 16,1-1-3-16,5 0 5 0,2 0-6 0,0-1 2 16,8 0 3-16,3-2-4 0,-3-1-2 0,4-1-2 15,1-2 0-15,7-1-2 0,0-1-1 0,-6-4-3 16,-3 2 2-16,1-2-2 0,-1 0-1 0,-1-3-2 15,1-1 0-15,-1-3 1 0,-2 3 0 0,-2-3-6 16,-4 2 4-16,3-4-3 0,-4 0 2 0,-3 0-4 16,0 1 2-16,-3-2 1 0,0-2-1 0,-1 3-3 15,-3-5 4-15,0 4-5 0,1 1-1 0,-3 1 1 16,0 3 0-16,1 1 0 0,2 6-2 0,-8-8-1 16,-1 6 2-16,9 2-5 0,-16 2 2 0,7 3 5 15,-3 3-2-15,-2 1 2 0,3 5 0 0,0-1 0 16,0 2 1-16,-2-2-1 0,7 2 2 0,1-4 2 0,-1 4-1 15,6-1 1-15,2-2 4 0,-1-1-17 16,4 2-15-16,2-2-24 0,5 0-22 0,-3-2-35 16,5 2-26-16,3-3-28 0,1-1-20 0,1 0-15 15,1-2-135-15,0-1-361 0,-2-1 159 0</inkml:trace>
  <inkml:trace contextRef="#ctx0" brushRef="#br0" timeOffset="129298.4">23314 6445 116 0,'-5'-8'178'0,"1"-1"5"16,-4-1 1-16,1 5-5 0,-2-2-8 0,0 3-12 0,-3 1-9 16,2 0-3-16,0 4-15 0,-3 1-4 15,1 5 0-15,-4 2-5 0,2 3-7 0,-1 1-5 16,0 1-7-16,3 0-12 0,1-1-6 0,2-1-11 16,4 0-6-16,-1-2-9 0,1 0-3 0,2 1-1 15,2 0-9-15,2-1-4 0,2 0-8 0,-1-3 0 0,3-2-4 16,0 0-5-16,1-2-2 0,3 2-9 0,3-4-4 15,-1 1-8-15,2-2-3 0,0-2-5 0,4-2 1 16,1-1-2-16,-6 1 3 0,3-6-1 16,-4-1 1-16,3 0 0 0,-2-2 2 0,-2-1 0 0,0-2 1 15,-3-1-3-15,3-7 1 0,-4 6 1 0,2-7-1 16,-4 1 0-16,1-1 8 0,-1-1 2 0,0 2 2 16,0-2-1-16,-2 7 1 0,1 1 2 0,0 0 6 15,-1 2 12-15,-1 6 0 0,0 4 0 16,0-1-4-16,-1 7-6 0,2-9-6 0,-2 9 0 0,0 0-2 15,0 0-5-15,0 0 0 0,0 0-2 0,-10 31-1 16,6-12 2-16,-4 5 2 0,3 1 2 16,1 1-1-16,-1-2-6 0,0-3 0 0,1-2-16 15,0-1-19-15,3 7-21 0,0-6-29 0,1 1-39 0,-2-5-34 16,4 1-43-16,0 0-30 0,1-4-183 16,-1 0-444-16,3-4 196 0</inkml:trace>
  <inkml:trace contextRef="#ctx0" brushRef="#br0" timeOffset="129697.96">23609 6231 61 0,'-1'-12'226'0,"2"3"-7"0,-1 3-19 0,0 6-22 16,0-9-15-16,0 9-12 0,0 0-10 15,0 0 4-15,-8 27-10 0,2-3-3 0,1 2-4 0,-2 2-13 16,2-1-7-16,3 2-8 0,-2-2-4 0,3-1 3 15,-3-1-1-15,3-2-8 0,-2-4-8 16,6-2-9-16,-6-1-8 0,2-6-5 0,1 2-6 16,-2-3-2-16,2-3-5 0,0-6-2 0,-1 9-2 0,1-9-6 15,-1 9 4-15,1-9 4 0,0 0 5 0,1 6-6 16,-1-6-2-16,0 0-3 0,0 0 1 16,0 0-4-16,0 0-9 0,12-13-6 0,-5 3-5 0,1 1-11 15,5-2-4-15,-3 1-5 0,5-1-3 16,2 1-7-16,-2 2 4 0,3-1-3 0,-1 5-1 0,-3 0-1 15,-3 4 1-15,3 0-2 0,-7 3 2 0,3-1 0 16,-1 4-2-16,1 1 7 0,-6 1-2 0,1 3 6 16,-4-1-2-16,-1 0 9 0,-1 2-2 0,0 0 3 15,-11 1-2-15,2 1 7 0,0-2-2 0,0 0 2 16,-4-1-3-16,1 0-1 0,-2-1-4 0,-1-2-15 16,4-4-13-16,-1 3-19 0,-1-5-20 0,1 2-32 15,3-1-34-15,-1-1-34 0,5-2-37 0,6 0-44 16,0 0-152-16,-13-4-432 0,13 4 191 0</inkml:trace>
  <inkml:trace contextRef="#ctx0" brushRef="#br0" timeOffset="130084.15">23999 6402 132 0,'0'0'222'0,"-16"0"-5"0,5 4-1 0,0-1-1 16,-1 3-18-16,-3 2-7 0,1 1-17 0,2-1-7 15,-1 3-10-15,2-1-12 0,3 0-16 0,3-2-10 16,0 2-11-16,0 0-13 0,2 0-13 0,2-2-5 16,0-1-1-16,1-7-15 0,2 14-4 0,2-7-5 15,-1-2-3-15,0 0-5 0,3-1-3 0,0 0 0 16,4 0-8-16,0-4-4 0,2 0-5 0,-1-2-2 16,1 1-6-16,1-2-1 0,-2 1-3 0,0-4-3 15,0 1 3-15,-2-2-1 0,-1-2-1 0,3 0 2 16,-1 0-3-16,-3 0-2 0,-2-3-1 0,0 5 3 15,0-4 0-15,-3 4-2 0,0-4 2 0,-1 6 7 16,-1 5-1-16,4-11-2 0,-4 11-6 0,0-6 1 16,0 6-3-16,0 0-10 0,0 0 2 0,0 0 2 15,0 0 0-15,0 0-2 0,0 0 5 0,-4 32-4 16,3-23 1-16,1 2 3 0,-2-1-5 0,4 1 0 16,-2-4-18-16,1 3-20 0,0 0-25 0,1 0-40 15,2-2-41-15,-1-2-38 0,4 2-39 0,-1-2-196 16,0-3-454-16,2 0 201 0</inkml:trace>
  <inkml:trace contextRef="#ctx0" brushRef="#br0" timeOffset="130514.2">24293 6357 212 0,'-4'-3'204'0,"4"3"-21"0,-13-4-5 0,13 4-1 16,-20 9-14-16,3 2-2 0,2 1-7 0,-1 2-10 15,-4 4-3-15,1 3-10 0,5-6-10 0,4 1-4 16,2 0-13-16,3-1-8 0,0 2-11 0,2-4-7 16,3 2-4-16,0-3-7 0,5 4-8 0,4-3-3 15,0-4-5-15,8 2 0 0,1-4-11 0,3 0-18 16,7-1-17-16,2-4-16 0,-2-2-19 0,0 2-17 16,-7-4-16-16,2-1-9 0,-4-1-4 0,-3-1-2 15,1-2 2-15,-2-2-1 0,-1-1 7 0,-5 2-3 16,-2-2 6-16,2-5 11 0,-2 2 2 0,-1-4 12 15,-2 1 12-15,0-3 5 0,-1 1 6 0,-3-2 8 16,0-6 13-16,0 7 7 0,1 0 10 0,-2 2 20 16,1 2 9-16,0 0 4 0,-3 2 14 0,6 4 8 15,-3 2 0-15,0 7 2 0,0-11-7 0,0 11-11 16,0 0-10-16,-3-8-6 0,3 8 0 0,0 0 1 16,0 0 3-16,4 23 10 0,-5-7 19 0,-2 0 1 15,2 4-4-15,-3 4 2 0,1 1-8 0,0-1 1 16,1-5 3-16,1 8-4 0,1-11-8 0,1 3 6 15,-4-2-17-15,4-1-2 0,-2 0-1 0,1 0-12 0,1-5-24 16,-1 1-31-16,-1-3-33 0,2 1-33 16,-1-2-36-16,0-1-39 0,0-7-36 0,0 11-34 15,0-11-30-15,0 0-148 0,-3 9-446 0,3-9 197 16</inkml:trace>
  <inkml:trace contextRef="#ctx0" brushRef="#br0" timeOffset="130802.26">24676 6346 216 0,'4'-4'204'16,"-4"4"-16"-16,7-6-16 0,-7 6 1 0,0 0-4 0,0 0-12 15,0 0-8-15,0 0-12 0,0 0-11 0,-16 32-14 16,5-18-7-16,-1-1-10 0,-3 1-7 0,-1-2-9 16,2 2-8-16,0-4-8 0,0-1-6 0,3-2 1 15,-1 1-9-15,6-3-3 0,-1-1 5 16,2-1 0-16,-1 2 2 0,6-5 4 0,-8 3 3 0,8-3-5 15,-6 4-2-15,6-4-10 0,0 0-2 0,-7 6-5 16,7-6-7-16,0 0-4 0,0 7-3 0,0-7-1 16,6 9-1-16,-1-1-4 0,0 0 1 0,1 1-4 15,3 2 2-15,4 1 0 0,-2-2-2 0,4 1-18 16,-3 0-29-16,4-1-36 0,0 0-44 0,-4-1-51 16,3-1-50-16,2-2-42 0,-8-1-137 0,2-1-426 15,-1 1 189-15</inkml:trace>
  <inkml:trace contextRef="#ctx0" brushRef="#br0" timeOffset="130949.7">24840 6646 118 0,'0'0'269'0,"5"-3"-6"0,-5 3-4 0,0 0-7 15,8-2-6-15,-8 2-12 0,0 0-11 0,0 0-16 16,0 0-24-16,0 0-17 0,0 0-21 0,0 0-15 16,0 0-27-16,0 0-37 0,9-2-36 0,-9 2-43 15,0 0-51-15,0 0-73 0,0 0-70 0,0 0-206 16,0 0-446-16,0 0 198 0</inkml:trace>
  <inkml:trace contextRef="#ctx0" brushRef="#br0" timeOffset="135031.26">22734 7252 127 0,'0'0'234'16,"0"0"-7"-16,0 0-12 0,0 0-20 0,0 0-14 15,-3-13-15-15,3 13-12 0,0 0-14 0,17-15-9 16,-8 6-7-16,2-1-10 0,4-2-8 0,0 0-9 15,8-4-8-15,-6 4-6 0,7-5-7 0,0-1-7 16,1 0-7-16,1 1-5 0,-2-6-4 0,2 3-8 16,-1 1-1-16,0-3-8 0,-1 0-1 0,-4 0-3 15,1-1-5-15,-4 1 1 0,0 1-5 0,-4 5-3 0,-4 0 0 16,1 5 0-16,-5 0-1 0,2-1-2 16,-4 4 1-16,0-2-5 0,0 4-3 0,-3-1 0 15,0 7 0-15,0 0 4 0,-7-14-11 0,2 10-2 16,5 4 8-16,-19 0-5 0,6 3-4 0,-5 1-1 0,-1 3-2 15,2 1 2-15,1 1-2 0,0 1 6 16,5-3-5-16,0 3 4 0,3 1-5 0,4-3 1 16,-2 5 0-16,6 0-1 0,1-1-4 0,3 0 1 15,1 1-4-15,4 2 4 0,4-1-1 0,2 0-1 0,4 3 0 16,2-1 4-16,-4-3-2 0,0-1-2 16,6 4 3-16,-9-6-2 0,-1 0 1 0,0 2 1 15,-3-4 1-15,-5-1-2 0,1 1-2 0,1-1 3 16,-6 0 0-16,0 1 5 0,-1-8 3 0,-1 11-4 0,-3-5 1 15,-1 0-3-15,-1-1 1 0,-6 0 1 0,3 1-3 16,-1-2-9-16,-4-2-6 0,4 1-10 16,-2-3-19-16,3 3-13 0,-1-3-18 0,2 0-20 15,8 0-12-15,-11-2-34 0,11 2-19 0,0 0-16 0,-1-8-11 16,1 8-122-16,0 0-339 0,12-13 151 0</inkml:trace>
  <inkml:trace contextRef="#ctx0" brushRef="#br0" timeOffset="135212.57">23354 6979 16 0,'8'-9'191'0,"0"0"1"16,-3 4 3-16,-1-1 6 0,0 1-7 0,-4 5-10 16,6-7-11-16,-2 3-16 0,-4 4-19 0,0 0-13 15,5-3-8-15,-5 3-17 0,0 0-1 0,0 0-1 16,5 13-1-16,-2-6-6 0,-3 1-7 0,0 2-8 16,0 2-2-16,1-1-13 0,-2 0-1 0,1 4-9 15,1 2-9-15,-2-5-23 0,1 0-22 0,0 0-31 16,0 1-36-16,0-1-34 0,-1-2-51 0,-1 1-31 15,1-1-195-15,-2 1-412 0,0-3 182 0</inkml:trace>
  <inkml:trace contextRef="#ctx0" brushRef="#br0" timeOffset="135394.13">23406 6865 11 0,'1'-8'97'16,"-1"8"-17"-16,0 0-24 0,0 0-17 0,0 0-18 15,13 20-18-15,-6-10-16 0,5 2-36 0,2 1-54 16,-1-1 24-16</inkml:trace>
  <inkml:trace contextRef="#ctx0" brushRef="#br0" timeOffset="135779.41">23735 6982 74 0,'0'0'166'0,"-2"-13"-10"16,1 5-3-16,1 8 1 0,-10-16 0 0,4 9-11 16,0 0-3-16,-3 1-4 0,1 3-2 0,-1-1-8 15,0 1-12-15,-2 0-5 0,0 3-2 16,0 2-5-16,-1 2-13 0,-1 0-9 0,0 1-8 0,3 0-12 16,2 1-4-16,-1-1-2 0,3-1-8 0,1 5-2 15,-2-2-7-15,3 0 1 0,2 0-6 16,2-7 0-16,-2 12-10 0,2-5 0 0,0-7 0 0,6 10-2 15,-3-6 1-15,3-2-2 0,-6-2-7 0,7 6 4 16,-2-3-5-16,-5-3-1 0,11 4-3 0,-2-4 6 16,2 0-8-16,-5 3 2 0,3-3-7 0,-9 0 2 15,19-1-2-15,-9 1 2 0,0 0-3 0,-1 1-2 16,-2 2-2-16,1-2 1 0,2 2 1 0,-1 0-2 16,-1 3 3-16,1-1-1 0,-2 2-4 0,-2 2 2 15,-1 3 3-15,0-2-3 0,-4 3 5 0,0-1-2 16,0 4-1-16,-1-1 0 0,-6-1 6 0,0 0-1 15,-1 1 7-15,2-5 0 0,-1 2 2 0,-3 2-4 16,3-4 5-16,-2-1-2 0,-3 2-1 0,3-3 5 16,-1 0-4-16,2 0-6 0,-1-2-20 0,0 1-22 15,0-3-31-15,3 2-36 0,-4-3-39 0,3-2-50 16,7-1-190-16,-12 1-415 0,3-1 184 0</inkml:trace>
  <inkml:trace contextRef="#ctx0" brushRef="#br0" timeOffset="136162.57">23807 7054 70 0,'5'-3'183'0,"-5"3"-11"0,8-4 3 0,-8 4-5 16,0 0 1-16,14 6-6 0,-14-6-13 0,8 6-9 16,-6 0-16-16,0-1-11 0,-1 3 2 0,-1-8 0 0,2 12-11 15,-2-5-8-15,0-7-8 0,0 13-5 16,0-13-10-16,-2 9-1 0,2-9-6 0,1 10 1 15,-1-10 9-15,0 0-2 0,0 7 8 0,0-7-4 16,0 0-8-16,0 0-8 0,0 0-6 0,0 0 0 16,0 0 1-16,0 0-5 0,1-28-1 0,6 17-4 15,-4 0-6-15,5-5-6 0,1 1-4 0,4-2-1 16,1 4-5-16,4-7-5 0,-4 5 0 0,2 2-8 16,0 0-1-16,0 2 0 0,2 1-1 0,-1 4-2 0,-4 0-3 15,1 0 5-15,-4 3-11 0,0 3-6 0,2 0 1 16,-6 2 2-16,2 1 1 0,1 4 0 15,-3 1-2-15,2 3 3 0,-4 0 0 0,1 0-2 16,-3 5 6-16,1-1-14 0,-2 3-11 0,-1-4-17 0,-1-1-19 16,0-1-17-16,-1-1-30 0,0 2-25 0,-1-1-34 15,2-2-16-15,0-4-50 0,3 2-24 0,-2-8-151 16,0 13-435-16,3-9 193 0</inkml:trace>
  <inkml:trace contextRef="#ctx0" brushRef="#br0" timeOffset="136766.54">24343 7035 84 0,'1'-11'186'0,"1"0"-4"0,-5 0 13 0,1 0-9 16,-1-1-8-16,-3 3-7 0,3 3-10 0,-3 2-9 15,-1-1-9-15,-5 3-3 0,2 3-7 0,-4 2-10 16,3 3 0-16,-9 4 0 0,4 0-5 0,-1 2-6 16,3-1 6-16,-2 1-20 0,3 1-14 0,2 0-5 15,1-2-6-15,6-1-7 0,1 2-10 0,1-1-3 16,1 0-3-16,1-2-4 0,3-2-6 0,0 1-5 15,4-2 3-15,3 0-6 0,0-1-1 0,2-2-5 16,2-1-1-16,-1-4-2 0,1 1-1 0,-3-3-2 16,-1 1 0-16,3-1-9 0,-3-2 8 0,3 0-4 15,-5-1-3-15,2 0-2 0,-2-2 4 0,-1 0 3 16,0-1 6-16,-1 0-8 0,-1-2 0 0,-1-3 0 16,-3 7-1-16,2-3 12 0,-1 4-9 0,2-1 5 15,-4 8-4-15,1-10 0 0,-1 10-7 0,2-7-2 16,-2 7-4-16,0 0 4 0,0 0-12 0,0 0 11 15,0 0 2-15,-14 20-2 0,9-11 3 0,0-2-3 16,-1 3 2-16,1 2-3 0,0 0 0 0,1 0 0 16,3-1 9-16,0 0-4 0,1 1-7 0,2-3 7 15,1 2-2-15,3-2-2 0,2 0 3 0,2-1-1 16,2-2-7-16,3 1-13 0,4-4-8 0,0 0-6 16,-1-2-3-16,0-1-1 0,3-1 5 0,-7-2-1 15,5-1 4-15,-8-2-1 0,1-1 4 0,2-3-2 16,-4 1 6-16,0-7 1 0,1 1 1 0,0-2-3 15,-8-2 4-15,2 1 6 0,0-1 2 0,0-6 3 16,0 0 0-16,-1 5 7 0,-4-5 7 0,2 7 10 16,-2 0 1-16,3 0 3 0,-4 5 17 0,2 4 2 0,-1 1 12 15,0 2 0-15,0 6-14 0,0-13 0 0,0 13-10 16,0 0-9-16,3-6 7 0,-3 6-16 0,0 0-1 16,0 0 3-16,0 0 11 0,-17 42 6 15,13-24 4-15,0 1-3 0,1 1 0 0,-1 4 0 0,1 2-14 16,-5-7 10-16,2 1-4 0,4 0-3 0,0-1-8 15,2 0 12-15,0 0-7 0,0-1-23 0,2-1-33 16,0 0-49-16,1 0-50 0,-3-5-45 16,0 1-60-16,1-2-61 0,1 2-66 0,0-2-202 0,-2-11-610 15,-5 15 270-15</inkml:trace>
  <inkml:trace contextRef="#ctx0" brushRef="#br0" timeOffset="136920.93">24748 7209 312 0,'9'-3'344'0,"-3"3"-29"0,-6 0-5 0,10-3-2 16,-10 3 3-16,10-1-4 0,-10 1-9 0,7-2-21 16,-7 2-29-16,0 0-29 0,0 0-22 0,9-1-19 15,-9 1-29-15,0 0-45 0,0 0-37 0,0 0-79 16,9 6-62-16,-9-6-56 0,2 7-75 0,-2-7-88 16,0 0-246-16,0 0-583 0,0 0 258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27:15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5702 5325 9 0,'0'0'87'0,"0"0"-9"0,-1-7-3 0,1 7-8 16,0 0-5-16,0 0-9 0,0 0 0 0,0 0-11 15,0 0 3-15,0 0-14 0,0 0 3 0,0 0-9 16,0 0-2-16,0 0-3 0,0 0 1 0,0 0-3 15,0 0-4-15,0 0 2 0,6 20 0 0,-6-20 5 16,4 12-1-16,-4-12-5 0,4 6 7 0,-3-1-15 16,-1-5 11-16,2 9-8 0,-2-9 9 0,3 4-4 15,-3-4 6-15,0 0-7 0,3 8 11 0,-3-8-4 16,0 0 3-16,0 0 4 0,0 0-5 0,2 7 8 16,-2-7 1-16,0 0-3 0,0 0 4 0,0 0 9 15,0 0-2-15,0 0 6 0,0 0 5 0,0 0 0 16,0 0-1-16,0 0-6 0,0 0-7 0,0 0-1 15,11-17-2-15,-5 6-10 0,4-3 2 16,-1-2-6-16,4 0 2 0,2-7-5 0,5 0-3 0,2-4-28 16,5 0-17-16,10-10-26 0,5 1-19 0,3-4-31 15,25-15-27-15,-22 18-92 0,0-2-244 0,20-14 109 16</inkml:trace>
  <inkml:trace contextRef="#ctx0" brushRef="#br0" timeOffset="575.04">8211 5177 23 0,'0'0'121'0,"0"0"8"0,-7-5-5 0,7 5 0 0,0 0-11 15,0 0-5-15,0 0-10 0,0 0-9 16,-3-6-10-16,3 6-8 0,0 0-13 0,0 0-5 0,0 0-7 15,0 0-7-15,0 0-3 0,0 0-7 0,0 0-5 16,0 0 4-16,0 0 5 0,0 0 2 0,0 0-2 16,7 25-3-16,-6-17-2 0,1-1 0 15,0 2-3-15,1-1 2 0,-2 0-6 16,2-2 2-16,0 0-9 0,-3-6 5 0,4 9-1 0,-4-9 10 0,7 4 2 16,-7-4-7-16,14-5 1 0,0-8-5 15,10-4-8-15,15-13-3 0,4-6-23 0,23-19-16 0,1 1-14 16,2-7-21-16,4 0-19 0,-3 7-25 0,-2 1-14 15,-21 10-109-15,0 3-251 0,-2-1 112 0</inkml:trace>
  <inkml:trace contextRef="#ctx0" brushRef="#br0" timeOffset="1321.95">12050 5249 87 0,'0'0'129'0,"0"-11"-13"0,0 11-14 0,0 0-17 16,0 0-3-16,0 0-8 0,0 0 1 0,0 0 4 16,0 0-14-16,0 0 1 0,0 0 8 0,0 0 2 15,10 21-4-15,-10-21-4 0,0 9-10 0,0-9-1 0,2 6 2 16,-2-6 7-16,4 5 7 0,-4-5 8 16,0 0 3-16,13-4-3 0,2-5-13 0,12-7-20 15,4-5-7-15,16-11-14 0,7-2-18 0,24-18-26 16,1 5-34-16,0-7-37 0,1 1-29 0,1-2-33 15,5 6-114-15,-8-4-285 0,1-2 127 0</inkml:trace>
  <inkml:trace contextRef="#ctx0" brushRef="#br0" timeOffset="198859.74">27442 8039 8 0,'0'0'49'0,"-6"3"-7"0,6-3-7 0,0 0-9 0,0 0-13 16,0 0-16-16,0 0-26 0,7 19-30 0,-7-19 13 15</inkml:trace>
  <inkml:trace contextRef="#ctx0" brushRef="#br0" timeOffset="202572.46">12584 8116 3 0,'-8'-1'36'0,"-3"-1"-10"0,2 0-9 15,-3 1-3-15,1 0 1 0,1-1-5 0,-2 4-5 16,3-2-6-16,0 1-1 0,9-1 0 0,-14 0-1 16,14 0 0-16,-10 1 0 0,10-1 1 0,-9 2 4 15,9-2-1-15,-10 2-1 0,10-2 4 0,-9 0 4 16,9 0 0-16,-10 3-1 0,10-3 5 0,-8 2-2 16,8-2 2-16,0 0 0 0,-9 3 1 0,9-3 2 15,-8 1 3-15,8-1 7 0,0 0-5 0,-7 1 0 16,7-1-2-16,0 0 4 0,0 0-3 0,-10 1-9 15,10-1 10-15,0 0-3 0,0 0 5 0,-9 3-5 16,9-3-1-16,0 0 1 0,0 0-6 0,0 0 3 16,0 0-10-16,0 0 6 0,-6 3-5 0,6-3 3 15,0 0-1-15,0 0 2 0,0 0-4 0,0 0-1 16,0 0-2-16,0 0 7 0,0 0-4 0,0 0-5 16,0 0-1-16,9 11 11 0,-9-11-6 0,6 4 8 0,-6-4-4 15,8 7 0-15,-3-6-1 0,1 3 2 16,0-2-1-16,-1 1-1 0,5 3-6 0,2-2-2 15,-3 0 17-15,3 1-8 0,1-1-5 0,5 1 1 16,-7 0-3-16,2 1 7 0,1-3-1 0,-1 1 1 0,6 1-1 16,2-1 5-16,0 1 3 0,6 0-2 0,0-1-1 15,0-1-1-15,1 3 0 0,0-1-2 16,0-2 4-16,1 2-5 0,0 3 5 0,-1-7-3 16,0 5 0-16,3-3-5 0,-2 2 9 0,0 0-8 0,-1-1 8 15,3 2-14-15,-4 1 11 0,0-3-9 16,2-1 4-16,1 1 2 0,-1 1-1 0,0-1-2 15,0 1-2-15,3-1 8 0,-3 2 1 0,5-3-10 16,-1 1 4-16,-1 0-6 0,3 0-1 0,-1-1 5 16,0 2-2-16,-1-2 4 0,1 1-2 0,2-1-5 0,-2 0 4 15,0 0-5-15,2 1 1 0,-3-1-2 0,1-2 1 16,3 3 7-16,-5 0 4 0,1 1-9 16,-1-1 2-16,0-3 1 0,-3 3-6 0,2 1 2 15,-2-4 5-15,1 2-8 0,-3-1 3 0,-3-1 7 0,-5 2-3 16,11-1-1-16,-4 0-3 0,3 0 3 0,0 4-3 15,0-4 14-15,-8-2-12 0,8 2 1 0,0-2-4 16,3 1 2-16,-1-1 2 0,-2 0-13 16,2 2 17-16,-1-4-5 0,2 4-2 0,-3 1 0 0,2-2-1 15,0-2 1-15,-2 2 2 0,1 0-6 0,-1 1 4 16,1-2-5-16,-2 1 6 0,-1-1-2 0,-6 0 3 16,8 0-3-16,-2 3 4 0,2-3-5 0,-4 1 0 15,6-1 0-15,-4 1 3 0,1-2-6 16,2 0 6-16,0-2-2 0,-1 6 7 0,2-3-8 0,0-3-8 15,-2 6 5-15,2-2 0 0,-3-2 1 0,4-2-4 16,-1 3 8-16,-1 0-5 0,-3 3 2 0,4-1-1 16,-2-2 1-16,1-1-11 0,-1 2 11 0,0-1-2 15,3 0 7-15,-1 0-1 0,0 3 2 0,-1-3-10 16,1 1 9-16,0 2-8 0,1-2 2 0,0 0 1 16,1 2-2-16,-3-2 1 0,2 3-1 0,2-3 1 15,-1 3 2-15,-1-3 2 0,2 3-6 0,1-1 6 16,-2-2 2-16,1 3-1 0,2 0 1 0,-2-2-10 15,3-1 13-15,0 3-8 0,3-4 1 0,-2 6 10 16,15-2-10-16,-14-2 3 0,12-1-5 0,-1 2 0 16,2-2 4-16,-16 2-1 0,2-3-4 0,13 0 1 15,3 1-1-15,-4 0 8 0,2-1 2 0,0-1-1 0,-2 0 3 16,4 1-1-16,0-3-3 0,-4 1-3 16,2 0 3-16,3-1-10 0,0-1 16 0,-4 2-3 15,0-2-4-15,3 4-3 0,-3-1 6 0,1-2-1 16,1 0 2-16,2-4-2 0,-5 5-2 0,4-2 4 15,-1 0 3-15,-1-2 1 0,2 0 2 0,-2 4-4 16,2-2-3-16,-16 1 2 0,15 1-1 0,-2-2-8 16,-17 0 6-16,3 0 6 0,-1 1-3 0,-1 1 0 15,-5 2 6-15,2-1-8 0,-5-2 3 0,0 3-2 0,-6 0 6 16,-2-1-11-16,0-2 3 0,-3 2 0 16,-3 1 1-16,-1-2-3 0,1 1 3 0,-1 2-1 0,-12-1 0 15,20 0 2-15,-12-1-11 0,-8 1-7 16,12 1-7-16,-12-1-19 0,9 1-7 0,-9-1-20 15,0 0-66-15,0 0-142 0,0 0 64 0</inkml:trace>
  <inkml:trace contextRef="#ctx0" brushRef="#br0" timeOffset="203184.47">20165 8450 3 0,'0'0'48'16,"0"0"-7"-16,0 0 2 0,0 0-1 0,20 13-4 16,-12-11 3-16,2 1-2 0,2 0-3 0,2-1-2 15,2-1 3-15,6 0-13 0,0 2 5 0,6 0-6 16,0-2-2-16,-2 1 3 0,2 2-2 0,0-2-2 16,1 0 3-16,2-1 2 0,3 1 5 0,3-1 2 15,2 0-15-15,11-1 2 0,1 2 6 0,-13 2-7 16,16-3 1-16,-3 1-7 0,0 2 8 0,-1 1-5 15,3-3 3-15,-3-1-1 0,0 0 4 0,3 2-8 16,-15 1-2-16,0-2 2 0,-1 1 1 0,2-1-4 0,-4 1 5 16,0 3-6-16,-2-3 1 0,-2-1-2 0,-3 0 4 15,-8 0-1-15,-3 0-3 0,-3-2-1 16,-4 2 4-16,1-2-3 0,-5 0 4 0,2 1 4 16,-8-1 4-16,0 0-1 0,10 2-5 0,-10-2 1 0,0 0-9 15,0 0-21-15,0 0-21 0,0 0-15 16,-47-4-24-16,15 5-86 0,-7-2-173 0,-17-2 77 0</inkml:trace>
  <inkml:trace contextRef="#ctx0" brushRef="#br0" timeOffset="204492.84">6912 9292 34 0,'0'0'37'15,"-23"4"-6"-15,23-4-4 0,0 0-8 0,0 0-1 16,0 0 5-16,0 0-3 0,0 0 2 0,0 0-9 16,0 0-1-16,0 0-1 0,0 0-3 0,0 0 2 15,0 0-1-15,0 0-2 0,0 0 0 0,0 0-3 16,0 0 2-16,0 0 0 0,13 10-1 0,-7-7-1 15,5-1-2-15,-1 2 9 0,0-2-5 0,4 0 5 16,4 2-2-16,2-1 0 0,2 2 2 0,0-1 6 16,7 0-8-16,1 0 9 0,-1 0-1 0,3 0-3 15,0-1 2-15,1 1-7 0,2-1 6 0,2 1 3 16,1 2-6-16,14-5 3 0,-2 4-2 0,1-1-4 16,3 2-1-16,-1-2-3 0,2-2 6 0,2 2-2 15,1-1 1-15,-2 0-2 0,1-3-6 0,3 0 2 16,-3 0 3-16,3-3-1 0,-3 0-2 0,2 1 6 15,-2 0-22-15,0-1 22 0,-2 3-12 0,-2-2 6 16,0 2 1-16,-1 2 2 0,-14-2 2 0,1 3-10 16,-2 1 5-16,4 2 0 0,-3-2-5 0,-2 2 2 15,0 0-4-15,-2 1 7 0,1 0-2 0,-3 1 1 16,-2 0-2-16,2 1 7 0,-4-2-8 0,2 2-8 16,-5 2 10-16,2-2 4 0,-5-2-4 0,3 2-7 15,-7-2 5-15,8 1 2 0,-7-4 1 0,0 2 0 16,2-2 1-16,-4-1-11 0,0-1 9 0,2 0 0 15,-6 1 5-15,1-2-2 0,-1 1-7 0,0 0 5 16,-4-1-10-16,2 0-4 0,1 1-7 0,-5-1-8 16,-2 1-14-16,2 1-17 0,-2 1-37 0,-5-4-102 15,10 7 46-15</inkml:trace>
  <inkml:trace contextRef="#ctx0" brushRef="#br0" timeOffset="205065.76">10728 9437 56 0,'13'2'57'15,"4"1"1"-15,4-2-13 0,9 2-6 0,4-2 2 16,4-1-5-16,0 1 1 0,2 1-2 0,9-2 1 15,5 0-2-15,1-3-3 0,1 4-1 0,3-1-4 16,0-1 5-16,2 0-1 0,0-4-5 0,-1 3-5 16,-1 0 0-16,3-2-3 0,-1 0 6 0,3 4 0 15,-2-1-7-15,-4-3 0 0,2 3 7 0,-1-4 2 16,-3 2-5-16,3 0 1 0,-5-2-3 0,0 1-1 16,-3-2 6-16,-1-1-8 0,-12 1 1 0,0 0 1 15,3 2 7-15,-3 1-7 0,-2-4 15 0,2 3-13 16,-5-2 2-16,3 3-2 0,-6 1 1 0,-4-2 4 15,-5 0-4-15,-10 3-10 0,3-1 5 0,-1 0-1 16,-7 1 10-16,2 1-1 0,-8 0 13 0,9 0 4 16,-9 0-5-16,0 0 2 0,9-3-6 0,-9 3-2 15,0 0-5-15,0 0-6 0,0 0-1 0,0 0-3 16,0 0 5-16,0 0-6 0,0 0 2 0,0 0 0 0,0 0-3 16,0 0-7-16,0 0 6 0,0 0-19 15,0 0-15-15,0 0-18 0,2 9-25 0,-2-9-14 16,2 9-15-16,3-4-29 0,-3 0-76 0,0 2-214 15,-2-7 94-15</inkml:trace>
  <inkml:trace contextRef="#ctx0" brushRef="#br0" timeOffset="205931.21">15941 9474 11 0,'18'4'26'0,"1"-1"0"0,9-1-2 0,0 1 0 15,-7-2 0-15,8 2-4 0,1-1-1 0,2-2 1 16,1 2-1-16,-1 1 1 0,1 0-3 0,3-2-2 16,1 1-2-16,0-1 2 0,1 1 1 0,-1-1 0 15,4 0-2-15,9 1-3 0,-9-1 4 0,-3 3-7 16,1 0 7-16,13 2-6 0,-1 0-1 16,2-2 4-16,-1-2-3 0,-12 0 1 0,13 0 6 0,2 1-4 15,-4-1 5-15,3 2-9 0,1-2 7 0,-2 2-3 16,4 3 1-16,-3-2-3 0,3-2 4 0,-3 1-2 15,2 1-1-15,-4-3 0 0,6 1 2 0,-2 0 3 16,3 1-7-16,-2 0-6 0,1 0 11 0,-1-1-5 16,1 1-3-16,-3-2 4 0,4-1 7 0,-2 3-6 15,1 0-2-15,-1-1-3 0,1 2-1 0,2 1 4 16,-7-3-4-16,8 2 3 0,0-4 1 0,0 1-4 16,1 2 6-16,0-2 0 0,2 0-10 0,-1-3 1 15,-1 0 5-15,2 1-3 0,-3-2 5 0,2 1-6 16,0 1 0-16,-1 0 9 0,0-3-7 0,0 1 5 15,0 2-5-15,0-1-7 0,-2 0 10 0,2-1 1 16,-1 5-7-16,0-1 4 0,-2-1-10 0,-3-1 3 16,5 4 8-16,-4-1-4 0,2-1 6 0,-4 0-8 0,0-2 5 15,1 1 2-15,1 2-5 0,0-1 1 16,-6-1-1-16,-1 2-4 0,1-3 6 0,-14 3-2 16,2-1-11-16,0 0 1 0,-2-1-3 0,0 1 1 15,0-2-13-15,-3 0-11 0,1 2-17 0,-4-1-12 0,-2-1-55 16,-1 0-127-16,-7 0 56 0</inkml:trace>
  <inkml:trace contextRef="#ctx0" brushRef="#br0" timeOffset="207729.3">6956 10547 12 0,'10'3'42'0,"5"-1"3"15,2-2-4-15,3 3 4 0,2-1-11 0,5-1-1 16,4 3-1-16,-2-2-2 0,2-1-3 15,1 3 1-15,1-2-2 0,-1 1-1 0,1 1-3 0,0-1-1 16,3 1 0-16,1 1-5 0,0-2-4 0,3-1 10 16,-1 0-4-16,11 4-2 0,1-2 3 0,-11 1 9 15,11-2-9-15,-13 0 3 0,16 3-3 16,0-1-5-16,-2-2-1 0,-1 2 3 0,-12 0-2 0,14-1-1 16,-14 0-1-16,14 1-5 0,-2 0 3 0,-2 0-2 15,-11 2 1-15,12-1-5 0,3 1 3 0,-15-2 0 16,16 1 1-16,-16-1 0 0,0 2 3 0,15 0-2 15,-1-1 0-15,-12-1 1 0,15 1 1 0,-3 1-10 16,-14-4 7-16,2 0 2 0,12 3 2 0,-2-3 0 16,3 1-6-16,-14-4 7 0,15 1 1 0,-2 2-9 15,-1-3 7-15,-1 1 3 0,-11-1-7 0,16-1-6 16,-3 1 5-16,2 0-2 0,-4-4 7 16,2 2-7-16,-12 2-1 0,0-1 0 0,13 0 1 0,-15 0 1 15,2-1 1-15,-3 1 3 0,15 4-7 0,-13-3 1 16,-4 0 7-16,5 2-2 0,-1-2 9 0,0 1-6 15,1 1-3-15,9-2-1 0,-9 0 0 0,-2 0 3 16,13 3-5-16,-12-1-1 0,12-1 9 0,-13-1-8 16,13 0 5-16,-12-1 6 0,-2 2-2 0,2-1-6 15,-2 0 7-15,2 0-11 0,-1 0 3 0,-1-2 5 16,4 3 0-16,-3 0-5 0,-2 0 10 0,3 1-10 16,-2 0 3-16,0 2-5 0,-3-2 1 0,3 1 0 15,-1-1 3-15,1-1-5 0,0 4 2 0,1-1-7 16,-3 0 8-16,1-2-1 0,0-1 0 0,1-1 0 15,-2 0 4-15,1 0 1 0,1 0 4 0,2 0-9 16,-1-3 0-16,0 3 2 0,1-3 4 0,14 0-5 16,-2-4 4-16,-12 4-6 0,12 0 9 0,-12 1-7 15,13-2 4-15,-13 2-3 0,12-2-8 0,-12 0 8 16,12 0-1-16,-12 3-2 0,1-4 2 0,12 5-4 16,-3-3 9-16,-11 2-3 0,3 0 0 0,8-1-8 15,5 4 8-15,-16-2 0 0,14-2-1 0,0 2-5 16,-3-2 7-16,3 1-1 0,-14-2-3 0,14 3 0 15,0-3 7-15,-1-1-4 0,1 0-3 0,0-1 1 16,-3 0 0-16,-11-1-1 0,14 1 12 0,-1-5-10 16,-11 5-5-16,12-2 3 0,-13 3 0 0,15-2-3 15,-14 3 2-15,10-4 2 0,-10 3 0 0,11-4-1 16,-13 4 2-16,1-3 9 0,13 3-8 0,-14-4-3 16,11-1 1-16,-11 4-2 0,0-1 3 0,2-1-1 0,10 0 1 15,-14 2 0-15,2 0 3 0,1 1-5 0,-3 0 9 16,1 0-10-16,-3-2 1 0,0 3 0 15,-3-2-3-15,3 1 0 0,-1 0 1 0,-3 0-3 16,1 1 2-16,-4 0 2 0,0-1-3 0,2 1 0 16,-11 1 4-16,0 0-3 0,-1 0-2 0,-4-1 3 0,-2 3 7 15,0-2-7-15,-2 0 2 0,1 1 2 16,-10 1 4-16,13 0-6 0,-7 1 0 0,-6-1 2 16,0 0 5-16,12-2 7 0,-12 2 1 0,0 0-1 15,10-3 2-15,-10 3-5 0,0 0 0 0,0 0-2 0,0 0-4 16,5 0 1-16,-5 0-1 0,0 0 0 15,0 0-7-15,0 0-7 0,0 0-18 0,0 0-21 16,0 0-21-16,0 0-33 0,0 0-38 0,0 0-41 16,0 0-121-16,-36 3-319 0,36-3 140 0</inkml:trace>
  <inkml:trace contextRef="#ctx0" brushRef="#br0" timeOffset="-207414.61">27407 7773 21 0,'0'0'88'15,"0"0"-11"-15,0 0-17 0,-14-13-8 0,14 13-10 16,0 0-11-16,0 0-17 0,0 0-8 0,0 0-9 15,0 0-3-15,0 0-16 0,-3 11-38 0,3-11-65 16,-1 9 28-16</inkml:trace>
  <inkml:trace contextRef="#ctx0" brushRef="#br0" timeOffset="-201203.48">30737 7803 45 0,'0'0'61'0,"0"0"9"16,0 0-2-16,0 0 0 0,0 0 5 0,0 0-3 15,0 0 0-15,0 0 2 0,0 0-8 0,0 0-5 16,0 0-5-16,0 0 0 0,0 0-5 0,0 0 13 16,0 0-10-16,0 0 4 0,0 0-3 0,-25-8 9 15,25 8-9-15,0 0-2 0,0 0-3 0,0 0-8 16,-5-11-7-16,5 11 3 0,0 0-9 16,-4-3 2-16,4 3-8 0,0 0 5 0,0 0-9 15,-4-7-2-15,4 7 6 0,0 0-8 0,0 0 2 16,0 0-5-16,-3-7 1 0,3 7 2 0,0 0-8 15,0 0 4-15,0 0 2 0,0 0-1 0,0 0-5 0,0 0 3 16,0 0-5-16,-8-3-2 0,8 3-2 0,0 0 6 16,0 0-4-16,0 0 2 0,0 0 4 0,0 0 5 15,0 0 5-15,0 0-2 0,0 0 0 16,0 0 3-16,0 0 1 0,0 0-5 0,0 0-2 0,0 0-1 16,0 0-5-16,10-13-1 0,-10 13-2 0,2-6 8 15,-2 6-7-15,0 0-2 0,6-7 1 0,-6 7 2 16,0 0-2-16,1-7 0 0,-1 7 8 0,0 0-4 15,0 0-5-15,5-6 0 0,-5 6-1 0,0 0-1 16,0 0 5-16,0 0-4 0,3-7-1 0,-3 7-1 16,0 0 2-16,0 0-2 0,0 0 1 0,0 0 2 15,0 0-4-15,1-7 1 0,-1 7 2 0,0 0 2 16,0 0-2-16,0 0-2 0,0 0 0 0,0 0 3 16,0 0-4-16,0 0 2 0,0 0-2 0,0 0 2 15,0 0-3-15,0 0 3 0,0 0-3 0,0 0 4 16,0 0-3-16,0 0 2 0,0 0-1 0,0 0 2 15,7-5-3-15,-7 5 3 0,0 0-1 0,0 0-1 16,0 0-4-16,8-3 6 0,-8 3 1 0,0 0 1 16,0 0-5-16,4-4 4 0,-4 4-2 0,0 0 3 15,0 0-3-15,0 0 2 0,0 0-4 0,0 0 0 16,4-7 1-16,-4 7 6 0,0 0-7 0,0 0 3 16,0 0-2-16,4-6 2 0,-4 6 0 0,0 0-1 15,0 0 0-15,0 0-2 0,0 0 4 0,0 0-2 16,0 0-2-16,0 0 5 0,0 0-1 0,0 0-3 15,0 0-3-15,0 0 8 0,4-4-6 0,-4 4 2 16,0 0-6-16,0 0 7 0,0 0 2 0,0 0-2 16,0 0 0-16,0 0 1 0,0 0-2 0,0 0-1 15,0 0-3-15,0 0 4 0,0 0-4 0,0 0 3 16,0 0 4-16,0 0-3 0,0 0-3 0,0 0-1 16,0 0 1-16,0 0-1 0,0 0 1 0,0 0 0 15,0 0-5-15,0 0 9 0,0 0 0 0,0 0-2 16,0 0-2-16,0 0 1 0,0 0 0 0,0 0 1 0,0 0 2 15,0 0-4-15,0 0 5 0,0 0-1 16,3 14-1-16,-3-14 0 0,0 0-3 0,0 0 1 16,0 0 0-16,0 10-2 0,0-10 7 0,0 9-2 15,0-9-3-15,0 0 0 0,0 10-1 0,0-10 4 16,0 12-2-16,0-12 1 0,-1 10-6 0,1-10 3 0,-1 13-1 16,0-6 4-16,1-7 1 0,-2 14-6 0,1-8 4 15,1-6-1-15,-1 15-1 0,1-7 9 16,-2 0-4-16,0-1 1 0,2-7-5 0,-2 13 5 15,2-5-4-15,0-8 4 0,-1 12 1 0,0-5-2 16,1-7 3-16,0 12-3 0,0-12 1 0,1 10 1 0,-1-10-4 16,-2 12 3-16,2-5-1 0,0-7-1 0,0 8 2 15,0-8-1-15,0 0 2 0,-2 11 1 16,2-11-4-16,-1 8 4 0,1-8-5 0,0 0 6 16,-1 9-1-16,1-9-2 0,0 0-1 0,1 8 2 0,-1-8 1 15,0 0-5-15,1 7 0 0,-1-7 0 0,0 0 0 16,0 0 3-16,-1 10-2 0,1-10 2 15,0 0 2-15,0 0 3 0,-3 10 1 0,3-10-1 16,0 0-2-16,0 0-1 0,0 9-2 0,0-9 4 16,0 0 2-16,0 0-4 0,-1 7-1 0,1-7 0 0,0 0-3 15,0 0 1-15,0 0 2 0,-2 7-2 16,2-7 6-16,0 0-7 0,0 0 2 0,0 0 2 16,-2 6-6-16,2-6 4 0,0 0 4 0,0 0-10 0,0 0 5 15,0 0 0-15,0 0 0 0,0 0 1 16,0 0-4-16,0 0 1 0,0 0 1 0,0 0 1 15,0 0 5-15,0 0-1 0,0 0-1 0,0 0 19 0,0 0-12 16,0 0 1-16,0 0-1 0,0 0 0 0,0 0-4 16,0 0 0-16,0 0-1 0,0 0-1 0,0 0-4 15,0 0-7-15,0 0 5 0,0 0-4 0,-20-11-2 16,20 11 4-16,-7-2-5 0,7 2 5 16,0 0 0-16,-10-1-1 0,10 1 1 0,0 0-2 0,-7-2 0 15,7 2 0-15,0 0 1 0,0 0 5 0,0 0 2 16,0 0-4-16,0 0-4 0,-8-4 3 15,8 4-5-15,0 0-1 0,0 0 0 0,0 0-2 0,0 0 6 16,0 0 3-16,0 0-3 0,0 0 0 0,33 0-2 16,-22 0 2-16,-1 0-6 0,1 0 6 0,2 0-13 15,1-2-2-15,0 2-4 0,3-2 0 0,-4 1-9 16,6 0-12-16,-6 0-10 0,4-1-5 0,0-1-24 16,-3 3-14-16,-2-1-9 0,1-1-9 0,-2 1-12 15,-2-2-87-15,-2 3-230 0,-7 0 102 0</inkml:trace>
  <inkml:trace contextRef="#ctx0" brushRef="#br0" timeOffset="-199751.36">28512 7986 12 0,'0'0'53'15,"0"0"3"-15,0 0-3 0,0-12 2 0,0 12 1 16,0 0-1-16,0 0 8 0,0 0 11 0,0 0-13 16,0 0-13-16,0 0 6 0,0 0-4 0,0 0-6 15,0 0 7-15,0 0-3 0,0 0 2 0,-6-10-5 16,6 10 3-16,0 0 3 0,0 0-10 0,0 0 1 15,0 0-4-15,0 0 2 0,0 0-4 0,-6-8-2 16,6 8 5-16,0 0 1 0,0 0-3 0,0 0-6 0,0 0-6 16,0 0 1-16,0 0-7 0,0 0 1 15,0 0 1-15,0 0-5 0,0 0-3 0,0 0-3 16,0 0 4-16,0 0 2 0,0 0-5 0,0 0-4 16,0 0-2-16,0 0 3 0,10-9 0 0,-10 9 1 15,0 0-5-15,13-4 4 0,-13 4-4 0,0 0-9 16,16 0 9-16,-16 0 0 0,11-2-2 0,-11 2-6 15,11-2 4-15,-11 2 0 0,0 0 6 0,0 0-6 16,16 4 4-16,-16-4 1 0,10 2-1 0,-10-2-9 16,0 0 1-16,7 4 4 0,-7-4-1 0,0 0 1 15,7 7 8-15,-7-7 8 0,0 7 4 0,0-7 7 16,0 0 3-16,-4 11 0 0,4-11-4 0,-7 8 1 16,2-3-6-16,1 0 2 0,-2-1-4 0,2 3 0 15,-6-1-3-15,6-1-2 0,-1 1 0 0,-1-2 1 16,-3 1 0-16,2 1-1 0,2-2-6 0,-1 1 2 15,-1-2-3-15,7-3 1 0,-10 7 0 0,8-4-3 0,2-3-1 16,-8 7 3-16,3-4-7 0,5-3 3 16,-4 7-4-16,4-7 4 0,-5 6 0 0,5-6 1 15,-4 6-3-15,4-6 2 0,0 0 3 0,0 0-4 16,-6 5 1-16,6-5 0 0,0 0 0 0,0 0 4 16,0 0-1-16,0 0 1 0,0 0-6 0,0 0 0 15,0 0 7-15,-8 4-3 0,8-4-3 0,0 0 1 0,0 0-4 16,0 0 4-16,0 0 4 0,0 0-10 15,0 0 11-15,0 0-9 0,0 0 4 0,-9-9-3 16,9 9 1-16,0 0-1 0,0 0 4 0,0 0-7 16,0 0 2-16,0 0 1 0,0 0 3 0,0 0-7 15,0 0 8-15,0 0-5 0,0 0-1 0,0 0-1 0,0 0 1 16,0 0-2-16,0 0 4 0,0 0 0 16,0 0 0-16,0 0 0 0,0 0 0 0,0 0-1 15,0 0 3-15,18-9 7 0,-18 9-6 0,11-1 3 16,-11 1-5-16,15 0-2 0,-8 1 6 0,-7-1-1 0,18 0-1 15,-6 0 0-15,-2 0-1 0,-10 0-14 16,19 2-12-16,-8-1-21 0,-11-1-15 0,18 2-8 16,-6-2-21-16,-1 1-31 0,-11-1-11 0,21 4-15 15,-13-4-103-15,-8 0-270 0,11 0 120 0</inkml:trace>
  <inkml:trace contextRef="#ctx0" brushRef="#br0" timeOffset="-198553.9">28571 7578 36 0,'0'0'86'0,"0"0"-15"0,0 0-1 16,0 0-9-16,0 0 2 0,0 0 0 0,0 0-4 16,0 0-4-16,0 0-6 0,0 0 2 0,0 0-6 15,-10-15 0-15,10 15-4 0,0 0 2 0,0 0-9 16,-6-4 6-16,6 4-7 0,0 0-9 0,0 0-3 15,0 0 7-15,-11-5-4 0,11 5-1 0,0 0 1 16,0 0 4-16,0 0 1 0,-9-5 0 0,9 5-4 16,0 0-3-16,0 0-2 0,0 0-3 0,0 0 1 15,-14-2-3-15,14 2-2 0,0 0 0 0,0 0-3 16,0 0-3-16,-16 1 0 0,16-1-4 0,0 0 7 16,-12 9 2-16,12-9-12 0,-8 6 8 15,8-6-6-15,-6 7 5 0,6-7-3 0,-5 7-3 0,5-7 7 16,-7 6-2-16,7-6 1 0,-7 10 2 0,7-10 5 15,-6 12 6-15,2-7-5 0,4-5-3 0,-5 10 4 16,5-10-6-16,-3 9 1 0,3-9 4 0,0 0-4 16,-2 11 5-16,2-11-14 0,0 0 6 0,0 0-1 15,7 15-9-15,-2-13 10 0,-5-2-2 0,8 8-1 16,0-4 1-16,-8-4 0 0,15 6 0 0,-7-4-1 16,-8-2-1-16,19 4 2 0,-10-3-5 0,-9-1 4 15,16 1 2-15,-8 0 1 0,-8-1-8 0,16 2-1 16,-16-2 2-16,12 0 3 0,-12 0-5 15,0 0 6-15,14 0-3 0,-14 0-2 0,0 0 3 16,0 0 1-16,13 0-2 0,-13 0 3 0,0 0 4 0,0 0 3 16,0 0-3-16,0 0-2 0,0 0 2 0,0 0-1 15,0 0-7-15,0 0 7 0,0 0-3 0,0 0-2 16,0 0-4-16,0 0 11 0,0 0-8 0,0 0 3 16,0 0 1-16,0 0-6 0,0 0-1 0,0 0 1 15,0 0 6-15,-29-12-7 0,29 12 0 0,0 0-3 16,0 0 2-16,-17-1 1 0,17 1 4 0,0 0-4 15,-11 0-2-15,11 0 1 0,0 0-1 0,0 0 2 16,-18 1-1-16,18-1 5 0,-9 4-4 0,9-4 5 16,0 0-2-16,-13 0 0 0,13 0 5 0,-9 6-9 15,9-6 6-15,-9 4 3 0,9-4 1 0,-9 7-3 16,9-7-2-16,-7 6-1 0,7-6-1 0,-7 5 5 16,7-5-5-16,-4 7 6 0,4-7-1 0,0 0 2 15,-5 12-2-15,5-12 0 0,0 0 0 0,-6 7-2 16,6-7 2-16,0 0 6 0,-2 9-12 0,2-9 5 15,0 0-5-15,0 0 2 0,-3 9 3 0,3-9 0 16,0 0-2-16,0 0 3 0,0 0-2 0,0 0 1 16,0 0 5-16,10 10-2 0,-10-10-10 0,0 0 9 15,17-2-4-15,-17 2 1 0,18-2 1 0,-18 2-2 16,24-3 3-16,-13 1-1 0,1 2-3 0,0-2-4 16,0-1-18-16,-1 2-8 0,1-2-14 0,-1 2-11 15,-11 1-9-15,23-4-20 0,-7 0-20 0,-5 2-19 16,1 0-21-16,0 2-74 0,-12 0-234 0,22-4 103 15</inkml:trace>
  <inkml:trace contextRef="#ctx0" brushRef="#br0" timeOffset="-182943.84">25774 7833 79 0,'0'0'84'0,"0"0"-5"0,0 0-5 16,0 0-5-16,0 0 3 0,0 0-11 0,0 0 6 16,0 0-9-16,0 0 6 0,0 0-14 15,0 0-3-15,0 0-6 0,0 0 12 0,0 0-17 0,0 0-7 16,0 0 3-16,0 0-5 0,0 0-2 0,0 0 9 15,0 0-12-15,0 0-1 0,0 0-11 0,0 0 11 16,0 0-11-16,0 0 9 0,0 0-6 0,0 0 4 16,0 0 0-16,0 0 0 0,0 0 2 0,0 0 5 15,0 0-3-15,-6-8 1 0,6 8-10 0,0 0 4 16,0 0-4-16,0 0-2 0,0 0-1 0,0 0 5 16,4-14-8-16,-4 14-2 0,0 0 5 0,2-8 0 15,-2 8 0-15,0 0 6 0,4-6-6 0,-4 6 5 16,0 0-2-16,2-7-4 0,-2 7 0 0,0 0-5 15,7-6 1-15,-7 6 4 0,5-4-5 0,-5 4 7 16,7-3-2-16,-7 3 1 0,6-4-8 16,-6 4 2-16,7-3 4 0,-7 3 1 0,9-2-2 0,-9 2 3 15,9-1-5-15,-9 1-1 0,9-3 0 0,-9 3 2 16,8 0-5-16,-8 0 4 0,0 0-5 0,13 1 1 16,-13-1 1-16,6 3 0 0,-6-3 0 0,9 3 1 15,-9-3-2-15,6 4-2 0,-6-4 8 0,8 3-3 16,-8-3-5-16,6 2 6 0,-6-2-2 0,7 3-8 15,-7-3 5-15,6 3 1 0,-6-3 3 0,0 0 2 16,4 4-6-16,-4-4-1 0,6 5-1 0,-6-5 2 16,0 0 5-16,2 7 5 0,-2-7-5 0,2 8 7 0,-2-8-3 15,0 0 0-15,0 9 2 0,0-9-3 16,0 0-7-16,0 9 3 0,0-9-1 0,0 9 2 16,0-9 3-16,0 9-4 0,0-9 4 0,0 9-7 15,0-9 1-15,0 9 10 0,0-9-12 0,0 0 3 0,-2 12 5 16,2-12 1-16,0 0-6 0,-2 10 0 15,2-10 2-15,0 7-8 0,0-7 5 0,0 0 2 16,0 0 3-16,0 9-6 0,0-9-1 0,0 0 1 16,-6 9-3-16,6-9 1 0,-4 4 2 0,4-4-3 15,-4 6 4-15,4-6 6 0,-5 8-1 0,3-2-9 0,2-6 6 16,-6 7 0-16,4-3 1 0,-4 0-3 0,2 1-1 16,0-2 0-16,4-3 1 0,-9 9 4 15,4-6-5-15,5-3 2 0,-6 4 2 0,6-4-1 0,-7 5-6 16,7-5 8-16,-5 2 1 0,5-2 1 0,0 0-3 15,-13 3 2-15,13-3-5 0,-10 2 1 0,10-2 3 16,-8 3-2-16,8-3-3 0,0 0 0 0,-9 0 8 16,9 0 1-16,0 0-1 0,0 0 6 0,-7 1-6 15,7-1 7-15,0 0-1 0,0 0-8 0,-7 2 7 16,7-2-2-16,0 0 2 0,0 0-5 16,0 0-2-16,0 0 5 0,0 0-4 0,0 0 0 0,0 0 3 15,0 0-3-15,0 0-8 0,0 0 2 0,0 0 4 16,0 0 0-16,0 0-5 0,0 0 4 0,0 0 0 15,0 0-3-15,0 0 2 0,0 0-2 0,0 0-4 16,0 0 6-16,0 0-3 0,0 0-1 0,0 0 1 16,0 0-2-16,23-8 10 0,-23 8-6 0,12-2-1 15,-6 0 1-15,-6 2 0 0,11-1 1 0,-5-1-5 16,-6 2 3-16,14-3 0 0,-14 3 3 0,11 0 1 16,-4-1 2-16,-7 1 1 0,12 0-5 0,-12 0 0 15,13 0 1-15,-13 0 0 0,11 1 1 0,-4-1-1 16,-7 0-2-16,9 3-3 0,-9-3 2 0,7 2 0 15,-7-2-1-15,6 5 7 0,-6-5-9 0,6 5 1 16,-2-1 0-16,-4-4 8 0,4 9-7 0,-2-5 3 16,-2-4 0-16,3 9-2 0,-3-2 0 0,0-7-1 15,1 11 6-15,2-5-5 0,-3-6 6 0,-3 12-1 16,3-12-3-16,-1 10 1 0,1-10 1 0,-1 12-3 0,-1-8 1 16,2-4 0-16,-4 10-1 0,2-4 2 15,-3-2-1-15,0 3-1 0,1-4 1 0,-1 4 3 0,-1-2 0 16,-1 0-1-16,0 2-2 0,0-3 5 15,1 0-5-15,-1 2 0 0,1-2-3 0,-2 1 4 16,2-4-1-16,-1 3-1 0,0-2 1 0,1 1 2 16,-6 0-2-16,12-3-1 0,-17 1-3 0,10 1 1 0,7-2 6 15,-13 0 1-15,13 0-3 0,-14-2-6 0,14 2 8 16,-12-1-3-16,12 1-6 0,-10-4-7 16,10 4-22-16,-7-3-10 0,7 3-15 0,-8-3-15 15,8 3-19-15,-6-5-34 0,6 5-20 0,-2-6-130 0,2 6-297 16,-2-10 132-16</inkml:trace>
  <inkml:trace contextRef="#ctx0" brushRef="#br0" timeOffset="52011.75">935 599 50 0,'0'0'82'0,"0"0"-5"16,0 0-3-16,0 0-6 0,0 0-8 0,0 0 0 0,0 0-15 15,0 0 2-15,0 0-9 0,0 0-3 16,0 0-7-16,0 0 9 0,0 0-6 0,0 0 2 15,0 0-2-15,0 0 1 0,0 0 4 0,0 0-12 16,0 0 11-16,0 0-20 0,0 0 24 0,0 0-5 16,0 0 8-16,0 0 0 0,0 0-4 0,0 0 0 15,0 0-1-15,0 0-1 0,0 0 3 0,0 0-1 16,0 0-11-16,0 0 5 0,0 0-2 0,0 0-8 16,0 0 7-16,-34-34-1 0,34 34 1 0,0 0 5 15,0 0 3-15,0 0 4 0,0 0 1 0,0 0-7 16,0 0-5-16,0 0 1 0,0 0-1 0,0 0-7 15,0 0-1-15,0 0-7 0,0 0 2 0,0 0-5 16,0 0-3-16,0 0 0 0,0 0-8 0,0 0 4 16,0 0-7-16,0 0 0 0,0 0 6 15,0 0 4-15,0 0-8 0,0 0-8 0,0 0 6 16,0 0 5-16,0 0-6 0,0 0-5 0,0 0 14 16,39 80-13-16,-39-80 14 0,15 24-4 0,-15-24 0 15,13 26 1-15,-13-26-6 0,17 24 7 0,-17-24 0 16,13 23-5-16,-13-23 0 0,0 0 6 0,16 27 2 15,-16-27-3-15,0 0-3 0,0 0-5 0,13 22 7 16,-13-22 2-16,0 0-1 0,0 0-3 0,0 0-8 16,0 0 7-16,0 0 2 0,18 22-1 0,-18-22-6 15,0 0-4-15,0 0 8 0,0 0 2 0,0 0 2 16,0 0-1-16,0 0 0 0,0 0 0 0,0 0 7 16,0 0-1-16,0 0-2 0,0 0-6 15,0 0-1-15,0 0 4 0,0 0 6 0,0 0-4 16,0 0 2-16,0 0 1 0,0 0-3 0,0 0 8 15,0 0-7-15,0 0 3 0,0 0-4 0,0 0 1 16,0 0-3-16,0 0 2 0,0 0 1 0,0 0-7 16,0 0-2-16,45-47 2 0,-45 47-3 0,16-24-3 15,-16 24 2-15,13-21 0 0,-13 21 0 16,16-27-3-16,-16 27 6 0,17-29-13 0,-17 29 9 0,19-28-4 16,-19 28 1-16,16-27-2 0,-16 27 5 0,13-21 1 15,-13 21 3-15,0 0-7 0,17-31 2 16,-17 31 4-16,0 0 1 0,12-24 3 0,-12 24-4 15,0 0-1-15,0 0 2 0,0 0-5 0,0 0 12 16,4-33-13-16,-4 33 3 0,0 0 1 0,0 0 2 16,0 0 1-16,0 0 1 0,0 0-5 0,0 0 2 15,0 0 1-15,0 0 1 0,0 0-6 0,0 0 5 16,0 0-4-16,-24-35 0 0,24 35 4 0,0 0-2 16,0 0-2-16,0 0-2 0,0 0 0 15,0 0 6-15,0 0-1 0,0 0 3 0,0 0-4 0,0 0 5 16,0 0-3-16,-49 57 4 0,49-57-10 0,0 0 6 15,0 0-3-15,0 0 0 0,0 0 0 0,-8 32 2 16,8-32 0-16,0 0 1 0,0 0-1 0,0 0-9 16,0 0-14-16,0 0-13 0,0 0-22 15,46 24-33-15,-46-24-23 0,0 0-36 0,54-6-82 16,-54 6-253-16,0 0 112 0</inkml:trace>
  <inkml:trace contextRef="#ctx0" brushRef="#br0" timeOffset="54210.68">1288 751 84 0,'0'0'140'0,"0"0"-10"0,0 0 3 0,0 0-9 0,0 0-6 16,0 0-10-16,0 0-5 0,0 0-11 16,0 0-12-16,0 0-20 0,0 0-1 0,0 0-7 15,0 0-7-15,0 0-3 0,0 0 1 0,0 0-9 16,0 0 0-16,0 0-10 0,0 0 2 0,0 0 0 16,-23 75 2-16,21-50-10 0,0-5 3 0,-1 0-4 15,1-5 2-15,2-2-4 0,0 2 6 0,-2-3-7 16,2-12-3-16,-2 19 0 0,2-19-2 0,-2 18-2 15,2-18 13-15,-2 11-5 0,2-11 7 0,0 9 6 16,0-9 6-16,0 0 13 0,-2 10 9 0,2-10 3 16,0 0-6-16,0 0-5 0,0 0-5 0,0 0-7 15,0 0 1-15,0 0-8 0,0 0-1 16,0 0-2-16,0 0-7 0,0 0-8 0,0 0-3 16,0 0 3-16,19-71-4 0,-19 71-3 0,0 0-2 15,21-21-2-15,-21 21-4 0,0 0 4 0,22-15-3 16,-22 15 3-16,0 0-4 0,0 0-3 0,0 0-1 15,45 0 2-15,-45 0 3 0,0 0-2 0,27 13-5 16,-18-6 8-16,-5-3-5 0,-4-4 3 0,12 13 0 16,-8-7 2-16,-4-6 3 0,4 17 1 0,-4-17-7 15,-1 18 3-15,1-18 1 0,-3 15-1 0,-3-5 4 16,-2-2-2-16,-1 1 5 0,0-1-5 0,-2-2 0 16,0 0 3-16,0 1-1 0,-7-1 2 15,5 1-7-15,-5-3-5 0,2 1 6 0,-2-2-17 16,7 0-7-16,11-3-12 0,-21 3-10 0,21-3-24 15,-16 0-43-15,16 0-35 0,-11-4-159 0,11 4-334 16,0 0 148-16</inkml:trace>
  <inkml:trace contextRef="#ctx0" brushRef="#br0" timeOffset="54419.93">1629 809 112 0,'0'0'113'0,"0"0"-9"0,0 0-11 0,36-18-22 16,-36 18-16-16,0 0-21 0,0 0-28 0,0 0-23 16,0 0-24-16,0 0-48 0,0 0-95 0,0 0 42 15</inkml:trace>
  <inkml:trace contextRef="#ctx0" brushRef="#br0" timeOffset="54552.03">1656 845 18 0,'0'0'37'16,"0"0"12"-16,-29 25 3 0,29-25 8 0,0 0 8 0,0 0-9 16,0 0 7-16,0 0 1 0,-22 17 7 15,22-17-3-15,0 0 6 0,0 0-8 0,0 0 4 16,0 0 2-16,0 0 3 0,0 0-10 16,0 0-4-16,0 0-10 0,0 0-28 0,0 0-12 0,0 0-26 15,100-9-56-15,-100 9-123 0,43-9-204 0,-43 9 90 16</inkml:trace>
  <inkml:trace contextRef="#ctx0" brushRef="#br0" timeOffset="55020.1">1922 527 66 0,'0'0'215'0,"0"0"-17"16,0 0-24-16,0 0-15 0,0 0-22 0,0 0-19 16,0 0-6-16,0 0-5 0,0 0-15 15,0 0-3-15,0 0-2 0,0 0-1 0,0 0-12 16,0 0-9-16,8 103-3 0,-8-75-5 16,0-28-2-16,0 52-7 0,0-52-9 0,2 42 1 0,-2-42-6 15,-3 33-2-15,3-33-4 0,0 0 11 0,-6 39-6 16,6-39-6-16,0 0-3 0,0 0 0 0,0 0 6 15,-4 31 1-15,4-31 2 0,0 0 1 0,0 0 5 16,0 0 9-16,0 0 5 0,0 0 3 0,0 0-10 16,0 0 2-16,0 0-6 0,0 0-11 0,0 0-2 15,0 0-8-15,0 0 1 0,0 0-9 0,0 0-1 16,0 0-5-16,41-81-3 0,-41 81 1 0,24-26-2 16,-24 26-6-16,18-18 0 0,-18 18 0 0,0 0-3 15,27-14-2-15,-27 14 3 0,0 0-1 0,0 0-2 16,34-3 0-16,-34 3 1 0,0 0 2 0,0 0 4 15,0 0-3-15,41 32 6 0,-41-32-2 16,0 0-5-16,14 30 5 0,-14-30 2 0,0 0-10 0,6 32-9 16,-6-32-13-16,0 0-11 0,0 35-24 15,0-35-28-15,0 0-24 0,0 0-30 0,-2 35-33 16,2-35-36-16,0 0-109 0,0 0-351 0,0 0 156 16</inkml:trace>
  <inkml:trace contextRef="#ctx0" brushRef="#br0" timeOffset="55211.52">2255 719 150 0,'0'0'162'0,"0"0"-9"16,0 0-10-16,0 0-8 0,0 0-16 0,0 0 0 16,0 0-9-16,0 0-13 0,0 0-1 0,0 0-6 15,0 0-12-15,2 83-16 0,-2-83 5 0,0 0-10 16,-3 43-15-16,3-43-25 0,0 0-18 0,0 36-27 15,0-36-51-15,3 20-31 0,-3-20-137 0,0 12-267 16,0-12 118-16</inkml:trace>
  <inkml:trace contextRef="#ctx0" brushRef="#br0" timeOffset="55372.71">2205 537 24 0,'0'0'106'0,"0"0"-45"0,0 0-36 0,0 0-61 15,0 0-39-15,0 0 17 0</inkml:trace>
  <inkml:trace contextRef="#ctx0" brushRef="#br0" timeOffset="55707.18">2403 861 135 0,'0'0'207'0,"0"0"-12"0,0 0-15 16,0 0-15-16,0 0-14 0,43-28-6 0,-43 28-17 16,0 0-11-16,25-21-6 0,-25 21-10 0,18-17-14 15,-18 17-4-15,0 0-10 0,23-26-9 0,-23 26 0 16,0 0-12-16,10-24-8 0,-10 24-1 15,0 0-6-15,0 0-2 0,0 0-7 0,4-30-1 16,-4 30-4-16,0 0-1 0,0 0-5 0,0 0-3 16,0 0-1-16,0 0-2 0,0 0-7 0,0 0 4 15,0 0-2-15,0 0 4 0,0 0 0 0,0 0 3 16,0 0-1-16,-93 34-1 0,93-34-2 0,-12 21 3 16,12-21-3-16,0 0-3 0,-14 31 1 0,14-31 7 15,0 0-5-15,0 0-5 0,4 38 2 0,-4-38-18 16,0 0-18-16,0 0-29 0,28 33-24 0,-28-33-41 15,24 9-63-15,-24-9-152 0,0 0-365 0,49 4 162 16</inkml:trace>
  <inkml:trace contextRef="#ctx0" brushRef="#br0" timeOffset="56024.04">2773 865 64 0,'0'0'218'0,"0"0"-6"15,0 0-16-15,25-27-2 0,-25 27-17 0,0 0-6 16,0 0-11-16,16-26-25 0,-16 26-15 0,0 0 3 16,16-22-13-16,-16 22-13 0,12-24-9 0,-12 24-5 15,0 0-13-15,15-38-5 0,-15 38-14 0,0 0 4 16,8-30-6-16,-8 30-4 0,0 0 3 0,0 0-1 16,0 0-12-16,0 0 4 0,5-31-9 15,-5 31-1-15,0 0-8 0,0 0-2 0,0 0-5 16,0 0 0-16,0 0-3 0,0 0-7 0,0 0 9 15,0 0-2-15,0 0 0 0,0 0 0 0,0 0-1 16,0 0-1-16,0 0-1 0,0 0 2 0,-29 91-2 16,29-91 3-16,0 0-4 0,0 0-3 0,12 44-12 15,-12-44-20-15,0 0-20 0,17 27-27 0,-17-27-27 16,0 0-44-16,27 16-46 0,-27-16-193 0,0 0-417 16,0 0 185-16</inkml:trace>
  <inkml:trace contextRef="#ctx0" brushRef="#br0" timeOffset="56188.98">2884 455 14 0,'0'0'145'0,"0"0"-24"15,0 0-23-15,0 0-29 0,0 0-46 0,0 0-49 16,0 0-48-16,0 0-81 0,0 0 36 0</inkml:trace>
  <inkml:trace contextRef="#ctx0" brushRef="#br0" timeOffset="56586.28">3096 673 19 0,'0'0'214'0,"0"0"-21"0,0 0-12 16,0 0-6-16,0 0-11 0,0 0-12 0,0 0-8 15,-11 64-12-15,11-64-11 0,-9 28-11 0,9-28-11 16,-9 35-4-16,9-35-12 0,-9 31-12 0,9-31-1 16,0 0-9-16,-4 32-7 0,4-32-4 0,0 0-6 15,0 0 0-15,0 0-3 0,-4 31-5 0,4-31 1 16,0 0 6-16,0 0 10 0,0 0 8 0,0 0-2 16,0 0-5-16,0 0 0 0,0 0-7 0,0 0-3 15,0 0 0-15,0 0-10 0,0 0-7 0,0 0-3 16,0 0 1-16,0 0-7 0,0 0-4 0,0 0-7 15,0 0 2-15,0 0-9 0,63-59 7 16,-63 59-9-16,0 0 3 0,0 0 0 0,42-1 0 16,-42 1 3-16,0 0-4 0,0 0-1 0,38 21-1 15,-38-21 4-15,0 0-1 0,14 20-2 0,-14-20 1 16,0 0 5-16,4 26-2 0,-5-17 3 0,1-9-3 16,-7 15 0-16,7-15 7 0,-14 16-2 0,4-8 0 15,0-1 1-15,-4-1-9 0,0 1-1 0,-4-1-8 16,5-2-18-16,0 0-16 0,1-2-22 0,12-2-28 15,-23 2-52-15,23-2-63 0,0 0-206 0,0 0-448 16,0 0 198-16</inkml:trace>
  <inkml:trace contextRef="#ctx0" brushRef="#br0" timeOffset="56874.04">3431 780 73 0,'0'0'270'0,"0"0"-19"0,0 0-12 0,0 0-18 16,0 0-15-16,0 0-11 0,0 0-11 0,0 0-14 16,0 0-17-16,0 0-15 0,0 0-11 0,0 0-19 15,0 0-6-15,0 0-12 0,0 0-19 16,0 0-2-16,0 0-5 0,0 0-4 0,0 0-6 15,0 0-11-15,52-15-8 0,-52 15-10 0,41-2-9 16,-41 2-19-16,42 0-16 0,-42 0-35 0,43 3-29 16,-43-3-19-16,0 0-31 0,51-1-51 0,-51 1-44 15,0 0-132-15,28-4-390 0,-28 4 173 0</inkml:trace>
  <inkml:trace contextRef="#ctx0" brushRef="#br0" timeOffset="57078.18">3613 623 121 0,'0'0'216'0,"0"0"-20"0,0 0-21 0,0 0-19 15,0 0-15-15,0 0-8 0,0 0-2 0,0 0 3 16,0 0-12-16,0 0-10 0,0 0-6 0,0 0-8 16,-13 72-12-16,13-72-8 0,1 37-5 0,-1-37-2 15,2 44-6-15,-2-44-6 0,-1 37-15 0,1-37-28 16,-1 40-26-16,1-21-33 0,0 0-47 0,0-4-61 15,0 2-190-15,-1-6-367 0,1-11 163 0</inkml:trace>
  <inkml:trace contextRef="#ctx0" brushRef="#br0" timeOffset="57513.96">3956 595 53 0,'0'0'275'0,"0"0"-35"16,0 0-23-16,0 0-13 0,0 0-22 0,0 0-24 15,0 0-15-15,0 0-13 0,0 0-11 0,0 0-14 16,0 0-8-16,0 0-8 0,0 0-11 0,0 0-5 16,0 0-6-16,-11 100-5 0,11-100-5 0,-4 39-5 15,4-39-8-15,0 37-4 0,0-37-3 16,-3 35-3-16,3-35 0 0,0 0-6 0,-2 39-5 15,2-39-3-15,0 0 4 0,0 0-2 0,-2 36-4 16,2-36-1-16,0 0 3 0,0 0-3 0,0 0-4 16,0 0 4-16,0 0 10 0,0 0 9 0,0 0 12 15,0 0 11-15,0 0-12 0,0 0 4 0,0 0-9 16,0 0 2-16,0 0-8 0,0 0-9 0,0 0-4 16,0 0-5-16,0 0-5 0,0 0-3 0,49-84-1 15,-49 84 1-15,22-26-5 0,-22 26 0 0,16-15 1 16,-16 15-8-16,0 0-7 0,25-13 2 0,-25 13 2 15,0 0-3-15,0 0 2 0,0 0 4 0,0 0-1 16,40 33 0-16,-40-33 0 0,0 0 3 0,16 37-12 16,-16-37-21-16,6 32-26 0,-6-32-23 15,4 33-33-15,-4-20-44 0,3-2-45 0,-3 2-54 16,0-13-135-16,-2 28-425 0,4-16 188 0</inkml:trace>
  <inkml:trace contextRef="#ctx0" brushRef="#br0" timeOffset="57900.05">4185 1037 85 0,'0'0'200'0,"10"-17"-2"15,-6 8-3-15,-4 9-6 0,0 0-18 0,0 0-13 16,20-40-14-16,-20 40-12 0,0 0-14 0,17-39-11 16,-17 39-8-16,12-30-5 0,-12 30-12 0,6-28 0 15,-6 28-16-15,0 0 7 0,4-37-12 16,-4 37-1-16,0 0 3 0,0 0-5 0,0 0 0 0,-9-43-1 15,9 43-6-15,0 0-17 0,0 0 8 16,0 0-3-16,0 0-4 0,0 0-5 0,0 0-8 16,-10-25-1-16,10 25-4 0,0 0-2 0,0 0-8 15,0 0-3-15,0 0-2 0,0 0-5 0,0 0 3 16,0 0 1-16,0 0-1 0,0 0-3 0,0 0-1 16,0 0 1-16,0 0 1 0,0 0-4 0,0 0 0 15,58 5 6-15,-58-5-5 0,0 0 1 0,0 0-3 16,0 0 4-16,0 0 0 0,36 29 0 0,-36-29 1 15,0 0 0-15,10 32 2 0,-10-32-4 0,0 0 1 16,2 39 5-16,-4-26 3 0,2 3-4 0,-3 1-9 16,1-3 12-16,2 4 2 0,-1-7-7 0,1-11-28 15,-3 24-13-15,2-13-20 0,1-11-42 0,-1 21-28 16,1-21-54-16,2 14-35 0,-2-14-119 0,0 0-369 16,6 19 163-16</inkml:trace>
  <inkml:trace contextRef="#ctx0" brushRef="#br0" timeOffset="58201.03">4503 985 20 0,'0'0'205'0,"0"0"3"0,0 0-9 16,0 0-14-16,28-36-10 0,-28 36-10 0,0 0-15 16,18-24-8-16,-18 24-12 0,0 0-14 0,18-29-4 15,-18 29-18-15,0 0-5 0,14-31-3 16,-14 31-9-16,0 0-15 0,12-30-1 0,-12 30 4 0,0 0 1 15,0 0-7-15,5-29-1 0,-5 29-5 16,0 0-3-16,0 0-9 0,0 0-6 0,0 0-1 16,0 0-6-16,0 0-6 0,0 0 2 0,0 0-4 15,0 0 5-15,0 0-1 0,0 0-1 0,-80 49-4 16,80-49 3-16,-19 23-2 0,13-10-9 0,-1-2 4 16,4 0 3-16,0 2-3 0,2-1 3 0,0-2-9 15,1-10-17-15,8 18-13 0,-2-9-13 0,3 0-27 16,3-2-41-16,4-1-39 0,3-4-50 0,-1 1-225 15,0 1-449-15,0-4 198 0</inkml:trace>
  <inkml:trace contextRef="#ctx0" brushRef="#br0" timeOffset="58608.13">4756 710 22 0,'0'0'270'0,"0"0"-11"0,0 0-11 16,0 0-21-16,0 0-23 0,0 0-27 0,0 0-21 15,0 0-15-15,0 0-15 0,0 0-16 0,0 0-9 16,0 0-14-16,0 0-1 0,0 0-9 0,0 0-8 16,0 0-7-16,0 0-3 0,31 81-6 15,-31-81-2-15,13 37-7 0,-13-37-7 0,10 27-2 16,-10-27-2-16,14 30-4 0,-12-19-2 0,2-1-5 15,0-3 2-15,-4-7-8 0,5 14 5 0,-5-14-4 16,4 8-2-16,-4-8 7 0,0 0 1 0,0 0 8 16,5 10 6-16,-5-10 7 0,0 0-2 0,0 0-2 15,0 0-8-15,0 0 6 0,0 0-6 0,0 0-2 16,0 0-10-16,31-67 1 0,-31 67 1 0,17-33-5 16,-7 8 0-16,-1 2-7 0,-9 23-1 0,15-36 3 15,-15 36-6-15,19-33 1 0,-19 33-6 0,10-26 1 16,-10 26 0-16,0 0-9 0,16-23-20 0,-16 23-26 15,0 0-19-15,0 0-29 0,0 0-9 16,0 0-21-16,0 0-24 0,0 0-32 0,0 0-65 16,0 0-137-16,0 0-419 0,0 0 186 0</inkml:trace>
  <inkml:trace contextRef="#ctx0" brushRef="#br0" timeOffset="59019.18">5186 826 169 0,'0'0'241'0,"0"0"-1"0,0 0-15 0,0 0-14 15,0 0-16-15,0 0-14 0,0 0-20 0,0 0-22 0,0 0-6 16,0 0-7-16,0 0-10 0,0 0-14 16,0 0-8-16,0 0 2 0,0 0-6 0,-87 19-7 15,87-19-4-15,-22 27-10 0,12-12-2 0,1-1-8 16,0 0 2-16,5-2-5 0,0 2-3 0,0-3-9 15,4-11-3-15,0 23-2 0,0-11-7 0,0-12 3 16,7 20-7-16,-3-10-1 0,1-2-5 0,2 0-17 16,4-2-7-16,-1 0-25 0,1-3-26 0,3 1-19 15,3-1-28-15,2-3-24 0,-19 0-43 0,37-4-23 16,-19-1-50-16,-5 4-151 0,-13 1-423 0,25-7 186 16</inkml:trace>
  <inkml:trace contextRef="#ctx0" brushRef="#br0" timeOffset="59379.85">5365 945 161 0,'0'0'263'0,"0"0"-8"0,0 0-14 16,0 0-18-16,0 0-23 0,0 0-14 0,0 0-12 16,0 0-21-16,0 0-13 0,23-32-13 0,-23 32-13 15,0 0-7-15,0 0-14 0,22-19-10 0,-22 19-7 16,0 0 0-16,0 0-10 0,21-19-11 0,-21 19 1 15,0 0-7-15,0 0-6 0,19-19-2 0,-19 19-4 16,0 0-7-16,0 0-4 0,0 0-3 0,7-30 8 16,-7 30-1-16,0 0-2 0,0 0-5 15,0 0-7-15,0 0 10 0,0 0-7 0,0 0-2 16,0 0 2-16,0 0-7 0,0 0-1 0,0 0-2 16,-58-9 4-16,58 9-1 0,0 0-7 0,-40 35 5 15,40-35 4-15,-22 26-2 0,12-11 1 0,5-5-5 16,-1 4 4-16,2-2-4 0,4-12-1 0,0 22-2 15,3-11-1-15,-3-11 8 0,14 19-2 0,-3-6 0 16,5-5-10-16,0-1-16 0,10 3-22 0,1-4-21 16,-6-5-29-16,9 3-27 0,-7-4-31 0,-5 1-43 15,3-3-53-15,-3 2-192 0,-18 0-470 0,27-4 208 16</inkml:trace>
  <inkml:trace contextRef="#ctx0" brushRef="#br0" timeOffset="60671.83">993 1611 154 0,'0'0'223'0,"0"0"-14"0,-4-8-13 15,4 8-14-15,0 0-12 0,0 0-11 0,0 0-22 16,0 0-10-16,-3-9-11 0,3 9-13 0,0 0-14 16,0 0-12-16,0 0-15 0,0 0-2 0,0 0-9 15,0 0-1-15,0 0-8 0,0 0-5 0,0 0 0 16,-8 34-4-16,2-19-3 0,0 1-6 0,1 3 3 15,-7 1-1-15,7-2-2 0,-2-1 0 16,3-1-2-16,-3 1-2 0,3-2 2 0,2-4-4 16,-1 3-6-16,1-3 2 0,0 1-1 0,2 0-1 15,0-12 0-15,0 17-2 0,2-7 1 0,-2-10-3 16,6 13 2-16,-4-7-5 0,-2-6-15 0,11 11-22 16,-5-7-24-16,-6-4-41 0,17 4-48 0,-8-1-46 15,-9-3-164-15,0 0-384 0,21-6 170 0</inkml:trace>
  <inkml:trace contextRef="#ctx0" brushRef="#br0" timeOffset="60853.45">1023 1437 35 0,'0'0'165'0,"-5"-9"-16"0,5 9-17 0,0 0-11 15,0 0-27-15,0 0-9 0,0 0-19 0,0 0-30 16,0 0-38-16,0 0-43 0,0 0-95 0,27 38-150 16,-21-23 66-16</inkml:trace>
  <inkml:trace contextRef="#ctx0" brushRef="#br0" timeOffset="61142.16">1330 1784 45 0,'0'0'253'16,"0"0"-13"-16,0 0-15 0,0 0-17 15,0 0-15-15,0 0-14 0,0 0-13 0,-27-18-15 16,27 18-15-16,-15 1-15 0,15-1-9 0,-23 7-10 16,12-2-11-16,-5 4-6 0,3 3-8 0,-1-2 12 15,-1 4-11-15,1 0-2 0,1 1-11 0,1 0-6 16,1 1-5-16,0-2 2 0,5 3-12 0,-4-4-10 15,8-1 3-15,-1-1-3 0,-1 0-6 0,4 1-3 16,0-12-1-16,5 18 2 0,-1-10-3 0,5-1-11 16,-2-1-18-16,4-2-22 0,3 2-20 0,-1-2-30 15,6-3-33-15,-2-1-33 0,5-1-22 0,-3-3-45 16,2 1-182-16,-2 0-426 0,2-3 189 16</inkml:trace>
  <inkml:trace contextRef="#ctx0" brushRef="#br0" timeOffset="61352.9">1629 1717 104 0,'0'0'262'0,"0"0"-1"16,0 0-13-16,0 0-20 0,-4-16-19 0,4 16-21 16,0 0-18-16,0 0-21 0,0 0-18 0,0 0-12 15,0 0-11-15,0 0-13 0,0 0-21 16,18-3-21-16,-18 3-23 0,0 0-35 0,22 2-32 0,-22-2-48 15,19 2-23-15,-19-2-31 0,19 3-47 16,-19-3-126-16,14 5-337 0,-14-5 149 0</inkml:trace>
  <inkml:trace contextRef="#ctx0" brushRef="#br0" timeOffset="61495.84">1665 1800 77 0,'-4'7'214'0,"4"-7"-7"15,0 0-3-15,0 0-11 0,-10 6-11 0,10-6-11 16,0 0-17-16,0 0-21 0,0 0-2 0,0 0-15 15,0 0-8-15,0 0-12 0,0 0-7 0,0 0-3 16,0 0-17-16,23 16-22 0,-23-16-30 16,25 0-39-16,-8 0-54 0,3-2-72 0,-1 2-194 15,2-2-370-15,-4 1 164 0</inkml:trace>
  <inkml:trace contextRef="#ctx0" brushRef="#br0" timeOffset="62060.48">2047 1474 59 0,'0'0'233'15,"0"-5"-34"-15,0 5-26 0,0 0-13 0,0 0-19 16,0 0-11-16,0 0-5 0,0 0-6 0,0 44-7 15,-5-15-14-15,1 3-9 0,0 0-5 16,-1 1-6-16,0-2-14 0,1 0 2 0,-2-3-10 16,2-2-4-16,3-7-6 0,-2 5 1 0,-1-5-8 0,4-2-5 15,-1-2 3-15,0 2-9 0,-2-6-4 0,3-11-3 16,0 15 0-16,0-15 0 0,-1 11 0 16,1-11 6-16,0 0 10 0,-2 13 5 0,2-13 14 15,0 0 9-15,0 0 11 0,0 0 0 0,0 0-6 16,0 0-8-16,0 0-14 0,0 0-5 0,0 0-1 15,10-28-6-15,-5 17-13 0,1-4-6 0,5 2 5 16,-2-3-10-16,-2 3-6 0,3 4 1 0,-2 1-1 16,-2 3-6-16,-1 1-4 0,-5 4 3 0,14-9-2 15,-14 9-2-15,12-2-1 0,-12 2 0 0,15 5 1 16,-8 1 7-16,1 1 1 0,0 2-6 16,1 0-17-16,0 4-12 0,-3-2-12 0,0-1-30 0,-3 2-31 15,6 2-34-15,-4-2-58 0,-1-1-39 0,1 3-144 16,-1-3-411-16,-4-11 183 0</inkml:trace>
  <inkml:trace contextRef="#ctx0" brushRef="#br0" timeOffset="64286.95">2462 1712 78 0,'0'0'168'0,"0"0"-11"0,0 0-17 0,0 0-6 15,-8-14-12-15,8 14-7 0,0 0-16 0,0 0-10 16,0 0-9-16,0 0-1 0,0 0-8 0,-29 28 4 16,19-15 2-16,1 3-4 0,-1 1-10 0,-5 8 5 15,7 3-3-15,-1-4-7 0,0 2-7 0,3 1 3 16,2 1 0-16,-1-2-6 0,2-1-3 15,0 0 3-15,2-4-2 0,-2-3-4 0,1 2-4 0,2-2-3 16,-1 1-1-16,-3 0-2 0,3-2 2 0,-1 0-5 16,-1 1-5-16,0-2-2 0,2-3-2 15,1-13 4-15,0 24-7 0,-2-15-2 0,2-9-21 16,-5 17-19-16,0-7-21 0,5-10-24 0,0 0-28 16,-9 14-32-16,9-14-43 0,-9 2-157 0,9-2-356 15,0 0 157-15</inkml:trace>
  <inkml:trace contextRef="#ctx0" brushRef="#br0" timeOffset="64459.99">2310 2011 33 0,'0'0'130'0,"22"-6"-15"0,-11 2-11 0,6-4-8 16,0 2-9-16,2 0-12 0,-1 3-16 0,1-2-34 15,0-2-29-15,-2 3-33 0,-1 1-78 0,1-1-122 16,-4 4 54-16</inkml:trace>
  <inkml:trace contextRef="#ctx0" brushRef="#br0" timeOffset="64759.31">2587 1975 123 0,'0'0'140'0,"0"0"-11"0,0 0-13 0,0 0-5 15,23-10-12-15,-15 4-7 0,1 0-10 16,2 0-12-16,-3-1-3 0,3 0 2 0,-1 1-10 16,-1-4-6-16,-2 3 1 0,2 0-6 0,-1-2-10 15,-3 0 2-15,-5 9-2 0,6-15 0 0,-3 7-7 16,-3-2 6-16,0 10 2 0,0-13-4 0,0 13 1 16,-8-10-3-16,2 4-9 0,6 6 1 0,-15-6-1 15,3 5-4-15,12 1 6 0,-24 5-7 0,7 3 7 16,2-1-7-16,-2 3 1 0,3 4 1 0,-1-1-4 15,6-1 4-15,-1 5-4 0,2-4-2 0,3 0 0 16,2 1 4-16,0 3-6 0,3-6 2 0,1 0-10 16,4 3 11-16,0-2-21 0,1-3-28 0,2-1-29 15,1 1-48-15,5-5-39 0,1 2-134 0,2-1-306 16,2-2 135-16</inkml:trace>
  <inkml:trace contextRef="#ctx0" brushRef="#br0" timeOffset="65061.77">2945 1955 30 0,'7'-13'226'0,"-3"8"-13"16,-4 5-11-16,7-14-12 0,-3 4-12 0,2-1-10 16,1 1-11-16,-2-1-7 0,0-1-9 0,0 2-12 15,0 0-7-15,3-2-10 0,-2-2-6 16,-2 2 5-16,-1 6-7 0,-3 6-11 0,4-18-14 0,-2 8-2 15,-2 10-7-15,1-10 4 0,-1 10-12 16,0 0-8-16,3-12-8 0,-3 12-11 0,0 0-2 16,0 0-5-16,0 0-4 0,0 0-4 0,0 0 1 15,0 0 1-15,0 0-1 0,-19 33-4 0,15-24-3 16,-2 2-1-16,4 2 1 0,0-1-2 0,-1 1-2 16,2-1-8-16,1-2-12 0,0-10-11 0,1 21-23 15,2-12-27-15,3 2-34 0,-6-11-54 0,9 14-52 16,-3-10-216-16,-6-4-462 0,16 7 204 0</inkml:trace>
  <inkml:trace contextRef="#ctx0" brushRef="#br0" timeOffset="65236.08">3025 1647 1902 0,'-6'-12'52'0,"1"1"-12"0,5 11-31 16,-9-18-9-16,9 18-4 0,-6-10-2 0,6 10-22 15,0 0-15-15,-6-11-25 0,6 11-11 0,0 0-1 16,0 0-20-16,0 0-17 0,0 0-24 0,15 28-83 16,-7-13-240-16,1-1 106 0</inkml:trace>
  <inkml:trace contextRef="#ctx0" brushRef="#br0" timeOffset="65598.38">3221 1811 111 0,'0'0'196'0,"-1"18"-12"0,1-18-13 16,-5 22-6-16,2-10-4 0,1 5-16 0,-1-1-17 16,1-1-9-16,-1-3-9 0,-1 0-12 15,4-12-11-15,-1 20-6 0,-2-11-4 0,3-9-8 16,-2 20-3-16,2-20-1 0,-3 11-1 0,3-11-3 0,0 0-1 16,-3 12-5-16,3-12 3 0,0 0-2 15,0 0-1-15,0 0 5 0,-5 10-2 0,5-10-5 16,0 0-8-16,0 0-9 0,0 0-9 0,0 0-6 15,0 0-3-15,0 0-6 0,29-25-1 0,-18 17-12 16,5 2-2-16,-6-1 2 0,3 2-4 0,-2 1-5 16,2 1 4-16,0 1-1 0,-2 2-3 0,-11 0 0 15,22 2-3-15,-22-2 7 0,16 9-3 0,-10-6 6 16,-6-3 1-16,9 12-4 0,-5-3 3 0,-4-9 1 16,2 15 5-16,-2-15 3 0,-1 17-1 0,1-17 4 15,-10 18-1-15,0-11-2 0,-3 4 3 0,1-2-1 16,-3-3-3-16,-1 2-11 0,0 0-1 15,-1-5-20-15,-1 1-23 0,7 0-32 0,11-4-41 16,-25 1-47-16,25-1-210 0,-19 2-412 0,19-2 182 16</inkml:trace>
  <inkml:trace contextRef="#ctx0" brushRef="#br0" timeOffset="65786.06">3542 1910 19 0,'13'-3'143'15,"2"1"-9"-15,2 2-19 0,-1-2-12 0,4 0-9 0,-4 0-7 16,-2 1-19-16,-14 1-30 0,23-4-26 0,-10 2-43 16,-1-1-37-16,-1 2-51 0,-11 1-130 0,0 0 58 15</inkml:trace>
  <inkml:trace contextRef="#ctx0" brushRef="#br0" timeOffset="65982">3671 1737 47 0,'0'0'211'0,"0"0"-13"0,0 0-8 15,-7 37 5-15,4-19-9 0,-1-3-22 0,3 3-10 16,-1 0-13-16,-1 0-16 0,-1 1-13 0,4 0-5 15,-1-1-14-15,-1 2-9 0,1-2-27 0,1 0-46 16,0-3-58-16,1 2-57 0,1-5-88 0,-2-12-97 16,1 22-313-16,-1-22 139 0</inkml:trace>
  <inkml:trace contextRef="#ctx0" brushRef="#br0" timeOffset="66459.67">4029 1626 73 0,'0'0'232'0,"-1"-11"-26"15,1 11-22-15,2-6-24 0,-2 6-14 0,0 0-18 16,0 0-7-16,0 0 5 0,0 0 26 0,5 31-12 15,-8-7-9-15,1 4-8 0,1-3-11 16,0 4-11-16,-1-3-6 0,0 3-8 0,1-5-5 16,3 0-3-16,-3 1-6 0,0-8-9 0,-2 1-2 15,-1 0-7-15,6-6-3 0,-4-2-6 0,2-10-5 16,-1 16-4-16,1-16-3 0,-1 13-3 0,1-13-1 16,0 0 6-16,0 11 11 0,0-11 12 0,0 0 5 15,0 0 1-15,0 0-3 0,0 0-6 0,0 0 1 16,0 0-13-16,0 0-1 0,14-30-12 0,-8 20-3 0,3-6-3 15,3 2-12-15,-2 0 1 0,1 0 2 16,3 2-8-16,-5 3-3 0,4 2-3 0,-4 2-5 16,3 2 2-16,-5 0-4 0,-7 3 0 0,22 4-2 15,-13-1 4-15,1 3-2 0,-2 0-3 0,0 1 8 16,-2 2 0-16,4 3-4 0,-5-2-1 0,0 0 8 16,-1 1-3-16,0-2 0 0,1 1 0 0,-2 2-3 15,0-2-3-15,0 0-28 0,0 1-27 0,-1-3-21 16,-2-8-26-16,1 12-33 0,-1-12-32 0,2 11-46 15,-2-11-46-15,0 0-160 0,1 12-458 16,-1-12 203-16</inkml:trace>
  <inkml:trace contextRef="#ctx0" brushRef="#br0" timeOffset="66737.81">4378 1923 143 0,'0'0'180'0,"5"-4"-4"0,-5 4-3 16,0 0-8-16,0 0-4 0,0 0-8 0,0 0-9 15,-4 23-12-15,4-23-5 0,0 11-16 16,0-3-7-16,2 1-9 0,-2-9-12 0,3 14-1 16,0-6-8-16,2-5-9 0,0 3-3 0,-1-1 0 15,2 0-3-15,-6-5-6 0,13 5 9 0,-13-5-2 16,12 1-3-16,-12-1 6 0,12-1-4 0,-12 1 6 16,14-5 0-16,-14 5-3 0,11-8-4 0,-11 8-6 15,10-11-7-15,-4 3-3 0,-5 0-3 16,-1 8-3-16,-1-17-17 0,1 17 4 0,-7-17-15 0,0 8-10 15,1-1-11-15,-1 3-16 0,-4 0-15 0,2 1-13 16,0 1-26-16,-4 1-24 0,3 2-29 0,10 2-40 16,-23-1-55-16,13 2-160 0,10-1-422 0,-19 4 187 15</inkml:trace>
  <inkml:trace contextRef="#ctx0" brushRef="#br0" timeOffset="67052.09">4570 2053 50 0,'14'-4'252'0,"-14"4"-3"0,10-6-21 15,-10 6-17-15,11-7-10 0,-11 7-24 0,9-8-9 16,-2 0-12-16,-3 2-17 0,1-3-8 0,-5 9-14 16,10-16-5-16,-5 8-16 0,-1 1-9 0,-2-3-8 15,2 1-7-15,-4 9-8 0,3-17-5 0,-3 17-10 16,0-15 2-16,0 15 2 0,-4-12-2 0,4 12 2 15,-5-12-4-15,5 12-4 0,-4-7-12 16,4 7 1-16,0 0-6 0,-14 0 0 0,14 0-3 0,-15 10-9 16,4-3 8-16,1 3-10 0,3-1 8 15,-1 1 0-15,-2 4-7 0,5-4 2 0,1 1-3 16,1-3 3-16,2 5-2 0,2 0-7 0,2-3-8 16,3 0-20-16,3-1-30 0,3-2-35 0,5 1-33 15,0-4-67-15,5 0-67 0,-3-1-186 0,9-3-473 0,-8 2 211 16</inkml:trace>
  <inkml:trace contextRef="#ctx0" brushRef="#br0" timeOffset="67422.28">4855 1748 30 0,'0'0'302'0,"-5"-10"-16"16,5 10-26-16,-4-8-27 0,4 8-27 0,0 0-20 15,0 0-25-15,0 0-15 0,0 0-14 0,0 0-13 16,0 0-8-16,10 32-11 0,-6-17-7 16,1 0-7-16,0 3-6 0,-1-1-11 0,1 0-4 15,1 1 1-15,1-2-6 0,-2-5-10 0,-1 6 1 16,-2-4-6-16,1-2-1 0,-3-11-7 0,5 17-5 16,0-8-1-16,-5-9-4 0,2 10 1 0,-2-10 2 15,0 0 5-15,6 12-1 0,-6-12 35 0,0 0-3 16,0 0-7-16,0 0-2 0,0 0-1 0,0 0-4 15,0 0-9-15,11-31 0 0,-7 19-9 0,2-3 1 16,1-3-6-16,2-5-6 0,-2-1-1 16,4-1-5-16,-8 8-9 0,4 0-7 0,-2 2 3 0,1-4-20 15,2 10 2-15,-7-2-13 0,3 3-19 0,-4 8-22 16,3-11-40-16,-3 11-31 0,0 0-40 0,0 0 0 16,0 0 7-16,11-3-47 0,-11 3-26 15,0 0-163-15,0 0-440 0,3 31 196 0</inkml:trace>
  <inkml:trace contextRef="#ctx0" brushRef="#br0" timeOffset="67671.65">5194 1871 227 0,'0'0'239'0,"0"0"5"16,0 0-15-16,0 0-6 0,0 0-6 0,0 0-19 15,0 0-12-15,-20-15-15 0,20 15-17 0,0 0-9 16,0 0-8-16,0 0-7 0,-25 11-9 0,25-11 0 15,-16 13-4-15,7-5-6 0,2 2-1 0,-1 1-4 16,3-1-7-16,-3 1-2 0,2-1-8 0,1 2-7 16,0-2-17-16,-1 2 6 0,5-1-9 0,1-11-7 15,-2 22-10-15,2-22-2 0,2 21-18 0,-2-21-16 16,5 14-24-16,0-7-33 0,2 1-41 0,-7-8-42 16,14 12-48-16,-14-12-53 0,18 4-64 15,-18-4-194-15,21 0-530 0,-21 0 234 0</inkml:trace>
  <inkml:trace contextRef="#ctx0" brushRef="#br0" timeOffset="67991">5307 2000 127 0,'0'0'271'0,"9"-6"1"0,-9 6-8 16,0 0-22-16,6-5-5 0,-6 5-15 0,8-6-16 15,-8 6-17-15,10-7-15 0,-3 1-4 0,0 1-19 16,1-1-11-16,-2 0-12 0,-6 6-11 0,13-10-14 15,-8 2-7-15,-1 3-10 0,-4 5-7 0,5-11-5 16,-3 2-5-16,-2 9-12 0,-2-13-7 0,2 13-12 16,-4-14 2-16,4 14-7 0,-6-14 0 0,-2 11-2 15,8 3-2-15,-16-6-4 0,5 4-8 0,11 2 2 16,-23 7-2-16,11-4 0 0,-1 4 0 0,-2 3 8 16,-1 3 1-16,5 0 3 0,-2-1-2 15,4 3 3-15,0-1-9 0,5-2 2 0,0-1-4 16,4 2 4-16,0-13-3 0,8 22-1 0,4-9-2 15,5-2 2-15,9 0-4 0,5-1-21 0,2-5-34 16,0 1-33-16,2-3-26 0,-1-3-32 0,-2-2-44 16,0-1-39-16,-3-1-64 0,-7 1-246 0,-5 1-565 15,-4-4 250-15</inkml:trace>
  <inkml:trace contextRef="#ctx0" brushRef="#br0" timeOffset="89030.52">710 3319 106 0,'0'0'143'0,"0"0"-4"0,-10-45-15 0,10 45 9 15,0 0 0-15,0 0 1 0,-12-32-10 0,12 32-6 16,0 0-1-16,0 0-9 0,0 0-3 0,-9-28-8 15,9 28-9-15,0 0-8 0,0 0-8 0,0 0-15 16,0 0 0-16,0 0-10 0,0 0-4 16,0 0-3-16,0 0-2 0,0 0-6 0,0 0-2 15,0 0-10-15,-3 97 5 0,3-97-2 0,0 58-5 16,-2-29 0-16,2-29 1 0,-6 61-2 0,6-37 0 16,0-24-6-16,-4 45 1 0,4-45 1 0,-4 37-3 15,4-37-2-15,-2 30 1 0,2-30-2 0,0 0 2 16,-2 38-6-16,2-38 6 0,0 0-1 0,0 0-7 15,-6 33 8-15,6-33-2 0,0 0-4 0,0 0 6 16,0 0-4-16,0 0 3 0,0 0-2 0,0 0 4 16,0 0 5-16,0 0 10 0,0 0 3 0,0 0 1 15,0 0 3-15,0 0-4 0,0 0-4 0,0 0 0 16,0 0-3-16,0 0-5 0,0 0 0 0,0 0-6 16,0 0-1-16,0 0 3 0,0 0-4 0,47-75-3 15,-47 75-1-15,20-24-1 0,-20 24-1 0,0 0-4 16,18-19 4-16,-18 19-4 0,0 0 0 0,0 0 1 15,0 0-2-15,30-11-3 0,-22 13 3 0,1 2 1 16,1 1-2-16,-2 0 2 0,-1 5-1 16,1-1 0-16,-2 1 0 0,4 3 0 0,-3 1-1 0,-2-3-4 15,4 5-15-15,-5-1-12 0,-1 0-10 16,1 1-34-16,-2 1-36 0,-2-1-41 0,4 2-49 16,-4-2-143-16,0-16-376 0,-2 24 167 0</inkml:trace>
  <inkml:trace contextRef="#ctx0" brushRef="#br0" timeOffset="89441.31">964 3788 141 0,'0'0'185'0,"0"0"-5"16,4-18-7-16,0 11-8 0,-4 7-13 0,3-16-5 15,-2 6-10-15,-1 10-13 0,4-19-3 0,-4 8-9 16,4 0-8-16,-3 0-9 0,-1-2-11 0,1 2-3 15,-2-3-4-15,0 3-7 0,1-1-6 16,0 12-1-16,-2-21-4 0,0 13-10 0,-2 0-8 16,4 8 1-16,-5-15-8 0,5 15 0 0,-5-10-8 15,5 10-2-15,-7-9-2 0,7 9-6 0,-4-6 0 16,4 6-4-16,0 0-1 0,0 0-3 0,0 0-7 16,-6-9 9-16,6 9-6 0,0 0-5 0,0 0 4 15,0 0 2-15,0 0-6 0,0 0 8 0,0 0-4 16,31 12 0-16,-20-9-1 0,1-1 2 0,-2 2 0 15,-1 0-5-15,3-1 3 0,-3 2-3 0,0-2 2 16,1 1-1-16,-4 1 1 0,3 1-3 0,-1 1 0 16,-2 0 1-16,0 1-6 0,1 2 8 0,-3-1-3 15,2 2 3-15,-3 1 2 0,-3-2-3 0,4 0 4 16,2 2-1-16,-5-1-2 0,-1-11 2 0,2 21-17 16,1-10-14-16,-3-11-14 0,0 23-26 0,2-14-20 15,-2-9-13-15,7 18-18 0,-5-11-31 0,-2-7-9 16,6 13-10-16,-6-13-128 0,10 11-321 0,-10-11 142 15</inkml:trace>
  <inkml:trace contextRef="#ctx0" brushRef="#br0" timeOffset="89758.96">1250 3785 39 0,'0'0'129'0,"11"-9"2"15,-1 4-5-15,3 0 0 0,-3-4-7 0,-1 3-5 16,1-3-3-16,5 0-10 0,-5 3 7 0,0-3-3 15,-3 1 0-15,1 0-1 0,1-2-9 0,-1 0-11 16,-1 1-4-16,1-1-4 0,1 0 11 0,-6 0-4 16,-1 1 1-16,2 0-1 0,-4 9-6 15,-1-15-10-15,1 15-9 0,-3-12-3 0,3 12-7 16,-5-10-7-16,5 10-1 0,-14-5-8 0,14 5-5 0,-19 1 2 16,5 3-6-16,-4 6-6 0,0 0 11 15,0 2-2-15,0 6-3 0,0 0 6 0,7-1 0 0,-1-3-6 16,2 3 1-16,3-3-1 0,2 3-5 15,3 0-6-15,-1-5 7 0,3-12 0 0,4 29-2 16,-2-16 3-16,6 1-3 0,-1 0-3 0,7-1-9 16,-1-4-19-16,3 1-22 0,1-3-33 0,2-1-31 0,0-3-41 15,9-1-45-15,1-2-49 0,-9 1-127 16,3-2-392-16,6-2 174 0</inkml:trace>
  <inkml:trace contextRef="#ctx0" brushRef="#br0" timeOffset="89949.77">1730 3661 107 0,'0'0'247'0,"0"0"-13"0,0 0-12 0,0 0-18 0,2-12-25 16,-2 12-14-16,0 0-21 0,17-8-12 0,-9 4-14 16,-8 4-9-16,25-9-15 0,-16 8-27 15,4-3-47-15,-13 4-18 0,22-4-39 0,-22 4-30 16,19 1-38-16,-19-1-30 0,13 3-18 0,-13-3-106 15,0 0-278-15,6 10 123 0</inkml:trace>
  <inkml:trace contextRef="#ctx0" brushRef="#br0" timeOffset="90083.23">1795 3720 25 0,'-11'8'174'0,"11"-8"-5"0,-7 6-1 16,7-6 3-16,0 0-1 0,-7 8-9 0,7-8-8 16,0 0-13-16,0 0-13 0,0 0-8 0,0 0-8 15,0 0-10-15,0 0-6 0,0 0-8 0,0 0-9 16,0 0-20-16,30 5-29 0,-16-5-51 0,-14 0-35 15,32-6-69-15,-14 4-197 0,-18 2-347 0,32-9 153 16</inkml:trace>
  <inkml:trace contextRef="#ctx0" brushRef="#br0" timeOffset="90871.9">2402 3363 76 0,'1'-14'197'0,"-1"14"-11"0,0-11 5 0,0 11-16 0,2-10-9 16,-2 10-11-16,1-7-11 0,-1 7-10 0,0 0-14 16,0 0-15-16,0-10-14 0,0 10-11 0,0 0-8 15,0 0-11-15,0 0-4 0,0 0-11 0,11 21 5 16,-4-9-9-16,-2 3-3 0,0 3-1 0,2 0-6 16,-1 0-4-16,0-1-3 0,-1 2 1 0,2 0-4 15,-3-2-2-15,1 2 2 0,1-3-2 16,-1 1-5-16,0-5 1 0,-2-1-1 0,1 0-1 15,0-1 0-15,-2 0-3 0,-1-1 1 0,2-2-1 16,-2 1-1-16,-1-8-1 0,3 10 2 0,-2-5 2 16,-1-5-2-16,1 7 2 0,-1-7 4 0,0 0 8 0,4 5 11 15,-4-5 7-15,0 0 9 0,0 0 0 16,0 0-4-16,0 0-3 0,0 0-6 0,12-12-3 16,-8 5-8-16,2-5 1 0,3-1-3 0,1-2-3 15,-2 1-1-15,2-2-5 0,1-7-3 0,1 2 0 16,-2 3-6-16,2-5-2 0,-5 6-7 0,2 0 12 15,0 2-10-15,-1-1 2 0,-2 1-3 0,-1 5-2 16,-1-2-4-16,0 2 5 0,-1 0-4 0,-2 0-1 16,-1 1 0-16,2 2-5 0,-2 7 5 0,-1-14-1 0,1 14 3 15,-2-11-5-15,-1 7 3 0,3 4-2 16,-5-9-1-16,5 9 2 0,-8-5 0 0,8 5-2 16,-7-2 1-16,7 2-7 0,0 0 9 0,-13 7-3 15,8-4 4-15,-2 3-1 0,2-1-3 0,0 4 2 16,1 0 3-16,2-3-3 0,2-6 1 0,-2 13 0 15,1-7-6-15,1-6-5 0,7 16-4 0,-1-6-8 16,3-3-11-16,2 0-16 0,4 1-20 0,1 1-32 16,1-3-34-16,4-1-19 0,5 2-50 15,-4-2-143-15,-4-3-383 0,-1 4 170 0</inkml:trace>
  <inkml:trace contextRef="#ctx0" brushRef="#br0" timeOffset="92135.72">2930 3495 89 0,'-4'-8'169'16,"4"8"3"-16,-2-6-5 0,2 6-7 0,0 0-11 15,0 0-14-15,0 0-26 0,-4-7-4 16,4 7-15-16,0 0-14 0,0 0-8 0,0 0-4 16,-8 24-5-16,3-8-5 0,0 3-5 0,1-3-5 15,-2 2 1-15,0 0-4 0,1 0-6 0,2-2-4 16,-2-1 2-16,2-3-11 0,0 2 2 0,1-4 2 16,-1 2-4-16,2-6-2 0,0 2-4 15,-2-2 1-15,3-6 3 0,-1 9-1 0,1-9 2 0,-3 9 10 16,3-9 6-16,0 0 8 0,-1 7-1 0,1-7-5 15,0 0-4-15,0 0 1 0,0 0-5 0,0 0-3 16,0 0-10-16,12-20-3 0,-9 15-6 0,4-4-6 16,2 3-3-16,0-2 0 0,0 2-1 0,-2-1-2 15,2 2 2-15,-1 0-2 0,0 2-5 0,-2 1 2 16,-6 2 1-16,14-1-3 0,-6 1 2 0,-8 0-3 16,12 3 2-16,-4 0 1 0,-3 1-1 0,0-1-1 15,1 0 2-15,-3 4-1 0,2-2 3 16,-5-5 3-16,5 9 2 0,-3-4 4 0,-2-5-2 15,-2 14-3-15,0-7 6 0,-6-2 2 0,-1 5-5 0,-1-3 5 16,-5 1-7-16,-3 0 2 0,-1 0-5 0,-8 2-8 16,-1-3-29-16,7-1-23 0,-6 0-31 0,6-2-39 15,-1 0-49-15,-4 1-144 0,6-1-350 0,1 0 155 16</inkml:trace>
  <inkml:trace contextRef="#ctx0" brushRef="#br0" timeOffset="92437.93">2262 3966 125 0,'0'0'155'0,"-8"3"-8"0,8-3-6 16,0 0-11-16,0 0 5 0,19 13-8 0,-5-12-3 16,19 1-5-16,2 0-9 0,16-4-10 0,5 0-11 15,0 2-6-15,1-4-10 0,-4-1-11 0,0 4 0 16,-1 0-1-16,-15-2-12 0,3 2-3 0,-4-1-9 16,1-1-21-16,-5 0-17 0,-2 0-19 15,0 3-21-15,-10 0-31 0,-1 0-21 0,-2 2-33 16,-4 0-29-16,-3 0-93 0,-4 1-268 0,-6-3 119 0</inkml:trace>
  <inkml:trace contextRef="#ctx0" brushRef="#br0" timeOffset="92866.42">2346 4220 4 0,'0'0'241'0,"-5"-3"-10"15,5 3-15-15,0 0-23 0,0 0-20 0,-4-4-21 16,4 4-22-16,0 0-7 0,0 0-14 0,0 0-11 16,0 0-9-16,12 26-6 0,-6-12-11 0,3 2-1 15,-2 2-5-15,1 5-7 0,1-3-6 0,-1-3-3 16,-1-1-5-16,-1 0-5 0,1 0-5 0,-2-1-2 15,-2-6-2-15,2 3-6 0,-1-1-1 16,-2-3 2-16,-2-8-5 0,4 11 5 0,-4-11 0 16,4 9 19-16,-4-9 18 0,0 0 16 0,4 7 13 15,-4-7 2-15,0 0-5 0,0 0-16 0,0 0-4 16,0 0-9-16,16-24-6 0,-10 14-6 0,5-4-5 0,-2-1-2 16,1-7-4-16,2 4-8 0,-3 0 1 0,4-5-5 15,-1-3-12-15,4 2-9 0,-4 2 0 0,-1 5-5 16,-2 0-1-16,2 3-9 0,-2-1-17 0,-1 6-16 15,-3-1-21-15,-1 4-22 0,2 2-36 16,-2-1-21-16,-4 5-13 0,0 0-9 0,13-2-16 16,-13 2-21-16,9 8-3 0,-4 0-147 0,-3 3-383 15,-2 1 169-15</inkml:trace>
  <inkml:trace contextRef="#ctx0" brushRef="#br0" timeOffset="93129.08">2791 4342 73 0,'0'0'228'0,"-9"-10"-12"15,9 10-7-15,-9-5-9 0,2 2-15 0,7 3-10 16,-11 0-11-16,11 0-17 0,-14 1-7 0,4 2-18 16,-1 1-11-16,1 2-9 0,2 1-2 0,-3 3-9 15,2-2-7-15,1 2-7 0,1-1-9 0,0 2-1 16,0 3-11-16,3-3-3 0,0 0-7 15,1 0-5-15,2 1 0 0,0-1-5 0,2 0-2 0,0 0-3 16,3-1-3-16,0 1-10 0,1-4-16 16,2 0-22-16,0-2-38 0,1 1-33 0,-8-6-42 0,19 10-57 15,-9-8-41-15,2-1-140 0,-12-1-401 16,24-3 177-16</inkml:trace>
  <inkml:trace contextRef="#ctx0" brushRef="#br0" timeOffset="93502.65">2922 4455 144 0,'0'0'233'15,"13"-7"-3"-15,-13 7-3 0,8-6-8 0,-8 6-13 16,9-6-11-16,-4 1-11 0,-5 5-9 0,9-8-10 16,-9 8-12-16,11-9-15 0,-4 2-8 0,-7 7-4 15,7-9-10-15,-3 4-9 0,-4 5-12 0,5-12-10 16,-5 12-8-16,0-12-7 0,0 12-7 0,-1-12-10 15,1 12-1-15,-4-12 3 0,4 12-20 0,-10-8 1 16,5 4-5-16,5 4-5 0,-15-6-7 0,6 3 0 16,-1 2-3-16,10 1-2 0,-19 4-6 0,8 0 4 15,-2 2-4-15,2-2 3 0,-3 6-5 0,0-1 0 16,1 2 1-16,0 3 0 0,1-1-2 0,-2 0 1 16,4 0-2-16,4-1-3 0,-2 2 2 0,3-4-7 15,3 2 6-15,0-1-2 0,1 1 0 0,1-12 2 16,8 20-4-16,0-7 6 0,0-5 0 0,5-3 8 15,4 3-7-15,2-1-1 0,1 0-8 0,2-6-19 16,6 3-23-16,-6-4-23 0,5-2-17 16,-6 2-25-16,6-2-26 0,-7 1-22 0,9-5-39 15,-10 2-40-15,3-2-185 0,-3 2-458 0,0-1 204 16</inkml:trace>
  <inkml:trace contextRef="#ctx0" brushRef="#br0" timeOffset="93641.36">3286 4417 94 0,'0'0'165'0,"0"0"-19"0,-11-5-27 15,11 5-40-15,0 0-35 0,0 0-51 0,0 0-51 16,0 0-39-16,-14-5-106 0,14 5 47 0</inkml:trace>
  <inkml:trace contextRef="#ctx0" brushRef="#br0" timeOffset="94511.81">3326 3414 163 0,'-4'-7'173'0,"4"7"-20"0,-2-5-7 0,2 5-21 15,0 0-12-15,0 0-15 0,0 0-2 0,0 0-19 16,0 0-2-16,0 0-12 0,0 0-5 16,15 13-4-16,-7-3 1 0,-1 5-10 0,-1 1-11 0,0 2 0 15,0 0-2-15,-1 7 4 0,-1 1-12 0,1 0 6 16,-6 0-1-16,1 0 6 0,0 4 6 16,-1-1 2-16,-2 1-3 0,1 0-3 0,-2-1-3 15,1 0-5-15,1 1 5 0,-2 1-8 0,1-1 5 16,-2 1 2-16,-1-1-4 0,-4-1-6 0,2-1 1 15,0 3-1-15,2 0 0 0,-3-2-3 0,1 2-1 16,1-1-1-16,-6 0-2 0,9-2 0 0,-1-3-3 16,0 1 2-16,5 1-1 0,-1-7-1 0,1 0-1 15,0 4 1-15,5-5-3 0,-1 1 0 0,2 3-1 16,-1-3 3-16,1 4-3 0,-2-6 0 0,1 0 0 16,-1 1 1-16,-2-2-3 0,0 2 1 15,1 0 1-15,2-3-3 0,-7 1-2 0,1-1 0 16,2-3 4-16,-2-1-1 0,-3-1-3 0,2 0-1 0,-2-1 3 15,0-2-1-15,-1 1 1 0,-2-1 0 0,-4 0 5 16,3-1-11-16,-2-1 6 0,-1-2-2 0,0 1 0 16,1-1-1-16,-3-1-8 0,3-1-27 0,-1-1-24 15,-2 0-31-15,13-1-43 0,-17-5-68 0,5 1-147 16,12 4-374-16,-17-14 166 0</inkml:trace>
  <inkml:trace contextRef="#ctx0" brushRef="#br0" timeOffset="95416.02">3336 3497 121 0,'0'-10'112'0,"0"10"-11"16,0-9-5-16,0 9 6 0,0 0-1 0,2-12-5 16,-2 12-6-16,0 0-9 0,0-9-2 0,0 9-6 15,0 0 0-15,0 0-4 0,-2-8 1 0,2 8 1 16,0 0-13-16,0 0 0 0,0 0-7 0,0 0-7 15,0 0-7-15,0 0 0 0,0 0-12 0,0 0-1 16,0 0-3-16,0 0-3 0,0 0 0 0,0 0 1 16,-2 34 1-16,-1-17-2 0,2 0-5 0,2 0 7 15,-2 2-2-15,2 1 4 0,-1-2 0 0,0 0-8 16,2 1 1-16,0 8 14 0,-2-3 6 0,-1 6 3 16,1-5-1-16,0 1 2 0,1-1 4 0,-1 2-2 15,0 2-3-15,1-1 0 0,1 4 3 0,-2-3 2 16,1 2-12-16,3-1 4 0,-2 0 2 0,1 4 5 15,-2 0 4-15,0-2 1 0,-1 0 1 0,0-1-1 16,0-2-6-16,2 0-2 0,-1-2-5 16,-2 3-3-16,-1-1-2 0,0-1-1 0,0-1-2 0,0 2 1 15,-3-1 3-15,2-2 1 0,-2 0 0 0,-2 1 1 16,1-2-4-16,-5 0 3 0,5 1-2 0,0-3-2 16,4-3-1-16,-2-1-1 0,0-1 0 0,0-1-2 15,-2 1 3-15,1 0-2 0,1-3-1 0,2 2-4 16,-1-2 4-16,2-2-9 0,1-1 4 0,-2-1-5 15,2 1 4-15,0-1-4 0,2 1 0 16,-2-12-5-16,0 17 6 0,0-17-6 0,1 12 0 16,-1-12 0-16,3 12-1 0,-3-12 2 0,3 9-1 0,-3-9-11 15,0 0-16-15,0 0-11 0,3 10-10 0,-3-10-8 16,0 0-12-16,0 0-16 0,0 0-42 16,0 0-47-16,0 0-45 0,0 0-49 0,0 0-158 15,0 0-452-15,0 0 200 0</inkml:trace>
  <inkml:trace contextRef="#ctx0" brushRef="#br0" timeOffset="95998.03">3377 3541 115 0,'0'0'121'0,"0"0"-14"0,0 0-2 16,-4-5-16-16,4 5-10 0,0 0-11 0,0 0-2 15,0 0-7-15,0 0-13 0,0 0 5 0,0 0-3 16,0 0-9-16,0 0 12 0,0 28 0 0,2-18 1 16,-1 3-1-16,0 2 7 0,3 0-12 15,-3 2 0-15,2 0-3 0,-2 2-1 0,-1 0 0 16,3 9-3-16,1-3-6 0,-2 4 0 0,0-2 10 16,0 4 1-16,1-1-5 0,0 0-1 0,0 1-8 0,-3 0 11 15,0 1-4-15,0 0 3 0,1 0-1 16,-2 2-5-16,0-3 0 0,-1 2-3 0,-3-4 2 15,3 3 0-15,-1-4-4 0,1 1 0 0,-4-4-4 16,5 2 4-16,0 1-3 0,-3-1-4 0,0 1 3 16,0-1-4-16,-1-2 2 0,0-1-6 0,1 4 1 15,-2-5-1-15,1 1 0 0,2 1-5 0,-3-4 1 16,0-2-2-16,0-1 3 0,-1 0-3 0,3 7 3 16,-5-2-6-16,4-4 1 0,0 0-3 0,2-4 5 15,2 4-5-15,0-4-1 0,-3 1 1 0,2-4 1 0,1 2 2 16,0-4-4-16,1 6 1 0,-1-6-1 15,2 1 1-15,-1-11 0 0,1 17-3 0,-1-17-12 16,1 11-20-16,-1-11-11 0,4 9-24 0,-4-9-23 16,0 0-30-16,11 5-29 0,-11-5-37 0,0 0-133 15,0 0-341-15,0 0 150 0</inkml:trace>
  <inkml:trace contextRef="#ctx0" brushRef="#br0" timeOffset="96727.57">3441 3574 43 0,'0'0'105'0,"0"0"-10"0,0 0-11 0,0 0-14 16,0 0-6-16,0 0 1 0,0 0-23 0,0 0 7 15,0 0-6-15,0 0-7 0,0 0 0 0,0 0-5 0,0 0-5 16,-14 17 5-16,8-8 5 0,2-3-4 15,0-1-5-15,-1 1-1 0,2 2 1 0,0-3-6 16,0 2 9-16,-2-1-11 0,1-2 10 0,4-4-22 16,-3 9 8-16,3-9-3 0,-3 7-2 0,3-7 5 15,0 0-4-15,-4 3 17 0,4-3-7 0,0 0 13 16,0 0 4-16,-4 7-4 0,4-7-5 0,0 0-1 16,0 0-4-16,0 0-4 0,0 0 6 0,0 0-5 15,-13-13-3-15,13 13 1 0,-5-7 0 0,1 1-4 16,4 6-3-16,-6-10 1 0,3 3-4 0,-3-3 5 15,3 1-5-15,1 4 1 0,-3-5-3 0,2 5-4 16,1-7-2-16,-1 4 0 0,0 0-2 0,1-2 3 16,-1 5 4-16,2-2-7 0,1 7 6 0,-6-10-2 15,6 10 0-15,-3-7-6 0,3 7 9 0,0 0-6 16,0-10-3-16,0 10 12 0,0 0-12 16,0 0-1-16,-5-4 7 0,5 4-13 0,0 0 4 0,0 0 2 15,0 0 3-15,0 0-8 0,0 0 5 0,7 32 1 16,-5-21-1-16,-1 8 3 0,4 0 1 0,-3 1 2 15,-4 6 1-15,4 3 1 0,-4 2 3 0,-1 13 9 16,0-9-5-16,2 9 0 0,-2-8 8 0,-3 14 2 16,2-3 1-16,-4 2-1 0,2-1-2 0,-2-2-3 15,1 3-1-15,-3-5-1 0,-1 3 1 16,5-1-3-16,-1 2 3 0,-2-3 0 0,3-10-3 16,-4 10-3-16,5-9 6 0,-6 10-5 0,5-14 4 0,1 3-5 15,1-4 0-15,0 0 1 0,0-2 0 0,0-3 0 16,1 0 0-16,-1-6 1 0,5-2-5 0,-2 0-1 15,1-2-16-15,-1-4-19 0,1 0-10 0,0-12-26 16,2 21-29-16,1-12-46 0,-3-9-124 0,0 16-285 16,0-16 126-16</inkml:trace>
  <inkml:trace contextRef="#ctx0" brushRef="#br0" timeOffset="97965.95">3793 4396 16 0,'0'0'175'0,"0"0"-9"0,0 0-10 0,0 0-5 15,0 0-12-15,0 0-4 0,0-8-10 0,0 8-8 16,0 0-8-16,0 0-8 0,0 0-6 0,0 0-3 16,0 0-2-16,0 0-4 0,0 0-7 0,0 0-5 15,0 0-1-15,0 0-3 0,0 0-5 0,0 0-2 16,0 0-1-16,0 0-1 0,0 0-4 0,0 0-2 15,0 0-5-15,0 0 2 0,0 0-2 0,0 0-3 16,0 0-2-16,0 0-5 0,0 0-3 0,0 0-3 16,0 0-3-16,0 0 4 0,0 0-2 0,4-7 4 15,-4 7-3-15,0 0-2 0,0 0-3 0,0 0-1 16,0 0-11-16,0 0 7 0,0 0-4 0,0 0-1 16,0 0-6-16,0 0 1 0,0 0-5 0,0 0 1 15,0 0-5-15,0 0-2 0,0 0-2 16,0 0 2-16,0 0-6 0,0 0 7 0,0 0-5 0,0 0-2 15,-12 21 4-15,9-9-1 0,-2-2 2 16,-1 0-3-16,0 6 1 0,0 0 2 0,3 0-5 0,-1-5 6 16,-1 2-1-16,1 5 2 0,-1-3 1 0,0 2-3 15,1-1 3-15,1-6 3 0,1 0-4 16,2 2 2-16,-2-1 0 0,2-3-1 0,0 0 2 0,0 1-1 16,0-9-1-16,2 13-6 0,0-6 10 0,1-1 1 15,-1-1-3-15,-2-5 0 0,9 8-12 0,-1-4-23 16,-2-2-14-16,-6-2-31 0,14 0-23 15,-14 0-28-15,20-3-31 0,-11 0-45 0,-2 0-36 0,-1-2-149 16,-6 5-415-16,11-14 184 0</inkml:trace>
  <inkml:trace contextRef="#ctx0" brushRef="#br0" timeOffset="98162.19">3731 4198 106 0,'-7'-6'193'0,"7"6"-8"0,0 0-14 0,-6-3-17 15,6 3-16-15,0 0-10 0,-5-5-20 0,5 5-18 16,0 0-36-16,0 0-18 0,0 0-38 0,0 0-39 16,0 0-39-16,0 0-40 0,21 0-67 0,-21 0-202 15,14 0 89-15</inkml:trace>
  <inkml:trace contextRef="#ctx0" brushRef="#br0" timeOffset="98847.92">3947 4417 141 0,'0'-8'218'16,"0"8"-6"-16,0 0-12 0,0 0-11 0,0 0-19 15,3-8-19-15,-3 8-13 0,0 0-14 0,0 0-16 0,0 0-17 16,0 0-3-16,0 0-12 0,0 0-3 0,0 0-5 16,0 0 0-16,0 0-5 0,0 27-5 0,1-21-8 15,-2 6 5-15,0-1 0 0,-2 2-4 16,3 3-3-16,-1 0-3 0,-3 1-1 0,3 2-1 16,-2-4 1-16,2-2-3 0,-1-1-3 0,2-1 1 15,-2 1-7-15,1-2-1 0,-1 0-2 0,-1 0 1 16,1-1 4-16,1-4-3 0,1-5-6 0,-2 12 3 0,0-8-6 15,2-4 1-15,-1 12 0 0,1-12-5 16,-1 6 0-16,1-6-3 0,0 0 3 0,0 0-2 16,0 0 3-16,0 9 6 0,0-9 4 0,0 0 10 15,0 0 2-15,0 0 11 0,0 0 4 0,0 0-7 16,0 0-6-16,0 0-17 0,0 0 17 0,0 0-4 16,0 0-7-16,0 0 4 0,0 0-11 0,1-31-3 15,-1 31-1-15,3-16 1 0,-1 10-6 0,4-4 0 16,-1 3-8-16,1-3 0 0,1 1-6 0,-2 2 0 15,4 0 5-15,-1 1-7 0,-2 1-2 0,-6 5 2 16,16-2-4-16,-16 2 1 0,15 1 1 0,-15-1 2 16,18 6 1-16,-9 0-4 0,0 0 0 0,1 0-1 15,-4 1 3-15,2-2 1 0,-1 4 7 0,-2-3-7 16,-5-6-14-16,6 16 17 0,-5-9 3 0,-1-7-2 16,-2 13 5-16,2-13-3 0,-12 16 0 0,5-5-2 15,-4-3 1-15,0 1 0 0,-1-4-8 0,0 0-7 16,-5 0-14-16,5-1-10 0,0 0-20 0,1-3-14 15,0-2-29-15,1-1-33 0,10 2-43 0,-16-4-55 16,8 0-44-16,2-1-193 0,0-3-503 0,2-1 222 16</inkml:trace>
  <inkml:trace contextRef="#ctx0" brushRef="#br0" timeOffset="99295.93">4274 4446 98 0,'0'0'225'0,"0"0"-10"0,0 0-7 15,0 0-8-15,-19-1-15 0,19 1-12 0,0 0-14 16,0 0-9-16,0 0-15 0,0 0-11 0,0 0-14 16,0 0-9-16,0 0-12 0,0 0-5 0,0 0-7 15,0 0-4-15,0 0-9 0,0 0-5 0,0 0-7 16,0 0-12-16,22-7-16 0,-17 6-20 0,-5 1-25 16,13-1-26-16,-13 1-41 0,0 0-48 0,16-2-44 15,-16 2-184-15,7 0-392 0,-7 0 174 16</inkml:trace>
  <inkml:trace contextRef="#ctx0" brushRef="#br0" timeOffset="99458.78">4222 4544 127 0,'0'0'189'0,"0"0"-10"15,0 0-7-15,10 12-15 0,-10-12-18 16,12 0-11-16,-12 0-33 0,16-3-28 0,-4 3-43 0,-12 0-68 15,25-3-67-15,-13-1-76 0,1 0-204 0,1-1 91 16</inkml:trace>
  <inkml:trace contextRef="#ctx0" brushRef="#br0" timeOffset="100096.79">4617 4414 163 0,'0'0'169'0,"0"0"-5"0,0 0-13 0,0 0-8 15,0 0-11-15,0 0-1 0,-28 7-4 0,23-3-6 0,1 2-1 16,-1-1-10-16,0 4-6 0,0-2-8 16,1-2-10-16,0 2-4 0,-1 1-6 0,2 3 4 15,-1-2-5-15,1 1-9 0,0-1-4 0,2-1-3 0,1-8-9 16,0 15-2-16,1-7-4 0,2-1-1 15,3 1-4-15,-4-1 0 0,2-2-2 0,1 3 9 16,2-5 5-16,2 2-4 0,-2-3-3 0,4-1-1 0,-4-1-2 16,-7 0 1-16,14 0 3 0,-14 0-2 15,15-5-2-15,-4 0 0 0,-6 0 1 0,3-2 0 16,-3 0-5-16,1-3-8 0,1 0 11 0,-5 1-9 16,-1-1-2-16,2 0-6 0,-3-2-4 0,-1-4-3 15,-2 0 0-15,-1 5-5 0,-1-4 3 0,0 4-6 16,-3 0 0-16,1 4-25 0,-3-2-17 0,-1 3-24 15,-2 3-28-15,-4 3-24 0,-5 2-34 0,-5 5-39 16,-1 5-48-16,-4 2-204 0,-1-1-469 0,3 2 208 16</inkml:trace>
  <inkml:trace contextRef="#ctx0" brushRef="#br0" timeOffset="110012.37">3013 4360 67 0,'0'0'79'0,"0"0"-9"0,0 0-8 15,0 0 0-15,0 0-13 0,0 0 0 0,0 0-9 16,0 0-1-16,0 0 15 0,0 0-27 0,0 0 0 16,0 0 1-16,0 0 2 0,0 0-7 0,0 0 1 15,0 0 1-15,0 0-1 0,0 0-1 0,0 0-4 16,0 0 1-16,0 0 0 0,0 0 1 0,0 0 1 16,0 0-5-16,0 0-2 0,0 0-1 0,0 0-3 15,1-13 1-15,-1 13 0 0,0 0-5 0,0 0-5 16,0 0 1-16,0 0 0 0,0 0-5 15,0 0 5-15,0 0 0 0,0 0-8 0,0 0 7 16,0 0 1-16,0 0-2 0,0 0 6 0,0 0-4 0,0 0 4 16,0 0-6-16,0 0-3 0,0 0 25 0,0 0-28 15,0 0 16-15,0 0-8 0,0 0 2 0,-10 30-2 16,10-30 7-16,-6 8-6 0,6-8 4 0,-7 10 0 16,7-10 1-16,-7 7-3 0,3 0 4 0,4-7-1 15,-7 8-2-15,7-8 0 0,-7 7-3 0,7-7 10 16,-8 7 3-16,8-7-3 0,-8 5 8 15,8-5 4-15,-10 6-1 0,10-6-4 0,-7 6 1 16,7-6 1-16,-11 4-3 0,11-4 7 0,-7 3-3 0,7-3-1 16,-11 4 3-16,11-4-1 0,0 0 3 0,-10 4-3 15,10-4 9-15,-5 0 0 0,5 0 6 0,0 0 0 16,0 0-3-16,0 0 4 0,-11 1-11 0,11-1-5 16,0 0-3-16,0 0-2 0,0 0-2 15,-12-3-2-15,12 3 3 0,0 0-3 0,-8-5-1 16,8 5-1-16,0 0-1 0,-7-1-1 0,7 1-3 15,0 0-2-15,-10-3-1 0,10 3 5 0,0 0-2 16,-7-2-4-16,7 2-2 0,0 0-5 0,0 0 0 16,0 0-10-16,-5-5-14 0,5 5-16 0,0 0-25 15,0 0-18-15,0 0-25 0,0 0-18 0,0 0-131 16,0 0-278-16,0 0 123 0</inkml:trace>
  <inkml:trace contextRef="#ctx0" brushRef="#br0" timeOffset="118721.16">10566 15180 1 0,'0'0'16'0,"0"0"2"0,-13-18-6 16,13 18 4-16,-10-3 0 0,10 3-7 0,-10-3 3 16,10 3 2-16,-9-4-3 0,9 4-2 0,-12-2 5 15,12 2 3-15,-10-3-6 0,4 3-4 0,6 0 3 16,-13-2-1-16,13 2-3 0,-10-4 2 0,3 3-2 15,7 1 2-15,-12-3 0 0,12 3 4 0,-12-3 8 16,12 3 0-16,-8-2 0 0,8 2 3 0,-7-2 8 16,7 2 10-16,0 0-3 0,-10-2-2 0,10 2 0 15,0 0-4-15,-9-3-6 0,9 3-2 0,-6-4 0 16,6 4-4-16,0 0 3 0,-7-5-9 0,7 5 3 16,0 0 3-16,-8-3-6 0,8 3-2 0,0 0 1 15,-8-5-7-15,8 5-3 0,0 0 4 0,-6-3 2 16,6 3-4-16,0 0 2 0,-9-3-3 0,9 3-2 15,-9-4 3-15,9 4 3 0,-10-3-3 0,10 3-2 16,-10-1-2-16,10 1 10 0,-13-1-19 0,7-1 7 16,6 2 7-16,-13-2-1 0,4 1-3 0,1-1-3 15,8 2 11-15,-18 0-14 0,9-1 9 0,-2 0-5 16,-1 0 4-16,2 2-3 0,1-2-9 0,-4 0 11 16,4-1-9-16,-2 2 3 0,-2 0 4 0,3-3-5 15,-2 2 7-15,2-2-4 0,10 3 1 0,-15 0 3 16,7 0-1-16,8 0 8 0,-14-1-11 15,14 1-1-15,-10-2 10 0,10 2-10 0,-12 0 5 0,12 0-5 16,0 0 4-16,-9-3-2 0,9 3-4 0,0 0 14 16,0 0-14-16,0 0-3 0,-10 2 5 0,10-2-3 15,0 0 4-15,0 0 7 0,0 0-10 0,0 0 5 16,-11-2 1-16,11 2-4 0,0 0 1 16,0 0 2-16,0 0-3 0,0 0 4 0,0 0-3 15,0 0-4-15,0 0-2 0,0 0 3 0,0 0 6 0,0 0-5 16,0 0 9-16,0 0-4 0,0 0-4 0,0 0-3 15,20 12 7-15,-13-8-7 0,3-1 9 0,3-1 3 16,-2 1-2-16,3 3 2 0,2-1 0 0,3-3-4 16,-1 2 8-16,2 1-6 0,-1-1 3 0,2 1 5 15,0 0-5-15,6 0-2 0,1 1 0 0,-1-1 7 16,1 2-7-16,-1 0 0 0,0-3 5 0,1 1-1 16,4 0-4-16,-3 1 9 0,3 0 2 15,0 0-6-15,-1 0 1 0,1 1 1 0,1-4-9 0,0 4 17 16,2-1-8-16,-1-3 8 0,1 2-3 0,1-1-13 15,1 1 9-15,2-3-4 0,0 1 5 0,-1 1-2 16,2 2-7-16,11-2 1 0,-13-1 2 0,16 2 2 16,-16-1-3-16,-2 1 11 0,3-3-5 0,10 4-3 15,-11-1 0-15,1-3-6 0,-1 6 4 0,1-4 6 16,0-2 0-16,12 2-9 0,-14 0-1 0,3 1 9 16,10 0-5-16,-12 1 2 0,-4-3 3 15,4 4-3-15,2-2-3 0,-2 1 5 0,1 1-3 16,1-1 7-16,12 1-2 0,-14-2 7 0,2-3-11 0,10 6-2 15,-12-5 1-15,-1 5 5 0,2-4-7 0,-1 3 6 16,-1-4-1-16,0 4-1 0,1-1 3 0,-1-2-2 16,-1 3 7-16,1-5-8 0,-1 4-7 0,0 0 10 15,3 0-4-15,-3-4-6 0,0 5 4 0,-1-2 2 16,1-2 3-16,3 1-4 0,-3-1 2 0,2 1 0 16,0 2-2-16,-2-3-4 0,3 4 3 0,-2-4-1 15,1 3 1-15,0-5-3 0,-2 4-3 0,1 0-3 16,-1 0 9-16,0-2-4 0,1 2 0 0,-1-1 3 15,-2-1 3-15,3 0-7 0,-2-1 10 0,1 3-6 16,0 0 2-16,-1-2 1 0,1 0 1 16,1 0-2-16,-1 0-1 0,0 0 6 0,2 1 18 0,-1-1-4 15,0 2-1-15,1-1 1 0,-2-3-6 0,0 1 3 16,-2-1-7-16,1 4 3 0,0-4-6 0,1 2 0 16,-5 2-3-16,3-3 0 0,1 2 2 0,1 1-6 15,0-2 2-15,-2-1-2 0,0 1-1 16,2 1 1-16,0-2-1 0,-5 1 6 0,5 1-3 0,-1-1 3 15,2 0-3-15,-1-1-5 0,-2 2 1 0,0 0 1 16,-3 0 0-16,4-2 0 0,-3 1 5 0,3 0-7 16,-5-1 1-16,2 1 2 0,-1 1-1 15,2-2-4-15,1 0 0 0,-4 1 2 0,3 3-4 0,-4-5 4 16,1 2-9-16,0-1 5 0,-2-1 0 0,1 4 6 16,-1-4-3-16,3 1-1 0,-9 2 0 15,4-3 0-15,7 2 1 0,-3-2 3 0,1 1 0 16,-2 2-1-16,-1-1 1 0,4 0-2 0,-1 0 2 15,2 0-2-15,-2 2 3 0,1-5 1 0,0 2-1 16,-2 1-1-16,0 0 3 0,0-2-2 0,0 1 5 0,-1 1-8 16,7 2 1-16,-5-3 0 0,1-2-3 0,2 3 5 15,-3 0-5-15,1-2 1 0,0-1 1 16,1 2 2-16,-2-1-2 0,-1 1 6 0,2-1-7 16,0 0 1-16,1 2-1 0,1-3-3 0,-1 2 4 0,0-1-3 15,-1-1 1-15,-1 2 0 0,1 0 1 16,0-1 5-16,0 0-4 0,-3-1-1 0,2 0 4 15,-3 0-6-15,-1 0 5 0,1-1 0 0,-1 2-2 16,-5-2 2-16,5-1 0 0,0 3 1 0,-8 0 1 16,0 0 3-16,2-1 0 0,-3 2 3 0,1-1-1 15,-2-1 0-15,-5 1 2 0,5-1 0 0,-7-1-2 16,2 1 1-16,-5-1-2 0,-7 1-2 0,13 0 4 16,-13 0-2-16,10 0 2 0,-10 0-1 0,0 0 2 15,12-2-1-15,-12 2-4 0,6 2-1 0,-6-2 1 16,0 0-1-16,0 0-3 0,0 0 4 0,0 0-8 15,0 0-18-15,0 0-26 0,0 0-42 0,0 0-57 16,0 0-75-16,0 0-217 0,-41-14-467 0,11 5 207 16</inkml:trace>
  <inkml:trace contextRef="#ctx0" brushRef="#br0" timeOffset="123809.78">4218 12666 5 0,'0'0'6'0,"-8"-1"1"0,8 1-2 16,-7-3 5-16,7 3 1 0,-8-2-7 0,8 2 4 16,-11-3-1-16,11 3 0 0,-13-2 1 0,5 0 1 0,8 2-3 15,-11-3 6-15,4 3-1 0,7 0-4 16,-15-3 1-16,15 3 0 0,-13-1 8 0,4-2-7 16,9 3 8-16,-12-2-2 0,5 1 0 0,7 1-2 15,-16-3 5-15,9 2 1 0,7 1 0 0,-14-3-8 16,5 3 7-16,3-3-4 0,6 3 4 0,-17-3 3 15,10 2-2-15,-1-1 4 0,8 2 4 0,-12-5 11 16,12 5-1-16,-10-2 6 0,10 2-19 0,-8-3 4 16,8 3-5-16,0 0 0 0,0 0 1 0,-9 0 2 15,9 0-6-15,0 0 5 0,0 0 0 0,0 0 1 16,-7-3-7-16,7 3-4 0,0 0 5 0,0 0-2 0,0 0-8 16,0 0 1-16,0 0-5 0,0 0 1 15,0 0 1-15,0 0 4 0,0 0-6 0,0 0 11 16,0 0-16-16,0 0 6 0,18 11-5 0,-8-9 0 15,0 2-6-15,2-1 4 0,5-1 3 0,3 4 2 16,1-2-9-16,9 0 14 0,2 2 1 0,2-1-1 16,2 2-3-16,4-3-8 0,8 3 9 0,5-2-5 0,-2 1 5 15,-1-2 1-15,1 3-3 0,-1 0-5 16,3-1 4-16,-2 0-2 0,4 0-5 0,-2-2 8 16,3 3 3-16,3 0-1 0,-2-2-3 0,5 0 6 15,1 0-10-15,3-1 5 0,23-1 1 0,-25 1 4 16,1 0 0-16,27 1-8 0,-32 0 13 0,3-4-2 15,2 1-9-15,0 0 7 0,3 2 0 0,23 1 0 16,-31 0 10-16,4-2-9 0,1 3 7 0,1-1-3 16,26-1-1-16,-32-1 3 0,2 1-8 0,-4-2 4 15,2 1-2-15,4-1 3 0,-5-1 3 0,-1 2 1 0,1-5 0 16,-2 4 8-16,-1-1-3 0,-2 1 2 0,1-1-5 16,-15 2-5-16,-2-2 5 0,3 0-1 15,-4 0 3-15,-1-1-2 0,-3 1-3 0,-2 2 6 16,-5-2-10-16,-6-2 2 0,-1 2 2 0,-1-1 3 15,-7 0-1-15,1 0 2 0,-4 0 1 0,-1 0 2 0,-7 0 8 16,13 2 6-16,-13-2 8 0,9-2 5 16,-9 2-2-16,7-1-9 0,-7 1 4 0,0 0-8 0,0 0-6 15,7-4-1-15,-7 4-6 0,0 0-2 16,0 0 2-16,0 0-8 0,4-6-3 0,-4 6-12 16,0 0-14-16,0 0-24 0,0 0-20 0,0 0-31 0,0 0-35 15,0 0-22-15,0 0-10 0,0 0-12 0,0 0-96 16,0 0-282-16,0 0 125 0</inkml:trace>
  <inkml:trace contextRef="#ctx0" brushRef="#br0" timeOffset="124973.43">20706 12256 38 0,'-2'-5'66'15,"2"5"0"-15,-8-10-6 0,6 6-9 0,-3 0 8 16,5 4-7-16,-10-8-5 0,5 3-4 0,-4 2-5 15,1 1 0-15,-2 0 3 0,1 0-7 0,-2-2-4 16,1 2 10-16,-1 0-3 0,0 2-2 0,0 0 1 16,0-2-6-16,0 2 4 0,0 0-6 0,1-1 7 15,-1 1-4-15,2-2 3 0,9 2 10 0,-10 0-3 16,10 0 6-16,-10-2-3 0,10 2-3 0,0 0-1 16,0 0-9-16,0 0 4 0,0 0-3 0,29-7-2 15,6 2 0-15,17-1-5 0,8 1 4 0,31 0-6 16,-26 2-7-16,27-6 2 0,3 7 2 0,-30-1-4 15,27-2-3-15,-27 5 3 0,2-3 6 0,-3 0 5 0,-1-1-1 16,-4-1 3-16,-1 1-1 0,-3 3 3 16,-17-1-1-16,-3 1 4 0,-2-1 1 0,-3-1-1 15,-1 4-4-15,-9-3-2 0,-3 2-5 0,-3-2-1 16,-2 2-4-16,-4 0 2 0,-8 0-1 0,13 0-2 0,-13 0 1 16,11 0-7-16,-11 0-7 0,8-1 10 0,-8 1-5 15,0 0 2-15,0 0-5 0,0 0-1 16,0 0 2-16,0 0-3 0,0 0 0 0,0 0-28 15,-29 8-14-15,18-4-16 0,2-1-33 0,-3 1-13 0,-6 3-41 16,-8-1-27-16,-4 2-90 0,-4-3-280 0,-4-2 124 16</inkml:trace>
  <inkml:trace contextRef="#ctx0" brushRef="#br0" timeOffset="125763.11">6125 12630 23 0,'0'0'41'0,"0"0"-32"0,0 0-22 16,-19 13-12-16,7-6 5 0</inkml:trace>
  <inkml:trace contextRef="#ctx0" brushRef="#br0" timeOffset="128842.06">369 5091 25 0,'0'0'168'0,"0"0"-11"16,4-60 4-16,-4 60-11 0,0 0-13 0,5-35 0 15,-5 35 0-15,0 0-13 0,4-33 3 0,-4 33-3 16,0 0-11-16,0 0-7 0,0 0-14 0,0 0-9 16,0-36-9-16,0 36-8 0,0 0-17 0,0 0 4 15,0 0-11-15,0 0 0 0,0 0-7 0,0 0-3 16,0 0-2-16,0 0 3 0,-17 94-9 0,10-65 0 16,-5 3-1-16,4 0-3 0,-1 0-4 0,4 2-2 15,-4-4-3-15,2 2 2 0,-1 2 0 0,0-1-2 16,2-5-2-16,6-28-1 0,-11 52 2 15,11-52 0-15,-5 35-4 0,5-35 3 0,-4 29-1 16,4-29-2-16,0 0-3 0,-2 30 1 0,2-30 3 16,0 0-3-16,0 0-3 0,0 0 3 0,0 0 5 15,0 0-7-15,-5 35 10 0,5-35-3 0,0 0 0 16,0 0 1-16,0 0-13 0,0 0 10 0,0 0-4 16,0 0 2-16,0 0 0 0,0 0-3 0,0 0 3 15,0 0-5-15,0 0 4 0,24-87-6 0,-24 87 6 16,12-33-2-16,-12 33-2 0,11-29-3 0,-11 29 4 15,19-23 1-15,-19 23-6 0,0 0 1 0,25-27 1 16,-25 27 0-16,19-13-1 0,-19 13 2 0,0 0-1 16,25-14 1-16,-25 14-4 0,0 0 2 0,0 0-3 15,0 0 3-15,0 0 0 0,0 0 2 0,0 0-2 16,56 19 0-16,-56-19 1 0,0 0 2 0,17 30 0 16,-17-30-2-16,7 23-3 0,-7-23 5 0,0 0 4 15,8 31-5-15,-8-31-2 0,0 0 3 0,8 30-22 16,-8-30-18-16,0 0-17 0,0 0-21 15,3 38-20-15,-3-38-32 0,0 0-28 0,0 0-20 16,0 0-127-16,0 34-328 0,0-34 146 0</inkml:trace>
  <inkml:trace contextRef="#ctx0" brushRef="#br0" timeOffset="129164.32">557 5424 70 0,'0'0'127'0,"0"0"6"0,0 0-12 16,0 0-2-16,0 0-14 0,0 0-3 0,0 0-10 15,23 51-4-15,-23-51-5 0,0 0-1 0,0 0-6 16,0 0 0-16,0 0-2 0,13 27-4 0,-13-27-2 16,0 0-4-16,0 0 5 0,0 0 3 0,0 0-1 15,28 14-3-15,-28-14 0 0,0 0-4 0,0 0-5 16,0 0-6-16,0 0 4 0,0 0-2 0,47-30 0 15,-47 30 7-15,0 0-6 0,0 0-11 16,15-29 0-16,-15 29-5 0,0 0-6 0,0 0-6 16,0 0 1-16,0 0-6 0,-20-52-6 0,20 52-7 15,0 0-12-15,-26-22-11 0,26 22-14 0,0 0-19 16,-28-10-10-16,28 10-20 0,0 0-26 0,0 0-22 16,0 0-39-16,0 0-27 0,0 0-116 0,-54 35-330 15,54-35 146-15</inkml:trace>
  <inkml:trace contextRef="#ctx0" brushRef="#br0" timeOffset="129479.93">787 5515 69 0,'0'0'195'0,"18"-13"-11"0,-12 6-9 0,4-1-8 15,-1-1-7-15,-1-1-15 0,-1 2-7 0,0-2-10 16,2 2-11-16,-5-2-12 0,3-1-10 0,0 0-8 15,-3 0-5-15,-3-2-4 0,1 0-8 16,-2 13-6-16,0-23-10 0,0 23-7 0,-2-19-2 16,-3 7-4-16,5 12-7 0,-9-13-3 0,9 13-3 15,-9-11-3-15,9 11-9 0,0 0 1 0,0 0-3 16,0 0-2-16,0 0-5 0,0 0 0 0,-65 26 2 16,65-26-1-16,-25 29-2 0,25-29 0 0,-19 31 0 15,19-31-1-15,-14 26-2 0,14-26 0 0,0 0 3 16,-9 35-2-16,9-35 2 0,0 0-3 0,6 33 1 15,-6-33-2-15,0 0-11 0,17 27-18 0,-5-18-27 16,-1-4-30-16,6 0-34 0,0 1-57 0,-1-1-166 16,-3-6-368-16,6 3 163 0</inkml:trace>
  <inkml:trace contextRef="#ctx0" brushRef="#br0" timeOffset="129665.07">1105 5395 78 0,'12'-6'195'16,"-6"0"-16"-16,-6 6-15 0,20-13-13 0,-9 8-23 15,1 1-10-15,0-1-11 0,2 2-10 0,-4 0-28 16,5-2-17-16,-15 5-29 0,21-4-39 0,-21 4-34 16,23 1-30-16,-23-1-25 0,15 8-80 0,-15-8-201 15,5 10 88-15</inkml:trace>
  <inkml:trace contextRef="#ctx0" brushRef="#br0" timeOffset="129799.33">1200 5468 10 0,'0'0'140'0,"-8"7"3"0,8-7 3 16,0 0-3-16,-10 7 4 0,10-7-8 0,0 0-5 15,0 0-10-15,0 0-9 0,-9 7-14 0,9-7-6 16,0 0-12-16,0 0-10 0,0 0-2 0,0 0-15 16,0 0-28-16,46-6-30 0,-46 6-42 15,24-5-59-15,-11 4-164 0,-13 1-288 0,20-4 127 0</inkml:trace>
  <inkml:trace contextRef="#ctx0" brushRef="#br0" timeOffset="130730.46">1757 5189 86 0,'2'-7'208'0,"-2"7"-2"15,2-14-3-15,-1 9-8 0,-1 5-12 0,1-12 0 16,-1 12-10-16,-1-8-10 0,1 8-18 0,0 0-12 15,1-9-18-15,-1 9-12 0,0 0-11 16,0 0-14-16,0 0-5 0,0 0-13 0,0 0-4 16,0 0-5-16,0 0-6 0,0 0-5 0,0 0-2 15,-2 34-4-15,-2-23-1 0,1 1-2 0,-1-1-5 0,3 2 0 16,-4 3-4-16,3-5-2 0,-1 4 2 0,0-4-3 16,2-1 2-16,0 1-2 0,-1 0 0 15,4 1-2-15,-2-1-2 0,1-2-1 0,0-1 0 16,2 2-4-16,2-3 1 0,-3 0 0 0,4-1-2 15,-1 0-18-15,-5-6-23 0,9 10-27 0,-2-7-38 16,-7-3-42-16,11 7-39 0,-2-7-32 0,-9 0-173 16,14 0-416-16,-14 0 185 0</inkml:trace>
  <inkml:trace contextRef="#ctx0" brushRef="#br0" timeOffset="130896.79">1763 5007 17 0,'0'0'139'0,"-2"-5"-23"16,2 5-16-16,0 0-6 0,0 0-8 0,0 0-10 15,0 0-37-15,0 0-14 0,26 16-33 0,-13-6-34 16,1 0-65-16,-2 5-117 0,0-3 52 0</inkml:trace>
  <inkml:trace contextRef="#ctx0" brushRef="#br0" timeOffset="131155.62">2155 5263 23 0,'0'0'200'0,"0"0"0"16,-1-7-15-16,1 7-8 0,0 0-11 16,0 0-12-16,-10-9-12 0,10 9-12 0,-12-2-10 15,12 2-7-15,-13 4-8 0,1-2-10 0,3 3-2 16,0-2-9-16,-4 4-9 0,2-2-8 0,2 2 3 15,0 2-14-15,-3 3-4 0,2 1 0 0,0 0-6 16,4-4-5-16,-1 3-6 0,-1 1 0 0,5-3-6 0,0-2-2 16,2 3-1-16,2-1 0 0,2-2-6 15,-1 0-15-15,2-2-13 0,3 2-26 0,1-2-21 16,4-1-25-16,-1 0-29 0,1-2-43 0,2 1-24 16,-2-2-164-16,-2 1-367 0,0-2 163 0</inkml:trace>
  <inkml:trace contextRef="#ctx0" brushRef="#br0" timeOffset="131501.49">1453 5710 81 0,'0'0'179'0,"0"0"-2"16,0 0-9-16,0 0-2 0,28 9-8 0,-7-10 0 15,7 0-9-15,4 1-7 0,4-4-14 0,-1-1-12 16,4 2-5-16,1-3-14 0,-2 2-8 0,-1-2-4 0,1 3-6 16,-3-2-8-16,1 1-2 0,-3 1-10 15,-1-1-3-15,-2 1-2 0,-10-1-6 0,1 1-8 16,-2 0-3-16,-7 2-4 0,-1 0-3 0,0-1-2 15,-2 2-3-15,-1 0-3 0,-8 0-3 0,11-2 1 16,-11 2-17-16,0 0-27 0,16 2-19 0,-16-2-25 16,7 3-33-16,-7-3-30 0,0 0-46 0,0 0-183 15,0 0-388-15,-4 16 173 0</inkml:trace>
  <inkml:trace contextRef="#ctx0" brushRef="#br0" timeOffset="133283.84">1519 6009 55 0,'-4'-4'165'16,"4"4"-19"-16,0 0-11 0,0 0-16 0,0 0-12 15,0 0-7-15,0 0-4 0,0 0 1 0,0 0-4 0,15 22-4 16,-8-7-7-16,-1-4-2 0,1 6-11 0,2-4-2 15,-4 0-3-15,0 4-9 0,3-2-5 16,-2-1-6-16,3 1-5 0,-5-3-2 0,0-3-4 16,2 0 0-16,-1 0-1 0,-3-3-5 0,0 2 2 15,4-3-4-15,-3 1 0 0,-3-6 6 0,1 10 14 0,-1-10 12 16,4 3 13-16,-4-3 7 0,0 0-8 16,0 0-6-16,0 0-2 0,0 0-13 0,0 0 1 15,9-22-6-15,-5 9-4 0,0-3-3 0,1-1-3 16,0-2-2-16,0 0-3 0,5-7-5 0,0 4-1 15,1-1 21-15,-1 0-6 0,0 0 2 0,-1 1-3 16,0 0-7-16,-3 5-1 0,2 1-5 0,2 1 0 0,-7 6-5 16,3 1-1-16,-3 1-16 0,1 1-16 0,-4 6-27 15,5-7-12-15,-5 7-10 0,0 0-21 16,0 0-19-16,16 1-25 0,-16-1-16 0,12 13-29 16,-8-3-27-16,-2 2-150 0,2 1-378 0,-3-1 167 15</inkml:trace>
  <inkml:trace contextRef="#ctx0" brushRef="#br0" timeOffset="133539.12">1865 6077 85 0,'0'0'174'0,"0"0"-5"15,-18 5-5-15,18-5-7 0,-13 4-8 0,7-1-7 16,-3 4-8-16,-1-1 1 0,1 3-11 0,2 1-16 15,-2 0-2-15,3-1-5 0,1 1-7 0,-1 0-8 16,1 2-8-16,2-5-5 0,-1 5-8 16,2-4-5-16,2-8-7 0,-3 14-4 0,3-14-7 0,3 14 2 15,-3-14-10-15,2 13 0 0,2-7-5 16,-4-6-12-16,8 11-30 0,0-5-21 0,-3-2-42 0,4 1-40 16,-9-5-35-16,18 4-29 0,-8-3-143 15,-10-1-350-15,14 2 156 0</inkml:trace>
  <inkml:trace contextRef="#ctx0" brushRef="#br0" timeOffset="133868.87">1937 6231 69 0,'0'0'176'0,"6"-6"0"0,-6 6-1 0,7-6-3 0,-7 6-8 16,9-7-9-16,-9 7-6 0,9-10-14 15,-3 3-6-15,-3 1-9 0,-3 6-6 0,14-14-10 16,-8 7-6-16,-1-2-5 0,0 1-8 0,-1-1-5 15,-4 9-5-15,9-14 2 0,-8 5-6 0,2 1-8 16,-3 8-2-16,1-16-9 0,-1 16-4 0,-1-18-2 16,-3 11-5-16,4 7-2 0,-6-10 2 0,6 10-4 15,-5-9-5-15,5 9-4 0,0 0-3 0,-15-4-7 16,15 4 0-16,-17 6-3 0,9-2-2 0,-1 2 0 16,-1 3-3-16,-1-1 1 0,1 7-1 0,0-6-6 15,2 5 3-15,2 1-2 0,0-3-1 0,3 0 1 16,2-2-3-16,2 0 1 0,2 1 2 0,0-2 2 15,4 3-2-15,6-2-1 0,-1-2-4 16,4-1-9-16,3 0-24 0,1-3-28 0,6-3-34 0,-3 0-31 16,0-1-37-16,-1 0-34 0,-3-1-38 0,-2-2-127 15,-2 2-392-15,-3-3 173 0</inkml:trace>
  <inkml:trace contextRef="#ctx0" brushRef="#br0" timeOffset="134339.63">2402 5105 171 0,'-4'-12'188'0,"2"3"6"0,2 9-7 16,-4-14-4-16,4 14-11 0,-4-7-16 0,4 7-18 15,0 0-18-15,-5-10-15 0,5 10-10 0,0 0-8 16,0 0-9-16,0 0-9 0,-1 31 0 0,3-10 2 15,-2 8-3-15,0 3 5 0,-3 20-3 0,1 4 1 16,0 2-2-16,-9 27-3 0,6-25-4 0,-10 24-3 16,3-24-5-16,-8 21-6 0,11-24-4 0,0-2-3 15,-4-1-3-15,3-3-4 0,2 0-3 0,1-2-3 16,4-4 0-16,-1-9-5 0,-2 9-1 0,5-11 0 16,-2 0-4-16,-2 0-2 0,4-2-3 0,-3 0 2 15,3-1-2-15,-1-3 3 0,1-1-13 0,-1-6-16 16,-1-4-16-16,0 4-19 0,-2-2-16 0,0-1-36 15,0 0-36-15,-2-2-38 0,1-1-42 0,-3 2-176 16,-3-6-423-16,4-1 187 0</inkml:trace>
  <inkml:trace contextRef="#ctx0" brushRef="#br0" timeOffset="134764.94">2352 6281 162 0,'0'0'223'0,"3"-16"-5"15,-3 16-12-15,0 0-19 0,5-12-15 0,-5 12-13 16,5-12-17-16,-5 12-15 0,5-12-12 0,-5 12-8 15,5-16-8-15,-1 8-6 0,-4 8-3 16,10-19-7-16,-5 9-7 0,2 0-10 0,-2 0-5 0,-5 10-5 16,9-21-4-16,-3 14-3 0,-6 7-6 0,7-17 0 15,-7 17-5-15,5-12-3 0,-5 12-7 0,0 0 1 16,2-13-4-16,-2 13-4 0,0 0-2 0,0 0-3 16,3-11-3-16,-3 11-1 0,0 0-6 15,0 0-1-15,0 0-2 0,0 0 3 0,0 0-3 0,0 0 1 16,0 0-4-16,-18 39 4 0,12-30-3 15,3 2 1-15,6 0-1 0,-3-11 3 0,-4 22-3 16,4-22 0-16,-1 18 1 0,1-18 1 0,6 19-6 0,-5-12-17 16,-1-7-16-16,10 12-23 0,-5-4-30 0,-5-8-26 15,12 9-37-15,-12-9-23 0,14 6-23 16,-14-6-146-16,12 4-373 0,-12-4 164 0</inkml:trace>
  <inkml:trace contextRef="#ctx0" brushRef="#br0" timeOffset="134918.94">2478 5984 78 0,'0'0'158'0,"0"0"-17"0,-5-11-18 0,5 11-12 16,0 0-7-16,0 0-18 0,0 0-1 0,0 0-22 16,0 0-34-16,0 0-42 0,0 0-39 0,0 0-101 15,0 0-164-15,5 45 72 0</inkml:trace>
  <inkml:trace contextRef="#ctx0" brushRef="#br0" timeOffset="135306.79">2578 6100 130 0,'0'0'172'0,"0"0"-1"16,6 11 0-16,-6-11 4 0,-4 17-9 0,4-17-14 15,-7 21-3-15,4-9-14 0,1 1-11 0,0 0-10 16,-2 2-4-16,1-4-10 0,1-1-7 0,2 1-9 15,-1 0-9-15,1-11-4 0,-2 15-5 16,2-15-6-16,0 10-5 0,0-10-4 0,0 0-5 16,-4 13 0-16,4-13 0 0,0 0 2 0,0 0-1 15,0 0 0-15,-1 9-2 0,1-9-2 0,0 0-8 0,0 0 0 16,0 0-1-16,0 0-9 0,0 0 0 0,0 0-8 16,0 0 4-16,0 0-12 0,19-23 1 15,-19 23-3-15,13-8-4 0,-7 4 2 0,-6 4-4 16,9-4 1-16,-9 4 0 0,16-2-1 0,-16 2-6 15,0 0 5-15,16 3-3 0,-16-3 2 0,10 3 0 16,-10-3 0-16,7 6-2 0,-7-6 1 0,0 0 3 16,3 10 1-16,-3-10-2 0,0 0 4 0,-8 16 1 0,8-16-3 15,-13 12-3-15,3-5 2 0,0 0 0 16,-6 0 7-16,5 0-6 0,-2 0 0 0,2-2-9 16,-2-1-21-16,1 1-21 0,12-5-25 0,-19 6-31 15,19-6-38-15,-13 4-57 0,13-4-206 0,0 0-438 16,-14 0 194-16</inkml:trace>
  <inkml:trace contextRef="#ctx0" brushRef="#br0" timeOffset="135479.31">2768 6214 103 0,'0'0'192'16,"0"0"-13"-16,9-5-19 0,-9 5-20 0,0 0-25 15,12-5-30-15,-12 5-29 0,0 0-34 0,0 0-35 16,14-2-30-16,-14 2-29 0,0 0-82 0,11 5-168 16,-11-5 75-16</inkml:trace>
  <inkml:trace contextRef="#ctx0" brushRef="#br0" timeOffset="135625.21">2778 6278 52 0,'0'0'152'0,"0"0"-2"0,0 0-7 15,0 0-6-15,0 0-14 0,-3 6-13 0,3-6-11 16,0 0-5-16,0 0-12 0,0 0-11 16,0 0-23-16,0 0-48 0,0 0-40 0,0 0-58 15,21 4-90-15,-21-4-203 0,0 0 91 0</inkml:trace>
  <inkml:trace contextRef="#ctx0" brushRef="#br0" timeOffset="137697.7">4608 4383 59 0,'0'0'122'0,"0"0"-6"0,0 0-4 0,0 0-17 15,0 0-4-15,-11-1-6 0,11 1 19 0,0 0-5 16,-15 11-13-16,8-6-1 0,-2 2-8 0,1 0-2 16,0 0 0-16,0 3-2 0,-1-1 3 0,1 3 3 15,-2-1-11-15,2 0-1 0,2-2-7 0,-2 1 1 16,1 0 4-16,1 0-7 0,1 2-2 0,3 1-11 16,-2-3-3-16,4 3-1 0,-2-3-1 0,2 1-7 15,2-2-1-15,2 0-4 0,1 1 0 0,2 0-6 16,0-5 0-16,0 2-8 0,2-4-13 0,4 2-13 15,-3-2-10-15,4-1-11 0,-2 1-9 0,1-4-7 16,1 1-14-16,-1-3-2 0,0-1 2 0,-1 1-5 16,-2-2 5-16,2-1 13 0,-2 2 3 0,-2-3 10 15,1 0 2-15,-2-2 0 0,1-1 5 0,-2 1 10 16,1-1 21-16,-2 1 14 0,0 0 0 0,0-2-4 16,-2 0 1-16,-1 3 11 0,1-3 1 0,-1 5 12 15,2 1 6-15,-4 5 3 0,1-12 0 0,-1 12 2 16,0-7-2-16,0 7-2 0,0 0-5 0,2-9-6 15,-2 9 1-15,0 0-9 0,0 0 1 0,0 0-4 16,0 0-1-16,0 0 1 0,-16 14 2 0,11-7-1 16,1 3 4-16,0-1-3 0,-2 4-2 0,1-2 1 15,1 1-2-15,0-1-3 0,1-2-3 0,0 3 2 16,2-5-3-16,-1 5-2 0,1-5 7 0,1 0-8 16,0-7 0-16,1 12-4 0,2-7 3 0,0 0 3 15,2 1-2-15,0-3 0 0,-1 1-2 0,-4-4 3 16,8 4-1-16,-8-4 0 0,11 1-4 0,-5 0 0 15,-6-1 2-15,12-5 0 0,-12 5 1 0,14-7-2 16,-14 7-2-16,10-8-4 0,0-1 4 0,-5 2-4 16,-1-3-5-16,0-3-9 0,-1 2-3 0,-3 1 1 15,2-6 1-15,-3 4-2 0,-2 0 2 0,-1 0-1 16,2 0 2-16,-2 2 1 0,0 1 2 16,-1 1-2-16,1 1 3 0,-1 2 1 0,4-3-2 15,1 8 3-15,-4-9 2 0,4 9-2 0,-3-6 2 0,3 6-5 16,0 0 4-16,-2-8 4 0,2 8-2 0,0 0-1 15,0 0 0-15,0 0 0 0,0 0 2 0,13-4 2 16,-13 4-2-16,15 2 1 0,-6 0 1 16,4 1 4-16,-2 2-2 0,1-1-2 0,2-1 1 15,-3 3-4-15,2 1 7 0,-3 1-3 0,1 0 0 16,1 3 3-16,-4 1-1 0,0 1 0 0,-2-4 0 0,0 2 0 16,-1 1 4-16,1-2 0 0,-4-1-6 0,-1-1 9 15,-1-8 3-15,3 12-3 0,-3-12 4 0,0 9 9 16,0-9 6-16,4 8 11 0,-4-8 1 0,0 0 4 15,0 0 1-15,0 0-5 0,0 0-1 16,-1 12-2-16,1-12-4 0,0 0 1 0,0 0 2 16,0 0-7-16,0 0-5 0,0 0 1 0,0 0-5 0,0 0-1 15,0 0-4-15,0 0-2 0,0 0 0 0,4-40-5 16,-2 30-2-16,3-2-9 0,3-2 0 0,-1 0-9 16,1 1 0-16,0 3-3 0,-1 0 4 15,2 0 0-15,-1 0-3 0,1 2 3 0,-1 2 4 16,-2-2-6-16,-1 5 3 0,2 1-4 0,-7 2 2 15,14-1 0-15,-7 1 1 0,-7 0 7 0,14 8-9 0,-6-2 5 16,0 0-1-16,-1 2 1 0,2 0 8 0,-2-2-4 16,-2 5 0-16,1-2 1 0,-1-1 2 0,2-1 0 15,-7-7-1-15,9 8 2 0,-6-2 0 16,-3-6 6-16,8 8-3 0,-8-8 0 0,12 3 0 16,-6-3 2-16,-6 0-1 0,12-5 1 0,-7 0-4 15,2 0 3-15,-2 1-1 0,-1-1 3 0,-4 5-1 0,9-14-3 16,-5 8-1-16,2-3 1 0,-3 1 6 15,-1 1-6-15,1-1-3 0,-3 8 1 0,1-13-2 16,1 6-1-16,-2 7 3 0,1-7-5 0,-1 7 1 16,0 0-2-16,0-9-4 0,0 9 1 0,0 0 1 15,0 0 1-15,0 0-1 0,0 0 3 0,0 0 0 16,-7 29 0-16,4-20 1 0,-2 2 3 0,3-1-1 16,-1 2 0-16,0 4 0 0,0-4 0 0,1 3 0 15,1 2-1-15,-2-6-19 0,-1-1-29 0,3 0-29 16,-2 0-33-16,3-10-48 0,0 12-46 0,0-12-146 15,-2 14-381-15,2-14 168 0</inkml:trace>
  <inkml:trace contextRef="#ctx0" brushRef="#br0" timeOffset="137894.03">5357 4366 143 0,'0'0'160'0,"0"0"1"0,0 0 5 15,0 0-9-15,0 0-7 0,0 0-12 0,-9 29-6 16,5-13-8-16,-1 4-14 0,-1 2-10 0,0 3-11 16,3 4-7-16,-4-2-1 0,1-1-8 0,3-7-25 15,-2 4-31-15,3-4-34 0,-1-2-46 0,2-2-49 16,0-4-56-16,-2-1-95 0,3-10-282 0,-5 13 124 16</inkml:trace>
  <inkml:trace contextRef="#ctx0" brushRef="#br0" timeOffset="138029.04">5337 4486 19 0,'0'0'-4'0,"0"0"-3"0,16 6 2 0</inkml:trace>
  <inkml:trace contextRef="#ctx0" brushRef="#br0" timeOffset="139451.28">3041 6119 185 0,'0'0'185'16,"0"0"-9"-16,0 0-21 0,-6-5-13 0,6 5-14 16,0 0-7-16,0 0-7 0,-14 10-7 0,9-3-7 15,-1 0-4-15,1 4 2 0,-2 0-8 0,2 3-7 16,-2 0-5-16,1 3-2 0,2-5-7 0,1 2-9 15,0-4-6-15,1 2-6 0,4 0-1 0,-2-1-7 16,1-1-3-16,1 0 0 0,2-1-5 0,1-1-3 16,0 0-11-16,2-1-3 0,-1-3-8 0,3 2-9 15,0-2-13-15,0-3-8 0,2 1-5 0,-1-1-7 16,1-1-2-16,2-2-4 0,-2 1-1 0,0-4-4 16,0 1 4-16,1-3 7 0,0 1-5 0,-1-2 3 15,3-2-3-15,-3 3 13 0,1-7 0 0,0 2 1 16,-4 2 7-16,1-3 3 0,-3 2 11 0,1 2 16 15,-1 0 12-15,-2 0-3 0,-3 2 5 0,2 0 11 16,-2 1 0-16,-1 6-1 0,5-10 2 0,-5 10-9 16,3-5-3-16,-3 5-5 0,0 0 1 0,0 0 1 15,0 0 3-15,0 0 6 0,0 0 3 0,-13 22-3 16,9-14-4-16,0 2 2 0,2-2-2 0,-3 1-3 16,3 1 0-16,2-1-4 0,0-9 0 0,-1 17-2 15,1-11-3-15,0-6 0 0,3 13 1 0,-1-10-2 16,3 4 2-16,-1-3-3 0,-4-4-4 0,10 6 2 15,-4-6 4-15,0 4-4 0,-6-4 2 0,14-2-4 16,-6 0 0-16,-8 2-1 0,14-5-2 0,-9 1 2 16,2-2-1-16,0 1-8 0,-3 1 6 0,3-1-2 15,-2-2-4-15,-2 0-4 0,1-3 0 0,0 0 0 16,-2 1-4-16,1-1-1 0,-2-2-6 0,3 1 2 16,0-2 0-16,-3 2 1 0,0 4 4 0,2 1-1 15,-3 6 3-15,2-10-5 0,2 5 4 0,-4 5-1 16,5-4 0-16,-5 4 5 0,9 0 0 0,-9 0-1 15,13 6 1-15,-7-1 3 0,-2-1 1 0,2 3 1 16,-3 0 5-16,2 1-3 0,0 1 2 0,-1-1 0 16,0 2-1-16,-3-4-1 0,2 1 1 0,-2-1 5 15,-1-6-6-15,4 10 2 0,-4-10-1 0,1 8 4 16,-1-8 0-16,3 5 3 0,-3-5 7 0,0 0 4 16,0 0 2-16,4 8 2 0,-4-8 7 0,0 0 0 15,0 0-4-15,0 0-4 0,0 0 0 0,0 0 3 16,0 0-8-16,0 0 0 0,11-18-9 0,-6 9 2 15,-1 0-8-15,1 1-4 0,3 0-3 0,0-2-10 16,-1 2 4-16,1-2-4 0,1 4 2 0,0-1-2 16,-4 1 1-16,0 3 0 0,-5 3 1 0,12-1-2 15,-12 1 3-15,10 1-3 0,-10-1 3 0,10 3 2 16,-6 1 0-16,-4-4-1 0,10 5 6 0,-5-1 1 16,0 0 0-16,1 0-4 0,-1 0 6 0,1-1-1 15,-6-3 6-15,8 4-6 0,-8-4 3 0,6 1 11 16,-6-1-1-16,8 0 2 0,-8 0-1 0,0 0-2 15,14-6 9-15,-10 0-12 0,-4 6 2 0,7-8-2 16,-4 2 1-16,-1 0 0 0,-2 6-3 0,8-9-2 16,-6 6 5-16,-2 3-3 0,4-8 4 0,-4 8-3 15,4-6-7-15,-4 6 2 0,3-6-4 0,-3 6 1 16,0 0 0-16,0 0-4 0,0 0 3 0,0 0-1 16,2 20 8-16,-2-20-8 0,-1 18 2 0,0-8-9 15,-2 2 3-15,3 1-21 0,-2-4-22 0,0 3-21 16,1-1-29-16,-2 2-43 0,2-6-35 0,1 3-43 15,-1-1-142-15,0-1-392 0,1-8 174 0</inkml:trace>
  <inkml:trace contextRef="#ctx0" brushRef="#br0" timeOffset="139663.66">3800 6025 113 0,'2'-5'214'0,"-2"5"-21"15,2-10-18-15,-2 10-14 0,0 0-6 0,0 0 13 16,0 0-21-16,0 0-2 0,-2 33 0 0,0-17-15 16,1 2-8-16,0 0-14 0,-2 5-7 0,2-4-10 15,-2 0-12-15,1 0-4 0,1 7-9 0,-3-9-23 16,2 1-25-16,1-1-25 0,0-5-38 0,-1 1-45 16,1-3-48-16,0-1-34 0,0 2-162 0,-4-4-360 15,2-2 160-15</inkml:trace>
  <inkml:trace contextRef="#ctx0" brushRef="#br0" timeOffset="139936.73">4001 6161 10 0,'0'0'219'0,"0"0"-14"0,0 0-14 0,0 0-20 16,0 0-18-16,0 0-12 0,0 0-18 0,0 0-24 16,0 0-39-16,0 0-45 0,0 0-68 15,-7 21-66-15,7-21-84 0,0 0-219 0,0 0 97 16</inkml:trace>
  <inkml:trace contextRef="#ctx0" brushRef="#br0" timeOffset="154554.87">29280 16338 12 0,'6'-8'96'0,"-6"8"-7"16,0 0-2-16,6-4-3 0,-6 4-5 0,0 0-8 15,0 0-8-15,8-8-11 0,-8 8-5 16,0 0 5-16,0 0-5 0,7-7-9 0,-7 7 0 15,0 0-17-15,0 0 6 0,7-5-11 0,-7 5-2 16,0 0-1-16,0 0-5 0,0 0-2 0,0 0 12 16,0 0-13-16,0 0-2 0,0 0-1 0,0 0 18 0,0 0-21 15,0 0 7-15,0 0-4 0,0 0 5 16,0 0-5-16,0 0-4 0,0 0 0 0,0 0-1 16,0 0 6-16,0 0-6 0,0 0 11 0,0 0 9 15,0 0-23-15,0 0 0 0,0 0-2 0,0 0 2 16,0 0-1-16,0 0 5 0,0 0 1 0,0 0 2 15,0 0-6-15,0 0 2 0,0 0 0 0,0 0 5 16,0 0 2-16,0 0 7 0,0 0-5 0,0 0 8 16,0 0-4-16,0 0 8 0,0 0 7 0,0 0-10 15,0 0 7-15,0 0 6 0,0 0 0 0,0 0 1 16,0 0-1-16,0 0-3 0,0 0 11 0,0 0-7 16,0 0-2-16,0 0 1 0,0 0-3 0,0 0-2 15,0 0 0-15,0 0-11 0,0 0 0 0,0 0 3 16,0 0-3-16,0 0-3 0,0 0-7 0,0 0 1 15,0 0 0-15,0 0 3 0,0 0-1 0,0 0 4 16,0 0-9-16,0 0 15 0,0 0-13 16,0 0-4-16,0 0 7 0,0 0-3 0,0 0 4 15,0 0-1-15,0 0-2 0,0 0 6 0,4 19-4 16,-4-19-3-16,0 0 4 0,0 0-2 0,0 0 7 16,0 0-6-16,0 0 6 0,0 0 1 0,0 0-2 15,0 0 4-15,0 0-1 0,0 0 7 0,0 0-7 0,0 0 3 16,0 0-3-16,0 0-3 0,0 0-1 15,0 0 6-15,0 0-7 0,0 0 0 0,0 0 1 16,0 0-3-16,0 0-3 0,0 0 4 0,0 0-6 16,0 0-1-16,0 0-3 0,0 0 1 0,0 0 2 15,-11 20 5-15,4-12-8 0,-1 1 4 0,0-1 1 16,3-1 2-16,1 0 1 0,4-7 2 0,-5 15-4 16,5-15-2-16,-1 12 5 0,1-12-1 0,0 0 0 15,0 0 2-15,8 13 5 0,-8-13-7 0,0 0 2 16,10 1 0-16,-10-1-1 0,0 0 2 0,0 0-5 15,19-9 1-15,-19 9 0 0,8-9-2 0,-8 9 6 16,7-10-4-16,-3 2 7 0,-1-1-9 0,1 0 2 16,-4 9-2-16,3-13-2 0,-3 13-2 0,3-15 1 15,-3 15 4-15,1-10-7 0,-1 10 4 0,0 0-6 16,0-13-5-16,0 13-5 0,0 0-15 0,0 0 7 16,0 0 3-16,0 0-12 0,0 0-12 15,0 0-19-15,0 0-37 0,-27 18-25 0,24-12-119 0,3-6-264 16,-10 14 117-16</inkml:trace>
  <inkml:trace contextRef="#ctx0" brushRef="#br0" timeOffset="156117.79">11870 17094 68 0,'0'0'86'0,"6"8"-7"0,-4-3-5 16,-2-5-12-16,6 8-1 0,-6-8-1 0,5 4-4 15,-5-4 11-15,0 0-1 0,6 5-7 0,-6-5-2 16,0 0 6-16,0 0-9 0,0 0-1 0,3 3-7 15,-3-3-7-15,0 0-2 0,18-5 3 0,-8 1-14 16,9-2 6-16,6-7-13 0,7 1-24 0,16-9-22 16,5-2-33-16,2-4-47 0,7 1-61 0,18-13-181 15,3-3 80-15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4:34:55.8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5771 4213 2 0,'0'0'146'0,"-2"-6"-7"0,2 6-10 16,0 0-15-16,-3-9-11 0,3 9-5 0,0 0-16 15,0 0-7-15,0 0-6 0,0 0-10 16,0 0-3-16,0 0-5 0,0 0 2 0,6 25-2 0,-3-12 0 16,-2 4 2-16,-2 1-5 0,-2-1 0 0,6 10-6 15,-7-1-6-15,2-1-2 0,-4 2 0 0,4-1-1 16,-3 1-1-16,-3 0-6 0,0 1 1 16,1-2-7-16,-1 0 0 0,-1-4 2 0,-1 2-10 15,3-5 5-15,4-4-3 0,-5-1-6 0,3 3 3 0,-2-7 1 16,2-1-2-16,1 1 4 0,1-3-1 0,0-1-3 15,0 0-1-15,3-6 2 0,-3 9-4 0,3-9 3 16,-2 7 3-16,2-7 2 0,0 0-5 0,-5 5 9 16,5-5-1-16,0 0-3 0,0 0-3 15,0 0-5-15,0 0 3 0,0 0 1 0,0 0-8 0,0 0 4 16,26-9-1-16,-15 8-2 0,-2-1-3 0,2 4 3 16,4-2-1-16,-2 1 6 0,1-1-8 0,4 0 2 15,2 3 1-15,9-3-5 0,-9 0 4 16,9-3-1-16,-1 2 2 0,2-1 0 0,-1-1-1 0,0-1-1 15,3 0 2-15,-1 0 0 0,0-2 5 0,-2 1-8 16,-1 1 3-16,0-5 0 0,-1 0 4 0,-8-1-3 16,0 0 1-16,2 0 2 0,-6 0-2 15,0 0 0-15,-3 0 2 0,1-2 1 0,-6 2 1 0,1 1 5 16,-3-1-4-16,0-1 9 0,-3-1-6 0,-1-1-2 16,0 1-2-16,-5-2 0 0,2 2 1 15,-3 2 0-15,-2 0 5 0,2 2-5 0,-4 2-1 0,0-1-5 16,-1 3 3-16,-3 3-3 0,0-1-1 0,1 5 1 15,-6 4-6-15,-3 3-1 0,0 3 4 0,-2 2-2 16,7 1-2-16,1 4 3 0,5-3 0 0,0 1 0 16,4 0-2-16,5-1 3 0,1 0 0 15,4 0-2-15,1-2-18 0,5 1-19 0,2-2-12 16,2-2-38-16,5-2-29 0,1-1-42 0,9-2-26 0,-3 1-105 16,-6-3-311-16,0-3 138 0</inkml:trace>
  <inkml:trace contextRef="#ctx0" brushRef="#br0" timeOffset="229">6579 4320 115 0,'0'-11'218'0,"2"0"-7"0,-1 4-8 0,-1-1-21 16,0 8-20-16,0-8-18 0,0 8-18 15,0 0-10-15,0 0 6 0,0 0 7 0,-11 32-11 16,6-7-5-16,-3 0-17 0,2 3-9 0,-1 1-6 15,-4 2-9-15,5-1-5 0,-2 1-5 0,4-1-6 16,-4-3-8-16,5 2-4 0,-1-3-9 0,1-6-24 0,2 5-15 16,1-9-25-16,0 1-25 0,1-1-31 15,-2 0-46-15,3-6-39 0,0 0-44 0,-2-10-109 16,-3 18-347-16,3-18 153 0</inkml:trace>
  <inkml:trace contextRef="#ctx0" brushRef="#br0" timeOffset="395.69">6366 4459 51 0,'3'-7'161'0,"-3"7"-19"16,5-6-11-16,-5 6-11 0,10-4-21 0,1 0-5 16,3 2-11-16,5 0-9 0,-1 2-4 0,9-1-25 15,3 1-41-15,0 0-40 0,-9 1-20 0,9-1-32 16,-12 7-61-16,0-1-162 0,-7 0 71 0</inkml:trace>
  <inkml:trace contextRef="#ctx0" brushRef="#br0" timeOffset="1178.92">6626 4803 116 0,'6'-18'186'0,"4"10"-3"0,-2-3-18 15,3-2-3-15,1 0-8 0,1 0-16 0,1-3-4 16,3-3-12-16,2-2-8 0,-5 7-8 0,5-6-7 16,-5 4-10-16,4-3-10 0,-5 2-3 0,-2 1-5 15,-2 2-7-15,-1-3-3 0,-2 6-2 0,1 2 5 16,-2-1 5-16,-1 3-12 0,-2 1-6 0,1 0-7 16,-3 6-2-16,2-10-6 0,-2 10-5 0,0 0 0 15,0 0-7-15,0 0-4 0,0 0-6 0,0 0 0 16,-24 10-3-16,16-1 1 0,1 0 1 0,-2 4-2 15,2 3-5-15,4-6 0 0,-3 7-1 0,5-3-6 16,0-3-1-16,3 3 0 0,2 0-4 0,1-2-5 16,4 2 3-16,-1 1-4 0,2-2 4 0,2 2 0 15,-5-5 1-15,4 1 0 0,-5 0 0 0,3-3-4 16,-3 3 4-16,-1-2 3 0,1-1-2 0,-3 2 4 16,-1-3-1-16,-4 0 0 0,2-7 0 0,-3 12-5 15,-3-5 6-15,-1 0 4 0,-3-2-2 0,-1 0 0 16,2 0-5-16,-3-2-13 0,3 0-18 0,0 0-21 15,9-3-27-15,-14 4-41 0,14-4-35 0,-11 1-40 16,11-1-122-16,0 0-348 0,-12 2 155 0</inkml:trace>
  <inkml:trace contextRef="#ctx0" brushRef="#br0" timeOffset="2199.57">7616 4582 57 0,'0'0'234'16,"-10"-14"-5"-16,4 7-8 0,-7 1-5 0,2 1-9 15,-7 1-11-15,-3 0-13 0,-1 4-10 0,-6-1-17 16,8 4-9-16,-6 4-18 0,1 5-11 0,6-5-14 16,-6 6-9-16,5 5-7 0,1-1-9 0,3 4-7 15,4-5-9-15,1-2-9 0,2 2-3 0,3-1-2 16,2-1-6-16,2 3-6 0,0-5-8 0,5-2-6 15,0 3-6-15,0-5-7 0,6 2-9 16,0-3-3-16,1 1-3 0,6-2-1 0,-3-4-2 16,4-1-6-16,3-2-3 0,-3-3 1 0,1 0-2 0,2-4 8 15,-1 0-3-15,5-6 0 0,-2-4 2 16,-3 1 2-16,3-2 0 0,-8 0 5 0,-3 1 0 16,2-5 4-16,-3-4 1 0,2 1 2 0,-1-3 5 15,-3 0 0-15,-2-1-5 0,2-1 6 0,-3 1 2 16,0 0-4-16,0 0 2 0,0 1-1 0,2 2 1 15,-2-1-2-15,-3 8 9 0,1 5 13 0,0 0 3 0,-3 5 3 16,0 0-8-16,1 3-2 0,-1 7-4 16,4-9-9-16,-4 9-3 0,0 0-2 0,0 0 3 15,0 0-3-15,1 34 0 0,-1-8-2 0,-1 5 3 16,-2 4-3-16,-2 11 1 0,-2-1-1 0,4-13 9 16,-4 2-8-16,5-3 0 0,-1-2 8 0,2 1-11 0,1-2-1 15,3-2 0-15,-1-7 2 0,1-1 1 16,3-1-2-16,0-3-1 0,1-1 1 0,1-4-5 15,0-1 0-15,3-3 1 0,0-1 2 0,3 0-3 16,4-5-2-16,3-3 1 0,7-2 0 0,-3-3-5 16,1-1 0-16,-2-3 1 0,-1 0 1 0,-1-4 3 15,-3-2-2-15,-1-1 0 0,-3-1-1 0,-3 4 2 16,-1-9 2-16,-4 10-3 0,1-9 0 0,-5 8 3 16,0 0 0-16,-2 2 11 0,-2 3 9 0,-1 1-8 15,1 2-4-15,1 9-5 0,-3-11 2 0,1 7-4 16,2 4-2-16,0 0 0 0,-22 8 1 0,8 2 0 15,0 2 2-15,3 3-4 0,-3-1 1 0,2 2 0 16,3 2 3-16,2 1-1 0,3-2 2 0,2-1 0 0,4-1 4 16,0 1-4-16,3-5-1 0,5 4 2 15,-1-6 0-15,7 1-8 0,3-2-6 0,1-2-11 16,11-2-7-16,-13-2-14 0,13 0-12 0,-8-4-10 16,6-2 0-16,-2-3-6 0,-8 0 8 0,-1-1-1 15,1-2 9-15,-2-2 1 0,-1-1 3 0,1-7 6 0,-4 4 7 16,-4-7 1-16,1 0 4 0,0-3 3 0,-2 2 10 15,-4-2-1-15,2-2 8 0,-2 3 7 16,-2-1 6-16,1-1 4 0,-3 1 10 0,2 1 9 16,0 5 2-16,-2 5 7 0,0 3 14 0,0 2 3 15,1 4-1-15,0-1-8 0,-1 7-9 0,0 0-4 16,0 0 0-16,0 0-6 0,0 0-2 0,0 0 8 16,-1 25 3-16,1-5 0 0,-3 6-1 0,2 1 0 15,-3 3-3-15,-1 1 0 0,3 0-3 0,-1-4-7 16,1 4 3-16,0-2 3 0,2 0-3 0,2-1-5 15,-2-3-14-15,1 3-26 0,0-9-20 0,1 0-38 16,-2-2-50-16,2 0-48 0,-1-5-48 0,-2 5-161 16,0-7-423-16,1-10 187 0</inkml:trace>
  <inkml:trace contextRef="#ctx0" brushRef="#br0" timeOffset="2361.07">8190 4459 24 0,'9'-6'166'0,"-2"6"-20"0,5-3-27 0,0 3-30 16,7-3-44-16,9 6-38 0,0-3-41 0,2 3-60 16,-2 3-101-16,5 0 44 0</inkml:trace>
  <inkml:trace contextRef="#ctx0" brushRef="#br0" timeOffset="2897.26">8539 4695 64 0,'0'0'227'16,"0"0"-12"-16,0 0-11 0,0 0-12 0,0 0-11 16,0 0-11-16,0 0-13 0,22-19-11 0,-13 14-7 15,1-3-11-15,3-3-11 0,-2 0-11 0,3-2-6 16,-1 0-1-16,0-1-10 0,0-2-6 0,-2 4-9 15,1-2-5-15,-3-2-10 0,-2 0-4 0,1 0-4 16,-3 1-1-16,-1 0-6 0,-4 3-7 0,1 2-2 16,-2-1-6-16,-2 0-3 0,-1 5 4 0,-1 0-11 15,-3-1-4-15,1 3-1 0,-1 2-5 0,-2 2 0 16,-6 3 1-16,-3 3-3 0,0 4-1 0,2-1-2 16,-1 4-2-16,-5 3 0 0,2 3 1 0,10-5 0 15,-1 4 4-15,5-1-5 0,0-1 1 0,2 3-2 16,2-3 4-16,3-3-6 0,3 2 7 0,2 1-6 15,0-6 9-15,6 4-7 0,-1-4 1 0,4-2-1 16,1 1 2-16,-1-1 9 0,4-3-14 0,-1-1 2 16,2-2 4-16,0 0-3 0,-1-2-2 0,0-3-4 15,-1 2-1-15,-1-4 0 0,-4 1-1 0,4-5 3 16,-4 3-2-16,-5-4 10 0,2 0-12 0,-4-1 1 16,3-6 3-16,-3 3 0 0,2-2 0 0,0 0 1 15,0-2-1-15,-1 3-3 0,-1 0 3 0,4-2 1 16,0 3 0-16,-4 3-1 0,3 2-2 0,-2 0 0 15,1 2-1-15,0 0 1 0,-2 3-2 0,1 1 0 16,-6 3 0-16,13-1-3 0,-13 1 2 0,12 8-4 16,-8-2 7-16,4 3 3 0,-3 4-1 0,0 2 7 15,-1 1-4-15,-2-1-1 0,1 2-1 0,-2 0 0 16,-1 0 6-16,0 0-4 0,1-1-16 0,-3 1-29 16,2-1-28-16,-3-3-32 0,2-1-43 0,2-1-48 15,0 0-43-15,-1 1-124 0,0-12-392 0,0 11 173 16</inkml:trace>
  <inkml:trace contextRef="#ctx0" brushRef="#br0" timeOffset="4110.96">9112 4559 40 0,'6'-9'182'0,"-6"9"-15"0,0 0 5 0,0 0 6 15,0 0 6-15,0 0-15 0,0 0-5 0,14 16-7 16,-14-16 2-16,-2 16-2 0,2-16-8 0,-2 17-13 15,2-17-2-15,-3 17-13 0,1-10-3 0,2-7 4 16,-1 14-15-16,1-14-3 0,-1 10-3 0,1-10 0 16,0 0 1-16,-3 10 2 0,3-10 11 0,0 0 11 15,0 0 7-15,0 0-3 0,0 0-5 16,0 0-13-16,0 0-11 0,0 0-16 0,0 0-1 16,0 0-6-16,0 0-7 0,0 0-9 0,-12-26-3 15,11 16-4-15,1 10-14 0,5-23-2 0,-3 7-5 0,4 0-20 16,1 0-8-16,0 2-9 0,3-1-6 0,1 2-6 15,4 1-7-15,-2 1-4 0,1 1 13 0,-1 4-6 16,-1 2-11-16,1 0 7 0,-1 3 0 16,3 2 0-16,-4 2 13 0,1 3-8 0,-1 1-5 15,-2 1 5-15,0 0 2 0,4 5 3 0,-8-2-2 0,3-1 9 16,-3 0-2-16,1 0 0 0,-4 0 2 0,1-1 3 16,0-1 3-16,-3-8 0 0,5 9-8 0,-5-9 10 15,3 12-1-15,-3-12 4 0,0 0 1 0,4 7 0 16,-4-7-1-16,0 0 5 0,0 0-5 15,0 0 1-15,0 0 7 0,0 0-17 0,0 0-5 16,0 0 2-16,0 0-7 0,0 0 6 0,-6-39-10 0,8 29-6 16,0-1 1-16,1 0-2 0,1-1-11 15,2-4 1-15,-1 5-4 0,2 2 3 0,0 0 2 16,-2 0 2-16,3 3 4 0,-3 0-4 0,0 3 0 16,2 3 4-16,-7 0 1 0,15 0 6 0,-15 0 0 15,14 5 2-15,-6 1 0 0,-2 2 5 0,2-2-5 16,-3 4 6-16,1-3 3 0,-1 3 1 0,3 1 1 0,-2-3 1 15,1 1 0-15,1-1 1 0,0 0 4 16,-1-5-1-16,2 1 3 0,0 0 10 0,1-1 0 0,-10-3-5 16,20-1 0-16,-8-2-1 0,1 0 0 15,-1 1 10-15,-1-3-12 0,-1 1 2 0,1-4 0 16,-3 2-1-16,0-1-4 0,1 0 1 0,-2-2 5 16,0-1-2-16,-1 0 4 0,-2 2-6 0,0 0 0 0,0-4 5 15,-3 5-6-15,-1 0 5 0,0 7-2 16,4-10 3-16,-4 10-6 0,2-9 1 0,-2 9-3 15,0 0-3-15,0 0-4 0,0 0 3 0,0 0 7 16,-16 19-1-16,11-10 5 0,-2 2 1 0,2-1-4 16,-1 2-2-16,2-1 4 0,-1 3-2 0,3 0 1 15,1 1 2-15,2-3 1 0,1-2-1 0,-2-10-4 16,6 17-10-16,-1-10-10 0,7 1-11 0,-2-2-16 16,5-3-13-16,2 1-12 0,1-4-10 0,0-1-1 15,1 0 3-15,8-4 6 0,-12 1-2 0,3-3 1 16,-6 2 8-16,4-1 8 0,-7-1 3 0,0 0 3 15,2-3 12-15,-4 1-1 0,-2-1 6 0,1 0 4 16,-1 0 0-16,-2 1 7 0,2-7 7 0,-2 6 8 0,0 4 8 16,-1 2 9-16,-2 4 1 0,5-10 8 15,-5 10-1-15,1-9-3 0,-1 9-6 0,0 0 5 16,0 0 4-16,0 0 7 0,0 0-2 0,0 0 7 16,0 0 3-16,4 27 8 0,-4-27-9 0,0 16 5 15,0-6-1-15,0-10-3 0,-1 16 0 0,0-7 0 16,1-9-6-16,-2 16 1 0,2-16-9 0,-1 12 4 15,1-12 4-15,0 0-5 0,0 10-2 0,0-10-2 16,0 0 1-16,0 0 1 0,-3 11 7 0,3-11-2 16,0 0 4-16,0 0 1 0,0 0-3 0,0 0-4 15,0 0-4-15,25-8 2 0,-25 8-5 0,20-10 3 16,-8 4 0-16,7-1-6 0,-4 0 0 0,4 2-2 16,-3 1-6-16,3 1 1 0,-1 0-1 0,-2 3-2 15,1 0 1-15,-2 1-1 0,-3 1 0 0,2 2 0 16,-3-1-3-16,7 0 12 0,-5 1-3 0,2 2 4 15,-2-2-1-15,1-2 2 0,-1 1 4 0,0-2-2 16,-1-2 7-16,1 1 2 0,1 0-4 0,-2 0 1 16,-1-3 6-16,-1 0 0 0,1 0-2 0,-2 0-4 15,1-4 2-15,-1 2 4 0,-3-2-2 0,1-1-1 16,-2-1-6-16,-2 3-2 0,-1-1-1 0,-1 0-1 16,0-3-1-16,-2 1-2 0,1 9 2 0,-3-14-8 15,1 9 1-15,-3-2-3 0,5 7-4 0,-10-6-2 16,3 3 0-16,7 3-5 0,-16 4 3 0,16-4 1 15,-21 12-1-15,7-2 3 0,4-1-1 0,0 3 9 16,-2 2-9-16,3 1 0 0,3 0 7 0,2-2 0 16,-1-1-1-16,6 1-16 0,3-2-29 0,2 3-18 15,3-1-28-15,3-3-35 0,-1-1-49 0,6-1-52 16,2-4-60-16,-1-1-201 0,0-3-525 0,0 0 232 16</inkml:trace>
  <inkml:trace contextRef="#ctx0" brushRef="#br0" timeOffset="4300.85">9863 4185 2518 0,'-34'-6'36'16,"3"0"7"-16,9 2-24 0,6 0-6 0,5 1-7 15,0 1-3-15,3-1-1 0,3 1-1 0,5 2 1 16,-10-2-1-16,10 2-15 0,0 0-23 0,0 0-25 15,0 0-52-15,0 0-53 0,34 11-208 0,-22-8-407 16,6 1 180-16</inkml:trace>
  <inkml:trace contextRef="#ctx0" brushRef="#br0" timeOffset="4829.26">11269 4398 2055 0,'6'-16'16'0,"-2"-3"9"0,1 2 1 0,-3 1 20 16,-2 4 4-16,2 1 9 0,-2 5 10 15,3-2 0-15,-3 8-17 0,1-10-5 0,-1 10-8 16,0-6-7-16,0 6-6 0,0 0-1 0,0 0 5 0,0 0 11 16,-6 32 2-16,2-14 1 0,0 8-1 0,-1 3 3 15,1 3-3-15,-1-1-4 0,1-2 0 16,-4 5-5-16,5-5-6 0,-1 0 3 0,3 0-8 15,-3-3 3-15,1 2-2 0,0-9-2 0,2 0-24 16,0-4-23-16,-2 1-26 0,2 0-34 0,1-4-36 16,-1-2-34-16,1-10-38 0,-3 14-30 0,1-9-167 0,2-5-422 15,-9 7 187-15</inkml:trace>
  <inkml:trace contextRef="#ctx0" brushRef="#br0" timeOffset="5346.62">11251 4532 6 0,'11'-8'147'16,"2"-2"-20"-16,4-1-8 0,0 3-11 0,8-6-3 0,-8 3-16 16,1 2 1-16,-1 0 1 0,-1-1-16 15,2 1-1-15,-3-1-2 0,1 1-10 0,-3 0 1 16,-2 0-5-16,-2 1 4 0,0-1 4 0,0 1 6 16,-2 0 4-16,-2-2 3 0,2 0 0 0,-5 5 5 15,1-1 6-15,-3 6-2 0,5-9-7 0,-5 9-11 0,4-6-13 16,-4 6-6-16,0 0-3 0,0 0-7 0,0 0-5 15,0 0-2-15,0 0-6 0,-6 25 2 16,2-8-4-16,0-2-4 0,-1 2-3 0,-1 2 0 16,1 0-1-16,-3 5-1 0,4 0-3 0,2-6 2 15,-3 7-1-15,1-7-2 0,2-3 0 0,0 1-3 16,-1-5-1-16,1-2-6 0,0-1-6 0,2 1-3 16,0-9 3-16,-1 12-5 0,1-12-1 0,0 9-2 15,0-9 0-15,8 5-4 0,-8-5 6 0,6 1-5 16,-6-1 2-16,0 0 1 0,23-1-1 0,-23 1 3 15,22-5 3-15,-10 3-5 0,1 0 5 0,-2 0-2 16,2 1 5-16,1-1-4 0,5-2 5 0,-3 3-3 16,1-3 3-16,0 3-1 0,-4-2 2 0,7 2 0 0,-3-2-1 15,0-1 0-15,-4-1 1 0,-2 0 2 16,-2 0-3-16,0-3 5 0,0 3 1 0,0-3-3 16,-2 0 4-16,1 1-2 0,-4 0 4 0,-1-2-6 15,-3 9 8-15,3-21-1 0,-3 13 4 0,0 8 5 16,-6-16 0-16,6 16 0 0,-1-11-4 0,1 11-1 15,-7-8-5-15,7 8-2 0,-13-2-2 0,13 2-1 16,-19 6 1-16,9 2 0 0,-4 3-1 0,4-2 1 16,2 3-4-16,-2 5-25 0,2-2-20 0,2 0-34 15,6 2-32-15,-1 0-44 0,2-2-52 0,0 2-127 16,8-2-362-16,-1-2 160 0</inkml:trace>
  <inkml:trace contextRef="#ctx0" brushRef="#br0" timeOffset="5964.11">12336 4683 100 0,'22'-13'203'0,"-6"0"-11"0,7-3-5 0,-6 3-4 16,2-5 2-16,-2-1-12 0,1 0-6 0,3 0-12 16,-12 4-3-16,4-2-21 0,5-6-10 0,-5 0-7 15,1 1-9-15,-3 0-10 0,-5 3-3 0,4-5-7 16,-7 5 4-16,3-8-13 0,-1 9 0 0,-4 0-4 15,-1 3-1-15,1 3 1 0,1 2-9 16,-2 1 0-16,2 2-7 0,-2 7-4 0,-4-10-9 16,4 10-7-16,0 0-6 0,0 0-6 0,0 0-4 15,0 0 4-15,-21 26-3 0,10-4-2 0,0 1-2 0,2-4 0 16,4-1-8-16,-2 6 5 0,4-4-1 0,-4 4-3 16,5-7 0-16,2 2-3 0,2-4 1 0,-2 0 0 15,4-2 1-15,-1 2-2 0,3-3-2 0,-2-1 5 16,6 2-4-16,-1-3-1 0,1-3 4 0,2 0-5 15,-1 0 0-15,0-4-4 0,3 2-3 0,1-2-1 16,-1-3 3-16,-1 0-7 0,4-3 3 0,-4 0 0 16,5 0 0-16,-5-2-2 0,-4 0 3 0,2-3 1 15,1-3 0-15,2 1-5 0,-6-1 0 0,1-2 5 16,-3-1-5-16,0 1 1 0,-2 4 1 0,0-1 0 16,-4 1 0-16,3 2 1 0,-3 7-1 0,2-9-5 15,-2 9-1-15,4-5-3 0,-4 5 2 0,0 0-3 16,0 0 5-16,0 0-2 0,0 0 4 0,-9 40 2 15,7-28 0-15,0 3 1 0,2 2 3 0,0-1 1 16,0-4-1-16,4-1 0 0,1 1 1 0,4 1 1 16,0-3 4-16,0-2 2 0,0-1 0 0,5-2 2 15,3 4 0-15,3-7 2 0,-2-2 0 16,5-1 1-16,-3-2-3 0,-2-2-4 0,0 0 10 16,-1-2-8-16,-2-2 4 0,0 0 1 0,-1-2-1 0,-6 2-1 15,1-1 0-15,-4 0-2 0,2-6 1 0,-5 4-4 16,2-4 0-16,-6 0-1 0,0 0 3 0,-2 3-5 15,0-3-6-15,3 4-10 0,-8 3-7 0,4 1-17 16,-1 0-18-16,-1 4-27 0,-4 3-20 16,-1 2-19-16,12-1-34 0,-26 7-31 0,15-3-30 15,-3 5-182-15,0 0-435 0,8-2 193 0</inkml:trace>
  <inkml:trace contextRef="#ctx0" brushRef="#br0" timeOffset="6330.83">13319 4452 56 0,'5'-5'203'0,"-2"0"-3"0,-3 5-1 0,2-11-13 16,-2 11-12-16,0 0-10 0,-7-12-17 0,0 10-13 15,7 2-9-15,-16-2-10 0,5 8-8 0,0 1-5 16,-4 1-3-16,-2 3-10 0,4 2-13 0,-3 1 1 16,3 1-10-16,1 1-8 0,4-1-1 0,1 1-13 15,5-6 1-15,0 3-6 0,2-4-1 16,2 2-5-16,2-3-1 0,1 0-6 0,3-1-2 15,0-1-5-15,-8-6-5 0,19 3-8 0,-7-1-2 0,1-4-6 16,0 1 2-16,-1-3-2 0,3-3-2 0,-1 3 4 16,-5-4 1-16,4 3 6 0,-3-4-7 15,-2 0 2-15,1 0 0 0,-3 0-2 0,0-1 1 16,3 1-1-16,-5-4 1 0,2 4 3 0,0-3 3 16,0 5-4-16,-5 2 4 0,-1 5-5 0,8-11-1 15,-4 7-3-15,-4 4 0 0,0 0-2 0,0 0 0 0,0 0 3 16,0 0 0-16,0 0-4 0,9 16 6 15,-9-16 7-15,8 18-21 0,-6-8-20 0,2 1-42 16,1 0-37-16,-1-1-36 0,6-3-36 0,-4-1-29 16,5 2-131-16,5-1-369 0,2-2 164 0</inkml:trace>
  <inkml:trace contextRef="#ctx0" brushRef="#br0" timeOffset="6732.37">13793 4456 160 0,'-6'-6'165'0,"-1"-1"-6"0,0 1 1 0,-2 2-5 16,-2 0-15-16,-2 3-5 0,-1 2-6 0,-6 4-3 16,2 1-5-16,0 4 0 0,-5 3-14 0,6-3-9 15,1 2-5-15,3-1-4 0,5-1-7 0,2 4-9 16,-1-4-9-16,3 2-3 0,2-1-10 0,2-1 2 16,0-10-8-16,4 16-2 0,2-10 2 0,1 1-9 15,7-2-5-15,-1-3-8 0,3 0-13 0,4-4-9 16,0 0-5-16,-1-4-9 0,2 0 4 0,-2-1-2 15,-4-1 0-15,1-3 6 0,-1-2-2 0,0 1 0 16,-5-1 4-16,2-1-1 0,-3-4 0 0,-2 1 3 16,-1-2 0-16,2 0 11 0,3-4-2 0,-7-3 10 15,2 0-2-15,-1 0 1 0,0 0 8 0,-1-1 10 16,-1 2 3-16,1-3 8 0,-2 9-2 0,0 0 11 16,0 3 18-16,-2 5 10 0,2 1 2 0,-2 3-9 15,1 0-11-15,-1 7-19 0,0 0-6 0,0 0-2 16,0 0-3-16,0 0 5 0,-7 40-2 0,3-12-2 15,-3 2 0-15,0 0 1 0,0 1-1 0,1 0-4 16,5 1-5-16,-3 1-6 0,0-3 1 0,4 0-11 16,-2 1-36-16,4-1-33 0,-2 2-45 0,4-5-44 15,0-2-84-15,-1-5-61 0,-5 4-180 0,4-9-511 16,-2-2 226-16</inkml:trace>
  <inkml:trace contextRef="#ctx0" brushRef="#br0" timeOffset="7214.76">14351 4664 159 0,'0'0'206'0,"0"0"-14"0,6-12-19 0,2 5-8 15,4 0-13-15,-1-6-8 0,6 3-12 0,2 0-9 16,4-3-4-16,0-1-8 0,-4 4-22 0,6-5-7 16,-2 0-6-16,-3 5-5 0,2-4-4 0,-6 2 0 15,0 2-1-15,-2 0 1 0,-5 0 3 0,-3 1-7 16,4-1-5-16,-6-1 4 0,2 3 5 0,-2-1-5 16,-3 2 1-16,1-1-2 0,-2 8-4 15,0-10-6-15,0 10-5 0,0-8-10 0,0 8-6 0,0 0-1 16,0 0-6-16,0 0-1 0,-19 12-1 0,9-2 0 15,3 0 2-15,1 6 1 0,3 0-5 0,-1 1 0 16,2 1 0-16,2 2-10 0,0-3-13 0,5-1-21 16,1 0-29-16,3-2-38 0,1-6-65 0,4 6-56 15,3-4-47-15,-4-1-143 0,5-3-434 0,1-2 192 16</inkml:trace>
  <inkml:trace contextRef="#ctx0" brushRef="#br0" timeOffset="7378.78">14874 4133 56 0,'0'0'118'16,"0"0"-28"-16,0 0-20 0,0 0-37 0,4 26-26 16,-2-7-33-16,1 8-32 0,-2 2-64 0,4 3 29 15</inkml:trace>
  <inkml:trace contextRef="#ctx0" brushRef="#br0" timeOffset="7797.57">14977 4624 71 0,'0'0'269'0,"0"0"-10"0,0 0-19 16,0 0-13-16,0 0-13 0,-19-15-16 16,14 8-21-16,2 1-7 0,0-5-20 0,-1 3-14 15,2-3-10-15,0 2-8 0,2-2-4 0,0 1-19 16,0-1-13-16,4-1-4 0,1-3-1 0,3 0-9 15,-1 1-8-15,1 2-5 0,5 2-7 0,-4 1-6 16,9 2-5-16,-7 3-6 0,1 0-3 0,3 2-5 16,0 5-4-16,2 2-2 0,-4 0-4 0,6 4 4 15,-11 0-6-15,7 4-2 0,0-1 0 0,-7-1 0 16,3 1-1-16,-4-2 1 0,-1 0-6 0,-1 2 7 16,-1-3-2-16,0-1 0 0,0-1-1 0,-4-7-1 15,6 8 5-15,-6-8 0 0,0 0 11 0,1 10-7 16,-1-10 1-16,0 0-1 0,0 0-1 0,0 0-2 15,0 0-3-15,0 0-2 0,0 0 0 0,0 0-5 16,6-28 1-16,-1 16-3 0,0 3-9 0,5-5-3 16,-1 1-8-16,0-2 4 0,5 2-5 0,1 0 2 15,-3 6 4-15,2-2 0 0,-4 2 5 0,5 4-11 16,-3-1-2-16,0 2 0 0,-1 4 2 0,-1-1 5 16,-2 2 3-16,1 4-1 0,-2 2 0 0,-1 0 4 15,4 2 0-15,-6 0 2 0,1 0 0 0,-1 7-3 16,2 0-15-16,-3-2-19 0,-2 0-33 0,0-3-37 15,-1-1-39-15,1-1-47 0,1 1-225 0,-4 1-461 16,2-13 204-16</inkml:trace>
  <inkml:trace contextRef="#ctx0" brushRef="#br0" timeOffset="8045.83">15724 4260 181 0,'-3'-13'289'0,"6"5"-23"0,-3 1-25 16,0 7-24-16,0-12-27 0,0 12-24 0,0 0-10 16,0 0-1-16,0 0 8 0,-7 30-5 0,6-6-6 15,-4 4-12-15,1 1-10 0,2-1-12 0,0 4-10 16,-2-2-11-16,2 2 0 0,-3 0-13 0,1 1-1 16,2-2-11-16,-1-3-5 0,-2 3-4 0,2-4-13 15,1 1 3-15,-1-2-8 0,0-6-19 0,2-2-29 16,-1 1-36-16,-3-2-28 0,1 1-40 0,1-8-51 15,1 2-61-15,-2-1-50 0,-3 2-183 0,1-4-487 16,-2-3 215-16</inkml:trace>
  <inkml:trace contextRef="#ctx0" brushRef="#br0" timeOffset="8513.7">15742 4415 185 0,'10'-6'191'15,"0"-2"-13"-15,-3 5-14 0,3 0-7 0,0 3-7 16,0 0-11-16,-1 3-4 0,0 1-11 0,0 1-10 16,-3 2-10-16,1 2-8 0,-2-1-3 15,1 1-17-15,-2-1-6 0,-3 3-5 0,-1 0-12 16,0-11-10-16,-4 19-6 0,-3-10-8 0,-1 0-7 0,-1 1-8 16,0-3-1-16,-2-1 1 0,2-2-5 0,0-1 0 15,9-3 4-15,-14 5-2 0,14-5-2 16,-10 1-4-16,10-1 7 0,0 0 0 0,-11 1-4 15,11-1 1-15,0 0-1 0,0 0 2 0,0 0-1 16,0 0 0-16,0 0-3 0,0 0-1 0,40 2-2 16,-28-2 5-16,2 1-1 0,4-1-3 0,-1 0 0 0,3-1 2 15,1 1-1-15,1-4-3 0,-3 0 5 16,2 2-3-16,-2-3 1 0,-1 1-4 0,0-2 1 16,-7 0 2-16,4-2 1 0,-4 2-2 0,4-4 0 15,-6 2 5-15,-1 0 7 0,-1-1 4 0,0-1-6 16,-2-1 5-16,0 0 1 0,-3 1 12 0,0 3 8 0,-1 0 0 15,0-1 2-15,-1 8-4 0,-1-11-4 0,1 11-3 16,-6-8-3-16,6 8-3 0,-12-1-6 0,12 1 2 16,-19 9 1-16,9-5-7 0,1 6 1 0,-4 2 8 15,3 0-12-15,1-3-2 0,4 1-17 16,1 1-13-16,1 0-22 0,2 1-22 0,1-12-23 16,4 21-33-16,5-9-41 0,0-2-40 0,0-1-182 0,2 3-414 15,6-2 184-15</inkml:trace>
  <inkml:trace contextRef="#ctx0" brushRef="#br0" timeOffset="8945.32">16442 4425 81 0,'0'-10'252'0,"0"10"-7"0,-3-13-15 16,1 6-13-16,-2 1-7 0,-1 2-16 15,5 4-16-15,-12-6-17 0,2 6-12 0,10 0-15 16,-23 8-3-16,12 0-10 0,-7 1-11 0,1 4 0 15,3-1-7-15,1 2-7 0,-1 0-2 0,4 2-15 16,1 0-7-16,2-4-10 0,0 2-8 0,2-2 0 16,4-3-6-16,2 2-6 0,2 1-4 0,-1-3-6 0,3 1-11 15,-1-3-8-15,6 1-3 0,-1-2-1 16,3 0-12-16,-1-3-9 0,1-1 2 0,2-4-7 16,-1 0 5-16,-2-2-4 0,7-3-1 0,-8-1 3 15,2 0 0-15,0-5 3 0,-1 2-1 0,0-5 3 16,-3 2 1-16,1-10-2 0,-4 6 1 0,2-8-2 15,-1 0 7-15,0 0-1 0,-1-1-1 0,-1 0-2 0,-1-1 5 16,2 2-3-16,-3-2 9 0,1 3 9 16,-1 6 8-16,0 0-7 0,-2 2 9 0,0 6 9 15,1 0 1-15,-1 4-1 0,0 7-2 0,1-12-10 16,-1 12-5-16,0 0-5 0,0 0 1 0,0 0-3 16,-1 29 9-16,-2-8-10 0,-1 8 2 0,-1-3-3 15,-1 4 4-15,1 2 0 0,2-1 0 0,-2-3-7 16,3 0-17-16,0 1-29 0,0-10-21 0,2 6-27 15,2 0-30-15,1-7-32 0,1 0-24 0,0-7-32 16,1 2-20-16,4-4-161 0,-2 2-421 0,2-4 187 16</inkml:trace>
  <inkml:trace contextRef="#ctx0" brushRef="#br0" timeOffset="9279.84">16823 4411 56 0,'-3'-9'194'0,"-1"2"-2"15,-2 3-15-15,-5-2-10 0,0 4-4 0,0 4-1 16,-7 4-9-16,1 1-12 0,-2 4 2 0,-4 3-13 16,8-1-13-16,-2-2-4 0,3 3-5 0,1-2-5 15,3 1-12-15,4-1-13 0,2 1-5 0,1 3-7 16,3-5-7-16,0-2-3 0,3 1-6 0,1-1-5 16,-4-9-5-16,10 9-3 0,-2-5-7 0,-8-4-7 15,14 4-3-15,-4-4-4 0,-10 0-1 0,22-3-4 16,-12-3 2-16,0 2-3 0,0-2-2 0,-1 1 0 15,7-5 0-15,-9 2-1 0,1-2 1 0,0 2-6 16,0-7 3-16,0 5 0 0,-1 0-1 0,-2 0 5 16,1 1 17-16,0 0-7 0,-2-1 4 0,0 6-4 15,-4 4-4-15,5-9-2 0,-5 9-3 0,6-4 1 16,-6 4-7-16,0 0-2 0,0 0 3 0,0 0-2 16,2 24 0-16,-2-24-1 0,-5 24 1 0,4-7-21 15,-3-2-28-15,0 2-40 0,0-5-42 16,3 1-59-16,-2-2-54 0,2 5-154 0,1-16-428 0,-1 23 190 15</inkml:trace>
  <inkml:trace contextRef="#ctx0" brushRef="#br0" timeOffset="9665.14">17003 4470 45 0,'0'0'250'0,"3"-6"-22"0,-3 6-25 0,0 0-16 15,0 0 0-15,0 0-3 0,0 0-15 0,0 0-10 16,5 31-16-16,-5-21-6 0,1 2-9 0,-2 1-9 16,0-1-9-16,1-1-9 0,1 0-10 15,-1 0-7-15,0-11-8 0,1 18-6 0,-1-18-12 16,-1 11-2-16,1-11-1 0,0 0-5 0,1 10 3 0,-1-10 5 16,0 0 9-16,0 0-10 0,0 0 6 0,0 0-16 15,0 0-4-15,0 0-2 0,24-22-8 16,-17 13-4-16,2-1-3 0,1-6-4 0,0 2 0 15,4-1-8-15,4-4-1 0,2-1 2 0,2 1-13 16,-1 4 1-16,3-2-6 0,-6 8-1 0,-1 1 1 16,0-1 0-16,-5 4 2 0,1 0-9 0,-3 3 4 15,1 2-5-15,1 1 5 0,-3 2-5 0,0 2 0 16,0 0 4-16,-2 2 0 0,-3 3 2 0,0 0 2 16,0 2 0-16,-2 0 2 0,0 1 2 0,-1 7 2 15,-1-7-8-15,1 1-16 0,-1-3-21 0,-1 0-27 16,0 5-39-16,1-5-47 0,0-11-54 0,1 11-50 15,-1-11-165-15,4 14-458 0,-4-14 203 0</inkml:trace>
  <inkml:trace contextRef="#ctx0" brushRef="#br0" timeOffset="10060.94">17623 4373 75 0,'0'0'235'0,"-5"-12"-10"0,1 10-14 0,-3-2-19 15,7 4-6-15,-15 1-4 0,5 2-10 0,-5 6-3 0,1 1-4 16,1 7-11-16,0-5-11 0,1 2-9 16,1 2-13-16,2 0-10 0,3 1-6 0,2 1-8 15,2 1-11-15,4-3-6 0,0 0-6 0,4-2-7 16,-1-3-11-16,7 2 3 0,2-2-9 0,3-1-4 16,2-4-1-16,3-1-6 0,7-1-4 0,-1-4-2 15,2-2-10-15,-10 0-3 0,10-2 0 0,-3-2-5 16,-1-4-2-16,-3-1 1 0,-5 3-4 0,0-2-3 15,-5-1-2-15,2-4 1 0,-3 4 2 0,-1-5-1 16,-3 1 0-16,1 0-3 0,-1-2 0 0,-2-1 0 16,-2 1-3-16,-2-1 1 0,0 3 0 0,-1 4 0 15,-4 0 4-15,1 2 2 0,-2 5-2 0,4 4 0 16,-10-6-3-16,0 8 12 0,-2 4 1 0,-3 1 5 16,-1 4-2-16,-2 3 1 0,6 0-2 0,-1 0-3 15,5 1-4-15,3 1 5 0,1 0-3 0,3 1-17 16,5-2-21-16,1-3-24 0,5 3-41 0,5-1-30 15,10 3-45-15,-2-4-60 0,5 0-59 0,-3-2-175 16,-4-3-497-16,-2-3 220 0</inkml:trace>
  <inkml:trace contextRef="#ctx0" brushRef="#br0" timeOffset="13528.91">18682 4259 200 0,'2'-16'211'0,"0"4"-5"16,-1 1-7-16,2 1-7 0,-3 3-9 0,1 0-13 15,-1 7-18-15,2-13-10 0,-2 13-21 0,0 0-16 16,0 0-15-16,0 0-5 0,0 0-10 0,0 0-3 16,1 41-5-16,-5-15 1 0,1 1-10 0,0 0-5 15,-5 0-5-15,4-1-3 0,-1 2-6 0,1-2-4 16,2-1-2-16,-2 2-7 0,0-2 2 0,1-8-3 15,-2-2-3-15,5-4 5 0,-2 0-9 0,1-4 0 16,-1-1-3-16,2-6 0 0,0 11 4 0,0-11 2 16,-1 7 13-16,1-7-2 0,0 0 6 0,0 0 4 15,0 0 5-15,0 0-1 0,0 0-6 0,0 0 0 16,0 0-5-16,0 0-2 0,0 0-7 0,0 0 0 16,3-27-14-16,0 15-2 0,6-1-5 0,3-1-4 15,-1 0-9-15,3 3 1 0,3-1-6 0,0-1 6 16,2 6-9-16,-3-1 2 0,-2 3 1 0,-1 4 1 15,1 2-2-15,-1 0 2 0,-1 3 1 0,-1 0 1 16,-3 2-2-16,-1 2 1 0,-1 1 2 16,-3 1-1-16,1 0 2 0,-4 3 4 0,-1-1-2 0,-4-2 1 15,0 0 4-15,-4 0-3 0,-5 3 4 0,-2-2 1 16,-2-1-2-16,-2-3 0 0,-6 1-7 0,-3-2-3 16,2-1-12-16,0-4-10 0,8 0-25 0,-1 1-26 15,-1-5-23-15,3 0-19 0,0 2-27 0,6-1-28 16,2 0-31-16,-2 1-146 0,12 1-387 0,-14-1 170 15</inkml:trace>
  <inkml:trace contextRef="#ctx0" brushRef="#br0" timeOffset="13879.34">18864 4598 150 0,'10'-6'163'0,"-1"-1"-8"0,4 1-10 15,1-4-18-15,-1 2-6 0,3 0-16 0,0-1-9 16,1 1-8-16,1-3-11 0,0 3-8 0,3-2-6 16,-1 1-6-16,-2-3-5 0,-1 4-1 0,-1-1-6 15,1-3-5-15,-4 2 1 0,1-3 0 16,-5 0 4-16,2 2 2 0,-2 1-4 0,-3-1 11 0,1 0 7 16,-3 2-3-16,-2-1-2 0,0 2-1 15,0-1-5-15,-2 0-1 0,0 9-10 0,-4-12-1 0,4 12-6 16,-9-4-3-16,0 4-5 0,-2 1-2 15,-1 4 3-15,0 3 1 0,-2 2 0 0,-3 1-5 16,3 3 4-16,2-1-2 0,0 3-5 0,5-5 2 16,-2 4-5-16,5-3-1 0,3 1-2 0,4-2 3 15,0 5 4-15,3-1-6 0,4 0-18 0,1 0-22 16,3-5-16-16,3 1-31 0,-2-3-28 0,11 2-32 16,-6-1-31-16,0-6-27 0,1 1-128 0,-2-2-347 15,-2-4 154-15</inkml:trace>
  <inkml:trace contextRef="#ctx0" brushRef="#br0" timeOffset="14079.8">19438 4274 54 0,'0'0'226'0,"2"-11"-22"0,-2 5-25 16,0 6-20-16,0 0-15 0,0 0 1 0,0 0-3 15,0 0 0-15,3 28 3 0,-4-11 1 0,-5 9-13 16,3-1-11-16,0 1-12 0,-2 0-2 0,0 0-17 15,0 3-8-15,0 0-6 0,-2-1-10 0,3 1-5 16,0-5-21-16,2-3-25 0,-1 3-30 0,1-7-35 16,-3 0-42-16,4-2-48 0,-1 2-55 0,0-6-158 15,-5-1-381-15,2-1 169 0</inkml:trace>
  <inkml:trace contextRef="#ctx0" brushRef="#br0" timeOffset="14245.44">19315 4486 12 0,'28'-4'110'0,"-16"4"12"0,7-1-42 0,1 1-18 16,2-2-24-16,0 2-26 0,6 0-29 0,0 2-21 16,1 0-26-16,-7-1-69 0,-3-2 31 0</inkml:trace>
  <inkml:trace contextRef="#ctx0" brushRef="#br0" timeOffset="14658.1">19702 4473 53 0,'0'0'158'0,"0"0"-6"16,0 0 0-16,0 0-4 0,0 0-7 0,0 0-2 15,-25 19-15-15,21-13-10 0,-3 1-4 0,2 2-8 16,5-9-8-16,-7 16-3 0,4-7-11 0,1 1-1 16,0 0-9-16,2-10-5 0,2 14-7 0,-2-14-4 15,5 10-3-15,-5-10-6 0,6 10 0 16,-6-10 7-16,10 8 0 0,-5-7-5 0,-5-1-1 0,15 4 0 15,-15-4-4-15,16 0-3 0,-16 0-5 16,17-2-3-16,-7-1-2 0,-1-2-2 0,-9 5 1 16,15-9-6-16,-9 1 1 0,2-1-5 0,0 2-2 15,-3-3-3-15,4 1-4 0,-5 4-1 0,-4 5 2 16,7-9-4-16,-3 6-1 0,-4 3 2 0,0 0-8 16,0 0-8-16,5-12-2 0,-5 12 2 0,0 0 1 0,0 0-2 15,0 0 3-15,0 0-3 0,17 19 11 16,-14-14-6-16,2 2 2 0,-5-7 0 0,7 13 1 15,1-6 0-15,-2-3 1 0,-6-4 0 0,12 8 4 16,-6-4 3-16,-6-4 13 0,14 3 10 0,-5-3 11 16,-9 0 16-16,14 0 6 0,-14 0 0 0,13-5 2 15,-6-1 0-15,-1-2-2 0,1-1-4 0,-3 1-5 16,0-3-8-16,0 3 0 0,0-2-7 0,-1 0-9 0,-3-2-2 16,1 3-19-16,0-2-18 0,-1 3-16 15,0 8-12-15,0-14-25 0,0 14-23 0,0 0-36 16,-1-15-50-16,1 15-52 0,0 0-21 0,0 0-162 15,0 0-440-15,0 0 195 0</inkml:trace>
  <inkml:trace contextRef="#ctx0" brushRef="#br0" timeOffset="14946.33">20056 4601 201 0,'12'-4'208'0,"-5"-4"-8"15,4 1-8-15,4-3-5 0,-2 1-10 0,-3-1-13 16,4 1-13-16,-5-1-12 0,4-1-7 0,-2-3-10 15,0 3-11-15,-3 1-9 0,1 0-3 0,-4-1-9 16,1 3 0-16,-3-3-3 0,1 1-10 0,0 1-4 16,-3-1-6-16,-1 10-2 0,0-14-6 0,0 14-4 15,-6-12-7-15,6 12-6 0,-6-8-10 0,6 8 2 16,-11-3-9-16,11 3 0 0,-19 6 1 0,9 1 4 16,0 0 1-16,0 3 1 0,-1-1-4 0,1 4-1 15,2-2-2-15,2-3-6 0,1 8 0 0,2-4 1 16,2-2-2-16,1 1-9 0,3 0-19 0,2 0-19 15,0 1-27-15,1-2-25 0,4-1-35 0,2 2-38 16,3-2-47-16,-3-2-41 0,-2-1-167 0,0 1-441 16,0-1 195-16</inkml:trace>
  <inkml:trace contextRef="#ctx0" brushRef="#br0" timeOffset="15212.97">20294 4572 53 0,'5'-9'224'0,"3"1"-6"16,2-1-11-16,0 1 0 0,3-3-8 0,0 1-9 15,2-2-15-15,0 2-16 0,1 0-11 0,-1-2-8 16,0 2-9-16,2-3-17 0,0 1-6 0,-3 1-5 16,0-1 2-16,-2 1-7 0,0 0-6 0,-4 1 2 15,2 2-3-15,-5-1 3 0,-2 3-1 0,0 2 1 16,-3 4-4-16,0 0-11 0,2-17-12 0,-2 17-14 16,0 0-2-16,-18-4-9 0,18 4 3 0,-31 11-11 15,7 2-3-15,1 4-2 0,-1-1 2 0,7-3-4 16,-6 3-2-16,8 5-5 0,4-7 2 0,2 0-8 15,4 1-17-15,0-2-14 0,3-1-21 16,3 5-15-16,5-2-19 0,-1 0-28 0,3-4-38 16,1-1-32-16,5 0-41 0,0 1-36 0,1-2-16 15,2-2-152-15,-2-1-448 0,-3 0 198 0</inkml:trace>
  <inkml:trace contextRef="#ctx0" brushRef="#br0" timeOffset="15499.16">20645 4574 145 0,'0'0'218'0,"10"-8"-11"0,-10 8-15 0,0 0-14 16,0 0-10-16,0 0-18 0,0 0-10 0,6-3-4 16,-6 3-7-16,0 0 1 0,0 0-9 0,0 0-1 15,0 0 1-15,0 0 2 0,0 0 3 0,0 0 0 16,0 0-1-16,0 0 1 0,0 0 5 0,0 0-5 0,0 0-11 16,0 0-15-16,0 0-9 0,0 0-10 15,2-17-11-15,2 12-6 0,1-4-8 0,2-2-7 16,3 3-7-16,3-4-13 0,3-1-3 0,0 0-7 15,1 3-1-15,0-2-11 0,0 4-4 0,-1-1 1 16,1 4-4-16,1-1-3 0,-7 4-5 0,1 0 3 16,-12 2-1-16,23 6 0 0,-13-2-5 0,0 3 2 15,-2 2-1-15,0-1-14 0,-2 3-14 0,-1 0-13 16,-1 1-20-16,0 4-12 0,-3-1-37 0,-4 1-49 16,5-3-47-16,-4-1-61 0,2-12-175 0,-6 24-487 15,2-12 215-15</inkml:trace>
  <inkml:trace contextRef="#ctx0" brushRef="#br0" timeOffset="15895.46">21589 4419 45 0,'0'0'223'16,"0"0"-11"-16,0 0-5 0,0 0-5 0,0 0-18 16,-25 14-2-16,18-6-16 0,-5 4-5 0,2 1-7 15,1 2-16-15,0-3-11 0,1 3-8 0,5-3-7 16,-3 0-14-16,4 0-10 0,1 0-6 0,-1 4-8 16,4-5-10-16,3-1 0 0,0 1-1 0,4-2-1 15,0-1-14-15,5 1-5 0,4-4 1 0,-1 0 1 16,4-3 0-16,-1 1-3 0,1-2 3 0,-2-1 4 15,-1-3 8-15,-3-1 2 0,-1-1 3 16,-2-1-2-16,2-4-3 0,-4 2-10 0,-1-1 4 0,0-7-11 16,-1 3-2-16,-3-6-5 0,-1 2-6 0,-2 0-2 15,-3-1-2-15,-2 1-1 0,1-1-2 0,-2 4-9 16,-5-2-8-16,1 1-8 0,-2 6-11 0,-4-3-16 16,-3 3-18-16,0 3-16 0,-4 2-19 0,-1 4-21 15,-7 4-21-15,-2 3-29 0,3 2-40 0,3 2-39 16,8 0-224-16,0 0-496 0,4 2 220 0</inkml:trace>
  <inkml:trace contextRef="#ctx0" brushRef="#br0" timeOffset="16294.38">22033 4232 216 0,'4'-8'302'0,"-3"1"-12"0,2 1-7 15,-3 6-17-15,2-9-26 0,-2 9-21 0,0 0-28 16,0-10-24-16,0 10-19 0,0 0-10 0,0 0 8 16,0 32 1-16,-3-13-11 0,-1 9-7 0,-2 2-11 15,0-1-4-15,-1 1-10 0,-1 5-6 0,-2-3-6 16,2 1-8-16,-2-2-4 0,1 5-12 0,-1-4-1 16,-2 0-9-16,6-3-1 0,-3 1-11 0,1-3-2 15,3 1-18-15,-3-2-41 0,1-1-35 0,-2 0-35 16,0-1-35-16,5-6-35 0,-2 0-37 0,3-3-56 15,-2 2-39-15,2-5-200 0,1-1-529 0,2-1 234 16</inkml:trace>
  <inkml:trace contextRef="#ctx0" brushRef="#br0" timeOffset="16531.91">22259 4511 193 0,'4'-10'273'0,"0"1"-5"0,-3 2-11 15,2 1-21-15,0 1-17 0,-3 5-30 0,3-4-27 16,-3 4-16-16,0 0-1 0,0 0-1 0,0 30 0 16,-2-12 0-16,-2 7-8 0,1 0-9 0,-2 3-13 15,1-1-7-15,-1 0-10 0,-1-3-9 0,2-3-14 16,0 3-6-16,0-5-2 0,2 0-6 0,-1 1-19 16,-2-2-26-16,3-2-25 0,-1 0-23 0,1-4-33 15,0 0-27-15,1 0-42 0,-3-2-49 0,4-3-46 16,-2-2-45-16,-1 3-140 0,3-8-449 0,-8 8 199 15</inkml:trace>
  <inkml:trace contextRef="#ctx0" brushRef="#br0" timeOffset="16765.3">22346 4459 87 0,'11'-13'217'0,"-4"1"-3"16,2 3-10-16,0 3-15 0,-2 2-22 0,-2 0-19 15,1 3-14-15,-6 1-14 0,15 2-7 0,-7 5 10 16,2 1 2-16,0 1-12 0,-1 5-12 0,-2 0-7 16,-1 4-4-16,1-2-2 0,-5 1-4 0,1-5-7 15,-2 4-3-15,0-3-8 0,-2 3-4 0,0-5-10 16,-2 2-6-16,-1-3-22 0,-1 0-15 0,2-1-20 16,-3 0-31-16,0-1-37 0,-2 0-59 0,-3-3-54 15,2 0-202-15,-3-2-425 0,-2-3 188 0</inkml:trace>
  <inkml:trace contextRef="#ctx0" brushRef="#br0" timeOffset="17264.78">23645 4268 36 0,'-2'-5'236'15,"1"-3"-7"-15,1 8-15 0,-2-9-14 0,2 9-26 0,-4-7-22 16,4 7-16-16,0 0-17 0,0 0-9 15,0 0-8-15,-10 20-4 0,3-2-6 0,1 7 1 16,-3 5-3-16,1-1-3 0,-2 3-9 0,1-4-7 16,-1 1-1-16,3 3-2 0,1-4-10 0,1 0-7 15,0 0 3-15,1 1-9 0,0-4-5 0,2 0 1 16,-1-6-6-16,-1 0-2 0,3-2-20 0,0 1-20 16,-1-2-33-16,0 0-25 0,2-3-44 0,-3-3-41 15,1 0-36-15,-5 0-192 0,2-1-410 0,1-3 181 16</inkml:trace>
  <inkml:trace contextRef="#ctx0" brushRef="#br0" timeOffset="17427.74">23484 4505 58 0,'11'-3'136'16,"7"1"-7"-16,3 0-10 0,-1 2-27 0,8-2-15 15,0 1-42-15,0 1-46 0,-2 1-96 0,-4 1-113 16,-1 2 50-16</inkml:trace>
  <inkml:trace contextRef="#ctx0" brushRef="#br0" timeOffset="17980.27">23697 4756 125 0,'0'0'186'16,"0"0"-13"-16,21-9-14 0,-12 4-14 0,2-1-17 16,5-2-4-16,-5 1-8 0,3-2-5 0,1-2-9 15,-6 3 0-15,4-3-9 0,0-1-10 0,-3-1-4 16,-1 5-6-16,1-8-3 0,-2 1-4 0,-3-1-5 16,0-1-8-16,-2 5 2 0,-3 0-4 0,1 1 1 15,-1 0-10-15,-2-1-1 0,-2 3-6 0,1-1-1 16,-1 4 3-16,0 2-13 0,-1-2-3 0,5 6-4 15,-14-6-2-15,4 8-2 0,0-1-5 0,-3 3-2 16,1 3 0-16,-3 1 3 0,2 4 0 0,-2 0 1 16,4 3 0-16,3 1-2 0,-1-1 3 0,1-1-4 15,3-2 5-15,3 4-4 0,-1-3 3 0,3-1 0 16,1 0-5-16,2 0 0 0,2 0 5 0,1-1-3 16,3-1 1-16,2-1-1 0,-1-1-1 0,1 0 0 15,5-2 5-15,3-1-4 0,-1 0-1 0,0 0 3 16,-2-3 3-16,2-1-3 0,-4 1-4 0,3-4 2 15,-3 1-2-15,-3-2 2 0,2-2 0 0,0-1 1 16,-3 1 1-16,-2-3 3 0,1 0-5 0,-3-3-6 16,-1 0-1-16,-4-1 2 0,2-6-6 15,-2 1 5-15,-1 1-2 0,0-1 6 0,-1 1-5 0,1 1 0 16,0 3-3-16,0-5 5 0,1 7-5 0,1-1 1 16,-1-1-1-16,3 2 1 0,2 1-5 0,2 3 2 15,1 0 0-15,1 2-2 0,3 2 6 0,0 2-2 16,2 2-7-16,0 2 0 0,2 3-1 0,-7 0 4 15,0 1-3-15,0 2 1 0,-1 3 1 0,-2-1 2 16,0 5 3-16,-1-1-1 0,-1 0 2 0,-2 0 1 16,-1 0 2-16,-1-3-10 0,-2 2-16 0,1 1-24 15,-3-2-34-15,2-1-27 0,0-4-56 0,-1 2-39 16,0 2-145-16,-2-4-376 0,4-9 166 0</inkml:trace>
  <inkml:trace contextRef="#ctx0" brushRef="#br0" timeOffset="18696.64">24298 4614 60 0,'0'0'156'0,"5"-5"-4"0,-5 5 6 16,0 0 9-16,0 0-8 0,5 19-8 0,-5-10-3 16,1 1-4-16,-2 0-3 0,-1 2-15 0,3-3-11 15,-2 0-11-15,-2 0-10 0,0-1-9 0,3-8-5 16,0 13 3-16,0-13 8 0,-1 8 6 15,1-8 10-15,-1 6 13 0,1-6 10 0,0 0 11 0,0 0 6 16,0 0-22-16,-5 7-19 0,5-7-1 0,0 0-5 16,0 0-12-16,0 0-2 0,0 0-3 15,-3-33-9-15,3 33-10 0,4-20-11 0,2 5-6 0,1 0-6 16,3-1-8-16,3-5-7 0,1-1-5 0,3 0-6 16,0 1-6-16,4-1-7 0,1 5-4 0,-8 4-6 15,4 1-3-15,-9 5 10 0,3-1-20 0,0 4 8 16,-1 3-7-16,2 2 1 0,-13-1 5 15,22 5 7-15,-11 3-9 0,-2 2 7 0,-2 3-4 16,4 1 1-16,-3 0 4 0,-2 1-1 0,-2-1 7 0,-1 0 0 0,-1-4 3 0,2 2-1 0,-3 2 2 16,-1-4 1-16,3-1 0 0,-3-9 4 0,1 13-8 15,-1-13 9-15,1 10-4 0,-1-10 3 0,0 0 9 16,0 11-11-16,0-11 4 16,0 0 4-16,0 0 2 0,0 0-4 0,0 0 2 0,0 0-4 15,0 0-3 1,0 0-8-16,0 0 5 0,18-21-4 0,-11 10 4 15,0 1-8-15,6-3-4 0,2-1-7 0,0 2 2 16,0 5-3-16,0-2 2 0,-2 4-3 0,-2 2-3 16,1-1 6-16,1 4-5 0,-13 0 2 0,23 6 3 15,-11-3 1-15,-1 0 0 0,-2 5-5 0,0-3 5 16,-2 1 8-16,2 3-2 0,0-2 0 0,0 0 4 16,-1 2 0-16,7-1-1 0,-6-1 7 0,0-3-3 0,2-1 0 15,2 0 7-15,1-3-2 0,-1-2 2 0,0 1-1 16,1-2 2-16,0-3-4 0,-1 0 14 15,-2 0 17-15,-2-1-9 0,1-2 9 0,-2 0 0 16,3-5-4-16,-2 0-9 0,-3 3 3 0,-2-2 5 16,4-3-9-16,-6 6 5 0,4-2-11 0,-4 4-1 15,2-2 3-15,-2 4 2 0,0-1 2 0,-2 7 4 16,5-9-18-16,-5 9-8 0,0 0 3 0,0 0-2 0,0 0 3 16,0 0-2-16,0 0-4 0,0 0 11 15,0 0-5-15,-6 37 3 0,5-26 1 0,-1 2-10 16,2 2 7-16,-2 2 1 0,2-6-6 0,0 1-30 15,2-1-29-15,0 1-20 0,0-1-42 0,0-2-29 16,-1 1-33-16,1 0-41 0,-2-10-62 0,6 15-213 16,-6-15-543-16,0 9 240 0</inkml:trace>
  <inkml:trace contextRef="#ctx0" brushRef="#br0" timeOffset="18847.49">24895 4339 1602 0,'-2'-18'39'16,"-1"6"-12"-16,0 0-6 0,2 2-13 0,0 2-4 16,-1 2-25-16,2 6 2 0,0 0-12 0,0 0-10 15,0 0-9-15,0 0-27 0,24 15-42 0,-16-1-106 16,0 4-242-16,6 3 108 0</inkml:trace>
  <inkml:trace contextRef="#ctx0" brushRef="#br0" timeOffset="19096.38">25203 4681 49 0,'16'-12'265'0,"-16"12"-16"0,3-12-18 15,-3 12-16-15,4-15-3 0,0 7-17 0,2-1-20 16,0-2-12-16,-1-4-15 0,5 1-18 0,1-1-11 16,-1 1-8-16,5-1-17 0,-1 4-6 0,1-2-7 15,1 4-8-15,-3 1-8 0,-4 1-6 0,1 3-7 16,-2 3-7-16,-8 1-7 0,19 0-6 0,-19 0-3 15,15 5-5-15,-7 2 1 0,1 1-8 0,-3 2 3 16,0 0 5-16,-1 1-2 0,-1 3-5 0,-4-1-18 16,5-1-23-16,-3-1-15 0,-1 1-24 0,1-2-40 15,-2-10-57-15,6 20-52 0,-3-11-202 0,-3-9-447 16,6 15 198-16</inkml:trace>
  <inkml:trace contextRef="#ctx0" brushRef="#br0" timeOffset="19497.09">25745 4456 203 0,'-11'1'200'0,"-8"1"-1"16,-1 3-9-16,0 3-7 0,-5 3-4 0,1 2-16 16,3 2-13-16,5-2-4 0,0 0-17 0,2 1-7 15,4-1-17-15,1 2-7 0,3-1-10 0,1-3-8 16,3 0-9-16,0-1-1 0,4 2-9 0,2-2-1 15,1 0-10-15,7-1-6 0,-1-4-9 0,5 0-1 16,3-2-7-16,0 0 0 0,0-4-4 0,-5-3-1 16,3 2 3-16,-2-2-5 0,2-1-1 0,-6-1 9 15,5-1-2-15,0-1 2 0,-3-3 3 16,-4 2 0-16,0 2 1 0,-2-3 12 0,2-1-5 16,0-3-6-16,-2 5-1 0,-2-1-1 0,1 2 2 15,-4 2 3-15,0 0 0 0,-2 6-3 0,5-8-7 0,-5 8-9 16,5-6-3-16,-5 6-8 0,0 0 4 0,0 0 13 15,0 0-6-15,0 0 5 0,0 0-2 0,-6 33 2 16,4-24-6-16,-2 1-1 0,2 0-5 16,2 0 6-16,-2 1-5 0,4-3-7 0,2 5-13 15,-1-2-25-15,-1 0-28 0,7-3-32 0,-4 2-24 0,5-3-40 16,0-3-51-16,1-1-54 0,0 2-174 0,-2-3-472 16,-9-2 209-16</inkml:trace>
  <inkml:trace contextRef="#ctx0" brushRef="#br0" timeOffset="19715.32">26057 4325 1741 0,'8'-26'99'0,"-2"9"79"0,-4 1-24 0,0 6-1 0,0 0-32 16,0 3-19-16,-2 0-29 0,0 7-15 0,3-7-9 16,-3 7-5-16,0 0 29 0,0 0 9 0,0 0 6 15,6 34 11-15,-6-15 5 0,4 0-14 0,-4 7 6 16,0 2-8-16,0-1-2 0,3 4-4 15,-1-3-14-15,0 1-2 0,1-2-4 0,-1 1-36 16,0-2-26-16,1 0-42 0,-1-1-37 0,2 2-30 16,-6-7-34-16,2-1-45 0,-2 0-59 0,-2 0-51 15,-6 4-165-15,3-6-501 0,-4-3 221 0</inkml:trace>
  <inkml:trace contextRef="#ctx0" brushRef="#br0" timeOffset="27560.94">26331 4649 24 0,'6'-11'104'0,"-1"-2"-7"0,2 2 7 0,-4 1-11 16,-1-1 7-16,2 1-3 0,-2 0-10 0,-2 3 0 15,0 7 0-15,0-13-7 0,0 6-1 16,2 0-6-16,-2 7-8 0,0-12-2 0,0 12-4 0,0-8-2 16,0 8-2-16,0-9 0 0,0 9-2 0,0 0-4 15,0 0-4-15,-2-9-6 0,2 9-7 0,0 0-6 16,0 0-1-16,0 0-2 0,0 0-6 16,0 0 1-16,0 0-2 0,0 0-4 0,0 0 0 15,-18 5-3-15,18-5-1 0,-13 8 3 0,6-2-6 0,-3 1-1 16,2 0 3-16,3-3 7 0,-3 4-5 0,3-1-9 15,0-3 6-15,1 5-5 0,1-2 0 0,3-7 1 16,-2 10 2-16,2-10-4 0,3 13 6 16,5-7-5-16,-2 3 1 0,2 0 3 0,1-1-1 0,0 2-1 15,0-2 0-15,-2-1-2 0,1 1 0 0,2 0-1 16,-5 0 2-16,-1-4 1 0,2 2-3 0,-3-1-3 16,1-1 6-16,-2 1 7 0,-2-5-8 0,0 9 0 15,0-9-2-15,0 0 3 0,-9 11 1 16,5-7-2-16,-5-1 4 0,2 0-2 0,-4 0 4 0,0-3-4 15,-3 3-1-15,1-2-19 0,1 1-33 0,4-2-44 16,8 0-43-16,-18 1-148 0,8-1-307 0,2-1 137 16</inkml:trace>
  <inkml:trace contextRef="#ctx0" brushRef="#br0" timeOffset="28147.04">26886 4396 98 0,'10'-7'139'16,"5"-3"-14"-16,-2 0-3 0,1 0-1 0,-4 1-8 15,1 1 2-15,-1-1-9 0,-1 0-1 0,-1 1-7 16,-1 1 0-16,1 0-11 0,-4 3 0 16,0 1-5-16,-4 3-3 0,7-7-13 0,-7 7-5 15,4-3-10-15,-4 3-2 0,0 0-10 0,4-6-7 16,-4 6-1-16,0 0-4 0,0 0-7 0,0 0-2 16,0 0 5-16,-4 27-6 0,0-12-3 0,-1 3 3 15,-1 2-4-15,-1-3-1 0,2 7 1 0,1-5 1 16,-3 5-3-16,3-4-3 0,1 3 4 0,-1 2-1 15,4-4 3-15,-2-3-5 0,0-2 2 0,0 1-3 16,2 2 3-16,0-3 0 0,2 0-2 0,-2-4-3 0,2 3-4 16,-2-2 4-16,0-4-4 0,0-1 9 15,2 1-3-15,-2 0 4 0,0-3-5 0,0 2 1 16,0-8-3-16,2 11-2 0,-2-4 2 0,0-7 3 16,0 0-1-16,-2 10 1 0,-4-6 1 0,6-4 3 15,-14 4-7-15,3-4 4 0,1 1-4 0,-1-2 0 0,0 1-3 16,0-3 1-16,0 2 1 0,0-1 5 0,3-1-7 15,0 1-2-15,1 0 2 0,7 2 3 16,-11-5-2-16,11 5-1 0,-10-3-1 0,10 3 1 16,-8-4 0-16,8 4 0 0,0 0-4 0,-9-3-1 15,9 3 1-15,0 0-3 0,0 0 3 0,0 0-1 16,0 0-1-16,0 0 1 0,0 0 1 0,0 0-13 16,0 0-13-16,36 3-16 0,-19 0-17 0,4-2-25 15,10-1-23-15,1 2-33 0,1-2-35 0,1 1-107 16,1-2-307-16,-3 1 136 0</inkml:trace>
  <inkml:trace contextRef="#ctx0" brushRef="#br0" timeOffset="28561.99">27767 4479 93 0,'-10'-6'186'0,"1"2"-12"0,-2 1-15 0,-3 2-9 16,-3 1-6-16,-2 2-13 0,-12 6 1 16,4 1-11-16,-2 2-12 0,2 2-10 0,3 0-4 15,7-2-17-15,1-1-4 0,1 1-7 0,7 2-6 16,-2-1-7-16,6-1-7 0,-3 1 0 0,5-3-2 16,2 1-1-16,2 1-4 0,5-2-3 0,-1 1-5 15,4-3-4-15,-2 0-2 0,10-1 1 0,-5-1-2 16,-1-3-4-16,6 0 3 0,0-3 2 0,-4 1-6 15,4-3-4-15,-5 2-1 0,0-4-4 0,3-3 1 16,0 2-3-16,-3-7 1 0,0 4-3 0,-1-4 1 16,-1-2-5-16,0 3 4 0,-1-1-4 0,-1-3 2 15,-1 1 0-15,2 0-5 0,-6 6 1 0,1-2 2 16,-1 3 7-16,0 2 0 0,-2 1-4 0,-2 5-2 16,5-9-9-16,-5 9 2 0,0 0-2 0,0 0 3 15,0 0-4-15,0 0-2 0,-9 32 4 0,4-16 5 16,-3 1 6-16,-2 7-7 0,5-6-12 0,-1 7-22 15,0-6-16-15,2 0-26 0,1-1-50 0,1 0-44 0,2-1-175 16,-3-2-374-16,3-5 166 0</inkml:trace>
  <inkml:trace contextRef="#ctx0" brushRef="#br0" timeOffset="28912.08">27985 4593 68 0,'3'-5'142'0,"-3"5"-12"0,0 0-5 0,0 0-4 16,0 0 5-16,0 0-2 0,3 17-9 0,-3-17 1 15,0 13-11-15,0-13-11 0,0 13-9 0,-1-6-5 0,1-7-14 16,-2 13-2-16,1-7 1 0,1-6-13 0,0 0-8 16,-1 9 13-16,1-9 11 0,0 0 9 0,-4 5 6 15,4-5 12-15,0 0 2 0,0 0-10 16,0 0-5-16,0 0-12 0,0 0-8 0,0 0-6 15,0 0-8-15,13-24-6 0,-9 18 0 0,1-3-5 0,6-2-10 16,0-1-9-16,3 1-4 0,2-2 1 16,-1 2-4-16,3 0-3 0,1 1-4 0,-2 3 2 15,0 0-2-15,0 2-4 0,-4 3-1 0,0 1 2 16,0 1-7-16,-3 3-2 0,2 0 0 0,-1 2 3 16,-2 0-3-16,0 3-3 0,0 0 2 0,-2 1-15 15,3 4-19-15,-4 1-13 0,3 0-26 0,-5-3-35 16,0 0-42-16,1 1-29 0,0 0-164 0,-2-1-380 15,2-3 168-15</inkml:trace>
  <inkml:trace contextRef="#ctx0" brushRef="#br0" timeOffset="29334.87">28581 4553 203 0,'-7'-7'202'16,"0"-2"-25"-16,-4 2-5 0,2 1-18 0,-5 0-10 15,1 5-10-15,2 1-7 0,-5 1-10 0,1 2-7 16,-5 3-7-16,4 1-6 0,-2 1 1 0,2 1-5 16,3 1-3-16,0 2-14 0,3 0-11 0,4-1 0 15,0 1-6-15,1-2-5 0,3 2-4 0,0-3-5 16,5 2-5-16,2-2 1 0,0 0-8 0,3-1 0 16,2-1-2-16,1-1-3 0,4 0-3 0,-1-3 0 15,-1-1-3-15,6-2-1 0,-4-4-3 0,-1 1 1 16,-1-1-2-16,1 0-1 0,-1-6-2 0,1-4-4 15,-3 3-2-15,0-4 1 0,-1 1 5 0,-4-5-2 16,2 2-4-16,-3-7-1 0,1 0 1 0,2 0-5 16,-6-3 0-16,0 1 0 0,0-1-3 0,-2 8 0 15,2-8 2-15,-1 9 15 0,0 0 29 0,0 1 5 16,-1 6-2-16,0 1 4 0,0 2-14 0,0 8 5 16,-1-9-13-16,1 9-6 0,0 0-4 0,0 0-1 15,0 0-5-15,0 0-1 0,-8 20-1 0,2-3-1 16,1 2-3-16,-3 7 3 0,0 0-2 0,3 1-2 15,-4-2-1-15,3 3 1 0,2-1 1 0,1 3 1 16,0-5-10-16,2 0-16 0,-1 0-25 0,2-7-40 16,0 0-34-16,0-1-55 0,3-1-65 15,-3 0-227-15,1-6-500 0,-1-10 221 0</inkml:trace>
  <inkml:trace contextRef="#ctx0" brushRef="#br0" timeOffset="29714.05">29059 4400 141 0,'5'-4'206'0,"2"1"-12"0,1-1-11 0,-1 2-12 15,1 0-17-15,2-1-15 0,2 6-15 0,0-1-10 16,0 4-5-16,3 2-13 0,-2 3-11 0,-4-2-2 15,4 4-10-15,-4 3 2 0,-4 0 5 0,-1 0-10 16,-2-5 0-16,1 6 4 0,-6 0-4 0,0-6-5 16,-3 4 5-16,-3-2 1 0,-1 3 1 0,-5-2-6 15,1-2-4-15,-2-2-2 0,0-3-4 0,-2 1-1 16,0-2-5-16,7-2-1 0,-1 0-8 0,2 1-1 16,2-2-5-16,0-1 0 0,2 0-2 0,6-2-3 15,-11 4-2-15,11-4-4 0,-8 3-4 0,8-3-3 16,0 0 1-16,-5 3-7 0,5-3-2 0,0 0-1 15,0 0-2-15,0 0 0 0,0 0-3 0,16 16-17 16,2-10-14-16,1 1-31 0,8 0-26 0,4 0-26 16,0 0-25-16,3 2-38 0,1-3-30 0,-1-2-8 15,-1 1-8-15,1 0-132 0,-4-2-380 0,-3-1 168 16</inkml:trace>
  <inkml:trace contextRef="#ctx0" brushRef="#br0" timeOffset="29853.41">29440 4753 1039 0,'13'0'-60'0,"1"-3"42"0,-2 1 49 0,-5 0 36 0,2 2 50 15,-9 0 30-15,10-4 29 0,-10 4 6 0,8-6 16 16,-8 6 14-16,8-3 8 0,-8 3 4 0,5-8 1 15,-5 8-7-15,4-6-6 0,-4 6-21 0,0 0-19 16,5-5-9-16,-5 5-26 0,0 0-12 0,0 0-21 16,0 0-36-16,5-3-48 0,-5 3-54 0,0 0-57 15,0 0-63-15,0 0-59 0,8-2-62 0,-8 2-293 16,0 0-614-16,0 0 272 0</inkml:trace>
  <inkml:trace contextRef="#ctx0" brushRef="#br0" timeOffset="38978.67">5872 5228 189 0,'-4'-7'219'0,"-2"0"-13"0,3-1 9 16,-1 3-7-16,4 5-15 0,-7-14-16 15,3 9-4-15,-1 0-2 0,5 5-24 0,-5-11-9 16,1 8-10-16,4 3-16 0,-4-6-12 0,4 6-12 0,0 0-12 16,0 0-10-16,0 0 5 0,-8 12 8 0,7-1 0 15,-4 8-10-15,-3 6 2 0,-2 5-5 16,4 1-6-16,-3 1-5 0,-1-1-5 0,2 2-4 15,0-6-3-15,-2 2-5 0,5-2-4 0,0 1 0 16,0-2-7-16,-1-9-4 0,5 1-18 0,1 0-14 16,-3-1-20-16,3-3-32 0,-1-2-18 0,-1-1-15 15,-1 0-45-15,1-2-50 0,2-4-38 0,0-5-25 16,-2 11-145-16,2-11-428 0,-5 6 189 0</inkml:trace>
  <inkml:trace contextRef="#ctx0" brushRef="#br0" timeOffset="39333.92">5750 5436 2 0,'11'-5'142'0,"0"-2"-16"16,1 2-8-16,4-3-12 0,1 2-10 0,0-3-10 16,3 2-7-16,0 2-10 0,0-2-3 0,5-1-4 0,2 0-8 15,-8 2 0-15,-1 1-5 0,1 1-8 16,-3-2-9-16,0 0-2 0,-5 3-4 0,2-3 0 15,-4 2 7-15,2-3-7 0,-2-3-9 0,-2-1 3 16,1 1-5-16,-3-2 3 0,-1 1 5 0,2 1 2 16,-3-2 12-16,-2-1 6 0,0-3 4 0,1 4 8 15,-2 4 15-15,0-1 8 0,0 9 0 0,0-12 0 16,0 12-3-16,-2-9-11 0,2 9-10 0,0 0-10 16,0-9-5-16,0 9-1 0,0 0-6 0,0 0 7 15,-7 28 5-15,-1-13-1 0,0 10-2 0,1-1-4 16,-2 4-3-16,2-3-3 0,1 1-3 0,0 3-2 0,-1 0-5 15,1-3 2-15,2 0-19 0,0-2-13 0,0 1-22 16,2-6-28-16,1-2-34 0,-2 4-34 16,3-4-30-16,-1 0-31 0,-1 0-142 0,0-3-358 15,0-2 158-15</inkml:trace>
  <inkml:trace contextRef="#ctx0" brushRef="#br0" timeOffset="40051.51">6117 5615 123 0,'8'-5'143'0,"2"-1"-6"16,-2 1-6-16,3-2-2 0,0 0-4 16,3-4-9-16,-2 1-10 0,0-1-7 0,-2 1 0 15,3 0-7-15,0-2-2 0,-3 0-4 0,0-1-2 0,-1 3 0 16,0-4 0 0,-3 3 1-16,0-1 0 0,-3 0-4 0,0 0-7 15,-3 1-10-15,1 3 6 0,-2-3-5 0,0 2-2 16,-1 0-3-16,-1 2 0 0,3 7-9 0,-8-9-7 15,3 4-8-15,5 5-2 0,-18-1-5 0,8 5 2 0,-6 6 1 16,2 0-1-16,-1 4-4 0,2 2-1 16,-3 6-5-16,4-6 3 0,3 3 2 0,-1 4-3 15,4-6-1-15,2 0-2 0,0 0-1 0,3 0-2 0,3 1-1 0,1-1-3 16,3-3 1-16,2-2-4 0,3 1-1 0,2-1 3 16,1-2 6-16,0-2-3 0,4 1 0 15,-1-5-8-15,2 0 2 0,1-1-3 0,1-3-1 0,-1 1-1 16,0-4 3-16,0 0-5 0,-2-3-2 0,1 1-2 15,-9-1-8-15,2 0 3 0,-2-2-10 0,-1-1 4 16,-2 1-5-16,0-3-1 0,-2-1 5 0,0-4-1 0,-4 4-1 16,0-4 3-16,-1 0 0 0,-2-1 3 0,-3 2-3 15,2-1 5-15,1 4-5 0,-1 1 5 0,2 1-2 0,-2 1 1 16,3 9-4-16,0-12-7 0,0 12 1 16,3-12 3-16,1 6 0 0,-4 6 0 0,11-4-1 0,-4 3 4 15,3 1 3-15,1 1-4 0,2 2 3 0,-4 0 2 16,5 2-2-1,-4 1 0-15,2 2 2 0,-2 1 9 0,0 4-7 16,-2-3 2-16,0 1-1 0,-2 2 2 0,0 4-2 16,0-1 6-16,-5 1 4 0,1-1 6 0,-2-1-1 15,0-3 1-15,2 0-1 0,-4-1 0 0,2 0-4 16,2-2 3-16,-1 1 1 0,3-1 0 0,0 1-1 16,2-3 1-16,0 1-1 0,3-2 0 0,3-3 0 15,5 1 3-15,0-1-4 0,0-3-4 0,3 0 5 0,-1-3-1 0,2-1-2 16,-1-1 1-16,9-4 2 0,-4-1-4 0,-7 0 1 15,5-1 1-15,-5-1-5 0,-3-1 5 0,1-2-1 16,-4 1-1-16,-3-2 0 0,0-1 0 0,-4-1 6 16,-1 1-7-16,-2 2 4 0,-2-2 4 0,-4 5-2 15,1-2 5-15,-2 4-1 0,-1 1-1 0,-1 1-2 16,0 3-6-16,-2 5 2 16,-3 2-2-16,-1 0-3 0,-3 5 5 15,-1 4-4-15,1 2 2 0,-4 4-1 0,2 2 2 16,7-3-2-16,1 0-1 0,5 0-8 0,-1 1-19 15,6-1-21-15,4 0-29 0,3-3-43 0,5 3-54 16,5-5-43-16,1 0-175 0,10 3-422 0,4-4 187 0</inkml:trace>
  <inkml:trace contextRef="#ctx0" brushRef="#br0" timeOffset="40498.3">7324 5434 3 0,'7'-10'205'0,"1"5"-19"0,-3 1-19 16,7-2-13-16,1 2-16 0,-1-2-14 0,-2 0-12 15,3 2-7-15,0 1-9 0,-3 0-8 0,2 1-8 16,-1-2-4-1,0 1-12-15,0 1-7 0,-3 0-2 0,-1-2-6 0,-7 4-6 16,13 0-1-16,-13 0-6 0,8-2-4 16,-8 2 6-16,0 0 13 0,7 5 12 0,-7-5 15 0,-1 10 1 0,1-10 4 15,-10 26 1-15,-1-3-3 0,-6 0 3 0,-1 3-7 16,-1 1-2-16,-6 1-6 0,0-1-5 0,-1 0-8 16,0-2-19-16,1-2-5 0,2-1-2 0,0 0 2 15,2-5-7-15,8-5 2 0,0-1-2 0,4-4-3 0,1 2-5 16,3-2 1-1,1-3-6-15,-2 0 0 0,2 0-1 16,4-4 0-16,-2 8 2 0,2-8-5 0,5 9 9 16,-5-9-8-16,18 7 2 0,-2-6-3 0,3 0-5 15,8-2-6-15,3-2-13 0,2 2-15 0,-3 0-23 16,2-2-28-16,-1 0-30 0,2 2-34 0,-4-2-43 16,0-1-37-16,-8 1-177 0,-1 2-436 0,-6-1 193 15</inkml:trace>
  <inkml:trace contextRef="#ctx0" brushRef="#br0" timeOffset="40761.25">7693 5669 9 0,'8'-2'185'15,"0"0"2"-15,2 1-3 0,-3-2-10 0,4 5-12 16,-1-1 0-16,0 2 0 0,-4 0-10 0,3 3-6 16,1 1-5-16,-3 1-7 0,-2 2-8 0,-1 0-3 0,-4 3 3 15,1 1-3-15,-3 3-11 0,-4-2-5 16,0 0-9-16,-4-1-11 0,0 2-3 0,-2-2-2 15,2-1-14-15,-3-1-4 0,5 0-4 0,-3-4-5 16,5-1-2-16,-1 0-15 0,2-2 1 0,1-2-2 16,0 3-6-16,4-6-3 0,-7 5 0 0,7-5-10 0,-4 4-4 15,4-4-20-15,0 0 0 0,0 0-18 16,0 0-14-16,19 4-37 0,-2-5-33 0,4-1-24 16,11-3-52-16,3 0-32 0,1-1-40 0,3-1-137 15,-3 3-425-15,15-5 188 0</inkml:trace>
  <inkml:trace contextRef="#ctx0" brushRef="#br0" timeOffset="41160.93">8779 5538 12 0,'-1'-11'275'0,"-5"2"-18"0,-1 2-13 0,-2 1-3 0,-1 2-5 15,-3 0-6-15,-3 2-11 0,-5 2-5 0,2 2-13 16,-3 3-6-16,-6 8-13 0,3 1-10 15,2 2-18-15,-2 2-26 0,5 0-3 0,2 0-11 16,4-3-11-16,4-1-8 0,1 0-12 0,4-3-4 16,1 1-12-16,4 0-8 0,0-1-3 0,1 0-12 0,2-2-1 15,-1 0 1-15,6-1-13 0,-4-2-9 16,4 0 9-16,-3-1-21 0,6-1-3 0,1 0 0 16,-1-1-1-16,3-3-4 0,0-2-3 0,0 0-3 15,3-4 2-15,-2 0 0 0,1-2 2 0,0-1 8 16,-4-3-8-16,2 0-3 0,-4-1-3 0,0-1 12 0,0-2-2 15,-2 0-7-15,0 0 12 0,0 1-11 0,-1 0 0 16,-2 3-4-16,0 3 14 0,-1 0 4 16,0 5-4-16,-3-1 0 0,-1 5-4 0,4-9-5 15,-4 9-3-15,0 0 0 0,0 0-2 0,0 0 3 16,0 0-2-16,8 25 4 0,-8-10 2 0,1 4 1 0,-2-2-8 16,1 1-24-16,0 0-15 0,1 0-28 0,-1-2-34 15,1 2-28-15,-1-1-32 0,2-2-53 0,-1-4-38 16,1 0-236-16,0-2-535 0,0 0 236 15</inkml:trace>
  <inkml:trace contextRef="#ctx0" brushRef="#br0" timeOffset="41489.89">8931 5650 29 0,'3'-4'182'15,"-3"4"-8"-15,4-9-10 0,-4 9-14 0,0 0-18 16,6-3 10-16,-6 3 8 0,0 0-2 0,0 0-8 15,7 13-2-15,-7-13-4 0,0 10-13 0,1-2-1 16,-1-8-9-16,1 11-7 0,0-6-10 0,-1-5-8 16,0 8-8-16,0-8 0 0,0 0 1 0,2 11 9 15,-2-11 1-15,0 0 12 0,0 0 3 0,0 0 10 16,0 0-2-16,0 0 0 0,0 0-14 0,0 0-10 16,0 0-6-16,0 0-11 0,14-23-7 0,-9 13-9 15,2 0-8-15,1 0 2 0,3-3-18 0,1 0-13 0,2-2-5 0,2 1-7 0,0 1 0 16,5-3-3-1,-6 6 2-15,3 2-7 0,-5 3-2 0,-2 3 3 16,3 2-6-16,-2 0 1 0,-2 0 0 0,2 4-2 16,0 3 3-16,-4 0-3 0,0 3 7 0,-1-1-12 0,1 3-19 15,0 1-7-15,-3-1-33 0,0 0-22 0,-1 5-24 16,0-7-22-16,2 6-41 0,0-7-42 0,1-1-44 16,0 1-181-16,0 1-484 0,3-3 214 0</inkml:trace>
  <inkml:trace contextRef="#ctx0" brushRef="#br0" timeOffset="41890.43">9531 5591 161 0,'-5'-12'230'0,"-2"4"-5"0,-2 1-2 0,-1 0-11 0,1 1-8 16,-1 1-12-16,-3 2-18 0,2 2-13 0,-3 2-9 0,0 3-8 16,-1 3-10-16,-1 3-9 0,1 1-4 0,-1 0-8 15,1 2-8-15,2 2-13 0,2-2-8 16,4-3-5-16,0 1-10 0,2 4-6 0,1-4-9 0,2 1 0 15,2 0-9 1,2-4-1-16,3 1-9 0,2 1-16 0,2-3-6 0,0-2-13 0,5 0-12 0,-2-2-9 0,1-3-4 16,2-1-4-16,2-2 1 0,-1-2 3 0,0-4 5 15,-1 0 0 1,-5-3 1-16,0 2 3 0,1-4 4 0,-4-1-1 16,-2-2 9-16,2-2-6 0,-1 0 7 0,-2-5 10 15,-3-3-5-15,4 3-1 0,-5-3-1 0,4-1 6 16,-4 2 7-16,0-2 4 0,3 1 6 0,-3 9 14 15,1 1 11-15,-1 1 13 0,1 6 15 0,1 1-4 0,-1 2-12 16,-1 7-6-16,0-10-10 0,0 10-8 0,0 0-1 16,0 0-4-16,0 0-4 0,-4 36 0 0,-1-13-1 15,0 5-4-15,-6 0-1 0,4 3-1 0,3 0 0 16,-2-1 4-16,-2 2-8 0,7 1-12 0,-2-2-29 16,4-1-40-16,-1-1-40 0,2-2-47 0,0-1-49 15,3-2-75-15,-5-4-237 0,4-1-556 0,-4-3 246 0</inkml:trace>
  <inkml:trace contextRef="#ctx0" brushRef="#br0" timeOffset="42461.94">10235 5283 53 0,'4'-5'287'0,"2"0"-23"15,-2 1-29-15,-4 4-28 0,4-5-24 0,-4 5-20 16,0 0-19 0,0 0-5-16,6 19 19 0,-12 8 12 0,2 3-6 15,-2 3-9-15,-2 13-15 0,-2 1-10 0,-1-2-6 0,4-13-16 16,-2 2-3-16,1-1-6 0,1-1-10 16,-1-4-6-16,3-2-7 0,-2-2-10 0,2-3-6 15,4-6-4-15,-2-1-4 0,3-4-1 0,-1 1-11 16,0-3 0-16,0-3 1 0,1-5-8 0,0 9 7 0,0-9 10 15,-4 6 16-15,4-6-4 0,0 0 0 0,0 0-16 0,0 0 0 16,0 0 6-16,9-23-13 16,-5 12 0-16,5-4-8 0,0-4-5 0,5-4-3 0,0 0-6 0,2-1-1 0,0 2-1 15,3 1-15-15,0 1-2 0,1 4 2 0,-3 3-7 16,-2 3-1-16,2 5 2 0,-5 0-3 0,1 4-5 16,0 2 8-16,1 1-3 0,-2 3 10 0,-1 1-17 15,5 7 8 1,-7-6-3-16,3 5 4 0,-1 3 3 0,-1-1 3 15,-1-1 3-15,-3-2-4 0,3 6 4 0,-1-2-6 0,-3-4-26 16,1 1-31-16,-1 0-28 0,1-1-37 0,-4-1-34 16,-1 1-41-16,3-3-57 0,0-2-47 15,-1 0-196-15,-3-6-543 0,8 6 240 0</inkml:trace>
  <inkml:trace contextRef="#ctx0" brushRef="#br0" timeOffset="42629.39">10757 5621 100 0,'3'-4'246'0,"-3"4"-15"16,7-8-20-16,-7 8-20 0,3-5-21 0,-3 5-19 16,0 0-4-16,0 0-7 0,0 0-6 15,0 0-5-15,3 23-12 0,-4-12-8 0,1 4-13 0,-2 2-9 16,1-1-6-16,0 0-5 0,0 0-21 16,-3 0-40-16,0 0-49 0,2-2-59 0,-1 0-62 15,0-3-213-15,0 1-397 0,-1-3 175 0</inkml:trace>
  <inkml:trace contextRef="#ctx0" brushRef="#br0" timeOffset="42803.57">10806 5469 1965 0,'2'-24'39'0,"-1"7"31"15,1 6-22-15,0 0-20 0,-1 4-17 0,-2-1-22 16,3 3-16-16,-2 5 4 0,0 0-3 0,0 0-20 15,0 0-30-15,9 19-36 0,-3-3-43 16,1 8-127-16,-2-5-304 0,0 6 136 0</inkml:trace>
  <inkml:trace contextRef="#ctx0" brushRef="#br0" timeOffset="43077.55">11015 5757 125 0,'0'0'227'0,"12"-1"-5"16,-4-2-2-16,1 1 2 0,-3-2 3 0,3 2-5 0,2-4-21 15,0 1-13-15,3-4-22 0,-2 3-13 0,2-3-12 16,-7 1-11-16,7-2-8 0,-2 2-5 0,1-4-8 16,-6 3-8-16,5-6-10 0,-4 1-1 15,-1 5-15-15,-2-2-8 0,-1 1 0 0,-3 1-1 16,1 2 1-16,-2-3-5 0,0 10-9 0,-7-11-7 0,2 5-4 16,-4 4-9-16,0 2-7 0,-4 1-1 0,-6 6-3 15,0 1 0-15,-5 5-4 0,0 1 1 0,2 3-1 16,0 0-3-16,4 0 2 0,7-1-1 0,-8 1-1 15,10-2-3-15,7 1 0 0,-1 1 1 0,3-6-14 16,5 5-28-16,2-2-27 0,6-2-42 0,5 0-47 16,7-1-66-16,5-2-59 0,-1 1-229 0,1-2-542 15,1-4 240-15</inkml:trace>
  <inkml:trace contextRef="#ctx0" brushRef="#br0" timeOffset="44141.03">12050 5521 39 0,'0'0'228'0,"0"-11"0"0,0 11 3 0,-8-11-23 16,-1 7-6-16,-1 0-8 0,-3 2-9 0,2 2-6 16,-11 2-9-16,-4 6-5 0,0 1-10 0,1 2-8 15,0 5-6-15,3 1-5 0,-5 1 1 0,7 3-15 16,0-1-5-16,1-2-16 0,9-2-13 0,0-1-5 16,5-1-6-16,1 3-3 0,0-6-15 0,4 1 12 0,4-1-18 0,-1 2-4 0,0-4-8 0,6 0-5 15,1 1 0-15,1-4-5 0,1-1-11 16,5 1-8-16,0-2-7 0,-1-2-14 0,4-2 5 15,-1 0-6-15,-8-3 3 0,2-1 1 0,6-1 3 16,-6-4-1-16,4 1 0 0,-5-1-1 0,0 2 2 0,-1-3 5 16,-2-2-2-16,3-1-4 0,-2-3 3 0,1 2 0 15,-3-1 1-15,0-2 0 0,-3 6-5 0,1-4 6 16,2 3-5 0,-6 2 4-16,2 0 3 0,-1 0 2 0,1 6 2 15,-4-2 3-15,0 6-4 0,5-9-1 0,-5 9-10 0,0 0 6 16,0 0-9-16,0 0-1 0,0 0 3 15,0 0 5-15,-3 28 4 0,-1-14-1 0,1 2 2 16,-3-2-1-16,6 4 3 0,-2-3 8 0,-2 1-3 16,3 1 0-16,1-6 1 0,1 1-4 0,3 1-1 0,-2-2 0 15,2 0 7-15,3-1-3 16,-2-1 0-16,6 1 2 0,0-3-3 0,4 0-2 16,-5-2 3-16,7 0 3 0,2 0-2 0,1-3-6 0,-4-2-1 15,4 0-8-15,-4-3 2 0,-1 0-5 0,3-2 1 16,-2-1-7-16,-7-1 0 0,7-3-6 0,-5 2 3 15,-1-5-3-15,1-1-14 0,-1-2 1 0,-3 0 3 16,0-3 0-16,-2 1-3 0,-1-7 0 0,-2 6-1 16,-2-1 3-16,-2 2 1 0,-3 0 4 15,0 1 0-15,-1 1 0 0,-1 5 3 0,-2 1 3 16,0 2 3-16,0 2-4 0,-1 1 0 0,0 2 0 0,-1 3 2 16,4 0 2-16,-5 2 0 0,2-1 0 0,3 2 3 15,0-1 1-15,0 3 1 0,7-5-1 0,-7 8 6 16,6-3 2-16,1-5-2 0,1 12 8 0,4-6 9 15,5 0 1-15,2-1 2 0,7 1 1 0,0 0 1 0,9-1-4 0,3-2 3 16,-13-2-1-16,10-1-2 0,-4 1-2 0,2-3 1 16,-5 3-2-16,-2-2 3 0,0 0-6 0,-5 0 2 15,-3 0-1-15,-3 0-2 0,-8 1-1 16,17 1-2-16,-13-2-4 0,-4 1 0 0,9 2-2 0,-2 0 1 16,-5 4 1-16,-1 2 9 0,1 3 13 0,-4 1 0 15,1 3 2 1,-1 3 12-16,-5-2-1 0,2 0-1 0,1 0-4 15,2-3 0-15,2 1-8 0,0 0 2 0,0-4-3 16,2 3 0-16,-2-2-6 0,6-1 2 0,-1 1 6 16,5-3-3-16,1-2-3 0,7 2 1 0,-1-3-5 0,11 0 8 15,3-4 5-15,-2-1-12 0,3-1 0 16,-1-3 1-16,0 0-3 0,-4-5-1 0,0 2 5 16,-1-3 1-16,-7 1 1 0,-3-1-10 0,7-5-2 0,-10 2 1 0,-2-4-2 15,1 2-5-15,-4-2 0 0,-3 0-4 0,-1-3 2 16,-2 4-2-16,-2-1 9 0,0 0-14 0,-2 6-2 15,-2-1 7-15,-1 3-7 0,-3 1 2 0,1 1-5 16,-5 4 1-16,-5 3 4 0,-2 5-2 0,-7 3 4 16,0 4 2-16,2 2 6 0,0 1 2 0,3 0-1 15,8-2-2-15,-1 0-4 0,5 1 6 0,5 2-2 0,0-5-33 0,4 5-21 16,4 0-34-16,5-2-54 0,5-1-57 0,12 3-52 16,3-3-31-16,10-1-207 0,14 0-530 0,6-1 235 15</inkml:trace>
  <inkml:trace contextRef="#ctx0" brushRef="#br0" timeOffset="44511.91">13643 5595 220 0,'-2'-10'321'0,"0"1"-16"15,-3 0-11 1,3 2-5-16,2-2-3 0,-2 3-11 15,2 6-8-15,-3-11-24 0,3 11-21 0,0 0-9 16,0-10-44-16,0 10-28 0,0 0-12 0,0 0-16 16,0 0-5-16,0 0-18 0,0 0-3 0,-7 39-9 0,5-19-3 15,0 7-13-15,-2-1-7 0,1 1 8 16,1-2-14-16,-4 0-9 0,6-1-28 0,-6-4-26 16,6 0-29-16,-4-2-40 0,2 0-44 0,0 0-39 15,0-3-51-15,1-4-69 0,-1 2-259 0,0-4-591 0,0-1 261 16</inkml:trace>
  <inkml:trace contextRef="#ctx0" brushRef="#br0" timeOffset="44914.92">13877 5804 59 0,'4'-8'265'0,"-4"1"-2"0,0 7-4 0,3-16-7 15,-1 6-20-15,0-3-7 0,2-3-25 16,-1 0-13-16,3 1-16 0,2 0-16 0,0 0-13 0,1-1-16 16,5 2-13-16,-3 2-13 0,2 0-11 15,1 3-11-15,-3 3-9 0,2 2-11 0,-1 2-7 0,-1 2-7 16,2 1-6-16,-4 5-1 0,2 1-6 0,1 6-3 16,-3 2 2-16,-1 1-18 0,2 2-19 15,-5-1-26-15,-1 1-19 0,0 1-21 0,1 0-30 16,-3 1-37-16,5-2-49 0,-2-1-52 0,-1 0-172 0,2-2-448 15,1-6 199-15</inkml:trace>
  <inkml:trace contextRef="#ctx0" brushRef="#br0" timeOffset="45180.47">14762 5470 194 0,'2'-15'279'0,"-1"2"8"0,3 2 0 0,-4 5-4 16,0 0-25-16,0 6-14 0,2-9-37 0,-2 9-25 16,0 0-14-16,0 0-21 0,0 0-15 0,0 0 1 0,2 29 0 15,-2-5 1-15,-2 5 6 0,0-2-13 0,-2 5-9 16,1 0 2-16,-2 2-9 0,0-1-14 0,2 0-7 16,-2-1-10-16,1 0-7 0,-4 0-3 15,3-2-11-15,-3-1-1 0,3-1-8 0,-1-2-21 0,3-7-40 16,1 4-26-16,0-6-38 0,0 1-36 0,-1-1-36 15,1-4-43-15,-3-2-46 0,2 0-45 0,0 0-253 16,-3-2-578-16,1-4 256 0</inkml:trace>
  <inkml:trace contextRef="#ctx0" brushRef="#br0" timeOffset="45395.38">14732 5607 107 0,'11'-7'187'0,"0"0"-5"0,-1 2-5 0,3 4-12 16,-4 2-8-16,2 3-11 0,1 0-12 0,1 4-10 16,-1 2-8-16,1 1-6 0,-4 0-8 0,0 3-10 15,-3-3-5-15,-3 1-8 0,1 1-6 0,-3-1-1 16,-1-1-9-16,-3 2 0 0,-1 2-7 0,-3-1-3 16,-2-1-2-16,-1 0-15 0,-3-1-27 0,-1-2-42 15,0-1-54-15,2-2-70 0,1-1-204 0,-2-2-391 16,1-1 173-16</inkml:trace>
  <inkml:trace contextRef="#ctx0" brushRef="#br0" timeOffset="46113.2">15197 5637 6 0,'-1'-6'285'0,"1"6"-7"0,-6-12-11 16,2 7-13-16,4 5-15 0,-8-3-23 0,8 3-18 15,-17 4-17-15,6 4-12 0,-3 1-16 0,-1 5-12 16,-2-1-4-16,3 1-21 0,0 2-9 0,2-2-11 16,1 0-12-16,0 0-7 0,7-3-10 0,0 0-2 15,-1 2-6-15,5-2-8 0,0-2-5 0,2 1-2 16,1-4-13-16,-1 1-11 0,1-1-5 0,0 0-8 16,4-3-5-16,0 0-4 0,4-3 1 0,-2 0 0 15,1 0-1-15,-2-3 4 0,3 0-2 0,2 0 2 16,-3-4-1-16,5-2-3 0,-5 2 1 0,-4-3 2 15,7 0-2-15,-7-1 1 0,4-2 5 0,-2 0-2 16,-2 0-3-16,1-1 1 0,-3 3-4 0,1 0 4 16,-3 3 2-16,0 0 1 0,0 4 1 0,-2 4-2 15,8-9-3-15,-8 9-6 0,0 0 2 0,0 0 2 16,0 0-3-16,0 0 0 0,0 0 2 0,0 0-1 16,-8 29 2-16,7-17 0 0,1-2 1 0,-1 0 0 15,2 3 5-15,0-2 2 0,2 1 5 0,0-1-3 16,1 0 1-16,0 1 5 0,4-2 0 0,1-2-1 15,-1 1 1-15,3-3-4 0,-1 1 6 0,2-3-5 16,2-1 1-16,2 0-1 0,2-1 2 0,-5-2 0 16,0 0 1-16,1-1 0 0,-3-3-6 0,0 1 2 15,-1-3-3-15,0 0-2 0,-1-2-4 0,-1-1 3 16,2-5 0-16,-5 4-4 0,0-6-3 0,-2 3-1 16,-1-2-4-16,0-3-3 0,-2-1 1 0,-6 2-10 15,3 0 1-15,-4 0 3 0,-4 1 0 0,-1 1 1 0,6 6 0 16,-3 1 0-16,-1-2 2 0,-1 3 0 15,0 1-1-15,-1 2 2 0,2 0-1 0,2 2-1 0,0 1 1 16,8 1 1-16,-16-2 0 0,11 0 0 16,5 2 2-16,0 0-1 0,-11 4 3 0,11-4 10 0,0 0-2 15,0 0-2-15,0 0 2 0,27 8-1 0,-7-7 4 16,0 1-3-16,10-2 6 0,0 2 0 16,0-2-23-16,0-2 6 0,0 1 6 0,-2 1 9 0,-9 0-6 0,-1-1 3 15,-1 2 3-15,-5 0-1 0,1-1-3 0,-3 3 0 0,-2 0 0 16,0 0-3-16,-2 1 1 0,-1 0 3 0,-2 5-3 15,2 1 15-15,-4 0 7 0,1 3 6 0,-2 2 2 16,-2 1 0-16,0-1-2 0,-2 1-5 0,0 1 1 16,-1-2-2-16,2 0 2 0,1-2-19 0,-5 2-36 15,6-3-42 1,-1 0-37-16,0 0-40 0,5-2-58 0,-1 1-65 16,2-1-173-16,0-3-486 0,4 0 215 0</inkml:trace>
  <inkml:trace contextRef="#ctx0" brushRef="#br0" timeOffset="47177.58">16114 5688 10 0,'-3'-9'241'0,"-2"2"-8"16,-2 2-8-16,-3 1-14 0,-1 2-4 0,-7 4-7 16,0 5-2-16,-2 0-2 0,-5 5-7 0,1 2-15 0,5-3-10 15,1 0-17-15,4 1-14 0,1 0-17 16,0 0 3-16,4 0-26 0,3-3-5 0,3 2-6 15,0-2-9-15,0 2-10 0,4-3 1 0,4 2-8 0,-1-4-7 16,1-1-6-16,3 2-4 0,5-2-5 0,-3 0-3 0,2-3-6 16,2 0-4-16,0-1-4 0,0-1-5 0,-2-4 0 15,0 3-2-15,2-4-2 0,-4 0-1 0,2-1 2 32,-2 0-3-32,-1-2 2 0,5-3-3 0,-9 2 0 0,2-1-1 0,-2-2-1 0,0 2 4 0,2-4-4 15,-3 1-3-15,1-3 3 16,-1 4-3-16,-3 0 3 0,1 2 0 0,0 1 0 15,1 4 2-15,-3 5 9 0,0-9-16 16,0 9 1-16,0 0-3 0,0 0 0 0,0 0-2 16,0 0 2-16,0 0 0 0,-4 26-3 15,3-15 1-15,-2 4 5 0,-1 2 0 0,2 0-2 0,0 0 4 16,2-1-1-16,2 1 2 0,-1-7-6 0,4 5 3 16,-2-2 1-16,3-3 6 0,4 0 9 0,1 0-7 15,3-2 5-15,2 0-7 0,-4-3 3 16,9-2 1-16,1-1-6 0,6-3 0 0,-7 0 6 15,-1-2-5-15,-1-3-2 0,-3 1 3 0,3-3-1 0,-4-1-2 16,-1-2 1-16,0-2-2 0,-1 0 1 0,-4-5-1 16,0 1 2-16,0-7-3 0,0-1-3 15,-3 0 1-15,-1-1-1 0,-1 1 5 0,1-1-3 16,0-2 2-16,-1-2-5 0,1 4 7 0,-1-1 6 0,1 1 8 16,-1 1-7-16,-1 9 18 0,-2 6-1 0,2 0 4 15,-1 3 11-15,-1 2-20 0,-1 5 3 0,2-7-9 16,-2 7-8-16,0 0 1 0,0 0-5 0,0 0 13 15,-7 32-4-15,4-12-8 0,-1 4-4 0,-3 3 3 16,3 0 1-16,0 4-3 0,1-5 0 0,3 1 3 16,0-1 0-16,2 0-4 0,2-6 10 0,-1 4-12 15,2-5 7-15,0 0 0 0,5-2 2 0,-2 0-3 16,1-4 3-16,2 0 2 0,2-2-4 0,-3-3 6 16,5 1-9-16,2-2 5 0,1-2 4 0,-5-4-11 15,7 2 5-15,1-6 1 0,-8 1 1 0,1-1 5 16,2-2-7-16,-2-4-4 0,-2 1 0 0,1-3-2 15,-2-2 11-15,-2-1-8 0,-1-2 4 0,-2-3-11 16,-2 0 3-16,5-6-6 0,-3-1 2 0,1-1-1 16,-1 2-1-16,-1 0-1 0,-1 0-3 15,2-3-7-15,-3 9 5 0,1-2 4 0,-3 5-3 0,2 0 1 16,-1 6 4-16,0 0 0 0,-2 1 3 0,1 2 0 16,-1 7-5-16,1-12 2 0,-1 12 0 0,0 0-4 15,0 0 3-15,0 0 2 0,0 32 5 0,-1-14-1 16,-2 9 4-16,-2 2 6 0,1 0-2 0,2-3-4 15,0 3 1-15,0-3 0 0,0 1 8 0,0-4-4 16,1 3 2-16,2-8-4 0,1 0 5 0,2-1-5 16,1-1 9-16,2-2-4 0,-1-2-1 0,4 2-2 15,-2-4 4-15,2-2-2 0,3-2-3 0,1 1 4 16,4-2-1-16,0-1 0 0,1-3-1 0,3-1 0 16,-2-3-5-16,1-2-1 0,2 3-3 0,2-6-5 15,-8 0-8-15,1-1 12 0,-1-2-9 0,-2-2-4 16,-1 0-7-16,0-2-5 0,-3-1-2 0,0-1 4 15,-3-7 0-15,2 1 4 0,-5 5 2 0,-1 1-1 16,-2 2 0-16,-1 3 1 0,-3 0 2 0,1 1 5 16,-1 3 4-16,-2 3-1 0,4 5-3 0,-3-9 0 15,3 9 8-15,-15 3 3 0,3 3 5 0,-1 4 3 16,-2-1 11-16,0 2-3 0,0 3 0 0,2 0 3 16,1-1-3-16,3 1 7 0,2 0-10 0,3-2-4 15,-1 0-2-15,5-1-20 0,4 1-24 0,0-1-32 16,4-2-33-16,6 3-47 0,2-3-51 0,5-2-57 15,6 0-60-15,-9-2-184 0,10-1-541 0,-7-2 241 16</inkml:trace>
  <inkml:trace contextRef="#ctx0" brushRef="#br0" timeOffset="47378.5">17472 5623 2061 0,'8'-28'44'0,"-5"2"5"0,0 7 55 16,-2 3 52-16,-1 3 22 0,3 2 21 0,-3 2-6 15,1 1-3-15,-1 8-19 0,2-11-21 0,-2 11-6 16,1-8-8-16,-1 8-26 0,0 0-8 0,0 0-13 16,-3 32-8-16,-2-5-9 0,1 3 3 0,-2 0-15 15,1 0-5-15,0 3-3 0,3 2 5 0,-1-1-16 16,-3-2-17-16,4-2-49 0,-1 1-57 0,1-2-65 16,-3 0-56-16,0 1-79 0,1-5-83 0,-5-2-217 15,-4 1-630-15,4-6 279 0</inkml:trace>
  <inkml:trace contextRef="#ctx0" brushRef="#br0" timeOffset="50297.53">18307 5688 170 0,'0'-11'196'0,"-2"1"-3"0,0 2-15 0,-1-1-4 0,-2 0-4 15,0 2-1-15,1 4-10 0,-5-4-15 0,2 4-10 16,-1 3-24-16,8 0-15 0,-23 7-3 0,6 2 6 15,-7 7-2-15,0 3-2 0,0 2-6 16,2 3-14-16,-1-4-3 0,4 2-6 0,2-1-11 0,6-4-3 16,3 0-6-16,4-2-3 0,0-1-3 0,4 0-5 15,3-2 0-15,0-2-4 0,4 2-5 0,7-1-3 16,-1-2-3-16,3-2-11 0,4-2 1 16,1-1-5-16,7-2 3 0,-6-3-9 0,-3-3 1 15,9-2-5-15,-7-1-1 0,4-2 3 0,-8-2-5 0,1-1 3 16,-3 2 0-16,-1-5-1 0,-1-1 5 0,1-4-2 15,-1-3 9-15,-7 3-7 0,1 1 1 0,1-6-2 16,-2 5 5-16,-4 2 2 0,1 2 3 16,-1 3 4-16,0 2 4 0,-1 3 5 0,0 0-2 15,-1 8-8-15,2-10 0 0,-2 10 0 0,0 0-6 0,0 0-2 16,0 0 1-16,0 0-1 0,-4 26 2 0,1-9 0 16,2 2 0-16,-2 1-1 0,2-1 1 0,-2 8-9 15,2-3-11-15,4-4-19 0,-2-1-26 0,2 0-25 16,0-2-40-16,4 0-34 0,-1 0-32 15,2-3-25-15,-4-2-147 0,2-2-392 0,2 0 174 16</inkml:trace>
  <inkml:trace contextRef="#ctx0" brushRef="#br0" timeOffset="50647.28">18579 5770 41 0,'0'0'154'0,"0"0"5"15,0 0-7-15,0 0-9 0,-4 25-4 0,4-16-8 16,-1 1-1-16,-2 0-11 0,3 3-3 0,1-3-15 16,-1 2-3-16,-2-2-11 0,2-1-7 0,-3 1-6 15,3-3-9-15,0-7-9 0,-1 11-2 0,1-11 1 16,-1 8 0-16,1-8 19 0,0 0 8 0,0 0-5 16,0 0 1-16,0 0-8 0,0 0-8 0,0 0-5 15,0 0-2-15,9-22-11 0,-8 11 3 16,4 0-12-16,4-5-3 0,0 0-6 0,0-1 1 15,5-3-6-15,-5 2-4 0,4-2-6 0,1 2 1 0,0 4-4 16,0 2-3-16,1 2 0 0,0 2-2 0,-2 3-5 16,0 1-1-16,-1 4 1 0,-2 1 1 0,1 4-5 15,0 2 5-15,-2 1-1 0,2 4 0 16,-2 2 1-16,0 0-1 0,-3 1-5 0,1 2-23 16,-4 0-19-16,3-1-22 0,-3 0-29 0,4 1-39 0,3-2-32 15,-2-3-45-15,-1 3-126 0,4-6-371 0,3 1 164 16</inkml:trace>
  <inkml:trace contextRef="#ctx0" brushRef="#br0" timeOffset="51045.18">19269 5708 84 0,'-6'-8'217'0,"2"-1"-13"15,-3 4-20-15,-3 1-10 0,2 3-4 0,-2 1-11 16,-1 2-12-16,-3 3 2 0,0 5-6 0,-3 0-17 15,3 2-10-15,-1 0-7 0,3 1-8 16,1 3-14-16,-2-2-5 0,4 0-7 0,2-1-13 0,4 0-2 16,0-1-8-16,3-1-2 0,1 0-5 0,3-3-6 15,1 1-4-15,2-2-7 0,-1-2-6 16,4 2-7-16,-1-3-2 0,3 0-6 0,2-4-2 16,-1-1-3-16,1 0-5 0,-2-2 6 0,4-4 0 15,-5 0-3-15,0-1 8 0,1-4-2 0,1-1-4 0,-1-4-2 16,-1 1 0-16,1-10 0 0,-2 0 2 0,-1-2 1 15,1 3-1-15,-2-4-4 0,-1 1 7 0,0 1 3 16,-2-3 2-16,-3 1 0 0,2 3 8 0,0 1 0 16,-3 5 5-16,1 5 16 0,1 4 13 0,-3 4 2 15,2-2-6-15,-2 9-5 0,0-10-9 0,0 10-9 16,0 0-2-16,0 0-3 0,0 0-4 0,0 0-1 16,-7 29-2-16,2-6-2 0,1 4 6 0,-2 2-5 15,1 1 2-15,1 0-5 0,1 1 12 0,0-3-29 16,1 0-24-16,4 0-21 0,1-3-33 0,2 0-42 15,-1-4-60-15,3-3-48 0,2 5-200 0,3-9-472 16,3 0 209-16</inkml:trace>
  <inkml:trace contextRef="#ctx0" brushRef="#br0" timeOffset="51312.78">20144 5444 36 0,'0'-7'263'16,"0"7"-28"-16,0-12-26 0,0 12-23 0,0 0-13 15,0 0 11-15,0 0-4 0,2 28-5 0,0-2 5 16,0 0-21-16,-4 4-8 0,1 3-8 0,1-1-16 16,3 0-5-16,-3-1-13 0,1-1-13 15,0 1-6-15,-1-4-10 0,1 0-2 0,-2-3-13 16,1-5-1-16,-1 0-13 0,0-2-6 0,1 1-21 15,1-2-21-15,-5-1-25 0,1-4-31 0,1 0-30 0,-2-2-38 16,0 0-48-16,2-4-44 0,-2 1-216 16,-4-4-463-16,8-2 206 0</inkml:trace>
  <inkml:trace contextRef="#ctx0" brushRef="#br0" timeOffset="52384.4">20222 5614 129 0,'14'-8'144'0,"4"1"-4"0,-1 0 3 16,-4 2-6-16,2-4-5 0,-2 5-7 0,-2-1-7 15,0-3-2-15,0 1-11 0,-1 2 2 0,-1-3 1 16,-2 1-10-16,-2 2 3 0,0-3-2 0,-1 2-5 16,1 0-7-16,0-4-9 0,-1 4 0 0,-4 6-6 15,5-11 2-15,1 7-16 0,-5-1-5 0,-1 5-5 16,4-7-7-16,-4 7-6 0,0 0-7 0,0 0-7 15,0 0 1-15,0 0-1 0,0 0-2 0,-2 29-2 16,-2-11 7-16,-1 0-9 0,-1 5-5 16,0 1 3-16,2-4 0 0,-1-1 2 0,1 5-4 15,-1-6-4-15,0 0 0 0,4-2 0 0,-3 0 0 0,3-3 7 16,0-1-7-16,-2-2 2 0,2-1-7 0,0-1-4 16,1-8-4-16,-2 9-2 0,2-9-3 0,0 10 5 15,0-10 5-15,5 7-8 0,-5-7 4 0,7 6-2 16,-3-3 2-16,3 0 2 0,3 0 2 0,1 1 2 15,-1 0 3-15,0 0-1 0,-1 0 3 0,4 1-2 16,0 0 0-16,-1 0 2 0,1 0 1 0,3-1-1 16,1 1 1-16,3 0-1 0,-4-1-1 0,3-3 1 15,1-1 2-15,-1 0 1 0,0-1-4 0,-2-3 0 16,0 2 3-16,0-5-2 0,2 2-1 0,-2-1-1 16,-2-3 4-16,-2 1-5 0,-2-1 0 0,0 2 8 15,-1-3-6-15,-1 0 1 0,1-3 1 0,-3 0 0 16,-2-1 0-16,1-1 0 0,0-2-3 0,-3 5-1 15,-1-4 1-15,0 4 0 0,-1 1 1 0,0 0-1 16,-1 0-1-16,0 5-1 0,0 6-1 0,-1-14 0 16,1 14 0-16,-3-8-5 0,3 8 1 0,-7-1 0 15,7 1 3-15,-22 9-3 0,7 2 4 0,-7 5-5 16,-1 2 2-16,4 0 0 0,-2 1-2 0,6-6 0 16,5 3 3-16,-2-2 2 0,5 0-3 0,2 1 2 15,2-4 1-15,3 1-1 0,1-1 4 0,4 0 1 0,3-3 0 16,1 2 3-16,4-1-1 0,3-2 1 15,1-2 1-15,3 0 0 0,3-3-1 0,-2-1 0 16,8 0-3-16,-1-2 0 0,1-2 2 0,-9 2-1 16,8-5 10-16,-10-1-15 0,1 1 5 0,-1-2-1 15,-1-2-2-15,-1 0-1 0,-2-2-3 0,2-2 7 16,-5 1-2-16,1-2-3 0,-1-1 3 0,-3-1-4 16,-2 2 3-16,-3-3-3 0,1 2 5 0,-1 2-4 15,-3 2 2-15,2 1-3 0,-2 2 4 0,0-1 11 16,0 10-3-16,-2-12 4 0,2 12 0 0,-2-9-6 15,2 9-2-15,0 0-6 0,0 0 2 0,0 0 1 0,0 0-1 16,-18 15 2-16,14-5-1 0,0 0 2 16,-2 2 7-16,2-2-8 0,2 4 3 0,-2 1 6 15,-1-1-4-15,3 1-2 0,1-2 2 0,1-1-3 16,-1-1 6-16,2 1 0 0,3-1-3 0,-2-1 3 0,5 1 3 16,-1-1 1-16,3-2-2 0,0 1 0 0,1-4 0 15,2 3-5-15,1-4 3 0,1-1 0 16,2 1-1-16,2-1 7 0,-1-1 0 0,-3-2-4 15,3 2-9-15,-4-5 4 0,-1 2 0 0,1-3-3 16,-4 1-1-16,1-3 2 0,-1-1-2 0,0 0 4 0,-3-1-7 16,-2-1 3-16,0-1-2 0,0-1 2 0,-2-1-1 15,2 1 2-15,-3-1-5 0,-1-1 0 0,2 1 6 16,-1 1-7-16,1 3-2 0,0 0 0 16,0 1 17-16,-2 7-8 0,3-10 1 0,1 4-4 15,-4 6 0-15,5-7-3 0,1 4 1 0,2 0 1 16,0 2-5-16,2 2 1 0,3 2 2 0,-3 1-1 0,-1 1-2 15,2 0 1-15,-2 4 1 0,-1-1-2 16,1 1-1-16,-4 0 0 0,-1 1 11 0,0 0-10 16,-1 2 2-16,0-2-4 0,0 2 3 0,-1-3 3 15,-1 1-3-15,-1 1-1 0,2-2 13 0,-2 0-16 16,0-2-8-16,1 0-23 0,-1-7-25 0,1 12-31 16,-1-12-37-16,0 9-36 0,0-9-51 0,0 7-42 15,0-7-209-15,0 0-502 0,0 0 222 0</inkml:trace>
  <inkml:trace contextRef="#ctx0" brushRef="#br0" timeOffset="52564.75">21061 5356 25 0,'0'0'148'0,"-9"-3"-19"0,9 3-15 15,0 0-1-15,0 0-6 0,0 0-31 0,-7 10-36 16,7-10-40-16,0 0-54 0,0 0-63 16,20 18-126-16,-11-13 56 0</inkml:trace>
  <inkml:trace contextRef="#ctx0" brushRef="#br0" timeOffset="53563.88">22197 5950 42 0,'8'-8'309'0,"-1"2"-16"15,5-2-19-15,0-3-12 0,5-1-12 0,-2 0-7 0,8-5-2 16,-7 4-7-16,7-4-8 0,-4-1-16 0,-4 5-16 16,4-6-24-16,-1 2-5 0,3-1-18 0,-3-2-12 15,0-2-15-15,-3 1-10 0,-2 0-31 16,-3 3 5-16,1-4-4 0,-2-1-12 0,-5 4-2 15,0 1 4-15,-1 1-21 0,-3 2-5 0,2-1-2 0,-4 5-8 16,2 2-7-16,-3 1-6 0,1 2-1 0,-2 0-4 16,4 6-3-16,-8-7 1 0,3 5-5 15,-5 1 5-15,10 1-10 0,-16 3 1 0,9-3 0 16,7 0-5-16,-13 4-4 0,6-1-7 0,7-3-8 16,-10 6-1-16,9-2 0 0,1-4 4 0,0 9-2 0,0-9 5 15,9 10-7-15,1-4-3 0,7 1-1 0,1-1-2 16,3-3 7-16,6 2-1 0,3 0-2 15,-2-2 2-15,-9 0 3 0,0-2 1 0,-6 2 1 16,0-2-2-16,-4 2 2 0,-2-1 0 0,2 0-3 0,-1 4 4 16,-4-2-1-16,2 4 5 0,-2 1 1 0,-2 2 1 15,1 1 11-15,-2 4 5 0,-1 3 6 0,0-2-1 16,0 1-1-16,1 0-3 0,-1-2 2 0,0 0 6 16,3 2-5-16,-2-6 1 0,5 3-8 15,-1 1 3-15,1-6-2 0,2 2 6 0,1-4-8 0,6 3 7 16,2-2 13-16,-2-4-21 0,4 0 1 0,3 0 7 15,1-3-5-15,-3-2-2 0,3-2 2 0,-1 1 2 16,-4-3 1-16,2-1 3 0,-2 1-8 0,-1-6 4 16,-3 2 13-16,-1-1-18 0,0-1-1 0,-1-2-4 15,-3-2 5-15,0-1-1 0,0-1-2 0,-5-1-5 16,1-1-3-16,-4 2 6 0,-1-1-7 0,0 1 8 16,-2 0 2-16,2 6-7 0,-2-2-3 0,1 3 8 15,-3 2-10-15,4 7-2 0,-8-9 2 0,4 6-3 16,4 3 0-16,-12 1 2 0,3 6-2 0,-4-2 4 15,-1 5 0-15,-1 3 2 0,1 1 0 0,0 0 2 16,1 0-3-16,5 3 1 0,1-3 5 0,3-2 1 16,3 0 3-16,-1-1-5 0,4 0 4 15,2-2 0-15,2 1 4 0,1-1 0 0,4-1 5 0,5 0-1 16,2-3-5-16,3 0-1 0,7-2 6 0,-9-3-5 16,9 0 4-16,-6-2 1 0,5 0-4 0,-6-2 1 15,5-2-4-15,-6 1 6 0,-1-2-2 0,-2-2-4 16,-2 0 1-16,1-2 1 0,-2-2 1 0,-4-3-3 15,2 2 0-15,-4-1-4 0,0-2-3 0,-3-1-8 16,1 3 6-16,-1 0 0 0,0 4-1 0,-3 0-1 16,3 3 1-16,-3 2-3 0,-1 0 2 0,-1 6-1 15,1-9-7-15,-1 9 1 0,0 0 3 0,0 0-3 16,0 0 5-16,0 0-5 0,-9 30 6 0,4-15 0 16,-4 1-3-16,2-2 11 0,0 3 0 0,1-2-1 15,-2 2-2-15,2-1 2 0,-2 1 6 0,0 0-6 16,3 0 4-16,0-2-3 0,1-4-7 0,2 1-26 15,-1-1-24-15,1 1-30 0,-1-1-30 0,2-2-29 16,1 1-34-16,0-2-41 0,0-8-43 0,2 14-185 16,0-10-490-16,-2-4 218 0</inkml:trace>
  <inkml:trace contextRef="#ctx0" brushRef="#br0" timeOffset="53977.64">23529 5637 191 0,'1'-6'249'0,"1"-1"-14"16,-2 7-19-16,3-9-26 0,-3 9-15 0,0 0-14 16,0 0 11-16,0 0 11 0,0 0-2 0,-9 30-14 15,4-14-16-15,2 0-12 0,-4-2-10 0,3 3-6 16,1-1-9-16,3-3-5 0,-1 0-11 0,0 0-7 16,3-1-14-16,1 0-4 0,-1 0-9 0,5-3-2 15,-3-1-4-15,2 0-5 0,2 0-2 0,-1-2-7 16,2-2-5-16,1 1-2 0,1-2-3 0,0-2-3 15,1-1 2-15,2-2-1 0,-3-1-9 0,0-2 1 16,-1 1 0-16,3-1-3 0,-4-3 0 0,1 0-5 16,-1-2 0-16,2 0-4 0,-3-1 1 0,2-2 0 15,-2 0 0-15,1-3-2 0,-3 0-1 0,0 2-4 16,0 4 18-16,-4 0 11 0,-1 5 4 0,2 0 4 16,-3 5-10-16,5-9 3 0,-5 9-16 0,5-7-3 15,-5 7-5-15,0 0-10 0,0 0 14 0,0 0-12 16,0 0-2-16,3 25-2 0,-3-14 8 0,-2 0-2 15,2 2-2-15,2-1-2 0,0-1-2 0,1 2 7 16,-2-1 0-16,3 0-25 0,1 0-33 0,3-1-26 0,2-2-33 16,0 0-28-16,-1 0-40 0,3-4-38 15,0 2-39-15,5-2-27 0,-4-2-215 0,1 1-537 16,-1-2 238-16</inkml:trace>
  <inkml:trace contextRef="#ctx0" brushRef="#br0" timeOffset="54194.8">23999 5614 239 0,'0'-19'261'0,"1"0"-7"0,-1 3 8 0,0 6 15 16,1 0 6-16,-2 2 11 0,0 0-18 15,1 8-26-15,1-11-25 0,-1 11-24 0,0 0-19 0,0 0-17 16,0 0-24-16,0 0-9 0,0 0-10 0,-2 25-3 16,3-7-11-16,-4 7-4 0,1-1-12 15,0-5-7-15,1 0-10 0,0 2-3 0,0 3-10 16,2-4-1-16,-2-1-3 0,1 0-6 0,0 1-19 0,0-8-36 15,0 5-50-15,0-6-42 0,1 1-47 0,-1 2-37 16,1-3-37-16,0 0-30 0,2-1-38 0,2 0-261 16,-1-5-590-16,2 1 261 0</inkml:trace>
  <inkml:trace contextRef="#ctx0" brushRef="#br0" timeOffset="54433.54">24323 5550 220 0,'3'-12'289'0,"0"3"-4"16,-1 3-10-16,1 1-16 0,-1 0-21 16,-2 5-28-16,3-7-21 0,-3 7-14 0,0 0 2 0,0 0 6 15,-1 32-6-15,-1-13 1 0,-4 6-8 0,3 0-5 16,-3 2-8-16,2-1-5 0,-5 0-11 0,7 2-11 16,-4-3-7-16,1-1-21 0,0 0-5 15,1-5-14-15,3 0-6 0,-3-3-6 0,-1 2-5 0,0 0-12 16,1-3-31-16,2-3-42 0,0-2-47 0,0 1-44 15,-1-2-48-15,1-2-44 0,-2-1-61 0,4-6-44 16,-4 10-251-16,0-7-603 0,4-3 268 16</inkml:trace>
  <inkml:trace contextRef="#ctx0" brushRef="#br0" timeOffset="54927.67">24136 5743 2025 0,'0'-14'70'16,"0"14"-34"-16,1-10-19 0,-1 10-11 0,2-6-6 15,-2 6 14-15,12-4 17 0,-2 3 0 0,3-1 2 16,6 1 0-16,8 1-2 0,-4 0 0 0,6 0-2 16,2 0-2-16,-2 1 1 0,5-1-2 0,-4 1-3 15,0-1-3-15,-1 1-3 0,-9-1 1 16,1 0-3-16,-2-1-1 0,-1-1 0 0,-6 0 4 0,-1 1 10 16,-3 0 11-16,-1 0 6 0,0-3 6 0,-7 4 5 15,8-5 7-15,-8 5-3 0,3-8 1 0,-3 8 1 16,0-7 7-16,0 7 2 0,0 0-3 0,0 0-12 15,0 0-7-15,0 0-9 0,0 0 1 0,0 0-5 16,-19 10 7-16,3 0 7 0,5 1-8 0,-4 1 6 16,2 0-3-16,0 0-9 0,2 0-6 0,0 0-1 15,1 1-2-15,3-4 1 0,2 1-5 0,2 0-1 16,2-1-6-16,0-3 0 0,2 4 5 0,0-3-10 16,-1-7-11-16,4 11-4 0,0-6-1 0,2-2-8 15,-2 1 2-15,3-1-5 0,-7-3 0 0,14 0 3 16,-14 0-2-16,13-3 4 0,-4 2 1 0,0-5-3 15,2 2 3-15,-4-2 1 0,2 0 3 0,-1-1-3 16,2-2 1-16,-3 0-1 0,0-2 4 0,2 1 0 16,-1 0-2-16,-1 0 3 0,0 1 2 0,-1 3-3 15,-3-1 4-15,1 4 7 0,-1-2-5 0,-3 5-3 16,4-6-1-16,-4 6-6 0,0 0 3 0,0 0 4 16,0 0 4-16,0 0-8 0,3 18 5 0,-4-8-1 15,-3 0 3-15,1 0 0 0,1 2-2 0,-1-1-7 16,2 0-26-16,-4 1-32 0,2-2-38 0,3 1-42 15,-2 1-60-15,3-2-49 0,-1 0-29 0,2-1-159 16,2-2-481-16,5 0 213 0</inkml:trace>
  <inkml:trace contextRef="#ctx0" brushRef="#br0" timeOffset="55310.99">24822 5751 245 0,'0'0'243'0,"4"-6"-22"0,-4 6-20 0,0 0-2 0,0 0 4 16,0 0-12-16,11 14-9 0,-11-5-4 16,5 1 8-16,-5-2-17 0,0 5-11 0,3-4-9 15,-3 2-6-15,1 1-15 0,-1-2-11 0,1-1-15 16,-1-2-3-16,0 0-7 0,0-7-12 0,2 11-5 16,-2-11-1-16,2 8-1 0,-2-8 7 0,0 0 18 15,-1 8 17-15,1-8-4 0,0 0-9 0,0 0-11 16,0 0 1-16,0 0-20 0,0 0-11 0,12-21 4 15,-6 14-12-15,0-3-5 0,2 0-1 0,0 1-6 16,4-4-8-16,1-2-5 0,0 1-6 0,1 1-2 16,2-2-11-16,-2 4 2 0,1 0-5 0,-5 3-3 15,-2 1 0-15,1 2 0 0,-2 2-5 0,1 2-11 16,-8 1 10-16,13 1-10 0,-7 4 4 0,3 2 0 16,-2 1 0-16,-2 2-4 0,-1 0 13 0,-2 1-5 15,1 1 0-15,-2 5 11 0,1-2-6 0,-2 0 7 0,2-2-5 16,2 2-25-16,-2-2-39 0,2 2-47 0,-3-5-36 15,2 2-46-15,0-2-50 0,5-2-65 16,0 1-291-16,-3-6-646 0,4 1 285 0</inkml:trace>
  <inkml:trace contextRef="#ctx0" brushRef="#br0" timeOffset="55594.32">25462 5583 249 0,'4'-17'294'0,"1"0"-1"0,-1 6-3 0,0 0 13 16,-4 3-1-16,2 3-26 0,0-1-6 0,-2 6-48 16,3-7-40-16,-3 7-8 0,0 0-18 0,0 0-16 15,0 0-6-15,0 0 7 0,-6 39 9 16,5-20-38-16,-6 8 18 0,3 1-5 0,-2-1 2 16,1-1-10-16,-2 0-5 0,3 0-10 0,-1-1-10 0,1 1-4 15,0-1-6-15,0-9-14 0,1 2 2 0,-2-1-7 16,8-4-6-16,-3 4-2 0,0 0-11 0,2-6-2 15,1 0-2-15,-1 1-6 0,4-2-17 16,5-2-19-16,3 1-24 0,-1 0-28 0,3-2-48 0,1 0-35 16,0-2-33-16,2-1-29 0,-1-2-35 15,1-4-39-15,-4 2-40 0,-1-4-37 0,-1 0-200 0,-4-4-594 16,1 2 263-16</inkml:trace>
  <inkml:trace contextRef="#ctx0" brushRef="#br0" timeOffset="55779.56">25322 5631 170 0,'-18'-6'241'16,"4"2"-10"-16,3 1-13 0,3-1-20 0,1 4-18 15,7 0-19-15,-9-2-11 0,9 2-7 0,0 0-6 16,0 0-11-16,31 7-14 0,-6-2-12 0,11-2-6 16,4-1-23-16,12 0-37 0,4 1-43 0,3-1-54 15,-3-4-53-15,-2 0-83 0,-16-1-132 0,1 1-356 16,-6-6 158-16</inkml:trace>
  <inkml:trace contextRef="#ctx0" brushRef="#br0" timeOffset="58436.6">26171 5692 229 0,'0'0'264'0,"5"-9"-20"16,-5 9-16-16,0 0-20 0,2-5-15 0,-2 5-20 15,0 0-15-15,0 0-6 0,0 0 4 0,0 0-7 0,0 0-4 0,-2 29-9 0,-3-18-12 16,4 5-10-16,0-1-6 0,-3 2-12 0,-1-5-3 16,2 3-15-16,1 0-6 0,0-2-8 0,2-1-8 15,0 4-8 1,-2-5-17-16,-2 0-29 0,4 0-23 0,0 2-23 15,0-6-26-15,0 1-29 0,2-1-32 0,-2-7-46 16,0 12-40-16,2-7-39 0,-2-5-129 0,0 0-416 16,0 0 185-16</inkml:trace>
  <inkml:trace contextRef="#ctx0" brushRef="#br0" timeOffset="58581.77">26171 5459 28 0,'0'0'59'0,"0"0"-53"15,0 0-22-15,11 20-17 0,-9-13 8 16</inkml:trace>
  <inkml:trace contextRef="#ctx0" brushRef="#br0" timeOffset="59033.05">26322 5931 234 0,'0'0'258'15,"0"0"-2"-15,0 0-9 0,0 0-2 0,0 0 9 0,0 0-11 0,0 0-26 16,-10-24-23-16,8 17-18 0,2 7-17 0,0-17-6 16,2 8-22-16,-1-2-9 0,6-1-13 0,-1-4-7 15,1 2-11-15,2-2-4 0,1 0-15 0,0 4-4 16,1-2-9-16,-1 6-11 0,-2-1-4 0,1 4-7 15,3 0-10-15,-1 0 0 0,-4 3-3 0,4 4-6 16,2-1-1-16,-4 1-1 16,1 5-3-16,1-2-1 0,-3 2-3 0,2 3 0 15,-4 0-2-15,1-1 9 0,-3 1-6 0,1 0-3 16,-1 1-2-16,1-3 7 0,-4-2-7 0,3 1-2 16,-2-3 4-16,-2-4 0 0,2 9-7 0,0-4 11 15,-2-5 0-15,0 0 1 0,2 5 0 0,-2-5 4 16,0 0 1-16,0 0-3 0,0 0 0 0,0 0-3 15,0 0 1-15,0 0-4 0,9-19 0 0,-5 12-7 0,-1-3-4 0,4 3-9 16,0-3-1-16,1 1-9 0,2-1-1 0,3-1 0 16,0 1 1-16,-1 5-1 0,-1-1-18 0,0 0 0 15,-2 3 5-15,4 1-3 0,-8 1 14 0,-5 1-8 16,18 2 4-16,-13 1 3 0,5 4 2 0,-2 0-1 16,1 3 8-16,-5-1-1 0,2 3 6 0,-1-1 12 15,0 0-34-15,-3 4-25 0,0-2-31 0,1-1-31 0,-3 1-36 16,2-2-48-16,-2 0-56 0,0 0-168 0,0 0-464 15,0-3 206-15</inkml:trace>
  <inkml:trace contextRef="#ctx0" brushRef="#br0" timeOffset="59295.85">26973 5598 196 0,'2'-12'254'0,"-2"2"-4"15,3 0-16-15,-3 3-23 0,0 7-22 0,4-9-26 16,-4 9-13-16,0 0-16 0,0 0-13 0,0 0-8 16,6 29-1-16,-6-9 10 0,-4 8 4 0,8 0-7 15,-8 0-5-15,0 2-11 0,2 1-7 0,-1-2-5 0,-1 0-14 0,2 0-6 16,-5-4-4-16,4 2 3 0,-1 0-9 16,0 0-11-16,-1-3-15 0,-1 1-22 0,1-8-32 15,3 1-30-15,-3 0-30 0,1 0-26 0,-1-2-49 16,3-4-47-16,-2-2-37 0,1 0-179 0,-1 0-450 0,4-10 199 15</inkml:trace>
  <inkml:trace contextRef="#ctx0" brushRef="#br0" timeOffset="59734.61">26989 5766 38 0,'13'-6'168'16,"0"-1"-1"-16,2 4-8 0,-2 2-7 0,1 2-12 15,3 2-11-15,-6 1-7 0,5 3-9 0,-5 1-12 0,5 2-11 16,-7-1-5-16,-2 1-8 0,0 0-11 0,-3 0 2 16,-3 1-8-16,-1 0-8 0,-3 0-5 0,-1-1-7 15,-6 0-5-15,1-2-11 0,-2-1 0 0,2-1 1 16,0-2-2-16,1-1-5 0,0-3 0 16,2 2-1-16,6-2 0 0,-16 1 1 15,10-1 0-15,6 0 2 0,-10 1-5 0,10-1 0 0,0 0-3 0,0 0-6 0,0 0 0 0,0 0 1 16,0 0-4-16,0 0 3 0,0 0-2 0,34-4-1 15,-11 2 5-15,5 2-6 0,-7-1 4 16,8-2-2-16,-1 2 0 0,-7-1-1 0,8 0 3 0,-8-2-3 16,-1 2-5-16,2-4 9 0,-1 2-2 0,1-2-1 15,-6 1-3-15,0-2 3 0,-3 2-1 0,-4-2 1 16,3 0-2-16,-6-2 1 16,1-1 5-16,-1 2 3 0,0-2 3 0,-4-2 3 15,0 5 9-15,-2-5 7 0,-2 3-7 0,-3 1 5 16,2-1-5-16,-1 4-1 0,1 0 3 0,3 5-3 15,-12-5-7-15,4 4 3 0,8 1-4 0,-21 6 5 16,7 1-4-16,4 1-2 0,-3 2 1 0,2-1-2 16,2 0-1-16,2 5 0 0,0-3-6 0,5 0-19 15,0-1-20-15,2 1-23 0,4-2-25 0,2 2-47 0,2-4-35 0,1 2-46 16,3-2-136-16,1-1-371 0,3-1 163 16</inkml:trace>
  <inkml:trace contextRef="#ctx0" brushRef="#br0" timeOffset="60167.05">27798 5751 131 0,'-2'-8'235'0,"-1"-1"-10"0,-2 2-11 16,1 2-9-16,4 5-4 0,-13-5-1 0,7 5-19 16,-8 2-5-16,2 1-4 0,-4 4-9 0,-1 3-3 15,0 1-5-15,3 2-14 0,0-1-16 0,4 2-6 16,-1-1-6-16,0 0-8 0,5-1-13 0,1-1-11 15,1 2-1-15,3-1-14 0,1-1-2 0,1 0-7 0,3-1-8 0,0-3-3 16,3 1-3-16,1-4-17 0,0 3-4 0,3-3-14 16,2-1-6-16,1-3-5 0,-1 0-4 0,5-1-2 15,-5-2 4-15,-1 0-2 0,-1-3 2 0,-2 1 2 16,5-6-3-16,-1-1 3 0,-1-2 1 0,-3-2-1 16,4 0 8-16,-9-4-10 0,4-2 2 0,0-3 2 15,1-2-4-15,-1 1 5 16,-2-3-5-16,-2 2 4 0,1-1-3 0,-3 0-1 15,4 0 4-15,-1 3 5 0,0 1 0 0,-3 8 7 16,1 4 12-16,0 1 9 0,-3 0 0 0,1 6-6 16,1-2-5-16,-2 7 3 0,2-7-9 15,-2 7-2-15,0 0-5 0,0 0-2 0,0 0 0 0,5 26-2 16,-4-7 1-16,-2 5-3 0,0 1 11 0,-3 4 4 16,2-1-13-16,0-2 4 0,2 3-3 0,-3-3 0 0,2 0 4 15,-2-1-3-15,1-5-34 0,0 0-31 0,2-2-36 16,0-1-41-16,0 2-38 0,0-3-52 0,2-4-43 0,0-2-214 15,-4 0-522-15,7-2 230 0</inkml:trace>
  <inkml:trace contextRef="#ctx0" brushRef="#br0" timeOffset="60514.41">28144 5699 153 0,'0'0'193'16,"-17"0"-9"-16,6 2-6 0,-4 6-2 0,-1 1-2 15,0 2-2-15,-6 4-8 0,6-2-7 0,3 0-11 0,-1 0-13 16,1 1-11 0,2-1-15-16,2-4-8 0,2 3-8 0,3-3-13 15,-1 1-7-15,3-3-5 0,2 2-6 0,0-9-2 16,2 11-5-16,2-7-5 0,1 0-5 0,2-1-2 16,-1 0-4-16,5-3-1 0,0 0-6 0,-2-2-3 15,5 0-2-15,-5-2 3 0,2 0-8 16,-1-1 5-16,2-2-5 0,-1-1 3 0,-3 0-4 15,5-5-2-15,-3 3-3 0,-2 0 3 0,1 1-4 16,-2 1 7-16,0 0 6 0,-1 4-3 16,-3-2-5-16,-3 6-1 0,9-4-7 0,-9 4-2 0,4-2-4 15,-4 2 1-15,0 0-1 0,11 10-2 0,-10-4 6 16,0 5-2-16,0-2-2 0,1 2-10 0,-4 2-20 16,0 1-28-16,0 2-33 0,-4-5-40 0,4 3-56 15,0-2-49-15,-1 3-195 0,0 0-462 16,0-3 205-16</inkml:trace>
  <inkml:trace contextRef="#ctx0" brushRef="#br0" timeOffset="60895.34">28330 5756 139 0,'0'0'187'0,"5"-6"-19"16,-5 6 8-16,0 0-2 0,0 0 4 0,0 0 2 15,5 24-9-15,-5-13-9 0,0 3-5 0,-1-3-13 16,1 0-11-16,-2 6-10 0,1-2-5 0,1-2 1 16,-1-2-23-16,1-1-7 0,0-2-6 0,-3-1-12 15,3-7-5-15,-2 11-3 0,2-11-5 0,0 10-5 16,0-10 18-16,0 0 10 0,0 8 7 0,0-8-1 16,0 0-6-16,0 0-4 0,0 0-5 0,0 0-12 15,0 0-5-15,15-21 7 0,-7 13-22 0,-2-2-3 16,7-4-5-16,1 0-11 0,6-3-8 0,2-1-9 15,-3-1 4-15,4 1-12 0,0 0-2 0,0 3-3 16,-4 5-4-16,-4 0 4 0,-4 2-4 0,3 2 2 16,-4 5 0-16,-2-1 0 0,3 2-2 0,-4 3 3 15,2 3 5-15,-2 2-8 0,-1 0 5 0,-3 5 4 16,3-1-5-16,-3-1 2 0,-1 2 3 0,-1 2 1 16,0 1-1-16,1-5-10 0,-2 5-19 0,-2-3-27 15,1-2-45-15,0 2-41 0,-4-2-57 0,5-2-51 16,-2-1-216-16,2 0-508 0,0-8 225 0</inkml:trace>
  <inkml:trace contextRef="#ctx0" brushRef="#br0" timeOffset="61297.46">28916 5711 205 0,'0'0'206'0,"-6"-8"-16"0,2 6-9 0,4 2-6 16,0 0-4-16,-22 10-2 0,7 0-2 15,0 5 0-15,-1-2-8 0,4 1-9 0,-1 1-14 0,-1 0-8 16,3 1-15-16,1-1-7 0,5-1-8 16,0-2-12-16,1 4 3 0,4-4-13 0,2 1-9 15,0-2-9-15,3-1-3 0,3-1-2 0,5 1-12 16,1 0 6-16,4-4-5 0,2 0-8 0,7 0-2 0,-5-4-2 16,7-4-5-16,-1-2-6 0,-5 2-4 15,4-3-1-15,-9-1-4 0,2-2-3 0,-1 1-2 16,-2-5 1-16,1 2-3 0,-3 0 0 0,-1-4-1 15,0 1-4-15,-2-3 4 0,-2-1-3 0,-3 1 3 16,0 1 4-16,-3 0-6 0,0 3-1 0,-4-2 0 0,1 4 2 16,-1 0 3-16,-1 1 7 0,-3 0-2 15,4 9-3-15,-6-5-3 0,-1 4 1 0,7 1 2 0,-19 8 11 16,5 1-3-16,-2 1 7 0,0 1 0 16,0 2-3-16,1-1-5 0,5-1 2 0,0 4-9 0,4-4 5 15,0 1-18-15,6-1-21 0,0 1-31 0,6-2-37 16,0 0-48-16,4-1-57 0,8 1-36 15,2-1-223-15,11-1-496 0,4 0 220 0</inkml:trace>
  <inkml:trace contextRef="#ctx0" brushRef="#br0" timeOffset="61861.59">29659 5945 2151 0,'0'0'195'0,"6"-7"-83"16,-6 7-43-16,4-6 21 0,-4 6 20 0,3-8 9 15,2 5-12-15,-3-4-3 0,-2 7-14 0,8-10-6 0,-2 2-1 16,2 1-13-16,1 0-1 0,4-2-12 0,1-1 0 16,-3 3-3-16,5-6-3 0,2 4-2 15,-6-2-6-15,4 1-1 0,-2-1 8 0,0-2-7 0,-1 2 5 16,1-3-9-16,-3 1-3 0,1-4-13 0,-1 1 13 16,-2-1-6-16,-1 0-2 0,-2 2-2 0,-1 3 14 15,0 2-4-15,-2 1 10 0,1 3-17 0,-3 2-6 16,-1 4-4-16,3-9-6 0,-3 9-6 15,0 0 0-15,0 0 1 0,0 0 5 0,-16 31-10 16,10-16 6-16,-4 1-4 0,2 2-1 0,0-2-2 0,3 3 6 16,0-2-7-16,3 2 6 0,0-3-4 0,4 0-4 15,1 0 7-15,5-2 3 0,-2-3 2 16,6 0-5-16,4-1 0 0,-1-1 6 0,5-4-12 16,2-1 9-16,6 0-2 0,-1-2-1 0,-6-2-2 15,-2-1 6-15,0-1-6 0,-2-4 7 0,-5 3-1 0,2 0-4 16,-3-6 0-16,0 2 2 0,0 0-1 0,-2-3-3 15,3-1 0-15,-4 1 8 0,0 0-6 0,-1-4-5 16,-5 1 0-16,3 1 2 0,-1-2-3 0,-1-1 4 16,0 2-2-16,0 3-1 0,0 2-1 15,-2-1-6-15,0 3 18 0,-1 6-12 0,3-9 10 0,-3 9-22 16,1-9 0-16,-1 9-5 0,0 0 8 0,0 0 1 16,0 0 2-16,0 0-1 0,0 0 0 0,-10 23 4 15,5-13 3-15,-2 1-2 0,1 2-4 0,0 3 6 16,0-3-12-16,1 1 18 0,-4 2-7 0,4 0-4 15,0-4 5-15,-1 4 0 0,1-2 3 0,-1 2 3 16,1-5-6-16,2 2 9 0,-1-2-6 16,1-1 3-16,-1-1-8 0,0 1 2 0,1 0-5 0,0 2-15 15,-2-4-25-15,0 1-25 0,-2-2-42 0,-3-1-49 16,-2 0-52-16,-5 0-64 0,3-4-52 0,-7 0-227 16,0-1-601-16,-6-2 266 0</inkml:trace>
  <inkml:trace contextRef="#ctx0" brushRef="#br0" timeOffset="62046.5">29806 5459 244 0,'-3'-8'265'15,"3"8"-30"-15,0 0-26 0,-1-9-21 0,1 9-16 16,0 0-20-16,0 0-21 0,0 0-40 0,0 0-50 15,23 14-79-15,-5-4-78 0,0-1-147 0,5 5-284 16,2-2 126-16</inkml:trace>
  <inkml:trace contextRef="#ctx0" brushRef="#br0" timeOffset="62750.63">30420 5870 1830 0,'8'4'154'0,"-1"-2"-76"0,0-1-16 15,2 1-1-15,0 0 12 0,0-2 15 0,3 0 8 16,-1 0-3-16,-1-3 12 0,4 0 0 0,2-2 0 16,0-1-7-16,3-1-23 0,-1 1-1 0,1-2-3 15,-2 0 9-15,1-2-3 0,-1 0-7 0,-1 1-4 16,0-1 4-16,-1-4-6 0,-2-1-6 0,1 1-8 16,-4-2 2-16,0-1-3 0,2-1-5 0,-5 2-2 15,2-9-2-15,2 0-9 0,-5 8 2 0,-2 2 9 16,0 4 5-16,0 1 1 0,-2 0 8 0,1 1-3 15,-1 4-2-15,-2 5-1 0,1-8-13 0,-1 8-9 16,0 0-7-16,0 0 2 0,0 0-2 0,0 0-4 16,-11 22 5-16,3-7-9 0,2 1 4 0,-3 1-2 15,3 0-1-15,-1 1-1 0,2 2 0 0,1-4-6 16,2 1 8-16,-2-1-11 0,6 0 6 0,0-4-6 16,0-1 3-16,1 2-2 0,2-3 0 0,3 0 4 15,2-2 2-15,-1 0-5 0,2-3-4 0,2 0-6 16,-1-1 2-16,0-3-3 0,2 0 15 0,0-1-16 15,-2-2 7-15,1-1-7 0,-1 0 13 0,-1-2-8 16,0-1-2-16,1 0 6 0,-3-3-2 0,1-4-3 16,-1 4-6-16,0-5 8 0,0 0-8 0,-3 0-3 15,2-2 5-15,-3 6-2 0,-1-3 2 0,0 4-3 16,2 0 4-16,-3 5-7 0,-1-2 6 0,-2 6-8 16,6-9-4-16,-6 9 4 0,0 0 3 0,0 0-4 15,0 0 6-15,0 0 4 0,0 0-4 0,-7 33 0 16,3-22 2-16,0-3 8 0,0 3-2 0,0-4-3 15,-1 2 4-15,3-2 2 0,-1-1-4 0,-1 0-3 16,2 1 6-16,2-7 0 0,-3 8-2 0,3-8 8 16,-2 6-4-16,2-6-3 0,0 0 8 0,-3 6 7 15,3-6 13-15,0 0-8 0,0 0 8 0,0 0-6 16,0 0-10-16,0 0 4 0,0 0 0 0,18-16-2 0,-10 11-2 16,-1-3-4-16,2 1-15 0,1-1 0 0,5-1-1 15,-4 2-5-15,1 1-6 0,-1-1-3 16,1 2 6-16,-3 2-1 0,1 0-7 0,0 0 5 15,-2 5 0-15,-8-2-6 0,11 5 8 0,-3-2 5 16,-2 4-4-16,-1 2 6 0,-1-1 4 0,-4 3-1 0,0 0-2 16,1 1 10-16,-2-1-8 0,-3-1-2 15,2 1 5-15,-1 0 0 0,-1-1-3 0,-2 0-20 16,2 0-20-16,-2-2-28 0,1 1-36 0,-1-4-43 16,-2 2-53-16,1-4-67 0,-2-1-307 0,-1-1-630 15,-3-2 278-15</inkml:trace>
  <inkml:trace contextRef="#ctx0" brushRef="#br0" timeOffset="62952.7">30831 5389 2925 0,'-7'-19'91'16,"1"2"-3"-16,-3 2-25 0,4 0-6 0,0 6 10 15,2 2 8-15,1 0 3 0,-1 2 0 0,3 5-6 16,-2-8 0-16,2 8-13 0,-4-5-11 0,4 5-9 15,0 0-22-15,0 0-22 0,0 0-27 0,0 0-35 16,0 0-38-16,0 0-24 0,15 13-37 0,-10-6-51 16,4 2-48-16,-3 1-210 0,2-3-512 0,-5-1 227 15</inkml:trace>
  <inkml:trace contextRef="#ctx0" brushRef="#br0" timeOffset="64782.52">5737 6810 90 0,'-7'-5'251'0,"7"5"-24"0,-2-12-24 0,2 12-16 15,5-16-13-15,-1 7-12 0,4-5-12 0,1-1-3 16,8-5-7-16,-2 0 9 0,-1-3-5 0,7 2-14 0,-1-2-15 16,1-1-7-16,0 0-10 0,2-1-3 15,0-2-10-15,-2 1-10 0,-1-1-9 0,-2 2-5 16,0 0 1-16,-4 2-11 0,-2 8-3 0,-5-1 0 16,-1 1 10-16,-1 5-4 0,0 1 3 0,-3 3-9 15,1-1 3-15,-3 7-10 0,4-9-9 0,-4 9-7 0,0 0-1 16,0 0-5-16,0 0 1 0,-30 17-3 15,10 0-1-15,-2 0-2 0,2 5-2 0,-1 1-1 0,4 0-5 16,0 0 0-16,5-1-4 0,6-3 1 0,1 0-5 16,2 0-3-16,4 0-3 0,10 4 1 15,-1 1-4-15,3-3 2 0,4 1 1 0,3-1-2 16,1-2 4-16,1 1-2 0,-2 0-7 0,0-1 0 16,0-2 3-16,-2 5-6 0,-6-7 2 0,-2 0-7 0,1 0-7 15,-6 0-2-15,-1 1 1 0,-1-6 3 16,-4 2 1-16,-3-1-3 0,-2-2-1 0,-2 0 1 0,-3-4-3 15,1 1 0-15,-3 0 5 0,2-3 5 16,-1 0 2-16,0-8 4 0,1 4-3 0,1-5 5 0,1 3 2 16,4-1 2-16,1-2 0 0,2-4 1 0,3-3 3 15,0 3-4-15,2-5 5 0,6 1 0 0,2-1-3 16,2 0 2-16,6-3-5 0,0 1 1 0,4 2 3 16,2-1-1-16,0-1-1 0,2 0 1 15,-1 2-3-15,1-1 0 0,-1 1-3 0,-1-2 3 0,-1 3 3 16,-9 3 0-16,2-3 1 0,-3 2-1 0,-1-3 5 15,-8 5-2-15,1-2 5 0,-1 2 3 0,-3-2 2 16,-1 1 2-16,-4-1 2 0,1 3 7 0,-2 0 5 16,-3 0 9-16,-1 1-2 0,-3 2 1 0,1 1-28 15,-3 2 4-15,2 1-2 0,-2 2-2 0,0 1 5 16,0 4 0-16,-6 2 2 0,3 3 6 0,-5 7 8 16,2 2-6-16,2 1 1 0,6-3-6 0,-1 5 5 15,6-5-1-15,0 0-1 0,2 3 2 0,1-4 1 16,5 1-4-16,-1 0 0 0,6-2 0 0,1 2 4 15,3-2 0-15,2-3 0 0,2-1-4 0,1 2 2 16,2-4-3-16,2-1 2 0,1-1 2 16,-2-3-3-16,3 1-4 0,-4-1 1 0,1-2 2 0,4-4-3 15,-4 2 0-15,-2-2 1 0,-1 0-8 0,-3-2-2 16,-1 1-4-16,0-4-2 0,0 2-3 0,-2-2-3 16,-1-2-2-16,-1 1 3 0,-1-1-1 0,0 0-1 15,-5-2-1-15,1-5-2 0,-3 4-1 0,1-3-1 16,-2 2 11-16,-3-1-7 0,-1-1 0 0,1-3 3 15,-2 4 1-15,2 3-1 0,0 2 3 0,-1 0-1 16,2 3 1-16,3 6 2 0,-5-8-2 0,5 8 0 16,-1-9-2-16,1 9 2 0,0 0 2 0,9-9-2 15,-3 7-1-15,5 2 4 0,1-2 0 0,0 0 8 16,6 1-11-16,-6 1 4 0,6 5-1 0,-1-3 0 16,2 2-1-16,-7 1 0 0,3 4-1 0,0-1 4 15,-1 4 1-15,-6 0 4 0,1 2 10 0,-1 2 3 16,-6 0 0-16,2-3 5 0,-3-1-1 0,1 1 1 15,-2 2-2-15,-2 3-1 0,1-7 0 0,2 1-2 16,-1 0-2-16,2-2 1 0,0 0-3 0,-1-1 1 16,2-2-1-16,1-1 2 0,0 0-4 0,2-2 8 15,3 1-7-15,1-3 5 0,1-2 2 0,2 2-9 16,0-3-2-16,1 0 0 0,-2-2 1 0,-1-2 1 16,3 0-4-16,-2-2 2 0,1 0-1 0,1-2 0 15,-3-3 0-15,2 1 3 0,-4-2 8 0,-3-4-10 16,5 3 6-16,-8-1 4 0,3 0-1 0,-4-2-1 15,-2 1 4-15,0 5-2 0,0-2 2 0,0 3 2 16,-2 1 9-16,2 9 8 0,-2-13-12 0,2 13-2 16,0-11-6-16,0 11-5 0,0 0-3 0,0 0-2 15,0 0 1-15,0 0-1 0,0 0-3 0,-7 28 2 16,5-17-1-16,0 6 1 0,-1-5 7 0,1 1-7 16,2 3 1-16,-2-3-10 0,2 4-24 0,-1-4-34 15,0 0-26-15,3 2-44 0,-2-1-67 0,2-3-57 16,-2 0-209-16,-2 1-502 0,2-12 222 0</inkml:trace>
  <inkml:trace contextRef="#ctx0" brushRef="#br0" timeOffset="64950.31">6856 6510 2331 0,'-6'-11'11'15,"1"0"35"-15,1 2-59 0,1 4-29 0,3 5-34 16,-2-8-3-16,2 8 9 0,0 0-6 0,0 0-21 16,0 0-35-16,19 13-24 0,-12-3-119 0,2 3-297 15,7 0 132-15</inkml:trace>
  <inkml:trace contextRef="#ctx0" brushRef="#br0" timeOffset="65513.6">7193 6756 70 0,'7'-4'220'0,"0"-1"4"0,2-1-1 0,-1-2-4 16,0 0-10-16,-2-1-14 0,1 1-14 15,-2-1-10-15,3-1-10 0,-1 2-11 0,-1-1-14 16,0 0-11-16,-1-2-12 0,0 0-7 0,0 2-11 16,-4-3-3-16,3 2-11 0,-3 2-3 0,0-3-4 0,-1 4-9 15,0 7 1-15,-1-11-9 0,-3 5-6 0,4 6-4 16,-6-6-7-16,6 6-6 0,-14 2-3 15,2 2-1-15,-4 3-7 0,0 3-3 0,-5 6 0 16,0 1-3-16,3 2 2 0,3-5 0 0,0 8-6 0,3-5 2 16,5-1 0-16,1 0 6 0,4 0-2 15,2-3-4-15,2 4-1 0,2-7 2 0,5 5 3 16,4-2-4-16,-3 1 4 0,5-4-6 0,1-1 5 16,3-2-4-16,-1-4-3 0,4-1-1 0,-1 4 2 15,2-5-3-15,-3-1-3 0,0-1 4 0,-1-1-2 0,3-2-1 16,-4 1-1-16,0 0 0 0,3-3-1 15,-2-1 6-15,-3-1-5 0,2-1 0 0,-3-3 5 16,0 1-2-16,-3-1-4 0,-3 0 1 0,0-1-4 16,-1-3 2-16,1 1-2 0,-2-2 1 0,-2 6 2 15,-1-5-7-15,-1 4 3 0,-2 2-1 0,2 0 0 16,-1 1 6-16,-2 3-9 0,0 6 3 0,1-10-1 16,-1 10-2-16,0 0-3 0,0 0 0 0,0 0-1 15,0 0 6-15,0 0-1 0,-6 23 6 0,2-7 5 16,-2-1 0-16,1 2-3 0,0 1 5 0,-1 2 9 0,3-1 0 15,-1-4-7-15,1 5 10 0,1-4-8 0,0 3-8 16,1-1 6-16,-3 0 5 0,4-2-2 0,-1 1-1 16,-2-4 0-16,0 0 1 0,-1-3 3 15,-1 6 1-15,-2-6-5 0,3 0-1 0,-4 2-1 16,-2-3-15-16,-2 2-21 0,-1 1-33 0,-1-4-27 0,-4 0-43 16,3 2-38-16,-6-3-60 0,2-1-63 0,-5 4-242 15,5-7-572-15,-3 0 254 0</inkml:trace>
  <inkml:trace contextRef="#ctx0" brushRef="#br0" timeOffset="72828.39">8434 6655 84 0,'-1'-8'228'16,"1"8"-13"-16,-3-12-9 0,1 5-5 0,2 7-10 15,-1-8-13-15,1 8 4 0,-7-6-19 0,7 6-17 16,0 0-10-16,0 0-19 0,0 0-7 0,-14 18-4 16,6-3-3-16,-2 1-3 0,-1 10-5 0,0-1-6 15,0-2-11-15,3 1-7 0,5-7-8 0,-4 7-4 16,6-6-5-16,2-1-3 0,2-3-5 0,-1 0-5 15,6 0-4-15,-3-4-1 0,4 1-6 0,0-2 2 0,6-3 0 16,-2-3-10-16,4-1 8 0,-3-2-9 16,2 0-1-16,2-5-2 0,-5 0 1 0,0 1 4 15,4-2-7-15,-6 1-1 0,-1-3 1 0,4-3-2 16,-2 2-6-16,-3-4 1 0,-2 4 0 0,5-5-1 0,-7 5-1 16,-1-3 1-16,0-1 1 0,0 3-5 0,-3-1 3 15,-1 2-3-15,1-1 1 0,0 3-1 16,-1 7-4-16,0-12-2 0,0 12 6 0,2-9-10 15,-2 9-2-15,0 0 2 0,0 0 1 0,0 0 2 16,0 0-5-16,0 0 2 0,0 0 5 0,-3 30 0 16,4-18 0-16,1-1 2 0,-1-1-3 0,3 0 3 15,-2 3-1-15,2-4-2 0,1 2 3 0,0-1 0 16,3-4 2-16,1 4 3 0,-1-4-3 0,2 0 0 16,1-1 4-16,0-2-3 0,0 1 1 0,2-3-4 0,-3-1-2 15,0-1 4-15,3-2 3 0,-5 0-6 16,-2 0-5-16,2-3 4 0,-2-1 1 0,1-2-6 15,-4-1-2-15,0 1-2 0,0-4-2 0,-3-3 0 16,-2 5-5-16,0-6 0 0,-3 0 6 0,-1 0-2 0,1 1 0 16,-4-1-1-16,3 3 3 0,0 2 0 0,2 1 3 15,0 2 2-15,0 1 1 0,-2 1 4 0,3 3-4 16,3 4 8-16,-5-8-10 0,5 8-3 0,0 0 1 16,0 0-1-16,0 0 1 0,0 0 2 15,0 0 0-15,17-2 2 0,-6 4-5 0,2-1 2 0,6 3 3 16,1-2 2-16,1-2-2 0,7 0 4 0,-6-2-4 15,-1 1 4-15,-1 0-3 0,-1-3-1 0,1 2 1 16,-8 1 4-16,-1-1 0 0,-1-2-1 0,1 1 1 16,-5 1 3-16,-1-1 11 0,-5 3 7 0,12-3 3 15,-12 3 5-15,7-3 3 0,-7 3-5 0,7-3-2 16,-7 3-7-16,0 0-3 0,0 0-1 0,10-1-6 16,-10 1-1-16,0 0-2 0,4 10 1 0,-3-5-3 15,0 7 6-15,-1 0-4 0,-1 3 1 0,0 1 2 16,0 3 9-16,-1-2-14 0,4-1-6 0,-4 3-17 15,1-2-19-15,1-2-20 0,1 1-27 0,-1 0-34 16,-1 0-47-16,1-2-51 0,1-2-49 0,-2 1-166 16,1-4-468-16,0-9 208 0</inkml:trace>
  <inkml:trace contextRef="#ctx0" brushRef="#br0" timeOffset="73201.52">9302 6487 65 0,'0'0'250'0,"3"-8"-5"15,-3 8-6-15,4-4-22 0,-4 4-19 0,0 0-19 16,0 0-8-16,0 0 2 0,0 0 7 0,1 22 0 16,-1-2 18-16,-4 5 12 0,-2 3-24 0,0 2-13 15,1 2-22-15,-2-3-2 0,2 1-20 0,-3-1-5 16,3 1-23-16,0-2-5 0,3 4-7 0,1-4-11 15,-5 1-8-15,3-5-19 0,1-6-31 16,0-3-25-16,1 2-34 0,0-5-47 0,1-4-45 0,0-8-43 16,-2 16-64-16,2-11-39 0,0-5-219 0,0 0-536 15,0 0 237-15</inkml:trace>
  <inkml:trace contextRef="#ctx0" brushRef="#br0" timeOffset="73631.39">9201 6692 2 0,'3'-5'174'16,"2"0"-16"-16,3 0-16 0,2 0-11 0,0-3-3 16,0 1-9-16,3 0-3 0,4-1-3 0,0-2 2 15,0 3 5-15,2-4-9 0,2 2-7 0,0-4-3 16,-3 4 2-16,-1 0 0 0,-2-2 1 0,-2-1-7 16,0 2-1-16,-4 0 2 0,1 2 0 0,-1-2 2 15,0 2-3-15,-1 0-6 0,-3 4-1 0,0-2-9 16,-2 2-8-16,-3 4-10 0,6-4-12 0,-6 4-5 15,0 0-1-15,6 13-4 0,-6 4 3 0,-4 5 5 16,-1 6-1-16,-1 2 2 0,-3 0 5 0,-1 3-4 16,1-4-3-16,-3 1 0 0,4 1-9 0,-1-6-5 15,-1 1-4-15,3 0 1 0,4-8-6 0,-1-2 1 16,3-4-3-16,-2 0-5 0,3-2-7 0,0-1-4 16,-1-3-5-16,1-6 1 0,0 0 3 0,3 10-1 15,-3-10-2-15,0 0-3 0,0 0 2 0,16-15 0 16,-7 6-4-16,-2-2 1 0,0-2 3 0,2-1-5 15,3-4-3-15,-2 5 4 0,0-1 0 0,-2 2-4 16,1 5-1-16,-1-2-3 0,2 3 5 0,-4 2-7 16,0 1-1-16,-6 3 1 0,13 1 8 0,-13-1-2 15,14 9 1-15,-9-1 0 0,2 2 5 0,-2 0-9 16,1 5-6-16,-1 3-27 0,2-3-37 0,-2 2-45 16,0 1-54-16,4-3-59 0,0 3-261 0,0-5-540 15,-3-2 239-15</inkml:trace>
  <inkml:trace contextRef="#ctx0" brushRef="#br0" timeOffset="73978.62">10066 6689 101 0,'4'-7'296'0,"-1"2"-16"0,-1-2-13 16,-2 7-10-16,3-9-5 0,-3 9-18 0,2-7-25 15,-2 7-14-15,0 0-23 0,0 0-17 0,0 0-17 16,0 0-11-16,0 0-5 0,-2 24-8 0,-3-9-13 15,-3 3-4-15,2 6-10 0,-1-5-12 0,4 1 0 16,-3 3-6-16,0 3-5 0,2-6-12 0,0-2-20 16,2 2-33-16,-2-4-39 0,-1 3-41 0,2-3-42 15,2-1-46-15,1-3-59 0,-1-1-60 0,-1-2-153 16,1-2-476-16,1-7 210 0</inkml:trace>
  <inkml:trace contextRef="#ctx0" brushRef="#br0" timeOffset="74119.64">10064 6429 21 0,'13'16'26'0,"-7"-1"-35"0,2 4-8 0,1 8 5 15</inkml:trace>
  <inkml:trace contextRef="#ctx0" brushRef="#br0" timeOffset="74547.6">10198 6925 153 0,'0'0'259'0,"0"0"0"0,0 0-9 0,0 0-23 16,-8-22-13-16,8 14-9 0,0-4-15 16,0 2-10-16,0 1-14 0,0-4-15 0,3 2-5 15,1-5-21-15,2 1-14 0,4-3-9 0,2 1-5 16,2-3-10-16,1 7-13 0,1 0 6 0,0 1-23 0,2 4-7 15,0-1 16-15,0 6-4 0,-4 2-5 16,4 2-10-16,0 3-4 0,-2 5-6 0,1 1 1 16,-3 0-4-16,-1 2-9 0,1 1-2 0,-7-3 6 15,1 4-7-15,-3-1 0 0,2-2-1 0,-5 2-8 16,1-3 3-16,-1 0-1 0,0-3-1 0,-1-1 3 16,-1-6-1-16,-3 9 1 0,3-9 0 0,-4 6-2 15,4-6-3-15,0 0 2 0,-12 2 13 0,12-2-18 16,0 0 4-16,-13-6 1 0,13 6-7 0,-4-11 3 0,3 1-7 15,-1 4 4-15,2 6-4 0,3-17-2 0,1 6-5 16,0-1 4-16,2 1 1 0,4-3-10 0,2 1-2 16,-2 3 0-16,4-1 0 0,3 1 0 15,-6 5-1-15,-1 0 0 0,1 1-1 0,-1 1 2 0,-2 3 0 16,3 3-1-16,1-1 2 0,-3 3-1 0,-2 1 0 16,3 4 1-16,-3-1 2 0,-1 0 0 0,-1 2-1 15,-1-2 2-15,0 8 2 0,-1-3 3 16,0 0-29-16,-1 2-31 0,-1 0-36 0,-1 1-34 15,1-2-32-15,2-5-53 0,-2 3-48 0,-1 0-201 0,1-4-504 16,-1-9 224-16</inkml:trace>
  <inkml:trace contextRef="#ctx0" brushRef="#br0" timeOffset="74813.86">10878 6582 38 0,'3'-15'254'15,"-2"3"7"-15,-1 2-4 0,4 1-12 0,-4 4-19 16,0 5-26-16,2-10-19 0,-2 10-16 0,0 0-15 16,0 0 12-16,0 0 5 0,8 33-11 0,-7-7 21 15,2 2-15-15,-5 2 0 0,1 2-7 0,-2 0-12 16,-3 3-12-16,0-1-15 0,-1 1-6 0,1 1-9 16,-2 9-6-16,-2-13-10 0,4 0-10 0,-2 0-7 15,0-2-7-15,1-1-6 0,3 0-32 0,-3-3-36 16,1-2-35-16,2-7-38 0,0 1-40 0,-2-3-35 15,2 0-46-15,2-5-45 0,-2-1-46 0,-1-1-201 16,2-3-540-16,-2-1 240 0</inkml:trace>
  <inkml:trace contextRef="#ctx0" brushRef="#br0" timeOffset="75277.62">10879 6754 47 0,'15'-12'205'0,"0"5"-2"15,-3 3-5-15,0 1-12 0,-2 3-15 16,1 0-1-16,0 1-4 0,-2 3-3 0,0 5-12 16,-2-1-12-16,0 1-13 0,-2 2-11 0,-1 0-7 15,-3 0-12-15,-4 1-9 0,1 4-11 0,-7-1-4 16,1 0-6-16,-2-4-18 0,-5 0-9 0,-7 4-19 16,4-6-1-16,0 0-4 0,0-4-2 0,5-1-4 15,3-2 0-15,-1 0 0 0,3-2 1 0,0 0-1 16,8 0-4-16,0 0 1 0,-14-4 0 0,14 4-1 15,-3-4 6-15,3 4-2 0,0 0 1 0,0 0 3 0,0 0-1 16,20-11 2-16,-7 9-2 0,-2 2-2 16,2 0 2-16,7 0 0 0,2 3 3 0,-1-4-4 15,8-1-1-15,-1 1-1 0,-6-3-2 0,6 4 0 16,-7-1-3-16,5-1 1 0,-3 0 0 0,4-3-4 0,-9 1 12 16,2 0-8-16,0 0 2 0,-5-3-2 15,-5 1 5-15,2 0 11 0,-2 0 5 0,-1-1-2 16,-2-2 6-16,0 0 5 0,-5-1-2 0,0 1 3 15,-1-1 3-15,-1 0 1 0,-1 0-4 0,-1 2 7 0,0-1-4 16,-3 0 3-16,1 3 3 0,-1 0-6 16,5 6-7-16,-11-5-3 0,3 4-4 0,8 1-2 0,-22 5-2 15,12 2 7-15,-2 2-4 0,-1 0 2 16,1 4-5-16,0 0 1 0,3-1 1 0,4 4-3 0,-1 0-17 16,-1-1-29-16,7-6-39 0,2 3-44 0,-2-2-47 15,2 0-46-15,4-1-54 0,4 0-246 0,-1 0-542 16,2-3 240-16</inkml:trace>
  <inkml:trace contextRef="#ctx0" brushRef="#br0" timeOffset="75700.62">11585 6728 213 0,'-2'-9'269'0,"0"-1"-9"15,-5 3-4-15,3 1-4 0,-1 1-14 0,-2 3 2 16,-5 2-6-16,-5 0-4 0,0 7-15 0,-1 1-1 15,2 2-16-15,-8 4-7 0,9-3-17 0,-8 6-7 16,6-3-20-16,4-1-13 0,-1-1-16 0,3 2-8 16,1 0-12-16,2 1-9 0,4-2-5 0,2-1-7 15,2-2-13-15,2 2-6 0,2-1-2 0,4-2-8 16,-1-2-14-16,5-1-9 0,2-2-8 0,3-2-11 16,2-1-15-16,0-1-10 0,-1-3-4 0,3-1 4 15,-4-2-3-15,2-3 5 0,-2 2-1 0,-3-4-1 16,1-4 7-16,-1 1-4 0,-1 0 0 0,-1-5 0 15,-1-3 3-15,1-5 2 0,-3 3 2 0,-2-1 1 16,-3-1 2-16,4-1-9 0,-3 0 6 0,1-1 4 16,-2 0 3-16,-1 0 2 0,2 3 4 0,-3 1 13 15,1 7 8-15,0 1 18 0,-3 4 1 0,3 2-4 16,-3 4 3-16,2 0-8 0,-2 6-6 0,1-7-9 16,-1 7-4-16,0 0-2 0,0 0 7 0,6 26-9 15,-7-8-13-15,-2 9 17 0,1 0-2 0,-1 1 8 16,1 0-14-16,1 3 1 0,-5-5 3 0,4 2 2 15,-2 0-7-15,3 0-30 0,-1-2-31 0,1-2-29 16,0 2-37-16,1-3-42 0,0-5-31 0,1 2-40 16,0-7-56-16,2 0-36 0,1-2-211 0,0 0-581 15,-2-4 258-15</inkml:trace>
  <inkml:trace contextRef="#ctx0" brushRef="#br0" timeOffset="76060.83">11922 6750 38 0,'-1'-11'256'0,"-2"1"-4"16,1 4 2-16,-2 1-13 0,4 5-18 0,-10-7-15 16,10 7-2-16,-16 5-5 0,6 4-5 15,-5 1-8-15,2 3-13 0,-1 0-5 0,1 0-23 16,-1 1-11-16,6 0-3 0,-1-1-26 0,3 0-6 0,1-1-11 16,4-2 1-16,-1 0-11 0,4 0-9 15,4 2 0-15,0-5-20 0,1 0-12 0,3-1-11 16,0-3-11-16,3 2-12 0,-4-3 3 0,5-4-14 15,-1 1-1-15,-3-2-4 0,0 0-4 0,2 0 10 16,0-5-5-16,-1 3-2 0,1-8 3 0,-2 6-2 16,-2-3 5-16,1 0-2 0,-1 1 2 0,0-2 1 15,-1 1 0-15,0-5 1 0,0 6 0 0,-4 1 2 16,2 1-3-16,0 0 2 0,-3 3-3 0,-2 4-4 16,3-6-1-16,-3 6 1 0,0 0 8 0,0 0 5 0,0 0 6 15,0 0-2-15,2 24-1 0,-5-13-1 0,-1 8 3 16,0-5 3-16,3 0-4 0,-2 0-14 15,2 2-30-15,-1 0-34 0,2-4-42 0,1 5-39 16,0-6-46-16,2-1-24 0,1 1-29 0,2-1-186 0,1 0-471 16,3-3 209-16</inkml:trace>
  <inkml:trace contextRef="#ctx0" brushRef="#br0" timeOffset="76445.19">12212 6835 99 0,'0'0'251'0,"3"-7"-13"16,-3 7-5-16,0 0-9 0,0 0-1 0,0 0 6 16,0 0-6-16,0 0-6 0,7 17-5 0,-7-11 2 15,0 4-28-15,-1 2-17 0,1-3-8 0,-1 1-15 16,1-1-10-16,0 0-12 0,0-9-9 0,-3 15-17 16,3-8-6-16,0-7-11 0,0 9-4 0,0-9-6 15,0 6 1-15,0-6 16 0,0 0-9 0,0 0 0 16,0 0-3-16,0 0-11 0,0 0-10 15,0 0-7-15,0 0-3 0,0 0-6 0,3-29-4 0,-2 20-4 16,3-3-5-16,1 1-6 0,-1-2-2 0,6-1-4 16,-1-2-6-16,4-2-7 0,-2 3-7 15,5-6-10-15,3 2-5 0,-5 8 1 0,3 2-3 16,-2 0 1-16,-1-1 4 0,-3 6-5 0,0 0 9 0,0 3 12 16,-2 2-14-16,0 3 0 0,-1 0-3 0,-2 2 4 15,3 2 3-15,-5 3 9 0,1 0 0 0,0 0 8 16,-3 2-9-16,0-2 4 0,0 7-4 0,-2-3 2 15,3 1-4-15,3 0-24 0,-4-5-39 0,0 2-37 16,1-1-34-16,1 0-51 0,1-3-57 0,2-2-60 16,-1 0-237-16,1-3-589 0,5-1 260 0</inkml:trace>
  <inkml:trace contextRef="#ctx0" brushRef="#br0" timeOffset="76845.09">12747 6713 185 0,'-6'-2'248'0,"6"2"-6"0,-15-1 3 0,2 5-3 16,1 1 3-16,-5 4-2 0,-1 1-2 0,1 2-14 15,-2 3-16-15,8-2-1 0,-3 1-33 0,3 3-7 16,2-4-10-16,0 5-11 0,4-2 8 0,5-2-24 16,-2 1-7-16,4 1-9 0,3 1-10 0,7-3-23 15,9 4 15-15,4-3-8 0,2-2-10 0,5-2 8 16,1-4-23-16,1-1-3 0,3 1-8 0,-1-4-2 15,4-3-7-15,-4 0-4 0,1-2-6 0,-3-5-2 16,0 0-3-16,-2-1-7 0,-6 1-5 0,1-5 12 16,-9 3-12-16,-2-4-8 0,0 3 7 0,-5-5-5 15,1-1 10-15,-2 1-15 0,-5-2-4 0,-1 2 6 16,-2 3 5-16,-2-4-13 0,-2 0 0 0,-2 3-5 16,0 3 3-16,-1-1-1 0,-1 4-2 0,-2 0-4 15,-3 4 3-15,0 6 1 0,-7 0-1 0,1 1 1 0,0 4 3 16,-7 7 10-16,8 1-13 0,0-4 19 0,3 5-7 15,-1 2 14-15,5-2-11 0,1 1 2 16,5 1-5-16,3-2-15 0,5-2-33 0,1-1-42 16,3 0-45-16,5 1-43 0,-3-6-53 0,5 3-58 15,1-5-62-15,0 3-276 0,-2-3-668 0,-1-4 297 16</inkml:trace>
  <inkml:trace contextRef="#ctx0" brushRef="#br0" timeOffset="79247.8">13758 6573 94 0,'-10'4'148'0,"10"-4"-5"0,-4 5-8 0,0-1-2 15,4-4-9-15,0 0 2 0,0 0 4 0,-5 6 0 16,5-6-6-16,0 0-6 0,0 0 2 0,0 0 8 16,0 0-9-16,0 0-8 0,0 0-12 0,0 0-8 15,18 7-8-15,-9-9-9 0,4 1-4 0,6 0-7 16,1-2-8-16,0 2 0 0,0-1-6 0,3-1-5 16,-4 1-3-16,2-1 1 0,-3 1-11 0,-4 0 2 15,-1-1-9-15,-2 2 0 0,-2 1-4 0,-3-3-2 16,-6 3-1-16,14 0-3 0,-14 0-1 0,9 0 0 15,-9 0-3-15,7 4-1 0,-7-4-1 0,4 7 4 16,-4-7 3-16,0 14 3 0,-4-3 6 0,-1 3 4 16,-3 3 1-16,-2 1 1 0,-5 3 1 0,-1 0-1 15,1 1 5-15,-2-3-1 0,0 0-5 0,-3 1-1 16,6-5-5-16,0-1 5 0,1 0 2 0,-7 3 1 16,7-4-5-16,1-2 4 0,1 0-1 0,2-2-7 15,0-2 1-15,0 1-6 0,4-4-2 0,-3 1-1 16,4-1-2-16,-2 1-1 0,6-5 0 0,-8 5-3 15,8-5-2-15,-5 5-1 0,5-5 1 0,-2 7-1 16,2-7 3-16,0 0-1 0,9 10-2 0,-1-8 3 16,4 0-1-16,6 0-4 0,4 1-4 0,5-3-17 15,3 0-14-15,1 1-17 0,-2 1-26 0,1-4-31 16,-3 2-23-16,0 0-39 0,2 2-35 0,-10-2-39 16,0 1-191-16,-6-2-467 0,6-2 207 0</inkml:trace>
  <inkml:trace contextRef="#ctx0" brushRef="#br0" timeOffset="79664">14198 6912 191 0,'4'-7'194'0,"-4"7"-11"15,6-9-2-15,-3 2 0 0,-3 7-4 16,7-8-9-16,0 3-6 0,-3-1-6 0,5 1-6 0,-2 1-10 16,-2 0-10-16,4 1-4 0,-1 0-6 0,-2 0-8 15,2 2-10-15,-8 1-11 0,13-1-12 0,-13 1-5 16,14 1-10-16,-14-1-10 0,9 4-3 15,-5 1-3-15,-4-5 2 0,5 14 4 0,-5-5 6 0,0 1 1 16,0 2 12-16,-2-3 5 0,0 3-10 0,-3-3 3 16,-2-1-7-16,0 2 0 0,0-2 2 0,3-2-3 15,-1 1-7-15,-1 0 5 0,-1-1-13 16,4-1 3-16,3-5-7 0,-6 5-15 0,6-5 8 16,-5 4-3-16,5-4-6 0,0 0-5 0,-6 6 3 0,6-6-5 15,0 0-18-15,-4 3-9 0,4-3-7 0,0 0 1 16,0 0 5-16,0 0 0 0,4 13 0 15,0-7-3-15,1 0 2 0,2 1 2 0,0 0-1 16,-3 3-1-16,3-2-14 0,-3 0 5 0,2 0 4 0,-3 1-5 16,-1 2 3-16,3-4 5 0,-5 2-4 15,0 1 7-15,-5-1 0 0,1-2 0 0,-1 2 9 16,-3-2-12-16,-1 0 2 0,-1-1-1 0,-3 1 0 16,4-4 2-16,-5 0 4 0,2 0-3 0,0-2-8 15,3-1-9-15,-4-1-23 0,5 1-23 0,8 0-33 0,-15-3-46 16,7-1-49-16,0 2-59 0,4-2-48 0,4 4-153 15,0 0-493-15,-5-14 218 0</inkml:trace>
  <inkml:trace contextRef="#ctx0" brushRef="#br0" timeOffset="79829.42">14526 7059 7 0,'7'-2'347'0,"-7"2"-23"15,10-2-7-15,-10 2-1 0,5-1 9 0,-5 1 0 16,0 0-23-16,0 0-40 0,8-5-8 0,-8 5-29 15,0 0-21-15,0 0-22 0,0 0-35 0,3-5-52 16,-3 5-72-16,0 0-69 0,0 0-69 0,0 0-75 16,0 0-92-16,0 0-222 0,0 0-546 0,0 0 242 15</inkml:trace>
  <inkml:trace contextRef="#ctx0" brushRef="#br0" timeOffset="85911.74">4250 7454 10 0,'-10'-2'137'0,"-1"0"-6"0,0 1-10 0,-2-1 6 15,1 0 0-15,1 1-9 0,-3-1 4 0,3 1-2 0,-2-1 1 16,0 0-15-16,2 0-3 0,-2 0-8 0,2 0-6 16,-1 0-3-16,-1 2-1 0,2 0 4 15,3 0 4-15,8 0-6 0,-13-4 15 0,13 4-6 16,-10-1-5-16,10 1-13 0,-9-1-6 0,9 1-8 0,0 0-7 15,0 0-2-15,0 0-8 0,-10 0-7 0,10 0-4 16,0 0-5-16,0 0-2 0,0 0-3 0,0 0-1 16,28 5-6-16,-8-4 2 0,11 1 1 15,0-1-3-15,6 0 1 0,1-1-5 0,17-2-2 16,-4 3 0-16,-1-1-3 0,-10 1-3 0,-2-1-5 16,0 0 0-16,-3 0-14 0,0 2-7 0,-7-2-12 15,2 3-17-15,-8-2-29 0,-2 2-36 0,1-3-45 16,-3 2-38-16,-5 0-192 0,-6-1-420 0,1 0 186 15</inkml:trace>
  <inkml:trace contextRef="#ctx0" brushRef="#br0" timeOffset="86179.21">4281 7448 47 0,'-11'-3'197'0,"11"3"-2"0,0 0-11 0,-7-1-9 16,7 1-18-16,0 0-16 0,0 0-15 16,0 0-20-16,0 0-6 0,-10 8 1 0,10 1 2 15,-2 7-9-15,0 0-5 0,-2 9 4 0,0 2-1 0,2 2-13 16,-5 0-10-16,1 1-2 0,2 1-5 0,-2-2-5 16,0 2-6-16,1-1-3 0,-2-1-7 15,3 0 2-15,0 0-8 0,0-3-1 0,0-7-13 16,2 1-19-16,-2 3-14 0,3-5-45 0,-2 0-31 0,-1-3-45 15,4-4-41-15,0 0-184 0,-2 0-388 0,1-4 173 16</inkml:trace>
  <inkml:trace contextRef="#ctx0" brushRef="#br0" timeOffset="86697.17">4476 7535 109 0,'3'-7'240'0,"-2"1"-26"0,-1 6-20 16,5-7-19-16,-5 7-17 0,0 0 2 0,0 0 6 15,0 0-3-15,0 0-14 0,4 23-11 0,-7-8-11 16,0 4-10-16,-6 6-10 0,6 0-11 0,1 0-10 16,-2 5-7-16,1-4-6 0,1-2-11 15,0-4-6-15,0-2-5 0,1 3-4 0,-2-4-4 16,-1 2-1-16,2-4-4 0,0-2-6 0,1 2 0 0,-1-3-3 15,2-3-5-15,1 0-3 0,-1-4-7 16,0-5-7-16,-1 11-3 0,1-11-1 0,-2 7-5 16,2-7 1-16,0 0-3 0,0 0-6 0,0 0-7 15,0 0-6-15,0 0-5 0,0 0-4 0,16-4 6 0,-16 4-1 16,12-8 1-16,0 5 1 0,1-1 4 0,1 4 2 16,-2-2 3-16,3 2-2 0,-3 2 5 0,6-2-1 15,1 4 1-15,-2-1 0 0,2 0 4 0,0-1 1 16,-2 0 2-16,1-1 1 0,1 0 1 0,1 1 1 15,7-4-1-15,-6 0 4 0,-3 1-2 0,1-3 1 16,-1-2 2-16,1 0-2 0,-2 0 4 0,-5 0 5 16,2-4 12-16,-4 1-5 0,-2-1 7 0,3-3 1 15,-5-1-4-15,0 4 3 0,-3-2 5 16,-2 2 0-16,-1-3 0 0,-1 1 2 0,1 1 5 16,-4 2-2-16,-1-1 2 0,2 4-2 0,3 6-3 0,-3-8-2 15,3 8-9-15,-11-2 1 0,11 2-2 0,-16 4-3 16,7 4-2-16,0 0 2 0,-5 5-5 0,2 0 0 15,4 2 0-15,0 1-6 0,4 0-18 0,0-2-17 16,7 5-33-16,-2-3-48 0,4-1-60 0,6-4-63 16,0 2-195-16,4-1-468 0,4-3 208 0</inkml:trace>
  <inkml:trace contextRef="#ctx0" brushRef="#br0" timeOffset="87581.25">5357 7945 2038 0,'9'-9'45'0,"0"1"-36"0,-2 2 6 0,1-1-5 16,1 0-7-16,2-2 4 0,0 3-1 0,8-5 9 0,-4 2 16 15,3-3 3-15,-2 3 2 0,0-3 5 16,1 0 0-16,-1 5 6 0,-1-4 3 0,-2 0 0 15,-2 2-3-15,-1 2-2 0,1 1 1 0,-3-3 2 16,0-1 8-16,1 3-6 0,-6-3 1 0,1 0-5 0,-1 3-1 16,-4-4-1-16,1 4-2 0,-2-3 1 15,-3 2-4-15,-1 1-10 0,0 0 7 0,-2-2-8 16,1 8 1-16,-3-4-2 0,0 3-2 0,0 4-6 16,-4 3-4-16,-2 1 2 0,-9 7 0 0,3 3-3 15,3 0-1-15,-2 0 25 0,4 4-7 0,1 2-5 0,8-5 1 16,1-1-5-16,3 2 0 0,3 1-4 0,1-1 1 15,4 0-3-15,4 0 2 0,3-2-5 16,5-2 0-16,8 2-6 0,1-5-14 0,4-2-13 16,3-2-8-16,2-4-15 0,1-2-12 0,5-1-4 15,-3 0-6-15,-1-3-3 0,-2-1 1 0,0 0 2 16,-4-3 6-16,1-1 5 0,-4 1 6 0,1-3 5 16,-3 0 5-16,-8 2 3 0,-2-2 5 0,1 2 14 15,-2-3 15-15,-4 0-2 0,-1 1 12 0,-3-1 7 16,-1-1 13-16,-2-1-1 0,-3 2 2 0,1 1 9 0,-1 3 11 15,0-2 11-15,0 9 7 0,-4-12-6 0,0 8-2 16,4 4-12-16,-7-7-1 0,7 7 1 0,-13 2-5 16,4 4 3-16,-2 1 0 0,-5 4-4 15,1 1-3-15,1 1-3 0,2 0-7 0,0-2-2 0,3 3 0 16,0 1 0-16,4-4-7 0,2 0 0 0,1-4 1 16,0 4-10-16,4-4-1 0,-2-7-4 0,1 13-7 15,1-7-7-15,1-1 2 0,3-1-2 0,-1-1 1 16,3-2-2-16,-8-1 5 0,15 2 2 0,-7-3 3 15,-8 1-5-15,16-3 5 0,-11 0 1 0,2-1-2 16,0 0-1-16,-4-1 2 0,5 0-1 0,0-4 0 16,-2 2 1-16,1-1 5 0,-4 4 0 0,3-2 3 15,-6 6 3-15,6-7-5 0,-1 4-1 0,-5 3-10 16,0 0-1-16,0 0 1 0,0 0 2 0,12 10 4 16,-10 5 4-16,-2 9 2 0,-2 4-5 0,-1 1 4 15,-6 4 1-15,1-1 7 0,1 1 2 0,-2 0 0 16,0 1 3-16,-3-3-7 0,2 2 8 0,4-3 19 15,-3-3-15-15,2-1-2 0,2-2 2 0,1-7 0 16,2 0-4-16,-1-5 1 0,2-2-6 0,1-10 6 16,-3 12-2-16,3-12 2 0,-2 10 18 0,2-10 17 15,0 0-4-15,0 0 6 0,0 0-10 0,0 0 1 16,18-16-8-16,-10 8-4 0,4-8-4 0,4-3-2 16,1-3 2-16,1-3-9 0,4 1-12 0,0-1-6 15,1-3-5-15,1 0-7 0,8-9-6 0,-6 14-14 16,-1-4-15-16,2-1 1 0,-4 5-6 0,-1 1-3 15,-2 3-18-15,-3 5-9 0,-4 1-15 0,-3 4-26 16,0 0-30-16,-1-1-36 0,-1 3-51 0,-1 1-55 16,0 0-275-16,-4 3-607 0,-3 3 268 0</inkml:trace>
  <inkml:trace contextRef="#ctx0" brushRef="#br0" timeOffset="88379.38">6392 7742 224 0,'0'0'257'0,"4"-7"-14"0,-4 7-28 0,4-6-24 16,-4 6-20-16,0 0-14 0,0 0-7 0,0 0 3 16,0 0-8-16,1 25-2 0,-4-8-8 0,2 2 6 15,-3-1-14-15,2 1-5 0,-2 0-12 0,4 8-10 16,-3-3-11-16,3-6-6 0,3 0-7 0,1-1-11 16,2 0-6-16,-2-4-6 0,1-2-4 0,2 0-2 15,0-3-5-15,5 1 2 0,-3-5-6 0,3 2 3 16,1-3-6-16,0 0 6 0,5-5-4 0,-5 1 3 15,5-4-3-15,-1 0 2 0,0-4-5 0,-8-1 1 16,9-1 0-16,-4-1-9 0,1 0 11 0,-3-1-4 16,-1 1 12-16,0-2-5 0,-4 0-7 0,1-2-4 15,2 3-1-15,-5 1-4 0,-1-1-2 0,-1 2-9 16,-1 1 10-16,1 2-5 0,-2 1-1 0,-1 7-5 16,1-11-2-16,-1 11-5 0,4-6-5 0,-4 6-2 15,0 0 1-15,0 0-6 0,0 0 0 0,1 24 7 16,1-15 2-16,-4 4 1 0,2-4-4 0,0 2 2 15,0 2-1-15,0-1-3 0,4 1 7 0,-3-3-5 16,2 1 7-16,2 1 1 0,0-3-7 0,2 0 8 16,4-2-5-16,-2-3 5 0,4 2 4 0,1-2-5 15,3-2-1-15,4-2 0 0,-2-2 3 0,-2-2-5 16,2 1 0-16,-1-3 1 0,-1 2 0 0,-1-2 3 16,-2-5 3-16,2 2-5 0,-6 0-2 0,3-2 2 15,-4 1-4-15,-2-1-1 0,1-3 1 0,-2-1-4 16,-2 4 8-16,1 2-5 0,-3 0 3 0,-1 3 11 15,-1 6-17-15,1-11-1 0,-1 11-4 0,0-7 1 16,0 7-11-16,0 0 6 0,0 0-1 0,0 0 6 16,-19 19 6-16,13-9-15 0,2 1-3 0,-3 5 17 15,4-4-4-15,-1 2 5 0,3 4-2 0,-1-1-7 16,4-5-22-16,0-1-28 0,2 2-35 0,2-3-35 16,2 2-40-16,0 1-56 0,3-6-53 0,2 3-266 0,-3-4-589 15,1 0 261-15</inkml:trace>
  <inkml:trace contextRef="#ctx0" brushRef="#br0" timeOffset="88548.68">7007 7610 19 0,'-7'-9'262'0,"2"1"-28"0,1 5-29 16,4 3-30-16,-5-8-27 0,5 8-26 0,0 0-38 15,0 0-49-15,0 0-45 0,3 32-54 0,5-17-138 0,-1 0-218 16,2-2 96-16</inkml:trace>
  <inkml:trace contextRef="#ctx0" brushRef="#br0" timeOffset="88911.85">7237 7778 238 0,'0'0'314'0,"-3"-8"-7"0,3 8-23 0,0 0-25 16,-2-6-28-16,2 6-24 0,0 0-26 0,0 0-13 0,0 0-12 15,0 0 0-15,4 31-9 0,-3-14-12 16,1 3-13-16,2 3-8 0,1 2-11 0,-1 1-6 0,2-1-2 16,-2-6-11-16,0 1-2 0,1-3-13 15,1-1-3-15,-4-1-13 0,2-4 3 0,1-1-4 16,-3-1-6-16,1-1-5 0,-2-3 2 0,-1-5 9 0,4 9 19 15,-4-9 2-15,4 4 0 0,-4-4-8 16,0 0-2-16,0 0-9 0,17-16-8 0,-12 8 5 16,4-5-12-16,-2-2-2 0,2-1-6 0,-1-1 0 15,2-7-4-15,2 1-1 0,-1-1-6 0,1-1-12 0,2-1-3 16,-1 5-11-16,3-2-12 0,-4 6-16 16,-2 1-20-16,0 0-21 0,0 2-18 0,-2 5-25 15,-2-1-38-15,-2 4-42 0,1 0-36 0,-5 6-43 16,9-1-24-16,-9 1-218 0,0 0-563 0,13 12 249 15</inkml:trace>
  <inkml:trace contextRef="#ctx0" brushRef="#br0" timeOffset="89296.29">7747 7846 134 0,'0'-10'258'0,"0"10"5"15,-3-11 5-15,3 11-5 0,-7-7-6 0,1 5-15 16,-3 0-15-16,-2 1 0 0,-1 6-9 0,0-4-8 15,-5 5-6-15,-3 5-15 0,-3 4-15 16,-4 1-14-16,5 1-17 0,2-1-12 0,6 1-22 16,1-2-2-16,0 0-6 0,5-1-3 0,1-1-19 0,0-1-7 15,5-2-7-15,-1 0-10 0,2-1-6 0,1-9 3 16,4 16-3-16,0-10-17 0,2-1-10 16,0-2-9-16,5 0-13 0,1-1-3 0,1-2-1 0,6-3-12 15,-2 0 5-15,-1-3 0 0,0 0 7 0,-1-3 2 16,-5 1-5-16,7-1 0 0,-4-4 1 0,-4 6 3 15,2-8-3-15,-2 1 7 0,0-1-9 0,0 1 5 16,0 1 3-16,-3 4-8 0,0 2 6 0,-3-2 1 16,0 5-5-16,-3 4 0 0,6-8-4 15,-6 8-2-15,4-2-4 0,-4 2 4 0,0 0 3 0,0 0 15 16,9 17-3-16,-6-8 7 0,-1 1-4 0,1 2 2 16,-2 0-4-16,2 0 7 0,0 4-5 0,0-6-5 15,1 3-25-15,-2 0-23 0,3-2-29 16,-2 0-41-16,2-1-37 0,0 0-46 0,3-2-61 0,1-2-55 15,-4-1-211-15,3-2-570 0,-8-3 252 0</inkml:trace>
  <inkml:trace contextRef="#ctx0" brushRef="#br0" timeOffset="89533.32">8088 7775 1905 0,'9'-30'52'0,"0"-4"21"0,-5 6 14 0,0 1 11 16,-2 9 30-16,-1-2-4 0,-1 5 6 0,0 5 9 15,2 0 4-15,-4 3 14 0,2 7-30 0,2-13-15 16,-2 13-8-16,0 0-9 0,0 0 6 0,0 0 17 16,-5 40 3-16,1-12 4 0,1 1-13 0,-1 3-7 15,0 0-4-15,1 0-12 0,0-1-9 0,-1 0-7 16,-2 1-8-16,2-2-3 0,0 1-7 0,0-3-10 16,2-2-9-16,-1-7-34 0,2 0-35 0,2 0-48 15,-1-4-39-15,-1 0-43 0,1-2-32 0,-1-2-41 16,2-2-53-16,-1-3-50 0,0 2-213 0,0-8-597 15,0 0 264-15</inkml:trace>
  <inkml:trace contextRef="#ctx0" brushRef="#br0" timeOffset="89894.11">8153 7977 6 0,'3'-7'192'0,"-3"7"-10"0,0 0 3 0,0 0 14 15,0 0 2-15,0 0-11 0,0 0-10 0,9 16-6 16,-8-11-14-16,-1-5-10 0,4 12-11 0,-2-6 4 15,0 0-17-15,3 1-3 0,0 0-10 0,-1-1 1 16,2 1-2-16,3-2-6 0,1 0-7 0,3-3-9 16,-3 1-5-16,9 0-7 0,-7-3-8 0,2-2-5 15,3 0-7-15,0-2 2 0,1-1-14 0,-1 0 5 16,-3 2 15-16,0-4-17 0,1-2 1 0,-1 1-1 16,-3 1 3-16,-2-1 2 0,-3-2-3 0,0 0-6 15,0 1-7-15,1-6-2 0,-4 6-1 0,-1-5 0 16,0 2 2-16,-4 2-4 0,1-2 1 0,0 3-6 15,-3 2 5-15,4 7-9 0,-4-12-5 0,0 8 2 16,4 4-3-16,-10-6 6 0,10 6-15 0,-16 6-2 16,1 1 7-16,-4 3-5 0,4 2-5 0,-4 6 0 15,-3-3 1-15,10 1 1 0,5-1 0 0,0-1-3 16,2-1-2-16,2 0-42 0,0-3-30 0,4 2-24 16,3-2-34-16,0 0-37 0,3-1-45 0,2 0-50 15,6-2-50-15,-3 0-208 0,2 1-561 0,0-4 248 0</inkml:trace>
  <inkml:trace contextRef="#ctx0" brushRef="#br0" timeOffset="90246.9">8562 7986 5 0,'5'-9'238'0,"-2"3"6"0,1 2 2 0,-4 4-11 16,2-9-14-16,-2 9-13 0,0 0 2 0,0 0 6 15,0 0-7-15,8 16-2 0,-8-4-14 0,-2 2-12 16,0-3-8-16,1 5-6 0,-4-1-9 0,2-3-3 0,-2 1-15 15,0 1-13-15,1-5-15 0,0 1-5 0,3 0-15 16,-2-2-3-16,1-2-12 0,-2-1-9 16,4-5 4-16,-3 7-9 0,3-7-7 0,0 0-1 15,0 0-5-15,0 0 0 0,0 0-13 0,0 0-9 16,0 0 1-16,0 0 0 0,16-26-2 0,-10 15-8 0,3-2 4 16,1-2-2-16,3 1-1 0,2-8-9 15,2 2 8-15,1 0 7 0,1 4-28 0,-4 4 13 16,0-1 0-16,0 4-3 0,-4 2 0 0,2 1-3 15,-3 1 7-15,1 3-10 0,0 2 8 0,-3 2-5 0,1 0-16 16,-2 4 22-16,3 1-3 0,-3 2-3 0,-2 1 3 16,-1 2-3-16,0-1 0 0,0-2 1 15,-1 4 3-15,0 0-25 0,-1-1-33 0,0-1-47 16,-1 1-49-16,2-2-69 0,-3 0-92 0,1-1-362 0,-1-9-723 16,0 0 321-16</inkml:trace>
  <inkml:trace contextRef="#ctx0" brushRef="#br0" timeOffset="90530.71">9085 7670 56 0,'2'-14'342'0,"-2"2"3"0,2 3-4 16,-1 2-9-16,-1 7-19 0,3-10-27 0,-3 10-26 15,0 0-19-15,0 0-8 0,0 0-7 0,0 0-14 16,-4 42-7-16,-1-15-9 0,1 1-14 0,-1 2-19 15,-4 0 2-15,2 1-5 0,0 1-7 0,0 1-13 16,-2-4-9-16,3 2-15 0,1-2-9 0,-3-2-6 16,5-1-11-16,2 2-8 0,0-9-12 0,0 0-4 15,2-2-9-15,1 0-1 0,0-5-10 0,0-1-12 16,2-1-29-16,0 1-18 0,1-5-33 0,5 1-31 16,-1-3-42-16,0-2-42 0,3-1-42 0,-2-1-31 15,-1-1-42-15,-9 1-39 0,16-5-34 0,-10 2-272 16,-3-4-671-16,3 0 298 0</inkml:trace>
  <inkml:trace contextRef="#ctx0" brushRef="#br0" timeOffset="90677.59">8976 7869 113 0,'-10'-5'258'0,"0"-1"-25"0,5 4-7 0,-2-2-7 16,7 4-10-16,-9-2-13 0,9 2-12 0,0 0-13 15,0 0-7-15,0 0-12 0,0 0-18 0,21-4-11 16,-2 3-14-16,10-2-34 0,1 1-52 0,2-1-61 15,5-2-92-15,1 1-83 0,-3 0-155 0,0-2-399 16,0 1 176-16</inkml:trace>
  <inkml:trace contextRef="#ctx0" brushRef="#br0" timeOffset="91060.85">9797 7873 232 0,'0'-6'318'0,"0"6"-7"0,1-11-13 0,-1 11-13 15,0 0-33-15,0-10-23 0,0 10-15 0,0 0-1 16,0 0 8-16,0 0-26 0,-5 25-2 0,2-10-18 16,-3 2-23-16,2 1-12 0,-1 0-2 0,1 0-21 15,-1 2-17-15,1-4-3 0,2 4-26 0,-1-4-42 16,0 1-34-16,2-2-38 0,-3 1-46 0,3-3-49 15,-1 0-46-15,-1-3-63 0,2-1-72 0,0-2-174 16,-3-1-534-16,4-6 237 0</inkml:trace>
  <inkml:trace contextRef="#ctx0" brushRef="#br0" timeOffset="91227.88">9793 7657 101 0,'2'-6'182'16,"1"-1"-8"-16,1 5-27 0,-4 2-18 0,0 0-18 16,16 11-38-16,-9 0-29 0,1 3-32 0,0 11-31 15,-1 1-29-15,-2 6-27 0,1 4-64 0,-2-1-150 16,5 10 66-16</inkml:trace>
  <inkml:trace contextRef="#ctx0" brushRef="#br0" timeOffset="91627.51">9947 8111 122 0,'3'5'217'0,"-3"-5"8"15,0 0-7-15,0 0 1 0,0 0-8 0,0 0-3 0,-1-23-13 16,1 13-11-16,0 1-10 0,1-4-11 0,-1-2-9 16,3 0-15-16,-1-2-9 0,5-1-12 15,0 1-8-15,2-1-14 0,5-6-4 0,3 4-10 16,2 0-2-16,-1 2-6 0,-3 8-7 0,2 1-6 16,3 3-8-16,-2-1-6 0,0 7 5 0,0 3-15 15,1 2-6-15,0 5 2 0,4 3-8 0,-9 1-2 16,2-1-5-16,-4 3 0 0,-1 1-3 0,-1-1 5 15,-2 1-5-15,-3-2-1 0,-3 1-4 0,1-3 4 0,-1-1-5 16,-2-2 1-16,2-2 1 0,-2-1-1 0,0-7-1 16,-2 11 6-16,2-11 0 0,-1 7-3 0,1-7 1 15,0 0 0-15,0 0-3 0,0 0-6 16,0 0 7-16,0 0 9 0,0 0-15 0,0 0-2 0,0 0-8 16,5-32 3-16,3 19-6 0,0-1 0 0,1-1 2 15,2 0 1-15,2 1-4 0,0-2 1 0,1 3-1 16,-2 2-3-16,5 1 2 0,-2-1-1 15,3 4 0-15,-6 3 1 0,0 2-1 0,-1 2 4 0,0 2-5 16,1 0 3-16,-3 6-2 0,1 0 2 0,-1 3-1 16,-1 2 9-16,-1 1-2 0,-3 2-4 15,-3-1 4-15,1 3-1 0,-1-3-26 0,-1 3-18 16,0 1-32-16,0-3-31 0,-3 2-34 0,3-1-49 0,-1-5-51 16,1-1-235-16,0 1-520 0,1-3 230 0</inkml:trace>
  <inkml:trace contextRef="#ctx0" brushRef="#br0" timeOffset="91869.24">10740 7824 170 0,'2'-27'221'0,"-2"1"22"0,2 12 7 0,-2 4-5 16,1 1-9-16,0-1-21 0,2 6-22 0,-3 4-18 15,2-6-16-15,-2 6-6 0,0 0 0 0,0 20 8 16,0 0-4-16,-2 10-6 0,-2 3-1 0,0 1-4 15,0 11-10-15,-2-9-9 0,0 9-10 0,-1-8-11 16,1-3-8-16,-1 10-10 0,2-9-11 0,-1-5-6 16,1 4-6-16,-3-3-9 0,0-1-17 0,1-2-39 15,2-3-28-15,-2-1-34 0,-1 2-42 0,1-2-49 16,1-4-51-16,2-6-47 0,1-2-64 0,-5 2-193 16,2-5-548-16,0-3 243 0</inkml:trace>
  <inkml:trace contextRef="#ctx0" brushRef="#br0" timeOffset="92330.55">10753 7955 226 0,'15'-8'240'0,"-5"4"-3"0,2 0-9 0,0 2-17 16,0 2-16-16,-3 1-12 0,4 3-9 15,-4 1-13-15,1-1-21 0,-3 3-1 0,1 2-18 0,0-2-11 16,-4 5-11-16,-4-2-10 0,0 2-10 0,-3-1-11 15,-3-2-20-15,1 2-13 0,-1-2-12 16,-4 0-5-16,3-1-6 0,-1-2-4 0,-1 0-3 16,1-2-2-16,2 0 0 0,0-2-1 0,6-2-2 0,-9 4 4 15,9-4 0-15,-7 4 2 0,7-4-5 0,-5 2-3 16,5-2-4-16,0 0 8 0,0 0-3 0,0 0 0 16,22 4 0-16,-12-2 2 0,9-4 1 15,0 2 1-15,2 0-6 0,8-1 9 0,-1 0-4 0,3 1 0 16,0-3 0-16,-1 0-2 0,0-1-3 0,-3 0 2 15,-1-2 4-15,1 0-4 0,-10 0 8 0,1-1-7 16,-4-2-7-16,-1 2 13 0,-4-2 0 0,-3-1-2 16,2 0 1-16,-1-1 9 0,-3-1 2 0,1 0 6 15,-3 0 8-15,-2 0-1 0,0 1-4 0,-3-1 3 16,0 4-1-16,-3 1 2 0,-3 0-7 0,3 4 1 16,6 3-1-16,-21 1 4 0,3 4 8 0,1 3 7 15,1 3 0-15,-9 3-3 0,9 0 4 0,2-1-1 16,4 2-11-16,-1-1 6 0,3 2-12 0,4 0 5 15,1-1-4-15,2-4-4 0,4 5-17 0,2-6-25 16,6 3-33-16,3 0-31 0,2-3-55 0,3 0-52 16,9-4-49-16,1 3-26 0,1-2-169 0,0-3-473 15,5-2 209-15</inkml:trace>
  <inkml:trace contextRef="#ctx0" brushRef="#br0" timeOffset="92760.93">11608 8031 33 0,'2'-13'196'15,"1"-3"8"-15,-3 6 10 0,-2-1-9 0,-1 1 11 16,-1 3-4-16,-3-1-5 0,0 6-4 0,-2-2-8 16,-2 4-11-16,-8 4 5 0,0 2-6 0,1 4-9 15,-2-1-15-15,2 2-9 0,0 1-5 0,3 0-17 16,-1 1-19-16,5 1 1 0,-2-3-15 0,7 0-11 16,-1 0-5-16,5 0-1 0,0-1-10 0,2 0-10 15,2 1-6-15,0 1 7 0,7-5-11 0,-1 1-8 16,5-3-9-16,4 1-17 0,0-2-11 0,0-3-6 0,3 0-6 15,-2-3-2-15,0 1-6 0,1-4-4 16,-3-1 7-16,-4-1 2 0,0 1-6 0,1-5 3 16,-4-2 4-16,-2-1-1 0,-3 1 5 0,0-6 1 15,2-5-5-15,-2-1 5 0,-1 1-1 0,2-2-3 0,-2-1 4 16,-1 2 1-16,1-1 2 0,-2 1 0 0,0-4 15 16,0 3-9-16,2 0 8 0,2 6 11 15,-5 1-3-15,4 3 11 0,-3 4 9 0,0 4 12 16,-1 8-4-16,0-15-14 0,0 15-3 0,3-7-2 0,-3 7-6 15,0 0-8-15,0 0 2 0,0 0 4 0,4 41-5 16,-6-21-8-16,4 7 6 0,-4 5 1 16,2-3 1-16,-3 3-8 0,1-1 1 0,1-2-1 15,-3 1-5-15,3-3-34 0,-4 0-24 0,4-2-30 16,1-1-23-16,0-5-28 0,0-2-29 0,1-1-22 0,2-3-43 16,1-3-11-16,0 0-28 0,3-3-211 0,-2 2-522 15,1-6 231-15</inkml:trace>
  <inkml:trace contextRef="#ctx0" brushRef="#br0" timeOffset="93094.17">11978 8014 129 0,'-1'-11'215'0,"-4"3"5"0,1 2-3 16,-2 1-11-16,0 1-8 0,-2 3 2 0,-4 4-1 16,-4 4 1-16,-5 3-12 0,-3 1-4 0,5 1-6 15,-4 4-15-15,7-4 2 0,0 1-22 0,3-2-20 16,3 0-13-16,2-3-8 0,3 3-11 15,1-2-6-15,1 1-9 0,6-4-8 0,-3-6-4 0,4 13-10 16,2-7-7-16,-1-2-3 0,7-1-11 0,-3 0-12 16,1-2-16-16,4-1 4 0,-2-1-2 0,1-3-1 15,0 2-1-15,-1-2-3 0,2-1 2 0,-4 0 2 16,0-1-5-16,-1-2 1 0,0 0 3 0,-1-2-2 16,2 3 3-16,-2-2-2 0,1 0-4 0,-4 1 5 15,2-2-5-15,0 1-2 0,-1 2 4 0,-3 2-1 16,1 1-4-16,-4 4-5 0,7-9-1 0,-7 9 2 15,0 0 1-15,0 0 9 0,0 0-10 0,3 16 8 16,-6-5-3-16,3 0-13 0,-6 1-35 0,2-1-27 16,2 5-32-16,-2 0-41 0,-1-3-50 0,2-3-58 15,0 2-226-15,1-1-522 0,-3-2 231 0</inkml:trace>
  <inkml:trace contextRef="#ctx0" brushRef="#br0" timeOffset="93482.49">12081 8014 166 0,'8'-8'258'0,"-4"2"-10"0,1-1-21 0,-1 4-24 0,-4 3-11 16,7-3-10-16,-7 3 4 0,9 8-3 16,-4-1-8-16,-1 2-10 0,-2 2-6 0,1 0-12 15,-2 2-4-15,0-1-7 0,3 0-7 0,-4-2-9 0,2 1-8 16,-2 1 0-16,0-2-29 0,2-1-8 0,-2-3-5 15,0-6-3-15,0 10-4 0,0-10-10 16,0 9 9-16,0-9 5 0,0 0 6 0,0 0-4 16,0 0-10-16,0 0 1 0,0 0-8 0,0 0 0 0,0 0-8 15,0 0-1-15,0 0-12 0,12-24 2 16,-6 16-5-16,1-3-1 0,4-3-6 0,1-2-14 16,3 3-5-16,1-1 0 0,-2 2 0 0,4-1-2 15,-3 5-4-15,-1 2-2 0,-3 1 0 0,1 1 1 0,-1 1-2 16,-2 3 8-16,2 4-7 0,-6 2 1 0,3-2 1 15,-1 4-3-15,-3 1-2 0,0 2 6 0,2-1 0 16,-2 3 2-16,-4 0-3 0,0-2 2 16,0 4-13-16,0-2-19 0,0 2-33 0,0 0-29 0,0-3-31 15,0 0-30-15,2-2-29 0,-1-4-46 0,3 1-51 16,0-2-237-16,2-3-564 0,-6-2 250 0</inkml:trace>
  <inkml:trace contextRef="#ctx0" brushRef="#br0" timeOffset="93864.52">12675 8000 131 0,'1'-8'233'0,"-1"8"-1"15,-4-13-11-15,4 13-14 0,-6-6-7 0,6 6 2 16,-14 5 3-16,1 3 3 0,-1-1-6 0,-1 6-2 16,-1-1-15-16,2 2-1 0,1 0-27 0,2 1-10 15,-1-2-15-15,3 2-5 0,3 0-2 0,0 0-6 16,4-2-15-16,4-2-16 0,2 1 0 0,0 1-4 15,7-2-7-15,1 1-7 0,5 0-10 0,0-3-6 16,2-1-2-16,8-3-2 0,0-1-2 0,1-4-2 16,1 0-5-16,-7 0-9 0,8-1 4 0,-9-3-2 15,6-2-11-15,-8 0-8 0,0 0 6 0,0-3-10 16,-3-1 5-16,-1-1 6 0,-1-2 0 0,-5-1-14 16,2 1 0-16,-3-3 5 0,0 2-9 0,-6-2 4 15,1 0-8-15,-3 5 3 0,0 0 0 0,-1 1 0 16,-1 1 1-16,-2 1 6 0,-2 5-12 0,0 0 7 0,-5 3 3 15,0 3 6-15,-7 3 5 0,-3 3 2 0,-1 5 4 16,4-4-7-16,5 3 3 0,-3 0-4 16,5 1 0-16,-1 1-9 0,3-2 4 0,3-1-13 15,6-1-46-15,0-2-51 0,4 4-48 0,1-4-46 0,3 0-62 16,4-1-58-16,3 1-306 0,4-3-670 16,-4-3 296-16</inkml:trace>
  <inkml:trace contextRef="#ctx0" brushRef="#br0" timeOffset="94497.34">13542 8229 52 0,'0'0'273'0,"9"-16"-2"16,-1 6-17-16,2-3-13 0,1-1-18 16,4-2-17-16,2-3-14 0,3 1-9 0,-2-2-13 15,2 0-10-15,3 2-2 0,-4-1-11 0,-2 0-11 16,2 0-6-16,-1-3-11 0,-4 1-15 0,-3 4 7 15,0 0-6-15,-2-1-8 0,-2 2-1 0,-2-1-5 16,-3 8-1-16,0-1 3 0,2 3-5 0,-1 0-10 16,-3 7 7-16,2-9-22 0,-2 9-13 0,0 0-5 15,0 0 2-15,-11 20-4 0,2-2-9 0,-3 5 18 16,2 2-11-16,1-1-2 0,3-5 9 0,-2 0-4 16,6-1 1-16,0 0-13 0,2-1 1 0,0 0 1 0,4-6-8 15,2 1-3-15,4 0 0 0,3 0 4 0,3-4-1 16,0-2-13-16,4-3 4 0,0 0-8 0,7-4 0 15,0-4-11-15,-4 1-5 0,-3-2-14 16,0-2 11-16,0-2-1 0,-7 1-6 0,3-4 5 0,-4 2-2 16,-1-3 3-16,-2 0 5 0,-1-1-8 0,-3 1 3 15,-1-3 0-15,2 2-1 0,-4-2-4 0,0 5 4 16,-2 1 2-16,4-1 4 0,-4 3-5 16,0 9 14-16,1-10-14 0,-1 10-5 0,0-6-1 0,0 6 3 15,0 0 2-15,0 0 6 0,-15 19 5 0,9-4 10 16,-1 3 4-16,-1-2 8 0,-2 7 6 0,4-5 6 15,-1 1-4-15,-2 4 2 0,2-6 0 0,0 1-9 16,1 1 1-16,1-1-3 0,1 0-1 0,1-2-3 16,-1 4 5-16,1-5-10 0,1-4-30 0,0 1-37 15,0-2-41-15,0 0-35 0,-1 0-34 0,-1-3-34 16,0 2-39-16,1-4-45 0,3-5-59 0,-11 7-204 16,4-6-592-16,7-1 263 0</inkml:trace>
  <inkml:trace contextRef="#ctx0" brushRef="#br0" timeOffset="94668">13746 7645 230 0,'-11'-3'243'0,"5"3"-27"15,-1-4-19-15,7 4-17 0,-10 0-24 16,10 0-25-16,0 0-20 0,-4 8-38 0,4-8-45 15,0 0-73-15,21 22-58 0,-4-12-134 0,12 2-255 16,3 1 113-16</inkml:trace>
  <inkml:trace contextRef="#ctx0" brushRef="#br0" timeOffset="95062.85">14741 8003 57 0,'0'-10'314'0,"0"4"-6"0,0 6-7 16,2-13-25-16,-2 13-24 0,0-6-15 0,0 6-28 15,0 0-21-15,0 0-9 0,0 0 8 0,0 0 8 16,0 0-11-16,-2 25-10 0,-1-9-1 0,-3-1-13 16,2 2-15-16,2-1-13 0,-3 1-13 0,1 0-14 15,-1 2-9-15,1-3-5 0,-1 1-18 0,3-1-36 16,2-1-42-16,-2 2-26 0,-1-5-40 0,1 0-50 0,0-1-42 15,0 1-38-15,2-6-57 0,-3 4-57 0,2-5-190 16,1-5-547-16,-5 12 243 0</inkml:trace>
  <inkml:trace contextRef="#ctx0" brushRef="#br0" timeOffset="95211.07">14750 7896 1889 0,'9'-29'3'0,"0"-1"-9"0,-4 5 28 0,-3 6-19 15,0 4-5-15,0 2-1 0,0 5 7 0,-1 2-5 16,-1 6-14-16,4-6-14 0,-4 6-12 0,0 0-30 16,11 16-30-16,-7 0-32 0,-3 4-121 0,2 5-274 15,-3 4 122-15</inkml:trace>
  <inkml:trace contextRef="#ctx0" brushRef="#br0" timeOffset="95432.22">14911 8229 19 0,'11'-7'259'0,"-11"7"-12"16,3-12 1-16,-2 7-1 0,3-5-8 0,-3 2-14 16,3-3 0-16,-2-1-12 0,2 2-21 0,2-6 5 15,0 1-28-15,3 1-17 0,0 0-8 0,-1 5-12 16,4-3-13-16,-3 3-10 0,0 2-7 16,2 1-10-16,-2 1-13 0,3 3-12 0,0 1 6 15,1 2-19-15,-3 2-6 0,-1 3-5 0,0 1-4 0,-2 2-6 16,2 1-1-16,-2-1-18 0,0 6-21 0,-1-1-33 15,-2-1-25-15,-2 2-43 0,0-2-44 16,1 1-53-16,-1-4-55 0,0 3-237 0,-1 0-536 16,-1-13 238-16</inkml:trace>
  <inkml:trace contextRef="#ctx0" brushRef="#br0" timeOffset="95714.93">15751 7970 2052 0,'12'-31'99'16,"-1"4"28"-16,-4 2-15 0,0 2-10 0,-4 6 28 16,-1 7 7-16,0-2-5 0,-2 5-5 0,2 0-10 15,-1-1-1-15,-1 8-15 0,1-6-13 0,-1 6-6 16,0 0 0-16,0 0 15 0,0 0 26 0,-2 35-8 16,0-11 5-16,-2 6-20 0,-2 3 6 0,0 2-7 15,-1 0-2-15,1 11-17 0,1-14-6 0,-4 1-1 16,5 2-12-16,-2-2-4 0,1-2-4 0,-2-1-7 15,1 2-4-15,-1-2-10 0,1-2-19 0,1 2-37 16,0-1-44-16,0-4-46 0,-4 0-41 0,4-10-33 16,-2 3-40-16,-1 0-41 0,3-4-58 0,-1-1-277 15,1-5-653-15,0 0 289 0</inkml:trace>
  <inkml:trace contextRef="#ctx0" brushRef="#br0" timeOffset="95944.14">15625 8192 1900 0,'15'-31'-4'0,"-1"3"54"0,2 1-17 16,1 4-4-16,-3 7 17 0,4-3 14 0,-3 6 13 16,0 1 5-16,2 3-2 0,0 1 4 0,-1 2-1 15,2 2-1-15,-5 4-7 0,0 0-6 0,1 4 0 16,-1 2-15-16,3 2 4 0,0 3-9 16,-4 1-4-16,0-1-3 0,-2 4-3 0,-1 1-2 15,-5-2 1-15,-3 2-9 0,-2-1 10 0,-4 0-11 0,-3 0-2 16,-1-1-3-16,-1-1-9 0,-3-2-19 0,-2 0-17 15,1 0-24-15,-1-3-22 0,-1-1-22 0,1-3-42 16,-6-2-38-16,10 1-46 0,-3-2-191 0,0-2-444 16,2-1 196-16</inkml:trace>
  <inkml:trace contextRef="#ctx0" brushRef="#br0" timeOffset="96661.48">16198 8058 204 0,'-1'-8'257'0,"1"8"-5"0,0 0-14 16,-14-4-14-16,14 4-4 0,-22 8-13 0,5-1-10 15,-1 0-5-15,0 5-13 0,1-2-19 0,3 1-10 16,-1 1-12-16,1-2-13 0,4-1-17 0,4 1 4 16,-1-1-24-16,2-1-8 0,4 0-7 0,0-1-6 15,-1 0-5-15,2-7-3 0,7 11-10 0,2-4-5 16,0-3-18-16,0 0-10 0,3-1-1 0,-1-3-4 15,0 0-4-15,3 0 3 0,-2-3-6 0,-1 1 2 16,2-3-2-16,-3 0-1 0,3-2 3 0,-3 1 0 16,-1-2-7-16,3-3 0 0,-3 3 3 0,-2-1 2 15,1-2-3-15,-2-1 1 0,1-2 3 0,-2 2-5 16,0 2 1-16,-1-1 7 0,-2 5 4 0,1-3-1 16,-2 4 1-16,-1 5-5 0,5-8-4 0,-5 8-7 15,0 0 4-15,0 0 1 0,0 0 0 0,0 0 7 0,0 26-2 16,-2-15 2-16,-1 0 4 0,2 2-4 15,0-2 3-15,-1 2 6 0,2-3-3 0,0 2 6 16,2 0-6-16,0-3 1 0,3 2 3 0,0-2 3 16,1 0-1-16,1-1 6 0,6-1-3 0,-3-2-3 0,3-1-4 15,5-1 0-15,1 0 3 0,0-3-9 0,0 0 5 16,-1-2-3-16,0 1 1 0,-5-2 0 16,1-1-2-16,-4 1 0 0,3-4 3 0,-5 2 1 15,1-2-7-15,-2-3 3 0,1 2 2 0,-2-1-7 0,-1-3-8 16,-2 2-2-16,-2-6-5 0,2 0-4 0,-4 4 8 15,-1-1-5-15,1 2-3 0,-3-2-2 0,-1 1 3 16,1 2-2-16,-1 1 4 0,-4 0-4 0,4 0 6 16,-1 7-6-16,0-5 8 0,1 2-5 0,5 5 5 15,-11-4-7-15,11 4 7 0,-8-3-8 0,8 3 1 16,-7-3 5-16,7 3-1 0,0 0 0 0,0 0 3 16,0 0 1-16,0 0 0 0,0 0 2 0,0 0 5 15,0 0-3-15,24-5 1 0,-6 5 4 0,1-2-2 16,-1 2 5-16,4-2-9 0,-2 0 2 0,-2 0 6 15,0 1 1-15,0 1-4 0,-3 0 14 0,-2 0-12 16,0 0-3-16,-3 0-1 0,-2 3-1 0,2-1-1 16,-4 2 3-16,1 4-1 0,-2 0 10 0,0 1 0 15,0 3 2-15,-3 0 5 0,0 1-6 0,-2 3 16 16,-2-2-16-16,1 3 6 0,1-1-4 0,-5 0 1 16,5-4-4-16,-4 3-23 0,3-2-30 0,-2-2-40 15,2 1-33-15,0-1-35 0,1 1-44 0,0-3-53 16,2-1-49-16,0 2-196 0,2-5-533 0,4 2 236 15</inkml:trace>
  <inkml:trace contextRef="#ctx0" brushRef="#br0" timeOffset="97694.59">17031 8076 121 0,'-4'-11'240'0,"-2"2"-10"0,-2 1-9 0,-1 4-7 0,-1 1-8 16,-5 4-5-16,-3 2 4 0,-3 3-9 0,-5 4-14 15,-1 0-6-15,2 4-14 0,4 1-10 16,4-2-13-16,3-2-13 0,0 1-9 0,4 1-15 16,2-3-9-16,2-1-11 0,-1 2 0 0,6 0-13 0,0-2-3 15,3 2-9-15,5-3-4 0,0 0-7 0,4-1-9 16,1-2 0-16,0 1-13 0,6-2-4 0,-4-2-5 16,4-1-4-16,-2-2 0 0,-3-1 2 0,0-4-6 15,-1 2 0-15,0-1 5 0,-2-2-7 0,2 0 2 16,-1-2 5-16,0-2-7 0,-2 2-3 0,1-4 1 15,-4 3 0-15,-2-2 1 0,5-2-4 0,-4 2 4 16,0 0 1-16,-2 1-1 0,-1 2-2 0,2 1 11 16,-1 2 0-16,-1 2-3 0,-2 4-7 0,3-6-2 15,-3 6 0-15,0 0 5 0,0 0-2 0,0 0 3 16,-8 22 6-16,3-12 5 0,1 0 3 0,0 1-1 16,3 1 1-16,0 1 1 0,-2-3 2 0,3 5-4 15,3-4-5-15,-1 1 7 0,5-1-1 0,0-1-1 16,4 2-1-16,0-3 3 0,3 0-2 0,3-2-1 15,0-1-4-15,-1 1 8 0,3-5-9 0,0-1-7 16,0 1-5-16,-2-3 3 0,2-2 5 0,-3-1-4 16,-2 0-2-16,0-4-1 0,-1 2 1 0,-4-4 2 15,-2-3-3-15,1 2-5 0,-2-4 13 0,-1-3-7 16,-1-1-7-16,0-5-1 0,-3 4 6 0,3-4-4 16,-1-4-1-16,-1 3 3 0,-2-2 0 0,0-1 0 15,0 4-8-15,-1 4 3 0,1-5 6 0,0 6 3 16,0 4 15-16,0 4-5 0,1 2 15 0,-1 2-6 15,0 7 12-15,0-11-15 0,0 11 1 0,0-6-13 16,0 6 3-16,0 0-2 0,0 0 6 0,-5 34-5 16,0-11-2-16,0 2 5 0,0 2 3 0,-2 2-3 15,1-1 4-15,2 1 3 0,0-1-1 0,3-2-4 16,0 1 4-16,2-8 4 0,0 1 0 0,2-1-12 16,3 0 7-16,1-2-5 0,-1-1-5 0,2 2 2 0,2-6 3 15,3 2 3-15,-4-7-3 0,2 0 9 16,2-1-12-16,2 1 3 0,3 0-2 0,-5-5 0 15,5-2 1-15,-4 0 2 0,4-3-1 0,-7 0 2 16,3-4-2-16,-3 0-7 0,4-2-1 0,-4-3 12 0,2 0-13 16,-1-3-2-16,-5-1-5 0,2-3 9 0,2-5 1 15,-4-1-2-15,1 0-5 0,1 0 2 16,-2-3 1-16,1 0-6 0,-3 2 5 0,3-3-4 16,-3 3-4-16,0 6 4 0,2-6-2 0,-2 8 4 0,-1 2-9 15,-2 5 4-15,1 2 8 0,-1-2 0 0,2 6-4 16,-3-1-2-16,-1 6-1 0,0 0-1 0,0 0-6 15,0 0 7-15,0 0-2 0,-1 26-4 0,-4-7 15 16,1 6 1-16,0 3 5 0,-1 0-4 0,0-3 5 16,2 2 5-16,1-2-3 0,1 1 11 0,2 1 0 15,0-8-3-15,2-1-1 0,-1 1-1 0,3-2 1 16,2-3 0-16,2 1-1 0,2-1-4 0,2-2-5 16,0 0 5-16,4-3 4 0,-1-1-4 0,2-2 0 15,2 0-5-15,2-3 3 0,7-3-3 0,-9 1-2 16,8-2-3-16,-6-4 3 0,-3 1-3 0,-1-2-2 15,1-1-3-15,-4-2-3 0,0 0 1 0,-3-2-7 16,-1-1 0-16,-2-3-2 0,-2 1-2 0,-1-3-3 16,1 1 0-16,-4 0-7 0,-1 0-5 0,-2 4 6 15,-2 1 7-15,1 1 0 0,-1 1-3 0,-1 3 0 16,3 6-1-16,-10-5-4 0,10 5 6 0,-19 4 0 16,7 0 7-16,-6 5-2 0,4 0-1 0,-1 1 12 15,1 4-7-15,5-5 6 0,0 5-6 0,0-1 8 0,5-1-4 16,2 1 0-16,3 0-14 0,1-3-32 0,4 2-45 15,4-4-38-15,-1 1-43 0,2-3-42 0,6 3-49 16,-1-4-56-16,5 0-295 0,-2-3-667 0,-2-2 296 16</inkml:trace>
  <inkml:trace contextRef="#ctx0" brushRef="#br0" timeOffset="97912.55">18332 7900 53 0,'3'-14'295'0,"-3"2"3"0,1 2 14 16,0 2-15-16,-1 3 5 0,0 5-41 0,2-10-32 16,-2 10-13-16,0 0-5 0,0 0-8 0,0 0-15 15,-8 41 4-15,3-14-14 0,2 3-6 0,-3 1-18 16,-3-1-11-16,3 1-12 0,-1-1-12 0,2-1-8 16,2 1-10-16,0-2-17 0,-1 1-5 0,1-3-8 15,3-7-41-15,0 1-51 0,0-3-44 0,0 2-45 16,0-1-55-16,-1-4-47 0,0-2-61 0,-1 1-70 15,0-4-198-15,2-9-584 0,-7 14 258 0</inkml:trace>
  <inkml:trace contextRef="#ctx0" brushRef="#br0" timeOffset="98830.32">18837 8033 214 0,'0'0'235'0,"0"0"-3"0,0 0-1 16,-13 25-10-16,7-16-11 0,1 1-21 0,0 0-14 15,-2 2-19-15,3-1-11 0,1 2-14 0,1-1-14 16,2-1-10-16,2 1-10 0,0 0-4 0,6-1-9 0,-1-2-10 16,4 2-4-16,-1-3 0 0,6-2-15 15,2 1-1-15,0-4-4 0,0 1-6 0,0-4-7 16,1 0-3-16,-1-1-1 0,1-2-5 0,-2-2 1 16,-4 2-5-16,-1-2 0 0,0-1-2 0,-2-3 0 15,0 3-3-15,-2-3 0 0,0 0-1 0,-3-3 6 16,-1 0-11-16,1 1 16 0,-1-1-6 0,-4 2 0 15,1 1 0-15,-1 2-1 0,0 7-3 0,1-13 1 16,-1 13-3-16,1-5-6 0,-1 5 1 0,0 0-5 0,0 0 11 16,0 0 2-16,0 0 7 0,0 0-6 0,3 23 6 15,0-15-2-15,-1-1 0 0,2 2 1 16,0 3-2-16,2-2 8 0,2-1-1 0,0 1-7 16,1-3-1-16,2 1 5 0,-1-1-4 0,3 0-2 0,5-3 6 15,0 2-8-15,2-3-1 0,2-2-1 0,-3 0-3 16,-1-1-2-16,0-1-2 0,-7-2-2 15,1 0 3-15,1-3-15 0,-4 0 6 0,-2 1-6 16,3-4-3-16,-3-1-3 0,-1-1-11 0,-2-2-2 0,-2-3-15 16,-2-1 2-16,-2-2 6 0,0-2 1 0,-2 1-4 15,-3-2 3-15,0 4 1 0,-1 3 5 16,4 3 5-16,0 3 3 0,1 1 2 0,0 1 5 0,3 7-4 16,-5-11-1-16,5 11 1 0,-2-5-2 0,2 5 4 15,0 0-2-15,0 0 5 0,0 0 1 0,0 0 4 16,29 10-1-16,-14-3-1 0,5-1 3 0,1-3 3 15,6 5-4-15,2-5 0 0,-7 0 4 0,6 1 0 16,-6-2 0-16,-2-2 0 0,-2 0-1 0,-1 0 3 16,-5 0-2-16,-1-2 8 0,-1 1 2 0,-3 0-1 15,3-2 4-15,-4-1 16 0,-6 4-2 0,14-4 4 16,-8 0-4-16,-2 1 9 0,-4 3 0 0,8-4 16 16,-8 4-22-16,5-4-3 0,-5 4-6 0,0 0-4 15,8-3-10-15,-8 3 5 0,0 0-3 0,6 14 5 16,-3-2-2-16,-2-3 1 0,0 7 0 0,-2-2-5 15,2 3 3-15,0 1-9 0,-1-2-18 0,-1 3-28 16,0-4-37-16,1 1-50 0,-4 0-57 0,3 0-65 16,-2-6-66-16,2 1-219 0,-3 0-581 0,-1-4 256 15</inkml:trace>
  <inkml:trace contextRef="#ctx0" brushRef="#br0" timeOffset="99004.71">19645 7878 2491 0,'-6'-17'42'0,"1"2"-23"0,0 5-22 0,0 1-18 16,3 4-33-16,-1-1-19 0,3 6 0 0,0 0-12 0,0 0-4 16,0 0-24-16,18-4-24 0,-8 5-31 0,2 4-122 15,7 2-313-15,0 0 138 0</inkml:trace>
  <inkml:trace contextRef="#ctx0" brushRef="#br0" timeOffset="99231.9">20077 7860 183 0,'3'-5'249'16,"-3"5"2"-16,6-8-4 0,-6 8-3 0,4-4-12 16,-4 4-17-16,0 0-26 0,3-5-21 0,-3 5-9 15,0 0 5-15,-1 20 20 0,-1-2 9 0,-1 1-2 16,-4 7-3-16,1 1-21 0,0-2-9 0,-2 4-18 15,0-3-2-15,2 3-16 0,0-4-10 0,-2 0 3 16,4-4-29-16,0 3-3 0,0-5-9 0,2 0-30 16,2-3-31-16,-1 0-36 0,1-5-42 0,-2 3-37 15,4-5-30-15,-4-2-35 0,2 3-28 0,0-10-31 16,-1 13-33-16,1-13-38 0,0 0-178 0,0 0-512 16,0 0 227-16</inkml:trace>
  <inkml:trace contextRef="#ctx0" brushRef="#br0" timeOffset="99630.14">20028 8113 45 0,'8'-10'141'0,"1"0"-5"0,1 0-9 0,3-2-1 0,1 2 0 16,1 0-10-16,2 1 0 0,1 2-8 15,-2-3-6-15,2 0-1 0,-4 4 4 0,5-3-4 0,-3 0-3 16,0 0 1-16,-4 1 7 0,3 1-1 0,-6 0 1 16,1-2-4-16,2 3-6 0,-3-3 4 15,0 0 0-15,-2 3 10 0,-2 0-2 0,1 2 3 16,-1-1 4-16,-1 1-4 0,-4 4-18 0,7-6-3 0,-7 6-11 15,0 0-9-15,0 0-8 0,0 0 3 0,8 16-3 16,-12-4 5-16,3 3 4 0,-4 3-2 16,1-1-12-16,-1 2 5 0,-2 7-3 0,1-7-4 15,-2 4-3-15,3-4-4 0,0-3-9 0,1 2 2 0,2-1-5 16,-1-6-1-16,2 1-4 0,-2-3 3 0,1 1-9 16,0-4-6-16,1 2 4 0,1-8-1 0,-2 9-4 15,2-9 20-15,0 7-20 0,0-7-3 0,0 0-1 16,10 6 4-16,-4-5-1 0,-6-1 0 0,18-3-1 15,-6 1-6-15,3-4-7 0,4-1 16 0,1 2-14 16,-1 0 3-16,2-1-7 0,-2 3 3 0,-2 0-3 16,-4 1-5-16,-3 2 1 0,2 0 4 0,-7 0-4 15,3 3 3-15,-2 0-8 0,1 5 5 0,-4-2 6 16,-1 1 1-16,1 1-21 0,1 1-28 0,-4 1-35 16,1-1-42-16,-2 1-47 0,-2-1-52 0,2 0-70 15,-2 2-301-15,2-3-640 0,-4 2 283 0</inkml:trace>
  <inkml:trace contextRef="#ctx0" brushRef="#br0" timeOffset="102344.55">20928 8061 1924 0,'4'-11'24'0,"-1"-6"46"0,-1 2-16 0,0-1-1 0,0 5-3 15,-1 1 0-15,1 3 2 0,-2 0 2 0,2-2-2 16,-2 9 3-16,2-9 0 0,-2 9-3 0,0-7-7 16,0 7-6-16,0 0-1 0,0 0 1 15,0 0 19-15,0 0 2 0,0 0 7 0,-4 38 4 0,2-18-1 16,-2-1 4-16,0 4-7 0,-2 0-18 15,0-2-1-15,0-2-7 0,1 7-2 0,0-3 7 16,1-3-31-16,3-3-20 0,-3 1-20 0,4-3-23 16,-2 0-25-16,0-4-23 0,1 2-44 0,2-4-43 0,1-3-45 15,-2-6-208-15,2 9-472 0,-2-9 209 0</inkml:trace>
  <inkml:trace contextRef="#ctx0" brushRef="#br0" timeOffset="102510.85">20933 7709 103 0,'0'0'80'0,"0"0"-19"0,14 10-21 0,-8 0-22 16,3 6-22-16,0 0-21 0,3 10-21 0,0 0-50 15,-1 3 23-15</inkml:trace>
  <inkml:trace contextRef="#ctx0" brushRef="#br0" timeOffset="102914.2">21134 8187 174 0,'0'0'229'15,"-8"0"-12"-15,8 0-8 0,0 0-9 0,-13-8-5 16,13 8-7-16,-10-11-10 0,6 4-2 0,0 3-8 16,3-7-17-16,-2 0-12 0,7 0-15 0,-2 0-9 15,3-7-15-15,1 3-9 0,5-4-9 0,4 0-9 16,4-3-6-16,4 2-7 0,-3 4-5 0,-2 3-3 15,6 0-6-15,-4 6-5 0,1 3 1 0,0 2-6 16,-3 2-6-16,2 1 0 0,-2 4-3 0,0 2-7 16,-2 3-4-16,-3 4 4 0,0-1-3 0,-3 3-6 15,-3 1 2-15,-1-1-1 0,-2 1-4 0,-2-1-1 16,-2 0 12-16,0 0-9 0,-1-6-2 0,-3 2-1 16,2-5 0-16,-1 1 3 0,-3 0-2 0,3-4 0 15,3-4 0-15,-9 5 0 0,4-4 0 0,5-1-1 16,0 0 10-16,0 0-14 0,-14-9 3 0,13 3 2 0,1 6-7 15,-2-13-1-15,6 2-3 0,3 2-5 16,2-6 2-16,2 0 0 0,2 2 0 0,1-2-3 16,4-2-4-16,-2 3-2 0,5 0 2 0,-3 4 7 15,-3 0-7-15,2 3 3 0,-4 3-1 0,1 2-3 16,-4 2 3-16,1 1 2 0,-2 4 2 0,2 1-1 16,-4 2-2-16,1 3 1 0,-3 0 1 0,0 5 3 15,-1 0 1-15,-3 1-1 0,1 1-1 0,-1 2-3 16,-2-3-27-16,-1 0-30 0,2 8-39 0,0-8-54 0,-1-1-48 15,1-3-255-15,0-1-499 0,1-2 222 0</inkml:trace>
  <inkml:trace contextRef="#ctx0" brushRef="#br0" timeOffset="103178.4">21938 7825 115 0,'1'-11'273'0,"-1"0"-14"16,0 3-23-16,0 1-24 0,0 7-25 0,0 0-15 16,0 0 2-16,0 0-6 0,0 0-2 0,-8 43-2 15,3-16-1-15,-2 5-1 0,1 3-12 0,-4 10-12 16,4-11-11-16,0 3-14 0,-3-4-9 0,2 2-8 16,-1-1-10-16,2-3-6 0,-1-2-8 0,2 0-9 15,2-3-11-15,1-6-25 0,0 5-23 0,-1-6-36 16,0 0-25-16,1-2-27 0,-1-2-33 0,2-2-31 15,-2-2-34-15,1-1-47 0,-1-2-25 0,-2-2-156 16,4-2-445-16,1-4 197 0</inkml:trace>
  <inkml:trace contextRef="#ctx0" brushRef="#br0" timeOffset="103595.81">21931 8054 65 0,'17'-7'165'0,"-6"5"-10"0,-1 1 9 15,3-1-2-15,-4 4-15 0,-1 1-5 0,-1 2-16 0,1 3 1 16,-3-1-15-16,0 3-10 0,-1 0-7 16,-5 0-11-16,0 2-7 0,-2-2-7 0,-3 2-5 15,-2-4-9-15,-3 5-2 0,0-4-9 0,2-2-6 0,-3 1-4 16,3-3-2-16,2-3 0 0,-2 2-7 0,4-1 0 16,5-3 0-16,0 0-5 0,-10-2 1 15,10 2-7-15,0 0-2 0,0 0-3 0,0 0 0 16,0 0-1-16,22-7-2 0,-12 4-3 0,1 1 4 0,5 2-5 15,-1-2 2-15,7 2-6 0,1-1 6 0,5-1-1 16,1 1 0-16,3-1-1 0,-4 1 0 0,3-3-1 16,-5 1 3-16,2 1-1 0,-7-1 0 15,0-1 1-15,-3 0-5 0,0-2 3 0,-5 3-2 16,-1-4 3-16,0 0-2 0,-5-1 4 0,2 1-2 0,-4-3-5 16,-1 1 18-16,0-1-3 0,-3 0 5 0,-2 0 6 15,0-2 2-15,-2 3 1 0,-1 1 0 0,-1-1 3 16,-1 5 3-16,-3 1-6 0,-1 1-5 0,-3 3 2 15,0 0-5-15,2 6 2 0,-6-1-3 0,2 4 1 16,-2 0-3-16,2 3-2 0,1-3-4 0,5 4-28 16,-3-3-25-16,6 0-34 0,5 1-40 0,1-2-59 15,1 0-47-15,3-1-143 0,3 1-396 0,2-4 175 16</inkml:trace>
  <inkml:trace contextRef="#ctx0" brushRef="#br0" timeOffset="104010.89">22599 8047 168 0,'-5'-9'237'0,"-2"0"-3"0,-2 3-7 0,0 2 1 15,-4 0-16-15,0 4-5 0,0 4-11 0,-4 1 4 16,0 3-14-16,3 1-4 0,0 2-1 0,1 1-29 16,0 0-9-16,4 2-15 0,0 0-13 0,3 0-7 15,2-1-8-15,1-1-13 0,2 0-8 0,2 1-7 16,3-2-9-16,0 0-4 0,4-1-3 0,0-1-10 15,3-1-4-15,3 0-13 0,3-2-10 0,-4-4-8 0,0 0-11 16,2-2 1-16,2 0-8 0,0-3 5 16,-5 0-5-16,-2-2-2 0,1-2 3 0,0-3-1 15,-1-4 5-15,0 0-1 0,0-4-3 0,-1-4-2 16,-2 3 2-16,-1-6-4 0,-1-3 6 0,0 2-2 0,2-2 1 16,-1-1-1-16,-2 2-2 0,0-2 0 0,5 0 8 15,-6 4 2-15,1 7 7 0,-1 0-2 16,1 5 14-16,-2 4 1 0,1 3 0 0,-2 1-5 15,0-1-5-15,-1 6 0 0,0 0-4 0,0 0-5 0,0 0 15 16,0 0 1-16,-9 38 8 0,2-12-1 0,-1 3-1 16,0 0-11-16,-2 1 11 0,4-2-3 0,1 1-3 15,-3 1 5-15,4-4-14 0,-1 0-20 16,4 0-35-16,-2-7-26 0,2 0-38 0,3-2-28 0,0 2-38 16,-1-6-51-16,3-2-25 0,-1-1-35 0,0-1-166 15,4 0-490-15,-1-2 216 0</inkml:trace>
  <inkml:trace contextRef="#ctx0" brushRef="#br0" timeOffset="104345.18">22924 8080 208 0,'-6'-6'223'0,"-5"6"-4"0,0 0 4 16,-1 3-1-16,-4 5-10 0,-3-2-6 0,3 6-17 15,0-1-8-15,-2 0-9 0,5 0-12 0,3 1-18 16,1-1-10-16,4 0-11 0,-2-2 0 0,3 2-24 15,3-2-11-15,1-2-5 0,0-7-9 0,3 14-4 16,3-5-5-16,2-3-11 0,1-3-14 0,1 1-9 16,2-2-6-16,5-2-7 0,-4 0-5 0,2-2 1 15,-3-1-5-15,2-1-3 0,-1 0 1 0,-2-2 0 16,5-2 3-16,-6 1-5 0,-1 0 0 0,1-4 1 16,2-2-3-16,-5 4 9 0,2-2-10 0,-2-3 9 15,-1 5-10-15,0-1 4 0,1 2 11 0,-3 4-1 16,-2-1 5-16,-2 5-4 0,8-8-6 0,-6 4-2 15,-2 4 3-15,0 0-4 0,0 0 2 0,0 0-3 16,3 20 3-16,-3-20-2 0,-6 18-1 0,2-7-6 16,-1 3-17-16,2-1-33 0,-5-3-34 0,5 3-43 15,-1-2-41-15,0-1-43 0,1-1-48 0,-1 0-176 16,2 0-474-16,-1 1 209 0</inkml:trace>
  <inkml:trace contextRef="#ctx0" brushRef="#br0" timeOffset="104710.76">23086 8106 58 0,'3'-6'232'0,"-1"2"-10"15,-2 4-19-15,0 0 9 0,0 0 10 0,0 0-11 16,0 0-12-16,0 0 1 0,3 19 0 0,-4-9 0 16,-3 1-12-16,1 0-14 0,-2 1-20 0,2-3-16 15,0 6-9-15,0-5-6 0,2 0-13 0,0 0-5 16,-1-3-15-16,2-7-1 0,-1 11-12 0,1-11-11 15,-1 5-3-15,1-5 6 0,-3 6 1 0,3-6 13 16,0 0-4-16,0 0-13 0,0 0-5 0,0 0-15 16,16-11 6-16,-7 4-9 0,-2-2 5 0,6-3-8 15,0 0-9-15,1 0-9 0,1-4-5 0,6 0-5 16,2 0-6-16,-2-2-13 0,0 1 10 0,-5 7-2 16,1 0-14-16,-3 1 15 0,-2 3-8 0,0 3-4 15,1 1 0-15,-1 3 3 0,-2 2-3 0,-1 0 0 16,-4 1 3-16,4 3 2 0,-4 4-4 0,0 0 1 15,-2 0 1-15,-2 1 2 0,3 4-2 0,-5 0 1 16,1-6-29-16,-2 7-36 0,1-5-43 0,0-1-35 16,-1 1-35-16,-1 4-49 0,1-7-46 0,1 1-259 15,0-4-582-15,1-6 258 0</inkml:trace>
  <inkml:trace contextRef="#ctx0" brushRef="#br0" timeOffset="105095.39">23591 8061 53 0,'-4'-5'216'0,"-1"1"-8"0,5 4-7 0,-14-1-5 15,4 6 0-15,-2 0-2 0,-3 5-7 0,0 1-3 16,-1 3-5-16,4-1-11 0,-2 1-3 0,3-1-8 16,4 3-7-16,-2-1-9 0,6-3-14 0,-1 0-11 15,2 0-8-15,2-1-13 0,4 1-8 0,0-2-10 16,4 2-3-16,3-4-7 0,0-1-6 0,7 1-11 15,-1-2 3-15,6-2-7 0,5-2-4 0,-1-1-1 16,1-1-6-16,0-3-8 0,-8-1-1 0,1 0-3 0,-1 1-9 16,-2-4-8-16,-1-1 0 0,-1 1 5 0,-2-5-6 15,-1 4-2-15,1-5-11 0,-2 1 0 16,-3-1 0-16,-4 1 0 0,2-5 1 0,-3 7 4 0,-2-3-3 16,0-3 2-16,-1 5 2 0,-1 1-3 0,2 2 1 15,-4-2-2-15,2 10 2 0,-5-9 1 0,5 9-1 16,-14 0 8-16,3 5 5 0,-1 1 3 0,-3 4-1 15,1-1 5-15,-3 5-3 0,2-1 10 0,2-2-10 16,4 2-3-16,3 0 1 0,3-3-4 0,2 0-25 16,2 1-21-16,3 0-32 0,1-2-41 0,2 1-43 15,8-1-68-15,0 0-56 0,3-2-213 0,4-4-532 16,11 3 236-16</inkml:trace>
  <inkml:trace contextRef="#ctx0" brushRef="#br0" timeOffset="105561.42">24278 7956 115 0,'-2'-7'241'0,"2"7"-23"15,0 0-19-15,14-13-17 0,-4 8-6 0,7-1-4 16,2 0-5-16,2 0-13 0,7-1-10 0,-8 3-9 15,3-1-11-15,-5 1-7 0,2 1-6 0,0 0-5 0,-6 2-4 16,-1-1-3-16,-7 1 1 0,4-2-4 0,-1 2-5 16,-2 0-11-16,-7 1-4 0,9 0-14 15,-9 0 4-15,0 0-16 0,12 2-3 0,-12-2 20 16,4 13-5-16,-3-1 1 0,-1 2 3 0,-1 4 11 16,-9 6 11-16,0 1-1 0,-2-2-6 0,-2 1 4 15,-1-1 5-15,-3 0-2 0,0-5-11 0,-1 3 4 16,-2-1-13-16,3 0 4 0,-6-4-3 0,7-2-2 15,4-3-17-15,-4-1 7 0,3-1-11 0,4-1 7 16,-2-3-10-16,3 2 3 0,-1-3 0 0,1 2-9 16,3-3 5-16,-1 1-12 0,3 0 0 0,4-4-4 15,-6 6-2-15,6-6-5 0,-6 5-4 0,6-5 5 0,0 0 2 16,0 0-7-16,0 0-7 0,8 14 11 0,-1-12-2 16,5 0-1-16,5 2-4 0,4-3-3 0,9 2-7 15,1 0-10-15,1-1-33 0,1 0-17 16,0-2-36-16,1 0-29 0,-5 0-33 0,3 0-36 0,-1 0-37 15,-3 1-41-15,-1-2-34 0,-7 1-30 0,-1 0-236 16,-1 0-616-16,-1-4 274 0</inkml:trace>
  <inkml:trace contextRef="#ctx0" brushRef="#br0" timeOffset="105728.57">24887 8201 100 0,'4'-5'246'0,"0"0"-6"0,-4 5-7 0,4-8-5 15,-4 8-10-15,6-2-6 0,-6 2 8 0,0 0 22 16,0 0 16-16,0 0 0 0,-10 19-4 0,8-9-2 15,-4 0-6-15,2 1-20 0,1 5-18 0,-2-5-17 16,0 5-18-16,-1 1-20 0,4-2-16 0,-1 1-14 16,2 0-31-16,-2 4-53 0,5-7-59 0,-1 1-70 15,0 2-72-15,-1 1-66 0,3-2-79 0,-3 3-317 16,0-6-676-16,0-1 299 0</inkml:trace>
  <inkml:trace contextRef="#ctx0" brushRef="#br0" timeOffset="105931.78">25110 8622 176 0,'0'0'215'0,"0"0"-31"15,0 0-31-15,0 0-46 0,0 0-50 16,0 0-67-16,0 0-137 0,0 0-160 0,20-18 71 16</inkml:trace>
  <inkml:trace contextRef="#ctx0" brushRef="#br0" timeOffset="110142.12">23719 9724 55 0,'0'0'128'0,"-10"-2"-2"0,10 2-5 0,-8-4-8 16,8 4-17-16,-14-4 8 0,10 2-11 0,4 2 0 16,-11-2-13-16,11 2-1 0,-13-3-7 0,8 0 1 15,5 3-5-15,-12-3-9 0,5 1-3 0,7 2-5 16,-14-3-7-16,6 3-2 0,-1-1-7 0,9 1-4 15,-15 0 3-15,8-1-15 0,7 1 10 0,-15-1-3 16,7 1 1-16,8 0-3 0,-11 0 1 0,11 0 2 16,-13 0 1-16,13 0 0 0,0 0 7 0,-10 0-4 15,10 0 5-15,0 0 0 0,0 0-4 0,-12 0-3 16,12 0 1-16,0 0 0 0,0 0-9 0,0 0 3 16,0 0-1-16,0 0-4 0,0 0-7 0,0 0 5 0,0 0-4 15,-7 1-1-15,7-1-2 0,0 0 0 16,0 0 0-16,0 0-2 0,0 0-2 0,0 0 3 15,0 0-1-15,26 5 4 0,-15-4-1 0,1 0-1 0,1 1-4 16,6 2 9-16,2-4-1 0,-1 2-1 16,10-1 4-16,-4 1 1 0,4-1-2 0,1 3 2 15,3-2 0-15,1 1-4 0,2-1 2 0,1 2 0 16,-1-3-2-16,-1 1 1 0,1 0-3 0,-1 0-1 0,1 2-2 16,-2-1 1-16,-1 0 0 0,0-2-4 0,1 3 4 15,-3-4-3-15,0 4 2 0,0-2-2 0,0 0 0 16,0 1 2-16,-3 0 1 0,2-2 0 15,2 2-1-15,-2-2 1 0,0 3 0 0,3-3-3 0,-5 0 3 16,2 2-8-16,-4 0 12 0,0-1-4 0,0-2-1 16,-6 1-4-16,1-1 4 0,0 2-3 0,7-2 3 15,-8 3 1-15,1-2 4 0,0 0-5 16,5 0 3-16,-6 1-4 0,1 0 0 0,0 1 2 0,1-2 1 16,-3 0-5-16,2 1 3 0,1-2-2 0,-3 0-1 15,2 0 0-15,7 1 3 0,-1 1-1 0,1-2-1 16,-1 1 2-16,-4-1 3 0,4-1-1 0,0 1 1 15,1 1 1-15,-1-1-2 0,0 0 0 0,1 0 2 16,-3 0-1-16,2 0 7 0,-1 0-6 0,1-1-2 16,1-1 1-16,-2 2 1 0,-5-1-2 0,7 2-1 15,-2-2-1-15,-5 2-5 0,1 1 7 0,5-2-2 16,-7 1-1-16,0-2 2 0,1 2-3 0,-2 0 4 16,1-2 0-16,1 1 1 0,-2 0-2 0,-1-1 3 15,1 1-4-15,-3 0 2 0,4-3-2 0,-1 3 2 16,0 0-1-16,0 0 2 0,-2 0 0 0,2 1 0 15,-1-2 3-15,-2 1-10 0,1 1 7 0,-2-2 0 16,2 2-2-16,-5-1 2 0,1 2 0 0,-1-4 2 16,-1 2-7-16,-3 2 4 0,2-1-2 0,1 0 6 15,-1-1-5-15,0-1 1 0,2 1-2 0,0 0 11 0,1 1-12 16,-3-2-1-16,-2 1 0 0,5 0 1 0,-3 0 0 16,5 0-4-16,1 1 4 0,0-1-2 0,0 0-1 15,1 2 2-15,1-2 1 0,1 1 3 0,0-1-6 16,1 0 3-16,0 0-6 0,-2 2 3 0,0-2-2 15,0 0 6-15,1 0-5 0,-9 1 3 16,3-2 14-16,-3-1-15 0,0 4 1 0,1-2-1 16,-1 2 1-16,-3-2 1 0,2 0 2 0,-4 0 0 0,-6 0-1 15,18 0-3-15,-6 0 4 0,-6 0 10 0,3 0-5 16,-2 2-7-16,-7-2 3 0,16 0 4 0,-8 0 2 16,-1 0 5-16,-7 0-11 0,16 0-4 0,-9 0 4 15,-7 0-1-15,12 0-2 0,-12 0 6 0,8 0 0 16,-8 0 15-16,0 0-11 0,11-2 0 0,-11 2 2 15,0 0 0-15,0 0-4 0,10 2 1 0,-10-2 0 16,0 0 2-16,0 0-7 0,0 0 2 0,0 0-2 16,8 0 3-16,-8 0-4 0,0 0-8 0,0 0 16 15,0 0-17-15,0 0 8 0,0 0-2 0,0 0 1 16,0 0 1-16,0 0 8 0,0 0-17 0,0 0-21 16,0 0-21-16,0 0-28 0,0 0-34 0,0 0-43 15,0 0-47-15,0 0-62 0,0 0-56 0,0 0-212 16,0 0-568-16,0 0 252 0</inkml:trace>
  <inkml:trace contextRef="#ctx0" brushRef="#br0" timeOffset="112580.35">26777 9858 61 0,'-2'-12'124'0,"2"12"4"0,-2-7-5 0,2 7-25 0,0 0 15 15,0-10-5-15,0 10-2 0,0 0-4 16,0-9-3-16,0 9 1 0,0 0-5 0,0 0 3 16,0 0-2-16,-2-10-1 0,2 10-2 0,0 0-2 15,0 0-1-15,0 0-7 0,0-7-5 0,0 7-11 0,0 0-6 16,0 0-2-16,0 0-9 0,0 0-5 16,0 0-5-16,0 0-4 0,0 0-5 0,0 0-1 15,0 0-6-15,0 0 3 0,0 0-4 0,0 0-5 0,0 0-4 16,2-9 0-16,-2 9 0 0,0 0-6 0,0 0-3 15,0 0 0-15,0 0-5 0,0 0 1 0,0 0 1 16,0 0 1-16,0 0-1 0,0 0 0 0,0 0-2 16,0 0 1-16,0 0-2 0,0 0 0 0,0 0 6 15,0 0-4-15,0 0-2 0,0 0 4 0,0 0 1 16,0 0-1-16,0 0-3 0,0 0 6 0,0 0 3 16,0 0 2-16,0 0 3 0,0 0 0 0,0 0 0 15,0 0 2-15,0 0-3 0,0 0-3 0,0 0-3 16,0 0 2-16,0 0-4 0,0 0-1 0,0 0-1 15,0 0 1-15,0 0-5 0,0 0-1 0,0 0-1 16,0 0 7-16,0 0-3 0,0 0-1 0,0 0 0 16,0 0 1-16,0 0 2 0,0 28 1 0,0-28 3 15,-2 11 5-15,2-2 2 0,0 1 7 0,0 1 3 16,-2 0-1-16,1 0-3 0,1 0-2 0,0 0 0 16,-2 1 4-16,0 5-1 0,0 0 2 0,2-5 2 15,0 5-3-15,0 0 0 0,-2 1 0 0,2-2-1 16,-2 1 2-16,2-2-3 0,-2 4 4 0,1-3 0 15,-1 2-2-15,0-1-1 0,0-1 3 0,-1 1 0 16,1 0 2-16,0-2-6 0,-1 1 0 0,-1 1 8 16,2-5-9-16,0 1-7 0,-1 3 5 0,-1 0 9 15,2-1-7-15,-2 2 1 0,0 0 2 0,0-1-4 16,2-4 4-16,0 4-5 0,0-5-4 0,-1 5 2 16,1-4 3-16,-2 5-1 0,2-6-1 0,2 2-5 0,0-1 17 15,-2 0-11-15,1 0-5 0,-1 0 3 0,-1 0 5 16,3 0 1-16,-2 0 0 0,2 0-8 0,-2-3 8 15,0 2 1-15,2 0-8 0,0 2 4 16,-2-3 5-16,1 1-9 0,-1 0 1 0,0 0 0 0,2 1 2 16,0-1-13-16,0 2 10 0,-2-1 3 0,2-2-2 15,0 0 1-15,0 1-2 0,0 0 1 16,0-5-5-16,0 5 7 0,-2-5 4 0,0 4-8 16,2-1 1-16,0 1-2 0,0-1 4 0,0-2-1 0,0-7-19 15,0 17 13-15,0-12 2 0,-3 4-5 0,3-9 2 16,0 14 1-16,0-8 9 0,-2 1-8 0,0 3 1 15,2-10 9-15,0 18-11 0,-2-12 4 0,2 5 0 16,-3-4-1-16,1 1 5 0,2-1-5 0,0-7-3 16,0 14 5-16,0-8-1 0,0-6-2 0,-3 13-2 15,3-8-1-15,0-5 1 0,-2 11 1 0,0-5-6 16,2-6 7-16,-2 10-6 0,2-10 6 0,0 7-7 16,0-7 10-16,-2 9-6 0,2-9 4 0,-2 9-1 15,2-9-1-15,0 6-3 0,0-6 0 0,-1 7 2 16,1-7 10-16,0 0-15 0,-2 7 3 0,2-7 0 15,0 0-3-15,-2 6 7 0,2-6 0 0,0 0-10 16,0 0 1-16,0 0-5 0,0 0 8 0,0 0-2 16,-2 9 1-16,2-9 1 0,0 0-8 0,0 0 13 15,0 0 5-15,0 0-8 0,0 0 0 0,0 0-1 16,0 0 9-16,0 0 0 0,0 0 9 0,0 0-2 16,0 0 3-16,0 0-8 0,0 0 10 0,0 0-9 15,0 0 1-15,0 0-7 0,9 4 0 0,-9-4 6 16,8 1-6-16,-8-1 2 0,12 4 0 0,-7-3-7 0,1 0 9 15,-6-1 4-15,9 6-9 0,0-5-1 0,-4 2-4 16,3-1 1-16,-1-1-1 0,1 2-3 16,0 1 4-16,1-1-3 0,0 1 1 0,-2-2-7 0,4 1 6 15,-4 3 4-15,-1-2-9 0,2-2 0 0,-2 3 4 16,-1-2-4-16,-1 1 1 0,0 1 7 0,0 1-10 16,0-2-2-16,-4 3 2 0,4 1 3 0,-4-8-5 15,-4 16 7-15,0-8-2 0,-2 2 0 0,-3-1 4 16,-1 4-2-16,-3-2 3 0,-2 1-8 0,1-1 6 15,-3 1-2-15,3-3 11 0,-1 1-10 0,-4 0 0 16,2-1 0-16,1 1-7 0,1-1 11 0,0 1-7 16,5-3 2-16,-2-1-5 0,3 1 0 0,3 0 6 15,-3 1-5-15,3-1 4 0,2-1 1 0,-2 2-1 16,3-3 0-16,1 1 0 0,0 1 8 0,2-7-8 16,0 13-5-16,0-13 1 0,0 12 3 0,0-5-5 15,4 0 6-15,-1 5 0 0,1-4 0 0,0 1-1 16,4 1 5-16,-4 0-8 0,1-1 0 0,1 1 5 15,1-1-1-15,-3 0-1 0,3-1-5 0,-2 1 3 0,-3 1 2 16,0-3 0-16,2 2-2 0,-1 0-1 0,-1 1-2 16,2 0 16-16,-4 0-13 0,0-1 0 15,2 1 0-15,-4 0-3 0,2-3 3 0,0 2 1 16,-4-1 1-16,2-1 2 0,-1 0-7 0,-3 3 5 0,0-2 2 16,1 0-2-16,-9 1 4 0,5 2-1 0,-5 1-2 15,3-1-2-15,-1-2 3 0,2 0 0 16,1-2-6-16,0 3 6 0,-2 1-4 0,4-4 4 0,-2 1-4 15,5 2 2-15,-3-3-8 0,2 2 7 0,3-2-1 16,0-1 7-16,-1 3-6 0,1 4-1 0,2 3 5 16,0-5 2-16,0 3-10 0,2-3 11 0,3 1-12 15,-3 1 3-15,6 1 0 0,-2-3 1 0,-1 3 3 16,1-4-2-16,0 0-2 0,2 2 3 0,-2-2 0 16,1 1-1-16,-3 0-3 0,3-1 3 0,0 0-4 15,-2 0 4-15,-1 2 1 0,0-3-5 0,1 4 2 16,-1-4 0-16,-2 2 2 0,0-2 1 0,-2 0-4 15,0 0 1-15,0 1 3 0,0-10-1 0,-2 17-6 16,0-7 12-16,2-3-11 0,-4 0 10 0,2 1 6 16,-1 2-7-16,-1-1-9 0,0 0 2 0,-1 3 6 15,0-3-5-15,1 2 6 0,2 6-1 0,-1-2-4 16,3-2 3-16,0 3-8 0,2 0 15 0,1 0-8 16,1 0 0-16,1-3 7 0,0 1-3 0,1 2 2 15,1-2 3-15,1 0-1 0,-2-4-2 0,-2 0 0 0,3 0-2 16,1-2-3-16,-5-1 5 0,-1 0-5 0,0 0-1 15,1-1 2-15,1 1 0 0,-3-1 8 16,-1 4-9-16,0-2 1 0,2 1 0 0,-4 0 0 0,1 0 1 16,1 1 11-16,-4 2-13 0,-1 5 17 0,0-1 14 15,1-2 2-15,-2 2-4 0,3-1-9 16,-1 0 8-16,2-2-1 0,-4 1-4 0,4-2 1 16,0 2-4-16,-2 0 0 0,0 3 5 0,3-1 4 0,-1 2 10 15,0 0 7-15,4 2-1 0,-2-1 1 0,2-2-2 16,-1 3-2-16,3-1 1 0,0-2-6 0,-2 0-4 15,6 0 2-15,-4-1-3 0,-2-3 2 0,1-2-4 16,-1-1-3-16,0 2-4 0,0 0 0 0,2-4-5 16,-4 3 3-16,3-2-1 0,-3-1-2 0,0-1-2 15,0 3 1-15,-3-3-3 0,1 1 6 0,0-1-4 16,0 1 1-16,-2-1 0 0,-3 1 3 0,2-3-2 16,2 2 1-16,-1-3-3 0,4-4-3 0,-4 9-3 15,4-9 0-15,-4 7 1 0,4-7-2 0,0 0-1 16,0 0 1-16,-5 5-4 0,5-5-3 0,0 0-12 15,0 0-9-15,0 0-17 0,0 0-13 0,0 0-28 16,0 0-43-16,0 0-43 0,0 0-48 0,0 0-40 16,0 0-44-16,4-25-44 0,-1 9-54 0,-1 4-344 15,-2-6-797-15,4-8 353 0</inkml:trace>
  <inkml:trace contextRef="#ctx0" brushRef="#br0" timeOffset="116481.93">23485 9785 11 0,'0'0'99'0,"-4"-6"1"0,4 6-2 0,0 0-9 0,0 0-5 15,0 0-6-15,-5-6-17 0,5 6-6 0,0 0 0 16,0 0-2-16,0 0 8 0,-2-8-3 16,2 8 0-16,0 0 4 0,0 0 0 0,0 0 1 0,-4-7 0 15,4 7-1-15,0 0-2 0,0 0 1 0,0 0-2 16,0 0-2-16,0 0 2 0,0 0 1 0,-4-7-9 16,4 7-1-16,0 0 3 0,0 0-5 0,0 0 0 15,0 0-1-15,0 0 5 0,0 0-2 0,0 0-2 16,0 0-2-16,0 0-5 0,0 0-1 0,0 0-3 15,0 0 1-15,0 0 2 0,0 0-9 0,0 0 1 16,0 0-5-16,0 0 2 0,0 0-7 0,0 0-3 16,0 0 6-16,0 0-2 0,0 0-6 0,0 0 1 15,0 0-3-15,0 0 8 0,0 0 6 0,0 0 3 16,0 0 0-16,0 0-1 0,-5 22 0 0,3-16 6 16,0 1-3-16,2-7-1 0,-3 15 1 0,3-6-3 15,-1 1-2-15,-1 1 0 0,0 0 1 0,1 6 12 16,0 1-5-16,0-8 2 0,1 10-2 0,-2-4 3 15,1 10-2-15,-2-8 2 0,2 2-7 0,0-2-2 0,0 1 0 16,-3 0-1-16,1-1 0 0,0 2 0 16,1-2-4-16,-3 6-5 0,1-5 0 0,0 0 4 15,-1 6 5-15,3-7-1 0,-2 1 0 0,-1 7 2 0,1-3 18 16,-4 2-3-16,4 1 2 0,0-7-5 16,2-1-3-16,-1 3-7 0,1 2-2 0,0-4 2 15,0 0 3-15,-1-2-3 0,0 2 0 0,0-3-2 16,1 3 10-16,0-2-1 0,-2 0-5 0,2 0 0 0,1 2-3 15,-2-1 2-15,0 7 15 0,1-6-15 0,0 0 8 16,1-1-7-16,0-1 4 0,0-1-6 16,1 1-1-16,-2 0 5 0,0 1-7 0,2-2 4 0,-1-2-12 15,-1 3 6-15,2-2-9 0,-1 1 4 0,1-1-1 16,-1 1 0-16,0-2-7 0,-2 0 4 0,0-1 8 16,2-1-5-16,-1 0-7 0,0-2-1 15,0 1 5-15,-1 2-5 0,2-1 2 0,0 1 3 0,-2 0-2 16,-1 1 0-16,3-2 3 0,-2 4-3 0,1-3 3 15,-1-3-3-15,1 3 3 0,0-1-4 0,0-1 3 16,-1 1-2-16,1 1 3 0,-1-1-2 0,1-1-2 16,0-1 2-16,-3 3-1 0,3-2 3 0,1 1 1 15,-2 0 0-15,0 3 0 0,1-4 4 0,-1-2-6 16,2 1 1-16,-2 2-5 0,2-3 7 0,-2 1 3 16,2 1 3-16,-1 0-6 0,0-1 3 0,-1 1-7 15,3 0-2-15,-2 0 3 0,0-3-3 0,1 3-3 16,-1-1 1-16,1 1-4 0,0-1 1 0,-1 1 0 15,1 0 1-15,-1-1-2 0,0 1 2 0,2 2-3 0,-2-1 0 16,-1 4 1-16,2-1 2 0,-2-3-6 16,2 5 5-16,-3-6 0 0,3 3-1 0,0 3-3 15,-2 2 2-15,1-2-2 0,-1-1 0 0,0 2 4 16,3 0-3-16,-1 1 1 0,0-3 3 0,-2 2-1 0,2 0-3 16,0 0 5-16,-2-1-3 0,3 1 1 0,-1-6 0 15,0 4-3-15,1-1 2 0,-2 0 1 0,1-3-4 16,1 2 3-16,-1 1-2 0,1 0-3 0,-3-2 3 15,3 3 3-15,-2-1-1 0,2-2-3 0,-1-1 4 16,-1 4 0-16,2 0-2 0,-1-1 4 0,0 1-3 16,-1 0 1-16,1 0 0 0,0 0 0 0,-1 0-1 15,1-1 0-15,0-2 2 0,1 4 0 0,-1-2-1 16,-1 0 0-16,1 1-3 0,1-5 5 0,-1 5-2 16,-1-2-1-16,2 1 3 0,0-3 1 0,-1 1-2 15,1-1-4-15,-1 1 2 0,0 0 1 0,-1 2 2 16,1-3 1-16,1 3 2 0,-2-2-3 0,4-2 0 15,-4 1 1-15,0 0 1 0,1-2-3 0,0 1-1 16,1-2 0-16,0 1 2 0,-3 0-2 0,2 2 1 16,-2-2 5-16,3 0-5 0,-1 3 0 0,0-6-1 0,-2 5 3 15,2-3-6-15,0 0 6 0,-1-3-3 16,2 4-3-16,-1-3 3 0,-2 1-5 0,2 1 1 16,1-2 0-16,-2 3-1 0,0-3 1 0,2-7 30 0,-2 12-8 15,1-6-11-15,1-6 9 0,-2 11-4 0,2-11-1 16,-2 11-3-16,1-7 0 0,1-4 0 0,-2 11-5 15,2-11 2-15,-1 8-4 0,1-8-1 0,-1 7-3 16,1-7 5-16,-2 8-3 0,2-8-3 0,-2 9 0 16,2-9 1-16,-3 8-5 0,3-8 9 0,-2 6-3 15,2-6-4-15,0 0 0 0,-2 9-2 0,2-9-2 16,-1 8 2-16,1-8 0 0,-2 7 1 0,2-7-2 16,0 0 4-16,-2 9-5 0,2-9-3 0,-2 10 4 15,2-10 0-15,-3 7-1 0,3-7 4 0,-2 10-5 16,-1-5 3-16,3-5-2 0,-2 11 5 0,-2-5-2 15,4-6 1-15,-2 10-12 0,0-4 15 0,2-6-6 16,-3 9 4-16,2-2-5 0,1-7 1 0,-3 13 7 16,2-4-1-16,-1-2-4 0,-1-1 3 0,3-6 1 15,-2 12 0-15,2-5-1 0,0-7-2 0,-2 12 2 16,2-12-3-16,-2 10-2 0,2-10 1 0,0 7 1 16,0-7 0-16,0 10-2 0,0-10 3 0,0 0-4 15,-3 7 3-15,3-7-3 0,0 0 4 0,-1 9-5 16,1-9-7-16,0 0 14 0,0 8-1 0,0-8-3 15,0 0 3-15,-3 9-4 0,3-9 4 0,0 0-6 16,-2 7 0-16,2-7 5 0,0 0-2 0,0 0-1 16,0 10 1-16,0-10-3 0,0 0 6 0,0 0-2 15,0 0-4-15,0 9 7 0,0-9-2 0,0 0-1 16,0 0 0-16,0 0-2 0,0 0 3 0,0 0-1 16,0 0 1-16,0 0 4 0,0 0-10 0,0 0 4 15,0 0 0-15,0 0-6 0,0 0-2 0,0 0 10 16,0 0 0-16,0 0-8 0,0 0 5 0,0 0-4 15,0 0-5-15,-4 3 4 0,4-3-17 0,0 0-21 0,0 0-27 16,0 0-33-16,0 0-36 0,0 0-23 16,-14-14-25-16,11 9-43 0,3 5-40 0,-6-11-37 15,5 2-30-15,-1 0-40 0,4-1-43 0,0-7-33 16,-2 5-240-16,3 1-748 0,-1-5 330 0</inkml:trace>
  <inkml:trace contextRef="#ctx0" brushRef="#br0" timeOffset="119611.19">22996 13019 151 0,'0'-10'184'0,"0"10"-7"16,0 0-4-16,-2-11-6 0,2 11-11 0,0 0-6 16,0 0-12-16,0 0-9 0,0 0-12 0,0-8-10 15,0 8-12-15,0 0-9 0,0 0-4 0,0 0-12 16,-7-3-11-16,7 3 0 0,0 0-3 0,0 0-9 15,0 0-3-15,-16 9-5 0,16-9-5 0,-2 5-3 16,2-5-1-16,0 0-4 0,0 0-5 0,-4 8 3 16,4-8-4-16,-1 8-1 0,1-8-6 0,0 0 5 15,6 7-2-15,-6-7-1 0,5 3-3 0,-5-3 3 16,0 0-2-16,10 0 0 0,-10 0 0 0,11-1-2 16,-11 1-3-16,0 0 4 0,11-2-2 0,-11 2 0 15,7-7-3-15,-7 7 5 0,5-6-4 0,-2 0 3 16,-3 6-4-16,5-10 0 0,-3 4-3 0,-2 6 4 15,2-12 6-15,0 7 4 0,-2 5 0 0,0-12-3 16,0 12 2-16,0-10 4 0,0 10 3 0,0 0-1 0,-2-10 1 16,2 10-2-16,0 0-5 0,-1-7-5 0,1 7-1 15,0 0-1-15,0 0-3 0,-16 4 1 0,16-4 4 16,-12 6-8-16,7 0-3 0,0-2 3 0,-2 2 0 16,5 1 7-16,-2-4-10 0,1 4 4 0,3-7-4 15,-3 11 3-15,1-5-4 0,2-6 0 16,0 0 3-16,0 11 3 0,0-11-4 0,4 4 4 15,-4-4 4-15,0 0 2 0,8 3-1 0,-8-3 2 0,0 0 4 16,13-2 2-16,-13 2-1 0,7-4-3 0,-7 4-1 16,5-7-2-16,-2 3 2 0,-3 4-2 0,5-9-2 15,-4 3 1-15,-1 6-3 0,2-13 3 0,-2 5-3 16,0 8 2-16,-3-12-1 0,3 12-2 0,-2-11-3 16,2 11 1-16,-3-9-2 0,3 9 1 0,-4-8-4 15,-1 6-1-15,5 2 0 0,-8-2 1 0,8 2-3 16,0 0 0-16,-15 2 3 0,7 1-3 0,3 2 2 15,-4 1-1-15,3-1-3 0,1 0 4 0,1 1-1 16,0 0 2-16,1 0 7 0,3-6-7 0,0 13 0 16,0-13 1-16,4 10 1 0,-4-10-1 0,7 8 1 15,-2-4 4-15,0-2-3 0,-5-2 3 0,13 3-4 16,-7-3 2-16,-6 0 0 0,17-2 1 0,-11 0-3 16,2-1 4-16,-2-1-2 0,1 2 8 0,-1-4 4 15,-1 2 2-15,-1-2-1 0,-1 0 3 0,2-3-5 16,-5 0 4-16,1 1-6 0,-1 1-1 0,0 7 2 0,-4-18-1 15,2 13 0-15,-1-2-8 0,-1 1 7 16,4 6-7-16,-6-7 1 0,-1 2-4 0,7 5-2 16,-12 0 1-16,12 0-3 0,-16 3-23 0,6-1-25 15,1 3-29-15,3 0-31 0,-6 2-43 0,7 1-56 16,-1-1-62-16,0 2-174 0,4-2-480 0,2-7 213 0</inkml:trace>
  <inkml:trace contextRef="#ctx0" brushRef="#br0" timeOffset="120730.99">23057 13005 90 0,'0'0'105'0,"-1"-7"-4"0,1 7-9 0,0 0 4 16,0 0-20-16,0 0 0 0,0 0 2 0,0 0-6 15,0 0-3-15,0 0-7 0,0 0 4 0,-8-4-10 0,8 4-10 16,0 0 13-16,0 0-1 0,0 0 1 0,0 0-5 16,0 0-1-16,0 0-6 0,-10-1 4 15,10 1-5-15,0 0 2 0,0 0 1 0,0 0 8 16,0 0-6-16,0 0 2 0,0 0 2 0,0 0-5 0,0 0 3 16,0 0 1-16,0 0-3 0,0 0 0 0,0 0-1 15,0 0-3-15,0 0-4 0,0 0-1 0,0 0-2 16,0 0 3-16,0 0-5 0,0 0-5 15,0 0-1-15,0 0 1 0,0 0-4 0,0 0-4 0,0 0-4 16,0 0 0-16,0 0-4 0,0 0 1 0,0 0-4 16,0 0 2-16,0 0-5 0,0 0 1 0,0 0-3 15,0 0 4-15,0 0-3 0,0 0-1 0,0 0 1 16,0 0-3-16,0 0 0 0,0 0 3 0,0 0-2 16,0 0 2-16,0 0 1 0,0 0 0 0,0 0-2 15,0 0 3-15,0 0 1 0,0 0-5 0,0 0-3 16,0 0 2-16,0 0 1 0,0 0-2 0,0 0-1 15,0 0-2-15,0 0 5 0,0 0-4 0,0 0-2 16,0 0 2-16,0 0-2 0,0 0 3 0,0 0 1 16,23-4 6-16,-23 4 0 0,19 1 11 0,-5-1-13 15,3 1 9-15,2-1-9 0,1 3 3 0,0-2-2 16,1-1 0-16,1 1 3 0,6 1 5 0,-7 0-4 16,7-1 2-16,-2 2-2 0,3-4 1 0,-1 2-2 15,-8 0 8-15,7 3-3 0,-7-4 0 0,8 0-4 0,-7 3-5 16,-3-2 4-16,1 0-5 0,-1 0-4 15,1-1 5-15,-6 0 0 0,0 2-2 0,-2-1 3 16,3 2-5-16,-4-3-1 0,1 0 2 0,-4 1-1 16,-7-1 2-16,12 1-5 0,-12-1 2 0,10-1 2 0,-10 1-3 15,10 3 2-15,-3-3 2 0,-7 0 6 16,15 2 4-16,-7-2-2 0,-1 2 3 0,2-1-1 16,3-1 2-16,-2 0-3 0,0 1-4 0,2 0 1 15,-2-2-1-15,0 0-1 0,4 0 0 0,-4-1 0 0,3 2 2 16,0 0-4-16,-3 2 3 0,-1-2-4 0,-9 0-4 15,14-2 1-15,-9 1 1 0,-5 1-4 0,12 0 5 16,-12 0-5-16,6 3 1 0,-6-3-5 16,0 0-16-16,0 0-9 0,0 0-21 0,9 0-11 0,-9 0-19 15,0 0-17-15,0 0-21 0,0 0-27 0,0 0-44 16,0 0-43-16,-18 11-210 0,12-8-473 0,-2 0 210 16</inkml:trace>
  <inkml:trace contextRef="#ctx0" brushRef="#br0" timeOffset="121477.4">24028 12715 98 0,'0'-7'164'0,"2"0"-2"15,-2 7-11-15,0-15-15 0,0 8-1 0,0 7-8 16,-2-13 1-16,2 13-4 0,-1-7-9 0,1 7-5 16,0 0-11-16,0 0-13 0,0-12-8 0,0 12-9 15,0 0-9-15,0 0-2 0,0 0-4 0,0 0-5 16,0 0 8-16,0 0 2 0,-5 34 1 15,4-20-7-15,-3 4 1 0,2 1-6 0,0 5 3 0,-1 2 6 16,2-1 2-16,-4 0 5 0,4 0-6 0,-1 1-6 16,1 3 4-16,1 0 1 0,-2-1-2 0,0-1-4 15,1 1-2-15,0-2 4 0,-1 1 8 16,0-6-8-16,2 2-4 0,-3-3 1 0,3 0-4 0,0-2-1 16,0 0 20-16,-1-1-7 0,1-1 0 0,-1 1 1 15,1-5-14-15,2 1 4 0,-2 0-7 0,0-2-5 16,2 0-3-16,-2-4-3 0,1 3-3 0,-1-10 0 15,-1 10-8-15,2-3 0 0,-1-7 5 0,0 8-6 16,0-8-11-16,0 0-21 0,-1 10-9 0,1-10-15 16,0 0-19-16,0 0-15 0,0 0-18 0,0 0-19 15,0 0-44-15,0 0-50 0,0 0-40 0,0 0-43 16,0 0-157-16,0 0-479 0,-11-22 213 0</inkml:trace>
  <inkml:trace contextRef="#ctx0" brushRef="#br0" timeOffset="122781.46">24087 12712 59 0,'-9'-5'165'0,"9"5"-2"16,-5-6-12-16,5 6-11 0,0 0-13 0,-4-5-13 0,4 5 8 15,0 0-29-15,15-7-4 0,-2 5-3 16,8 0-2-16,8 0-5 0,6 0-2 0,-1-3-5 16,4 2-4-16,2-1-3 0,10 0-6 0,-11 1-6 15,13-2-1-15,0 2-2 0,-12 2-1 0,-2-2-1 0,0 3-5 16,2-3 5-16,-2 1-12 0,2 2-1 0,-3-2 1 15,-3 0 1-15,4 1-4 0,-2 0 1 16,-3 1-2-16,2-2-2 0,-9 4 0 0,3-2-5 16,-6 0 0-16,-2 0-6 0,-1 0 1 0,8 1-1 0,-5 0-2 15,-2 1 0-15,2-2-3 0,-3 2 0 0,4-1 0 16,3 2 0-16,0-2 0 0,-10 1-2 0,2 0 2 16,0-1 0-16,-2-1 0 0,-3 3-1 0,-1-3-4 15,-3 2 0-15,-1-2 2 0,-3 2-4 0,-6-2 0 16,13 0-2-16,-13 0 3 0,8 2-4 0,-8-2 8 15,8 1-8-15,-8-1 2 0,0 0-1 0,8 1 0 16,-8-1 4-16,0 0 4 0,0 0 5 0,0 0 3 16,7 3 7-16,-7-3-1 0,0 0 3 0,0 0 9 15,0 0-12-15,0 0 2 0,0 0-4 0,0 0 0 16,0 0-4-16,0 0 0 0,0 0-3 0,0 0-1 16,0 0-6-16,6 2 3 0,-6-2-3 0,0 0-1 15,0 0 1-15,0 0 0 0,0 0-7 0,0 0 6 16,0 0-5-16,0 0 1 0,0 0-4 0,0 0 3 15,0 0-3-15,0 0 3 0,0 0-3 0,0 0 1 16,0 0-3-16,0 0 1 0,0 0-1 0,0 0 5 16,0 0 4-16,0 0 2 0,0 0 1 0,-1 11 5 0,1-11 8 0,0 9 6 0,0-9 0 0,-5 13-2 15,3-6 1-15,-2 1 0 0,2 2-1 16,1 1-1 0,-1-2 0-16,-2 4 4 0,2-3-5 0,-4 2 2 0,4 0-3 0,-2 0 7 0,-2 2-7 0,3 0 2 15,-1 1 13-15,-1 2-4 0,1-3 8 0,-1 3 3 31,1-5-2-31,-1 3-7 0,1-2 3 0,1 1-5 16,-1 2 12-16,0 1-14 0,-1 0 0 0,2-6 13 16,-1 5-20-16,2 0 17 0,-2-4-7 0,3 1-7 15,-1-2 0-15,0 7-6 0,-2-7-13 0,4 0 10 16,-3 1 5-16,1-1-3 0,1-1-10 0,-1 1 0 16,0 1 0-16,0-3 3 0,2 2 0 0,-2-2-1 15,2 0-1-15,-2-2 3 0,2-7-3 0,-4 13-5 0,4-6 2 16,0-7-6-16,0 12 0 0,0-12 3 0,0 14 2 0,-1-7 0 15,1 0 5-15,0-7-6 0,-2 11 4 16,0-5-8-16,2-6 3 0,-3 12-4 0,3-6 3 0,0-6-4 16,-1 11-3-16,1-11 2 0,-4 10 0 15,4-10-3-15,-1 10 10 0,1-10-9 0,0 8 2 0,0-8 1 16,-5 6-2-16,5-6-2 0,-3 8 5 0,3-8 3 0,0 0-4 0,-2 8-2 16,2-8 1-16,0 0-14 0,0 0 11 0,0 0 6 15,0 0-1 1,0 0-5-16,-1 6 8 0,1-6-2 0,0 0 5 15,0 0 2-15,0 0 3 0,-7 2-8 0,7-2 2 16,-11 2-3-16,2-2 2 0,9 0 3 0,-20 0-3 16,8 0 1-16,-1 0-3 0,-1 0-3 15,3 0 2-15,-2 0-2 0,-7 0 0 0,8-2-4 0,-8 2 0 16,5 0-3-16,-4-1-2 0,4 1-12 0,3-1 14 16,-8 0-4-16,2-1-1 0,0 2 9 0,-1 0-11 15,-2-1 3-15,1-1-4 0,-1 2 5 0,1 2-1 16,-2-4-5-16,2 2 3 0,-10 0 3 0,10 0 0 15,-12 0-5-15,3 0-3 0,0 0 3 0,0-2 2 16,0 1-2-16,-3 1 6 0,5 1 2 0,-4 1-3 16,2-2-1-16,2 0 2 0,6 0-11 0,1 0 8 15,-2 0 2-15,4 2-2 0,-3-1 4 0,-1-1-1 16,3 0-1-16,-3 0 4 0,-1 2-3 0,3-4 1 16,-7 4 0-16,4-2-1 0,2 0-3 0,1 1-1 15,-3-1 4-15,-4 1 4 0,-1 0-1 0,6 1-2 16,-3-4 2-16,2 4 3 0,4-2-4 0,-1 0 2 15,0 1-6-15,2 0 4 0,5-2-2 0,0 1 1 16,-1 0-2-16,4 0 8 0,-1 0 0 0,11 0-1 16,-16-1-4-16,10 2 2 0,6-1-2 0,-11 1-1 0,11-1 19 15,-10 0-15-15,10 0-6 0,0 0-6 0,-10 0 4 16,10 0-14-16,0 0-11 0,0 0-18 16,0 0-23-16,0 0-25 0,-10 0-25 0,10 0-16 15,0 0-10-15,0 0-13 0,0 0-17 0,0 0-25 0,0 0-20 16,0 0-32-16,0 0-41 0,0 0-155 0,23 10-490 15,-16-10 217-15</inkml:trace>
  <inkml:trace contextRef="#ctx0" brushRef="#br0" timeOffset="125444.18">24366 12895 31 0,'0'0'200'0,"-11"-3"-4"0,11 3-1 16,-9-2-4-16,9 2-8 0,-6-4-7 0,6 4-6 15,0 0-9-15,0 0-1 0,-9-4-17 0,9 4-7 16,0 0-9-16,0 0-11 0,0 0-5 0,0 0-10 16,-6-2-5-16,6 2-7 0,0 0-5 0,0 0-8 15,0 0-1-15,0 0-15 0,0 0-5 0,0 0-8 16,28-2-5-16,-20 0-5 0,3 1 0 0,-2 1-7 15,0 0 1-15,-9 0-6 0,14 0-4 0,-5 0-4 16,-9 0 0-16,11 3 2 0,-7-2-8 0,-4-1 3 0,9 4-3 16,-4-1-6-16,-5-3 0 0,4 6-1 15,-4-6 0-15,0 11 3 0,0-11 0 0,-5 13 0 16,1-3-2-16,0-1 2 0,-1-1 1 0,-1 2 0 16,-4 3 5-16,-3-2-4 0,0 2 7 0,-1-2 9 0,-1 1 0 15,-6 4-5-15,6-5 3 0,-4-1 2 0,2 2 3 16,-9 1-3-16,10-4-5 0,-1 1 2 0,2-1-2 15,3-1-2-15,2-4-1 0,0 1 0 16,2 0-4-16,2-2 1 0,0 1-2 0,6-4-6 0,-8 4-2 16,4-1 3-16,4-3-2 0,0 0-2 0,-6 5 5 15,6-5 2-15,0 0 2 0,0 0-5 0,0 0-4 16,11 11 5-16,-6-10 0 0,7 1 0 0,0-1 2 16,1 1-6-16,-1-1 2 0,8 0 2 0,-3-1-6 15,3 0 2-15,-2 0-15 0,3-1-12 0,-2 1-13 16,0-1-18-16,2-1-13 0,-1 2-31 0,-2-3-26 15,-2 2-21-15,1-3-35 0,4 2-23 0,-4-2-29 16,0-1-27-16,1 2-144 0,-1-1-434 0,0-2 192 16</inkml:trace>
  <inkml:trace contextRef="#ctx0" brushRef="#br0" timeOffset="125762.66">24695 13039 3 0,'3'-6'185'0,"-3"6"-2"0,6-2 9 15,-6 2 2-15,9-4-1 0,-9 4-9 0,0 0-8 0,14 2-16 16,-14-2-6-16,5 5-3 0,-1 0 2 16,1-1-7-16,-2 4-7 0,3 0-7 0,-4 0-8 15,0 2-9-15,1 0 0 0,-3 3-8 0,-2-4-12 16,-1 7 2-16,-5-5-11 0,0 3-6 0,-1 2-6 0,-5-3-10 16,1 0-6-16,-2 0 10 0,-7 4-13 15,5-6-8-15,0-1-3 0,-2 0 2 0,4 0-6 16,-2-2-6-16,3 0 0 0,1-2-2 0,5-3-4 0,-1 2-1 15,3-3-6-15,-2 1 0 0,8-3-7 0,-6 6-3 16,6-6-1-16,-5 3 2 0,5-3 0 16,0 0 2-16,0 0-4 0,0 0 2 0,20 5-6 0,-6-4 2 15,3-2-4-15,6 1-11 0,5-3-20 0,-6-1-14 16,12 3-18-16,-1-2-23 0,-2-2-26 0,1 2-30 16,0-1-43-16,3 0-50 0,-2 0-32 0,0 2-210 15,3 2-511-15,-1-3 227 0</inkml:trace>
  <inkml:trace contextRef="#ctx0" brushRef="#br0" timeOffset="127994.07">25352 13159 80 0,'0'0'112'0,"0"0"-1"0,0 0 2 15,0 0-9-15,0 0 1 0,0 0-1 0,0 0-3 16,0 0-2-16,0 0 6 0,0 0-7 0,0 0 3 16,0 0-4-16,0 0-8 0,0 0 3 0,0 0-4 15,0 0-6-15,0 0-3 0,0 0-4 0,0 0-1 16,0 0-7-16,0 0-8 0,0 0-4 0,0 0-6 15,0 0-6-15,0 0 0 0,0 0-2 0,0 0-10 16,0 0-1-16,28-3-4 0,-17 2 1 0,1 1 3 16,-1 1 0-16,3-2 2 0,2 2-6 0,2 0 1 15,1-1-4-15,2 0 4 0,-2 2-6 0,0 0 3 16,3-2-5-16,-3 0 5 0,-1 1-5 0,2-1 2 16,1-1 0-16,0 2 0 0,2 0 1 0,-2 0-2 15,0 1 0-15,0 0 2 0,6-2 2 0,-5 0 11 16,-4 1-4-16,1 1-2 0,0-1-1 0,-1-1-2 15,1 1 1-15,-2-1-5 0,-1 0-4 0,-3 2 0 16,1-2-2-16,-1 1 4 0,-2-1-1 0,3 0 0 0,1 2-3 16,2-1 3-16,-4 0-5 0,1-1 4 0,1 1-7 15,-3 0 3-15,1 0-1 0,-2-1-2 0,3 3 1 16,-1-2 1-16,-3 1-1 0,3-1-1 0,0-1 3 16,1 2-6-16,-1-2 0 0,5 2 8 0,-5-2 1 15,4 0 1-15,-4 0 2 0,3 0-3 0,-3 1-3 16,-1-2 3-16,1 2-1 0,-2-2-1 0,2 1-4 15,0 0-2-15,0 0-3 0,-1 3 5 0,-5-3-2 16,5 0 4-16,-1 0-4 0,-1 2-1 16,2-1 4-16,-3-2-6 0,2 1 7 0,1-1-5 0,-1 1-2 15,-5 1 5-15,-6-1 0 0,16 1-3 0,-9-1 2 16,2 0 0-16,0 1 4 0,-9-1-5 16,11 0-3-16,-2 0-2 0,-9 0 3 0,14-1 2 15,-14 1-4-15,11 1 3 0,-5-1-2 0,-6 0 3 0,8 2 3 16,-8-2 1-16,0 0-6 0,11 0 3 0,-11 0-1 15,0 0 2-15,8 0-6 0,-8 0 1 16,0 0 0-16,12 0-1 0,-12 0 4 0,11 1-3 0,-11-1-5 16,9 0 5-16,-9 0-2 0,9 1-1 0,-9-1 0 15,0 0 0-15,9 0 3 0,-9 0-4 0,0 0 3 16,9 2-5-16,-9-2 8 0,0 0 1 0,0 0 2 16,7 1-4-16,-7-1 0 0,0 0-2 0,0 0 2 15,0 0 4-15,9 1-4 0,-9-1-3 0,0 0 1 16,0 0-1-16,0 0 0 0,0 0 6 0,0 0 9 15,0 0-16-15,0 0-2 0,0 0 4 0,0 0-2 16,0 0 0-16,0 0-1 0,0 0 1 0,0 0-3 16,0 0-7-16,0 0-20 0,0 0-6 0,0 0-14 15,0 0-13-15,0 0-16 0,0 0-9 0,0 0-8 16,0 0-19-16,0 0-10 0,0 0-12 0,-25-6-5 16,25 6-1-16,0 0-5 0,0 0 5 0,-9 0 5 15,9 0 8-15,0 0 13 0,0 0 10 0,0 0 16 16,0 0 8-16,-11-3 10 0,11 3 15 0,0 0 26 15,0 0 6-15,0 0 2 0,0 0 2 0,0 0 12 16,-3-8 4-16,3 8 16 0,0 0 4 0,-4-9 15 16,4 9 10-16,0 0 8 0,-4-5 8 0,4 5 3 15,-4-5 6-15,4 5 1 0,0 0 2 0,0 0-1 16,-3-7 3-16,3 7-1 0,0 0 2 0,0 0-1 16,0 0-6-16,0 0-5 0,0 0-1 0,0 0-6 15,0 0-4-15,-5-5-5 0,5 5-4 0,0 0-8 16,0 0-3-16,0 0-5 0,0 0 1 0,0 0-7 15,0 0-1-15,0 0-3 0,0 0 3 0,0 0-4 0,0 0-3 16,0 0 1-16,0 0-2 0,0 0 1 0,0 0-1 16,0 0-1-16,0 0-1 0,0 0 2 0,0 0 2 15,0 0 2-15,0 0 1 0,0 0 7 16,0 0-1-16,0 0 8 0,0 0 5 0,0 0 0 0,0 0 11 16,0 0 2-16,0 0-4 0,0 0 0 15,0 0 4-15,0 0-9 0,0 0 1 0,0 0-9 16,0 0-2-16,-7-6-1 0,7 6-1 0,0 0-6 15,-15 3 0-15,15-3-1 0,-14 4-4 0,6-2-5 0,3 0 1 16,5-2-4-16,-14 9-1 0,10-8 0 0,-1 3-5 16,5-4 1-16,-8 6 6 0,8-6-5 0,-5 8 7 15,5-8-4-15,0 6 5 0,0-6 1 0,0 0 2 16,5 11-3-16,-5-11 9 0,11 5-6 0,-5-3 1 16,0-1-1-16,-6-1-3 0,15 3 0 0,-9-3 1 15,-6 0 0-15,14 0-2 0,-7 0 4 0,-7 0 0 16,11-4-1-16,-11 4-9 0,9-6 1 0,-6 5 1 15,-3 1 8-15,4-10-7 0,-4 10-1 0,4-10-2 16,-4 10-4-16,-2-9-2 0,2 9 1 0,-2-9 1 16,2 9-6-16,-7-7 4 0,7 7-10 0,-9-4 7 15,2 3-1-15,7 1 1 0,-21 3-2 0,11 2 8 16,-1 1-4-16,3-1 3 0,-1 0-8 16,-1 2 1-16,3-2 3 0,0 1 0 0,2 2-1 0,1-2-1 15,0 3 6-15,2-2 2 0,2-7-3 0,0 12-2 16,0-12 5-16,4 10-8 0,0-5 7 0,1 1-1 15,2-3 7-15,-1-1-1 0,1-1 4 0,-7-1-3 16,13-1 0-16,-13 1 4 0,16-2-3 0,-7-1-5 16,-3 1 5-16,2 0 1 0,-8 2-2 0,11-8 3 15,-7 3-5-15,-2-1 1 0,3 0 1 0,-3-1 0 16,3-2-4-16,-3 0 4 0,-2 9-6 0,0-14-2 16,0 7-1-16,0 7 8 0,-2-11-7 0,2 11-10 15,-2-11 12-15,2 11 2 0,-5-7-12 0,5 7 1 16,-7-1 3-16,7 1 1 0,0 0 0 0,-17 3 1 15,7 4 2-15,1-3-3 0,1 1-1 0,3-2-2 16,-4 4-2-16,4-2 8 0,1 0-6 0,0 0 3 16,4-5 0-16,-3 11 3 0,3-11 1 0,0 10 7 15,0-10-7-15,1 7 17 0,-1-7-8 0,8 7-9 16,-4-4 12-16,-4-3-1 0,12 0 3 0,-12 0 2 16,11 0-2-16,-11 0 0 0,11-6 1 0,-6 4-3 15,2-2-8-15,-3 0 11 0,-4 4-1 0,9-9-4 16,-7 3 5-16,0 1-6 0,-2-4 1 0,0 9-2 15,0-16-3-15,0 10-5 0,0 6 4 0,-2-13 1 16,0 8-4-16,2 5 0 0,-4-9 1 0,2 4-5 16,2 5 1-16,-9-4-9 0,9 4-7 0,-10 0-23 15,10 0-32-15,-13 4-35 0,13-4-38 0,-14 5-43 16,10-1-70-16,-1-1-76 0,-3 0-214 0,8-3-594 16,0 0 262-16</inkml:trace>
  <inkml:trace contextRef="#ctx0" brushRef="#br0" timeOffset="129344.11">26971 11510 188 0,'0'0'215'15,"0"-13"0"-15,0 13-6 0,0-9-12 0,0 9-15 16,-2-7-15-16,2 7-16 0,0 0-17 0,0 0-11 16,0-12-15-16,0 12-15 0,0 0-12 0,0 0-7 15,0 0 2-15,0 0 8 0,0 0-4 0,-2 34-1 16,4-20-8-16,-4 1-8 0,0 3-10 0,-1 3 1 16,2-2-1-16,-1 6 2 0,-2 0-6 0,0-7 2 15,2 7-4-15,-1-5-6 0,3-2 0 0,0 1-1 16,-4-2-5-16,4-3-2 0,0 3-2 0,-2-5-3 0,2 0-2 15,2 0-7-15,-4 0 2 0,2-3-1 0,0 0-2 16,0-1-6-16,0-8 2 0,0 13 0 16,0-6-5-16,0-7 2 0,0 0-2 0,0 12 2 15,0-12 8-15,0 0-9 0,2 7-1 0,-2-7 10 0,0 0 8 16,0 0 6-16,0 0 10 0,0 0-1 0,0 0-2 16,0 0-5-16,0 0 2 0,0 0-8 0,0 0 3 15,0 0-8-15,6-22-2 0,-3 15 13 0,1 0-15 16,-2 0 1-16,2-5 0 0,0 1-7 0,2 0-2 15,1-3 0-15,-1 2-1 0,3-1-7 0,0 1 7 16,0 1 0-16,0 2 6 0,1 1-18 0,3-4 9 16,-4 6-4-16,2-2-5 0,-4 3 0 0,6 2 2 15,-1-1-3-15,-1 0 4 0,3 2-5 0,-3 2 0 16,-1 3-2-16,2 2-3 0,-3 0 0 0,0 0 5 16,-3 3 1-16,4 0-2 0,-6 2-4 0,2-2 7 15,-3 1-1-15,1 0 0 0,2 1-3 0,-6 0 8 16,2-1-9-16,0 2 5 0,0-3-2 0,-4 2 12 15,2-2-12-15,0 0 3 0,0-8 0 0,-2 14-25 16,2-5-12-16,0-9-16 0,-2 13-25 0,2-8-20 16,0-5-19-16,0 10-27 0,0-10-39 0,-2 9-41 15,2-9-29-15,2 8-204 0,-2-8-494 0,0 0 219 16</inkml:trace>
  <inkml:trace contextRef="#ctx0" brushRef="#br0" timeOffset="129561.5">27315 11760 174 0,'0'0'242'16,"0"-8"-4"-16,0 8-14 0,2-7-20 0,-2 7-17 15,0 0-20-15,0 0-16 0,0 0-11 0,0 0-1 16,0 0-7-16,0 0-10 0,0 0-7 0,-3 31-13 16,1-20-10-16,0 0-7 0,0 2-7 0,0-1-11 15,0 1-7-15,-1-3-5 0,2 4-3 0,-1-2-7 16,0 0-22-16,2 0-15 0,0-3-22 0,-4 3-28 15,4-2-15-15,-2-1-23 0,2-2-26 0,0-7-37 16,2 13-20-16,-4-7-31 0,2-6-157 0,2 9-379 16,-2-9 167-16</inkml:trace>
  <inkml:trace contextRef="#ctx0" brushRef="#br0" timeOffset="129732.26">27371 11596 48 0,'0'0'171'0,"2"-7"-24"16,-2 7-14-16,0 0-12 0,0 0-18 15,0 0-5-15,0 0-34 0,0 0-17 0,0 0-45 16,5 31-43-16,-4-19-44 0,-1 3-50 0,0 2-146 16,1-5 65-16</inkml:trace>
  <inkml:trace contextRef="#ctx0" brushRef="#br0" timeOffset="130079.33">27459 11908 115 0,'0'0'183'0,"11"-3"-12"16,-11 3-3-16,0 0-9 0,13-4-7 0,-6 0-5 16,0 1-6-16,-1-1-9 0,3 0-10 0,1-1-5 15,-1-3 1-15,-1 2-4 0,-1 1-8 0,2-6-12 16,-2 3-5-16,2 0-4 0,-3-3-3 0,-1 1-3 15,0 0-1-15,-1-1-10 0,0 1-1 0,-3 2-8 16,0 1-2-16,1-1-4 0,-1 1 1 0,-1 7-5 16,-1-10-5-16,1 10-2 0,-6-7-7 0,6 7-4 15,-11-1-2-15,11 1-3 0,-22 10-1 0,7-2-5 16,0 4 4-16,1 1-6 0,1 0 6 0,3 1-3 16,-3 0-1-16,3 0 3 0,5-1-3 0,1-3-1 15,0 2 1-15,4 1 0 0,0-3-4 0,4 0 1 16,3 0 1-16,1 0 0 0,1-1 1 0,9 0-9 15,1-3 4-15,5 2-3 0,-4-4-3 0,9 0-21 16,-10-2-19-16,3 1-28 0,-2-1-29 0,1-1-35 0,-4 1-39 16,1-4-47-16,-5 2-36 0,1 0-173 15,-2-3-455-15,-4 1 202 0</inkml:trace>
  <inkml:trace contextRef="#ctx0" brushRef="#br0" timeOffset="130216.34">27844 11925 147 0,'0'0'277'0,"0"0"-14"0,0 0-11 0,0 0-18 16,0 0-19-16,0 0-24 0,0 0-19 0,0 0-35 0,0 0-32 16,0 0-35-16,0 0-32 0,0 0-51 0,3-5-57 15,-3 5-70-15,0 0-173 0,0 0-340 16,0 0 151-16</inkml:trace>
  <inkml:trace contextRef="#ctx0" brushRef="#br0" timeOffset="134649.84">26421 13263 11 0,'0'0'95'0,"0"0"-4"0,0 0 2 15,0 0-9-15,0 0-1 0,0 0 7 0,0 0-32 16,0 0 20-16,6-4 1 0,-6 4 1 0,0 0-3 16,0 0-1-16,0 0-9 0,0 0-3 0,0 0 0 15,0 0-10-15,0 0 9 0,0 0-5 0,0 0-9 16,0 0 5-16,0 0-3 0,0 0-3 0,0 0 1 16,-17-12 7-16,17 12-7 0,0 0 1 0,0 0-3 15,-7-4-1-15,7 4-3 0,0 0 1 0,0 0-2 16,0 0-5-16,0 0 2 0,0 0-1 0,0 0-3 15,-7-2 1-15,7 2-1 0,0 0-3 0,0 0 0 16,0 0 1-16,0 0 1 0,0 0-7 0,0 0 8 16,0 0-1-16,0 0-8 0,0 0-1 0,0 0-2 15,0 0-7-15,0 0 7 0,0 0-5 0,0 0 0 16,0 0-6-16,0 0 3 0,0 0-4 0,0 0-2 16,0 0-1-16,0 0 0 0,20-2-2 0,-9 2-1 15,-2 0 1-15,5 0-3 0,-3 1-5 0,3-1 7 16,-1 1 12-16,1-1-1 0,3 2-1 0,-3-2-4 15,-1 0 2-15,6 0-2 0,-2 0-1 0,4 4-3 0,1-2-1 16,-4-1 3-16,2 1-2 0,0 1 0 0,9-1 1 16,-10 1 0-16,3-3-2 0,-2 2 0 15,1 0-1-15,1 0-1 0,-2 0 1 0,0-1-1 16,3 1 3-16,-5 0-1 0,2-2 0 0,1 2-1 16,0-2-1-16,4 2 4 0,-2 0-3 0,-3-2 4 15,0 0-3-15,1 0 5 0,1 0 0 0,-4 0-3 0,0 2-1 16,0-2 2-16,0 1 0 0,2-1 0 15,-4 1 1-15,4 1-2 0,-3-2 3 0,0 1-2 16,0 0-3-16,2-2 1 0,-1 2 1 0,3 0 1 0,-2 0-4 16,0-1 1-16,0 0 2 0,2 1-1 0,-2-2-2 15,1 2 0-15,-3-1 1 0,-4 1 0 0,3-2-4 16,1 0 1-16,-3 1 2 0,-1 0 1 16,2 0-1-16,-2 0-4 0,0 1 7 0,-1-1-3 15,1-1-1-15,1 2 0 0,-1 0 0 0,0-1 5 0,1-1-1 16,-1 1-3-16,3-1 3 0,-3 1 1 0,-1 1 4 15,5-2-3-15,-3 1-1 0,3-1 1 16,2 0 0-16,-2 0-5 0,2 1-2 0,-6-1 4 16,1 1 0-16,-1-2 0 0,1 2 0 0,-3-1 0 15,5 0 3-15,-3-1-2 0,1 2 1 0,-1-2 0 0,0 0 1 16,5 0-4-16,-5 1 3 0,1-2-5 0,2 2 1 16,-2-1 0-16,-1 2-1 0,1-2 2 0,-1 1-2 15,1 0-3-15,3-1 1 0,-6 1 2 16,2-1-5-16,-5 0 3 0,4 1 1 0,-1 0 3 0,0 0-3 15,1-1 2-15,-3 2-1 0,1-3-1 0,2 3-2 16,-1-4 2-16,2 4 0 0,-1 0 1 0,-1-4-1 16,1 4 1-16,0-2-5 0,1 1 3 0,1-2 0 15,-3 3 1-15,3-2-3 0,0 1 1 16,0-1 4-16,-1 2-5 0,0-1 2 0,1 0-2 0,-2 1 3 16,0 0 0-16,-1-2 0 0,-2 2-3 0,3-1 2 15,-1 0 2-15,-1 0 0 0,-10 1-3 0,19 0-2 16,-10-2 6-16,2 1 0 0,-3 2-7 0,2-2 4 15,-10 1 3-15,14 0-6 0,-14 0 4 0,14 0-5 16,-6 0 2-16,2-1 1 0,0 1 1 0,-10 0 0 16,16 0 0-16,-11 0 1 0,-5 0 2 0,15 0 3 15,-8 0 0-15,-7 0 0 0,15-1 3 0,-7 2-1 16,-8-1 1-16,14 0-3 0,-8 1 5 0,-6-1-6 16,16-1-2-16,-8 1-2 0,-8 0 2 0,14 1 6 15,-3-1-8-15,-2 0 1 0,-2 0-3 0,2 1 4 16,-9-1 2-16,15 2-1 0,-7-2 2 0,1 0 2 15,-9 0-5-15,17-2 3 0,-7 4-4 0,-10-2 0 16,18-2 5-16,-8 4-4 0,-3-2 3 0,5 0-6 16,-1 1 3-16,-1-1-2 0,0 0 1 0,-1 1 4 15,1-1-9-15,0-1 2 0,-10 1 1 0,18-1 4 16,-10 2-3-16,-2 0 1 0,3-1-3 0,0 1 2 16,0-1-4-16,0 2-1 0,-9-2 4 0,14 0-4 15,-6 0 2-15,-1 1-1 0,-7-1 2 0,13 1 4 16,-6 1-2-16,-7-2 3 0,12 0-3 0,-12 0 1 15,11 0 1-15,-11 0 1 0,6 0-4 0,-6 0 4 16,0 0-1-16,0 0 4 0,10 0 1 0,-10 0-8 16,0 0 0-16,0 0 5 0,0 0-3 0,0 0 1 15,9 0 0-15,-9 0 1 0,0 0 3 0,0 0-6 0,0 0 2 16,0 0 3-16,0 0 13 0,0 0-13 0,0 0-7 16,0 0-2-16,0 0 4 0,0 0-11 0,0 0-18 15,0 0-21-15,0 0-23 0,0 0-28 0,0 0-36 0,0 0-52 16,0 0-56-16,0 0-60 0,0 0-156 0,-41-6-494 15,21 4 219-15</inkml:trace>
  <inkml:trace contextRef="#ctx0" brushRef="#br0" timeOffset="135829.04">27840 13282 38 0,'0'0'178'0,"0"0"-6"0,0 0-14 0,0 0-10 16,0 0-1-16,0 0-5 0,0 0-11 15,0 0-10-15,0 0-3 0,0 0-4 0,-21 11-2 16,21-11-8-16,0 10-12 0,0-10 1 0,0 0-10 15,1 10-4-15,-1-10-2 0,7 9-1 0,-3-6-1 0,-1 1-3 16,3-1 2-16,-6-3-7 0,11 7-5 0,-4-5-2 0,-2 0-1 16,3 1-4-16,-3-2-4 0,-5-1 4 0,9 2-6 15,-9-2 0-15,9 1 2 0,-9-1-1 16,0 0 1-16,0 0-8 16,0 0 1-16,9-3-10 0,-9 3-6 0,0 0 0 0,2-8-4 0,-2 8-4 0,0 0 0 15,0 0-5-15,-7-13-1 0,7 13-3 16,-8-5 1-16,8 5-4 0,-7-4-3 15,7 4-1-15,0 0 1 0,-11-2-2 0,11 2 1 16,-13 4 1-16,7 0 5 0,-3 2-6 0,1-1-1 16,3 0-1-16,1-1 3 0,-1 2-3 0,5-6 0 15,-6 11 4-15,5-5-2 0,-1 1-3 0,2-7 7 16,2 11-3-16,-2-11 0 0,1 11-1 0,2-8 1 16,-3-3 8-16,5 7 4 0,1-4-2 0,-6-3 3 15,12 3-6-15,-5-3 2 0,-7 0 3 0,10 0 5 16,-10 0-2-16,11-2-2 0,-11 2 1 0,10-2 1 15,-7-4-6-15,-3 6-1 0,7-5 1 0,-7 5-4 16,4-9 3-16,-4 9-2 0,0-8-4 0,0 8 3 16,-4-11-6-16,4 11 1 0,-5-10 2 0,5 10-9 15,-5-9 2-15,5 9-2 0,-4-6 3 0,4 6-3 16,-6-3-1-16,6 3 0 0,-12 1-2 0,12-1 2 16,-13 3-5-16,6 1 6 0,7-4-2 0,-8 7-4 15,2-2 9-15,6-5-7 0,-7 8 0 0,5-4 1 16,2-4 0-16,-4 7 2 0,4-7 4 0,0 8-4 15,0-8 5-15,0 0 1 0,2 11-1 0,-2-11 2 16,0 0 6-16,6 3 5 0,-6-3-9 0,0 0 3 16,0 0 2-16,12 0-2 0,-12 0 1 0,0 0 0 15,0 0-1-15,12-10-1 0,-12 10-4 0,4-7 0 16,-4 2 6-16,0 5-1 0,4-12-4 0,-4 12 0 16,0-12-5-16,0 12 4 0,0-12 3 0,0 12 5 15,0-9-14-15,0 9 0 0,0 0 0 0,0-8-8 16,0 8 5-16,0 0-4 0,0 0 2 0,0 0-4 15,0 0 1-15,0 0-1 0,0 0 0 0,0 0 6 16,0 0 4-16,0 0-5 0,0 0 3 0,0 0 4 16,0 0-4-16,0 0 1 0,17 13-2 0,-17-13 12 15,4 4-5-15,-4-4-3 0,0 0 3 0,0 0 2 16,0 0 4-16,0 0 0 0,0 0-4 0,0 0 5 0,0 0-6 16,11-10 2-16,-11 10 3 0,1-7 8 15,-1 7-8-15,0 0 1 0,0-9 3 0,0 9 0 16,0 0-3-16,-10-12-1 0,7 10-4 0,3 2 4 15,-10-5 0-15,2 5 2 0,8 0-20 0,-15-2-16 16,15 2-17-16,-14 4-12 0,5 0-26 0,3 0-30 16,0 0-35-16,-3 5-59 0,3-3-59 0,0 4-241 15,2-3-545-15,1-1 241 0</inkml:trace>
  <inkml:trace contextRef="#ctx0" brushRef="#br0" timeOffset="136981.07">27930 13377 11 0,'0'0'85'0,"-4"-6"2"0,4 6-4 0,0 0 2 16,0 0-3-16,-4-8 3 0,4 8 6 0,0 0-1 16,0 0-6-16,0 0 1 0,-6-5-1 0,6 5 5 15,0 0-15-15,0 0 13 0,0 0 1 0,0 0-2 16,0 0-7-16,0 0-2 0,0 0 1 0,-4-8-5 16,4 8 2-16,0 0-6 0,0 0 0 0,0 0-3 15,0 0-4-15,0 0-1 0,0 0 1 0,0 0-1 0,0 0-1 16,0 0-5-16,0 0-1 0,0 0-4 15,0 0-5-15,0 0-2 0,0 0-8 0,0 0-2 16,0 0-5-16,0 0-2 0,0 0-4 0,0 0-4 16,0 0 2-16,0 0-3 0,-1-9-1 0,1 9-4 15,0 0 1-15,0 0-1 0,0 0-3 0,0 0 12 0,0 0-1 16,0 0-2-16,0 0-6 0,0 0 1 0,0 0-1 16,0 0-6-16,0 0 4 0,0 0-5 15,0 0 2-15,0 0-2 0,0 0 4 0,0 0-4 16,0 24 4-16,-2-17-1 0,2-7 2 0,-2 14 2 0,2-4 2 15,0-1 2-15,1 3 1 0,-4-2-1 0,3 0 3 16,0 8 2-16,-2-7 3 0,2 8-1 0,0-3 5 16,-4 2-1-16,6-1 0 0,-4 4 6 15,2-2 0-15,0 0 2 0,-4 5 0 0,5-6 1 16,-3 3 0-16,2-2-5 0,-4 2 4 0,6 2 3 0,-4-3 9 16,6 0-8-16,-4-2-2 0,0 1 1 0,-2-3-2 15,2 4 1-15,3-4 7 0,-3 2-9 0,0-3 0 16,0 0 3-16,-1-2-11 0,1 2 11 0,0 2-7 15,0-6 3-15,0 1-3 0,0 1 8 0,0-3 4 16,-2 0-8-16,0 2-12 0,0-2 9 0,2 3-1 16,-3-4-3-16,3 2 5 0,-2-2 4 15,0 3-3-15,1-5-11 0,-1 3 5 0,0-2-2 16,0 0-3-16,2-8 2 0,-1 13-18 0,1-7 18 16,0-6-8-16,-2 10 0 0,2-10 3 0,0 8-1 0,0-8-7 15,0 0-17-15,-1 9 27 0,1-9-12 0,0 0 8 16,0 0-9-16,0 0 5 0,0 9-2 0,0-9 3 15,0 0 8-15,0 0-16 0,0 0 2 0,0 0-6 16,0 0-19-16,0 0-15 0,0 0-20 0,0 0-27 16,0 0-19-16,0 0-29 0,0 0-25 0,0 0-25 15,15-14-36-15,-15 14-47 0,5-8-43 0,-5 8-242 16,0-8-590-16,0 8 261 0</inkml:trace>
  <inkml:trace contextRef="#ctx0" brushRef="#br0" timeOffset="137573.6">27618 14198 45 0,'-10'-2'109'0,"10"2"-6"0,-9-2 5 0,9 2 3 15,-8-2 4-15,8 2 0 0,0 0-9 0,0 0-4 16,-9-3-6-16,9 3 2 0,0 0-4 0,0 0-1 16,0 0-2-16,0 0-8 0,0 0-4 0,0 0-3 15,0 0-3-15,0 0-5 0,29-3-6 0,-13 5-4 16,4-1-9-16,0-1-2 0,5-1-3 0,4 1-4 15,0 0 3-15,0 1-7 0,-1 0 0 16,-1-1 0-16,4-1-1 0,2 1 7 0,-1 0-2 0,0-1 0 16,-3-1 1-16,2 2 2 0,-2-1-4 0,-1 1 1 15,0-2 4-15,-7 4-3 0,-3-4-2 0,2 2 5 16,-2 2-6-16,0-2 1 0,-7 0-8 0,3 0 6 16,-5 1-10-16,-1-1-2 0,-1 0-1 0,-7 0-4 15,14 0-2-15,-7 0-1 0,-7 0-4 0,9 0-1 16,-9 0-10-16,0 0-14 0,0 0-15 0,13 0-16 15,-13 0-13-15,0 0-8 0,2 4-11 0,-2-4-17 16,0 0-38-16,0 0-30 0,-13 8-29 0,13-8-19 16,-16 7-118-16,2-4-352 0,4 1 156 0</inkml:trace>
  <inkml:trace contextRef="#ctx0" brushRef="#br0" timeOffset="138052.46">27732 14390 58 0,'0'0'172'0,"-5"4"3"0,5-4-13 15,0 0-11-15,0 0-4 0,0 0-7 16,0 0-9-16,0 0-9 15,0 0 2-15,0 0-6 0,0 0-9 0,0 0-5 16,0 0-4-16,0 0-8 0,0 0-1 0,0 0-1 16,0 0-2-16,0 0-1 0,0 0 5 0,0 0-7 15,0 0-6-15,0 0 0 0,0 0-5 0,0 0-3 16,0 0-2-16,0 0-9 0,0 0-5 0,0 0-5 16,0 0 10-16,0 0-15 0,0 0-5 0,0 0-7 15,0 0-1-15,23-6-3 0,-16 3-8 0,5 3 0 0,1 0-5 0,-1-3 2 16,1 0-3-16,4 1-1 0,4 0 1 0,-3 0-4 15,3 2 0-15,-2-3 0 0,-1 2 3 0,0 1 3 16,-2-3-3-16,-3 3 3 0,1 0 4 0,-1-2-1 16,0 1 4-16,-1 0-7 0,-3 1 1 0,5-1-2 15,-3 0 1-15,-11 1-4 0,11-1-3 0,-5-1 1 16,-6 2-2 0,0 0-3-16,12-1 0 0,-12 1-8 0,0 0-8 15,0 0-11-15,9 0-13 0,-9 0-12 0,0 0-17 16,0 0-3-16,0 0-7 0,0 0-11 0,0 0-26 0,0 0-25 15,0 0-36-15,-25 10-16 0,16-7-18 0,1-2-8 16,-5 4-154-16,0-3-396 0,0 3 175 0</inkml:trace>
  <inkml:trace contextRef="#ctx0" brushRef="#br0" timeOffset="138410.7">27800 14473 122 0,'-6'4'180'0,"6"-4"-14"16,0 0-3-16,0 0-6 0,0 0-8 0,0 0-5 15,0 0-11-15,0 0-11 0,0 0-5 0,0 0-6 16,0 0-5-16,0 0-7 0,0 0-7 0,0 0-2 16,0 0-1-16,0 0 2 0,0 0-4 0,22 4-2 15,-11-4-3-15,4 0-7 0,1 0-5 0,2 1-3 16,-4-2-4-16,4-1-1 0,0 4-5 0,2-2-3 0,-2 0-1 0,0 0-3 15,-5 1-2-15,5-1-3 0,-4 2-3 0,-3-2-3 16,-2-2-1-16,2 1-2 0,-4-1-2 0,-7 2-9 16,16 3 2-16,-16-3-4 0,11-1-4 15,-11 1 2-15,8 0-4 0,-8 0-1 0,10 0 3 16,-10 0-13-16,0 0-13 0,10-2-11 16,-10 2-15-16,0 0-19 0,0 0-14 0,0 0-24 15,0 0-25-15,0 0-23 0,0 0-22 0,0 0-14 16,0 0-19-16,0 0-13 0,0 0-151 0,-24 9-386 15,13-6 170-15</inkml:trace>
  <inkml:trace contextRef="#ctx0" brushRef="#br0" timeOffset="138697.44">27806 14605 106 0,'-6'3'186'0,"6"-3"-4"0,0 0-12 16,0 0-5-16,0 0-4 0,0 0-8 0,0 0-1 16,0 0 0-16,0 0-8 0,0 0-5 0,0 0-6 15,17 5-5-15,-17-5-6 0,14-1-14 0,-7 1-6 16,6 0-9-16,-3 0-3 0,1 0-9 0,1-1-10 16,0 1-6-16,1 0-6 0,-1-2-5 0,-1 5-5 15,2-6-4-15,0 3-5 0,-3-1-6 0,-1-2-5 16,2 5-18-16,0-5-19 0,-4 3-21 0,-7 0-19 15,12 0-21-15,-12 0-24 0,10 3-29 0,-10-3-17 16,0 0-24-16,8 4-9 0,-8-4-8 0,0 0-10 16,0 0-113-16,6 2-326 0,-6-2 144 0</inkml:trace>
  <inkml:trace contextRef="#ctx0" brushRef="#br0" timeOffset="138894.09">27843 14677 116 0,'-9'3'162'0,"9"-3"-15"0,-7 3 0 16,7-3 7-16,0 0-11 0,0 0-4 0,0 0-7 16,0 0-1-16,0 0-8 0,0 0-9 0,15 8-9 15,-4-7-12-15,-1-1-6 0,8 2-8 0,2-4-11 16,1 1-5-16,-4 0-7 0,4 1-18 0,-4 0-18 16,1-3-16-16,1 3-21 0,-5-1-31 0,3 0-35 15,-4-2-45-15,0 0-45 0,-1 1-106 0,1 1-302 16,-13 1 134-16</inkml:trace>
  <inkml:trace contextRef="#ctx0" brushRef="#br0" timeOffset="143027.53">26781 9822 71 0,'0'0'114'0,"-4"-9"-2"0,4 9 1 0,0 0-5 16,-4-6-1-16,4 6-1 0,0 0 4 0,0 0-1 0,0 0-6 15,-2-6-8-15,2 6-4 0,0 0-16 16,0 0-7-16,0 0-4 0,0 0-1 0,0 0-2 15,0 0-6-15,0 0-3 0,0 0-4 0,-13 10-2 16,13-10-2-16,0 0-4 0,-3 8-3 0,3-8 2 0,0 0-2 16,-2 7-5-16,2-7-2 0,0 0 0 15,0 0 2-15,0 0 1 0,7 10 1 0,-7-10 2 16,0 0-2-16,6 3 0 0,-6-3-5 0,0 0 5 0,9 0-2 16,-9 0 5-16,0 0-3 0,10 0 3 0,-10 0-6 15,0 0-2-15,0 0-2 0,11-7-2 0,-11 7-4 16,4-5-1-16,-4 5-4 0,4-5 0 15,-4 5 0-15,2-7-4 0,-2 7-1 0,1-8 0 0,-1 8-1 16,0 0 1-16,0 0-7 0,0 0 2 0,0 0 0 16,0 0-2-16,-5-10-3 0,5 10 4 0,0 0 0 15,0 0-4-15,-17 11 3 0,17-11 0 0,-12 7-5 16,10-3 2-16,2-4 2 0,-5 7-3 0,5-7 2 16,-4 7 1-16,4-7-2 0,0 0 1 0,2 9 6 15,-2-9 3-15,0 0-2 0,13 0 7 0,-3 0-6 16,-10 0 1-16,17-3 0 0,-5 0 6 0,-3-1-9 15,2 0 1-15,-1 1-1 0,-2 0 5 0,-1-2-4 16,-1-1 3-16,0 3-4 0,-2-2 1 0,-4 5-1 16,2-11 2-16,-2 5-4 0,0 6-2 0,0 0-3 0,-6-15 0 15,2 11 6-15,0-1-6 0,4 5-2 16,-13-4 2-16,2 2-3 0,3 2-1 0,8 0 1 16,-23 4 3-16,13 0-13 0,1-1-14 0,3 1-17 15,-4 2-21-15,6-2-34 0,-3 0-32 0,5 2-55 16,2-6-53-16,0 9-125 0,0-9-394 0,0 0 174 0</inkml:trace>
  <inkml:trace contextRef="#ctx0" brushRef="#br0" timeOffset="143516.14">26923 9241 191 0,'0'0'226'0,"-2"-8"-7"0,2 8-11 0,0 0-17 16,0-10-19-16,0 10-17 0,0 0-15 0,0 0-18 15,0 0-13-15,0 0-8 0,0 0-16 16,0 0-3-16,0 0 0 0,0 0 1 0,-6 22-14 0,2-11-3 15,3 1-2-15,-1 0-8 0,0-2-1 0,0 1-6 16,-3 3-2-16,3-3-4 0,-1 2-1 0,1 2-6 16,0-4-1-16,-2 0-1 0,4 0-2 0,-3-1-8 15,1 2 2-15,0-3-4 0,2-1-3 0,0 1 0 16,0-1-18-16,0-8-12 0,-2 12-9 0,2-12-22 16,0 13-16-16,0-13-28 0,0 9-28 0,0-9-20 15,0 7-31-15,0-7-26 0,0 0-16 0,0 8-107 16,0-8-338-16,0 0 150 0</inkml:trace>
  <inkml:trace contextRef="#ctx0" brushRef="#br0" timeOffset="143997.17">26928 9247 126 0,'2'-5'158'0,"-2"5"2"0,7-11-12 15,-4 5-7-15,1 0-7 0,7-2-7 0,-1 3-6 16,1 2-10-16,2-4-1 0,1 3-12 0,-2 1-4 16,5-1-3-16,-4 3-10 0,1 3-8 0,-1 1-9 15,3 2-3-15,-5 0-3 0,2 0-1 0,-3 2-5 16,-2 0-7-16,-1 1 4 0,0 1-1 0,-2 0-4 16,1-1 5-16,-6 1-7 0,1 3 2 0,-2-5 5 0,1 3-5 15,-2 1 6-15,-2-2-6 0,-2-1-3 0,0 0-1 16,1 1-3-16,-1-2-4 0,0-2-2 15,2 2-2-15,-2-3-5 0,1 1-1 0,5-5-3 16,-6 8-2-16,2-5-2 0,4-3 2 0,-7 5-6 0,7-5 0 16,0 0-3-16,-5 5-2 0,5-5-3 0,0 0-3 15,0 0-2-15,0 0-1 0,0 0 0 0,10 9 3 16,-6-6-2-16,-4-3 1 0,11 5-5 0,-5-3 5 16,2 2-2-16,-2-1-3 0,1-1 5 0,-1 3-1 15,2-2 0-15,-4 3-2 0,3-3 2 0,-3 3-2 16,1-2 3-16,1 0 0 0,-6-4-3 0,5 10 6 15,-2-7-4-15,-3-3-1 0,2 9 5 0,-2-9 4 16,-8 12-2-16,4-8 1 0,-1 0-1 0,-5 1-2 16,3 1 3-16,-5-1 2 0,3-2-1 0,-2 2-16 15,0 0-7-15,-2-2-14 0,3 0-22 0,-1 0-26 16,3-1-29-16,-1 0-36 0,-1-1-31 0,4 2-44 16,-5-3-139-16,11 0-387 0,-14-2 171 0</inkml:trace>
  <inkml:trace contextRef="#ctx0" brushRef="#br0" timeOffset="144160.15">27300 9574 106 0,'0'0'240'0,"0"0"-30"0,8-3-15 0,-8 3-21 15,0 0-21-15,0 0-36 0,0 0-37 16,0 0-41-16,0 0-54 0,0 0-45 0,0 0-52 15,0 0-77-15,0 0-203 0,0 0 91 0</inkml:trace>
  <inkml:trace contextRef="#ctx0" brushRef="#br0" timeOffset="145432.31">27811 12818 62 0,'4'-7'124'0,"-4"7"5"0,4-6-3 16,-4 6-1-16,1-9 3 0,-1 9 1 16,4-9 10-16,-4 9-1 0,3-8-14 0,-3 8-1 0,0-11 3 15,0 11-2-15,2-9-4 0,-2 9-4 0,-5-13-9 16,5 13-5-16,-5-9-5 0,1 5-6 0,-2 0-4 15,6 4-8-15,-13-8 0 0,3 5-6 0,-1 2-6 16,2 1-7-16,-4 0 18 0,0 4-6 0,0-2 1 16,0 2-9-16,-5 3-11 0,5 2-5 0,-3-1-2 15,5 3-2-15,2-1-7 0,0-1-5 0,2 0 4 16,2 1-8-16,-1 1-5 0,4-1 1 0,0 1-1 16,4 1-1-16,2-1-2 0,1 0-3 0,3-2-1 15,2 1 2-15,-1-4-1 0,6 2-4 0,3 1-1 16,-1-3 1-16,0-2-5 0,1 1 6 0,-4-1-4 15,2-1-4-15,-3-2 1 0,1 1 0 0,-3-2 1 16,1 0 0-16,-1 0-3 0,-11 0-1 0,12 0 5 16,-12 0 0-16,9 0 4 0,-9 0-1 0,7-3-4 15,-7 3 0-15,0 0 1 0,3-6-6 0,-3 6 4 16,0 0-3-16,0 0-1 0,0 0 0 0,-18-10-1 16,9 10 1-16,9 0-3 0,-17-2-2 0,6 2 6 15,-2 0 0-15,1 2-1 0,0 0 9 0,-1 0-5 16,1 3 3-16,-2-1-3 0,3 0 2 0,-2 1 1 15,3 2-4-15,1-1 0 0,-1-1-3 0,0 3 8 16,1-1-5-16,3 1-4 0,1 2 4 0,1-3 0 16,1-1 2-16,1 1-8 0,2-7 13 0,-1 15-7 15,4-6 2-15,0-3 2 0,1 0 10 0,3 0-13 16,3 0 8-16,0-1 0 0,1-2 3 0,2 1-13 16,3-3-1-16,2 0 7 0,0-1-5 0,1 0-9 15,-2-1-13-15,1-1-17 0,-2 1-16 0,4-2-17 16,-7 0-23-16,4-2-29 0,1 2-38 0,-3 0-42 15,-2 1-42-15,3-4-51 0,-7 2-155 0,3-1-482 16,-1-1 214-16</inkml:trace>
  <inkml:trace contextRef="#ctx0" brushRef="#br0" timeOffset="149028.41">22399 13009 77 0,'-9'2'137'0,"9"-2"5"0,0 0-6 16,0 0-12-16,-12 0 3 0,12 0-7 0,0 0-7 15,-9 1 1-15,9-1-1 0,0 0-3 16,0 0-4-16,0 0 1 0,0 0-3 0,0 0 0 0,0 0-6 16,0 0-5-16,0 0-5 0,0 0-11 0,-7-8-5 15,7 8-1-15,0 0-4 0,0 0-6 16,0 0-1-16,0 0-12 0,9-15-3 0,-9 15-4 0,9-4-6 15,-4 1-1-15,-5 3-5 0,9-3-6 0,-3 1-1 16,-6 2-1-16,15 0-4 0,-7 2-8 0,0-2 5 16,2 3-3-16,-4 0 0 0,3 0-2 0,-1 2-2 15,-3 0-2-15,0 0 0 0,0 0-2 0,0 2 2 16,-1 1 0-16,-1 1-1 0,-1-1-3 0,-2 1 2 16,2-3-1-16,-4 2 6 0,0 2-6 0,-5-1 1 15,4-4 3-15,-3 4-2 0,-1-1 0 0,-5-1 2 16,2-1 3-16,-3 0-4 0,2 1 2 0,0-3 2 15,-1 2 0-15,3-2-2 0,0-2-1 0,0 2 1 16,4-1-1-16,0 0-1 0,5-3-3 0,-7 3-1 16,7-3-2-16,0 0 0 0,-6 7 2 15,6-7 3-15,0 0-3 0,0 0 1 0,0 0 1 0,14 13 2 16,-6-10 0-16,-1 0-1 0,1 1-2 0,1-2 14 16,4 2-3-16,-4 0 4 0,-2 2-4 0,1 0-1 15,2 0-1-15,-5-1-3 0,0 0-2 0,1-1 0 16,-4 1 0-16,2 2 1 0,0-1-3 0,-4-6-2 15,1 11 4-15,-1-5 3 0,0-6 0 0,-4 11 8 16,-1-6 6-16,0 0 1 0,-1-2 4 0,-2 2-2 16,-5-2 2-16,3 3 1 0,-2-5 0 0,0 3-4 15,0-2 1-15,-2-1-4 0,3 0-1 0,-1 0-1 16,1-1-3-16,0 0-1 0,2 0-1 0,9 0-4 16,-15-2-14-16,7-1-25 0,1 2-27 0,-5-2-21 15,3 1-38-15,3-3-47 0,-2 3-44 0,-1-1-61 16,-1 0-164-16,-1 0-464 0,11 3 205 0</inkml:trace>
  <inkml:trace contextRef="#ctx0" brushRef="#br0" timeOffset="151701.47">22892 13007 12 0,'3'-9'78'0,"-3"9"-5"0,5-5-12 0,-5 5-6 16,7-10-1-16,-3 6-7 0,1 1-7 0,1-4-2 15,-1 4 3-15,2-1-1 0,-3-1-10 0,-4 5 4 16,9-7 7-16,-5 3-1 0,-4 4-8 0,6-5 3 16,-6 5 0-16,0 0 6 0,8-6 2 0,-8 6 6 15,0 0 8-15,2-5-7 0,-2 5-1 0,0 0 6 16,0 0-5-16,2-7 5 0,-2 7-4 0,0 0-5 15,0 0-2-15,0 0 11 0,-2-9 0 0,2 9 9 16,0 0-11-16,0 0-6 0,0 0-2 0,0 0-2 16,0 0-3-16,0 0-2 0,-3-9-2 0,3 9-7 15,0 0-4-15,0 0-5 0,0 0 1 0,0 0-3 16,0 0-1-16,0 0-3 0,0 0 2 0,0 0-6 16,-14 3 9-16,14-3-7 0,0 0-3 0,-8 6-1 15,8-6 2-15,-7 5-7 0,7-5 0 0,0 0 2 16,-7 5-5-16,7-5 3 0,-3 6 3 0,3-6-6 0,0 0 1 15,0 0 1-15,-5 3 0 0,5-3-1 16,0 0-1-16,0 0 0 0,0 0 0 0,-4 7 2 16,4-7-7-16,0 0 5 0,0 0 0 0,0 0-1 15,-5 3 0-15,5-3 4 0,0 0 1 0,0 0-11 0,0 0 13 16,0 0-3-16,0 0-3 0,0 0 1 0,0 0 0 16,0 0 1-16,0 0 0 0,0 0 4 15,0 0-4-15,0 0-3 0,0 0 3 0,-4 7-2 0,4-7 1 16,0 0 1-16,0 0-14 0,0 0-15 0,0 0-15 15,0 0-8-15,0 0-8 0,0 0-9 16,0 0-14-16,0 0-6 0,3 10-7 0,-3-10-4 16,0 0-12-16,0 0-2 0,-1 11-7 0,1-11-77 0,0 0-211 15,1 8 94-15</inkml:trace>
  <inkml:trace contextRef="#ctx0" brushRef="#br0" timeOffset="153978.87">22975 12943 47 0,'0'0'102'0,"0"0"1"16,0 0-5-16,0-12 0 0,0 12 7 0,0 0-7 0,0 0-1 15,0-9-3-15,0 9 6 0,0 0-10 0,0 0 12 16,-2-6-6-16,2 6-1 0,0 0-4 0,0 0-3 15,0 0-3-15,0 0-7 0,0 0 0 0,0 0-6 16,0 0-9-16,0 0-11 0,0 0-6 0,0 0-7 16,0 0-2-16,0 0-5 0,0 0 5 0,0 0 2 15,0 0 4-15,0 0-1 0,0 0-3 0,-8 23-3 16,7-17 4-16,-2 1 2 0,3-7-5 0,-5 16-1 16,4-8 7-16,0 2 2 0,-3 2 0 0,2-1-6 15,-2 5 1-15,2 0 0 0,-2 0-2 0,3-4-1 16,-4 3-3-16,1 1-3 0,0 1 1 0,3 0-2 15,-2 0 0-15,1 3-1 0,-2-2 1 0,3 0-4 16,-3-1 2-16,-1 2-3 0,2 7 3 0,-3-6 0 16,1-1-2-16,-2 5 3 0,3-5-4 0,-2 1 4 15,2 4 0-15,-2-4-4 0,-1-2-1 0,2 2-4 16,0-2-2-16,1 1 1 0,2 0-4 0,-5 0 1 16,4 0-2-16,-3-2 3 0,4 1 3 0,-1-2-7 15,1 4 4-15,0-4-6 0,0 1 0 0,-1 0 1 16,-1-1 11-16,1 1-13 0,1 0-1 0,0 1-1 15,1-1 1-15,-1-1-3 0,2 0 2 0,0-4 0 0,-1 4 12 16,1-4-16-16,-4-1 3 0,4 3 2 16,0-2-2-16,-1-1 1 0,-2 5 3 0,2-4 25 15,-2 1 1-15,2-1-4 0,0 1 2 0,-2 2-2 0,1-2 3 16,-2-1-6-16,3-1-1 0,0 1-1 0,-2 1 13 16,0-2-19-16,1 2 1 0,0 3 7 0,0-5-8 15,2 3-1-15,-3 0-8 0,5 0 0 16,-4 0 6-16,2 1-2 0,-1-2 8 0,1-3-31 0,0 2 23 15,-3-1-5-15,3 1 6 0,-1-2-1 0,1 3-8 16,-1-2 1-16,2 1 2 0,-1-2-14 16,0 3 15-16,0-1 4 0,0-2-5 0,0 2-3 15,0-1-1-15,0 1 0 0,-1 1 4 0,1-3-1 0,1 2 2 16,-1 1-6-16,3-3 12 0,-3 1-3 0,-3 1-3 16,4-1-7-16,-3-2 7 0,2 3-3 0,0-1 14 15,0 2-7-15,-1-2 8 0,1-1-28 0,2 2 12 0,-4 1 10 16,0 4-4-16,1-2 10 0,-1 2-14 0,0-5 8 15,2 5-3-15,-2-1 3 0,1-5 0 0,1 5-2 16,0-4 0-16,-2 1-5 0,1-1 2 0,0 3-1 16,1 2-18-16,-2-4 23 0,1 2-8 0,2 0-4 15,-2-2 8-15,2 4-4 0,-1-5-3 0,0 2-5 0,0 1 7 16,3 1-3-16,-3-4 0 0,0 0 4 0,0 4-3 16,0-1 2-16,3 1-2 0,-5 0 3 0,4-5 6 15,-4 2-11-15,2-3 3 0,0 3 1 0,0 2 0 16,-1-2-1-16,0 0-1 0,-1 0 3 0,1 2 5 15,-1-4-8-15,0 5 5 0,2-4-13 0,0-1 10 16,-1 1 5-16,-2 0-2 0,2 0 2 0,-2 0-1 16,2 0-2-16,-1 1 1 15,0-1-1-15,2 1-3 0,-5-2-2 0,4 2 2 16,0-4 9-16,0 7-6 0,-2-5 2 0,2 6 1 16,-2 1-2-16,1-3-1 0,-1-2-1 0,2-2-2 15,1 2 3-15,-3 2-7 0,3-3 6 0,-1 0-1 16,-2-1-32-16,2 2-2 0,1-4 0 0,-1 2 4 15,-2 2 9-15,3-2 0 0,-1 1 4 0,2-1 0 0,-2 0 4 16,1-1-2-16,-1 2 3 0,1-2-4 0,-2 0 6 0,2 0-2 16,0 0 0-16,0 1-2 0,-1 0 2 0,1-1 1 15,-1 0 4-15,1 2-4 0,0-2 3 0,-1 2 3 16,1-1-1-16,-2-1 3 0,1 0-1 0,2 2 0 16,-2-2-2-16,0 2 0 0,2-3 5 0,-2 2-4 15,2-2 3-15,-1 4 2 0,0-3 3 0,-1 1-2 16,1 1 3-16,1-2-5 0,-2 2 3 0,2-3-7 0,-1 0 0 15,3 2 2-15,-6-1-5 0,3 0 4 0,-3 0 5 16,3-1-4-16,0-2 1 0,0 3-5 0,2 0 2 0,-4-2 1 16,2-8-5-16,0 15 8 0,0-8-2 0,0-7-4 15,2 14-1-15,-4-7 2 0,2-7 10 0,3 17-7 16,-6-9-4-16,2-1 3 0,0 1 2 0,1-8-5 16,0 13-1-1,-3-4 2-15,3 0 2 0,-2-2-3 0,0 0 3 16,1 1-3-16,0-1 1 0,1-7 2 0,-3 13-5 0,1-6 3 15,-1 1 1-15,3-8 3 0,-1 13 0 16,0-4-3-16,1-1 1 0,-1 1 3 0,1-9-3 16,-3 12-2-16,3-12 2 0,-1 11-1 0,1-11 3 15,0 8-3-15,0-8-3 0,-2 8 2 0,2-8-2 16,0 0-1-16,-2 9 2 0,2-9 4 0,0 0-11 0,1 9 4 0,-1-9 4 16,0 0-11-16,0 0 11 0,0 0 0 0,0 0-3 15,0 0 2-15,0 7-2 0,0-7 2 0,0 0-4 16,0 0 0-16,0 0 4 0,0 0-2 0,0 0-2 15,0 0 4-15,0 0-7 0,0 10 8 0,0-10-4 16,0 0 1-16,0 0 4 0,0 0-4 0,0 0 5 16,0 0-5-1,0 0 5-15,0 0-6 0,0 0 3 0,0 0 0 16,0 0 1-16,0 0-8 0,0 0 5 0,0 0 4 16,0 0-1-16,0 0-5 0,0 0 3 0,0 0 1 15,0 0-3-15,0 0 0 0,0 0-6 0,0 0 10 0,0 0-4 16,0 0 2-16,0 0-3 0,0 0 5 0,0 0 2 15,0 0-3-15,0 0 2 0,0 0-3 0,0 0 0 16,0 0 3-16,0 0-1 0,0 0 0 0,0 0 4 0,0 0-1 16,0 0-6-16,0 0 6 0,0 0-3 0,0 0 2 15,0 0-3-15,13-3-1 0,-13 3 2 0,0 0 0 16,14-3 2-16,-14 3 0 0,13-3-5 0,-4 3 2 16,1 0 6-16,-1-1-8 15,0 2 2-15,2-1-5 0,1-1 8 0,3 1-1 16,-2 0-4-16,0 3-2 0,-1-5 3 0,4 4-3 15,13-1 5-15,-10-2-3 0,9 2 4 0,-6 0-2 0,-3 2-3 16,3-3 7-16,1 0-5 0,4 2-2 16,1-2 0-16,0 1-4 0,0-1 6 0,2 2-1 15,0-2-3-15,2 1 3 0,0 0-2 0,1 2 3 16,2-2-9-16,-2 1 1 0,0 2 10 0,1-3-2 16,-2-1 1-16,1 3-1 0,-1-2 2 0,1 2-4 0,0-4 1 15,1 4-2-15,0-1 4 0,2-2-1 0,-2 3 1 16,-1 0-4-16,2-3 2 0,-1 3 3 15,0-3-2-15,-1 2 1 0,-1-2 0 0,-1 1-2 0,1 0 5 16,0 2 16-16,1-2-3 0,0 1-2 16,1-3-5-16,-3 4 2 0,1-3-3 0,-1 1 2 15,2 1-2-15,-1-2 1 0,-2 0-5 0,4 1 2 16,-4-1-3-16,-2 1 3 0,4 1-7 0,0-4 5 16,3 6 3-16,-4-6-11 0,-2 2 7 0,4 0-1 15,-3 0 5-15,0 0-4 0,-2 0 3 0,1 0-3 16,-1 2-4-16,-9-1 3 0,3 0-3 0,-1-1 0 15,-1 0-1-15,2 2 3 0,-1-4 0 0,-3 4 0 0,2-1-1 16,-1-2 0-16,-1 2-3 0,3-1 5 0,-2 0 0 16,0 0-2-16,1 3-4 0,-2-3-1 15,0 1 1-15,0-1-3 0,0-1 4 0,0 2 4 16,0-1-1-16,1-1-1 0,-2 2-2 0,-3-1 2 16,-1-1-2-16,1 1-1 0,-1 0 1 0,-2 0 4 15,3 1-8-15,-4-1 5 0,4 0 1 0,-2 0 1 0,-1-1-2 16,-1 2 3-16,2-1-1 0,0 2 3 15,-1-2-4-15,2 0-2 0,-3-2 2 0,3 2-1 16,1 0-1-16,-4 2-1 0,3-1 0 0,2-1 4 16,-2 0-1-16,7 0 1 0,-3 0-8 0,2 1 4 15,0-1 2-15,0-1 2 0,1 1-4 0,-1 1 1 16,-1 1 3-16,2-2-1 0,-3 3-2 0,1-2 2 16,-2 0 1-16,2 1-1 0,-4-1 0 0,0-1-3 0,-2 0 6 15,2 0-5-15,-3 1 4 0,0-1-5 16,1 0 2-16,-7 0 1 0,-5 0 4 0,12 1-3 15,-12-1-3-15,12 0 2 0,-12 0 2 0,9 0-4 16,-9 0-1-16,0 0-6 0,0 0-12 0,0 0-14 0,8-3-13 16,-8 3-22-16,0 0-34 0,0 0-49 15,8-3-46-15,-8 3-37 0,0 0-28 0,0 0-43 16,0 0-53-16,0 0-306 0,0 0-718 0,0 0 318 16</inkml:trace>
  <inkml:trace contextRef="#ctx0" brushRef="#br0" timeOffset="154625.72">25809 15981 7 0,'0'0'125'16,"-2"-9"0"-16,2 9 2 0,-1-10-4 0,0 4 8 15,1 6 6-15,-2-12 3 0,2 6 0 0,0 6-4 16,-4-17-6-16,4 9-4 0,0 0-2 0,0 8-2 16,-3-12 0-16,1 7 4 0,2 5-4 0,-5-11 0 15,5 11-7-15,0-5-8 0,0 5 0 0,0 0-5 16,-2-9-7-16,2 9-10 0,0 0-5 0,0 0-14 15,0 0-3-15,0 0-11 0,0 0-4 0,0 0 3 16,0 0 6-16,0 0 1 0,-7 23 4 0,1-7 7 16,4 0-5-16,-3 1 1 0,-2 11 7 0,2-1-1 15,1 1 5-15,0 4 3 0,-1-1-3 16,4 1-1-16,-2 0-11 0,1 0 2 0,2 2 0 16,-2-4 8-16,2 2-9 0,0-6 3 0,0 1-1 0,0-2-9 15,0-5-3-15,0 6 1 0,0-7-3 0,4 1-15 16,-6-2 12-16,4 0-8 0,-2 0-4 15,2-3-2-15,-2 2-3 0,1-5 1 0,0 1-5 16,0 2-9-16,-1-4 0 0,2 1 4 0,-2-2-3 16,-2 1-11-16,2-2-7 0,0-2-22 0,0-7-18 15,4 13-30-15,-4-8-33 0,0-5-14 0,0 8-52 16,0-8-6-16,0 0-12 0,2 9-23 0,-2-9-24 16,0 0-45-16,0 0-23 0,0 0-16 0,0 0-166 15,0 0-521-15,0 0 232 0</inkml:trace>
  <inkml:trace contextRef="#ctx0" brushRef="#br0" timeOffset="155773.24">26036 15838 129 0,'0'0'174'0,"-6"-8"-14"0,6 8-15 15,0 0-17-15,0-11-12 0,0 11-14 0,16-10-7 16,-5 6-8-16,9 1-12 0,9 0 0 0,3-1-4 16,1 2-9-16,8-2-1 0,9 3-2 0,6 1-8 15,1 1 0-15,0 0-3 0,1-1-8 0,-2 0-5 16,1 0 9-16,-1 3 0 0,-3-2-4 0,-1-1-7 15,4 3 6-15,-3-3-9 0,-2 2 4 0,3-1-1 16,0-2-1-16,-1 2-5 0,1 1-2 16,0-1-1-16,0-1-1 0,-1 0-4 0,-1 0 0 15,0 2-3-15,-2-3 3 0,1 1-5 0,-12 0-5 16,12-1 0-16,-15 1 1 0,2 1 0 0,-1-1-3 0,1-1 2 16,-2 1-2-16,-3-1-1 0,-2 2 1 0,-3-1 2 15,3-1-1-15,-9 1 3 0,-6 0-1 0,-2 1 3 16,-7-1 3-16,3-1 0 0,-2 1 6 0,-8 0 4 15,11 0 1-15,-11 0-4 0,9 1-1 0,-9-1-1 16,0 0-2-16,8 0 0 0,-8 0-1 0,0 0-2 16,8 2-4-16,-8-2 0 0,0 0 2 0,0 0 2 15,4 4 14-15,-4-4 2 0,0 0 6 16,0 13-4-16,0-13-4 0,0 12 1 0,-2-5 3 16,4 2 0-16,-2-1-2 0,0-8 2 0,2 21 2 15,-4-10 6-15,0 2 3 0,2 2 0 0,-3 1-2 16,1 1-1-16,0 0 1 0,2 2 2 0,-5-2 3 15,3 1 1-15,-2 7-5 0,1-6 3 0,1 1 4 16,-2-1 1-16,-5-2-8 0,4 1-2 0,1 1 3 16,-1-1-1-16,1 1-2 0,0 0 3 0,-1-3 2 15,1 4-11-15,-2-3 9 0,4 1-1 0,-2 0-2 16,4-1-9-16,-2 2 6 0,0-2-12 0,-1 1 5 16,3-1 0-16,2 0 3 0,-2 0-3 0,1-2 1 15,-1 2-7-15,-1-2 6 0,3-2-5 0,-2-1-2 16,0 1 6-16,0-2-9 0,0 1 4 0,0 1-1 15,0-4 1-15,-1 2-9 0,1-3 7 0,0 2-6 16,-3-2-1-16,3 0 1 0,0-8-1 16,-2 14 5-16,2-6-6 0,0-1-5 0,-4 2 3 0,4 0-2 15,0-1-1-15,0 1 3 0,-1-1 6 0,1-8 3 16,-4 16-7-16,-1-10-7 0,1 1 3 0,4-1-5 16,0-6 0-16,-5 14 0 0,1-9-1 0,0 4 1 15,0-4 3-15,-1 3-2 0,-2-2-5 0,-3 1 13 16,4 1-4-16,0-5-3 0,2 1 3 0,-2 0-11 15,0 1 8-15,-1-3 0 0,7-2 0 0,-11 7 2 16,4-5-2-16,0-1-2 0,0 0 2 0,7-1-4 16,-18 3 2-16,5 0-2 0,3-3-5 0,-3 0 3 15,0 0 0-15,-3 0-1 0,-3-3-2 0,0 0-5 16,-2 1-6-16,2 0-10 0,-8-3-4 0,-2 3-11 16,0 0 0-16,-5-1 0 0,3-1 2 0,-1 1-10 15,-1-4 4-15,1 1-9 0,-1 1 4 0,-4 2 7 16,5-1 0-16,1 0 6 0,-1 0-2 0,3 1 6 15,-4-1-2-15,1 1 0 0,1-1-2 0,2 0-2 16,-3 1 5-16,1 0-4 0,-1 0 4 0,-1-2-7 16,-3 2 6-16,0 0 2 0,-2 0 1 15,-3 1-4-15,3 1 3 0,-14-1 7 0,12-1-2 0,-10-2 1 16,10 2 7-16,2 3 8 0,-2-3-9 16,-12 0 2-16,16-1-4 0,-5 1 8 0,3-1 4 0,0 4-1 15,0-3 2-15,-1 2-3 0,-1-1-2 16,2 1 2-16,1 0 4 0,5 1-1 0,1-2 4 0,3 1-4 15,6 0 4-15,3 0-1 0,0-1 0 0,1 2 1 16,4-2 1-16,2 1-3 0,-1-1-3 0,-3 2-2 16,5-1 4-16,-1 1 0 0,1 0-8 0,1-1 1 15,-1 1-2-15,-1 0-5 0,4 0-3 0,-2 0-5 16,10 0-9-16,-18 0-7 0,12-2-8 0,6 2-13 16,-12 0-15-16,12 0-20 0,0 0-22 0,0 0-26 15,-15-1-27-15,15 1-25 0,0 0-33 16,-7-3-14-16,7 3-149 0,0 0-426 0,0 0 188 15</inkml:trace>
  <inkml:trace contextRef="#ctx0" brushRef="#br0" timeOffset="156348.79">26295 16125 211 0,'-6'-4'210'0,"6"4"-6"0,0 0-17 0,0 0-11 15,-6-6-16-15,6 6-16 0,0 0-11 0,0 0-13 16,0 0-9-16,0 0-9 0,0 0-15 0,16-6-4 16,-5 4-13-16,1 2-3 0,-3-2-6 0,4 2-8 15,1-3-2-15,-1 4-2 0,3-1-2 0,-5-1-5 16,3 1-2-16,-3 0-2 0,-2 0 1 0,2 0-4 16,-11 0-4-16,13 0-4 0,-13 0-3 0,9 0 2 15,-1 1-5-15,-8-1-1 0,0 0 0 0,8 0-4 16,-8 0 0-16,0 0-6 0,0 0 2 0,0 0 1 15,7 2 10-15,-7-2 15 0,0 10 14 0,0-10 7 16,-7 15 6-16,1-6-12 0,-4 5 11 0,-1-2-13 16,1 3 8-16,-2 2-2 0,-6 4-3 0,7-5 0 15,-7 1-1-15,-3 5-6 0,8-9 0 0,-9 4-3 16,5-4-11-16,7 0 4 0,-4-2-9 0,5-3 1 16,0 0-1-16,3 1 0 0,-1-3-9 0,0 0-2 15,4 0 1-15,-1-1 1 0,4-5-4 0,-4 10 2 16,4-10 1-16,2 7-6 0,-2-7-1 15,7 7 0-15,4-3 4 0,0-1-4 0,0-3 1 0,7 0-18 16,1 3 17-16,2-3-14 0,-2 0-11 0,10 0-26 16,-11-3-22-16,11 3-32 0,-7-3-29 0,-1 0-32 15,-1-1-33-15,2 0-41 0,1 1-46 16,-3-1-188-16,0-1-501 0,-1-2 221 0</inkml:trace>
  <inkml:trace contextRef="#ctx0" brushRef="#br0" timeOffset="156796.41">26777 16289 180 0,'10'-5'209'0,"-3"4"-2"0,-1-2-8 0,4 0-3 16,0 1-6-16,-1 0-10 0,-2 2-6 16,5 0-4-16,-4 3-6 0,1-3-13 0,3 3-4 15,-6-1-7-15,5 4-12 0,-3-1-7 0,1 1-5 16,-5-2-4-16,2 0-11 0,-1 2-11 0,-1 2 4 15,-1-1 1-15,-3 3-5 0,0-3-8 0,0 2-6 16,-5-3-8-16,1 4-6 0,-1-3-3 0,-3 3-4 16,3-4-4-16,-2 0-2 0,-2-2-7 0,5 1-8 15,-1 0 0-15,-1-1-6 0,0 1-2 0,6-5-1 16,-8 4-7-16,8-4 1 0,-5 4-4 0,5-4-6 16,0 0-5-16,-6 5-2 0,6-5 1 0,0 0 0 15,0 0-3-15,13 6-2 0,-13-6 0 0,16 3 0 16,-5-1-2-16,3 1 5 0,-3 0-3 0,2 1-6 15,1 0 9-15,-1 0-3 0,-1 2-1 0,-1-3-1 16,-5 2 0-16,3-2 4 0,-1 0-10 0,-2 2 3 16,-2-2 4-16,1 1 8 0,1-2-6 0,-6-2 0 15,5 8-5-15,-5-8 8 0,-3 10-1 0,3-10 1 16,-11 9-1-16,5-6 2 0,-3 1-3 0,-1 0 5 16,-3 1-10-16,0-2 3 0,-3 2-8 0,-2-4-14 15,-2 3-19-15,0-3-22 0,5-1-18 0,-4 2-32 16,-1-4-22-16,2 2-45 0,4-1-39 0,3-1-57 15,-7-1-192-15,5-1-507 0,2-1 225 0</inkml:trace>
  <inkml:trace contextRef="#ctx0" brushRef="#br0" timeOffset="156953.26">27292 16441 151 0,'0'0'139'0,"4"-5"-41"16,-4 5-47-16,4-6-68 0,-4 6-54 0,0 0-76 15,0 0 34-15</inkml:trace>
  <inkml:trace contextRef="#ctx0" brushRef="#br0" timeOffset="158440.29">28150 16373 60 0,'-10'-3'61'0,"10"3"-5"0,-10-3 4 16,10 3-4-16,-12-2 5 0,12 2 7 0,-12-3 5 16,2 2 2-16,1-2-13 0,-1 2 4 0,-2 0 6 15,-2 1-6-15,0 0 4 0,1-2 1 0,-3 1-4 16,5 1-5-16,-1-2 0 0,-1 2-2 0,3 0-5 15,-1 0 6-15,11 0-3 0,-15-1 2 0,7 1-2 16,8 0-2-16,-12 0 6 0,12 0-5 0,0 0 5 16,-11 0 2-16,11 0-6 0,0 0 1 0,0 0-1 15,-9 0 0-15,9 0-8 0,0 0 2 0,0 0-6 16,0 0-2-16,0 0-4 0,0 0-1 16,0 0-4-16,0 0 1 0,0 0-5 0,0 0-3 0,0 0-2 15,0 0-1-15,0 0 3 0,34-3 0 0,-21 3-3 16,-1-2 3-16,8 1-6 0,-2 1 2 0,0-3 1 15,-1 3 3-15,2-2-3 0,-1 1 3 0,2 3 2 16,1-3-2-16,-2 0 3 0,2 0-1 0,2 1 3 16,-4 1-4-16,10-4 0 0,-8 2 1 15,-1 0 1-15,0-1-3 0,2 2 1 0,0 0 4 16,-1 0 1-16,2-1-1 0,3 1 3 0,-5-2-8 0,1 2 4 16,3-1-1-16,-1 1-5 0,6-4 2 0,-2 4 2 15,-9-2-3-15,12 3-1 0,-10-1-5 0,8 0 2 16,-8-2 1-16,1 3-4 0,6-3 5 15,-6 3 3-15,9-2-4 0,-9 0 0 0,5 1-4 16,-7-2 2-16,7 1 1 0,-6-1-3 0,1 4 11 16,-3-4-12-16,1 2 3 0,-2 0-4 0,2-1 5 15,-1 1-5-15,-1 1 3 0,-4-2-3 0,4 0 1 16,-1 1-2-16,4 0 2 0,-3-2-4 0,1 2 0 16,-2-1-4-16,2-1 5 0,0 1-2 0,-3 0-3 15,0-1 4-15,0 1-7 0,0 1 1 0,2-2 5 16,-1 1 5-16,2 1-5 0,-2-1-2 0,0 1-4 15,1-2 6-15,-5 4-5 0,2-2-8 0,-2 0 11 16,1-2-1-16,-1 2 2 0,2 0 2 0,-4-2-8 16,5 2 1-16,-3-1 7 0,2-1-6 0,-4 1-3 15,4 1 2-15,-3-3 7 0,5 3-6 0,-2-1 2 16,-2 0 0-16,3-2 2 0,1 2-11 0,4 0 8 16,-4 1-7-16,0 0 3 0,-2-2 6 0,-2 2-8 15,6-1 10-15,-6 0-5 0,5 1 0 0,-4-2-4 16,-1 2 4-16,2 0-3 0,-2-2 2 0,1 2-5 15,-1-1 4-15,0 1 5 0,-1 0-3 0,2-2-9 16,1 2 15-16,-3 0-10 0,4-1 2 0,-5 0 1 16,3 1-3-16,-4 0 1 0,2 1 0 0,-2-2 3 15,0 1 0-15,-2-2 5 0,-8 2 7 0,17 0 4 16,-10 2-9-16,-7-2-10 0,16-2 14 0,-10 2-2 16,-6 0 4-16,16 0-7 0,-8 0 1 0,-8 0 0 15,13-1 0-15,-13 1 2 0,12 1 0 0,-12-1-1 16,11 0-4-16,-4 0 3 0,-7 0 2 0,10-1-2 15,-10 1-8-15,11-1-1 0,-11 1 2 0,10-1 10 16,-10 1-6-16,0 0-3 0,11 0-2 0,-11 0 5 16,0 0-10-16,11 0 8 0,-11 0-5 0,0 0 3 15,0 0-4-15,8 1 1 0,-8-1 0 0,0 0-5 16,0 0 6-16,0 0-4 0,0 0 0 0,0 0-2 16,0 0 3-16,11-1-4 0,-11 1 14 0,9 2-19 15,-9-2 7-15,11 1-7 0,-11-1 3 16,11 0 3-16,-2 3 2 0,-1-3-8 0,2 1 8 0,0-1 5 15,0 2-6-15,-1-2-2 0,-1 0-3 0,5 0 5 16,-3 0 0-16,1 1-7 0,2-1 8 0,-1 0 0 16,6-1 4-16,-4 1-3 0,4 0-2 0,-6 0 0 15,8-3 2-15,-8 3-4 0,4 0 5 0,0-1-13 16,2-3 16-16,0 3-8 0,-5-2 1 16,-2 2 7-16,1-2-2 0,-4 3-4 0,-2-1 0 15,3-1 1-15,-3 0 1 0,-6 2-1 0,10-2 1 0,-10 2 0 16,0 0 7-16,12-2-25 0,-12 2-2 0,8-1-24 15,-8 1-22-15,0 0-33 0,6-4-33 0,-6 4-37 16,0 0-41-16,0 0-65 0,0 0-69 0,0 0-285 16,0 0-678-16,0 0 300 0</inkml:trace>
  <inkml:trace contextRef="#ctx0" brushRef="#br0" timeOffset="164111.79">28782 9601 89 0,'0'0'91'0,"0"0"-8"0,0 0-6 16,0 0-5-16,0 0-10 0,0 0 1 0,0 0-8 16,-18 15-4-16,18-15-9 0,0 0 2 0,-8 1-9 15,8-1 0-15,0 0-2 0,-8 4 5 0,8-4-13 16,0 0 19-16,-8 2-20 0,8-2 0 0,0 0-4 0,0 0 3 15,-8 3-8-15,8-3-5 0,0 0 2 16,0 0 10-16,0 0-4 0,0 0-14 0,-7 0 8 16,7 0 8-16,0 0-20 0,0 0 18 0,0 0-7 15,0 0-1-15,0 0 3 0,0 0-3 0,-9 5 2 16,9-5-10-16,0 0 1 0,0 0 2 0,0 0 3 16,0 0-13-16,-4 4 8 0,4-4 5 0,0 0-3 15,0 0 1-15,-4 5 6 0,4-5-12 0,0 0 6 16,0 0-5-16,0 0 0 0,-1 9 3 0,1-9 1 0,0 0-8 15,0 0 11-15,0 0-3 0,0 0-7 0,0 0 5 16,0 0-3-16,0 0 2 0,0 0-2 16,0 0 3-16,0 0-5 0,-2 6 2 0,2-6-3 15,0 0-3-15,0 0 2 0,0 0-6 0,0 0-7 0,0 0 9 16,0 0-4-16,0 0 11 0,0 0-12 16,0 0 4-16,0 0 2 0,0 0-6 0,0 0 9 15,0 0-2-15,0 0 1 0,0 0 2 0,0 0-6 0,0 0-1 16,0 0 9-16,0 0-7 0,0 0 8 0,0 0-11 15,0 0 16-15,0 0 3 0,0 0-2 0,0 0 0 16,0 0 5-16,0 0 4 0,0 0-1 16,0 0-1-16,0 0-2 0,0 0 6 0,0 0 9 0,0 0-3 15,0 0 4-15,0 0 4 0,0 0 3 0,0 0-18 16,0 0 9-16,0 0 2 0,0 0-5 0,0 0 3 16,0 0 0-16,0 0 8 0,0 0-11 0,0 0 3 15,0 0-2-15,0 0 2 0,0 0 4 0,0 0-8 16,0 0 7-16,0 0-5 0,0 0 5 0,0 0-1 15,0 0 2-15,0 0-3 0,0 0-1 0,0 0 7 16,0 0-5-16,0 0 1 0,0 0-2 0,0 0 1 16,0 0-5-16,0 0 2 0,0 0-3 0,0 0 0 15,0 0 2-15,0 0-6 0,0 0 4 0,0 0-6 16,0 0 0-16,0 0 1 0,0 0-2 0,0 0-1 16,0 0-9-16,0 0 7 0,0 0-1 0,0 0-3 15,0 0 0-15,0 0 0 0,9 5-3 0,-9-5 5 16,11 0-2-16,-11 0-5 0,12 1 4 0,-4 0-1 15,1-1 6-15,1 2-6 0,9-1 4 0,-5-1-5 16,4 2 5-16,2 0-2 0,1 0 2 0,1-2-1 0,-1 3 2 16,8-3-1-16,-1 5 1 0,-6-3-1 15,4 0 0-15,-6-1-1 0,7 1-3 0,-6 0 2 16,2 0 3-16,-2-1-4 0,0 1 5 0,0-1-1 16,-1 0 8-16,1 1-4 0,2-2 0 0,-2 0 4 0,1 2 0 15,0-2-3-15,-2 0-2 0,0 1 0 0,-1-2 2 16,-1 1 0-16,0 1-2 0,3-1 2 0,-4 0 0 15,-3-1-1-15,4 1 0 0,1 0-2 16,-1 0 2-16,1 0 2 0,0 0-3 0,-1-2 1 0,0 2-2 16,1-1 5-16,0 0-1 0,-1 1-1 0,1 0 1 15,2-1-6-15,-1 0 7 0,-2 1-8 0,0 0 6 16,0-2-6-16,1 1 4 0,-2 1 5 0,-1-2-5 16,2 2-3-16,-4-1 2 0,0 0 4 0,-2-1-4 15,1 1-3-15,2 0 3 0,-2 1-3 0,5-1 2 16,1-1 0-16,-6 2-4 0,-1 0 0 0,4 2 0 15,-2-4 23-15,0 2-8 0,-3-1-4 0,3 1 1 16,-2-1-3-16,0 1 1 0,1 1 1 0,-1-2-3 16,1 2-2-16,-2-1 5 0,2-1-8 0,0 0 3 15,-2 2 0-15,2-1-2 0,-1 0 2 0,0 0 1 16,2 1-2-16,3-1 0 0,-2 1-5 0,1 1 0 16,2-2 1-16,-1 1 2 0,0 0-4 0,-3-2 2 15,3 2-2-15,-3 0 7 0,0-1-8 0,-1 0 1 16,1 2 2-16,0-2-5 0,4 1 3 0,-3-1 0 15,-1 0-1-15,0 0 2 0,-1 0 0 0,-2 0-1 16,3 0-2-16,-2 1 2 0,1-1-4 0,-1 0 7 16,-1 0 1-16,-3 0-5 0,3-1-1 0,-11 1-1 15,18 0 1-15,-8 1-1 0,0-2 1 0,1 2 1 16,-1-2 0-16,0 2-4 0,0-1 6 0,0 2-1 16,1-2-3-16,-1-2 0 0,0 2 0 0,0 2 0 15,-1-2 1-15,4 1-4 0,-3-2 7 0,1 2-3 16,0-1 0-16,-3 0 1 0,2 0 1 0,-1 0 0 15,-9 0-1-15,14 0 2 0,-8 0-6 0,-6 0 2 16,12 2 0-16,-12-2 0 0,7 0 2 0,-7 0-1 16,0 0 5-16,0 0-6 0,0 0 6 0,12 0-2 0,-12 0 2 15,0 0 1-15,0 0 2 0,0 0-1 16,6-3-2-16,-6 3 5 0,0 0-5 0,0 0 3 16,0 0 0-16,0 0 0 0,0 0 0 0,0 0-1 15,0 0-1-15,0 0 0 0,0 0-2 0,0 0 2 0,0 0-4 16,0 0 4-16,0 0-2 0,0 0-7 0,0 0 6 15,0 0 1-15,0 0 1 0,0 0-4 0,0 0-1 16,0 0-1-16,0 0 4 0,0 0-15 16,0 0-12-16,0 0-22 0,0 0-20 0,0 0-25 0,0 0-23 15,0 0-28-15,0 0-39 0,0 0-40 0,0 0-46 16,0 0-204-16,0 0-505 0,-35 0 224 16</inkml:trace>
  <inkml:trace contextRef="#ctx0" brushRef="#br0" timeOffset="165044">28739 9677 60 0,'0'0'139'0,"0"0"-6"0,1-6 2 15,-1 6-8-15,0 0-3 0,0-10-6 0,0 10-4 16,0 0-8-16,0 0 2 0,0 0-11 0,0 0-1 15,0-9-6-15,0 9-3 0,0 0-5 0,0 0 0 16,0 0 2-16,0 0-11 0,0 0 1 0,0 0-4 16,3-6-7-16,-3 6-2 0,0 0-5 0,0 0-5 15,0 0-1-15,0 0-8 0,0 0-10 0,0 0-1 16,0 0-6-16,0 0-3 0,0 0-6 0,0 0 2 16,0 0 0-16,0 0-5 0,0 0 2 0,0 0 3 15,1 25 0-15,0-17 2 0,-1 4-1 0,0 0 4 16,6 3 1-16,-6 0 13 0,2-2-8 0,-1 3 2 15,0 4 4-15,1-1 5 0,0 8 0 0,-2 0-1 16,4 3-4-16,0 2-1 0,-2 0 2 0,-1-3 2 16,1 3 0-16,-2 3 1 0,-3-3 5 0,4 1-8 15,-3 1 2-15,-2 2-3 0,2-2 1 0,-1-1-6 16,0-1-4-16,0-1 6 0,1-4-5 0,-1 1-3 16,-1-1 5-16,0 0-6 0,0-7 1 0,2 4 14 15,-1-5-14-15,2-1 6 0,-4 0-1 0,2 0-5 16,2 0 6-16,-4-1-4 0,5-5-2 0,-3 4-5 15,2 0 2-15,0-4 3 0,-1 0-2 0,1-2-4 0,1 1 3 16,-1 0 1-16,1 0-12 0,0-4 1 0,-2 0 0 16,2-7-2-16,-1 11 0 0,1-11 2 0,0 10-2 15,0-10 1-15,0 0 16 0,-1 9-20 16,1-9 1-16,0 0-1 0,0 0 6 0,0 0-1 0,0 0-5 16,-1 7 3-16,1-7 2 0,0 0-10 0,0 0-11 15,0 0-18-15,0 0-31 0,0 0-28 16,0 0-12-16,0 0-28 0,-8-20-26 0,8 20-22 0,-3-12-22 15,3 12-25-15,-1-10-32 0,1 10-188 0,-4-8-477 16,4 8 212-16</inkml:trace>
  <inkml:trace contextRef="#ctx0" brushRef="#br0" timeOffset="165750.26">28716 10594 41 0,'-2'-9'164'16,"2"9"8"-16,-2-10-5 0,2 10-8 0,-4-8-9 16,4 8-15-16,-6-5-6 0,6 5-7 0,-11-5-4 15,11 5-6-15,-14-2-9 0,7 2-7 0,-4 3-5 16,-1-1-4-16,0 2-2 0,-6 3-2 0,-1 1 0 15,-2 1-9-15,-3 4 2 0,0 0-6 0,0 2 0 16,-3 5-3-16,4-1-1 0,-1 2-4 0,-1-1 4 16,3 1-6-16,0 3 0 0,-1-3-5 0,0 1-1 15,6-1-3-15,-4 3 0 0,6-2-1 0,1 1-7 16,0 0-1-16,3-1-4 0,0 4 3 0,2-2 4 16,2-1-5-16,2-2 3 0,4 3-8 0,-2 1-3 15,3-6 0-15,0 0-4 0,4 1-2 0,1 4 5 16,-4-5-8-16,3-1 3 0,4 0 1 0,-1 0-4 15,5-2-4-15,-3 0 3 0,11 4-2 0,-7-5 2 16,8 2-5-16,0-3-1 0,3 0 1 0,-6-5-1 16,2 2-5-16,0-4 4 0,2 0 0 0,4 2-5 15,-1 0 4-15,-4-4 2 0,0-3-7 0,2 2-6 16,-1-2 6-16,0 0-4 0,0-1 5 0,-2 0-2 16,1-3 2-16,1 0-1 0,6 2-4 0,-7-4 0 15,7-2-2-15,-8 3 0 0,11-1 0 0,-4-3 3 0,-9-1-3 16,9 1 5-16,-7 2-5 0,5-5 2 15,-8 1-2-15,2 0-3 0,-3-4 3 0,9 0 7 16,-3-2-6-16,-3-1 2 0,3-3-3 0,-1 0 2 16,1-1-5-16,-4-3-1 0,1 1 2 0,-1-1 2 15,-1-3 0-15,-2-3-3 0,-1 4 0 0,0-2 3 0,-2-1-10 16,-2 0 6-16,-2-1 2 0,-2 2-3 0,0 1 7 16,-3-3-7-16,-3 4-1 0,-5-2-2 15,-2-2 3-15,-2 5 2 0,0 0 0 0,-6 0-4 0,-2 0-1 16,-2 5-5-16,-2-3 6 0,-2 4-3 0,-6 2-4 15,-1 0 11-15,-2 3-10 0,0-1 1 0,-1 3-5 16,-4 1-7-16,-2 2 0 0,1 6-2 16,0 0 2-16,-13 1-7 0,13 1-5 0,0 3-2 15,1 3-16-15,1-2-10 0,3 3-17 0,-1 1-9 0,4 1-17 16,2 1-15-16,1 2-25 0,5 2-28 0,3-4-21 16,3 3-18-16,3 1-23 0,0 8-143 0,3-6-407 15,4 0 180-15</inkml:trace>
  <inkml:trace contextRef="#ctx0" brushRef="#br0" timeOffset="166594.4">28648 10842 157 0,'0'0'165'0,"0"-14"4"16,-1 7-13-16,2-1-1 0,-1 8-2 0,0-12-1 16,0 12-6-16,-1-7-9 0,1 7-5 0,0 0-11 15,1-13-13-15,-1 13-8 0,0 0-12 0,0 0-9 16,0-6-7-16,0 6-11 0,0 0-11 0,0 0-2 16,0 0-8-16,0 0-6 0,0 0 1 0,0 0-3 15,3 28 2-15,-2-12 2 0,-1 5 4 0,-1 6 11 16,-1 2-3-16,0 1-1 0,0 3-2 0,1-2-1 15,-1 0-1-15,2 1 5 0,-2-4-5 0,1 1-5 16,0-3 2-16,1 0 0 0,-3-2-6 0,2-3 0 16,1-4-3-16,-1-1-2 0,1-5 2 0,1 6-10 15,-2-6-1-15,-1 2 7 0,2-2-4 0,0-1-8 16,0-4 3-16,2 3-5 0,-2-9 2 0,-2 14-3 16,2-14-2-16,-2 11 3 0,2-11-5 0,2 5 3 15,-2-5 1-15,0 0 0 0,0 9 0 0,0-9 7 16,0 0 5-16,0 0 22 0,0 0-9 0,0 0 2 15,0 0-1-15,0 0-8 0,0 0 2 0,0 0-3 16,0 0-4-16,0 0-3 0,0 0-4 0,0 0 0 0,0 0-2 16,13-22-2-16,-8 14-4 0,2-1 5 15,-2 3-3-15,1-2-1 0,3-2-8 0,1-4 5 16,0 5-4-16,5-3 0 0,-3 3-1 0,5-3 2 0,-2 3-4 16,-1-1 0-16,1 0-2 0,-4 1 6 0,4 2-1 15,-5-1-10-15,2 2 5 0,1-1-5 0,-4 1-4 16,-3 2-11-16,-1 1-9 0,0-1-14 15,-5 4-15-15,9-5-19 0,-9 5-15 0,5-5-18 0,-5 5-22 16,0 0-14-16,0 0-2 0,0 0-17 0,0 0-11 16,0 0-17-16,-16 16-15 0,4-10-10 0,2 0-120 15,-3 1-365-15,-2 0 162 0</inkml:trace>
  <inkml:trace contextRef="#ctx0" brushRef="#br0" timeOffset="166782.23">28624 11281 10 0,'-12'1'112'0,"-2"-1"27"0,0 0 13 15,-3 2-2-15,0-4 4 0,0 2 4 0,0 0 1 16,3-3-5-16,1 1 1 0,1 0-6 0,-2-2-7 16,-2 0-5-16,4 1-5 0,1-2-1 0,0 1-13 15,-1 0-8-15,4-1 1 0,-1 0-16 0,2 0-10 16,3 1-7-16,-1-1-9 0,5 5-9 0,-8-9-12 16,5 4-18-16,3 5-19 0,-3-9-22 0,3 9-17 15,-3-9-22-15,3 9-36 0,-1-8-28 0,1 8-39 16,3-10-20-16,-3 10-26 0,2-6-141 0,-2 6-367 15,0 0 163-15</inkml:trace>
  <inkml:trace contextRef="#ctx0" brushRef="#br0" timeOffset="168312.47">28615 11445 165 0,'0'0'167'0,"0"0"-5"0,0 0-12 16,0 0-8-16,0 0-11 0,0 0-10 0,0 0-5 16,0 0-17-16,0 0-9 0,0 0-12 0,0 0-9 15,0 0-2-15,0 0 5 0,0 0 4 0,0 0-2 16,2 31-4-16,-2-16-2 0,-2 4-10 0,2 0-3 16,0 0 2-16,0 6 7 0,-2-6-4 0,1 7-3 15,4-1 0-15,-1-6 3 0,0 7-6 0,-2-1 5 16,1 1-4-16,0-1-1 0,-1 0-1 0,1-7-2 15,-1 1-1-15,2 5-2 0,-1-3-2 0,-2 4 8 16,4-1 1-16,-3-4-4 0,2 1-6 0,-2-2 8 16,2 0-14-16,-2 1-1 0,2 4 6 0,-1-3-7 0,-1-3 3 15,0 1 6-15,-1 2 0 0,1-2-9 16,1-2-1-16,-1 7-1 0,0-5-4 0,1 0 2 16,-1-2-8-16,0 1 4 0,0 2-4 0,1-1 4 15,-3 1-6-15,2-2 4 0,1 0-7 0,0 0 3 16,-1 0 4-16,2-1-10 0,-2 1 3 0,1-2 1 15,-1 1 2-15,1 0 0 0,-2 2 0 0,2-2 3 16,1 1-3-16,-2-2 0 0,0 0 1 0,0 2-3 0,0-1-3 16,0 0-2-16,0-5-1 0,-3 3 2 15,2-1-9-15,-1-4 2 0,1 2 5 0,1 1 1 16,-2 2 1-16,-2-3-3 0,4 3 5 0,0-3-4 16,-2-2-5-16,-1 1 1 0,3-2 1 0,-3 1-9 0,2 0-1 15,0 1 4-15,-1 0 1 0,2 0 15 0,0 1-2 16,-2-2 1-16,0 2-4 0,2-2-3 15,0 0-5-15,-1 1 2 0,0 0 4 0,1 0 0 0,-1-2-3 16,-1 1-2-16,1-1 14 0,0 3-14 0,-1-3-2 16,2-1 4-16,0-8-4 0,0 15-6 0,-2-3 3 15,2-5 7-15,0 0-3 0,0-7 1 16,-1 11-3-16,1-11 7 0,0 12-13 0,0-6 5 0,0-6-7 16,-3 12 16-16,3-6-15 0,0-6 6 0,0 11 0 15,0-11 4-15,0 11-11 0,0-3 9 0,0-8-4 16,-1 14 5-16,1-7-3 0,0 2 16 0,-4 0-16 15,3-2 1-15,-3 0 1 0,4-7-2 0,0 12-6 16,0-12 5-16,0 10-5 0,0-10 3 0,-1 12 0 16,1-12 3-16,0 9-4 0,0-9-1 0,-2 9 1 15,2-9-2-15,-1 8-5 0,1-8 7 0,0 0 5 16,0 0-2-16,-1 8-3 0,1-8-2 0,0 0 3 16,0 0-3-16,-2 9-1 0,2-9 7 0,0 0-6 15,0 0 0-15,0 0-1 0,-1 7 2 0,1-7-2 16,0 0-9-16,0 0 12 0,0 0-9 0,0 0 12 15,1 9-5-15,-1-9 11 0,0 0-13 0,0 0 2 16,0 0-3-16,0 0 3 0,3 6 5 0,-3-6 4 16,0 0-12-16,0 0 0 0,1 7 13 0,-1-7-11 15,0 0 1-15,0 0 2 0,0 0-2 0,0 10 13 0,0-10-17 16,0 0-1-16,0 7 1 0,0-7 3 0,0 0 5 16,0 0-7-16,2 9 1 0,-2-9 4 15,0 0 2-15,0 0-3 0,0 0-3 0,0 0-1 16,0 0 6-16,0 0-4 0,0 0 2 0,-2 10 4 0,2-10-12 15,0 0 21-15,0 0-15 0,0 0-2 0,0 0 3 16,0 0-8-16,0 0 10 0,0 0-1 16,0 0 3-16,0 0-7 0,0 0 2 0,3 7 5 15,-3-7-5-15,0 0 4 0,0 0 0 0,0 0 1 0,0 0-3 16,0 0-4-16,0 0 11 0,0 0-1 0,0 0 1 16,0 0-4-16,0 0 3 0,0 0-3 0,0 0-2 15,0 0-4-15,0 0-5 0,0 0-17 0,0 0-18 16,0 0-10-16,0 0-23 0,4-22-19 0,-4 22-24 15,0-11-19-15,0 11-33 0,-4-12-26 0,3 4-33 16,1-1-33-16,0 9-34 0,-6-13-220 0,2 3-558 16,2 3 248-16</inkml:trace>
  <inkml:trace contextRef="#ctx0" brushRef="#br0" timeOffset="171462.66">29504 10733 87 0,'0'0'176'0,"3"-7"-10"16,-3 7-4-16,0 0-1 0,1-9-12 15,-1 9-14-15,0 0-16 0,0 0-21 0,3-8-1 16,-3 8-16-16,0 0-9 0,0 0-5 0,0 0-5 0,0 0-4 16,1 24-5-16,-4-11-3 0,2 3-9 0,-2 2-6 15,0-1 0-15,-1 2 1 0,-1 0-6 0,-2 0-6 16,1 5 8-16,1-6 0 0,0 0-7 15,-1-1 1-15,1 1-3 0,0-2-1 0,3 1-6 0,-1-5 2 16,1-1-5-16,0 1-1 0,0-2 0 0,1 0 1 16,-2-1-3-16,3 0-1 0,0-9 3 0,-3 12-4 15,2-6 1-15,1-6-3 0,-2 8 3 0,2-8-2 16,0 0 1-16,-2 7-2 0,2-7-1 0,0 0 16 16,0 0 13-16,-1 9 2 0,1-9 18 0,0 0-2 15,0 0-9-15,0 0-3 0,0 0-6 0,0 0-1 16,0 0-3-16,0 0-4 0,9-30-3 15,-5 21-5-15,1-2 1 0,1 1-5 0,4-4-7 0,1 2 4 16,-1 1-4-16,-1 1 3 0,-1 2-4 0,1-1-2 16,-2 1-7-16,3 2 4 0,-1 1-1 15,-1-1-5-15,2 4 3 0,-2-1 0 0,-2 3-1 16,-6 0-1-16,19-2-1 0,-9 4 0 0,-3 1-1 0,3 2 3 16,-2 2-1-16,-2 0 0 0,0 3 0 0,-4 0 1 15,2 1 2-15,-2 1-4 0,1 0 4 0,-2 1-4 16,1-1 4-16,0-1-1 0,-2 1-1 0,0-2 5 15,-1 3 1-15,0-3-7 0,-1 2-11 0,2-3-14 16,-1-2-23-16,0 0-30 0,-3 2-26 0,4-9-33 16,-1 12-32-16,-1-7-24 0,2-5-134 0,-5 10-358 15,5-10 158-15</inkml:trace>
  <inkml:trace contextRef="#ctx0" brushRef="#br0" timeOffset="171797.27">29836 10883 177 0,'4'-6'169'0,"-4"6"-11"16,4-3-17-16,-4 3-3 0,0 0-3 0,0 0 3 16,0 0-4-16,0 0-11 0,-14 21-4 0,7-9-2 0,-1 0-6 15,-1 1-10-15,1 4-6 0,-2-1-3 0,1 1-8 16,1-2-10-16,2 2 4 0,1 1-7 15,0-3-2-15,-3 2-10 0,0 1 8 0,3-1-7 16,3 0-2-16,-3 0-5 0,1 0-2 0,2 0-1 0,0-5-2 16,-2 3-9-16,1-2-2 0,2-1-8 0,0 0 1 15,0 0-4-15,-2 0-1 0,3-2-5 16,-1 0 11-16,3 0-14 0,-3-1 7 0,-3 1-9 16,3 1 8-16,2-4-15 0,-2 1-17 0,1-8-12 0,-1 13-8 15,1-13-11-15,-1 10-11 0,1-10-14 0,-3 8-19 16,3-8-18-16,-6 4-23 0,6-4-28 0,-7 2-24 15,7-2-11-15,0 0-154 0,0 0-370 16,0 0 164-16</inkml:trace>
  <inkml:trace contextRef="#ctx0" brushRef="#br0" timeOffset="172244.14">29706 11107 4 0,'0'0'66'0,"14"6"-10"0,-7-5-16 0,0 1-1 0,5 1-8 16,-3 0-3-16,1 1-10 0,1-1 5 0,0 0-5 15,0 0-4-15,-1-1-2 0,-1 1-6 0,-1 0 7 16,1-3 1-16,-3 3 7 0,2 0 0 0,-8-3 9 16,13 1 11-16,-13-1 17 0,13 0 5 0,-13 0 10 15,12-3-7-15,-4 1 15 0,0 0-1 0,1-2 10 16,2 0-4-16,-2 1 7 0,1-1-1 0,0-1-7 15,-1-1-3-15,2 2-4 0,-4-4-3 0,2 3-2 16,-1-1-8-16,-3 0 5 0,2 0-6 0,0-1 5 16,-3 1-2-16,-2-4-6 0,2 4-7 0,-1-3-4 15,-1 0 8-15,0 1-4 0,-2 8-4 0,0-12-3 16,0 12-3-16,-3-11-1 0,3 11-6 0,-4-8-4 16,4 8-6-16,-7-5-8 0,7 5 3 0,-13 0 1 15,13 0-5-15,-21 9 1 0,7-1-4 0,0 2-2 16,0 0-1-16,1 4 4 0,0-1-5 0,2 1 0 15,1-2 0-15,0 1-1 0,2 2-3 0,3-5 2 16,0 3 1-16,4-2 2 0,-1-1-3 0,1 1 0 16,2-2-1-16,3 0-1 0,1 0 0 0,3 0-3 0,-2-2-22 15,4 0-12-15,1-1-25 0,-1 0-29 0,4-1-33 16,-1-3-37-16,1 1-34 0,4-2-179 16,-4-1-397-16,4-1 176 0</inkml:trace>
  <inkml:trace contextRef="#ctx0" brushRef="#br0" timeOffset="172844.28">30230 10891 60 0,'0'0'158'0,"0"0"-9"0,12-8-3 15,-3 4-9-15,2 1-18 0,2-1-8 0,0 1-10 16,7-1-15-16,-2 1-1 0,-7 0-12 0,7 1-6 16,-6 2-21-16,-1-2-15 0,-1 0-13 0,-2 2-16 15,-8 0-16-15,12-2-11 0,-6 1-3 16,-6 1 3-16,0 0-12 0,0 0 6 0,8-1-2 0,-8 1 11 16,0 0-18-16,0 0 4 0,0 0 13 0,0 0 6 15,0 0-6-15,0 0 13 0,0 0-7 0,-27-3 7 16,27 3 12-16,0 0-3 0,-10-1 7 15,10 1 5-15,-8-3 11 0,8 3 10 0,0 0-7 0,0 0-19 16,0 0 14-16,0 0-1 0,-10 3 25 0,10-3-3 16,-3 10 0-16,1-3 16 0,-2 2-5 0,3 2 3 15,-2 1 15-15,-2 4 4 0,3 1-4 0,-4 2-10 16,6-1-2-16,-4 0-5 0,2-1-5 0,-1-2-5 16,2-2-5-16,1-1-3 0,-3 0-1 0,1 0-6 15,1 0-4-15,-1-1-1 0,1-2-3 0,0 1 6 16,1-1-5-16,-3-1 0 0,2-1-3 0,1-7 2 15,-5 16-4-15,1-10-2 0,2 0 2 0,-4-1-2 16,2 0-2-16,-1-1-3 0,-3-3-10 0,1 3-8 16,7-4-6-16,-19 3-3 0,11-1-2 0,8-2 0 15,-14 0-2-15,8-3 4 0,6 3-4 0,-15-2 3 16,15 2 5-16,-12-3 2 0,12 3 6 0,-9-2-8 16,9 2 4-16,-9-2 0 0,9 2-2 0,0 0 5 15,-6-4-6-15,6 4 1 0,0 0 9 0,0 0-1 16,0 0 0-16,0 0 0 0,0 0-3 0,0 0 4 15,34 2 3-15,-23-2-6 0,4 0 7 0,1 1-2 16,2-1-3-16,1 0-6 0,-6 0-19 0,6-1-26 16,-2 2-21-16,2-4-9 0,-2 2-23 0,-2-1-14 15,-3 2-6-15,2-2-9 0,-2 0-69 0,-1-1-224 16,0 1 100-16</inkml:trace>
  <inkml:trace contextRef="#ctx0" brushRef="#br0" timeOffset="173263.83">30538 11050 40 0,'0'0'129'0,"4"-8"13"0,-4 8 5 0,2-7-1 16,-2 7-16-16,3-6-3 0,-3 6-15 0,0 0-16 16,0 0-12-16,0 0-1 0,0 0 15 0,0 0 4 15,0 0-5-15,3 26-4 0,-9-16 10 16,3 6-1-16,-4-2-12 0,4-2-3 0,0 0-6 0,-2 4-6 16,2-2-4-16,-1-4 1 0,2 2-7 0,-2-4-4 15,3 0-6-15,-2 1-4 0,1 2-1 0,-1-6 3 16,1 2-4-16,2-7 0 0,-2 11-7 0,2-11 0 15,-4 9 0-15,2-5-4 0,2-4-1 0,0 0 1 16,-1 7-3-16,1-7 2 0,0 0-1 0,0 0-2 16,0 0 1-16,-3 6 1 0,3-6-4 0,0 0-5 15,0 0-1-15,0 0-1 0,0 0-5 0,20-16 7 16,-11 9-15-16,3 0 0 0,4-2-6 0,0-1-1 16,2-1 1-16,2 3-1 0,-3 1 15 0,2 1 1 15,0 0-5-15,0 1-5 0,0 3-2 0,-2 0-2 16,-4 2-1-16,-2 2 0 0,0 4-2 0,-5-3-3 15,3 3 1-15,-3 2 5 0,-1-2-4 0,-3 4-3 16,-4-1 3-16,2-9 2 0,-7 17 0 0,0-7-4 16,-1-1 2-16,0 1 6 0,-1-1-5 0,-6 1 0 15,-1 0-1-15,1-3 3 0,2-1 2 0,0-1-4 16,-5-1 0-16,1-2-8 0,0-2-20 0,-1 2-28 16,4-2-26-16,-4-1-37 0,5-2-39 0,1-1-52 15,0 1-51-15,2-3-190 0,-3 1-483 0,4-2 215 16</inkml:trace>
  <inkml:trace contextRef="#ctx0" brushRef="#br0" timeOffset="173399.55">30789 11172 187 0,'7'-1'201'15,"-7"1"-23"-15,0 0-29 0,0 0-44 0,0 0-61 16,11-2-69-16,-11 2-116 0,0 0-151 0,0 0 68 15</inkml:trace>
  <inkml:trace contextRef="#ctx0" brushRef="#br0" timeOffset="177216.17">28864 13264 42 0,'0'0'90'0,"0"0"-14"0,0 0-6 15,0 0-2-15,0 0-9 0,0 0 3 0,0 0 0 16,0 0-9-16,1-11-6 0,-1 11-4 0,0 0 1 15,0 0-5-15,0 0 11 0,0 0-3 0,0 0 3 16,0 0-3-16,0 0 0 0,5-10-1 0,-5 10-4 16,0 0-11-16,0 0 12 0,0 0-4 0,0 0-2 15,0 0 0-15,0 0-2 0,0 0-2 0,0 0 0 16,0 0-6-16,0 0 4 0,0 0-6 0,0 0 9 16,0 0-7-16,0 0-15 0,0 0 11 0,0 0 0 15,0 0-1-15,0 0-5 0,0 0-3 0,0 0-4 16,4-7 2-16,-4 7-5 0,0 0 5 0,0 0-4 15,0 0 2-15,0 0-9 0,0 0 4 0,10 0 0 16,-10 0 1-16,12-1-3 0,-12 1 3 0,14 0-2 0,-6 1 5 16,2-2-5-16,1 2-3 0,1-1 5 0,1 1-4 15,7 1-2-15,-2-2 3 0,0 1 2 0,4 0 8 16,-1 1-1-16,0 0 0 0,0 0-2 0,2-2-1 16,6 2-2-16,-9-1 1 0,2 1-1 0,6-4 0 15,-5 5-2-15,-3-2 2 0,3 2-1 0,5 0 3 16,1 0 4-16,-8 0-4 0,6-5 0 0,-5 4 5 15,0 1-3-15,0-3 3 0,-1 0-3 16,6 3-4-16,-8 0-4 0,3-1 2 0,-3 0 4 0,3-2-1 16,-3 2 13-16,1-1-15 0,1 2-1 0,-5-2 2 15,4 0-3-15,0-1 0 0,-3 1 1 0,-3-1-3 16,-2 0 5-16,0 1 5 0,-2-1-2 0,2 0 5 16,-5-1 2-16,-7 1 3 0,14-1-2 0,-7 2 2 15,-7-1 4-15,0 0 1 0,11-1 0 0,-11 1 1 16,0 0 2-16,9 1-5 0,-9-1-4 0,0 0 1 15,0 0-3-15,0 0-5 0,0 0 1 0,0 0-2 16,10 0-2-16,-10 0-2 0,0 0-1 0,0 0-13 16,0 0-12-16,0 0-15 0,0 0-14 0,0 0-11 15,0 0-38-15,0 0-38 0,0 0-200 0,0 0-364 16,0 0 162-16</inkml:trace>
  <inkml:trace contextRef="#ctx0" brushRef="#br0" timeOffset="177851.19">29839 12922 135 0,'0'0'151'16,"-1"-10"-2"-16,1 10 1 0,-4-7-5 0,4 7 0 15,-1-7-5-15,1 7-4 0,0 0 11 0,0 0-34 16,-2-9-9-16,2 9-11 0,0 0-10 0,0 0-9 15,0 0-9-15,0 0-6 0,0 0-3 0,0 0 6 16,-2 23 2-16,2-7-2 0,-3 3 1 0,3 10-2 16,0 0-2-16,-1 2-6 0,0 0-4 0,1 5 3 0,-1-2 0 15,1 4 1-15,-4 6-6 0,1-10 0 0,0-1-1 16,0-2-2-16,3 0 0 0,-2-2-3 16,0-2 0-16,0 1-2 0,4-3 0 0,-4-6-4 15,2 0-6-15,-1 0-4 0,2-2-1 0,-1 1 2 16,0-3-5-16,-1-2 0 0,1 3-5 0,-1-4-3 0,0-3 1 15,1 2 0-15,-3-2-1 0,2 0-2 16,2-1-1-16,-1-8 0 0,0 11-12 0,-1-5-13 16,1-6-7-16,0 0-13 0,-3 11-15 0,3-11-15 15,-2 7-12-15,2-7-30 0,0 0-35 0,0 0-43 16,0 0-40-16,0 0-162 0,0 0-419 0,0 0 185 16</inkml:trace>
  <inkml:trace contextRef="#ctx0" brushRef="#br0" timeOffset="178748.94">29843 12989 107 0,'0'0'136'0,"6"-10"-13"15,6 4-12-15,1 2-3 0,8 1-6 0,10 0-11 16,5 2-1-16,2-1-13 0,14-1-6 16,2 0-8-16,-3 6-5 0,0-3-10 0,-11 2 5 15,11 1-4-15,-1-2-3 0,4 0-4 0,-5 4-7 0,-9-6 2 16,0 2-3-16,1 2-4 0,10 1-1 0,0 1-1 16,-15 0-4-16,15-4-3 0,-14 3 1 0,1-1-6 15,13-1 0-15,0 0-3 0,-14 1 2 16,1-3-1-16,-1 0-6 0,-3-1 3 0,3 2-1 0,-4-1 1 15,2 3 4-15,-6-7 4 0,3 5-4 0,-12-1 4 16,8-1-1-16,-9 1-4 0,1-2 2 0,-2 2 2 16,-4 0-1-16,4 0 8 0,-4 0 4 15,-4-2-2-15,1 4-4 0,-3-2 5 0,-8 0-3 0,13-3 0 16,-13 3 0-16,8 0 6 0,-8 0-4 0,9-1 4 16,-9 1-4-16,0 0-6 0,0 0-1 0,10 0-1 15,-10 0-4-15,0 0 4 0,0 0-8 0,0 0-3 16,8 1-2-16,-8-1 3 0,0 0-3 0,4 8-1 15,-4-8 2-15,5 4 1 0,-5-4 5 0,5 7 1 16,-3 0-1-16,-2-7 7 0,5 13 0 0,-2-3 1 16,0 0 8-16,-1 2-5 0,1 1 0 0,-2 3-12 15,3 2 8-15,-3-1 0 0,0 2 1 0,1 7-3 16,0-7-2-16,-4 1 1 0,0-1 3 0,4 6-2 16,-4-1-4-16,2-3 3 0,-1-2 8 0,2 6-5 15,-3-5 5-15,1 4-3 0,-3-4-5 0,2-1 2 16,0 1 0-16,-1-2 5 0,1 1 13 0,0-1-14 15,0 0-1-15,2 6-2 0,-1-7-3 0,-3 0 2 16,2-2 1-16,0-3-3 0,1 1-1 0,1-2 1 16,-2 0-3-16,1 0-4 0,0-2 0 0,1 0-1 15,0-9 0-15,0 14 3 0,-1-8-7 0,1-6 3 16,0 9-2-16,0-9-1 0,-2 10 0 0,2-10 4 16,-2 7-3-16,2-7 3 0,-3 7 3 0,3-7 3 15,-9 3-6-15,9-3-2 0,-14 4-3 0,6-2 4 16,-2-5-1-16,-4 2 0 0,4-1-4 0,-5 0 2 15,2 1 2-15,-5-3-4 0,-1 1 0 0,-2-1-2 16,0 1 2-16,1 0-2 0,-8-2-1 0,2 3 0 16,-3-1 0-16,1 2-5 0,2-2 1 0,-5 1-3 15,1 1 8-15,0 0-6 0,-2 1-4 0,0 0 1 16,0-1 0-16,-4 3-3 0,0-1 1 0,2-1 2 16,-5 2-2-16,2-4 1 0,-1 2-3 0,-12 2 3 15,9 1-3-15,-9-2 5 0,-6-1 4 0,1-1-5 16,-1-2 2-16,4 3 3 0,-1 3-3 0,-3-2-1 15,-1-2 2-15,2 2 1 0,5 0-3 0,-3-1 3 16,16 2 0-16,1-2-2 0,-1 0 11 0,7 2-3 16,2 0 3-16,8 0-7 0,1-4-5 0,8 1-8 15,-2 0-4-15,5 1-17 0,8 0-13 0,-11 1-13 16,11-1-26-16,0 0-18 0,-15-5-49 0,15 5-29 16,0 0-41-16,0 0-144 0,0 0-398 0,20-19 177 15</inkml:trace>
  <inkml:trace contextRef="#ctx0" brushRef="#br0" timeOffset="179297.12">30303 13172 57 0,'-1'-9'159'0,"1"9"-12"0,0 0-9 0,0 0-20 16,4-10-9-16,-4 10-12 0,6-6-10 15,-1 5-4-15,6 0-9 0,-11 1-3 0,17-2-13 16,-4 3 1-16,-3-2-6 0,2 1 2 0,2 2-12 0,-1 0 2 15,2 0-1-15,-4-1 3 0,3-1-7 0,-2 3-1 16,-2-3-1-16,2 1-4 0,-2 0-6 16,0 2 2-16,1-2-6 0,-4 2 1 0,-1-1-1 15,-6-2-7-15,9 5 4 0,-2-2 1 0,-7-3 3 16,0 0 7-16,-2 10 1 0,2-10 3 0,-7 12 6 0,-1-5 3 16,0 3 2-16,-2-3 3 0,-4 5 0 15,1 1 3-15,-2-1-5 0,0 1 2 0,-2 1-6 16,2-1-2-16,-3 1-3 0,2-1-2 0,1-3-3 15,1 2-5-15,-1 1 1 0,6-4-3 0,-3 0-4 0,3-2 1 16,2 2-4-16,-1-1 4 0,2-3-7 0,1 2-4 16,2-3 1-16,3-4-1 0,-8 10-5 0,6-5 3 15,2-5 2-15,0 7-6 0,0-7 4 16,2 10-2-16,5-8 1 0,-1 3-5 0,2-3 7 16,2 0-5-16,2-1 1 0,1 3-2 0,6-4-6 0,1 3-12 15,-1-3-14-15,2 0-13 0,1 0-20 0,0 0-19 16,-3 0-24-16,3 0-29 0,-3-2-28 0,1 0-26 15,-3 1-10-15,2-1-130 0,-2 1-352 16,-5-1 156-16</inkml:trace>
  <inkml:trace contextRef="#ctx0" brushRef="#br0" timeOffset="179510.72">30730 13309 178 0,'0'0'191'0,"1"-8"-2"0,-1 8-5 0,0 0-12 15,0 0-15-15,0-10-18 0,0 10-17 0,0 0-11 16,0 0 4-16,0 0 3 0,0 0 2 0,-5 33 0 16,2-17-9-16,-3 1-13 0,4 1-5 15,-4-1-11-15,3 2-2 0,-1-2-12 0,1 0-6 0,2 1-5 16,-1-1-4-16,0-3-29 0,2 3-27 0,1-5-35 16,2 4-39-16,-1-5-67 0,2-1-51 0,-2 1-170 15,1 0-395-15,-3-2 175 0</inkml:trace>
  <inkml:trace contextRef="#ctx0" brushRef="#br0" timeOffset="182662.19">28636 9288 110 0,'-2'-10'187'16,"2"10"-3"-16,1-7-13 0,-1 7-11 0,0 0-3 15,0 0-6-15,-2-11-3 0,2 11-14 0,-2-8-5 16,2 8-2-16,0 0-4 0,-2-7-5 0,2 7-8 16,0 0-9-16,0 0-6 0,-4-10-14 0,4 10-11 0,0 0-7 15,-8-6-5-15,8 6-4 0,-6-3-9 16,6 3-4-16,-12-1-3 0,12 1 0 0,-16 3-2 16,4 1-3-16,0-1-3 0,1 1-1 0,0-1-4 0,-3 2 3 15,3 6 1-15,-1 0-4 0,-3-2 1 0,1 3 3 16,3 3-6-16,-2-3-1 0,3 2-4 0,1-5 0 15,1 5 0-15,-1-1 2 0,2-2-1 0,0-1-1 16,3 2-1-16,2-2-4 0,-1 3-2 0,1-3 4 16,2 3-3-16,2-3 2 0,1-1-3 0,1 1 2 15,5 0 0-15,1-1 0 0,0 1-4 16,4-3 1-16,6 1 0 0,-4-1-1 0,3-2 0 0,2-1-2 16,-2 0-1-16,3-1-7 0,-2-3-13 0,-3 0-8 15,-1-1-10-15,-2 1-11 0,-1 1-11 0,-1-2-17 16,-1 1-29-16,-2-2-37 0,3 0-31 0,-2-2-38 15,-5 3-209-15,1-3-447 0,-1 1 198 0</inkml:trace>
  <inkml:trace contextRef="#ctx0" brushRef="#br0" timeOffset="185660.73">30781 9731 8 0,'-5'-3'31'0,"5"3"1"0,-7-4 1 15,7 4 6-15,0 0 1 0,-7-7-1 0,7 7-5 16,-7-5-3-16,7 5 2 0,-7-3 7 0,7 3-7 15,-7-5 6-15,7 5-2 0,-7-4 9 0,7 4 2 16,-9-5 6-16,9 5-7 0,-9-5 9 0,9 5-13 16,-7-2 1-16,7 2 4 0,-7-5 11 0,7 5-12 15,0 0 0-15,-9-4 3 0,9 4-3 0,0 0-3 16,0 0 0-16,-8-5-1 0,8 5 4 0,0 0 1 16,0 0 0-16,0 0 3 0,-5-3 11 0,5 3-16 15,0 0 1-15,0 0-4 0,0 0-2 0,0 0-10 0,0 0 1 16,0 0 2-16,0 0-7 0,0 0 1 0,18-7-9 15,-5 4-4-15,1 2 2 0,4 0-2 16,3 0 1-16,7 0-2 0,3 1 3 0,2-3-9 16,-2 2 11-16,-2-1-11 0,5 2-2 0,0-1-1 0,2 1 1 15,0-1 1-15,-1 1-3 0,4 0-2 16,-2-2 0-16,0 4 2 0,4-2-2 0,9 0 9 16,-12 0-5-16,-1-2-4 0,3 2 5 0,-5-1 0 15,5 2 0-15,13-2-5 0,-18 2 2 0,0-1-3 0,3 0 3 16,-1 2-1-16,-1-1-16 0,-2 0 7 0,1 0-1 15,-3-1 2-15,-1 0-1 0,-2 0-4 0,-2 0 7 16,-6 0-1-16,0-2-3 0,2 3 8 0,-3 1-1 16,-2-3 3-16,2 1-3 0,0 0 5 0,-2 1-1 15,0-2 3-15,-5 2 3 0,7-1-2 0,-3 0-3 16,3 0 4-16,0 0 2 0,0 0 1 0,0 2 3 16,-6-3-5-16,0 1 3 0,-1 1 2 0,6-1-4 15,-6 0 1-15,2 0 0 0,-1 0 0 0,4 0 0 16,-5-1 0-16,-2 0-7 0,0 1 4 0,-1-1 1 15,-10 1 2-15,15 1 2 0,-6-1 0 0,-2 0-1 16,2 1-6-16,-9-1 2 0,9 0 2 0,-9 0 0 16,10 0-1-16,-10 0-1 0,11 1-1 0,-11-1 4 15,12 0 7-15,-12 0-4 0,14 0 1 0,-8 0-2 16,2 0 2-16,-8 0-2 0,10 0 2 0,-10 0-4 16,12 0 4-16,-12 0-1 0,9 0 2 0,-9 0 1 15,0 0 3-15,10 0-1 0,-10 0-4 0,0 0 0 16,10 0 2-16,-10 0 1 0,0 0-6 0,6 2 4 15,-6-2 2-15,0 0-2 0,0 0 0 0,0 0 1 16,0 0 1-16,0 0 1 0,0 0 1 0,0 0 1 16,0 0-1-16,0 0 4 0,0 0-2 0,0 0 0 15,0 0 1-15,0 0-2 0,0 0 8 0,0 0-8 16,0 0-5-16,0 0-1 0,0 0 0 0,0 0-2 16,0 0-2-16,0 0 2 0,0 0-4 0,0 0 0 15,0 0-4-15,0 0 0 0,0 0-1 0,8 1 0 16,-8-1 0-16,0 0-1 0,0 0 0 0,0 0-2 15,0 0 0-15,0 0 0 0,0 0-4 0,0 0 6 0,0 0-5 16,0 0-1-16,0 0 2 0,0 0-3 16,0 0 4-16,0 0-4 0,0 0 1 0,0 0 0 15,0 0 0-15,0 0-4 0,0 0 4 0,0 0-1 16,0 0 2-16,-1 11 0 0,1-11 2 0,0 0-4 16,-4 13 3-16,4-13-2 0,-1 11 5 0,-1-5-1 15,2-6 5-15,-2 15 1 0,0-5 3 0,1-2 3 16,0 2 8-16,0 1-10 0,-2 0 4 0,1-1-4 15,0 1 5-15,1-2-7 0,0 1 5 0,0 3-1 0,-1-4 1 16,0 1-4-16,2 1 4 0,-3 0 0 0,2 2 2 16,0-4-2-16,-2 2 4 0,2 2 3 0,-1 2 0 15,1 1-1-15,0-2-1 0,0-3 2 16,-2 5 1-16,2-1 7 0,-3 1-1 0,3-4-7 16,-2 0-2-16,3 3 0 0,-2-3-4 0,0 1-1 15,2-1 4-15,-1-1-3 0,1 2 1 0,0 0 1 0,0-1 1 16,0 0-7-16,-1 0 2 0,-1 0 14 15,2 0-12-15,-1-1 5 0,0 1-4 0,1-1 8 16,0 1-2-16,-1 1 0 0,1 0 4 0,-2-1-1 16,2 0 7-16,-1 2-7 0,2 3-1 0,-1-4-2 15,0-2 5-15,0 3-7 0,0-4 4 0,0 2-4 0,0 0-9 16,-1-1 0-16,1 2 2 0,0-2 2 0,0 1-4 16,0-1 3-16,1 1-3 0,-2-3-2 0,0 4 6 15,1-2 8-15,0-11-12 0,0 22-3 16,-2-12-4-16,2-10 9 0,-1 19-2 0,0-9-1 0,0 0 6 15,1-10-2-15,-3 19-2 0,2-9 4 0,-2 1 9 16,3 0-17-16,0-11 3 0,-3 18-2 0,3-9 0 16,-3-1-1-16,3-8-2 0,-4 23-5 15,4-13 6-15,-1 2-2 0,0 0 0 0,1 0 7 0,-2 0 1 16,1 0-8-16,1-2 11 0,0-10-7 0,-1 21-3 16,2-9 12-16,-1-12-5 0,-3 17-7 0,3-6-2 15,-1-3 14-15,0 3-7 0,-1-1 4 16,2-3-2-16,-1 4 2 0,-1-2 0 0,2 3-1 0,0-4-10 15,0 1 8-15,-2 0 0 0,4 4-4 0,-2-4 1 16,0 1-3-16,-2 2 4 0,2-3 2 0,-1 3-8 16,2-2 10-16,-1 1-7 0,-1 0 0 0,-1-1 6 15,2 3-6-15,0-2-3 0,0 1 1 0,-2 1 1 16,2-2 0-16,0 2-1 0,0 0 0 0,-1-2 2 16,1 2-5-16,0-1 2 0,-1 1-1 0,0-2 0 15,-1 1 6-15,1 3-6 0,0-4 4 0,-1 1 0 16,1 0-2-16,0-1-4 0,1 1 6 0,-3-1-3 15,2 2 3-15,0-3-2 0,-2 3 1 0,3-1-3 16,-1-5-4-16,0 3 7 0,-1-2 4 0,1 3-4 16,-2 1 0-16,1 0-1 0,1-2 2 0,-1 1 1 15,1-1-4-15,0 0 2 0,0 2-2 0,-2-1-2 16,2 1 5-16,-1-2 3 0,0 5-2 0,2-2 3 16,-1-3-1-16,1 6 0 0,-3-7-3 0,2 2 1 15,-1-1 4-15,0 1-5 0,1 0 3 0,-1 1 0 16,2-1-4-16,-1 1 4 0,0-1-5 0,-3 1 10 15,3 1-7-15,0-3 0 0,-2 2 0 0,2-1 1 16,-3 1 0-16,2 1 0 0,1-3-2 0,-1 2 1 16,-1-2-2-16,2 1 3 0,-1 3 3 0,1-3-8 15,0 0 3-15,-3 3-3 0,4-3 3 0,-4 3 2 16,3-2 0-16,0 0 4 0,1 1-2 0,0 0 0 16,-1-2-1-16,-1 4-1 0,0 2 4 0,0-5 0 15,0 1-2-15,2-2 1 0,-1 2-4 0,-1-2 2 16,2 5-2-16,-2-5 2 0,2-1 1 0,0 2-5 15,-3 1 0-15,3-2-2 0,-1 0 4 0,0 0-2 16,2 1 1-16,-2-1-1 0,-1 1-1 0,0-2 2 16,2 2-4-16,-2-2 2 0,2 3-2 0,-3-3 0 15,1 0 1-15,1 2-1 0,0 0 2 0,0 0-5 16,-1 3 6-16,2-3-5 0,-1 3 3 0,0-4-1 16,1 2-2-16,0-1 2 0,-3-2 0 0,3 3 2 15,-2-1-1-15,2-2-2 0,0 3 0 0,-3-2 1 0,2 0 2 16,1 0-2-16,-3 2-3 0,2-3 2 0,0 3-4 15,1-4 3-15,-3 1 4 0,4 1-7 16,-2-1 0-16,-3 0 2 0,4 2 3 0,-1-2 1 16,1 1-1-16,-1-1-2 0,2 0-1 0,-1 1 1 0,-2-2-4 15,0 3 4-15,0-3 1 0,2 2-6 0,-2-1 3 16,2 0 5-16,0-1-3 0,-2 1-2 0,2 0 2 16,-3 1-2-16,3-1 1 0,-1 0 2 0,0 1-1 15,-1-2 3-15,1 3-2 0,0-3 0 0,1 2-3 16,-3-1 2-16,3 0 0 0,-1-1 0 0,0 2-2 15,-2-1 2-15,2-2-2 0,-2 2 6 0,2-1-3 16,0 4-3-16,1-4 4 0,-3 2-6 16,2-1 6-16,-2-1 0 0,1 0-3 0,1 2 2 15,-3-2 1-15,4 1-6 0,-4 0 3 0,2-1 1 0,1-2-2 16,2 3 0-16,-2-3-1 0,0 4 3 0,0-4 0 16,-2 4-2-16,3-2 1 0,-4 1 0 0,3-1 0 15,1 1-2-15,-1 1 5 0,0-5 0 0,-1 5 8 16,0 0 0-16,0 1-3 0,2-1 4 0,-1 1-3 15,-1-2 0-15,0 2-1 0,1-2-3 0,0 0 0 16,-1 2 1-16,-1-3 0 0,3 3 2 0,-2 0-4 16,1 0 2-16,1-2 2 0,-4 3-1 0,2-2 1 15,-1 1-3-15,5 0 5 0,-6-1-3 16,1 0 0-16,-1 1-2 0,2 0 2 0,0 1 2 0,0 0-1 16,2-1-2-16,0-1-1 0,-3 2 4 0,2-1-1 15,0-1 0-15,-2 2 2 0,3 2-8 0,-1-4 2 16,-2 3 0-16,2-4-1 0,-1 2 0 0,0 2 1 15,1-4 0-15,-2 3 1 0,3-2 1 0,-1 2-5 16,2-1 6-16,-2 0-2 0,1 0 1 0,1 0-1 16,-2 2 3-16,1-4-6 0,0 3 4 0,0-2 0 15,1-2-2-15,-1 3 3 0,-1-2 1 0,2 1-2 16,-2 0 1-16,1 0 0 0,0-2-2 0,-1 1-3 16,0-2 4-16,-1 1-1 0,2-9-3 0,2 13 1 15,-2-5 0-15,0-8-2 0,0 10 2 0,0-10-1 16,-2 10-1-16,2-10-1 0,0 8 1 0,0-8 0 15,0 0-2-15,-2 8 3 0,2-8-1 0,0 0-3 0,0 0 1 16,0 0 3-16,-2 7 0 0,2-7 1 16,0 0 7-16,0 0-6 0,0 0 3 0,0 0-4 15,0 0-12-15,0 0-12 0,0 0-16 0,0 0-22 16,0 0-25-16,-5-23-22 0,4 17-34 0,-2-2-26 16,2-1-18-16,-4-2-18 0,3 2-11 0,-1-1-18 15,-2-1-11-15,1 1-14 0,-1 0-12 0,0 1-19 16,-2-1-20-16,1 0-20 0,1 1-221 0,-3 1-592 15,2 0 261-15</inkml:trace>
  <inkml:trace contextRef="#ctx0" brushRef="#br0" timeOffset="186445.56">31457 13301 19 0,'0'0'99'0,"0"0"-7"0,0 0-12 0,0 0 6 15,0 0-9-15,0 0-10 0,0 0 8 16,0 0 0-16,0 0-2 0,0 0-11 0,0 0-6 16,0 0 2-16,0 0-2 0,0 0-9 0,0 0 3 0,-8-5-7 15,8 5-13-15,0 0-1 0,0 0 5 16,0 0-8-16,0 0 3 0,0 0-6 0,0 0 2 16,0 0-7-16,0 0-1 0,-6 11 2 0,6-11 1 15,0 0-2-15,-3 7 2 0,3-7-2 0,0 0-3 16,-6 9 3-16,6-9-5 0,0 0 3 0,-10 8 3 0,7-6-4 15,3-2 7-15,0 0-2 0,-9 10-6 0,7-7-2 16,2-3 7-16,-4 4-10 0,4-4 7 0,-3 7-8 16,3-7 5-16,0 0 2 0,-1 8 3 15,1-8-4-15,0 0 3 0,0 0 4 0,-6 6 2 16,6-6 12-16,0 0 12 0,0 0 2 0,0 0-2 0,6 10 5 16,-6-10 7-16,10 1 0 0,-3-1-1 0,-7 0-3 15,20 3 0-15,-7-3 1 0,2 1-4 16,3-1 2-16,4 0-3 0,-1-1 1 0,1 2-1 15,9-2-3-15,-3 2-6 0,3-2-1 0,-2 0 2 0,1 2-5 16,-2-2 0-16,0-1-4 0,2 2 4 16,0-1-7-16,-2-1 33 0,-1 2-5 0,2-3-9 15,-2-1 4-15,-5 4-9 0,-1 0-3 0,1-3-4 16,6 1 0-16,-11 1-6 0,3 1 2 0,-4-1-5 16,-4 1 5-16,1-2-3 0,3 1-3 0,-6 1 1 0,3 0 3 15,-1 0-5-15,1 0-1 0,0-3 0 0,-3 3-1 16,1-2 0-16,0 0-2 0,-1 1 0 0,-2 0 3 15,2-1-6-15,-2 1 9 0,1 1-7 0,2-2 0 16,-2 2 3-16,0-2-22 0,-1 0 17 16,-8 2-5-16,12-1 4 0,-12 1 2 0,11 0-6 0,-11 0 2 15,7-2 3-15,-7 2-17 0,0 0 7 0,14-1 3 16,-14 1-24-16,9 0 28 0,-9 0 1 0,9-1-6 16,-9 1 0-16,0 0 1 0,9 1-8 15,-9-1-12-15,0 0 17 0,0 0-6 0,0 0 1 16,0 0-9-16,0 0-11 0,0 0-7 0,0 0-18 0,0 0-16 15,0 0-26-15,0 0-17 0,0 0-30 0,0 0-26 16,0 0-51-16,0 0-61 0,-21-9-247 16,21 9-556-16,-12-6 247 0</inkml:trace>
  <inkml:trace contextRef="#ctx0" brushRef="#br0" timeOffset="189515.54">30215 16190 44 0,'4'5'43'0,"-4"-5"0"15,0 0-11-15,0 0 8 0,5 4-5 0,-5-4 1 16,0 0-11-16,6 4 7 0,-6-4 0 0,0 0-10 15,0 0 7-15,3 8-5 0,-3-8-5 0,0 0-10 16,0 0 11-16,0 0-3 0,1 7-7 0,-1-7 4 16,0 0-3-16,0 0 3 0,0 0-2 0,0 0-3 15,1 9 1-15,-1-9-5 0,0 0 3 16,0 0-3-16,-1 8-11 0,1-8-3 0,0 0-3 16,0 0-4-16,0 0-9 0,-1 10-2 0,1-10-8 15,0 0-10-15,0 0-27 0,0 0-76 0,-3 9 35 16</inkml:trace>
  <inkml:trace contextRef="#ctx0" brushRef="#br0" timeOffset="190351.66">30217 16279 41 0,'0'0'57'0,"0"0"-3"0,0 0 7 16,0 0-4-16,0 0-2 0,0 0 6 0,0 0 1 15,-11-2-7-15,11 2 2 0,-7 3 7 0,7-3-3 16,0 0 0-16,0 0 9 0,0 0-2 0,0 0-1 16,0 0-2-16,0 0-20 0,0 0 9 0,-14-3-8 15,14 3-3-15,0 0-7 0,0 0-1 0,0 0-1 16,0 0-4-16,0 0-3 0,0 0-2 0,0 0 1 16,0 0-4-16,0 0 0 0,0 0 4 0,0 0-4 15,0 0 7-15,0 0-8 0,0 0 5 0,22 9 6 16,-14-6 1-16,-2-2-8 0,3-1 7 0,1 0-11 15,2 2 2-15,-1-1-6 0,2-1 0 0,-1 1 4 16,2 0 4-16,-3 1 1 0,8-4 2 0,-6 2 0 16,6-1-3-16,-6 1-3 0,5 0-2 0,1 0 3 15,-2-1-5-15,2 2 0 0,-1-2-2 16,-4 1-1-16,3 0 0 0,-2 0-3 0,2 1 2 16,0-1-1-16,0 3-8 0,-4-3 4 0,1 0-2 15,4-2 3-15,-2 2-4 0,-2-1 4 0,-1 2-2 16,1-1-2-16,3 0 1 0,-3-1-2 0,-1 2 1 15,-1-2-1-15,1 2 0 0,-1-1 3 0,6-1-7 0,-6 1 1 16,6 1 1-16,-4-2 1 0,0 5-5 0,1-4 6 16,-2-3-3-16,0 2 2 0,6 0-4 15,-2-2 2-15,2 3-1 0,-7-1-3 0,2 1 7 16,4-2 3-16,1-1-6 0,0 4-1 0,-1-2-1 16,2 0 2-16,-2 1-1 0,1 0-2 0,-5 1 5 15,4-2-5-15,1 1 3 0,0 0 2 0,1 1 2 16,-2 0-7-16,0 3 6 0,-1-4-8 0,-2 0 6 15,5-3 1-15,-6 3-2 0,5 0 1 0,-6 0 1 0,6-1-4 16,0 1 2-16,1 0-2 0,0 0 5 0,0 0-4 16,0 0 3-16,3 0-2 0,-2-1 0 15,-3 1 0-15,1 0-1 0,-2 1-3 0,-2-1 4 16,3-1 0-16,-5 0-4 0,1 1 2 0,0 0 0 16,2-2 9-16,-3 2-11 0,-1 0 3 0,1-1 0 15,0 1 1-15,-2 0-7 0,2-1 8 0,-2 2-4 16,1-4 2-16,1 2 0 0,-3 0-2 0,3-1 1 15,-3 2 5-15,0 0-8 0,0-2 7 0,2 1-5 16,-4 1 5-16,0 0-2 0,3-2 32 0,-11 2-7 16,13 0-1-16,-13 0-5 0,10-1 0 0,-10 1-2 15,10 1-2-15,-10-1 1 0,13 0 2 0,-6 0-1 16,-7 0 2-16,13-1-2 0,-6 0-4 0,4 2 0 16,-1-2 0-16,-1 1-2 0,1 0-4 0,1 0-5 15,-2 0 4-15,2 1 3 0,-1 0-4 0,1-2 2 16,0 2-5-16,-1 1 0 0,-10-2 1 0,13-2 0 15,-13 2 1-15,13 2-1 0,-13-2-2 0,9-2-3 16,-9 2 4-16,0 0-8 0,10-2 1 0,-10 2-4 16,0 0-6-16,9 0-7 0,-9 0-18 0,0 0-11 15,0 0-28-15,0 0-36 0,0 0-54 0,0 0-42 16,0 0-131-16,0 0-367 0,0 0 163 0</inkml:trace>
  <inkml:trace contextRef="#ctx0" brushRef="#br0" timeOffset="193027.42">32284 13289 45 0,'0'0'56'0,"0"0"-7"16,0 0 2-16,0 0-5 0,0 0-1 16,0 0 1-16,0 0-3 0,0 0-10 0,0 0 4 15,0 0-2-15,0 0-4 0,0 0-1 0,0 0-2 16,0 0-7-16,0 0 5 0,0 0 10 0,0 0-7 16,0 0-6-16,-8-4 12 0,8 4-4 0,0 0-5 15,0 0 11-15,0 0-1 0,0 0 4 0,0 0 2 16,0 0 2-16,0 0-15 0,-10-6-3 0,10 6 7 15,0 0-10-15,0 0-2 0,0 0-1 0,0 0-7 16,-8-8 2-16,8 8-3 0,0 0 2 0,0 0 1 16,0 0-2-16,-5-7-12 0,5 7 7 0,0 0 3 15,0 0-6-15,0 0 7 0,0 0-4 0,0 0-5 16,0 0 14-16,0 0-16 0,0 0 8 0,0 0-1 16,0 0-2-16,0 0-3 0,0 0 4 0,0 0-2 15,0 0 1-15,0 0 6 0,0 0-1 0,0 0 9 16,0 0-6-16,0 0 1 0,-10-4 1 0,10 4 0 15,0 0-3-15,0 0 1 0,0 0-5 0,0 0 1 16,0 0 4-16,0 0-3 0,0 0-5 0,0 0 4 16,0 0-1-16,0 0 3 0,0 0-3 0,0 0 8 15,0 0-4-15,-12 17 11 0,12-17 0 0,-6 12 3 16,5-3-1-16,-2-2-1 0,1 2-9 0,-1 0 0 16,2 1 9-16,-2 0-2 0,1 1 5 0,2 1-3 15,-2 1-1-15,2 2 3 0,-1 2-2 0,0-5 3 0,0 4-2 16,1 0-3-16,-3 0 1 0,3-1 2 15,-1 0-3-15,1-2-1 0,-4 4 3 0,5-4-7 16,-2 3 1-16,1-3-1 0,1 3 0 0,-1-3-1 16,-1-1-1-16,2 4-1 0,-1-3 0 0,0 3 4 15,-1-3-2-15,2 1-3 0,-2 4 3 0,1-5-4 0,1 2-1 16,2 0 0-16,-3 2 2 0,0 0 5 16,0-1-2-16,1 0-5 0,2-4 0 0,-3 3 4 15,0 2-6-15,2-2-1 0,-1 1 3 0,-1-4 0 16,2 5 3-16,-1-7-7 0,0 3 4 0,1 2-3 15,-2-4-3-15,1 2 1 0,-2-1-3 0,-1-1 1 16,2 5-6-16,2-6 4 0,-4 2 2 0,4-1 0 16,-4 2 6-16,2-1-4 0,-2-2-2 0,2 2 3 15,-2-2-3-15,2-1-2 0,-1 1 4 0,1-1-2 16,-1 2 0-16,0-1 1 0,-1-1-1 0,1 0 1 16,1 2 2-16,0-2-3 0,-1 1 2 0,-2-1-2 15,2-2 5-15,-1 2-3 0,0 1 1 0,2-1-4 16,-1 2 1-16,1-2-3 0,-1 1 8 0,1 0-5 15,-2-1 6-15,4 1-5 0,-4 0 2 0,1 0-5 16,-2 2 2-16,2-3-1 0,-1-1 1 0,0 1-2 16,-2 1 1-16,6-2 5 0,-2-8-1 0,0 21 3 15,-2-11-6-15,2-10 0 0,0 19 1 0,-2-10 0 16,1 0 2-16,1-9-6 0,-2 17 6 0,1-7 0 16,0-1 2-16,1-9-4 0,1 21 5 0,-1-11-5 15,-1 1 2-15,-2-1-6 0,0 0 5 0,3 1-1 16,0-11 4-16,-2 21 5 0,1-3-2 0,2-6-1 15,-2 0 2-15,2 0-6 0,-1-1 6 0,-1 5-2 16,2-2 1-16,-1 0 2 0,0-3-1 0,0 2 4 16,2-1-6-16,-2-2-4 0,2 2 2 0,2 0-1 15,-2-4 3-15,0 4 4 0,-2-1-7 0,2-1-2 16,1 2 4-16,-2-2-6 0,0 1 6 0,-1 1 5 16,2-2-4-16,-1 2 4 0,-2-1 0 0,-1 2-5 15,1-1 4-15,2 0-1 0,-2-2 2 0,1 3-5 16,-1-3 3-16,-1 0 6 0,5 0-3 0,-3 2-11 15,0-3 2-15,0 2-1 0,-1-1 2 0,1 0 1 16,0 2 3-16,0-3-6 0,-2-2-1 0,2-7 0 16,0 16-1-16,-1-6 6 0,-1-1-2 0,2 1-4 15,-3 2 3-15,2-2 2 0,-2 1 0 0,2 1 7 16,2-2 6-16,-3-1-7 0,2 1-7 0,-1 1 3 16,1-5-1-16,-3 5-3 0,0-3 4 0,2 4 1 15,0-4-1-15,-2 1-4 0,2-2 2 0,0 2 2 16,-1-1-6-16,1 4 2 0,0-6-2 0,-1 4 5 15,1-1-2-15,-1 1 0 0,0 0-2 0,1 1 0 16,1-3-3-16,-4 2 6 0,3-1-2 0,-1 0 1 16,2 1-3-16,-2-1 0 0,2 1 3 0,0 0-2 15,0-2 7-15,0 3-8 0,-1-1 0 0,1-3 0 16,-1 0-1-16,1 3 1 0,0-10-2 0,0 16 4 16,-2-7-5-16,2 0 5 0,0-9-3 0,-1 15 3 15,-1-5 8-15,3-1 9 0,-2 2-10 0,1-4-2 16,-2 0 1-16,1 3 3 0,1-10 4 0,-1 15-4 15,1-8 2-15,-2-1-2 0,1 3-8 0,1 0 7 16,0 0 4-16,3 0-6 0,-5 1 7 0,0-5 5 16,2 7-5-16,-1-6-7 0,-1 4 6 0,2-1-2 15,-1-1 3-15,0-1-8 0,-3 3 2 0,4 0-3 16,-3-2-3-16,0 1 11 0,-3-2-6 0,4 2 1 16,1-2-9-16,-2 1 3 0,2-1 5 0,-1 0 5 15,2-7-3-15,-2 13-5 0,1-7 3 0,1-6-7 16,-2 13 5-16,1-8 2 0,-3 3-3 0,4-8 0 15,-2 10 3-15,2-10 4 0,-1 13-13 0,1-8 8 16,0-5-4-16,-2 11 7 0,2-11-6 0,-1 15 4 16,0-9-6-16,1-6 12 0,-2 10-12 0,2-10-2 15,0 12 1-15,-1-6 3 0,0 2-1 0,1-8 0 16,-3 15-2-16,3-7 4 0,0-8 0 0,-1 14-3 16,0-8 5-16,2 2 0 0,-1-8-1 0,-3 15 6 15,2-9-2-15,1-6-3 0,0 12-4 0,0-12 3 16,0 13 1-16,0-6-1 0,0-7-2 0,-3 13 6 15,5-4-8-15,-4-2 5 0,2-7-2 0,2 13 3 16,-4-6-12-16,2-7 8 0,2 16-1 0,-1-10 5 16,-1-6-4-16,0 10 0 0,0-10-6 0,-1 11-6 15,1-11 5-15,0 11 7 0,0-11-9 0,-3 9 7 16,3-9-2-16,1 11 6 0,-1-11-16 0,0 9 12 16,0-9-4-16,-1 8 1 0,1-8-1 0,0 0-1 15,5 11-2-15,-5-11 4 0,0 0-3 0,3 11-2 16,-3-11-1-16,0 0 5 0,1 13-1 15,-1-13 2-15,3 11-5 0,-3-7 4 0,0-4-2 16,1 7 4-16,-1-7-2 0,0 0-2 0,3 9 3 0,-3-9 1 16,0 6-9-16,0-6 5 0,0 0 1 0,-2 11-2 15,2-11-1-15,0 9 8 0,0-9-3 0,-1 10 0 16,1-10 2-16,0 11-4 0,0-11 5 0,0 8-13 16,0-8 13-16,1 9-3 0,-1-9-2 15,0 8 1-15,0-8-4 0,2 8 4 0,-2-8 0 16,0 0 1-16,0 10-1 0,0-10 0 0,0 0-1 15,-2 10 2-15,2-10-4 0,0 0 4 0,-1 7 4 0,1-7-1 16,0 0-12-16,0 0 7 0,0 0 3 0,0 0 0 16,0 0-1-16,3 9-2 0,-3-9-2 15,0 0 0-15,0 0 1 0,0 0 3 0,0 0 1 16,0 0-1-16,0 0-6 0,0 0-15 0,0 0-17 16,0 0-27-16,0 0-41 0,0 0-24 0,0 0 12 15,0 0-31-15,-17-14-11 0,9 10-30 0,8 4-30 0,-15-11-48 16,11 6-37-16,-1 0-280 0,-4-3-629 0,5-2 278 15</inkml:trace>
  <inkml:trace contextRef="#ctx0" brushRef="#br0" timeOffset="196296.53">32671 13341 136 0,'0'0'149'0,"0"0"-9"15,0 0-15-15,0 0 1 0,0 0-6 0,0 0-6 0,0 0-1 16,-1-14-10-16,1 14-7 0,0 0 3 16,0 0 1-16,0 0 0 0,0 0 1 0,0-5-8 15,0 5 2-15,0 0-5 0,0 0-3 0,0 0-7 16,0 0 3-16,1-8-4 0,-1 8 0 0,0 0-5 15,0 0-6-15,0 0-5 0,0 0-6 0,0 0-4 16,0 0-2-16,0 0-5 0,0 0-7 0,0 0-5 16,0 0 0-16,0 0-11 0,0 0-1 0,0 0-3 15,0 0 0-15,0 0-7 0,0 0 2 0,0 0 3 16,-3 33-1-16,2-22-1 0,-1-1-1 0,0 6 3 16,1-1 6-16,-3 4 2 0,2-1 1 0,-1-3-2 15,1 3 5-15,-1-1-2 0,1 1 11 0,-2 0-2 16,2-1-2-16,0-1 2 0,1 0 0 0,-3 1-7 15,0-3 16-15,3 3-4 0,-3 0-1 0,1-6-2 16,2 0-5-16,0-1-2 0,-2 1 0 0,3-11-2 16,-2 13-6-16,0-4 1 0,2-9 0 0,-4 14 1 15,4-14 2-15,-3 10-7 0,3-10 6 0,-2 9-4 16,2-9-5-16,0 0-3 0,0 0-1 0,-2 10 0 16,2-10 3-16,0 0-2 0,0 0-2 0,0 0 1 15,0 0 0-15,0 0 0 0,0 0-5 0,0 0-16 16,0 0-19-16,0 0-46 0,0 0-36 15,0 0-41-15,0 0-57 0,0 0-61 0,0 0-260 16,0 0-570-16,0 0 253 0</inkml:trace>
  <inkml:trace contextRef="#ctx0" brushRef="#br0" timeOffset="200001.74">28143 13537 80 0,'0'0'108'0,"0"0"-4"0,0 0-5 0,0 0-1 0,0 0 7 15,0 0-7-15,0 0 1 0,0 0 1 0,0 0 3 16,0 0-2-16,0 0-6 0,0 0-2 0,0 0 0 15,0 0-6-15,0 0 2 0,0 0-6 0,0 0-2 0,0 0-1 0,0 0-4 16,0 0-2-16,0 0-3 0,0 0-7 0,0 0-4 16,0 0-2-16,0 0-5 0,0 0-4 15,0 0-1-15,0 0-7 0,12-15 5 0,-12 15-7 16,6-4-8-16,-6 4-3 0,14-1 1 0,-6 0-4 16,2-1-3-1,-3 0 1-15,4 2 3 0,-11 0 0 0,16 0 0 16,-8 2-2-16,0-2 0 0,0 2-1 0,-1 0-4 15,0-1-2-15,1 2-2 0,-8-3 0 0,17 6-3 16,-11-1-3-16,3-1 2 0,-3 2-3 16,-3 1 1-16,-1-3-2 0,4 2-1 0,-3 0 0 0,-1 4 1 15,-2 0-2-15,1-3 4 0,-2 2-1 0,1 1-5 16,0-10 4-16,-6 15 0 0,-2-5-2 0,3-1 1 16,-1-1 0-16,-2 0 2 0,0-1 1 0,-2 1 2 15,4-3 1-15,-5 3 0 0,1-1 0 0,1-3-3 16,0 0 0-16,0 2 3 0,2-2-5 0,2-1 5 15,-1 1 1-15,6-4-3 0,-11 3-1 0,4-1 6 16,7-2 0-16,-6 4-2 0,6-4 2 0,-8 3 4 16,8-3-3-16,0 0 2 0,0 0-1 0,-9 2-3 15,9-2 4-15,0 0-2 0,0 0-2 16,-6 1-2-16,6-1 0 0,0 0-3 0,0 0 2 0,0 0-2 16,0 0 0-16,0 0-2 0,0 0 0 0,0 0 1 15,0 0-1-15,0 0 1 0,0 0-3 0,0 0 0 16,-7 4-2-16,7-4 6 0,0 0-6 0,0 0 5 15,0 0-5-15,0 0 2 0,0 0 0 0,0 0-1 16,0 0-2-16,0 0-1 0,0 0 1 0,0 0 0 16,0 0 0-16,0 0-3 0,0 0 4 0,0 0 0 15,0 0 0-15,0 0-1 0,0 0-3 0,0 0 4 16,0 0 0-16,0 0-3 0,0 0 1 0,0 0-1 16,0 0 3-16,0 0 3 0,0 0-2 0,0 0 5 15,0 0 3-15,0 0 1 0,0 0 8 0,0 0-2 16,0 0-1-16,0 0 1 0,0 0-2 0,0 0 4 15,0 0 9-15,0 0 7 0,0 0 14 0,0 0-6 16,25 3 5-16,-15-3-5 0,3 1-5 0,0 1-1 16,7 0 6-16,-2-4-6 0,4 2 1 0,6 2 3 15,-6-2-8-15,5 2 4 0,0-2-21 0,-7 2 19 16,2-1 2-16,-4-1-4 0,2 0-1 0,-5 1 5 16,0 0-1-16,-2-1 6 0,-1 0-5 0,-1 0 3 15,-3-1-2-15,-8 1 1 0,14 0 9 0,-14 0-4 16,10-1-1-16,-10 1 3 0,8 1 0 0,-8-1-6 15,0 0-3-15,9 0-5 0,-9 0-1 0,0 0-1 16,0 0-8-16,0 0-1 0,0 0 0 0,0 0 4 16,9-2-8-16,-9 2-2 0,0 0-7 0,0 0 1 0,0 0-2 15,0 0-1-15,0 0-14 0,0 0-28 16,0 0-26-16,0 0-41 0,0 0-48 0,0 0-43 16,0 0-48-16,0 0-54 0,0 0-43 0,0 0-305 15,0 0-695-15,0 0 308 0</inkml:trace>
  <inkml:trace contextRef="#ctx0" brushRef="#br0" timeOffset="206614.37">23365 11185 33 0,'0'0'62'0,"0"0"-3"15,-3-12-5-15,3 12-9 0,0 0 4 0,0 0-2 16,-3-6-1-16,3 6 14 0,0 0-11 0,0 0-2 16,-2-8-1-16,2 8 10 0,0 0-7 0,0 0 5 15,0 0-2-15,0 0-15 0,-3-6 7 16,3 6-7-16,0 0-6 0,-7-3-3 0,7 3 6 0,0 0-13 16,-8-4 4-16,8 4-6 0,-7-3-5 0,7 3 1 15,0 0-2-15,-14-2-6 0,14 2 2 0,-8-1 7 16,8 1-8-16,0 0-8 0,-9-3 2 15,9 3 8-15,0 0-6 0,-13 0-2 0,13 0-3 0,-10 0-7 16,10 0-3-16,-13 0 0 0,13 0-15 0,0 0 0 16,-11 0 9-16,11 0-1 0,0 0-5 0,0 0 7 15,0 0-4-15,-9 2 0 0,9-2-1 16,0 0 3-16,0 0 2 0,0 0 4 0,0 0 3 0,-7 2 8 16,7-2-6-16,0 0-7 0,0 0 21 0,0 0-5 15,0 0 6-15,0 0 5 0,0 0-20 0,0 0 21 16,0 0 3-16,0 0 10 0,0 0-6 0,20-11-4 15,-20 11 16-15,0 0 12 0,7-4-7 0,-7 4 5 0,0 0-5 16,7-3-2-16,-7 3 6 0,0 0 1 16,0 0 2-16,0 0-3 0,3-5-3 0,-3 5 1 15,0 0-2-15,0 0-9 0,0 0-5 0,0 0-3 16,0 0-1-16,0 0-6 0,0 0 0 0,0 0-5 16,0 0 14-16,0 0 3 0,0 0 7 0,-16 22 9 15,8-15-1-15,-1 1 2 0,-2-1 2 0,-3 3-3 16,0 1-2-16,0 0-5 0,1-2-5 0,0-2-3 0,3 1 1 15,-3-2 1-15,2 1-3 0,0 1-2 0,-1-1-5 16,1-2 2-16,2 2-3 0,-1-1-5 16,1 1 1-16,1-3-2 0,-2 2-21 0,7-3-17 15,-4 0-20-15,7-3-21 0,-6 5-19 0,6-5-29 0,-6 5-21 16,6-5-18-16,0 0-122 0,0 0-298 16,0 0 131-16</inkml:trace>
  <inkml:trace contextRef="#ctx0" brushRef="#br0" timeOffset="206828.46">23260 11143 11 0,'0'0'141'0,"8"-2"-17"0,-8 2 17 0,0 0-9 16,0 0-6-16,0 0 7 0,7 10-7 0,-4-6-11 15,1 1-7-15,-2 2 0 0,-2-7-15 0,4 12-4 16,1-3-8-16,3 1-5 0,0-1-13 0,-3 2-1 15,3-2-6-15,2 3-8 0,-3-3-2 0,2-1-28 16,2 1-22-16,-3 1-32 0,1-1-53 0,-2-2-17 16,2 0-33-16,-5-1-116 0,-1 0-274 15,0 1 121-15</inkml:trace>
  <inkml:trace contextRef="#ctx0" brushRef="#br0" timeOffset="208029.02">22132 11056 42 0,'0'0'127'15,"20"-6"-8"-15,-7 3-8 0,4 2-11 0,2 0-8 16,1 0-8-16,6 0-14 0,2 0-5 0,-6 2-3 15,-1 0-13-15,0-1 4 0,-2 1-8 0,-1 0-3 16,-5 2-18-16,-1-2-6 0,0 0-2 0,-3 1-23 16,-1-2-2-16,-8 0-6 0,11 0-4 0,-11 0-4 15,5 2 1-15,-5-2 3 0,0 0 6 0,0 0 6 16,0 0-4-16,0 0 3 0,0 0-1 0,0 0 8 16,-24 1 1-16,24-1 7 0,0 0 0 0,-16-2 12 15,16 2 2-15,-10-1-7 0,10 1 12 0,-9 0 0 16,9 0 0-16,0 0 2 0,-9-2 2 0,9 2-1 15,0 0 1-15,0 0-4 0,-10 2 1 0,10-2 6 16,-5 5 24-16,1 1 5 0,-1 3 3 0,0 1-5 16,0 1-2-16,-3 2 7 0,2 3-6 0,-1 0 0 15,1-2-1-15,-2 1-1 0,3 2-8 0,1-6 9 16,-1 1-3-16,1 4-3 0,1-4-5 0,-1 2-6 16,0-2-2-16,0-2-3 0,2 0-3 0,0-2-4 15,2 2-2-15,-2-3-2 0,0 0-1 0,2-7-6 16,0 12 4-16,0-12-3 0,-2 10-6 0,2-10 3 15,-1 7 0-15,1-7-9 0,-2 6 7 0,2-6-3 0,-2 7-1 16,2-7-1-16,-7 5-2 0,7-5-8 0,-11 1-7 16,11-1-3-16,-12 1-4 0,5-2-1 0,7 1 5 15,-17-1-5-15,17 1 5 0,-13-3 3 16,4 0 0-16,3-1 1 0,6 4-3 0,-10-4 2 0,5 2 0 16,5 2-1-16,-13-5 3 0,8 4 4 0,5 1-9 15,-7-3 8-15,7 3-3 0,0 0-1 16,-7-6 4-16,7 6-4 0,0 0 4 0,0 0 0 15,0 0-2-15,0 0 5 0,0 0 1 0,0 0-2 0,0 0 4 16,0 0-6-16,30 0 5 0,-17 2-4 0,6-1 5 16,-1 1-9-16,0-2 2 0,0-2-18 15,2 4-17-15,-2-2-2 0,0-2-19 0,1 2-16 0,-2-1-16 16,1-1-1-16,-5-1-1 0,5-1 1 0,-6 2-5 16,1-1 0-16,-1-2 9 0,-1-1 6 0,-1 0 18 15,-1 1 5-15,0-2 6 0,0 2 15 0,-2-2 8 16,-2-1 6-16,-1 3 7 0,1-4 18 0,0 3 5 15,-2 0 9-15,0-1 2 0,1 1 21 0,-4 6 5 16,5-8 7-16,-2 3 14 0,-3 5-6 0,4-5-5 16,-4 5-7-16,0 0-3 0,3-5-6 0,-3 5-2 15,0 0 12-15,0 0 6 0,0 0 4 0,5 17 6 16,-6-6 13-16,-4 0-2 0,3 2 1 0,-2 3-2 16,-1-1-7-16,-1 2-2 0,2-2-5 0,-1 0 2 15,0-5-4-15,2 6-5 0,0-4-5 0,-2-2 2 16,1-1-6-16,1 2 0 0,2-2-3 0,-1-2-2 0,2-7-3 15,-7 9-4-15,7-9 5 0,-2 6 4 16,2-6 3-16,-3 7 5 0,3-7 13 0,0 0-3 0,0 0-4 16,-2 7 1-16,2-7-4 0,0 0-7 0,0 0-1 15,0 0-8-15,0 0 2 0,0 0-8 0,0 0-4 16,0 0 1-16,5-26-12 0,0 21-4 0,4-3-6 16,1 2-1-16,4-5-4 0,0 3-4 15,3 0 0-15,-6 5-2 0,1-1 0 0,2 1 3 0,-3 2-1 16,2 1-3-16,-3 1 3 0,1 0-2 0,0 3-1 15,-5-2 1-15,-1 3 2 0,1 0-2 0,-2 0 4 16,-2 0 2-16,-1 3-1 0,-1-8 0 0,-1 13 11 16,-4-2-7-16,0-5 1 0,-4 2-4 0,-1 0 3 15,-2-2-3-15,1 1 1 0,-2-2-4 0,-4-3-14 16,-1 2-6-16,2 0-17 0,0-4-10 0,3-1-17 16,-2 1-12-16,2 0-17 0,1-1-24 0,1-2-23 15,5 0-17-15,-2-1-29 0,1-1-24 0,3 0-143 16,0 0-388-16,4 5 173 0</inkml:trace>
  <inkml:trace contextRef="#ctx0" brushRef="#br0" timeOffset="208166.54">22626 11362 129 0,'0'0'200'16,"9"0"-13"-16,-9 0-10 0,0 0-17 0,0 0-16 15,0 0-15-15,9 0-11 0,-9 0-9 0,0 0-24 0,0 0-24 16,0 0-28-16,5 7-41 0,-5-7-34 15,7 6-51-15,-7-6-139 0,3 7-251 0,-3-7 111 16</inkml:trace>
  <inkml:trace contextRef="#ctx0" brushRef="#br0" timeOffset="212147.06">32360 11524 38 0,'0'0'72'0,"0"0"11"0,0 0-22 15,0 0-10-15,0 0-7 0,0 0 3 0,0 0-12 16,0 0 0-16,0 0-4 0,0 0-2 0,0 0-3 16,0 0-4-16,0 0 6 0,0 0-2 0,0 0 2 15,0 0 13-15,0 0-15 0,0 0 1 0,0 0-4 0,3-9 2 16,-3 9 4-16,0 0-6 0,4-5-4 15,-4 5-7-15,0 0-1 0,0 0 6 0,6-3-6 16,-6 3-2-16,7-4 20 0,-7 4-22 0,0 0 1 16,9-3 7-16,-9 3-7 0,0 0 14 0,0 0-2 15,6-5 1-15,-6 5 9 0,0 0 1 0,5-2 5 16,-5 2 8-16,0 0 1 0,1-8 0 0,-1 8 1 16,0 0-6-16,0 0-4 0,0 0 2 0,0 0-5 15,-1-14-3-15,1 14-6 0,0 0-2 0,0 0-2 16,0 0 8-16,0 0 8 0,-20 11 3 0,12-3 2 15,-2-1 2-15,-3 4 7 0,-1-2-5 0,2-2-1 0,1 0-3 16,-4 7-8-16,-2-5 6 0,3-1 0 16,-3 3-7-16,3-2-5 0,2-4 1 0,-3 4-2 15,3-4-5-15,0 3 3 0,3-2-7 0,-2 0-3 16,1 1 0-16,0 0 2 0,2-2-5 0,1-1-23 16,1 1-19-16,-1-1-17 0,2-1-32 0,-2 0-20 15,7-3-25-15,-8 6-16 0,8-6-19 0,-5 2-105 16,5-2-288-16,0 0 128 0</inkml:trace>
  <inkml:trace contextRef="#ctx0" brushRef="#br0" timeOffset="212360.62">32363 11488 131 0,'0'0'136'16,"0"0"-6"-16,10 0 6 0,-10 0-5 0,8 3-8 15,-3 2-7-15,-5-5-6 0,10 8-9 0,-5-4-4 16,3 2-11-16,-2 2-9 0,2-1-6 0,-1 1 0 0,2 1-10 16,1 3-8-16,-3-5-4 0,5 6-5 15,-6-4-8-15,3 0-22 0,-1-1-37 0,-2 1-31 16,2-1-43-16,1-1-35 0,-3 0-113 0,-1-2-265 16,1 1 118-16</inkml:trace>
  <inkml:trace contextRef="#ctx0" brushRef="#br0" timeOffset="213012.37">32729 11439 60 0,'0'0'117'0,"53"-6"-12"16,-53 6-3-16,0 0-21 0,55 0-9 0,-55 0 1 16,30-1-13-16,-30 1-12 0,0 0-1 0,0 0-15 15,37-2-11-15,-37 2-15 0,0 0-10 0,0 0-7 16,0 0-6-16,0 0 2 0,0 0-5 0,0 0 0 16,0 0 1-16,0 0 12 0,0 0-4 0,0 0 0 15,0 0 6-15,0 0-7 0,0 0 0 0,0 0 8 16,0 0 9-16,0 0-4 0,0 0 18 0,0 0-1 15,0 0 7-15,0 0 3 0,0 0 2 0,0 0-2 16,-64-49-1-16,64 49 14 0,0 0 5 0,0 0 5 16,0 0 1-16,0 0 10 0,0 0-1 0,0 0 11 15,0 0 5-15,-36 54-4 0,36-54 11 0,-12 34-3 16,5-9-8-16,7-25 4 0,-14 41 4 0,5-17-5 16,9-24 0-16,-15 37-12 0,9-13-6 0,6-24-3 15,-7 34 2-15,7-34-4 0,-5 32-1 0,5-32-6 16,0 0 21-16,-6 41-4 0,6-41-7 0,0 0-4 15,-2 31-3-15,2-31-5 0,0 0-3 0,0 0-6 16,0 0-1-16,0 0-6 0,0 38 4 0,0-38-8 16,0 0 2-16,0 0-2 0,0 0 0 0,0 0 0 15,0 0-4-15,0 0-1 0,0 0 0 0,-5 17-6 16,2-18-1-16,-1 0 0 0,4 1-5 0,0 0 6 16,-15-10-5-16,8 6 0 0,0 0 1 0,2 0-5 15,5 4 1-15,-10-6-2 0,2 2 2 0,3 1-3 16,5 3-1-16,-8-4 2 0,8 4-4 0,-7-3 1 15,7 3-2-15,-6-4 1 0,6 4-3 16,0 0-3-16,0 0 0 0,0 0 2 0,0 0 1 0,0 0-1 16,0 0 4-16,0 0 0 0,0 0-3 0,0 0 0 15,0 0 2-15,0 0-3 0,0 0-9 0,72 23-14 16,-72-23-12-16,46 2-18 0,-46-2-22 0,45 4-24 16,-45-4-43-16,57 2-21 0,-29-3-14 0,-28 1-27 15,43 0-126-15,-43 0-363 0,39-5 161 0</inkml:trace>
  <inkml:trace contextRef="#ctx0" brushRef="#br0" timeOffset="213244.28">33143 11726 61 0,'0'0'186'0,"0"0"-3"16,0 0-4-16,0 0-9 0,0 0-12 0,0 0-11 16,0 0-4-16,0 0-10 0,0 0-5 15,0 0-4-15,0 0 2 0,0 0-4 0,0 0-6 16,0 0 4-16,0 0-6 0,-92 24-10 0,92-24-10 0,-26 18-5 15,26-18-12-15,-18 15-6 0,18-15-10 0,0 0-4 16,-19 24-2-16,19-24-5 0,0 0-4 0,0 0-4 16,-1 34-4-16,1-34 3 0,0 0-12 0,0 0-11 15,47 36-16-15,-29-29-19 0,-18-7-21 0,47 14-27 16,-20-8-33-16,-27-6-45 0,41 7-59 0,-41-7-219 16,32 2-454-16,-32-2 201 0</inkml:trace>
  <inkml:trace contextRef="#ctx0" brushRef="#br0" timeOffset="-212234.75">32202 14411 63 0,'0'0'156'0,"0"0"-6"0,0 0-17 15,4-6-10-15,-4 6-8 0,0 0 3 0,0 0-9 16,0 0-2-16,4-5-6 0,-4 5-8 0,0 0-14 16,0 0-8-16,0 0 6 0,0 0-20 0,0 0-8 15,0 0-5-15,0 0-7 0,0 0 4 16,0 0 9-16,0 0 7 0,-17 14-2 0,11-11-3 15,-5 3 4-15,-4 3-4 0,1-1 5 0,1-1 1 0,-2 2-8 16,-2 1-8-16,1-3 2 0,-1-1-5 0,3 3-7 16,0-3 0-16,0 2-2 0,-3 1-5 0,5 2-2 15,-4-1 3-15,7-2-7 0,-2-3 0 0,-1 3-7 16,2-1-15-16,0 0-13 0,-3-2-21 16,4 0-19-16,0 0-27 0,0-2-27 0,4 1-36 15,5-4-28-15,-9 5-148 0,4-4-348 0,5-1 155 16</inkml:trace>
  <inkml:trace contextRef="#ctx0" brushRef="#br0" timeOffset="-212000.61">32159 14426 14 0,'0'0'198'0,"6"-4"-18"0,-6 4-11 16,0 0-17-16,9-1-4 0,-9 1-9 0,0 0-7 15,10 4-7-15,-5-1-10 0,2-1-6 0,-1 2-11 16,0 2-6-16,5 1-9 0,-2 0-4 0,1-2-9 16,-1 2-5-16,1 2-16 0,1 0 5 0,0-3-13 15,4 4-9-15,-7-2-24 0,1-1-37 0,-2 2-32 16,2 1-44-16,0-4-42 0,2 2-155 0,-1 0-327 16,-1-3 144-16</inkml:trace>
  <inkml:trace contextRef="#ctx0" brushRef="#br0" timeOffset="-211384.52">32656 14408 43 0,'0'0'148'0,"0"0"-14"0,0 0-12 16,0 0-6-16,0 0-9 0,56-11-13 0,-56 11-15 16,0 0-3-16,42-4-8 0,-42 4-13 0,0 0 6 15,41-3-13-15,-41 3 0 0,0 0-9 0,29-6-10 16,-29 6-21-16,0 0 1 0,0 0-8 16,0 0 6-16,26-14-6 0,-26 14 7 0,0 0-1 15,0 0-12-15,0 0 5 0,0 0-4 0,0 0-5 16,0 0 8-16,0 0 2 0,0 0 1 0,0 0 6 15,0 0-3-15,0 0-9 0,0 0 6 0,0 0-2 0,0 0 3 16,0 0 7-16,0 0 3 0,0 0 12 16,0 0 3-16,0 0 8 0,0 0 7 0,0 0 3 15,0 0 6-15,-70 49 2 0,70-49 6 0,-20 31 7 16,9-14-10-16,2 0-2 0,1-1-1 0,-3 1-4 16,2 0-5-16,1-1-2 0,3 1-4 0,-1-2-2 15,1-3-3-15,0 3-1 0,2-2-4 0,-1-1-1 16,0-2-3-16,0 0 3 0,2-1-11 0,1-2 0 15,-4 0 0-15,3 1-1 0,2-8-2 0,-2 11-4 16,2-11 2-16,-3 9-2 0,3-9 1 0,-2 7 0 16,2-7 1-16,-5 6-1 0,5-6 0 0,0 0 0 15,-13-1-5-15,13 1 3 0,-14-3-7 0,6 0 0 16,-1 0-6-16,-1-3-1 0,1 3-2 0,0-2 1 16,0 0 1-16,1 1 3 0,-1-2-5 0,2 0 9 15,-1 3-9-15,8 3 3 0,-9-4 1 0,5 0 0 16,4 4 0-16,0 0-1 0,-7-5-2 0,7 5 5 15,0 0-1-15,0 0-5 0,0 0 3 0,0 0 1 16,0 0 0-16,0 0 4 0,0 0-4 0,30 10 3 16,-16-8 1-16,4 2-1 0,2-2-1 0,-20-2-9 15,52 7-19-15,-52-7-34 0,64 7-32 0,-34-6-37 16,-30-1-34-16,60-1-154 0,-33 2-346 0,-27-1 154 16</inkml:trace>
  <inkml:trace contextRef="#ctx0" brushRef="#br0" timeOffset="-211182.59">33097 14589 70 0,'0'0'208'0,"0"0"-5"0,0 0 10 0,0 0 8 16,0 0-10-16,0 0 6 0,0 0-7 16,0 0-23-16,0 0-11 0,0 0-14 0,0 0-11 15,-14 81-15-15,14-81-18 0,-5 32-7 0,5-32-10 16,-7 32-9-16,7-32-22 0,0 0-47 0,-5 45-31 15,5-45-37-15,0 0-47 0,-1 36-42 0,1-36-55 16,0 0-39-16,-9 38-136 0,9-38-395 0,-9 23 175 16</inkml:trace>
  <inkml:trace contextRef="#ctx0" brushRef="#br0" timeOffset="-208000.54">22519 14568 14 0,'0'0'131'0,"-1"-7"-13"0,1 7-1 16,0 0-3-16,-2-9-6 0,2 9-7 0,0 0-3 15,0-9-4-15,0 9-9 0,0 0-7 0,0 0-3 16,0 0-5-16,4-6-12 0,-4 6-3 16,0 0-3-16,0 0-2 0,0 0-11 0,0 0 1 15,15 4-5-15,-15-4-3 0,8 9 4 0,-4-5 1 0,1 2 4 16,0 1-1-16,3 2-2 0,-2-3-2 0,2 5 0 0,-4 0-3 16,5-3 0-16,-4 2 1 0,1 1-3 0,2-1-3 15,-2 1-1-15,1 0-2 0,-2 0 3 0,0-1 1 16,-1 2-2-16,0-3-2 0,1 1-3 0,1-1-10 15,0 0-10-15,0 1 10 0,0-1 5 0,-1 0-4 16,3 0 4-16,-3-2-7 0,0-1-2 0,-1 0 0 16,0-2 0-16,1 3 1 15,-5-7-4-15,5 6 6 0,-5-6-1 0,5 6-2 16,-5-6 6-16,4 3 4 0,-4-3 6 0,0 0 5 16,0 0 10-16,4 6 0 0,-4-6 2 0,0 0 9 15,0 0 0-15,0 0-11 0,0 0 2 16,0 0-5-16,11-9-6 0,-11 9-5 0,4-12 4 15,-3 6-8-15,4 0 0 0,0-3-4 0,-1-2 0 16,3 0-2-16,-1-1-2 0,3-4-1 0,-1 3-4 16,1-3-11-16,-2 0 0 0,6 2-6 0,-1-1-11 0,2-6-2 15,-4 8-4-15,-1-2-12 0,-3 7-8 0,2-1-16 16,-3 0-23-16,-5 9-29 0,6-10-34 16,-6 10-36-16,3-9-23 0,-3 9-124 0,0 0-357 15,0 0 158-15</inkml:trace>
  <inkml:trace contextRef="#ctx0" brushRef="#br0" timeOffset="-207300.41">23022 14507 3 0,'0'0'179'15,"0"0"-17"-15,0 0-13 0,0 0-20 0,4-9-14 0,-4 9-9 16,12-3-9-16,-6 1-4 0,7 0-13 16,-2 1-11-16,1-1-14 0,2 0-4 0,-2 1-5 15,-1 0 3-15,2-2-9 0,-3 1-13 0,0 2-17 16,-2 0-12-16,0-3-3 0,-8 3-14 0,12-1 5 15,-12 1-13-15,9 0-3 0,-9 0 1 0,0 0 0 16,9-4 6-16,-9 4 2 0,0 0-4 0,4-4 6 16,-4 4 4-16,0 0-1 0,0 0 1 0,0 0-2 15,0 0-4-15,0 0 3 0,0 0 7 0,-11-11 7 16,11 11 4-16,0 0-5 0,0 0 10 0,-9-4 1 16,9 4 4-16,0 0-1 0,0 0 22 0,0 0-6 15,-13 7 4-15,13-7-6 0,-7 7 15 0,4 0 2 16,0 4-3-16,-2-1 1 0,1 1 5 0,-2 5 1 15,2-1 3-15,0 3 3 0,-1 0-4 0,1-1 0 16,0 1-3-16,0 1-5 0,-1-1 2 0,2-1 7 16,0 2-3-16,-1-1-3 0,2-1-2 0,-1-1-2 15,0 1-7-15,2-6 1 0,0 2-3 0,1-2 0 0,-1 1-4 16,1-2-5-16,1 2-2 0,-2-4-1 16,-1 0-5-16,4-1 3 0,-2-7-2 0,-2 10-1 15,2-10 1-15,-1 11-3 0,1-11-1 0,0 0 0 16,0 8 3-16,0-8 1 0,0 0-3 0,-4 7 1 15,4-7-1-15,-9 0-1 0,9 0-2 0,-10-1 2 0,10 1-4 16,-15-6 9-16,7 4-9 0,0-1 1 16,1 1-1-16,7 2 1 0,-13-7 0 0,9 3-5 15,4 4 2-15,-9-3-7 0,9 3 6 0,-6-1 1 16,6 1-2-16,0 0 1 0,-9-3-1 0,9 3 0 16,0 0 0-16,0 0 4 0,0 0-4 0,0 0-3 15,0 0-2-15,27 3 6 0,-13-2-1 0,2 0 5 16,6 0-4-16,0 2-7 0,-2-2-18 0,7 0-12 15,0 2-19-15,-5-3-34 0,6-1-23 0,-8 1-23 16,1-3-22-16,-1 0-19 0,-2 1-90 0,-3 0-289 16,1-2 128-16</inkml:trace>
  <inkml:trace contextRef="#ctx0" brushRef="#br0" timeOffset="-207130.47">23479 14733 190 0,'0'0'187'0,"0"0"-13"0,5-5-10 15,-5 5-13-15,0 0 21 0,0 0-5 0,0 0 4 0,1 24 0 16,-2-13-16-16,-2-1-15 0,2 8-11 0,-1-4-17 16,2 4-8-16,-3 0-9 0,2-1-8 0,-2-2-38 15,0 2-41-15,1 1-47 0,-1 0-61 16,1-1-56-16,-1-1-57 0,-4-2-107 0,0 3-347 16,0-3 154-16</inkml:trace>
  <inkml:trace contextRef="#ctx0" brushRef="#br0" timeOffset="-203750.52">24875 17526 73 0,'13'-1'168'0,"-6"-2"-7"16,-7 3-7-16,12-5-3 0,-6 3-2 0,-6 2-7 16,7-6-9-16,-7 6-9 0,8-3-8 0,-8 3 2 15,9-7-5-15,-9 7-5 0,6-5-11 0,-6 5-10 16,0 0-8-16,7-7-10 0,-7 7-5 0,0 0-9 16,-2-12-3-16,2 12-7 0,0 0-2 0,0 0-5 15,-11-10-7-15,11 10 0 0,-13-5-3 16,13 5-5-16,-17-3-3 0,6 4 5 0,11-1-3 15,-24 3-4-15,3 1 1 0,3-1 3 0,2 0-3 16,-3 6 4-16,2-2-8 0,3 1 8 0,1 3-7 16,0-5 1-16,2 5 3 0,2-1-3 0,1-2 0 15,3 5-12-15,0-5 8 0,2 4 1 0,3-2-3 16,0-10-1-16,6 22 2 0,1-9-3 0,0-4 1 16,5 2-1-16,1 2-4 0,10-3 1 0,-5-2 0 15,0-1-6-15,9 2 8 0,-7-4-2 0,-1-1-1 16,1 2 1-16,-3-4-3 0,-4 0 3 0,-1-1 2 15,-2 0-5-15,-1 0 2 0,-2 0 1 0,-7-1 1 16,12 2 3-16,-12-2 9 0,0 0-10 0,8-2-1 16,-8 2 1-16,0 0-1 0,0 0-1 0,0 0-9 15,0 0 7-15,-23-15-2 0,11 14 5 0,-7-1-3 16,2-1-5-16,-4 3 3 0,-1 1-1 16,3-1-2-16,0-1 2 0,1 3 5 0,-4 2 0 15,4-1 1-15,2 2 1 0,2 0 0 0,1-1 0 16,1 0 2-16,2 1-4 0,2 2 1 0,1 0 3 15,-1 0 3-15,2 3-5 0,3-1 2 0,5 1 1 16,-2-10-34-16,2 19 0 0,3-7 7 0,4-4 0 16,4 4 6-16,-2 0 1 0,5-1-6 0,-4-1 4 15,5-2-9-15,2 1-17 0,-4-1-21 0,8-1-23 16,-6-1-34-16,2-3-27 0,0 1-31 0,-1-1-35 16,1 1-161-16,-2-3-398 0,1-1 176 0</inkml:trace>
  <inkml:trace contextRef="#ctx0" brushRef="#br0" timeOffset="-202602.92">25364 17713 141 0,'-19'-10'167'0,"8"5"-11"15,-3 3-2-15,14 2-11 0,-32-3-9 0,19 3-10 16,-3 2-2-16,-1 2-3 0,2 3-15 0,0-1 1 16,-1 4-9-16,2-2-12 0,3 0-5 0,1 5 3 15,1-1-9-15,0-1-8 0,6 0-3 0,-2-2-6 16,2 3-1-16,2-2-13 0,1-10 2 0,5 21-5 15,-1-13-2-15,1 2-9 0,0-6 1 0,4 4-1 16,-1-2-6-16,1-4-5 0,1 2 2 0,2-3 4 16,2 0-7-16,-14-1-1 0,23-5-1 15,-11 3 4-15,0-3-5 0,0-1 0 0,-1-1 0 16,-2-1-2-16,1 0-6 0,0-2 8 0,-1-1-2 16,-1-1-3-16,2-2-2 0,-3 1-1 0,2 0 3 15,-3 2 3-15,0 3-7 0,-6 8-4 0,11-18 8 16,-9 12 6-16,-2 6-2 0,0 0-7 0,8-11 0 15,-8 11 0-15,0 0-1 0,0 0 5 0,0 0 8 16,0 0 7-16,12 32 2 0,-14-16 5 16,2 0-6-16,0 1 0 0,-4 2 9 0,2 1-3 15,0-2-5-15,0-2-1 0,2 1 3 0,0 0-2 16,-2 1-3-16,2-7 4 0,2 4 5 0,-2-3-3 16,0 0-5-16,0-12 6 0,6 19-7 0,-2-12-6 15,-4-7 5-15,2 11-2 0,-2-11-7 0,4 7 5 16,-4-7-1-16,0 0-3 0,9 11 3 0,-9-11 1 15,12 1-5-15,-12-1-2 0,18-5 3 0,-8 0-3 16,6-4-2-16,-1 0 2 0,4-1-2 0,-3-3-2 16,0 0 5-16,6-4-11 0,-3 1-7 0,2-3-1 15,-2 0 0-15,-2-1-6 0,2 1 0 0,-2-1 7 16,-1 5-4-16,-1-7-1 0,1 2 2 0,-7 4-1 16,5 5 6-16,-5-5-2 0,-3 7 4 0,-2-1 10 15,4-1 3-15,-8 11-1 0,5-12 1 0,-5 12 0 16,0 0-1-16,8-12-1 0,-8 12-7 0,0 0 0 15,0 0 0-15,0 0-4 0,0 0 6 0,0 0-3 16,0 0 0-16,0 0 1 0,0 0 0 0,0 0-2 16,-18 42 0-16,15-31 7 0,3-11-2 15,-6 21-4-15,6-10 2 0,-2 1 6 0,2-1-6 16,0-11 2-16,2 18 0 0,0-9 0 0,0 0 0 16,3-1 0-16,-5-8 0 0,12 12-2 0,-6-6 0 15,-1-2 3-15,4 0 1 0,2 0 3 0,-11-4-2 16,16 3-2-16,-5-3 0 0,-11 0 1 0,22-4-3 15,-22 4 4-15,19-9-2 0,-9 4 4 0,2 0-4 16,-3-3 0-16,-3 0-1 0,4 0 0 0,-1-1 2 16,-5-3-4-16,5 2 1 0,0-4-5 0,-6 1 6 15,3 4-2-15,-1-1 2 0,-5 10 2 0,6-16 2 16,-6 16-1-16,4-7-2 0,-4 7-3 16,0 0-4-16,0 0-4 0,8-9-1 0,-8 9 6 15,0 0 3-15,0 0-5 0,0 0-1 0,0 0-1 16,0 0 2-16,0 0-1 0,-8 42 2 0,8-42-2 15,3 15 0-15,-3-15 4 0,5 14 0 0,-5-14-3 16,6 13 1-16,-1-5 7 0,3-2-2 0,-8-6-6 16,19 8 7-16,-13-4 7 0,-6-4-11 0,21 4-2 15,-8-3 8-15,-13-1 4 0,22-1-2 0,-22 1-5 16,21-9-1-16,-10 5 1 0,0-1 1 0,-1-2 1 16,-10 7-2-16,17-15 1 0,-13 6-5 0,-4 9 1 15,14-20-1-15,-12 10 0 0,-2 10-3 0,7-24 0 16,-3 15 2-16,-4 9-2 0,5-19 1 0,-5 19-2 15,0 0 1-15,2-15-3 0,-2 15 2 0,0 0-1 16,0 0 0-16,0 0-2 0,0 0 4 0,0 0 1 16,0 0-1-16,0 0 0 0,0 0-2 0,0 0 4 15,-15 39-4-15,15-39 2 0,-4 20 1 0,4-8 2 16,0-12 8-16,1 20-12 0,4-10-6 16,-5-10-20-16,6 19-22 0,-1-9-21 0,2-2-19 15,-2 1-34-15,6-2-33 0,-1 0-53 0,0-2-42 16,-1 0-185-16,-9-5-477 0,0 0 211 0</inkml:trace>
  <inkml:trace contextRef="#ctx0" brushRef="#br0" timeOffset="-202436.93">26220 17492 19 0,'0'0'69'0,"0"0"-48"0,0 0-40 0,0 0-19 0,52 21 9 16</inkml:trace>
  <inkml:trace contextRef="#ctx0" brushRef="#br0" timeOffset="-202012.68">26511 17689 10 0,'-9'-10'223'0,"9"10"-5"0,0 0-17 0,-8-7-18 16,8 7-22-16,0 0-11 0,0 0-23 15,0 0 2-15,0 0 1 0,0 0-7 0,0 0-13 16,25 23-9-16,-18-12-8 0,7 2-3 0,-5 2-8 15,2 0-8-15,0 2-3 0,0-2-2 0,-2-1-3 16,3 2 0-16,-4-1 2 0,1 0 4 0,1 0-4 16,-1-5-5-16,-1 0 17 0,-1 0-4 0,2 1-4 15,-4-3-8-15,3-2 2 0,-1 0-6 0,1-1-5 16,-8-5 7-16,10 7-7 0,-10-7 5 16,9 4 6-16,-9-4-11 0,12-2 0 0,-12 2 0 0,17-9-8 15,-17 9-9-15,14-16 1 0,-9 5-5 16,3-3-2-16,-1-1-7 0,1-2 1 0,-2 1-2 15,1-2 3-15,1-7-12 0,0 6 2 0,0 2-7 16,-1-6-12-16,-1 4-9 0,1 2-16 0,0-1-5 16,-2 3-17-16,1 5-18 0,-6 10-23 0,7-14-27 15,-7 14-30-15,4-10-14 0,-4 10-16 0,0 0-25 16,12-3-16-16,-12 3-24 0,0 0-162 0,17 14-437 16,-9-6 194-16</inkml:trace>
  <inkml:trace contextRef="#ctx0" brushRef="#br0" timeOffset="-201152.48">27153 17743 180 0,'0'0'177'0,"-20"-12"5"0,3 5 1 16,0 2-5-16,-3-1-3 0,-2 5-12 0,1-2-2 16,-2 3-7-16,3 2-18 0,-2 2-10 0,4 1-1 15,-2 1-10-15,2 1-8 0,0 3-11 0,4-1-8 16,4 0-6-16,0 0-10 0,3 1-5 0,1 0-8 15,4-1-5-15,0 1 0 0,2-10-7 0,0 19-7 16,4-10-2-16,2-2 1 0,3 1-9 0,3-3 0 16,-1 0-7-16,7-2 2 0,0-2-4 15,0 2-1-15,-5-5 2 0,5 1-6 0,-2-3-1 0,2-1 1 16,-1-4 1-16,-3 3-3 0,0-3-5 0,2-2-1 16,-3 0 2-16,-4 2 0 0,4-6 1 0,-6 1-5 15,2-1 2-15,-2-2-1 0,-2 1-9 0,-1-1 6 16,0 0 3-16,0 6 4 0,-4 11 2 0,3-18 2 15,-3 18-5-15,0 0 0 0,5-17-5 0,-5 17-2 16,0 0 0-16,0 0 2 0,0 0-5 0,0 0 5 16,0 0 0-16,0 0-2 0,0 0-5 15,7 48 3-15,-7-36 2 0,0-1-4 0,0-11 1 16,2 29 2-16,0-14-1 0,0-5 1 0,2 1 1 16,-3 0-4-16,5-1 1 0,-4-3 0 0,6 1 4 15,-2 1-10-15,1-4 12 0,3 1 3 0,0-3 2 16,1-1-3-16,1 1-1 0,1-3 3 0,-2 0 3 15,-11 0 0-15,23-4 3 0,-13 1 0 0,2-4 5 16,-1-1-13-16,3-4 3 0,-5 3 4 0,2-6-2 16,-1-2-4-16,-4-1 2 0,3-1-5 0,1-6 2 15,-2-2-13-15,-2-1 6 0,-3 1-5 0,-1-1 1 16,0-1 1-16,0 1-1 0,-4 2 5 16,2 0-5-16,0 7-1 0,0-2 9 0,-2 4 1 15,2 0 1-15,0 4-3 0,0 13-2 0,0-16 3 16,0 16 0-16,0 0-6 0,-2-15-4 0,2 15 1 15,0 0 1-15,0 0 2 0,0 0 2 0,0 0-1 16,-3 45 3-16,2-20 3 0,-2 0 15 0,-4 1 0 16,5 3-4-16,0-2 8 0,1 1-5 0,-3-2-1 15,4 2 1-15,0-3 6 0,-2-6-6 0,4-3 3 16,-2 1-4-16,5-2-2 0,-3-2-4 0,3 0 0 16,3 0 9-16,-3-3-5 0,4-1-9 15,3 1 6-15,2-3-3 0,5-1-4 0,-2-3 8 16,2 0-8-16,3-3-1 0,-4 0 6 0,5-2-3 15,-3-3-6-15,-2-2 0 0,4 1 6 0,3-7-7 16,-9 4 5-16,6-7-1 0,-9 4-7 0,4-8-5 16,-7 6 2-16,-3-4 2 0,3 1-8 0,-4 0 4 15,-3 3 1-15,-1 3-1 0,0 0 3 0,-2 11-8 16,-2-18 4-16,2 18-7 0,0 0 6 0,-10-13-1 16,10 13 7-16,-24 1-1 0,24-1-9 0,-31 12 12 15,10-3-2-15,6 5 5 0,-6 2-3 0,8-2 0 16,-1 0-2-16,6 1 6 0,-1 1 5 0,4-4-7 15,3 5-5-15,2-5-19 0,2 1-22 0,2-4-11 16,1 2-17-16,4 3-21 0,0-5-21 0,5 1-17 16,-1-1-26-16,-1-2-28 0,0-2-21 0,0 0-40 15,1-1-179-15,-2-1-461 0,-11-3 205 0</inkml:trace>
  <inkml:trace contextRef="#ctx0" brushRef="#br0" timeOffset="-200832.84">27861 17784 19 0,'6'-7'214'0,"-6"7"-13"0,0 0 3 16,0 0-9-16,0 0-12 0,0 0-20 16,0 0-8-16,9-7-6 0,-9 7-9 0,0 0-18 15,0 0-3-15,0 0-12 0,0 0-4 0,0 0-18 16,0 0 11-16,0 0 0 0,0 0 4 0,0 0 2 16,0 0 13-16,0 0-12 0,8-10-15 0,-8 10-11 15,0 0-1-15,1-12-6 0,-1 12-10 0,5-17-5 16,0 8-7-16,-5 9 2 0,8-20-8 15,-2 11-4-15,4-7-1 0,-3 1-5 0,2 2 1 0,-1 0-7 16,4-1 4-16,-1 3-7 0,3 2-3 0,-4 0-5 16,-1 3 3-16,-4-1-1 0,-5 7-3 15,12-9-5-15,-12 9-3 0,0 0 3 0,0 0 1 16,21 4-9-16,-21-4-1 0,8 15 6 0,-3 1 1 16,-5-3-18-16,0 3 15 0,-3 0-19 0,3 0-15 15,0 0-25-15,4 0-32 0,-5 0-24 0,1-4-46 16,0-12-47-16,1 21-74 0,-1-21-180 0,3 17-495 15,1-12 219-15</inkml:trace>
  <inkml:trace contextRef="#ctx0" brushRef="#br0" timeOffset="-200569.39">28399 17369 224 0,'2'-11'225'16,"-2"11"-21"-16,0 0 16 0,0 0-8 0,0 0 6 16,0 0-9-16,5 39 0 0,-6-21-14 0,-3 8-7 15,-2-1-12-15,1-1-12 0,-3 1-9 0,1 0-18 16,0 2-9-16,1-2-16 0,-3 0-8 16,-1-1-8-16,6-7-12 0,-3 1-8 0,1 0-15 15,-1-1-30-15,0-3-33 0,0 0-29 0,2-2-29 16,1-1-26-16,0-2-33 0,-2-1-38 0,6-8-46 15,-5 11-54-15,5-11-163 0,-8 7-453 0,8-7 202 16</inkml:trace>
  <inkml:trace contextRef="#ctx0" brushRef="#br0" timeOffset="-200417.4">28220 17558 51 0,'9'-13'170'0,"-9"13"-14"0,22-1-7 0,-6-1-28 0,13 0-8 16,3 3-36-16,4 0-36 0,3 2-29 16,23 1-64-16,1 4-88 0,26-1-152 0,-26-2 68 15</inkml:trace>
  <inkml:trace contextRef="#ctx0" brushRef="#br0" timeOffset="-200066.25">29339 17597 188 0,'0'0'206'0,"-15"-14"-9"0,7 8-7 16,-2 3-5-16,-1-2-11 0,-2 1-9 0,-1 3-6 16,-3-1-4-16,-3 2-7 0,2 3-10 0,0-1-9 15,-1 6-2-15,1 0-2 0,-1-1-10 0,3 6-3 16,2 1-10-16,0-1-6 0,4 0-8 0,2 2-4 16,2 1-1-16,3-3-9 0,2 2-19 0,3 0 7 15,5 1-7-15,2-1-1 0,6-1-9 0,0-2-9 16,7 3-6-16,5-2-24 0,-1-3-33 0,1-1-30 15,1 0-30-15,-3-2-38 0,-3-4-41 0,-4-1-46 16,1-2-240-16,-5 0-489 0,2-2 217 0</inkml:trace>
  <inkml:trace contextRef="#ctx0" brushRef="#br0" timeOffset="-199798.75">29534 17377 190 0,'2'-10'241'0,"-2"10"-16"0,0 0-24 0,0 0-19 15,0 0 4-15,0 0 9 0,0 0 1 0,0 0-3 16,0 0-12-16,9 41-3 0,-9-23-10 0,-2 7-7 16,-1-6-12-16,0 1-16 0,1-1-7 0,-1 7-11 15,1-5-5-15,-3-3-16 0,1 6-7 16,1-5-9-16,-2-1-7 0,1 0-28 0,-1-1-22 15,1 1-23-15,0-3-37 0,1-3-26 0,-1 4-28 16,1-6-29-16,0 1-35 0,3-11-34 0,-2 16-60 16,2-16-183-16,0 0-471 0,0 0 209 0</inkml:trace>
  <inkml:trace contextRef="#ctx0" brushRef="#br0" timeOffset="-199536.07">29784 17444 1 0,'0'0'218'0,"0"0"-13"0,0 0-16 16,0 0-7-16,-40 4-9 0,21 0-18 15,1 4-14-15,-3 0-14 0,2 1-15 0,1 1-9 16,-7 4-14-16,8-6-9 0,2-1-3 0,5 2-5 16,0-4-9-16,1 2-8 0,9-7-9 0,-12 8-5 15,12-8 1-15,-8 9-6 0,8-9-4 0,0 0-2 16,2 16-1-16,-2-16-2 0,0 0-2 0,17 14-7 15,-7-8 1-15,1 3 1 0,1-3-5 0,0 0-2 16,7 2-3-16,5 1-16 0,-6-3-25 0,9 1-25 16,-2 1-41-16,2-3-48 0,-5-1-50 0,-3-2-125 15,3 0-346-15,-1-3 154 0</inkml:trace>
  <inkml:trace contextRef="#ctx0" brushRef="#br0" timeOffset="-199266.22">30079 17372 6 0,'3'-17'258'0,"-3"17"-15"0,4-12-18 15,-4 12-25-15,0 0-26 0,0 0-3 0,0 0 7 16,0 0 2-16,0 0 6 0,0 0 0 0,-4 51-6 16,-1-28-6-16,-3 1-7 0,3 5-9 0,-3-4-9 15,3-5-17-15,-4-2-8 0,3 7-6 16,-1 1-13-16,2-7-10 0,1 0-10 0,-1 0-5 15,4-3 0-15,-3 1-26 0,3-2 5 0,5-2-14 16,0-2-25-16,-1 0-27 0,3-1-24 0,0 0-33 16,3-2-30-16,-1 0-40 0,-8-8-23 0,15 8-28 15,-15-8-56-15,15 2-43 0,-15-2-156 0,0 0-476 16,0 0 211-16</inkml:trace>
  <inkml:trace contextRef="#ctx0" brushRef="#br0" timeOffset="-199135.6">30102 17519 16 0,'0'0'175'0,"7"-13"-23"0,-7 13-8 16,24-2-15-16,-4 4-14 0,2-2-4 15,6 3-16-15,4 3-19 0,-4-2-32 0,2-1-43 16,-1 4-72-16,-2 2-94 0,-5-6-178 0,-2 1 78 16</inkml:trace>
  <inkml:trace contextRef="#ctx0" brushRef="#br0" timeOffset="-198145.06">25018 18248 2 0,'-54'0'116'0,"54"0"-26"16,0 0 17-16,-49-4 5 0,49 4 0 15,0 0-5-15,-41-2-4 0,41 2-3 0,0 0-3 16,0 0-2-16,-38-3-12 0,38 3 3 0,0 0-6 16,0 0-6-16,0 0-8 0,0 0 2 0,0 0-9 15,0 0 8-15,0 0 6 0,0 0 7 0,0 0 4 16,0 0-9-16,0 0-3 0,0 0-2 0,0 0-6 15,0 0-2-15,109 35-7 0,-57-30-6 0,3 0 0 16,1 0-5-16,7 0-6 0,-1-2-2 0,2-3-3 16,26 4-4-16,-25 1-1 0,1-3-2 0,29 5 1 15,-33-6-2-15,28 3 1 0,2-5 3 0,-27 4-2 16,0 1-4-16,27-4-1 0,-26 3 6 0,26-1-2 16,-3 0-1-16,1 3 3 0,-24-4 6 0,26-2-3 15,0-2 3-15,-29 5 2 0,31-1-4 16,-2 4 5-16,-27-5-2 0,29 2 2 0,-27 2 0 15,30-2-6-15,3-1-2 0,-7-2 3 0,-3 7-1 16,-2-3-12-16,-20-3 5 0,28 2 6 0,-6-1-4 16,-23-1 0-16,27-2-1 0,-2 1 0 0,0 4-6 15,-25-3 2-15,30-2 4 0,-4 3-3 0,-1-2-6 16,-28 0 4-16,31 6-2 0,-29-2 0 16,26-1 1-16,-27-2-2 0,27 0 5 0,-29 4-9 0,2-1 3 15,2-1-3-15,25 0 3 0,-35 0-4 16,4 2 1-16,3-1-4 0,-2 5-5 0,-5-8 4 0,1 4 0 15,2 0-2-15,-4-1 3 0,-4-3-1 16,1 2-5-16,-3 3 6 0,1-2 0 0,-14-2 2 0,-3 0 1 16,-34-1-1-16,69 2-3 0,-38-3 2 0,-31 1 4 15,59 3 3-15,-34-3 0 0,-25 0 1 16,41 1 1-16,-41-1 1 0,39 0-2 0,-39 0-3 16,0 0 6-16,49 4-2 0,-49-4-2 0,0 0-7 15,41 1 11-15,-41-1 0 0,0 0 0 0,0 0 6 16,36 2-5-16,-36-2 3 0,0 0 1 0,0 0-9 15,0 0-5-15,0 0 5 0,0 0-4 0,0 0 8 16,0 0-13-16,0 0-1 0,0 0 4 0,37 0-10 16,-37 0-22-16,0 0-2 0,0 0-27 0,0 0-27 15,0 0-37-15,0 0-47 0,0 0-55 0,0 0-63 16,0 0-296-16,0 0-622 0,0 0 275 16</inkml:trace>
  <inkml:trace contextRef="#ctx0" brushRef="#br0" timeOffset="-192082.55">25183 8433 186 0,'0'0'207'0,"0"0"-1"16,0 0-9-16,0 0-8 0,0 0-9 0,0 0-6 0,0 0-13 15,0 0-11-15,0 0-12 0,0 0-8 0,0 0-10 16,0 0-4-16,0 0-7 0,0 0-2 16,0 0-11-16,0 0-4 0,0-19-13 0,0 19-6 0,0 0-7 15,0 0-4-15,0 0-3 0,2-11-1 0,-2 11-6 16,0 0-6-16,0 0 0 0,0 0-9 0,0 0 0 16,0 0-6-16,2-8 3 0,-2 8-10 15,0 0-4-15,0 0-10 0,0 0-17 0,0 0-22 0,0 0-25 16,0 0-21-16,0 0-32 0,0 0-43 0,0 0-53 15,0 0-242-15,0 0-482 0,0 0 214 0</inkml:trace>
  <inkml:trace contextRef="#ctx0" brushRef="#br0" timeOffset="-191717.65">25483 7982 165 0,'-8'-5'221'0,"2"-1"-2"15,1 2-9-15,-3 1-15 0,2-1-12 0,6 4-16 16,-9-6-17-16,9 6-13 0,-4-5-16 0,4 5-10 16,0 0-11-16,0 0-10 0,19-4-10 0,-3 2-6 15,14 1-11-15,2 1-3 0,3 0-6 0,1 0-8 0,3-1-5 16,-1 1-3-16,-5 2-10 0,3-3-9 0,-7 0-18 16,3 2-20-16,-11-2-17 0,1-1-33 15,-5 2-32-15,-3-1-30 0,-2-1-28 0,0 1-32 16,-4 1-121-16,-8 0-337 0,7-4 150 0</inkml:trace>
  <inkml:trace contextRef="#ctx0" brushRef="#br0" timeOffset="-191485.07">25702 7931 96 0,'0'0'190'0,"0"0"-2"0,0 0-12 0,-10 2-10 0,10-2-17 16,0 0-11-16,0 0-13 0,-4 8 2 15,2-2 4-15,0 2 2 0,-4 8-4 0,1 0-5 0,-4 3-9 16,4 4-2-16,-1-5-8 0,-1 2-8 0,2-4-9 16,-2 4-6-16,-1 3-9 0,3-4 4 0,-1-3-13 15,1 4-8-15,-2-4 0 0,2 0-11 0,3 0-5 16,-4 1-18-16,2-4-25 0,1 3-27 0,-1 0-27 16,-2-4-35-16,4-2-50 0,0-1-58 0,0 2-198 15,2-3-429-15,0-8 191 0</inkml:trace>
  <inkml:trace contextRef="#ctx0" brushRef="#br0" timeOffset="-190523.25">25799 8054 161 0,'4'-6'238'16,"-1"0"-13"-16,-3 6-19 0,4-4-20 0,-4 4-22 15,0 0-15-15,0 0-10 0,0 0 6 0,0 0 4 16,6 16-17-16,-8-5-11 0,0 1-8 0,-1 2-7 16,-1 2-5-16,0 2-11 0,0-4-9 0,-1 2-9 15,2-3-5-15,1-2-9 0,-2 1-2 0,1 0-4 16,-1-1-7-16,2 0-3 0,-2-1-3 0,2 2-6 16,1-5-2-16,-1 0-4 0,0 0 0 0,2-7-5 15,-6 10 1-15,6-10-5 0,-1 6 0 0,1-6-1 16,0 0 0-16,-2 7-1 0,2-7-1 0,0 0-4 15,0 0 2-15,0 0-3 0,0 0-1 0,0 0-1 16,0 0-6-16,0 0-1 0,0 0-1 0,28-13 0 16,-19 8-1-16,3-1-3 0,1 2 3 0,-1-2-3 15,1 2 2-15,1 2-9 0,-3 0 9 0,0 2-4 0,1 1 0 16,1 0 2-16,-3 2 2 0,1 0 1 16,1 3-1-16,-3-4-2 0,1 4 3 0,-4-3 1 15,1 4 5-15,2-2-7 0,0-1 5 0,0-1-4 16,0 1 5-16,2-2-1 0,-2 0 10 0,4 0-7 0,-1-1-3 15,1-1-1-15,-1-1 6 0,1-1 3 0,-2 1-2 0,3-3-1 16,-3 1 4-16,1-2 2 0,-2 3 3 0,1-6-3 16,-1 4 0-16,-1-3-2 0,-3-1 2 0,1 0 1 0,0 1 4 0,-2-2-3 15,-1-1-1-15,0 0-1 0,1 0-2 0,1-2-1 16,-4 2 2-16,1 1-3 0,2 2-2 0,-3-1 2 16,-2 8 3-16,2-11-12 0,-2 11 2 0,3-5-4 15,-3 5 11-15,0 0-14 0,0 0 1 0,0 0 1 0,0 0 1 16,0 0-1-16,-7 31 0 0,5-22-4 0,-3 1 6 15,4 2 0 1,-1-2-1-16,2 1 0 0,2-2 2 0,-2 2 1 16,6-2 3-16,-4-1-2 0,0 2 5 0,3-5 2 15,3 3 5-15,-1-3 1 0,4 0 3 0,-2-1 0 16,2-1-3-16,-1-3-1 0,1 0 2 0,0 0 3 16,2 0-4-16,-4-3-1 0,0 0 4 0,1-1 1 15,0-1 8-15,-1 0-16 0,1-1-2 0,-2-1 3 16,-3-4-3-16,2 3-2 0,0-1 1 0,-1-1-2 0,-1 0-1 0,-3-2-5 15,2 1 2-15,-1 0-3 0,1 1 2 0,-2 5 1 16,0-4-7-16,-2 9 3 0,3-9-8 0,-3 9 1 16,0 0 1-16,3-6-1 0,-3 6 1 0,0 0-2 15,0 0 4-15,0 0 5 0,-14 22-6 0,11-12 2 16,-1-1-1-16,2 0 7 0,0-2-9 0,0 1 4 16,1 0 1-16,1-8 2 15,1 13-1-15,1-7 1 0,0 0 5 0,4-2 1 16,1 2-3-16,2-4-2 0,2 2 6 0,0-4-1 15,5 0-6-15,0 0 0 0,2-4 7 0,1 0-2 16,-2-2-5-16,-3 1 3 0,1-3 1 0,3 1-4 16,-5-2-3-16,-2 1 4 0,1 1 2 0,-1-6 14 0,1 3-17 15,-6 2-2-15,3-5 2 0,-4 6-1 16,-1-2 4-16,3 2-11 0,-2 2 6 0,-3 0-3 0,-2 5-3 0,6-8 0 16,-6 8 2-16,0 0-3 0,0 0 1 0,0 0 1 15,0 0 1-15,0 0-3 0,-2 25 12 0,-4-16 3 16,1 0-10-16,-2 4-1 0,3-4 7 0,-1 1-6 15,-1 2 0-15,1 0 1 0,-2-2 2 0,2 0-2 16,-1 2-9-16,1-2-34 0,1 0-18 0,0 1-18 0,0-2-18 16,-2 0-18-16,4 0-32 0,-2-2-26 0,2 0-28 0,2-7-34 31,-1 12-191-31,1-12-464 0,0 10 206 0</inkml:trace>
  <inkml:trace contextRef="#ctx0" brushRef="#br0" timeOffset="-190356.26">26798 8306 191 0,'6'0'218'0,"-6"0"-5"0,8-3-13 0,-8 3-13 0,6-3-13 16,-6 3-10-16,7-3-18 0,-7 3-15 0,0 0-11 15,0 0-6-15,0 0-10 0,0 0-8 0,6 9-9 16,-6-9-6-16,2 9-7 0,-2-9-7 0,0 0-10 16,-6 13-26-16,6-13-28 0,-4 10-34 0,1-4-37 15,3-6-53-15,-6 7-48 0,2 0-177 0,4-7-373 16,0 0 166-16</inkml:trace>
  <inkml:trace contextRef="#ctx0" brushRef="#br0" timeOffset="-190082.27">27250 8082 122 0,'6'-18'255'0,"-2"6"-2"0,-1 2 2 0,1 0 0 15,-2 3-12-15,2 2-19 0,-4 5-25 0,4-9-13 16,-4 9-28-16,0 0-19 0,0 0-9 0,0 0-10 16,0 24-2-16,0-5 13 0,-3 0-19 0,-2 4-8 15,1 3-6-15,0-1-6 0,1 1-9 0,-1-7-4 16,0 1-9-16,2-3-7 0,-1 2-8 0,-1-2 12 0,4 1-25 0,-3-1-27 16,1 0-20-16,2-5-29 0,-1 1-27 0,1 0-33 15,-2-3-32 1,0 0-37-16,2-2-38 0,0-8-30 0,-2 10-31 15,2-10-154-15,0 0-450 0,-7 10 200 0</inkml:trace>
  <inkml:trace contextRef="#ctx0" brushRef="#br0" timeOffset="-189517.3">27227 8248 168 0,'9'-10'176'0,"0"1"-8"0,2 2-16 0,2-5-11 0,5 3-8 15,1-1-6-15,-2 1-6 0,0 1-5 16,0-2-2-16,4 3-11 0,-3-2-6 0,-1 3-2 15,1-1-8-15,0-3 2 0,-4 2 0 0,3 1-4 16,-7 0-2-16,1-1-3 0,0 0 4 0,-2 2-5 0,-2-1 0 16,0 1-4-16,-1 2-3 0,-1 0 4 15,0 0-17-15,-5 4-6 0,8-6-5 0,-8 6 0 16,3-5-17-16,-3 5-11 0,0 0 3 0,0 0 0 16,0 0-2-16,0 26-4 0,-2-10-1 0,-3 0-1 0,-1 1 0 15,2 1-5-15,-2-1 3 0,1 2-2 16,-1-1-2-16,0 0 0 0,0 1-3 0,2-2 4 15,1 0 0-15,1-6-1 0,-2 1-3 0,0-1 10 16,1-2-14-16,1 1-7 0,1-3-6 0,-2-2 2 0,3-5 0 16,-5 7 3-16,5-7-4 0,0 0 3 15,-2 9 3-15,2-9-7 0,0 0 1 0,0 0 9 16,0 0-7-16,27-9 0 0,-13 3 1 0,1 0 5 16,6 3 6-16,-4-2 1 0,5 3 2 0,-3-1-3 0,-1 2 2 15,0 1 4-15,-3 0-5 0,5 0 2 0,-8 1 6 16,3 2-2-16,-2 0-3 0,1 0 2 15,2 0-3-15,-2 0 0 0,4 0 3 0,-5-2-2 0,3 3-1 16,-2-2 2-16,3-2-1 0,-3 0 3 0,-1-2-3 16,-1-2 1-16,-1 2 0 0,0-3 1 0,2-1-4 15,-3 1 16-15,-2 0-16 0,2-5-2 0,-3 1 2 16,-1 0 1-16,0-2-6 0,-2 0 8 16,-3 2-1-16,4-3-1 0,-2 2 9 0,-3 0-11 0,-3 0 1 15,3 10 1-15,-5-14 13 0,3 10-14 0,-5-1 4 16,7 5 7-16,-13-3-5 0,1 6 7 0,-1 0 1 15,2 0-3-15,-1 4-6 0,0 1 3 0,-3 1-2 16,3 3 13-16,5-4-18 0,0 2-15 0,4 2-19 16,3-1-17-16,6 6-28 0,0-3-44 0,3-1-53 15,3-2-56-15,5 2-59 0,3-4-155 0,-4 0-474 16,9 4 210-16</inkml:trace>
  <inkml:trace contextRef="#ctx0" brushRef="#br0" timeOffset="-186700.75">27688 8461 45 0,'0'0'73'0,"-7"-4"-12"16,7 4-4-16,-6-6-6 0,6 6 0 0,-8-5-12 16,8 5 2-16,-6-6-10 0,6 6-3 0,0 0 1 15,-7-4-11-15,7 4-4 0,0 0-9 0,0 0-5 16,-6-4-9-16,6 4-16 0,0 0 0 0,0 0-11 15,0 0-4-15,0 0-28 0,0 0-74 0,0 0 32 16</inkml:trace>
  <inkml:trace contextRef="#ctx0" brushRef="#br0" timeOffset="-185317.79">28433 8492 126 0,'0'0'169'0,"0"0"6"0,0 0 2 16,0 0 1-16,0 0 6 0,0 0 6 0,0 0-11 16,0 0-7-16,0 0-16 0,0 0-12 0,4-24-16 15,2 14-6-15,3-5-18 0,-1 4-4 0,0 2-5 16,4-5-7-16,0-3-8 0,2 3-9 0,-1-3-9 16,9-3 3-16,-4 1-15 0,4 0-8 0,-1-1-1 15,-1 1-3-15,0 1 2 0,0-3-7 0,-3-1-7 16,0 2-3-16,-1-2-3 0,-2 0-1 0,0 1-1 15,-4 4-2-15,-3-1-3 0,3 0 5 0,-2 0-8 16,1 2 4-16,-2-1-5 0,-2 5-3 0,0 1 2 16,-2 1 7-16,0 3-10 0,3 1 1 0,-4 1-3 15,-2 5 0-15,3-9-3 0,-3 9-3 0,4-6-3 0,-4 6-4 16,0 0-5-16,0 0 2 0,0 0 0 0,0 0 2 16,0 0-3-16,-4 25 4 0,-1-9 2 0,-1-1 3 15,3 3-1-15,-1-1 2 0,1 2-1 0,0 0-1 16,-1 1-1-16,1 6 7 0,3-8-5 0,0-1 1 15,3 1 0-15,-5-2 2 0,4 1-2 0,-1-2 0 16,2-4-4-16,0 5 5 0,4-2-8 0,-3-2-6 16,7 2 0-16,-3-4-8 0,0 2-2 0,2-3 1 15,-1-4-8-15,-2 1 6 0,2-1-3 0,1-1-3 16,-3-1 5-16,5-1-1 0,-1-2-1 0,-3 0-1 16,2-3 1-16,1-3 4 0,-2 1-1 0,-2-5 1 15,2 2 0-15,3-4 7 0,-4-4-6 0,-3 4 7 16,0-4 0-16,2 3 5 0,-6-4-3 0,0 0 2 15,-1 1 7-15,0 7 4 0,-1-2 2 0,1 2 7 16,0 9-1-16,0-13-2 0,0 13-2 0,0-9 1 16,0 9-2-16,0 0-1 0,0 0 0 0,0 0 4 15,0 0 0-15,-15 16 1 0,10-7-5 0,2 0 3 16,-1 2-1-16,1 0-1 0,3-2-1 0,0 3-2 16,2-2 4-16,-1 0-3 0,0-1 3 0,5-1 2 15,-1 3-1-15,0-4 1 0,4 0 2 0,-2-3-7 16,2 1 5-16,4 1 4 0,-3-4-7 0,2 0-3 15,0-1-1-15,1-2 1 0,1-1-6 0,2-3 2 16,-2 0-3-16,-5 0 2 0,1 0 2 0,-2-3 1 16,1-1 1-16,-4 0-6 0,-1 0-2 0,-2-4 3 15,1-2 4-15,-5 2 0 0,-1-2-1 0,-4-2 3 16,2 2-4-16,-5-1 0 0,1 3 0 0,2 2-1 16,0 3-3-16,-3 2 2 0,2 1-4 0,0 2-7 15,2 2 2-15,6 1-12 0,-18 2-3 0,9 2-14 0,0 1-17 16,1 2-22-16,5-2-27 0,0 1-12 15,3-6-19-15,0 14-113 0,0-14-279 0,5 13 123 16</inkml:trace>
  <inkml:trace contextRef="#ctx0" brushRef="#br0" timeOffset="-184964.67">29282 8110 159 0,'-12'3'150'0,"0"0"-3"15,-3 5-11-15,4 0 2 0,-4 1-12 0,2 2-11 16,4-2-8-16,0 1-2 0,-2 2-9 0,4 1-12 16,2-2-9-16,1 1-1 0,3 0-7 0,0-1-9 15,2 1-6-15,0-3-3 0,3 2-1 0,0-2-10 16,4-1-4-16,2-2-1 0,-1 0-4 0,2-5-9 16,3 1-4-16,3-2-1 0,-3 0 1 0,-3-3-8 15,2 3 1-15,0-7-3 0,-1 1 0 0,-1-1 2 16,-3-2-6-16,1 0 4 0,-4 0-2 0,2-1-1 15,-2-3-2-15,1 2 6 0,-3-1 0 0,1 2 2 16,0 0 12-16,-3 3-6 0,1 1 6 0,-2 6 2 16,3-9-14-16,-3 9 0 0,3-7-3 0,-3 7-3 15,0 0 3-15,0 0 0 0,0 0-1 0,0 0 1 16,0 0-7-16,0 29 6 0,1-22-1 0,0 5-1 16,1-2-11-16,2 0-15 0,0 0-13 0,3 1-9 15,5-3-20-15,2 4-26 0,4-4-19 0,10 0-24 16,-4-2-14-16,4-2-110 0,4-1-279 0,0-2 124 15</inkml:trace>
  <inkml:trace contextRef="#ctx0" brushRef="#br0" timeOffset="-184567.83">29875 8207 63 0,'4'-11'95'0,"-3"2"16"0,-1-2-11 0,-1-1 32 16,-2 2-14-16,-2-1-5 0,0 3 4 16,-2-1-9-16,-1 2-7 0,-1 3-2 0,1-1-9 15,-2 4 0-15,-1-1-13 0,0 5 4 0,-4 3 5 0,-1 1 0 16,-3 3-10-16,4-1 0 0,-3 3 0 15,1-3-3-15,3 4-11 0,1-2-5 0,5-2-9 16,0 2-3-16,3-1-3 0,0-1-5 0,2 0-1 16,4-2-6-16,2 2-2 0,-1-3 0 0,6 1-2 15,2 0 0-15,3-3-7 0,0-1 2 0,1 0-4 16,5-2-2-16,-1-1-4 0,-1-1 0 0,1-3 6 16,-2-3-6-16,-1 0 0 0,2-2-4 0,-2 1-2 15,-1-5 3-15,-1 0-1 0,-2-2 1 0,-1 0-2 16,0-1 0-16,-2-3-3 0,-2 0 19 0,0 1 6 0,2-5-3 15,-3-5-2-15,2 3 2 0,-5 1 5 0,2-2 2 16,0 7 5-16,-2 1 2 0,1 0-3 16,-1 6 5-16,0 1 0 0,-2 0-1 0,0 11-11 0,0-10-4 15,0 10-6-15,2-7-3 0,-2 7 5 0,0 0-6 16,5 22-4-16,-3-3 1 0,2 5-3 0,-2 3 0 16,1 1 3-16,0 1-1 0,0 3-3 0,-1-4 0 15,1 1-1-15,1-1-10 0,-3-2-7 16,-1 1-21-16,3-1-30 0,1-1-25 0,-3 2-38 0,-2-7-49 15,1 0-50-15,-2-1-200 0,2 2-458 0,-2-5 203 16</inkml:trace>
  <inkml:trace contextRef="#ctx0" brushRef="#br0" timeOffset="-183466.82">3380 9039 154 0,'-9'-4'214'0,"9"4"-3"0,-5-7-17 0,2 1-9 0,3 6-14 16,2-11-17-16,-2 11-12 0,5-14-10 0,2 5-9 15,3-2-4-15,1-2 1 0,3-1-11 0,-3 0-9 16,5 0-7-16,2-7-9 0,1 3-11 0,-3 0-5 16,2-1-4-16,-5 2-9 0,4-2-5 15,-6 4-4-15,-1-2 0 0,-1 2-10 0,-2-1-1 0,0 1-6 16,-2 4-3-16,-1 1 4 0,1 0-1 0,-1 2-1 15,-1 2-1-15,-1 1-5 0,-2 5-2 0,3-7-4 16,-3 7-3-16,0 0 1 0,0 0 6 0,0 0 11 16,-14 32 6-16,4-7 2 0,-1 1 0 0,1 2-2 15,1-2-1-15,2 1-1 0,0-3-2 0,3-1-4 16,4-3-4-16,0-1-4 0,3-2 2 0,3 2-16 16,3-3-27-16,3-1-29 0,-2-1-29 0,5-1-35 15,1-1-43-15,1-5-48 0,3 0-54 0,-1-1-170 16,2-5-464-16,-2-1 206 0</inkml:trace>
  <inkml:trace contextRef="#ctx0" brushRef="#br0" timeOffset="-183286.05">3647 8513 106 0,'-4'-10'202'0,"2"4"-23"0,-1 2-34 15,3 4-33-15,0 0-16 0,0 0-15 0,0 0-15 16,0 0-27-16,18 11-29 0,-4 3-34 0,5 6-24 16,0 5-35-16,2 2-65 0,-1 3-158 0,-1 1 70 15</inkml:trace>
  <inkml:trace contextRef="#ctx0" brushRef="#br0" timeOffset="-182850.38">3872 9009 79 0,'-5'4'188'0,"5"-4"3"15,-16 3-3-15,9-2-1 0,-2-1-1 0,9 0-6 16,-16-1-8-16,16 1-8 0,-11-6 4 0,3 2-18 16,3-1-10-16,3-2-12 0,2 7-2 0,-4-16-8 15,4 5-10-15,2 0-1 0,5-6-13 0,2 0-7 16,5-5-5-16,-3 6-9 0,3 0-4 0,0 2-6 16,0 1-7-16,1 1-5 0,2 5-11 0,-1-1-6 15,-2 6-2-15,2 0-4 0,-2 5-1 0,3 1-6 16,0 1-3-16,-7 2 0 0,3 1-7 0,-2 3 0 15,-2-1 2-15,-1 1-4 0,-2 1 5 0,-2-1-8 16,-3 0 7-16,3 0-7 0,-5 0 3 0,1 0-3 16,-1-5 1-16,1-6 0 0,-2 13 4 0,0-8-2 15,2-5 4-15,-4 8 2 0,4-8-6 0,-5 3-1 16,5-3-1-16,0 0 3 0,0 0-2 0,0 0-4 16,0 0 4-16,-9-16 0 0,9 16-11 0,1-14 3 15,3 4-1-15,2-1 2 0,3-3-6 0,2-3-1 16,1 1-1-16,2 3 0 0,2 0-4 0,0-1 0 15,1 3 7-15,-2 1-4 0,2 1 0 0,-4 3-3 16,1 4 2-16,0 0-2 0,-1 4 3 0,4 3-4 16,0 1 1-16,-7 0 1 0,1 0 6 0,-1 2-5 15,0 5 0-15,-1 2 2 0,1-2-2 0,-5 4 4 16,0-2 4-16,-1 1-4 0,-3 0-12 0,-1 0-17 16,-2 0-18-16,-1 1-25 0,1-5-40 0,-3 2-47 15,2-3-62-15,-2 1-228 0,1-3-490 0,4-9 217 16</inkml:trace>
  <inkml:trace contextRef="#ctx0" brushRef="#br0" timeOffset="-182602.91">4493 8642 56 0,'1'-9'264'0,"-1"3"-20"0,0 6-28 16,2-13-21-16,-2 13-23 0,0 0-15 0,0 0-6 15,0 0 19-15,0 0-5 0,7 46-7 0,-5-16-5 0,0 3-7 16,-1 2-8-16,-4 12-11 0,1-11-12 0,-4 0-11 16,3-3-11-16,-1 2-6 0,2-3-11 0,-2 1-4 15,-1-2-3-15,1 0-10 0,-4 3-6 16,5-1-9-16,-1-7-24 0,-1 0-28 0,-2 0-26 0,3-7-26 16,2-3-13-16,-5 1-47 0,4-5-47 15,0-1-50-15,0-2-42 0,-2-3-136 0,-1-2-427 16,1-1 189-16</inkml:trace>
  <inkml:trace contextRef="#ctx0" brushRef="#br0" timeOffset="-182135.98">4557 8803 45 0,'19'-10'197'0,"-4"4"-11"0,3 1-12 0,-1 4-9 15,1 1-3-15,-5 1-4 0,-1 4-17 16,-1 1-13-16,-2 4-7 0,-2 0-10 0,1 3-12 0,-4 0-7 15,-1 3-7-15,-3 3-7 0,-5 0-11 16,-2-2-4-16,-6 6-8 0,-4-2-4 0,1-7-5 0,2-1-6 16,-3-1-3-16,0-4-2 0,2 1-5 15,5-3-3-15,-3-3 1 0,4 0-3 0,1-1-4 0,2 0 1 16,6-2-3-16,-11-2 2 0,11 2-8 0,-9 0-1 16,9 0-1-16,0 0-5 0,0 0-1 0,0 0 0 15,0 0-2-15,0 0-1 0,0 0 3 16,30-6-4-16,-13 6 2 0,-3 1-1 0,-1 1-1 15,5 0 5-15,0 1-4 0,2-3 1 0,8 0 0 0,-6 0 2 16,6-2-2-16,0-1 1 0,-1-1-4 0,0 0 6 16,2 0-1-16,1-2-2 0,-2-1 0 0,-8 1 2 15,-3-1-2-15,-1 1 8 0,0-4 8 16,0 1 5-16,-5 1 9 0,-4 0 14 0,1-1 2 0,-3-2-1 16,-1 2 7-16,-2-1 6 0,1-1-1 0,-3 1 1 15,-1-1 2-15,-2 3 0 0,3 8-3 0,-4-13-3 16,-1 9-9-16,0 0-2 0,5 4-6 0,-15 0-10 15,4 5-1-15,-5 2 3 0,2 2-8 16,-3 3 1-16,3 2-5 0,3 0-4 0,0-1-18 0,5-1-21 16,2 1-21-16,-1 1-25 0,4-1-25 0,1-1-22 15,2-2-35-15,2 3-34 0,5-3-21 0,8 0-26 16,-1 0-193-16,3-4-461 0,-1-2 205 0</inkml:trace>
  <inkml:trace contextRef="#ctx0" brushRef="#br0" timeOffset="-181383.08">5262 8974 106 0,'4'-11'168'0,"-3"-1"-6"16,-1 0 22-16,0-1 5 0,-1-3 1 0,-1 6 9 16,-1-1-9-16,-1 1-12 0,-1 0-8 0,0 4-9 15,1 1-12-15,4 5-17 0,-9-7-13 0,4 6-9 16,5 1-10-16,-19 8-6 0,7 2-4 0,-2 3-7 16,-4 3-8-16,1 3-5 0,2-3-6 0,4-1-7 15,-2 1 0-15,3 1-11 0,2-1-5 0,5-5-1 16,-1 5-4-16,2 0-4 0,1-5-6 0,2-1-9 15,2 1-4-15,2-5-3 0,3 3-9 0,1-5-9 16,1-1-5-16,3-1-13 0,1-2-3 0,4-2-2 16,0-1-1-16,1-4 0 0,-4-2 3 15,3-1 3-15,-1 0 4 0,-1-3 1 0,-3 0 2 16,1-1 3-16,-4-3 2 0,5-5-1 0,-8 5 4 0,2-8 5 16,-1-2 7-16,-1 4 1 0,-2-5 2 0,-2 1 4 15,1-1 8-15,1 1 5 0,-3-4-2 0,2 5 8 16,-4 0 2-16,3 7 11 0,-2 3 2 0,0 0 7 15,1 8 3-15,-1 0-8 0,0 3-9 0,-1 5-6 16,0 0-5-16,1-9-7 0,-1 9 2 0,0 0-7 16,0 0 0-16,-3 47 0 0,0-18-2 0,-7 3 2 15,2 2 0-15,-1-1 0 0,0 1-3 0,3-1 5 16,1 0-3-16,-2-2-3 0,3-2-3 0,-2-2-9 16,9-1-18-16,-2-7-9 0,3-3-12 0,2 1-12 15,2-3-13-15,2 0-10 0,-2-5-12 0,2-2-4 16,7 0-11-16,-2-2-4 0,0-5 3 0,3 0-8 15,1-5 6-15,-1 0 10 0,1 0 17 0,-1-2 0 16,2 0 14-16,0-1 0 0,3-8 9 0,0 2 11 0,-5 2 13 16,2-5 16-16,-6 2 12 0,0 1 12 0,-2-2 14 15,-2 1 16-15,-1 1 7 0,-5 1 5 16,-2 2 11-16,1 0 5 0,-3 0 13 0,0 5 5 16,0 6 1-16,-4-14-4 0,0 10-7 0,4 4-2 15,-11-2 5-15,11 2 3 0,-18 6 1 0,4 4 4 16,0 2-14-16,-3 3 4 0,1 2-6 0,2-1 1 15,1-3-7-15,-1 3 3 0,5-3-13 0,2-1-1 16,3-1-8-16,1 0-5 0,-1 0-3 0,4-2-1 16,2 1-2-16,0-3-2 0,1-1-2 0,3 0-6 0,-1-2-4 15,1-1-9-15,6-3 3 0,-3 0-14 16,1 0-2-16,1-4-1 0,2-2 1 0,-1 2-2 16,3-4 2-16,-5 2-2 0,0 1 4 0,-1-1 0 15,0-4 2-15,-2-1-1 0,-1 0-6 0,2 1 3 16,-3 0 2-16,-1-1-4 0,1 3 3 0,-1-1-6 0,1 3 7 15,-3 1-3-15,-2 5-7 0,5-8 1 0,-5 8-2 16,0 0 5-16,0 0-1 0,0 0 5 16,8 12-3-16,-8-12 4 0,-4 16-2 0,2-3 3 15,-1-2-2-15,0 0-20 0,1 0-32 0,-3 1-38 16,2 0-40-16,1-2-55 0,2 1-55 0,0-11-35 0,0 20-165 16,1-13-483-16,-1-7 214 0</inkml:trace>
  <inkml:trace contextRef="#ctx0" brushRef="#br0" timeOffset="-181012.72">5926 8949 106 0,'3'-5'253'0,"-3"5"-10"16,5-5-27-16,-5 5-19 0,0 0-2 16,0 0-5-16,0 0-5 0,0 0-9 0,3 21-13 0,-4-12-14 15,-2 0-13-15,2 3-9 0,-4-2-11 0,5 1-11 16,-4-1-10-16,-1 1-8 0,2-1-8 0,2-2-6 15,0-3-4-15,1-5-4 0,-3 12-13 16,1-8-1-16,2-4 4 0,-4 8-3 0,4-8 10 16,0 0 11-16,0 0-13 0,0 0-8 0,0 0 7 0,0 0-9 15,0 0-2-15,0 0-2 0,0-29-4 0,2 18-4 16,7-2-2-16,-2-3 3 0,2 0-7 0,1 0-5 16,4-4-7-16,3-2 3 0,-1 1-7 15,5 3 1-15,-5 6-5 0,0 1-10 0,0 4 7 16,-6 0-4-16,3 2-4 0,-1 3 1 0,-1 0 10 0,1 5-10 15,-2 1-6-15,0 1-2 0,-3 3 8 0,1 2-3 16,1 3-1-16,-3-1 5 0,0 4-3 0,-1-1-14 16,0-1-9-16,-1 2-22 0,-4 0-28 15,1 0-23-15,2-4-25 0,-2-1-31 0,0 2-33 0,3-3-27 16,-1-1-9-16,2-2-39 0,0 0-175 0,-1-3-472 16,-4-4 209-16</inkml:trace>
  <inkml:trace contextRef="#ctx0" brushRef="#br0" timeOffset="-180619.51">6436 8854 27 0,'0'0'223'0,"-3"-12"5"0,2 7-8 16,1 5-8-16,-4-6-16 0,4 6-17 0,0 0-12 16,0 0-3-16,-18 14-5 0,10-4-5 0,-1 4-8 15,-2 3-3-15,2 0-10 0,2 2-13 0,-5 3-8 16,4 1-9-16,3-7-7 0,1 1-9 0,0 0-8 15,5 2-5-15,3-1-8 0,2-7-2 0,3 3-6 16,4-2-2-16,2 0-10 0,10 0 1 0,-5-5-2 16,7-3-3-16,2-2-7 0,1-2-2 0,1-2-3 15,0-2-2-15,-1-4-5 0,1 3-2 0,-2-4 0 16,-2-1-3-16,-9 1-1 0,5-5 1 0,-8 2 0 16,2 2-3-16,-3-4-1 0,-2-1 0 0,-2-1 2 15,-4 1-8-15,-1-2-1 0,-1 0 3 0,-3 2-7 16,-1-2 8-16,-1 4 0 0,0 4 7 0,-2-1 0 15,-1 4 3-15,-1-1 23 0,0 5-33 0,5 2 7 16,-20 3 7-16,4 4 15 0,-1 3-1 0,1 2 1 16,-3 6 1-16,2 2-5 0,6-4-5 0,6 0-6 15,-8 2 0-15,9 1 3 0,3-1-9 0,5-1-23 16,3 1-27-16,4-3-56 0,10 5-50 0,-4-9-66 16,12 3-80-16,2-2-310 0,0-3-640 0,-1-5 284 15</inkml:trace>
  <inkml:trace contextRef="#ctx0" brushRef="#br0" timeOffset="-177133.48">7615 8983 61 0,'1'-18'198'16,"3"0"-4"-16,-1-2-8 0,1 4-3 0,-3 5-3 15,0 0-5-15,-1 1-9 0,1 3-14 0,-1 7-14 16,3-12-14-16,-3 12-17 0,1-7-15 0,-1 7-3 16,0 0-14-16,0 0-9 0,0 0-1 0,0 0-1 15,2 36 4-15,-4-19-8 0,0 3-5 0,-1 5-5 16,-2 2-5-16,1 2-6 0,2-1-1 0,-2-3-5 16,0 2-1-16,-1-2-4 0,1-6 2 0,1 0-8 15,0-4-2-15,-2-2-3 0,2-2 0 0,1-1 0 16,-2-3 0-16,0 2-2 0,4-2 1 0,0-7 1 15,-5 7 0-15,5-7-1 0,0 0 8 0,-3 8-3 16,3-8-2-16,0 0-1 0,0 0-1 0,0 0-1 16,0 0-3-16,-11-15 0 0,11 15-6 0,1-19-2 15,3 7 2-15,-1-5-9 0,5 3-1 0,1-1-3 16,4-1-2-16,1 4 0 0,1 1 2 0,1 1-7 16,-1 4 3-16,-2 0 2 0,0 5-2 0,-1 1 0 15,1 3 5-15,-1-1-2 0,-1 3 0 0,-1 2 0 16,0-4 0-16,-2 8-3 0,1-1-8 0,-4-1-4 0,0 3-2 15,-2-1-3-15,-2-2 4 0,-1 4-5 16,-2-4-3-16,-3 3 2 0,1-2-2 0,-3 1 0 16,0-2-2-16,-2 1-1 0,-4-4 2 0,1 0 7 15,0-2-2-15,0-3 4 0,1 1 5 0,-1-2 2 0,2-3 0 16,1 2 5-16,9 1 4 0,-18-7 9 16,14 4 6-16,-1 0 2 0,5 3 4 0,-9-6 1 15,9 6-2-15,-6-8-3 0,6 8-3 0,-5-2-1 16,5 2-2-16,0 0 1 0,0 0 1 0,0 0-7 0,0 0 6 15,0 0 2-15,27-3-5 0,-15 4 1 0,6 1-2 16,4-1-2-16,7 0 4 0,3-1 1 0,1 2-4 16,2-5 3-16,0-1 2 0,-1-1 0 0,1 3-6 15,0-4 4-15,0 0 3 0,-4-1-4 0,-1 1-1 16,1-2 0-16,-5-1 3 0,-6 1-4 0,-1 1 2 16,-4-4 2-16,1 0-5 0,-3 1 5 0,-3-4 2 15,1 1-1-15,-4 0 0 0,-1-2-2 0,-1-1 7 16,-2 2-6-16,-3 2 5 0,0 0 4 0,-3 1 0 15,1 1 0-15,-1 0 7 0,2-1 1 0,-4 4 2 16,2 0-7-16,3 7-1 0,-6-10 3 0,3 6-12 16,3 4 1-16,-11 0-4 0,11 0 2 0,-15 11-1 15,7-4-1-15,-1 6 0 0,-2 1 1 0,4 3-2 16,-1-2-3-16,2 3 3 0,2 0-2 0,1 0 4 16,3 0-3-16,0-2-1 0,3 1 4 0,1 0 1 15,1-5 0-15,0-1-1 0,3-1 2 0,2 0-8 16,-1-2-10-16,3-1 0 0,4-2-12 0,2 0-4 15,-2 0-9-15,-2-4-5 0,1-3 0 0,2 1-6 16,-1-6-6-16,0 3 0 0,-3-1 10 0,2-4 4 16,-4-1-8-16,-2-1 16 0,-1 1 0 0,3-3 5 0,-3 0 3 15,-3-4 5-15,3 0-2 0,-2-1 6 16,0 0 11-16,-1-1 8 0,0 1-1 0,-1 0 0 16,0 0 9-16,1 1 5 0,-4 3 6 0,1 5 9 15,-1-1 6-15,-1 5 4 0,0 5-12 0,1-10-5 0,-1 10-7 16,0 0 3-16,0 0-6 0,0 0-3 0,0 0 2 15,3 31 12-15,-5-14 2 0,-1 0-1 0,1 2-1 16,-2 5-3-16,1 0 2 0,0-6-2 16,-1 10-5-16,2-4 0 0,-1-4-2 0,2-1 4 0,1 0-5 15,-1 0-15-15,1 0-16 0,0-2-19 0,1 1-21 16,-1-5-54-16,1-1-45 0,-1-1-37 16,0-1-189-16,-2-1-412 0,-1-3 183 0</inkml:trace>
  <inkml:trace contextRef="#ctx0" brushRef="#br0" timeOffset="-176964.64">8344 9171 1906 0,'2'-10'26'15,"3"2"-24"-15,-2 2 3 0,-2 0 1 0,-1 6 5 16,5-10 9-16,-1 5 1 0,-4 5-9 0,5-9 1 16,0 4 0-16,0 0-4 0,6-1 2 0,0 0 0 15,2 1-8-15,6 1-21 0,0 1-34 0,8-2-32 16,3 1-42-16,-1 1-173 0,0 0-323 0,1-1 144 15</inkml:trace>
  <inkml:trace contextRef="#ctx0" brushRef="#br0" timeOffset="-176482.54">8733 9069 10 0,'-10'8'200'0,"1"-2"-4"0,-1 4-9 15,-1 3-8-15,2 0-5 0,1-3-8 16,3 2-18-16,0-2-8 0,2 3-12 0,2 0-16 16,1-3-8-16,1 2-11 0,2-1-10 0,2-2-4 15,0 0-11-15,1 2-1 0,3-5-9 0,1 1-5 0,2-1-5 16,-2-3 0-16,3-1-7 0,-2-1 2 16,2-1-8-16,0-1-1 0,-1-2-6 0,0-1 1 15,-1-2 1-15,-2 1-7 0,-1-1-5 0,-1-4 2 16,-2 1-4-16,1 0 0 0,-2-2-5 0,-1-2 2 0,2 1-2 15,-3 1 2-15,-2 0-2 0,2 1 1 16,-1-1-4-16,-1 5 3 0,0 6-3 0,1-11-2 16,-1 11-2-16,1-8-3 0,-1 8-3 0,0 0 0 15,0 0-1-15,0 0 0 0,0 0-2 0,0 0 3 0,2 24 1 16,-1-16-1-16,0 3 0 0,1-1 1 16,0 1 1-16,1 0 2 0,2-3-4 0,0 1 10 15,4-2 13-15,-1-2 8 0,1 2 13 0,2-3 12 16,2-4 0-16,0 0 2 0,2 0 9 0,-2-2-1 0,-1-1-1 15,5-4 0-15,-3 3 1 0,0-5-5 0,-2 1 5 16,2-6-12-16,-3 2-2 0,1-1 0 0,-3 0-8 16,0-1-8-16,-1 0-2 0,-1-2-25 0,-2 5-16 15,0-4-24-15,-1 3-12 0,2 0-23 0,-3 2-27 16,2-1-22-16,-1 3-21 0,-2 1-33 0,2 1-26 16,-4 6-13-16,8-4 4 0,-8 4-3 0,0 0-4 15,8 13-124-15,-8-13-366 0,1 18 162 0</inkml:trace>
  <inkml:trace contextRef="#ctx0" brushRef="#br0" timeOffset="-176202.43">9177 9182 7 0,'0'5'130'0,"2"0"8"0,-2-5 12 16,3 11 12-16,0-8 5 0,-3-3 8 0,10 3-1 15,-10-3-9-15,11-1-6 0,-11 1-10 0,16-9-12 16,-5 4-6-16,-2 1-8 0,1-2-4 0,0 0-18 16,1-3-3-16,3-2-10 0,-3 1-5 0,0 1-12 15,-1-1-4-15,-3 1-4 0,0-1-9 0,-2 1 5 16,0-2-5-16,-2 3-7 0,0-3-7 0,-1 1-2 15,-4 3-3-15,2 7-6 0,-7-18-4 0,2 13 6 0,-2 0-7 16,-3 2-4-16,0 2-5 0,0 1 1 16,-2 2-4-16,-5 3 3 0,2 4-2 0,1 2 1 0,-1 1 3 15,1 3 0-15,1-1 0 0,1-1 4 0,2 4-1 16,4 0-2-16,1 0-5 0,2 0 5 0,4-2-1 16,3 3-3-16,1-2 0 0,4-3-7 15,4 0-12-15,0-1-25 0,3-3-21 0,2-1-30 16,0 0-37-16,3-1-24 0,-2-1-41 0,0-3-28 0,0-2-25 15,-5 2-153-15,-1-2-422 0,0-1 186 0</inkml:trace>
  <inkml:trace contextRef="#ctx0" brushRef="#br0" timeOffset="-175917.27">9420 9267 48 0,'0'0'201'0,"1"-9"-2"0,-1 9-2 16,0 0-3-16,0 0 0 0,0 0-11 0,2-7-13 15,-2 7-18-15,7-6-3 0,-3 2-21 16,5 0-8-16,-3 0-8 0,4-2-5 0,3 1-8 0,-1-3-7 15,0-3-5-15,4 0-1 0,-6 6-6 0,1-3 3 16,-2 1-4-16,0-7-7 0,2 2-10 0,-5 1-3 16,0 0-5-16,-4-1-5 0,0 1-5 0,-1 0-1 15,-3-5-5-15,-1 6 1 0,1 4-2 0,-2 0-4 16,-2 0-3-16,6 6-7 0,-15-4-3 0,6 7 1 16,-3 2-1-16,-4 2 1 0,-1 3-3 0,0 1 2 15,2 1-3-15,0 1 3 0,2 2-4 0,5 3-2 16,1-3-2-16,3-2 0 0,2 2-32 0,2 0-18 15,2 2-32-15,4-2-18 0,1-2-47 0,4 0-41 16,-1-4-39-16,3 1-25 0,2-1-16 0,-4-2-130 16,7-1-419-16,-1 0 186 0</inkml:trace>
  <inkml:trace contextRef="#ctx0" brushRef="#br0" timeOffset="-175602.82">9693 9256 117 0,'0'0'175'0,"0"0"-11"0,0 0 10 0,0 0 1 15,0 0 5-15,0 0-5 0,7 12-7 0,-7-12-10 16,-2 10-2-16,2-10-3 0,0 0-13 0,-4 12-7 16,4-12-14-16,-1 9-1 0,1-9-12 0,0 0-1 15,0 0-4-15,0 8 4 0,0-8 18 0,0 0 0 0,0 0 11 16,0 0-12-16,0 0-10 0,0 0-7 16,0 0-16-16,0 0-6 0,0 0-5 0,5-29-11 15,-1 19-2-15,1 0-8 0,3-7 0 0,3 2-13 16,0-1-7-16,5-4-12 0,1-1 9 0,1 1-9 0,1 2-2 15,1 2-10-15,-1 6-4 0,-2 1 1 16,0 1-3-16,1 3 3 0,-6 4-5 0,5 1-3 16,-2 1 2-16,-3 4-2 0,1 0-4 0,-1 5 5 15,0 1 1-15,-3 3-5 0,-3 1 1 0,-1 0-5 0,1 4 16 16,-4-4-10-16,-1 3-16 0,1-1-39 0,-2 1-38 16,-2-2-39-16,1 1-46 0,0-1-57 0,1-3-60 15,-3-1-240-15,3-2-578 0,-2 0 256 16</inkml:trace>
  <inkml:trace contextRef="#ctx0" brushRef="#br0" timeOffset="-175119.55">10786 9107 245 0,'0'0'262'0,"2"-8"-15"0,-2 8-21 0,0 0-18 0,0 0-19 15,0 0-17-15,0 0 2 0,0 0-14 0,-16 13-6 16,9 1-9-16,-1-1-15 0,1 3-10 0,2 1-10 16,4-2-7-16,-2 1-10 0,2-2-9 0,3-3-7 15,2 5-9-15,1-4-5 0,4 3-5 0,4-5-5 16,0-1-2-16,5 1-7 0,10-1-5 0,-9-4 1 16,3-2-5-16,-1-1-6 0,-1-2-1 15,3-1-3-15,-6-1 3 0,1-3-2 0,-1 0-6 0,0-2 1 16,-6 1-3-16,1-5-4 0,-4 2 4 0,0-3 1 15,-3 2 6-15,-2 0-17 0,0-8 0 0,-7 3 1 16,0-3-2-16,-4 3-1 0,-2 0-4 0,0 1 1 16,-3 1 4-16,-1 3-19 0,-1 0-21 0,-4 2-7 15,-2 3-22-15,-2 2-16 0,4 5-15 0,-3 2-26 16,3 0-32-16,2 3-23 0,7-1-27 0,-1 0-32 16,4 3-180-16,3 1-447 0,3-2 198 0</inkml:trace>
  <inkml:trace contextRef="#ctx0" brushRef="#br0" timeOffset="-174534.72">11174 9154 2 0,'7'-5'230'0,"-2"3"-4"15,-5 2-4-15,8-5-7 0,-8 5-18 0,8-3-13 16,-8 3-16-16,6-4-19 0,-6 4-5 0,0 0 1 16,0 0 5-16,5 18 1 0,-5-7-10 0,1-2-7 15,-1 3-14-15,0 4-10 0,1-4-2 0,-1 1-17 16,4 2-10-16,0 0-6 0,2 0-4 0,1-5-6 15,-2 1-7-15,5 3-7 0,0-5-7 0,-2 0-3 0,1 0-2 16,2-3 10-16,0 0-15 0,-1-2-3 0,1-2-6 16,2 1-3-16,-4-5-5 0,4 0-4 15,-4-1-4-15,1-1-2 0,1-1 0 0,-4-2-4 16,-1-2 1-16,-1-2-3 0,2 0-5 0,-3-1 1 16,-1-3 3-16,0-3-1 0,-2 0-2 0,1 0-8 0,-2 0-1 15,0 3 7-15,-2 0-7 0,1 2 7 16,1 2-3-16,0 1 7 0,0 10 0 0,-1-11-3 15,1 11 5-15,-2-7-10 0,2 7-2 0,0 0 3 0,0 0-1 16,0 0 4-16,0 0-3 0,2 35 5 0,-4-18 5 16,2-4 8-16,0 3 0 0,2 1-4 15,-2-5 3-15,4 4 9 0,-1-3-4 0,4 2-4 16,2-1 3-16,-3-4 0 0,7 2 4 0,-2-5-5 0,5 0 1 16,3-2 1-16,0 0-4 0,3-3-3 0,1-4-6 15,-3 0 6-15,2-5 0 0,-3 1 1 0,0-1 1 16,2-3-1-16,-7-1-3 0,1-1-1 0,-1-3 4 15,-1-1-5-15,-4-2 2 0,0 0 4 0,-2-4-4 16,0-3-3-16,-3-2 1 0,-3 2-2 0,0 0 2 16,-1-1 2-16,-1 0-5 0,0 6 3 0,1 2 4 15,-2 2 6-15,0 3-1 0,2 3 5 0,0 1-6 16,0 9 3-16,-3-10-4 0,3 10-14 0,0 0 4 16,0 0-1-16,0 0 2 0,0 0 16 0,-1 35-5 15,0-9 6-15,-3 2 19 0,-1-1-16 0,2 1 0 16,2-1 6-16,-3 4-1 0,3-5 0 0,-3 1-1 15,0-1 0-15,3 0-4 0,1-7 1 0,0 6-7 16,-1-8-7-16,3 2-34 0,0-3-30 0,-1 0-39 16,-1-3-32-16,-1-2-49 0,1-2-55 0,0-1-75 15,-3 0-223-15,2-2-572 0,1-6 254 0</inkml:trace>
  <inkml:trace contextRef="#ctx0" brushRef="#br0" timeOffset="-174367.88">11664 9192 122 0,'9'-5'165'0,"2"1"-20"0,-1 2-10 0,7-5-17 0,2 4-9 16,3 0-19-16,4-1-26 0,2 1-24 0,2-2-24 16,2 2-41-16,0-1-28 0,4 3-35 0,-4-1-52 15,-8-1-152-15,-3 1 68 0</inkml:trace>
  <inkml:trace contextRef="#ctx0" brushRef="#br0" timeOffset="-174150.75">12138 9060 41 0,'0'-11'138'0,"0"-3"11"0,0 0 5 16,0 2 8-16,0 2 16 0,0 1 8 0,-2 1 3 15,2 8-8-15,-2-11-19 0,2 11-16 0,2-7-17 16,-2 7-13-16,0 0-1 0,0 0 9 0,-3 32 10 16,2-13-7-16,-2 11 4 0,-1 3-2 0,-1 2-2 15,0 0-11-15,-4 9-9 0,5-10-4 0,-4 1-11 16,0 11-9-16,1-12-6 0,1-1-7 0,-1 3-10 15,1-4-2-15,-2-1-10 0,4-1-3 0,-1-5-20 16,2 2-25-16,0-8-23 0,-1-3-39 0,2 3-32 16,-2-4-36-16,0 1-44 0,2-6-51 0,0-1-51 15,-2-3-177-15,2 0-491 0,2-6 217 0</inkml:trace>
  <inkml:trace contextRef="#ctx0" brushRef="#br0" timeOffset="-173932.85">12217 9210 71 0,'16'-7'202'0,"-3"3"-3"0,0 2-10 0,-2 5-6 0,1-3-16 16,1 3-4-16,-3 0-8 0,-1 2-12 16,-1 4-14-16,-2-2-7 0,2 3-10 0,-4 0-7 15,-1 1-10-15,1 0-6 0,-4 0-9 0,-2-1-7 16,-4 1-5-16,-2 1-6 0,-1-1-9 0,-2 4-13 0,-5-3-26 15,1-2-25-15,-4 1-34 0,2-1-34 16,-1-2-56-16,5-5-57 0,-5 1-150 0,7-1-371 16,1 0 164-16</inkml:trace>
  <inkml:trace contextRef="#ctx0" brushRef="#br0" timeOffset="-173312.08">12358 9214 109 0,'4'-4'242'0,"-4"4"-7"0,8-6-11 16,-8 6-10-16,2-5-26 0,-2 5-21 0,0 0-4 16,0 0 13-16,0 0-14 0,11 16-1 0,-7-5-15 15,-4 0-13-15,2 1-14 0,0 2-5 0,-1 1-4 16,4 1-7-16,-3-4-9 0,0 1-11 0,2-1-8 16,3 2-4-16,-1-4-9 0,4 0-6 0,-1-1-3 15,4-2-5-15,3-1-3 0,0-2-2 0,4-2-2 16,-2 0-11-16,0-1 2 0,0-4-1 0,0-2-9 15,-6 0 4-15,0-1-2 0,3-2-8 0,-2-2 0 16,-3 0 2-16,0-3-5 0,-3 3-4 0,-1-1-1 16,3-5 1-16,-5 2-2 0,1-3-2 0,0 1 2 15,-5 0-2-15,4 0 4 0,-4 4-3 0,0-5 0 16,-2 7-6-16,2 1 2 0,-2 2 2 0,2 7-2 16,0-9 2-16,0 9-6 0,0 0-3 0,0 0 3 15,0 0 2-15,0 0 2 0,0 0-2 0,-14 28 3 16,8-11 4-16,1 0-1 0,1 0 2 0,0-2 0 0,3 2 5 15,1-1-2-15,0 1 4 0,0-1 0 16,1 0-5-16,3-6 4 0,2 2 0 0,1-1 12 16,-1-4-13-16,4 3 0 0,3-4-6 0,-3-1 2 0,11-2 0 15,-2-2 2-15,-2-2 1 0,4-2-2 0,-3 0-8 16,0-3 4-16,2-1-3 0,-3-2 2 16,0-1 7-16,-4-2-10 0,1-1 0 0,-3-1-1 15,0-2-7-15,0-9 10 0,-6 7-1 0,1-1-4 0,2-8 5 16,-4 3-4-16,-2-2 2 0,1-1 0 0,1 0-8 15,-7 1 1-15,3 0 5 0,0 7 2 0,0-1 4 16,-1 5 0-16,0 3 17 0,-1 1 17 16,2 3-12-16,0 8 4 0,0-10-4 0,0 10-10 0,0 0-2 15,0 0 3-15,0 0-4 0,-10 19 1 0,6-1 4 16,-2 10 2-16,-1 1 13 0,-1 0-14 16,0 0 2-16,3-1 20 0,-1 1-23 0,0-1 2 15,3 1 0-15,1 0-7 0,0-6 4 0,-1 2-8 0,6-7 5 16,-1 0-29-16,0 1-35 0,1-2-27 0,1-2-41 15,-2-1-42-15,0-3-39 0,2-1-58 0,-1-3-45 16,1-3-264-16,-1 2-610 0,-3-6 269 0</inkml:trace>
  <inkml:trace contextRef="#ctx0" brushRef="#br0" timeOffset="-173149.97">12886 9185 144 0,'2'-7'195'16,"-2"7"-23"-16,0 0-15 0,9-5-17 0,-2 4-13 16,0 0-12-16,7 1-12 0,3 0-25 0,2-3-33 15,0 6-40-15,4-3-39 0,6-2-47 0,-2 4-114 16,0-2-211-16,4-2 95 0</inkml:trace>
  <inkml:trace contextRef="#ctx0" brushRef="#br0" timeOffset="-172749.5">13807 9087 8 0,'-1'-16'265'0,"-1"3"-15"16,0 2-10-16,2 0-21 0,-2 1 0 0,0 2-3 15,2 1-6-15,0 7-20 0,0-12-20 16,0 12-22-16,0 0-16 0,0 0-12 0,0 0-13 0,0 0-5 15,0 0 2-15,-5 44 3 0,3-16-9 0,-2 1-7 16,0 0-6-16,-4 2-5 0,2 1-13 0,1-2 0 16,-3 0-11-16,2 0 2 0,0-2-11 15,2-2-6-15,-1-2-26 0,3-3-28 0,0-2-28 0,0 0-40 16,0-1-33-16,1 0-41 0,-1-6-56 0,2-2-57 16,-2-1-171-16,-1-1-474 0,3-1 210 0</inkml:trace>
  <inkml:trace contextRef="#ctx0" brushRef="#br0" timeOffset="-172568.82">13637 9208 15 0,'13'-4'162'0,"5"3"-13"0,4-3-15 16,5-2-3-16,2 5-24 0,2 0-6 0,-1 1-28 15,1-1-46-15,0 2-45 0,-1 1-41 0,-1 1-78 16,-8 0-149-16,-1 1 65 0</inkml:trace>
  <inkml:trace contextRef="#ctx0" brushRef="#br0" timeOffset="-171948.12">13892 9477 66 0,'0'0'205'15,"0"0"2"-15,0 0-5 0,17 1-14 0,-17-1-13 16,17-5-12-16,-5 0-14 0,-1 1-10 0,4-4-14 16,3 1-9-16,1 0-13 0,-2 0-9 15,1-2-5-15,0-2-11 0,-2-1-8 0,-3 0-4 0,6 0-10 16,-6 0-2-16,1-3-6 0,-6 1-3 16,1-1-6-16,1-1-5 0,-8 2-3 0,2-1-4 15,0 2 0-15,-6 3-5 0,4-1 2 0,-4 2 1 16,-2-3-1-16,2 2-4 0,0 5 0 0,2 5-6 0,-8-7-2 15,3 5-2-15,5 2-1 0,-13-2-2 16,13 2 2-16,-20 7-2 0,9-1 1 0,-3 6 0 0,1-1-5 16,2 0-1-16,1 3 2 0,2-4-1 15,1 3-1-15,3 3 1 0,-1-2 1 0,3 3 2 0,4-2 1 16,3-1 1-16,-3-3 4 0,5 3-1 0,3 0 3 16,0-1 3-16,5-2 0 0,2 1 0 0,0-3 1 15,2-2-5-15,0 0 3 0,3-4-3 0,-1 2-1 16,-1-3 0-16,0 0 3 0,-1 0-7 0,2-3 2 15,-2 0 0-15,-1-1-1 0,-2 0-2 0,-2-3 1 16,1-2-4-16,-3 3-3 0,0-2 0 0,-1-3 4 16,-2 0-12-16,3-2-2 0,-6 2-7 0,-1-3 5 15,2-3-3-15,-2-2 1 0,-3 1 0 0,-4 1 3 16,0-2-3-16,-1-1-1 0,0 2 4 0,-3 0 0 16,1 5 2-16,-3-3 4 0,3 4-1 0,-2 1 0 15,1 0-4-15,-1 1 2 0,2 4 1 0,3-1 2 16,2 5-4-16,-4-9 5 0,4 9-4 0,-4-7 3 15,4 7-1-15,0 0 4 0,0 0 4 0,0 0 3 16,22 2-2-16,-4 2-1 0,-1-1 3 0,6 0 2 16,-2 1-6-16,7 2 3 0,-8 0-5 0,-1-3 2 15,-4 5-3-15,3 0 0 0,-3 2 1 0,-3-1 0 0,-3 2 0 16,0 0 11-16,1 3 8 0,-6-1 1 0,0 3 0 16,-2-4 5-16,1 1-3 0,-3 2 4 15,-3-4-6-15,1 4 3 0,-2-1-5 0,2-3 1 16,-3 4-8-16,3-4-19 0,-2 1-26 0,0-1-26 0,2-1-46 15,-2 1-51-15,4-3-69 0,-3 2-203 0,2-2-464 16,1-8 205-16</inkml:trace>
  <inkml:trace contextRef="#ctx0" brushRef="#br0" timeOffset="-171182.58">14806 9367 122 0,'0'0'216'0,"0"0"-3"16,0 0 3-16,0 0-4 0,-4 26-2 0,3-16-11 16,-3 0-14-16,2 1-18 0,0-2-7 0,0 4-6 15,1-1-12-15,-1-1-16 0,2 1-7 0,-2-4-16 16,2 0-12-16,0-8-6 0,-2 12-4 0,2-12-11 16,-2 9-2-16,2-9 3 0,0 7 16 0,0-7 12 15,0 0 7-15,0 0-11 0,0 0-4 0,0 0-16 16,0 0-1-16,0 0-8 0,0 0-2 0,-11-22-3 15,9 11-7-15,2 2-7 0,2-3-1 0,2-1 6 16,0-3-12-16,1 0-4 0,2 0-7 0,2-3 7 16,0 2-12-16,2 1-2 0,2 0-4 0,1 2-9 15,0 1 0-15,-1 2-2 0,5-1-6 0,-4 5 4 16,-3 0-11-16,2 6-1 0,-2-1 7 0,1 2-1 16,-1 3-3-16,1 2 2 0,1 6 0 0,-2 0 6 15,-3 2-3-15,2 2-4 0,-5 1-4 0,3-1 6 16,-3 2 4-16,-2-5 2 0,-1 5-6 0,2-5 1 15,-4-1-4-15,4 1 9 0,-4-3-4 0,1 1 3 16,0-5-6-16,-1-5-2 0,0 13 9 0,0-13-1 16,2 7 4-16,-2-7 1 0,0 0 0 0,0 0-2 15,0 0 3-15,-5 4-2 0,5-4 0 0,0 0 2 0,0 0-6 16,0 0-3-16,-12-16-4 0,12 16 9 16,0-12-2-16,0 3-3 0,3 0-6 0,-1-1 2 15,2-1-7-15,2-3-3 0,-1 3-1 0,5-4-3 16,-3 5-3-16,5-5 1 0,1 4 2 0,2 1-3 0,-4-1-3 15,-1 6 8-15,4-1-3 0,-3 5 0 0,2-1 3 16,-2 4-3-16,-1 2-1 0,3-1 9 0,-4 5 3 16,0 0-2-16,1 1 0 0,-1 0-2 0,-1 1 8 15,-2-2-3-15,2 0 6 0,0 1 2 0,-2 1 12 16,-1-1-17-16,4-3 2 0,-3 2 2 0,3-5 1 16,-3 3 1-16,5-2 3 0,-2-2 6 15,1-2-3-15,1-2-6 0,0 2 5 0,2-3-4 0,-1-1 8 16,-1 1-7-16,-1-3 4 0,1-3 1 0,-3 2-7 15,1 0 3-15,-1-3 6 0,-2 2-2 0,1-3-8 16,-4 0 5-16,3 0-1 0,-3 0-11 0,1-1 9 16,-1 2 4-16,-1 0-6 0,-1 1-1 0,-1 9 1 15,0-11 2-15,0 11-4 0,2-6-8 0,-2 6 0 16,0 0 2-16,0 0 0 0,0 0 1 0,-14 16 2 16,7-7 0-16,1 2-3 0,-2 4 9 0,1-4-5 15,0 4 4-15,2-3 1 0,3 3-5 0,-1-3 1 16,2 1-10-16,1-3-23 0,1 2-22 0,0 0-32 15,3-2-31-15,1 0-37 0,-1-4-31 0,4 3-43 16,-1-2-29-16,0-1-240 0,-3-1-540 0,1-2 240 16</inkml:trace>
  <inkml:trace contextRef="#ctx0" brushRef="#br0" timeOffset="-171041.59">15334 9047 49 0,'0'0'114'0,"0"0"-24"0,0 0-23 16,0 0-31-16,0 0-29 0,15 20-38 0,-7-6-25 15,1 1-59-15,0 2 26 0</inkml:trace>
  <inkml:trace contextRef="#ctx0" brushRef="#br0" timeOffset="-170761.39">15555 9469 70 0,'0'0'232'0,"0"0"6"0,0 0-1 0,0 0-20 15,0 0-17-15,0 0-13 0,0 0-14 0,0 0-16 16,3-30-9-16,3 20-11 0,3 3-16 0,1-5-10 16,3 2-2-16,2 0-10 0,0-2-8 0,4 5-3 0,-2-1-11 15,-1 2-3-15,2 0-9 0,-7 4-3 0,1 0-1 16,-2 1-12-16,0 2-1 0,0 3-9 0,0 0-3 0,-2 2-2 15,-1 2-3-15,-1 2 2 0,0 1-6 16,-3 0-6-16,-1 1-2 0,1 1 2 0,-4-2-5 16,2 5-5-16,-4-5 4 0,2 0-21 0,0 0-20 15,-2 0-19-15,0 0-34 0,3-1-37 0,0-2-47 0,0-8-45 0,2 13-51 16,-1-10-150-16,3 2-443 0,-4-5 196 0</inkml:trace>
  <inkml:trace contextRef="#ctx0" brushRef="#br0" timeOffset="-170375.83">16080 9322 156 0,'-5'-8'235'0,"-1"0"-14"0,-4 3-3 16,1 1-6-16,-4 4-7 0,-1 0-3 16,-2 3-12-16,-3 4 4 0,3 2-20 0,-3 1-4 15,1-1-7-15,1 5-7 0,2-3-10 0,2 1-7 16,3 2-15-16,1-4-13 0,4 1-12 0,1 1-8 0,2 0-11 15,2-1-10-15,2-2-5 0,0 3-6 0,6-6-3 0,2 2-8 16,0-2-12-16,2-2-16 0,6-2-5 0,0 0 4 16,-2-4-20-16,2 3 3 0,-1-6 0 0,-6 2 0 15,1-2-3-15,3-4 14 0,-5 4-14 0,-2-4 2 0,-1 1 2 16,-1-2 7-16,3 0-14 0,-1-6 5 0,-6 5 0 16,1-2-2-16,-2 3-1 0,0-1 6 0,1 3-2 15,-1 1 7 1,0-1 2-16,-1 8 3 0,0-7-7 0,0 7-1 15,0 0 0-15,0 0 0 0,0 0 9 0,0 0 11 16,0 0 5-16,-11 19 3 0,5-10-4 0,2 0 2 16,3 1-6-16,-1 1-6 0,-2 3 3 0,6 2-5 15,0-4-3-15,0-1 2 0,3 1-21 0,3 2-32 16,0-3-36-16,6 0-51 0,0-2-40 0,1-1-59 16,2 0-58-16,-1-4-246 0,1-1-568 0,1-2 251 0</inkml:trace>
  <inkml:trace contextRef="#ctx0" brushRef="#br0" timeOffset="-170135.73">16390 9088 253 0,'-2'-17'290'16,"4"4"-5"-16,-4 4 1 0,2-2-7 0,0 4-19 16,0 7-16-16,0-12-22 0,0 12-24 0,0 0-21 15,0 0-6-15,0 0-4 0,-5 26-9 0,3-8-4 16,-2 9-5-16,1 2-7 0,2 3-13 0,0-1-7 15,1 0-11-15,0 1-16 0,1-2-1 0,-1 0-12 16,2 0-8 0,2-1-10-16,0-2-16 0,-1 0-42 0,-1-3-50 15,2-5-35-15,0 1-45 0,-1-1-30 0,2-1-40 0,-5-3-45 16,2-3-39-16,-2 4-247 16,0-4-569-16,0 0 252 0</inkml:trace>
  <inkml:trace contextRef="#ctx0" brushRef="#br0" timeOffset="-169783.3">16441 9621 54 0,'9'-7'211'0,"0"-3"4"0,5-2-9 15,-1-2-5-15,2 4 7 0,0-3-7 0,-1 0-11 16,5-6-10-16,3 0-11 0,-5 6-12 0,-1 0-9 0,5-2-10 16,-6 1-1-16,7-4-15 0,-2 0-10 15,-2-2-8-15,-4 5 0 0,0 1-8 0,0 0-6 16,-2-1 4-16,-3 1-4 0,0 0-3 0,-4 4 0 15,-1 3-10-15,0-2 2 0,-3 2-6 0,1 2-6 0,-2 5-10 16,4-8-18-16,-4 8 3 0,0 0-1 0,0 0-1 16,0 0-7-16,0 0 0 0,-24 17-11 15,15-10-3-15,0 4-3 0,-1 2 0 0,2-3-3 16,0 6 1-16,2 0-4 0,1 1 0 0,4-1-5 16,1 0-4-16,1 1-7 0,3-1-10 0,0-1-7 0,1-3-4 15,0 3-2-15,4 0 2 0,-3-1 6 16,3 1-2-16,-5-3 7 0,2-1 1 0,-3 1 1 15,1-2 1-15,-2 1 1 0,-3 0 2 0,0-1 2 0,-3-1 4 16,-2 0-8-16,-2 1 6 0,-4-3 0 0,-2 2-27 16,-2-3-24-16,-5 2-33 0,2-2-48 0,-1-1-66 15,-2-2-65-15,-9 0-237 0,10-3-546 16,-9-2 242-16</inkml:trace>
  <inkml:trace contextRef="#ctx0" brushRef="#br0" timeOffset="-167049.78">17233 9687 9 0,'-7'0'221'0,"7"0"-4"16,-13 0-6-16,13 0-12 0,-8-5-17 0,8 5-14 15,-1-8-7-15,1 8-17 16,0 0-8-16,7-16-10 0,0 7-10 15,2-3-1-15,1 4-11 0,3-3-1 0,2-2-9 16,-3 0-10-16,2-1-6 0,-2 0-8 0,1-1-8 0,2 1-4 16,-3-1-3-16,3 1 3 0,-6 0-3 15,2 1-4-15,-1-2-3 0,-3-1-9 0,2-3-1 16,-3 9-2-16,-1-2-3 0,1-4-2 0,-4 4-4 16,1 4 0-16,-2-3-10 0,1 5 3 0,-1-1 3 0,-1 7-10 0,2-9-5 15,-2 9 2-15,2-6-5 0,-2 6-2 0,0 0 2 16,0 0-1-16,0 0 1 0,0 0 0 0,-21 28 1 15,16-12 2-15,-2-1 4 0,-3 3-2 0,3-3-3 16,1 2 1-16,0-3-3 0,4-1-2 0,1 0 0 16,1-3 3-16,1 2 1 0,4-4-4 0,0 3-1 0,5-5 1 15,1 1-4 1,1-3-5-16,9-1 2 0,-1-3-4 0,-2 0-8 16,5-3 2-16,-4-3 2 0,2 0 3 0,0 1 0 0,-1-4 2 15,-5-1-2-15,1 0 4 0,-1 1 0 16,-5-1 0-16,0-3-1 0,-2 3 5 0,-1-2-1 15,0 2-4-15,-2-1 2 0,0 0 3 0,-4 1-2 16,1 1 0-16,-1 3 0 0,1 0 0 0,-2 6-4 0,3-13 6 16,-3 13-8-16,3-5 6 0,-3 5-2 0,0 0-5 0,0 0 3 15,0 0 1-15,-11 19 3 0,6-9 2 0,0 2-1 16,-3 2 3-16,3-1-1 0,0 4 2 0,0-2 1 0,-1 0-1 16,2 1 0-16,0-1-3 0,2 0 3 15,-1 1 2-15,3-4-4 16,-3 0 0-16,3 0-14 0,-1-1-21 0,-1 1-15 15,-1-1-21-15,-2-1-18 0,2 1-24 0,-3-2-41 16,2-1-27-16,0-1-38 0,-1 0-156 0,3-3-407 16,-4 2 180-16</inkml:trace>
  <inkml:trace contextRef="#ctx0" brushRef="#br0" timeOffset="-166871.09">17551 9122 31 0,'-2'-9'154'16,"2"9"-30"-16,0 0-19 0,0 0-19 0,0 0-29 16,0 0-33-16,0 0-42 0,11 34-77 0,-4-20-100 15,4 2 44-15</inkml:trace>
  <inkml:trace contextRef="#ctx0" brushRef="#br0" timeOffset="-166397.59">18374 9420 80 0,'0'0'221'0,"2"-13"0"0,-2 13-11 0,-8-14-21 16,2 9-12-16,-1-2-10 0,-2 0-4 0,2 4-7 15,-2-3-8-15,-2 5-12 0,-3 1-11 0,0 3-11 16,-4 4-12-16,2 1-6 0,-2 1-15 0,1 3-1 16,-1-1-12-16,4 3-7 0,2 0-7 0,3 0-4 0,2-3-8 15,3 5-2-15,3-3 0 0,1-3-16 0,3-1-12 16,0 1-3-16,3 0-9 0,0-3-6 16,0-3-1-16,5 1-3 0,-2-2 0 0,1-2-2 15,2-2 1-15,0-2-1 0,-2-1 4 0,2-1-1 16,-3 0 3-16,0-3 3 0,1 1-3 0,-2-1 3 15,-2 0-3-15,-1-2 5 0,3 3 3 0,-5-1 8 16,0 1 4-16,-3 7 2 0,5-7-1 0,-5 7-1 0,5-6-6 16,-5 6-4-16,0 0-1 0,0 0 3 0,0 0 1 15,8 20-1-15,-8-4 4 0,-1 9-1 16,2 2 1-16,-2 1 3 0,1 2-1 0,-1 4 3 16,-3 2 0-16,0 0 1 0,1 9 4 0,-1-11-3 0,3 1 0 15,-4-1 5-15,2 1-4 0,-3-2 1 0,1-1 0 16,-3 0-4-16,1-5 8 0,-6 1-6 0,0-5-1 15,0 0-1-15,-3-3 1 0,2-6 5 0,-2-3-12 16,0-1 0-16,0-3-4 0,-3-2-13 0,6-3-15 16,-1-2-15-16,2-4-17 0,-5 1-32 0,5-4-29 15,-2-3-31-15,0-6-41 0,4 0-37 0,-4-6-167 16,1-5-425-16,4 2 187 0</inkml:trace>
  <inkml:trace contextRef="#ctx0" brushRef="#br0" timeOffset="-166167.98">18562 9503 29 0,'8'-10'206'0,"-3"2"1"16,0-2 4-16,-2 6 0 0,2-2-6 0,-5 6-15 16,6-7-16-16,-3 4-22 0,-3 3-16 0,4-5-18 0,-4 5-15 15,0 0-8-15,0 0-6 0,-2 19-11 16,2-9-5-16,-1 5-10 0,1 2-4 0,-3-1-6 15,0 1-5-15,0 0-6 0,-2-1-18 0,4 0-27 16,-2 0-21-16,-2-2-29 0,2-2-34 0,2 2-40 0,-1-5-25 16,0 1-45-16,0-1-124 0,0-2-347 15,0-1 153-15</inkml:trace>
  <inkml:trace contextRef="#ctx0" brushRef="#br0" timeOffset="-166002.95">18558 9294 85 0,'0'0'145'0,"0"0"-19"15,0 0-9-15,0 0-9 0,0 0-11 0,0 0-32 16,0 0-19-16,3 27-25 0,-1-15-29 0,2 4-27 16,3 0-14-16,-1 2-71 0,-1-1-130 0,2-3 58 15</inkml:trace>
  <inkml:trace contextRef="#ctx0" brushRef="#br0" timeOffset="-165652.95">18696 9529 20 0,'0'0'146'0,"0"0"-8"0,6 6-5 0,-6-6-13 15,0 0-4-15,3 4-12 0,-3-4-4 0,3 5 6 16,-3-5-3-16,5 8 0 0,-4-1-7 0,2-1-8 16,-1 2 0-16,2 0-4 0,-1 1-16 0,-1-2 2 15,2 3-8-15,0 0-3 0,1-1-6 0,0 0-3 16,-2-5-6-16,1 2-2 0,-2-1-5 0,1 0-3 15,-3-5-2-15,6 7 1 0,-6-7 3 0,3 7 14 16,-3-7-2-16,6 3 5 0,-6-3-4 0,0 0-4 16,0 0-3-16,14-7 3 0,-14 7-1 0,9-8-1 15,-4 2-9-15,3-3-1 0,-2 2-5 0,2-4 0 16,0 1-7-16,4-3 1 0,-1-2-6 0,1 0 1 16,-1 2-4-16,-1-3 1 0,3 0-1 0,-2 3-3 15,1-1-6-15,-1 0 3 0,-3 4 0 0,-2 2-1 16,1 1-3-16,0 0-3 0,-3 1-8 0,0 1-6 0,0 0-7 15,-4 5-16-15,8-8-13 0,-8 8-29 16,3-3-10-16,-3 3-4 0,0 0-5 0,0 0-16 16,0 0-1-16,7 19-21 0,-7-10-17 0,0 1-8 15,-2-1-121-15,1 3-306 0,0-3 135 0</inkml:trace>
  <inkml:trace contextRef="#ctx0" brushRef="#br0" timeOffset="-165417.78">19013 9577 6 0,'0'0'133'0,"0"0"4"16,10 0 4-16,-10 0-5 0,0 0-2 0,11-8 9 15,-11 8 3-15,8-5-1 0,-6 0-8 0,4 1-13 16,-2-1-9-16,0-1-8 0,1-1-6 0,-1 1-4 16,-1-3 0-16,-1 1-9 0,1 0-2 0,-1-2-14 15,1 1 14-15,-2 0 1 0,-1 2 1 0,0 7-3 16,-4-11 0-16,4 11-13 0,-5-7-7 0,5 7 1 16,-10-4-14-16,10 4-8 0,-13 6-2 0,2-1-3 15,0 2-2-15,0 7-5 0,1-2 0 0,1 2-6 16,2 1-2-16,1 2-3 0,1-2-16 0,2 0-18 15,3-1-19-15,2 2-23 0,2-4-22 0,-1 0-24 16,4 0-29-16,-1-2-24 0,2-1-29 0,1-1-18 16,1 1-18-16,-1-4-109 0,0-2-356 0,2 2 158 0</inkml:trace>
  <inkml:trace contextRef="#ctx0" brushRef="#br0" timeOffset="-165230.81">19156 9659 128 0,'4'-8'138'15,"2"-1"1"-15,-3 0-2 0,4-2 3 0,-4-1 5 0,5-4-4 16,-1 2-5-16,0-2-4 0,1-1 0 15,1 3 0-15,0-1-4 0,2 1-5 0,0 1-4 16,1 3-1-16,-2 2-5 0,2 2-1 0,-2 0-13 0,3 3-10 16,-1 1-8-16,0 4-8 0,-1 3-4 0,-2-1-4 15,4 2-9-15,-5 4-5 0,4 3 5 0,-2 1-15 16,-5-2-6-16,-2 1 1 0,2 2-17 16,-3-4-23-16,2 6-29 0,-3-5-30 0,-1 2-44 0,2-3-51 15,-1 0-45-15,0-1-200 0,4 0-436 0,-2-2 193 16</inkml:trace>
  <inkml:trace contextRef="#ctx0" brushRef="#br0" timeOffset="-164552.75">19951 9379 117 0,'-6'-8'233'0,"-4"4"-11"0,0 0-8 0,-2 4-9 15,-6 1-5-15,-1 6-12 0,-7 1-4 0,2 4-2 16,-1 6-7-16,2-1-19 0,2-2-7 0,6-1-15 16,1-1-17-16,0 2-13 0,6-2-7 0,2 2-7 15,-1-3-8-15,6 1-12 0,1-3-6 0,5 2-8 16,0-2 0-16,3-1-7 0,1-3 5 0,2-1-20 16,2 0-12-16,2-2-2 0,-2-2-6 0,8-2-2 15,-5-2-2-15,2 0-3 0,-6-1 0 0,2-1 2 16,-4 1 0-16,-1-4-1 0,1-2-3 0,-4 0 1 15,3-3-3-15,-2-1 3 0,-1-2-2 0,-2 3 6 16,0-3-4-16,-2 0 1 0,1 3 1 0,-2 1 1 16,-1 0-2-16,0 2 3 0,0 5 8 0,0 5-3 0,2-12-3 15,-2 12-3-15,0-7-4 0,0 7 0 16,0 0 4-16,0 0-2 0,0 0 7 0,0 0 4 0,-7 32 8 16,5-21 1-16,-1 2 2 0,2-1 12 15,-3 3-14-15,3 1-5 0,-1-1 4 0,4 1-1 16,-1-4-2-16,3-2-4 0,1 3-1 0,0-4-3 15,1 0 7-15,5-1 4 0,3-3-9 0,2 2 0 0,3-3-1 16,1 0-8-16,0-2 1 0,1-4 17 16,-1 0-11-16,-1-1-6 0,0-3 3 0,-3 2-4 15,2-4 0-15,-4-1-5 0,0-1 9 0,0-3 10 0,0 2-13 16,-4-4 0-16,-1 1 1 0,-1-3 0 0,-1 0-3 16,0-2 4-16,-3 1 0 0,1-2-8 0,-2 5 9 15,1-2-1-15,-3 5-2 0,1 1-6 0,-1 3 4 16,2 1 2-16,-3 7-4 0,2-10-3 0,-2 10-6 15,0 0 6-15,0 0 0 0,0 0-6 0,0 0-1 16,0 0 1-16,-18 25 4 0,12-11-2 0,-2 2 2 16,4 1-6-16,-1 0 7 0,-1 2-4 0,3-2 1 15,2 2 0-15,0-1 2 0,1-1-3 0,1 1 4 16,0-3 5-16,1 2-7 0,-1-1 10 0,0 0-13 16,-1-1 6-16,0-2 7 0,0-2-13 0,3-1 3 15,-7 0-4-15,0 0 5 0,2-1 0 0,-4 1 2 16,-1-1-4-16,-1-1-6 0,-5 1-6 0,0-2-31 15,-3 0-29-15,2 0-27 0,-4-1-32 0,4-2-37 16,1-2-48-16,0 0-50 0,3-2-257 0,-1 0-569 16,11 0 251-16</inkml:trace>
  <inkml:trace contextRef="#ctx0" brushRef="#br0" timeOffset="-164399.16">20558 9616 62 0,'0'0'274'0,"12"0"-25"0,-12 0-28 0,8-2-14 16,-8 2-24-16,0 0-19 0,7-1-18 0,-7 1-37 15,0 0-52-15,0 0-68 0,0 0-82 0,0 0-169 16,0 0-283-16,0 0 126 0</inkml:trace>
  <inkml:trace contextRef="#ctx0" brushRef="#br0" timeOffset="-162001.16">3600 10222 225 0,'-9'-1'235'0,"9"1"-8"15,-17 0-4-15,17 0-7 0,-13 0-14 16,13 0-10-16,-9-2-22 0,9 2-15 0,0 0-14 0,0 0-14 16,-10 2-11-16,10-2-17 0,0 0-8 0,0 0-7 15,0 0-9-15,0 0-4 0,0 0-8 16,35 0-6-16,-16 1-7 0,0 0-3 0,10-1-9 15,-7-1 1-15,6 0-5 0,-7 1-6 0,-3-2 2 0,2 2-3 16,-2 0-6-16,-1 2-1 0,-3-2-4 0,-2 0 0 16,0 0-1-16,1 0-4 0,-7 0 1 15,2 0-5-15,-8 0 3 0,11 1-3 0,-11-1-1 16,10 4 0-16,-10-4-3 0,6 5 3 0,-6-5 0 16,3 6 5-16,-3 0 2 0,0-6 10 0,-5 17 6 0,0-6-1 15,-5 4 3-15,1-2-6 0,-3 1 0 0,-4 8-1 16,-1-2 8-16,-1 2-2 0,-2-3 0 0,2 2 0 15,-4 1-2-15,3-3-2 0,-4 4 2 0,0-1 5 16,0-2-7-16,3-3 0 0,-2 1-1 0,-1 0 1 16,1 1 9-16,4-2-11 0,3-3 1 0,2-1-2 15,3-6 9-15,-3 5-19 0,4-5-2 0,1 3 4 16,0-3-1-16,3-2 5 0,1 2-1 0,-1-2 1 16,1-3 1-16,4-2 5 0,-8 7-8 15,8-7 7-15,-6 5-8 0,6-5 4 0,-3 5-8 0,3-5 3 16,0 0-7-16,-2 5 0 0,2-5-5 0,0 0 3 15,0 0-9-15,6 10 14 0,-6-10-2 0,14 4 1 16,-2-2-3-16,0-1 5 0,6 4 1 0,4-3-4 16,0-2-4-16,7 0-2 0,0-3-3 0,0 1-19 15,1-1-11-15,1 3-32 0,-3-6-30 0,0 3-26 16,0 0-40-16,-6-1-48 0,5-1-46 0,-8 1-49 16,-6 1-205-16,2-3-548 0,-1 2 243 0</inkml:trace>
  <inkml:trace contextRef="#ctx0" brushRef="#br0" timeOffset="-161602.85">4000 10613 219 0,'0'-10'267'16,"1"3"-4"-16,-1 7-6 0,2-10-6 0,-2 10-2 15,3-9-4-15,-3 9-5 0,3-6-11 0,-3 6-5 16,4-6-15-16,-4 6-24 0,0 0-19 0,0 0-16 16,0 0-8-16,1-7-18 0,-1 7-17 0,0 0-8 15,0 0-12-15,0 0 4 0,0 0 1 0,9 24-15 16,-7-15 15-16,-2 3-3 0,-1 3 3 0,0 0-3 16,-2 6 1-16,-2 3-4 0,1-1-7 0,2-2-3 15,-2-1-9-15,-3-3 4 0,6 1-1 0,-3-1-9 16,0-1 1-16,-2-2-9 0,4-1-7 0,-1-1-2 15,2-4-6-15,-1-1-5 0,0 3 0 0,2-1 2 16,-1-2-8-16,1-7-1 0,1 13-1 0,-1-13 0 16,2 7-3-16,0 0-6 0,2-4 5 15,2 3-2-15,1-3-3 0,0 1-15 0,3-2-13 0,-10-2-22 16,26 1-28-16,-8-4-34 0,1 1-36 0,-1-3-27 16,0 1-35-16,1-3-32 0,-1 2-31 0,-3-1-43 15,4-3-37-15,-3 2-275 0,-1-3-662 0,-2 1 293 16</inkml:trace>
  <inkml:trace contextRef="#ctx0" brushRef="#br0" timeOffset="-161336.15">4496 10536 83 0,'0'0'291'0,"-6"-6"-7"0,6 6-5 0,-6-6 0 16,6 6-9-16,0 0-16 0,0 0-2 0,-5-3-32 15,5 3-19-15,0 0-18 0,0 0-27 0,0 0-11 16,0 0-7-16,0 0-17 0,15-4-8 0,-6 3-13 16,5-1-7-16,3 4-8 0,2-4-9 0,3 1-25 15,-3-2-31-15,9 2-26 0,-8-1-38 0,-2 0-35 16,-4 1-37-16,-1 0-43 0,0-1-45 0,-2 2-40 0,-3 2-230 15,-8-2-513-15,0 0 227 0</inkml:trace>
  <inkml:trace contextRef="#ctx0" brushRef="#br0" timeOffset="-161135.95">4505 10641 29 0,'-8'5'259'0,"1"-2"2"0,2-1-1 0,5-2-11 15,-10 5-9-15,6-1-17 0,4-4-16 0,0 0-14 16,-4 5-5-16,4-5-6 0,0 0-16 0,23 2-16 0,-6-4-12 16,5 1-17-16,-1-1-25 0,6-2-29 15,-1-1-50-15,-4 3-50 0,-2-1-62 0,-1 0-72 16,2-1-73-16,-10 2-179 0,3 0-453 0,-14 2 201 16</inkml:trace>
  <inkml:trace contextRef="#ctx0" brushRef="#br0" timeOffset="-158517.95">5775 10211 144 0,'-12'-4'209'0,"7"2"-6"16,5 2-14-16,-9-1-11 0,9 1-19 0,0 0-10 16,-10-3-11-16,10 3-15 0,0 0-15 0,0 0-10 15,0 0-8-15,0 0-11 0,0 0-4 0,0 0-5 16,0 0 0-16,0 0-9 0,37 8-2 0,-18-6-9 0,4 0-2 15,5 1-5-15,-6-1-3 0,5-1-5 16,-5 2-4-16,-3-2-5 0,-2 2-1 0,-4-3-5 16,2 2 2-16,-4-1-5 0,-3 1 1 0,2-1-5 15,-4 0 0-15,-6-1-1 0,10 0 0 0,-10 0 1 16,10 0-1-16,-10 0-4 0,0 0 2 0,9 0 1 16,-9 0-3-16,0 0 4 0,0 0 1 0,0 0 0 15,6 3-1-15,-6-3 0 0,0 0 10 0,-3 11 4 16,3-11 2-16,-7 14-2 0,-2 0 0 0,-3-1-3 15,1 0 0-15,-2 9 3 0,-1-8 4 0,-3 7-4 16,-3-1-2-16,1-2-2 0,2 0 1 0,-2 0 0 16,6-4 1-16,-3 1-1 0,3-1-1 0,-4-2-2 15,4 1 2-15,-2 0 0 0,6-4-6 0,-1-2-3 16,-2 1 0-16,5 1 3 0,-2-2-2 0,1 0 2 16,0-2-2-16,3 1 0 0,0-3-5 0,5-3-4 15,-8 7 2-15,4-3 1 0,4-4-4 0,-6 5 3 16,6-5-2-16,0 0 0 0,-1 6-3 0,1-6 2 0,0 0 3 15,10 7-1-15,-3-5 0 0,0 0 3 0,6-2-4 16,0 0 1-16,6 0-3 0,-1-2-7 0,5 1-9 16,-2 1-21-16,8-1-19 0,-9-1-25 0,8 1-16 15,0 0-33-15,-1 1-36 0,1-3-32 0,-6 1-28 16,-1 1-188-16,-1-1-445 0,8-3 198 0</inkml:trace>
  <inkml:trace contextRef="#ctx0" brushRef="#br0" timeOffset="-158302.81">6314 10522 82 0,'0'0'245'15,"0"0"-6"-15,0 0-12 0,3-8-11 0,-3 8-14 16,0 0-20-16,0 0-16 0,0 0-14 0,0 0-6 16,0 0 2-16,0 0 2 0,0 0-6 0,-8 28-2 15,4-17-10-15,0 0-16 0,2 1-12 0,-5-1-6 16,5 5-10-16,-1-5-10 0,-1 1-7 0,2 5-5 15,-2 2-16-15,0-2-29 0,0 1-26 0,1 0-32 16,0-3-36-16,1 1-41 0,0-4-53 0,1 1-63 16,0-2-211-16,-1 1-476 0,2-2 212 0</inkml:trace>
  <inkml:trace contextRef="#ctx0" brushRef="#br0" timeOffset="-157851.15">6664 10139 208 0,'2'-11'249'0,"-1"5"-11"15,-1-2-9-15,0 8 1 0,0-11-21 0,0 11-15 16,-1-9-16-16,1 9-19 0,0 0-16 0,0 0-20 16,0 0-16-16,0 0-4 0,0 0-1 0,0 0 0 15,1 37 3-15,-1-10-5 0,2 5 4 0,-5 0-1 16,0 3-9-16,1 11-3 0,0-12 1 0,0 11-1 15,0-10 9-15,1-2-20 0,1 2 5 0,-4 1-10 16,4-3-8-16,-2 3-8 0,2-2 0 0,0 1-5 16,0 0-6-16,-2-1 0 0,4-1-9 15,-2-2-6-15,0 0-4 0,-2-2 2 0,0-4-18 0,0 2-21 16,2-2-18-16,-1 0-29 0,0-7-22 0,-3 0-25 16,2-1-20-16,-2 1-27 0,1-3-26 0,-1 0-45 15,3-5-44-15,1 0-232 0,-1-3-538 0,1-7 238 16</inkml:trace>
  <inkml:trace contextRef="#ctx0" brushRef="#br0" timeOffset="-157548.89">6957 10272 234 0,'1'-26'257'16,"-2"1"-12"-16,0 0 2 0,1 7-14 0,-2 1-5 16,2 3-5-16,-2 4-10 0,0-2-2 0,1 1-9 15,0 4-17-15,1 7-24 0,0-10-20 0,0 10-14 16,0 0-10-16,0 0-16 0,-5 29 9 0,4 0 5 16,-3 4 3-16,0 12-5 0,1 4-5 15,-4 1-12-15,2-3-10 0,-3-1 8 0,2 2-11 16,2-12-9-16,-4 10-2 0,4 3-10 0,2-4 6 0,-1-10-20 15,3 0 1-15,0-3-43 0,1 2-33 0,1 0-40 16,0-1-32-16,-1-2-41 0,2 0-40 0,-3 3-48 16,1-5-56-16,-2-1-283 0,2 0-615 0,-1-3 272 15</inkml:trace>
  <inkml:trace contextRef="#ctx0" brushRef="#br0" timeOffset="-155083.12">7846 10182 33 0,'-2'-7'161'0,"-2"-4"-4"0,-1 3 1 0,2 2-6 16,0-5 2-16,0 5 2 0,3 6-7 0,-3-8-8 15,3 8-17-15,-3-7-11 0,3 7-11 0,0 0-11 0,-3-7-15 16,3 7-7-16,0 0 4 0,0 0 0 15,-1 25-2-15,-1-7-2 0,2 6-2 0,3 5 3 16,-2 0-1-16,1 4-5 0,-1-1-6 0,-1 3 6 16,0 1-8-16,0 0 3 0,0 10-2 0,0 0 2 0,0-10-11 15,0 14 5-15,0 0 4 0,-3-15-5 16,1 12-3-16,0-12-1 0,-1 0-6 0,0 10 0 16,1-11-5-16,0-4 4 0,-1 2-6 0,1-2 0 15,0 0-3-15,3-1-1 0,-2-3-3 0,-1 1-2 0,2-4-5 16,-1-4 0-16,1-2-2 0,1 0-5 0,-2-2 2 15,0-2 0-15,1-2-4 0,1-1 2 0,-1 1-2 16,1-5 1-16,-1 1-2 0,0-7-3 16,2 12-1-16,-2-12 5 0,0 8-4 0,0-8 2 0,2 6-3 15,-2-6 5-15,4 4-3 0,-4-4-3 16,10 0-3-16,-10 0 3 0,16-2-3 0,-5 0 3 16,-2 1-2-16,3-1-5 0,0-1-18 0,1-1-9 15,-1 0-19-15,2-1-28 0,-2 4-32 0,1-3-30 0,0-1-40 16,1 1-51-16,-1-1-51 0,-3 0-151 0,3-1-464 15,1-3 206-15</inkml:trace>
  <inkml:trace contextRef="#ctx0" brushRef="#br0" timeOffset="-154603.49">8359 10497 1352 0,'-9'-3'19'0,"3"0"27"0,-1-2-13 0,7 5-19 16,-11-5-8-16,6 2-7 0,5 3 1 0,-7-3 1 0,7 3 4 16,0 0-13-16,0 0 19 0,9-14 5 0,4 11 2 15,2-1-9-15,3-1 4 0,-2 1 5 0,4 1-9 16,-1 1 2-16,0-1-7 0,-1 2 8 15,-5 0-5-15,1-1 2 0,-2 1-1 0,-2-1-7 0,0 1 7 16,-10 1 13-16,13 1-24 0,-13-1 9 0,9 0-4 16,-9 0 6-16,9 3 12 0,-9-3 10 0,6 7 3 15,-6-1 24-15,0-6 2 0,-3 17 1 16,0-2 2-16,-5 1 4 0,2 3-2 0,-5 3 0 0,-1 3-1 16,1 0 1-16,-2 0-2 0,0 2 5 0,0-4 0 15,-3-1-7-15,4-1-3 0,1-4-1 0,-3 5-3 16,7-8-7-16,-2 1 1 0,1-5-2 0,0 0-2 15,3-2-2-15,-1 0-4 0,2-2-5 0,0-2-6 16,0 1 2-16,4-5-2 0,-2 7-2 0,2-7-5 16,-4 6-2-16,4-6 9 0,0 0-9 15,0 0-2-15,9 8 3 0,0-6-6 0,1 0-4 0,3-2-11 16,5 2-16-16,1-1-20 0,-1-1-15 0,2-1-31 16,-3 1-44-16,3 1-37 0,-1-2-34 0,1 1-51 15,0-3-133-15,0 2-415 0,-3-1 184 0</inkml:trace>
  <inkml:trace contextRef="#ctx0" brushRef="#br0" timeOffset="-154200.79">8779 10694 22 0,'4'-7'214'0,"1"4"-8"16,2 0-10-16,-7 3-7 0,11-6-8 0,-3 4-13 15,0 1-7-15,3 2-5 0,-1 3-7 16,3 0-6-16,-5-2-18 0,1 5-17 0,-3 0-4 0,3 0-6 15,-3 3-7-15,0-1-6 0,0 3-4 0,-2-2-2 16,-3 1-9-16,0 1 4 0,-1-2-14 16,-2 0 1-16,-2-1-2 0,-1 3-3 0,-3-3 3 15,-2 1-18-15,2-2 3 0,-1 1-6 0,0-2-3 0,0 0-2 16,2-1 4-16,2-2-16 0,-1-1 0 0,1 1 0 16,5-4-10-16,-7 7-6 0,7-7-9 0,-5 5-6 15,5-5-9-15,-4 5 6 0,4-5 0 16,0 0-1-16,0 0 2 0,8 14 1 0,-5-11 2 0,2 2-1 15,2 0 3-15,0 1 4 0,1 0-4 0,-3-1 1 16,4 1-1-16,-1 0 2 0,0 0 4 0,-3-1-5 16,1 0 1-16,-2 1 1 0,-2 0-1 0,-2-6 5 15,4 9-1-15,-4-3 0 0,0-6 3 0,-6 9 0 16,1-5 1-16,-5 1 0 0,-3-2 0 0,0 1 2 16,-1-2 1-16,-3 0-2 0,1-1-2 0,-2 0 0 15,4-1-1-15,0-1-18 0,2 0-11 0,1 0-22 16,-2 0-37-16,3-1-51 0,1-2-49 0,0 0-63 15,0 0-152-15,2 0-434 0,1-1 193 0</inkml:trace>
  <inkml:trace contextRef="#ctx0" brushRef="#br0" timeOffset="-153852.02">9273 10682 80 0,'-8'-7'235'0,"3"4"-10"16,5 3-8-16,-10-5-6 0,10 5-10 0,-8-2-15 15,8 2-17-15,0 0-16 0,-6-3-17 0,6 3-14 16,0 0-8-16,0 0-15 0,0 0-6 0,0 0-12 16,28-3-4-16,-10 3-19 0,2 3-7 0,8-5-3 15,0 4-6-15,2 0-4 0,-2-1-5 0,1-1-5 16,-8 3-16-16,0-2-16 0,0 1-21 0,-3-1-26 16,0 0-47-16,-7 1-30 0,1-2-43 0,-5 0-30 15,1 0-138-15,-8 0-366 0,9-2 161 0</inkml:trace>
  <inkml:trace contextRef="#ctx0" brushRef="#br0" timeOffset="-153632.59">9459 10535 98 0,'-2'-5'232'0,"2"5"-5"16,-7-8-10-16,7 8-14 0,-4-8-23 0,4 8-14 15,0 0-15-15,0 0-5 0,0 0 6 0,-6 18 1 16,6-5-4-16,-2 4 7 0,4 2-13 0,-1 0-7 15,1 7 6-15,-1 2-5 0,0-3-5 0,0 1-14 16,2 1-11-16,-3-8-18 0,1 7 0 0,-3-2-6 16,2-4-15-16,0 0-12 0,0-4-25 0,0 1-28 15,1-1-34-15,-1-2-31 0,-1 1-36 0,-1 2-40 16,1-5-47-16,1-1-60 0,0 2-223 0,-1-4-506 16,1-9 223-16</inkml:trace>
  <inkml:trace contextRef="#ctx0" brushRef="#br0" timeOffset="-151466.72">10153 10449 92 0,'0'0'191'0,"-1"-10"-4"0,1 10-13 15,-5-11-15-15,5 11-18 0,-5-6-10 16,5 6-10-16,-8-2-5 0,8 2 0 0,-13 8-4 15,2 4 0-15,-2 4-4 0,-6 6 0 0,0 4-5 16,1 3-4-16,0 17 3 0,-1-3-3 0,5 0-3 16,5-7-5-16,4-2-6 0,-1-1-3 0,3 3 4 15,1-1 3-15,4-2-12 0,-1-2-6 0,4-1-3 16,1 1-10-16,2-3-4 0,1-3-4 0,1 1-7 16,2-4-3-16,-1-5-1 0,2 0-6 0,7 1-16 15,-4-5-31-15,-2-3-33 0,3 1-30 0,-1-3-35 16,0-2-59-16,3 0-33 0,-3-5-46 0,-2 3-163 15,-1-5-447-15,0-2 198 0</inkml:trace>
  <inkml:trace contextRef="#ctx0" brushRef="#br0" timeOffset="-150949.95">10615 10551 1716 0,'-8'-5'32'15,"3"0"32"-15,0 0-45 0,0 2 0 0,5 3 0 16,-7-7-6-16,7 7-2 0,0 0 2 0,-7-5-8 16,7 5 5-16,0 0 1 0,0 0-3 0,0 0 8 15,0 0-1-15,25-2-4 0,-11 4 3 0,4-1 0 16,4 0-4-16,-3 2 2 0,0-3-6 0,2 0 2 15,-1 2 0-15,-1-2 4 0,-1 0-6 0,-6 1-1 16,0-1 2-16,0 3-1 0,-2-3-7 0,-1 1 8 16,-9-1-4-16,10 2-4 0,-10-2 5 0,8 4 6 15,-8-4 9-15,3 8 14 0,-5-1 10 0,1 4 5 16,-3 3 5-16,-2 4 8 0,-2-1-1 0,-5 8-3 16,-2 0 2-16,0 0 3 0,-1 1 0 0,-3-1-5 15,1 2 5-15,3-3-12 0,-3-1 3 0,4-2-8 0,2-4-4 16,-2-1 2-16,1-2-3 0,2 0-5 15,0-2 1-15,2 2-5 0,0-7 2 0,2 1-4 16,1 0-7-16,2-4-5 0,-1 1 2 0,5-5 1 0,-6 6-4 16,6-6-1-16,-4 5 1 0,4-5-3 0,0 0 1 0,0 0-3 15,0 0 3-15,15 6-6 0,-2-8 3 0,0 1-2 16,-1 0 0-16,2-1-4 0,6 2 1 0,-1-3 1 16,-1 1-14-16,1-2-15 0,-1 3-18 0,0 0-25 15,-1-2-14-15,-4 2-27 0,1 1-26 0,0-2-25 16,5 2-28-16,-6-2-20 0,1 2-18 0,-1-3-150 15,-2 3-404-15,0-2 180 0</inkml:trace>
  <inkml:trace contextRef="#ctx0" brushRef="#br0" timeOffset="-150664.9">10984 10816 42 0,'10'-2'172'0,"-10"2"-7"15,13 0-1-15,-13 0-9 16,15 4-2-16,-8 2-3 0,1 2 6 0,0 1 2 15,-3 1-12-15,1 1-3 0,-4 1-2 0,2 1-8 16,-3 3-10-16,-2-1-5 0,-2-1-2 0,-2 3-3 16,-1-1 3-16,-3-2-13 0,0 1 2 0,4-2-11 15,-3-2 0-15,-1-2-8 0,3 1-7 0,-2-2 2 16,3-2-5-16,1 1-2 0,0-3-2 0,4-4-1 16,-8 7-2-16,4-3-7 0,4-4-8 0,-4 5-2 0,4-5 0 0,0 0-7 15,0 0-2-15,0 0-2 0,0 0-7 0,0 0-3 16,15 3-18-16,-5-4-7 0,3-1-29 0,5 1-20 15,1-4-26-15,3-2-32 0,1 4-33 0,6-1-51 16,1-1-44-16,-1-2-52 0,-2 1-192 0,1 2-513 16,-2-4 228-16</inkml:trace>
  <inkml:trace contextRef="#ctx0" brushRef="#br0" timeOffset="-150317.22">11415 10492 145 0,'1'-12'243'0,"0"1"-9"0,-1 0-8 15,1 3-2-15,1 2-5 0,-2 6-15 0,1-12-22 16,-1 12-23-16,0 0-19 0,3-7-16 0,-3 7 0 15,0 0-9-15,3 21-2 0,-1-3-2 0,0 9-5 0,-3 1 1 0,0 6 0 16,-2 1 3-16,-1 12-2 0,2-11-2 0,-3 0-6 16,-2-1 17-16,2 1-9 0,-3 9-11 0,3-13-8 15,-1 3-6-15,-2-3-4 0,2-1-29 0,2-1 15 16,-1 1-9-16,-2-3-7 0,-3-1-1 0,5-1-7 16,0-2-3-16,-1 0-25 0,2-5-28 15,-1-3-21-15,-2 0-23 16,4-3-25-16,0-3-22 0,-1 0-30 0,2 0-28 0,0 1-37 15,2-1-28-15,2-4-25 0,-2-6-39 0,6 9-152 16,0-7-480-16,-6-2 213 0</inkml:trace>
  <inkml:trace contextRef="#ctx0" brushRef="#br0" timeOffset="-150032.52">11655 10614 1813 0,'6'-24'18'0,"-3"5"64"0,1 1-27 0,-3 2 2 0,-1 5 9 16,2 2 8-16,0 3-1 0,-2 6-10 16,0-11-11-16,0 11-3 0,1-6-5 0,-1 6 7 0,0 0 4 15,0 0 4 1,0 0 16-16,-10 47 3 0,4-17-3 0,-2 4 0 16,-4 10 8-16,5 3 0 0,3-11-1 0,-4 0-4 15,2-1 1-15,-1-2-8 0,1 2 1 0,-2-2-6 16,8 0 8-16,-6-3-17 0,3 2-10 0,-1-4 1 15,-1 0-4-15,1-3-22 0,2-1-19 0,-4-6-16 16,3 1-24-16,0-2-28 0,-2 2-37 0,-1-2-32 16,2-1-55-16,2-6-55 0,-1 1-50 0,-2-1-164 15,1-3-496-15,2-2 220 0</inkml:trace>
  <inkml:trace contextRef="#ctx0" brushRef="#br0" timeOffset="-149584.02">11926 10532 115 0,'3'-6'239'0,"-1"1"-30"0,-2 5-14 16,2-10-17-16,-2 10-13 0,0 0 1 0,0 0-4 0,7 17 6 15,-4 1-10-15,-1 7-12 0,1 4-4 0,-2 3-9 16,0 1-6-16,-2 2-2 0,0-3-10 15,0-2-8-15,-1 2-7 0,-2-3-12 0,0-1 5 16,2-2-7-16,-2 0-12 0,0-9-2 0,2 2-5 0,-1-2 1 16,1-1-16-16,0-3-11 0,0-2 3 0,-1 0-5 15,3-1-11-15,-5-2 4 0,4-3-1 0,1-5-3 16,0 10 4-16,0-10 11 0,-2 6-2 0,2-6 6 16,0 0-2-16,0 0-3 0,0 0-5 0,0 0-3 15,0 0 10-15,0 0-15 0,8-25-5 16,-3 11 9-16,3-2-12 0,2 0-2 0,3-5-4 0,-2 4 3 15,5-6-8-15,-1 4-3 0,-1 3-2 0,0 5 0 16,0-3 13-16,-1 1-16 0,1 5-2 16,-5 3-4-16,0 1 2 0,2 3-2 0,-4 1-3 0,2 3 4 15,1 3 3-15,0 1-2 0,-3 4-6 16,-1-2 5-16,-2 3 3 0,1 4-3 0,0 0 2 0,-3-1 1 16,-2 0-1-16,0 2 2 0,0 0-2 0,0-5-16 15,2 3-24-15,-2 1-26 0,0-5-38 0,0 1-30 16,0-2-43-16,1 1-49 0,0-4-41 0,1-1-247 15,3 0-558-15,-1-2 248 0</inkml:trace>
  <inkml:trace contextRef="#ctx0" brushRef="#br0" timeOffset="-149384.68">12318 10841 53 0,'0'0'223'0,"4"-9"-19"16,-4 9-21-16,0 0 3 0,0 0-4 15,0 0 6-15,0 0-2 0,0 0 0 0,0 0-14 0,0 36-12 16,-2-22-19-16,0 1-12 0,0 0-2 16,-1 0-20-16,2 3-11 0,-2-3-9 0,3 2-6 0,-2-4-36 15,0 2-35-15,-1 0-39 0,1-3-32 16,2 0-50-16,0-2-45 0,0 0-43 0,-1 1-166 0,1-4-396 16,0-7 175-16</inkml:trace>
  <inkml:trace contextRef="#ctx0" brushRef="#br0" timeOffset="-149223.68">12320 10626 115 0,'0'0'105'0,"0"0"-35"0,0 0-34 0,0 0-33 16,16 22-59-16,-12-8-58 0,3 3 25 0</inkml:trace>
  <inkml:trace contextRef="#ctx0" brushRef="#br0" timeOffset="-148916.99">12475 10973 47 0,'0'0'199'0,"9"0"-6"15,-9 0-14-15,14-5-3 0,-8 2-10 0,3-3-11 16,1 2-10-16,-1-2-9 0,1 2-6 0,2-4-9 15,-3 0-3-15,4-2-5 0,-1 1 2 0,-6 2-5 16,3-2-8-16,-2 1-3 0,0-3 1 0,-3 0-13 16,3 0-4-16,-5 1-4 0,0 0-1 0,0 3-5 15,-2-1-3-15,0 8-5 0,-2-11-7 0,2 11-6 16,-6-10-7-16,3 9-3 0,3 1-4 0,-18 0-4 16,7 4-4-16,-3 3 2 0,1 3-1 0,-2 1 3 15,3 3 0-15,1 1-3 0,-3 0 2 0,5 0-10 16,1 1 4-16,3-6-6 0,1 6 2 0,1 0-4 15,3-5 3-15,5 4-7 0,-3-3-3 0,7 2-18 16,0-1-26-16,5-2-30 0,-5-4-29 0,9 4-39 16,-3-5-41-16,3-2-41 0,-4 0-43 0,0-1-185 15,-1-1-475-15,0-1 210 0</inkml:trace>
  <inkml:trace contextRef="#ctx0" brushRef="#br0" timeOffset="-148618.56">12902 10615 175 0,'0'0'239'0,"4"-8"-8"0,-4 8-9 0,3-7-19 15,-3 7-20-15,0 0-20 0,6-5-17 0,-6 5-4 16,0 0 3-16,16 17-3 0,-9-3 5 0,3 3-6 15,0 8 3-15,1 3 5 0,-4-1-10 0,4 3-2 16,-4-5-1-16,-3 7-13 0,1-1 2 0,-1-1-12 16,-4 0-7-16,-2-2-2 0,0 3-22 0,-3-2-8 15,-3-1-4-15,-4-2-10 0,-1 0-1 0,2-1-23 16,-5-3-30-16,-2-1-35 0,-5 2-37 0,3-4-38 16,-1 0-49-16,-2 0-55 0,8-9-59 0,-2 4-253 15,1-5-562-15,5-1 249 0</inkml:trace>
  <inkml:trace contextRef="#ctx0" brushRef="#br0" timeOffset="-147401.72">13394 10369 101 0,'-5'-4'207'0,"5"4"-3"15,-4-4-12-15,4 4-14 0,0 0-14 0,0 0-16 16,0 0-13-16,0 0-12 0,0 0-18 0,0 0-9 15,0 0-10-15,24-6-10 0,-3 5-10 0,6 1 1 16,2-3-11-16,-2 2-4 0,2 1-5 0,-2 0-4 16,-5-1-4-16,-1 3-3 0,-1-3-5 0,-2 0 0 0,0 2 1 15,-5-1-5-15,1 0 1 0,-3 0-1 0,-2-1-3 16,-2 2-1-16,-7-1 4 0,13-1-4 16,-13 1-6-16,9 0 2 0,-9 0-5 0,0 0 1 15,10 1-4-15,-10-1 0 0,0 0-2 0,0 0 1 0,8 3 3 16,-8-3 5-16,0 0 3 0,4 7 3 0,-4-7-1 15,1 9 12-15,-1-9 5 0,0 14 1 0,0-8-6 16,0-6 0-16,-1 19 5 0,-1-9 3 16,4 1 4-16,-4 2 1 0,0-1-3 0,2 5 4 0,-4-1 2 15,4 2-6-15,-2 1-1 0,2 0 3 0,0 7 1 16,-6-2 4-16,4 1 1 0,2 6 0 16,-2-2 9-16,-4 1 4 0,3 1-5 0,1-2-3 15,0 0 1-15,-2 2-1 0,2-2-5 0,-1 0-2 0,-2-1-3 16,3 3-1-16,0-3 1 0,2-1-8 0,-3-1-4 15,1 2 0-15,0-4 1 0,0-1-2 0,-2-2 3 16,3-2-2-16,-3 0 1 0,4 6-5 0,-4-9-3 16,4 2-10-16,-3 2 11 0,1-3-11 0,1 0 1 15,-1-5-3-15,0 4-5 0,2-2 2 0,0-2-2 16,-2 4-2-16,0-5 3 0,2-1-4 0,-2 1 4 16,1-1-10-16,0-1 2 0,0-2 5 0,-1 1-3 15,2-8 0-15,-2 12 8 0,-2-6 7 0,-1 0 8 16,0-2 6-16,-6 2-2 0,0 0-3 0,-7-3-5 15,-3 0 2-15,2 1-2 0,-8-1-4 0,-2-3-3 16,6 5 0-16,-4-5-2 0,1 2-8 0,-1-2-35 16,4 0-41-16,-9 0-60 0,1-1-60 0,-7 2-67 15,1-2-104-15,-14 4-318 0,-5 1-731 0,-3-4 323 16</inkml:trace>
  <inkml:trace contextRef="#ctx0" brushRef="#br0" timeOffset="-141249.85">4824 12432 132 0,'-11'-2'210'16,"11"2"-9"-16,-11-1-7 0,11 1-7 0,-8-3-11 0,8 3-10 15,0 0-11-15,-8 0-11 0,8 0-12 0,0 0-10 16,0 0-7-16,0 0-7 0,0 0 1 15,0 0-12-15,0 0-8 0,0 0-7 0,0 0-3 16,0 0 1-16,0 0-10 0,0 0-4 0,37 4-7 0,-19-4-6 16,3 0-7-16,1 2-7 0,-3-1-15 0,2-1-18 15,-3 0-29-15,-4 0-23 0,-2 2-36 0,2-1-55 16,-3 0-32-16,0 1-41 0,1 0-169 16,-6 0-412-16,-6-2 183 0</inkml:trace>
  <inkml:trace contextRef="#ctx0" brushRef="#br0" timeOffset="-141068.22">4763 12628 172 0,'0'0'189'0,"0"0"-2"16,0 0-11-16,0 0-10 0,0 0 1 0,0 0-8 0,0 0-11 15,20 5-16-15,-6-5-11 0,5 0-12 16,10 0-18-16,-1 0-36 0,-2 0-49 0,-5 0-53 15,-1 0-58-15,8-3-51 0,-8 3-106 0,-1 0-283 16,-5 0 124-16</inkml:trace>
  <inkml:trace contextRef="#ctx0" brushRef="#br0" timeOffset="-133716.3">3329 11903 16 0,'0'0'119'0,"0"0"-5"0,-2 18-9 16,2-18-6-16,0 0-9 0,-3 11-3 15,3-11 1-15,0 0-10 0,-2 7-7 0,2-7-2 16,0 0 3-16,0 0-1 0,-1 8 5 0,1-8 4 15,0 0 5-15,0 0 4 0,0 0 2 0,0 0 8 16,0 0-3-16,0 0 0 0,0 0 1 0,0 0-12 16,0 0-3-16,0 0-12 0,0 0-5 0,0 0-5 15,0 0-4-15,0 0-7 0,0 0-1 0,0 0-5 16,8-19-9-16,-8 19 0 0,2-7-3 0,-2 7-4 0,3-8-2 16,-3 8-2-16,0 0 3 0,1-9-2 15,-1 9-2-15,0 0 1 0,0 0-4 0,3-6-1 16,-3 6-2-16,0 0 0 0,0 0-4 0,0 0-2 15,0 0 2-15,5-6-6 0,-5 6 2 0,0 0-2 0,0 0 3 16,0 0-5-16,0 0 0 0,0 0 1 16,0 0 0-16,0 0 2 0,0 0-3 0,0 0-2 15,0 0 3-15,0 0 0 0,0 0 2 0,0 0 7 16,0 0 5-16,5-3 1 0,-5 3 2 0,0 0-3 16,0 0 2-16,0 0 2 0,0 0 1 0,0 0 2 15,0 0 2-15,0 0-4 0,0 0 3 0,0 0-5 16,0 0-1-16,0 0-2 0,0 0-3 0,0 0 1 15,0 0-4-15,0 0-2 0,-4-12 0 0,4 12-1 16,0 0-1-16,0 0-1 0,-1-10-2 0,1 10-3 0,0 0 2 16,1-12-1-16,-1 12-1 0,-1-10-1 0,1 10 1 15,0-12 1-15,0 12 3 0,0-11-8 16,-3 3 5-16,3 8-1 0,3-13 0 0,-7 3-1 16,3 2 2-16,1 8 1 0,-2-14-3 0,2 7-1 0,0 7 0 15,-1-16 5-15,1 10 11 0,0 6-6 0,-1-10 1 16,1 10-5-16,1-8 6 0,-1 8-2 0,0 0 1 15,0-9-3-15,0 9-6 0,0 0 0 0,0 0-3 16,0 0-3-16,0 0-3 0,0 0 0 16,0 0 0-16,0 0 3 0,0 0 0 0,1 24-4 0,1-7 5 15,-1 8-3-15,0 3 4 0,2 2-3 0,-3 2 8 16,-3 0 6-16,1 2-1 0,0-4 1 0,0 4 4 16,-1 0-2-16,1 1 2 0,-1-3-2 15,2 0 1-15,-3-2 4 0,1-2-3 0,1 0 5 0,1-1 3 16,-1 1 1-16,2-3 6 0,0-6-6 0,0 0 2 15,0-2-8-15,0-1 7 0,2-3-8 0,-2-1 0 16,1-1 1-16,-1-2-4 0,1 1 2 0,2-4-1 16,-2 1-2-16,-1-7 0 0,0 9 1 0,0-9-2 15,1 7 3-15,-1-7-2 0,0 0 4 0,0 0-2 16,0 9-3-16,0-9 1 0,0 0-22 0,0 0-31 16,0 0-26-16,0 0-32 0,0 0-25 0,0 0-37 15,-16-19-44-15,16 19-47 0,-5-7-250 0,5 7-543 16,-7-5 241-16</inkml:trace>
  <inkml:trace contextRef="#ctx0" brushRef="#br0" timeOffset="-133284.46">2681 12698 63 0,'0'0'165'0,"0"0"1"0,0 0-1 16,46 2-10-16,-18-2-19 0,8 1-9 0,3 2-9 16,16-3-6-16,-1 3-7 0,-2-3-2 0,3 0-6 15,-1 2-7-15,0-3-10 0,-2 2-8 16,0 2-4-16,-13-1-4 0,-1-1-8 0,14 3-8 0,-14 0 0 16,-1-3-7-16,1 1-6 0,-4 2-1 15,0-2 2-15,-2 0-1 0,-2 1-4 0,-3 1-6 16,-8-1-2-16,-1-1-2 0,-5-2-1 0,0 2-4 0,-6-1 1 15,0-1 0-15,-7 0-5 0,13 2 0 0,-13-2-4 16,7 2 3-16,-7-2-3 0,0 0-21 0,0 0-24 16,0 0-43-16,-18 13-43 0,8-8-55 0,-1 1-158 15,-7 1-362-15,-1 0 161 0</inkml:trace>
  <inkml:trace contextRef="#ctx0" brushRef="#br0" timeOffset="-132602.15">2867 13122 54 0,'0'0'204'0,"0"0"-9"0,-2-5-13 16,2 5-18-16,0 0-15 0,0 0-13 0,0 0-17 15,0 0-10-15,0 0-8 0,0 0-15 0,0 0-9 16,6-8-16-16,-6 8 9 0,18-1-6 0,-6 0-7 16,7 1 0-16,0 0-7 0,9 0-6 0,-6-2-5 15,-1 2 2-15,7 0-7 0,-8 0 0 0,1 2-3 16,-1-2 4-16,-2 0-7 0,-1-2-2 0,-5 2-1 16,1 0-3-16,0 0 2 0,-2 0-6 0,-1 2-3 15,-3-1 2-15,-7-1-8 0,11-1 4 0,-11 1-2 16,10 1-5-16,-10-1 0 0,7 1-1 0,-7-1 1 15,0 0 0-15,5 4 3 0,-5-4 4 0,0 0 7 16,-7 14-1-16,7-14 4 0,-7 14 3 0,-3 2 11 16,1 2 5-16,-2-1 1 0,-3 5-1 0,-1 3-3 15,0-2-2-15,2 1-1 0,-4-2-5 0,2 1 0 16,1 0 5-16,-3 0-4 0,2-2-4 0,2-5-1 16,0-2 0-16,2-1-6 0,2 1-1 0,-1-1-1 15,2-5 0-15,0 2 2 0,1-2 1 0,-1 0 4 16,4-2-1-16,0 0 1 0,-1-2-4 0,5-4 1 15,-8 9-4-15,6-6 1 0,2-3-6 0,0 0-1 16,-6 6-3-16,6-6 3 0,0 0-5 0,0 0 0 16,6 11-1-16,-6-11 0 0,12 5 3 0,-2-3 7 15,4 1-9-15,5-1-1 0,-1 1-1 16,2-2 0-16,1 2-2 0,8-1-3 0,1-1-22 0,-2-1-17 16,1 0-22-16,0 2-33 0,0-4-27 0,-1 2-37 15,-7 0-37-15,0-1-25 0,-1-1-21 0,-3-1-145 16,-6 3-417-16,2-3 185 0</inkml:trace>
  <inkml:trace contextRef="#ctx0" brushRef="#br0" timeOffset="-132013.68">3483 13399 61 0,'0'0'240'16,"0"0"-1"-16,0-10-2 0,0 10-12 0,0 0-5 15,0-7-9-15,0 7-11 0,0 0-7 0,0 0-9 16,0 0-9-16,0 0-13 0,0 0-4 0,-1-10-7 16,1 10 5-16,0 0-27 0,0 0-6 0,0 0-9 15,0 0-3-15,0 0-10 0,0 0-7 0,0 0-8 16,0 0-4-16,0 0-4 0,0 0 12 0,0 0-25 16,3-7 17-16,-3 7-14 0,0 0-6 0,0 0 4 15,0 0-9-15,0 0-9 0,0 0 6 0,0 0-4 16,0 0-2-16,0 0 0 0,0 0 3 0,0 0-6 15,0 0 5-15,0 0-7 0,0 0 6 0,0 0-5 16,0 0 1-16,0 0-6 0,0 0 2 0,0 0 0 16,0 0-8-16,0 0-1 0,0 0 0 0,0 0-3 15,0 0-3-15,0 0-5 0,0 0-3 0,0 0 2 16,0 0-4-16,0 0-9 0,0 0 2 0,0 0-7 16,0 0-2-16,0 0-4 0,0 0 5 0,0 0-4 15,0 0 0-15,0 0-7 0,0 0 4 0,-2 27 3 16,2-15 0-16,-1 1 2 0,2-2-1 0,-2 1 0 15,0 1-4-15,0 2-2 0,-1 2 5 0,-3-2 0 16,4 1 0-16,-1-1 5 0,1-1-6 0,-4 1 3 16,0 0-5-16,3 0 3 0,-1-3 2 0,0 0-1 15,1 0 1-15,-1-1-3 0,2-1 3 0,-2 1 2 16,1-1-1-16,1-1-1 0,1-4 2 0,0-5-4 16,-4 13 2-16,0-9-1 0,4-4 0 0,0 10 3 15,0-10-3-15,-1 8 0 0,1-8 7 0,0 0-9 16,0 9 2-16,0-9 10 0,0 0-7 0,5 8-1 15,-5-8 6-15,5 3-1 0,-5-3 2 0,10 4-8 16,-2-6 8-16,6 4-10 0,-1-4-18 0,6 0-21 16,-3-1-27-16,5 0-33 0,7-1-34 0,-8 2-27 15,1-2-35-15,1 1-34 0,-2-4-39 0,7 0-50 16,-5 2-271-16,-3 0-639 0,0-4 283 0</inkml:trace>
  <inkml:trace contextRef="#ctx0" brushRef="#br0" timeOffset="-128804.7">6225 11913 62 0,'0'0'179'0,"0"-12"-6"16,0 12-13-16,1-7-12 0,-1 7-20 0,0 0-16 15,4-5-8-15,-4 5-14 0,0 0-4 16,0 0 8-16,2 20-6 0,-2-8-1 0,2 4-10 0,-2 2-2 15,0 0-7-15,0 0-2 0,-2 2-2 0,1-1 1 16,-1 1 1-16,2-1-4 0,-3-1-5 0,2 2-5 16,1-4 1-16,-3 2 4 0,1 1 1 0,0 0-4 0,1-2-5 15,0 1-3-15,-1-2-4 0,0-5-1 0,1 5 2 16,-2-5-10-16,2-1-3 0,-3 2-1 0,4-5-2 16,-1 3-7-16,1-10 3 0,0 12-4 0,-2-7-2 15,2-5-1-15,2 11-1 0,-2-11-1 0,0 11-15 0,0-11-20 16,-2 7-22-16,2-7-27 0,0 9-30 15,0-9-32-15,0 7-34 16,0-7-33-16,-1 9-155 0,1-9-382 0,-5 8 170 16</inkml:trace>
  <inkml:trace contextRef="#ctx0" brushRef="#br0" timeOffset="-128538.96">5814 12469 51 0,'-11'0'155'0,"11"0"7"0,0 0 2 0,0 0-4 0,0 0-22 0,20 12-10 0,-1-11-8 16,13 2-11-16,4 1-10 0,1-3-6 0,18 0-7 16,-2 0 8-16,-3 2-10 0,2-2-9 0,-14 1-8 0,-2-2-4 15,1 0-8-15,-4 0-6 0,0 0-2 0,-1 0-6 16,-1 0-5-16,-2 2-2 0,-9-1-4 15,1-1-2-15,-3 0-13 0,-4 3-28 0,-3-3-25 16,1 1-30-16,-3-1-42 0,-2 2-37 0,-7-2-13 0,10 2-115 31,-10-2-297-31,4 4 132 0</inkml:trace>
  <inkml:trace contextRef="#ctx0" brushRef="#br0" timeOffset="-128086.34">5940 12791 133 0,'0'0'171'0,"0"0"-5"0,0 0-7 0,0 0-11 16,11 9-9-16,-2-8-5 0,4 1-9 0,5-1-4 15,-3-1-7-15,5 0-3 0,0-1-6 0,1-1-8 16,0 2-4-16,-3-1-6 0,-3 1-5 0,-2 0-9 15,1 0-5 1,-5 0-9-16,-1 0-6 0,-8 0-6 0,14 1-3 0,-14-1-3 16,10 0-7-16,-8 4-2 0,-2-4 1 0,3 12 3 15,-3-12 2-15,-6 15 9 0,-1-4-5 0,-3 3 0 16,-2 2 3-16,-4 5-5 0,-1-4 2 0,-1 3 2 16,2-1-1-16,-3 0 0 0,1 0 5 0,-1-2-1 15,-1 2-3-15,6-4 1 0,-1-3-7 0,2 0 3 16,2 2 8-16,-3-2 2 0,3-3-9 0,0-2 0 0,3 2 3 15,1-2-11-15,0-2-4 0,3-1-1 0,-2 0 0 16,6-4-7-16,-4 6 1 0,4-6-10 0,-4 6 5 16,4-6-4-16,0 0 0 0,0 9 0 0,0-9-2 0,12 4 1 15,-6-1 1-15,4-1-4 0,2 0 1 16,2 0-1-16,0-2 0 0,6 3-3 0,0-3 6 16,0 1-3-16,2-1-3 15,6-1-28-15,1-1-22 0,-1 1-25 0,-8-1-37 16,1 2-37-16,0-4-40 0,7 0-36 0,-6 2-34 15,-2 0-207-15,-2-1-496 0,0-1 220 0</inkml:trace>
  <inkml:trace contextRef="#ctx0" brushRef="#br0" timeOffset="-127835.5">6479 13030 151 0,'0'0'243'15,"5"-1"-7"-15,-5 1-11 0,0 0 2 0,0 0-4 16,0 0 0-16,3 15 3 0,-3-5 6 0,0 1 1 16,-2 1-11-16,1 0-17 0,-1 0-6 0,0 0-25 15,1 3-16-15,-1 1-10 0,0-3-13 0,1 2-3 16,0 2-27-16,1-2-12 0,-2-3-5 0,1 2 1 16,1-4-19-16,-1 2-39 0,2-1-25 0,-1-1-48 15,-1 2-46-15,1-3-39 0,0 1-44 0,0 0-53 16,1-3-56-16,-1 2-244 0,0-9-568 0,0 0 252 15</inkml:trace>
  <inkml:trace contextRef="#ctx0" brushRef="#br0" timeOffset="-124298.89">7391 12366 124 0,'-12'2'116'0,"12"-2"-9"15,-14 1 14-15,7-1-16 0,7 0 0 0,-15 2 0 16,9-1-1-16,6-1-2 0,-11 1-4 0,11-1-12 16,0 0 3-16,-11 0-11 0,11 0-6 0,0 0-10 15,-8 2-3-15,8-2-4 0,0 0-7 0,0 0 0 16,0 0 10-16,0 0 0 0,0 0-6 0,28 8 2 16,-10-8-4-16,-1 2-6 0,4-1-4 15,6-1-2-15,4 0-4 0,-3 1-2 0,1-1-4 0,0-1-2 16,-1 0-6-16,-8 2 3 0,2-1-6 0,-2 0-9 15,-2 0-19-15,0 1-19 0,-5-1-15 0,1 1-37 16,-4-1-37-16,1 0-25 0,-4 1-22 0,-7-1-113 16,9 1-301-16,-9-1 134 0</inkml:trace>
  <inkml:trace contextRef="#ctx0" brushRef="#br0" timeOffset="-124052.86">7572 12220 14 0,'0'0'197'0,"0"0"-11"0,0 0-18 15,-4-7-15-15,4 7-15 0,0 0 8 0,0 0-5 16,0 0-6-16,0 0-6 0,-5 26 3 0,0-15-7 16,1 5-6-16,1-4-16 0,1 4-4 0,-2 1-10 15,0-2-7-15,3 2-10 0,-2 2-6 0,-1-3-6 16,-1 1-4-16,4 0-8 0,1 1-6 0,-1 0-22 0,-2-1-32 15,2 2-31-15,-3-2-35 0,3 3-36 16,-1-2-31-16,-1-2-42 0,0 1-137 0,2 0-350 16,-3-6 154-16</inkml:trace>
  <inkml:trace contextRef="#ctx0" brushRef="#br0" timeOffset="-120636.27">8825 11994 30 0,'-10'0'150'0,"10"0"-12"0,0 0-14 15,-9-2-8-15,9 2-18 0,0 0-6 0,0 0-5 0,0 0-10 16,0 0 10-16,0 0-11 0,35 3-3 0,-15-1-8 16,7-1-4-16,-6 0-6 0,0 0-8 15,9 0 1-15,-1 1-11 0,-7-2 0 0,-2 2-9 0,2-2-1 16,-2 0-1-16,-2 0-3 0,-5 2 2 0,-2-2-14 16,1 1 7-16,-1-1-2 0,-4 1 0 0,-7-1-6 15,10 2 0-15,-10-2 1 0,9 0-4 16,-9 0 4-16,0 0 1 0,5 5 10 0,-5-5 11 0,0 0 0 15,-14 21 8-15,5-11-3 0,-1 5 3 0,-9 2 0 16,-2 5 5-16,2 0-1 0,-1 1-3 0,-2-1-5 16,3 0-1-16,-2-1-2 0,2 3-4 0,1-4-5 15,3 0 1-15,3-3-3 0,1-2 0 0,-2-1-1 16,2 0-2-16,3-3-4 0,-2-3 0 0,3 0-1 16,2 2-2-16,-1-3 0 0,2-1 0 0,-1-3-3 15,5-3 0-15,-5 8-1 0,5-8 0 0,-3 5-1 16,3-5 5-16,0 0 2 0,0 0 3 15,12 7 1-15,-6-5 4 0,6-4-7 0,2 2-1 0,-1-1-7 16,1-1 9-16,3 1-2 0,4-2-4 0,-3 2 0 16,0 1-4-16,0-2 0 0,2 4-16 0,-1-2-15 15,0 1-22-15,-1 1-28 0,0 0-34 0,0 0-28 16,-3-1-28-16,1 1-22 0,-5 0-146 0,-1-2-359 16,-2 1 160-16</inkml:trace>
  <inkml:trace contextRef="#ctx0" brushRef="#br0" timeOffset="-120312.92">9326 12346 63 0,'0'0'163'0,"16"1"9"16,-9 2-13-16,0 0-15 0,-1 1-6 0,2 3 0 15,-2 1-10-15,1 1-6 0,-4 0-8 0,-1 2-6 16,-1-1 1-16,-2 1 2 0,-1 0-8 0,-1 2-6 15,-5 1-7-15,3-3-8 0,-4 0 0 0,-1-1-4 16,-3 3-2-16,3-4-4 0,-1-2-5 0,-4 2 0 0,5-2-5 16,-3-1-1-16,4 0-3 0,3-2 0 15,-1-1-5-15,1 0-2 0,6-3 3 0,-10 3-6 16,10-3-1-16,-7 2-12 0,7-2-1 0,0 0-4 16,0 0-5-16,-4 5-3 0,4-5 1 0,0 0-3 15,0 0 2-15,19 4-4 0,-11-2-3 0,6-2-8 16,4 0-18-16,2 0-17 0,0 0-20 0,0 0-27 15,1-2-30-15,7 0-39 0,-1-3-41 0,-4 3-32 16,4-1-186-16,-8-2-435 0,3 3 193 0</inkml:trace>
  <inkml:trace contextRef="#ctx0" brushRef="#br0" timeOffset="-120102.18">9770 12272 149 0,'0'0'196'0,"0"0"-6"0,0 0-6 0,11-4-11 0,-11 4-16 15,18-3-18-15,-3 4-13 0,2-1-10 0,4 0-9 16,-3 0-16-16,3 0-4 0,1 2-20 0,6-2-25 16,0-2-38-16,-9 4-32 0,2-4-42 15,-1 1-45-15,-3 1-38 0,-3-1-91 0,-4 1-264 16,0-2 117-16</inkml:trace>
  <inkml:trace contextRef="#ctx0" brushRef="#br0" timeOffset="-119884.88">9925 12141 62 0,'0'0'202'15,"-4"-6"-6"-15,4 6-20 0,0 0-17 0,0 0 0 16,0 0 2-16,0 0 5 0,0 0-8 0,-4 23-1 15,4-12 1-15,0 6-12 0,-3 2-9 0,3 8-14 16,-1-6-6-16,-3 2-9 0,1-4-10 0,2 0-11 16,-1 7-8-16,-3-7-8 0,2 0-8 0,1 1-3 15,-2-1-20-15,0 0-26 0,3-2-35 0,-2-2-33 16,2 2-37-16,-1-4-60 0,1-2-51 0,1 1-195 16,0-3-429-16,-1-2 190 0</inkml:trace>
  <inkml:trace contextRef="#ctx0" brushRef="#br0" timeOffset="-119435.85">10287 12069 24 0,'4'-7'257'15,"-1"2"-26"-15,-3 5-20 0,5-8-20 0,-5 8-16 16,0 0 8-16,0 0 6 0,4 17-15 0,-7 2-10 15,1 1-13-15,-2 7-10 0,1 1-16 0,-3 3 1 16,2-2-13-16,-1-2-4 0,-1 1-10 0,2-2-7 0,0-6-4 16,3-1-6-16,-2-1-8 0,0 0-9 0,1-3-1 15,1-2-5-15,-2-3-4 0,0 2-6 16,2-5-7-16,-1 1 0 0,0-3-2 0,2-5-12 16,0 12 1-16,0-12 14 0,-3 7-10 0,3-7 8 0,-2 7 10 15,2-7 11-15,0 0 7 0,0 0-7 16,0 0 0-16,0 0-10 0,0 0-9 0,0 0 3 15,0 0-4-15,0 0-7 0,2-28-4 0,4 17-7 0,-1 1-9 16,4-5-4-16,1 0-6 0,3-1 4 16,1 1-8-16,1 3-1 0,0-1 10 0,2 4-14 0,-2-1 3 15,1 3-2-15,-4 5-3 0,2 1-5 16,-2 1 9-16,0 3 0 0,1 0 0 0,-2 4-5 16,1 0 4-16,-3 2 3 0,-2 3-5 0,1 1 7 0,-2 2-10 15,-1 1 6-15,-2-4 6 0,0 0-13 0,-2 0 7 16,-1 2-26-16,1-4-28 0,-2 0-29 0,1 2-5 15,-1-1-36-15,-1-1-50 0,1-3-50 0,1-7-46 16,1 14-245-16,-1-14-560 0,2 8 249 0</inkml:trace>
  <inkml:trace contextRef="#ctx0" brushRef="#br0" timeOffset="-119234.7">10654 12323 112 0,'1'-6'246'0,"-1"6"-13"0,3-6-22 15,-3 6-19-15,0 0 8 0,0 0 2 0,0 0-11 16,0 0-10-16,0 0-15 0,-10 26-13 0,6-13-10 16,-1 1-8-16,0 1-11 0,0 2-14 0,-2-2-6 15,2 0-11-15,0 0-9 0,-1-1-10 0,2 2-11 16,1-5-4-16,1 1-26 0,-1-3-31 0,1 2-19 16,0 0-31-16,1 0-36 0,-2-2-51 0,2-1-52 15,0-2-56-15,1-6-157 0,-3 10-433 0,3-10 192 16</inkml:trace>
  <inkml:trace contextRef="#ctx0" brushRef="#br0" timeOffset="-119070.71">10638 12140 51 0,'0'0'146'0,"0"0"-31"15,0 0-31-15,15 11-38 0,-10-4-52 0,0 0-67 16,0 10-79-16,2-3 35 0</inkml:trace>
  <inkml:trace contextRef="#ctx0" brushRef="#br0" timeOffset="-118715.53">10746 12486 72 0,'8'1'237'15,"-8"-1"-3"-15,0 0-12 0,16-3-9 0,-9 1-12 16,1-1-9-16,3 1-10 0,-2 0-7 0,3-4-11 16,-1 0-10-16,4-1-7 0,-3 0-9 0,4-1-10 15,-1-2-6-15,1 0-12 0,2-1-8 0,-8 2-4 16,3-4-7-16,-2 1 8 0,-2-2-7 0,-3 4-17 16,-1-2-4-16,-3 0-3 0,2 1-2 0,-3 1-5 15,-1-2-6-15,-1 3-1 0,-3 1-7 0,1 2 4 16,-4 0-16-16,-2 3-6 0,-9 3-2 0,2 6 1 15,-2 3 3-15,-5 7 3 0,1 3-2 0,0 1-6 16,3-1 7-16,2 4 0 0,2-2-1 0,6-4 10 16,-2 6-9-16,3-8 1 0,4 2-4 0,3-1 14 15,0 0-23-15,5-3 5 0,-2 2 2 0,8-2-6 16,3 0-1-16,2-4-3 0,2 1-26 0,9-2-27 16,3 1-28-16,-2-5-30 0,2-1-34 0,2-1-35 15,-4 0-39-15,-7 1-52 0,1-3-51 0,-5 3-219 16,-2-3-566-16,-2 0 251 0</inkml:trace>
  <inkml:trace contextRef="#ctx0" brushRef="#br0" timeOffset="-117998.64">8772 12849 157 0,'-12'0'177'0,"1"0"-2"0,-1-2-6 15,0 4-6-15,2-2-5 0,1 0-6 0,9 0 0 16,-13 0-8-16,13 0-8 0,-9 1-13 0,9-1-8 16,0 0-13-16,-12 0-9 0,12 0-5 0,0 0 1 15,0 0 8-15,0 0 4 0,29 8-3 0,-2-4-2 16,9-3-4-16,15 2-7 0,7-3-2 0,4 3-1 16,2 1-1-16,1-1-7 0,27-4-7 0,-26 4 2 15,27 1-6-15,0-1 0 0,-2-1-5 0,2 3-5 16,4-2-4-16,-2 1-6 0,1 0-3 0,1-4 0 15,0 2 4-15,-1 2-13 0,0-2-1 0,-3 1-11 16,-2-3 0-16,-26 0-2 0,0 2 6 0,0-1-6 16,-1-2-3-16,-1-1-2 0,-3 2-3 0,-6-2 3 15,1 2-3-15,-3-1 6 0,0-1-5 0,-12 1 2 16,12-2 0-16,-16 2 2 0,1-2 4 16,-1 2-7-16,-5 1 0 0,-5-2-6 0,-3 2 11 0,-2-1 2 15,-4 1 6-15,2-2-5 0,-7 2 4 0,4-1 5 16,-5 1 1-16,2 0-5 0,-2 0 0 0,-1 0 6 15,-2 0-5-15,-8 0 1 0,14 0-1 0,-14 0-8 16,8 0 3-16,-8 0-6 0,0 0 2 0,9 0-1 16,-9 0-15-16,0 0 10 0,0 0 1 0,0 0-4 15,0 0-20-15,0 0-28 0,0 0-41 0,0 0-45 16,0 0-45-16,-37 4-61 0,19-2-51 0,-1 2-61 16,-9 1-175-16,0 0-562 0,7-3 249 0</inkml:trace>
  <inkml:trace contextRef="#ctx0" brushRef="#br0" timeOffset="-115285.34">8566 13166 95 0,'0'0'176'0,"-3"-5"-5"15,3 5 1-15,0 0-13 0,-2-8-11 0,2 8-8 16,0 0-13-16,0 0-13 0,-3-8-12 0,3 8-11 16,0 0-14-16,0 0-7 0,0 0-6 0,0 0 2 15,0 0 1-15,0 28-5 0,0-12 2 0,3 3 18 16,-3 4-4-16,-1 4-4 0,1 0-6 0,-2-1-2 15,2 0-4-15,0 0-2 0,-1-7-7 0,0 2 0 16,2-2-5-16,-1 0-6 0,1 1-1 0,-1-4-3 16,0-3-3-16,4 2-3 0,-4-3-3 15,1-1-1-15,1-2-3 0,-1 1 0 0,0-4-2 0,1 0-6 16,-2-6-1-16,0 10-1 0,0-10 2 0,1 10-4 16,-1-10 1-16,1 7 6 0,-1-7 10 0,0 0 14 15,0 0 10-15,0 0 4 0,0 8-3 0,0-8-4 16,0 0-4-16,0 0-6 0,0 0-7 0,0 0-3 15,1-28-4-15,2 19-2 0,-2-1 2 0,5-3-6 16,1-4-3-16,-1 0-5 0,5 0-5 0,0 0-1 16,3 4-8-16,4-7 4 0,-4 7-3 0,3 0-4 15,-1 2 0-15,2 4-1 0,0 0-4 0,-1 2 3 16,-3 3 3-16,0 0-6 0,0 2 1 0,-3 3 2 16,4 0 0-16,-4 5 0 0,-1 0-1 0,0 0 4 15,2 6-6-15,-4-4 8 0,-3 0-1 0,0 3-5 16,0 3 3-16,-1-1 0 0,-2-3 5 0,1 4-2 15,-3 1 2-15,0-6 5 0,-2 2-10 0,1-1-26 16,0-2-19-16,-4 1-25 0,2 0-31 0,0 0-46 16,0 1-44-16,0-5-33 0,1-1-38 0,1 1-140 15,1-7-439-15,-4 7 193 0</inkml:trace>
  <inkml:trace contextRef="#ctx0" brushRef="#br0" timeOffset="-115068.2">9018 13447 194 0,'3'-7'186'16,"-3"7"-16"-16,0 0-3 0,0 0-3 0,0 0-2 15,0 0-1-15,0 0-8 0,4 17-16 0,-3-8-10 16,0 2-5-16,-2 1-16 0,1-2-11 0,-3 3-7 16,6-1-9-16,-6 1-8 0,3 2-8 0,-1-1-7 15,-1-4-4-15,0 2-14 0,1 0-28 0,0-3-23 16,-1 3-26-16,1-3-33 0,1-9-25 0,-4 17-30 15,2-11-27-15,1 0-26 0,-2 0-107 0,3-6-310 16,0 0 137-16</inkml:trace>
  <inkml:trace contextRef="#ctx0" brushRef="#br0" timeOffset="-114567.7">9176 13621 112 0,'0'0'208'16,"0"0"-8"-16,16-3-11 0,-7 0-5 0,-2 1-9 15,-1 0-7-15,3-4-16 0,0 1-8 0,1-2-7 16,-1 0-11-16,5-3-9 0,-1 0 0 0,-3 2-7 16,0-5-4-16,-2 3-8 0,-3 1-6 0,1-3-9 15,-1 0-12-15,-2 2 0 0,-2 1 0 0,-1 1-3 16,0 1-6-16,0 7-7 0,-4-12-6 0,-1 9-3 15,5 3-5-15,-17-4-7 0,6 6-3 0,-3 3 3 16,-1 3 1-16,-2 5 6 0,1 0 0 0,-3 5-6 16,3-4 2-16,6 0-7 0,1 0 0 0,1 2 2 15,1-3-6-15,4 3 4 0,1-4-3 0,2 0-3 16,0 0 7-16,3 0-6 0,5-2-5 0,-2-1-5 16,6 0 1-16,3-1-1 0,2-1-2 0,1-3-5 15,1 0-16-15,3 0-15 0,-1-3-25 0,0 3-22 16,1-4-31-16,-2 0-37 0,-3 2-35 0,-2-3-43 15,2 0-39-15,-5-1-187 0,0 2-478 0,-2-3 211 16</inkml:trace>
  <inkml:trace contextRef="#ctx0" brushRef="#br0" timeOffset="-113841.77">9086 13207 213 0,'0'0'231'0,"0"0"-7"0,4-7-15 16,-4 7-8-16,0 0-23 0,0 0-13 15,0 0-8-15,0 0-18 0,0 0-12 0,0 0-14 16,4-6-11-16,-4 6-15 0,0 0-7 0,0 0-5 0,0 0-8 16,0 0-9-16,0 0 1 0,0 0-12 0,0 0-24 15,0 0-27-15,15 10-36 0,-11-6-38 16,-4-4-54-16,10 6-43 0,-3-4-180 0,0 0-384 15,0 1 171-15</inkml:trace>
  <inkml:trace contextRef="#ctx0" brushRef="#br0" timeOffset="-111198.88">9820 13264 36 0,'-3'-10'173'0,"3"10"-5"15,0 0-12-15,-3-7-3 0,3 7-29 16,0 0-14-16,0 0 1 0,-12 2-1 0,4 4-1 15,-1 3 3-15,-4 6-5 0,-1 6 3 0,-3 3 2 16,1 3-2-16,0 4-8 0,-2-2-1 0,-3 3-4 16,8 0-8-16,-1 0-9 0,3-3-5 0,2 1-2 0,3-1 3 15,2 0 0-15,2 0-4 0,5-2-1 16,2 1-6-16,3-2 0 0,-1-2-3 0,5-1-8 16,1-2-6-16,-3-4-5 0,1-2-2 0,5 0 2 15,-1-1-6-15,2-2-7 0,-3-1-7 0,2-1-18 16,0-1-24-16,2-2-29 0,-3 0-30 0,2-1-49 0,-6-1-33 15,3-4-53-15,-4-1-45 0,-1 0-130 16,0-1-420-16,-9 1 186 0</inkml:trace>
  <inkml:trace contextRef="#ctx0" brushRef="#br0" timeOffset="-110740.96">10000 13399 128 0,'0'0'207'0,"-1"-7"-19"0,1 7-16 0,0 0-18 16,0 0-17-16,9-7-10 0,-2 6-16 0,6-1-6 0,-2 1-11 15,7-1-7-15,-1 0-9 0,1 1-5 0,-1 2-10 16,-4-1-5-16,-1 0-5 0,0 0-5 0,-1-1-6 15,-1 2-2-15,-3-1-3 0,4 2-6 0,-3-2-2 16,-8 0-3-16,10 3-3 0,-5-3-3 0,-5 0 0 16,8 7 8-16,-6-2 6 0,-2-5 6 0,2 14 10 15,-6-4-2-15,-5 5 0 0,0 2 0 0,-6 4 1 16,-2 0 1-16,-5 1 2 0,2 1-1 0,-2 0-2 0,-1-1-5 0,4-2-2 16,-2 0-1-16,2 1-5 0,4-7-2 0,1 1-1 15,4-2-4-15,1 0-2 0,1-4-9 0,1-1 1 16,1 0 0-16,2-1 2 0,2 0-3 0,1-1 0 15,1-6 2-15,-2 10-1 0,2-10 3 0,4 6-3 16,3-3-1-16,2-1 0 0,3-2-1 0,-1 2 2 16,9-4-9-1,-2 1 3-15,4-1-8 0,-2-2-20 0,2 2-29 0,-2 0-27 16,1 0-31-16,-2 0-43 0,1 0-37 0,2-1-39 16,-3 0-24-16,0 1-131 0,2-1-406 15,-6 1 179-15</inkml:trace>
  <inkml:trace contextRef="#ctx0" brushRef="#br0" timeOffset="-110455.74">10418 13627 30 0,'14'-2'195'0,"-14"2"-4"16,13 1-12-16,-13-1-8 0,12 4-5 0,-7 0-1 16,1 1-9-16,0 2-11 0,-3 0-13 0,-1 2-10 0,-3 0 0 15,0 0-7-15,-2 8-5 0,-3-3-5 0,-2 0-8 16,-1 0-4-1,-2 1-5-15,-1-3-7 0,-2 1-5 0,2-2 0 16,-3-2 0-16,6-1-5 0,-2-1-1 0,1-2 2 16,3-1 4-16,2 0-1 0,0 0 3 0,5-4-2 15,-9 5-9-15,9-5-7 0,-6 4-4 0,6-4-3 0,0 0 10 16,0 0-24-16,0 0 6 0,0 0-14 16,0 0-2-16,0 0-8 0,24-3-9 0,-11 3-20 0,6-1-15 15,0 1-33-15,0-3-29 0,-1 0-36 0,2-1-34 16,0 3-44-16,1-3-36 0,1 1-42 0,-3 1-144 0,3-1-457 15,-3-2 202-15</inkml:trace>
  <inkml:trace contextRef="#ctx0" brushRef="#br0" timeOffset="-110240.03">10741 13537 30 0,'0'0'237'0,"0"0"-6"15,-5-4-14-15,5 4-17 0,0 0-16 0,0 0-14 16,0 0-9-16,0 0-3 0,17-2-14 0,-5 1-9 16,0 1-16-16,1 0-12 15,6 0-13-15,1-2-8 0,-3 1-9 0,1 1-10 16,1-1-26-16,-1 1-23 0,-3 0-36 0,3 0-36 16,-5 0-36-16,1-3-35 0,-3 3-35 0,0-1-20 15,-4 0-129-15,-7 1-333 0,0 0 147 0</inkml:trace>
  <inkml:trace contextRef="#ctx0" brushRef="#br0" timeOffset="-110002.86">10928 13411 19 0,'0'0'210'0,"0"0"-9"16,-7-6-12-16,7 6-18 0,0 0-18 0,0 0-6 16,0 0 11-16,0 0 7 0,0 0-9 0,-5 20-3 15,3-9 2 1,3 2-5-16,-4 1-4 0,1 3-5 0,-1-3-10 15,-2 3-6-15,1 0-10 0,3-1-3 0,-2 0-3 16,-2 0-6-16,5-1-14 0,-1-1-9 0,-3 2-7 16,2-3-8-16,1-1-6 0,-1 1-8 0,0-1-17 15,0 1-26-15,1 0-32 0,-2-5-30 0,1 4-30 16,-1-1-47-16,2 0-52 0,-2-3-48 0,3-8-230 16,-3 14-498-16,3-14 221 0</inkml:trace>
  <inkml:trace contextRef="#ctx0" brushRef="#br0" timeOffset="-109618.24">11112 13413 82 0,'0'0'199'0,"10"-2"-2"16,-4 2-14-16,-6 0-12 0,20-3-14 0,-9 3-13 15,3 1-10-15,3-1-11 0,-3 2-4 0,-1-2-10 16,1 2-10-16,-3-1-6 0,1 0-11 0,-5 1-8 16,1-1-6-16,-2 1-3 0,-6-2-15 0,11 1-3 15,-6 3 10-15,-5-4 4 0,2 8 11 0,-4 2-2 16,-5 0 1-16,0 5 4 0,-4-1 4 0,-3 2-2 16,-1 4-5-16,-2 2 2 0,1 0-8 0,2-7 1 15,-3 6-3-15,3-7-7 0,0 0 3 0,4 0-2 16,-2 0-3-16,3 0-2 0,3-3-7 0,-2-3-2 15,2 3 4-15,2-5-10 0,0 1-2 0,2-1-4 16,2-6-2-16,-3 11-4 0,2-5-1 0,1-6 1 16,2 9-4-16,-2-9-1 0,7 7-1 0,-3-4-3 15,3-1-3-15,3-1 0 0,2 0-8 16,1-1-22-16,0 0-28 0,1-2-26 0,3 2-35 0,1-2-46 16,-5-1-52-16,6 0-45 0,-2-1-43 0,-3 2-163 15,-3-2-492-15,7-2 219 0</inkml:trace>
  <inkml:trace contextRef="#ctx0" brushRef="#br0" timeOffset="-109202.02">11427 13641 137 0,'8'-1'212'0,"-8"1"-1"16,11-3-14-16,-11 3-11 0,11 3-11 0,-2-2-4 15,0 2-11-15,-3 0-8 0,0 0-5 0,4 4-17 16,1-2-4-16,-3 1-7 0,-2 1-5 0,-1 0-7 15,-1-2-8-15,2 2-8 0,-2 0-4 0,-1 1-3 16,-1-2-3-16,-2 1 0 0,0-7-6 0,-2 15-5 16,-1-7-5-16,-2-2 3 0,-2 1-11 0,0-1-4 15,-1 1-4-15,1-2-5 0,-1-1-4 16,3 0 0-16,5-4-3 0,-8 6-14 0,4-3 4 0,4-3-6 16,-6 5-2-16,6-5-9 0,0 0-2 0,-5 4 1 15,5-4-2-15,0 0 1 0,0 0-1 0,0 0-5 16,18 6 3-16,-13-3 3 0,-5-3-9 0,13 3 0 15,-7-1 0-15,-1 0 0 0,0 2 1 0,3 0 2 16,-3 0-3-16,0 2 0 0,2 1-2 0,-1-3 6 16,-3 3-6-16,-1-1 3 0,-1 0 3 0,-1-6-3 15,3 13 3-15,-4-6 0 0,1-7 2 0,-3 12 3 16,1-5-2-16,-1 0 3 0,-3 0 1 0,1-1-1 16,-2 0 3-16,0-3-4 0,-4 0 0 0,1 3-12 15,-1-2-13-15,-1-1-27 0,2 0-26 0,-4-2-39 16,1 0-46-16,-1 1-48 0,6-5-64 0,-3 2-205 15,-2-4-510-15,4 0 226 0</inkml:trace>
  <inkml:trace contextRef="#ctx0" brushRef="#br0" timeOffset="-108934.52">11765 13367 86 0,'0'0'254'0,"13"4"-2"0,-3 1-5 0,1 6-15 15,3 3-10-15,3 5-15 0,-3 2-12 0,-1 2-15 16,1 3-10-16,0 1-18 0,-2 0-13 0,-1 1-9 16,-1 0-14-16,-2-2-12 0,-3 1-6 0,-5 2-12 15,0-4-4-15,-2 2-10 0,-2-3-6 0,-3 2-8 16,-4-1-2-16,-3-1-8 0,-1-2-20 0,-4 2-8 15,-1-3-16-15,-2-3-19 0,-2 1-20 0,-2-2-35 16,1 0-53-16,-2-2-55 0,4 1-62 0,-5-3-201 0,1-3-477 16,0-1 211-16</inkml:trace>
  <inkml:trace contextRef="#ctx0" brushRef="#br0" timeOffset="-106567.39">12165 13697 151 0,'0'0'189'0,"0"0"-5"0,0 0-19 16,0 0-9-16,0 0-19 0,0 0-8 0,0 0-8 15,25-12-2-15,-12 7-6 0,5 2-9 0,5-1-9 16,-4 3-7-16,9-5-6 0,-1 2-6 0,2 1-6 16,-8 2-10-16,1-2-7 0,0-1-3 0,-3 3-4 15,2 0-7-15,-3 0-3 0,1 0-1 0,-2 1-21 16,-6 0-21-16,1 0-29 0,-6 0-34 0,3 1-24 15,-9-1-26-15,12-1-16 0,-12 1-15 0,0 0-132 16,0 0-308-16,0 0 137 0</inkml:trace>
  <inkml:trace contextRef="#ctx0" brushRef="#br0" timeOffset="-106318.63">12391 13559 26 0,'-2'-9'199'0,"2"9"5"15,-2-6 8-15,2 6-3 0,-4-7-16 0,4 7-12 16,0 0-15-16,0 0-22 0,-3-7-18 0,3 7-13 16,0 0-11-16,0 0 11 0,0 0 4 0,0 0 1 15,1 25 4-15,-2-12-8 0,-1 0-6 0,2-1-1 16,-1 4-4-16,1 1-9 0,0 0-5 0,0-2-3 16,0 2-10-16,-1-2-4 0,-1 0-7 0,5 2-8 15,-4-2-5-15,1-1-1 0,-2-2-6 0,2 1-10 16,0 0-28-16,-2-2-28 0,0 2-31 0,2-4-39 15,-2 0-31-15,1 1-41 0,1-10-38 0,0 11-54 16,0-11-179-16,0 0-470 0,-3 14 208 0</inkml:trace>
  <inkml:trace contextRef="#ctx0" brushRef="#br0" timeOffset="-105885.84">12617 13453 29 0,'9'-2'204'0,"3"1"-7"0,3 0-15 0,4-1-12 0,-1 2-12 16,3 0-10-16,-1-2-9 0,7 2-9 0,-5 0-11 16,-1 0-7-16,-1-1-8 0,2 2-6 0,-3-1-8 15,-2 0-5-15,-3 2-6 0,-3-2-9 0,-4 0-5 16,2 0-9-16,-9 0 4 0,13 0-13 0,-13 0-7 0,7 3 7 15,-7-3 7-15,2 9 14 0,-2-9-5 16,-9 17 0-16,-2-3 5 0,-1 0-1 0,-5 6-2 16,-1 3-1-16,-1-2 8 0,0 0-1 0,0 1-2 15,0-3 0-15,-4 1-8 0,5-2-2 0,1 1-6 16,2-5-4-16,3 3-5 0,0-1-4 0,3-3-2 16,2-3-5-16,1-1 0 0,-2 0-10 0,4 0 0 15,-2-2 8-15,6-7-11 0,-5 10-1 0,5-6 1 16,0-4-3-16,0 8-1 0,0-8 0 0,0 0-3 15,9 6-3-15,-3-4 3 0,8-1 4 0,-5-2-3 16,10 1-4-16,0-3-4 0,2 1-16 0,-1 0-22 16,0-1-20-16,0-1-27 0,1-2-25 0,-4 4-25 15,4-2-37-15,-6 1-43 0,3-3-25 0,-1 0-29 16,-5 3-174-16,-1-1-474 0,1 0 209 0</inkml:trace>
  <inkml:trace contextRef="#ctx0" brushRef="#br0" timeOffset="-105628.96">13059 13680 154 0,'0'0'179'0,"9"2"-7"0,-9-2 1 0,10 4-2 15,-6 0-13-15,2 1-2 0,-4 1 5 0,-1 6-2 0,1-4-6 16,0 2-16-16,-4 0-7 0,0 2 0 16,-1-2-7-16,-5 4-7 0,-2 1-5 0,-1-2-3 0,0-1-6 15,-3 1-8-15,1 0-8 0,-1-2-7 16,1 0-9-16,4-4-4 0,0 0-2 0,0 0-11 15,2-2-7-15,3 0-1 0,0-1-3 0,4-4-7 16,-10 5-3-16,10-5-4 0,-4 6-2 0,4-6-3 16,0 0 2-16,0 0-6 0,0 0 1 0,10 8 0 15,-2-5-15-15,5-4-19 0,-2 1-21 0,5 0-33 16,3-3-30-16,0-1-50 0,2 1-48 0,8-6-51 16,0 3-198-16,-2-1-480 0,0-1 212 0</inkml:trace>
  <inkml:trace contextRef="#ctx0" brushRef="#br0" timeOffset="-105202.89">13352 13456 132 0,'-6'-3'213'16,"6"3"-13"-16,0 0-3 0,0 0-7 0,0 0-10 15,0 0-17-15,0 0-14 0,19-4-8 0,-7 4-15 0,5 1-10 16,0 0-5-16,-3 1-6 0,7-2-5 0,-6 0-9 16,-4 1-5-16,3 1-9 0,-5-2-10 15,2 3-4-15,-4-1-11 0,0 0-4 0,-7-2-3 16,10 8 0-16,-10-3 13 0,2 5 8 0,-4 2 7 0,-2 2 3 16,-3 4 0-16,-4 4 5 0,-2-5 6 0,-1 3-7 15,-2 2-9-15,1-2-6 0,-3 2 5 0,3-3 0 16,1-4-3-16,0 6 1 0,2-7-13 15,2-2-7-15,1 1-1 0,3-3-6 0,0-1 2 16,-2-2-4-16,3 1-8 0,1-2 6 0,0-1-12 0,3 0-2 16,1-5-1-16,-7 7 0 0,7-7-4 0,-2 5-1 15,2-5 4-15,0 0 2 0,0 9-3 0,0-9-5 16,0 0 5-16,12 7-7 0,-4-5 0 0,5-1-1 16,6-1-11-16,-1 0-21 0,2 0-26 0,0-1-27 15,-1-1-34-15,0-2-31 0,4 0-31 0,-3 3-47 16,6-4-41-16,-5-2-34 0,0 2-208 0,-4 1-542 15,1-1 240-15</inkml:trace>
  <inkml:trace contextRef="#ctx0" brushRef="#br0" timeOffset="-104817.68">13740 13689 45 0,'0'0'234'0,"8"-2"1"0,-8 2-9 0,12-2-11 16,-12 2-13-16,11 1-14 0,-2 2-6 0,0-1-6 15,-2 1-10-15,1 1-15 0,-1 1-3 0,3 1-5 16,-4 2-6-16,3-2-7 0,-5 5-10 0,4-4-6 16,-6 2-4-16,2 0-4 0,-4-2-8 0,0 4 1 15,0-2 1-15,-4 2-3 0,2-1-8 0,-6-3-3 16,-1 5-9-16,-1-4 2 0,-2 3-11 0,1-3-7 16,2-1-7-16,-1-1-23 0,0 0 11 0,3 1-2 15,1-1-19-15,-2-3 11 0,6 2-9 0,2-5-4 16,-7 9 2-16,5-3-11 0,2-6-4 0,0 0 3 15,9 13-3-15,-2-10-5 0,2 3-2 0,0-2-3 16,0 2 4-16,0-3 0 0,4 2 3 0,-6 1-6 16,3-1 6-16,-2 1-4 0,3 0-1 0,-3 0 9 15,-4-1-14-15,3-1 3 0,-5 2 1 0,2 0 10 16,-4-6-10-16,0 13 17 0,0-13-5 0,-5 11 1 16,-3-5-17-16,-2 0 21 0,2 1 0 0,-3 0-8 15,-3-2-1-15,-2 1 4 0,-2 1-6 0,1-1-22 16,-4-1-29-16,1-2-26 0,2-1-24 0,-3-1-30 15,-1-2-37-15,0 2-53 0,2-3-49 0,-1 0-275 16,-6-2-587-16,-1-2 260 0</inkml:trace>
  <inkml:trace contextRef="#ctx0" brushRef="#br0" timeOffset="-103619.64">11358 12887 31 0,'0'0'128'0,"0"0"-3"0,0 0-1 15,0 0-6-15,-6-4-8 0,6 4 4 0,0 0-7 16,0 0-1-16,0 0-9 0,0 0-6 0,0 0-6 16,0 0-2-16,22-3-6 0,-10 3-1 0,1-2-5 15,1 0-7-15,4 1-1 0,10-1-2 0,-7 1-5 16,6 0-4-16,-2-1-2 0,5-1 3 0,-2 1-5 16,4 1-3-16,1 1-5 0,3-4 2 0,-1 4-4 15,0 0-5-15,3-2-7 0,2 3 4 0,-1-2-1 16,-1 0-6-16,14-2 1 0,-16 1-2 0,3 2-5 15,2-1 0-15,-4 0-1 0,13-1 1 0,-9 2-4 16,0-2-6-16,-3 2 5 0,-1-2 2 0,5 2-7 16,9 0 2-16,-12 0-3 0,1 0 1 0,0 0 2 15,-4 0-3-15,3 0 3 0,-4-2-4 0,3 2 4 16,-2 0-4-16,-2-1-4 0,-1 1 5 0,4-1-4 0,-1-1 2 16,2 4-2-16,-2-2 0 0,0-2 2 15,1 2-1-15,0 0-5 0,-3 0 5 0,2-1-2 16,-3 1 2-16,-1-2-1 0,3 1 3 0,-1 0-5 15,-3-1 2-15,-4 2-3 0,1 0 3 0,-1-2 1 16,2 1-1-16,-7 0-3 0,0-2 1 0,5 1 3 16,0 1-3-16,-6 1 3 0,-2-2-5 0,0 2 3 15,2-1 1-15,0 1-3 0,0 0 2 0,-1-2-3 16,0 1 3-16,-2 1-1 0,1 0 3 0,0 0-2 16,-2 1-1-16,2-1-1 0,-3 2 4 0,2-1-3 15,-2-1 0-15,2 0 2 0,-5 0 1 0,8-1-2 16,-6 1 1-16,3 0 1 0,0 0 1 0,-4-2 3 15,3 2 4-15,-3 0-2 0,-1-1 5 0,-1 0 1 16,-1 1-1-16,-2 0 1 0,-9 0-1 0,16 0-3 0,-8 0 7 16,-8 0-1-16,11 0 1 0,-3-2-4 0,-8 2 2 15,9 2-3-15,-9-2 1 0,13 0-3 16,-13 0-1-16,11 0 1 0,-11 0 2 0,9 0-3 16,-9 0-4-16,9 1 2 0,-9-1-2 0,10 1 1 0,-10-1-1 15,8 0 0-15,-8 0 0 0,0 0-1 0,7 2 1 16,-7-2 3-16,0 0 5 0,0 0-3 0,0 0 6 15,0 0-2-15,0 0 0 0,0 0 0 16,9-3 8-16,-9 3-7 0,0 0-8 0,0 0 2 0,0 0 2 16,0 0-4-16,0 0 4 0,0 0-9 0,0 0-5 15,0 0-9-15,0 0-10 0,0 0-14 0,0 0-22 16,0 0-12-16,0 0-34 0,0 0-14 0,0 0-47 16,0 0-26-16,-34 7-202 0,25-6-424 0,-4 0 188 15</inkml:trace>
  <inkml:trace contextRef="#ctx0" brushRef="#br0" timeOffset="-94947.14">4933 14958 123 0,'-11'0'136'0,"11"0"-3"0,-11-3-9 15,11 3 4-15,-10-2-12 0,10 2 1 0,-12 0-2 16,12 0-1-16,-11 1-2 0,11-1-6 0,-13 0 0 16,8 1-5-16,5-1-6 0,-12 2 0 0,12-2-3 15,0 0-1-15,-10 1-2 0,10-1-1 0,-6 2-5 16,6-2-2-16,0 0-6 0,0 0-3 0,0 0-5 15,-11 1-7-15,11-1-3 0,0 0-6 0,0 0-4 16,0 0-2-16,0 0-8 0,0 0 0 0,0 0-9 16,0 0-1-16,0 0 3 0,0 0-4 0,0 0-5 15,0 0 2-15,0 0-1 0,0 0 0 0,31-1-5 16,-19 1-1-16,4-1 0 0,3-1 0 0,3 0-1 16,-3 0-2-16,0-1-3 0,2 3 2 0,-4-1-3 15,0 0-2-15,1-2-20 0,0 6-16 0,1-4-16 16,-3 2-27-16,-5-2-29 0,2 2-37 0,-1-1-42 15,-2 0-34-15,-3 0-175 0,1 2-421 0,-8-2 187 16</inkml:trace>
  <inkml:trace contextRef="#ctx0" brushRef="#br0" timeOffset="-94718.4">4728 15107 151 0,'0'0'175'15,"-7"1"-5"-15,7-1-7 0,0 0-6 0,0 0-16 16,0 0-12-16,26 3-10 0,-14-3-13 0,2 0-9 16,4-2-10-16,2 1-8 0,10 1-6 15,-1-1-17-15,-1 1-32 0,1 0-43 0,0-4-45 0,-1 2-46 16,0 0-146-16,-9 2-277 0,3-2 123 15</inkml:trace>
  <inkml:trace contextRef="#ctx0" brushRef="#br0" timeOffset="-91597.1">6372 14454 36 0,'0'-9'138'0,"0"9"-11"0,2-11-6 0,-2 11-1 16,1-9 2-16,-1 9-3 0,2-10-13 0,-2 10-5 16,0-7-8-16,0 7 3 0,0-9-6 0,0 9-2 15,4-6-4-15,-4 6-4 0,0 0-5 0,0 0-10 16,1-7-6-16,-1 7-3 0,0 0-6 0,0 0-7 16,0 0-10-16,0 0-2 0,0 0 0 0,0 0-4 15,0 0-1-15,0 0-5 0,0 0-3 0,0 0-3 16,0 0-2-16,0 0 1 0,5 22 7 15,-5-13 1-15,1 4 3 0,2 4 5 0,-2 1 1 0,-2 1 0 16,-3 5 0-16,3-1 6 0,-1 4-3 0,1-8 0 16,0 6-4-16,0-5 1 0,1 3 3 0,-3 2-5 15,4-6-1-15,-1-3 2 0,0 2-5 0,0-2 8 16,2-1-9-16,-1-2-5 0,-1-3-2 16,1 3 2-16,0-4-6 0,-1 0 1 0,0-1-2 15,2-2 3-15,0 3-2 0,1-3-6 0,-3-6 2 0,1 10-4 16,-1-10 3-16,1 7-1 0,-1-7 1 0,0 8-2 15,0-8 3-15,0 0-1 0,0 0 4 0,2 6 9 16,-2-6-1-16,0 0 11 0,0 0 2 0,0 0-1 16,0 0 0-16,0 0-7 0,0 0-6 0,0 0 1 15,0 0-4-15,0 0 1 0,2-24-3 16,2 14 1-16,1-2-6 0,0 2 1 0,4-3 1 16,1 0-2-16,-1-1-4 0,7 3 0 0,-5-1-3 0,2 0-6 15,1 1 2-15,0 2-2 0,1 0-1 0,1 1 1 16,-1 2-4-16,1 2 1 0,-4 0 0 0,2 3 3 15,0 1-2-15,-1 1 0 0,-3 2-2 16,2 2 2-16,-2-1 0 0,-2 3 1 0,2 2-3 16,-4-1 4-16,1 1 1 0,-5 3 0 0,2-3 1 15,0 2-1-15,1-1 0 0,-2 0 1 0,-2 1 0 0,0-1 1 16,0 1 3-16,-1-2-2 0,0 1-6 16,0 0-20-16,-1-4-16 0,0 2-21 0,1-8-25 15,-1 11-29-15,-2-5-22 0,3-6-21 0,1 10-21 0,-1-10-16 16,-1 6-150-16,1-6-373 0,0 0 165 15</inkml:trace>
  <inkml:trace contextRef="#ctx0" brushRef="#br0" timeOffset="-91369.18">6843 14672 62 0,'3'-9'163'0,"-3"9"-6"15,2-5-19-15,-2 5-11 0,0 0-2 16,0 0 0-16,0 0 3 0,0 0-6 0,5 19-6 15,-3-10-10-15,-2-1-6 0,1 2-7 0,-1 0-11 0,1-1-3 16,0 1-11-16,1 1-1 0,-1-2-11 0,2 1 1 16,-1-1-9-16,-1 0-3 0,-1 1-5 0,2 0-5 15,-2-4-13-15,1 2-17 0,-1-8-25 16,0 12-26-16,0-3-24 0,0-1-45 0,-1 1-29 16,1-9-28-16,-3 13-95 0,1-11-288 0,2-2 127 15</inkml:trace>
  <inkml:trace contextRef="#ctx0" brushRef="#br0" timeOffset="-91201.38">6888 14498 15 0,'8'6'47'0,"-1"-1"-31"0,1 3-29 0,0 1-15 16,-1-1 7-16</inkml:trace>
  <inkml:trace contextRef="#ctx0" brushRef="#br0" timeOffset="-90840.99">7058 14807 42 0,'0'0'174'0,"0"0"-2"0,0 0-5 16,5 4-2-16,-5-4-1 0,0 0-12 0,14-4-9 16,-14 4-4-16,12-3-2 0,-1 0-8 0,-1-2-7 0,-1 1-9 0,3-2-7 0,-3 1-4 15,1-4-10-15,-1 1-9 0,0-1 0 0,-3 2 0 0,1-2-4 16,-2 0-9-16,1 0-5 0,-2 0-10 0,-2 1 1 16,0 2-2-16,-2 6-6 0,1-16-3 15,-1 16-8-15,-4-10-6 0,0 6-1 0,-3 1-6 16,7 3-5-16,-16-3 2 0,7 4-5 0,-3 5-2 15,1 1-3-15,-4 2-1 16,0 4 0-16,0 0 1 0,2 1-6 0,-1 0 3 0,2 1-1 16,3 3-1-16,0-1 3 0,4-2 2 0,1 2-2 15,2-2 0-15,0 0-1 0,5-2 9 0,1-2-8 16,1 0-2-16,2 1-1 0,1-5-4 0,5 4-17 16,0-6-18-16,4 3-23 0,0-3-34 0,0-2-40 15,0-2-35-15,2 1-44 0,-5-2-31 0,-3 1-136 16,5-2-405-16,-4 1 180 0</inkml:trace>
  <inkml:trace contextRef="#ctx0" brushRef="#br0" timeOffset="-90492.29">7664 14408 180 0,'-2'-10'207'0,"2"10"-17"16,0 0-7-16,0 0-6 0,0 0-6 15,-21 10-1-15,9 0 2 0,-1 6-8 0,-2 6 6 0,-1 4-10 16,4 1-2-16,-3 1-4 0,3 1-9 0,1 0 1 15,-3 1-10-15,3-2-1 0,4-1-15 16,-1 1-8-16,4-2-6 0,0-1-8 0,4-5-7 16,-1 0-9-16,5 5-12 0,0-5-1 0,5-2-11 0,-3-1-2 0,6 5-6 31,-1-6-7-31,2-3-24 0,0 0-25 0,2 1-27 0,0-2-35 16,3-2-35-16,0 0-28 0,-1 0-68 0,0-1-35 15,0-2-47-15,0 1-176 0,-2 0-493 0,-3-4 218 16</inkml:trace>
  <inkml:trace contextRef="#ctx0" brushRef="#br0" timeOffset="-86649.94">8017 14547 107 0,'0'0'173'0,"0"0"-11"0,-12-3-5 15,12 3-10-15,0 0-9 0,-9-3-11 0,9 3-9 16,0 0-13-16,0 0-7 0,0 0-11 0,-8-2-4 15,8 2-1-15,0 0-8 0,0 0-3 0,0 0-4 16,26 2-6-16,-15-2-3 0,2 2-8 0,4-2 1 16,-1 0-10-16,2 1-4 0,-1-2-4 0,-3 1-2 15,0 1 1-15,4-2-5 0,-3 1-1 0,-2 0-5 16,-3-2 3-16,1 4-6 0,-4-2-4 0,-7 0 1 16,10 1-2-16,-10-1-3 0,11 0 0 0,-11 0 1 15,6 1-3-15,-6-1-4 0,0 0 0 0,0 0-1 16,6 5 0-16,-6-5 16 0,-2 10 13 0,2-10 1 15,-13 20-3-15,5-5 0 0,-2 1 1 0,-4 4-20 16,-1 2 6-16,-4-2 2 0,2 3-4 0,0-2-1 16,0-1 3-16,5-3-4 0,0-1 2 0,-2 0-1 15,1-3-2-15,3 2 1 0,0-3 3 0,1-2-3 16,2-1 2-16,-1 0-2 0,1-1-2 0,1-2 3 16,2 1-1-16,2-3-3 0,2-4 4 0,-8 7-9 15,8-7 1-15,-4 7 1 0,4-7 3 0,0 0 0 16,0 0-1-16,13 9-3 0,-7-9 3 0,2 1-6 15,2 1 3-15,4-2-3 0,-2 0 3 0,2 0 0 16,4 0 1-16,0 0-10 0,-4 2-18 0,4-1-19 16,-4-2-20-16,4 1-31 0,-6 0-26 0,4 0-28 15,-3 0-23-15,0 1-13 0,-1-2-11 0,1 1-130 16,-2 1-348-16,-11-1 153 0</inkml:trace>
  <inkml:trace contextRef="#ctx0" brushRef="#br0" timeOffset="-86417.83">8350 14783 106 0,'0'0'191'0,"0"0"-9"0,4-7-13 15,-4 7-12-15,0 0-17 0,2-4-13 0,-2 4 17 16,0 0-2-16,0 0-4 0,0 0 3 0,0 26-7 16,2-16-8-16,-4 3-11 0,2-3-7 0,-3 6-7 15,4-4-8-15,-4 1-8 0,2 3-6 0,-3-6-10 16,3 7-3-16,-2-6-12 0,2 1-1 0,0-1-5 15,-1 1-18-15,0-1-21 0,1 0-31 0,-1-1-30 16,1 0-40-16,1-4-33 0,0-6-47 0,1 12-30 16,1-6-155-16,-2-6-387 0,0 0 171 0</inkml:trace>
  <inkml:trace contextRef="#ctx0" brushRef="#br0" timeOffset="-86198.07">8547 14790 90 0,'0'0'214'15,"0"0"-14"-15,1-7-15 0,-1 7-10 0,0 0-19 16,0 0-9-16,12-2-12 0,-5 0-11 0,5 4-16 16,-1-4-10-16,2 2-10 0,1 0-4 0,4-3-11 15,2 2-24-15,-1-2-21 0,1 1-26 0,-2 1-24 16,-2-2-57-16,-2 1-31 0,-1 0-25 0,-1-1-134 15,-5 2-290-15,-7 1 128 0</inkml:trace>
  <inkml:trace contextRef="#ctx0" brushRef="#br0" timeOffset="-85969.7">8754 14605 140 0,'0'0'182'0,"0"0"1"0,0 0 7 15,0 0-7-15,-1 32-5 0,1-22-1 0,-3 9-8 16,3-4-9-16,-3 2-5 0,0 0-7 0,0 1-12 16,2-1-9-16,-2 1-14 0,2-3-6 15,-3-3-11-15,4 5-9 0,-4-2-8 0,2 2-6 16,-1-4-10-16,2-3-4 0,-2 2-14 0,1-1-15 16,-2 0-24-16,1-1-29 0,-1-1-28 0,3 1-39 0,-1-3-52 15,2-7-26-15,0 11-40 0,0-11-160 0,-4 9-397 16,4-9 175-16</inkml:trace>
  <inkml:trace contextRef="#ctx0" brushRef="#br0" timeOffset="-85569.68">8911 14650 164 0,'0'0'182'0,"14"0"-13"0,-6 0-10 16,0 2-15-16,-8-2-14 0,17 2-7 16,-5-2-4-16,-2 0-11 0,0 2-7 0,1-2 3 0,-3 1-8 15,1 0-4-15,-2 0-12 0,-7-1-5 0,11 0-4 16,-11 0-9-16,9 2-8 0,-9-2 2 16,0 0-15-16,8 2 3 0,-8-2 1 0,0 0 7 15,-1 14-1-15,1-14 6 0,-8 18 2 0,-1-4 9 16,-1-1-9-16,-1 5 0 0,-2-3-5 0,-2 6 1 0,-1 1 2 15,0-2 2-15,4-3-7 0,0-1 0 16,2 0-10-16,-1 0 4 0,2-1 1 0,-1-5 4 16,4 0-12-16,1 1 0 0,0-3-6 0,1-2-4 15,2 0-1-15,2-6-5 0,-4 10 0 0,1-6-1 16,3-4-2-16,0 0 3 0,0 0-6 0,5 9 3 0,-5-9-1 16,12 3-7-16,-3-3 2 0,2-2 2 15,1 1-25-15,7-1-12 0,0 1-25 0,-1-4-18 16,1 0-29-16,-2-1-34 0,2 1-36 0,-2-2-36 0,0 3-30 15,1-2-15-15,-5 1-144 0,0 0-418 16,0 1 185-16</inkml:trace>
  <inkml:trace contextRef="#ctx0" brushRef="#br0" timeOffset="-85302.56">9191 14873 5 0,'0'0'178'0,"11"6"-4"16,-11-6-11-16,8 7-4 0,-5-2-1 0,-1 2-2 15,2-2-1-15,2 4-6 0,-3 0-8 0,-2 1-8 0,2 0-8 16,-3 0-8-16,-2 1-6 0,0 0-7 16,-1-1-3-16,-4 0-10 0,0 1-5 0,-2-2-2 0,-2 0-6 15,2 0-3-15,-3-3-8 0,2 4-2 16,4-6-7-16,-1 3-6 0,1-3 2 0,2-2-12 16,4-2-6-16,-9 6 0 0,9-6-7 0,-5 6-2 0,5-6-1 15,0 0 2-15,0 0-8 0,0 0-1 16,4 10-7-16,-4-10-18 0,13 3-18 0,-4-3-21 15,2 0-28-15,3-3-37 0,0 3-37 0,4-3-40 16,4-1-24-16,-3 0-175 0,2-4-417 0,7 0 185 16</inkml:trace>
  <inkml:trace contextRef="#ctx0" brushRef="#br0" timeOffset="-85086.36">9517 14815 96 0,'0'0'208'16,"0"0"-6"-16,0 0-7 0,0 0-5 0,0 0-15 0,0 0-11 15,0 0-14-15,0 0-17 0,33 5-8 16,-21-3-11-16,3-2-11 0,4 0-9 0,-1 0-13 16,0-1-28-16,1 1-25 0,0-3-20 0,-6 2-26 15,2 0-21-15,-3 0-24 0,0 0-37 0,-1-1-26 16,-2 1-21-16,-2-3-124 0,-7 4-295 0,11-5 131 15</inkml:trace>
  <inkml:trace contextRef="#ctx0" brushRef="#br0" timeOffset="-84853.04">9659 14680 41 0,'0'0'198'15,"-7"-3"-10"-15,7 3-17 0,0 0 5 0,0 0-4 16,0 0 10-16,-7 14-5 0,5-5 1 0,1 5-7 15,0-2-4-15,-2 5-8 0,2-2-11 0,0 0-8 16,1-2-5-16,0 3-2 0,-2 0-6 0,2 0-9 16,2-3-11-16,-2 3-11 0,1 0-10 0,0-5-6 15,-1 0-13-15,3-1-5 0,-3 0-8 0,1 0-11 16,-1 0-22-16,1 0-32 0,-1-2-25 0,2-1-31 16,-2 0-44-16,0-7-46 0,0 13-57 0,0-7-46 15,0-6-164-15,-4 11-459 0,1-6 203 0</inkml:trace>
  <inkml:trace contextRef="#ctx0" brushRef="#br0" timeOffset="-84280.8">10005 14695 66 0,'-8'-6'216'0,"8"6"-11"15,0 0-25-15,-6-3-18 0,6 3-18 0,0 0-12 0,0 0-11 16,0 0-7-16,0 0-2 0,0 0-6 0,0 0-6 16,24 8-8-16,-12-6-6 0,-5 0-3 0,1-1-6 15,0-1-4-15,1 1 0 0,1 1-8 16,-10-2-6-16,10 0-4 0,-10 0-7 0,10 2 3 15,-10-2-13-15,9 3-6 0,-9-3-5 0,8 4-1 0,-5 2-2 16,-3-6 16-16,0 16 7 0,-3-4 7 0,-3 6-20 16,-5 0 1-16,-3 5 6 0,-1 0-3 0,-2 0-2 15,1-1 8-15,-3 1-2 0,1-3 1 16,6-5 0-16,1-1-2 0,-2 0 4 0,3-2-2 0,2 0-2 16,0-3-2-16,2-1-4 0,1 2-1 0,1-4-3 15,0 0-3-15,1-1 5 0,3-5-10 0,-2 8-3 16,2-8 0-16,-4 7-1 0,4-7 2 15,0 0-6-15,8 10-4 0,-2-8 4 0,2-1 1 16,5 1-10-16,1-2 3 0,4 0-17 0,0-2-32 0,2 2-27 16,2-3-38-16,0 0-40 0,-1 2-52 0,1-3-35 15,-3-1-33-15,-1 2-160 0,-5 0-461 16,3-2 203-16</inkml:trace>
  <inkml:trace contextRef="#ctx0" brushRef="#br0" timeOffset="-83863.05">10265 14932 161 0,'0'0'221'0,"11"-3"-5"0,-11 3-6 15,11-3-12-15,-4 2-13 0,-7 1-16 16,16 1-9-16,-7 2-8 0,-1 0-8 0,2 1-7 0,-2 0-12 16,0 1 2-16,-1 3-12 0,1-3-7 0,-4-1-4 15,1 4-9-15,-1-3-2 0,-3 3 5 0,2-1-5 16,-3-7 1-16,-3 13-7 0,0-5-2 15,0-2-3-15,-1 0-7 0,-4 2-5 0,2-4-3 16,1 1-14-16,1-1 0 0,-1 0-7 0,5-4-3 0,-7 8-4 16,7-8-7-16,-9 4 0 0,9-4 0 0,-3 4-20 15,3-4-4-15,0 0-5 0,0 0-7 0,0 0 5 16,0 0-7-16,0 0 3 0,12 9-2 16,-12-9-9-16,10 3-2 0,-3 0 1 0,-1 0 0 15,2-1 2-15,-3 0 1 0,1 1-3 0,-6-3 5 0,11 6 1 16,-5-2 1-16,-2 1-1 0,0-1 1 0,-4-4 2 15,2 8-1-15,-2-8 5 0,0 10-1 16,0-10 1-16,-6 8 2 0,6-8 3 0,-9 9-5 16,4-4 16-16,-3 0-10 0,2 0-2 0,-1-2-1 15,-3 2 2-15,0-1 2 0,3-2-9 0,0 2-11 16,-1-3-16-16,1 2-21 0,7-3-28 0,-18 2-30 0,11-2-36 16,7 0-51-16,-14 0-49 0,14 0-220 15,-12-3-504-15,6 0 224 0</inkml:trace>
  <inkml:trace contextRef="#ctx0" brushRef="#br0" timeOffset="-83603.09">10658 14711 194 0,'10'1'225'0,"2"4"-11"15,-1 3 6-15,2 4-9 0,0 0-20 0,1 8-9 16,-1 3-12-16,-3 1-13 0,-1 0-14 0,2 2-12 16,-6-1-13-16,-1-5-10 0,0 5-9 15,-1-6-8-15,-5 6-11 0,1-6-6 0,-3 0-4 16,0-1-9-16,-2 2-4 0,-2-3-7 0,-2 0-3 16,1 0-26-16,-1-3-18 0,-3 2-17 0,3-3-23 15,-4-1-29-15,1 1-43 0,0-2-46 0,-2 1-38 0,0-3-198 16,-3-3-423-16,4 2 187 0</inkml:trace>
  <inkml:trace contextRef="#ctx0" brushRef="#br0" timeOffset="-80086.34">11024 15013 124 0,'0'0'154'0,"-9"-2"4"0,9 2-3 0,0 0-12 0,-12-2-7 16,12 2-9-16,0 0-7 0,-9-1-7 15,9 1-5-15,0 0-11 0,0 0-4 0,0 0-6 16,0 0-14-16,0 0-3 0,0 0-7 0,0 0-5 16,0 0-9-16,28-4-3 0,-16 3-2 0,0 0-3 0,4 1-4 15,0-1 1-15,1-1-6 0,5 0-3 16,-3 0-8-16,2 1 4 0,-1 0-4 0,0 1-3 16,0 0-17-16,-3 0-16 0,0 1-22 0,-3-1-21 15,-1 1-22-15,-2-2-30 0,1 1-26 0,-4 0-8 16,-8 0-17-16,12 0-96 0,-12 0-279 0,8-1 124 15</inkml:trace>
  <inkml:trace contextRef="#ctx0" brushRef="#br0" timeOffset="-79832.88">11222 14862 101 0,'0'0'173'0,"-7"-8"0"0,7 8 1 16,-4-6-7-16,4 6-8 0,0 0-15 15,-3-7-15-15,3 7-14 0,0 0-10 0,0 0-5 16,0 0-2-16,0 0-2 0,-8 13-8 0,5-3-3 16,2 1 1-16,1 0 3 0,-2 2-6 0,0 4 3 15,2-1-11-15,-2 1-6 0,-1-2-6 0,2 0-6 16,-2-1-5-16,2 1-6 0,0-4-4 0,-1 6-3 16,2-5-2-16,-3 2-6 0,1-3 3 0,2 1-15 15,0-2-13-15,-1-1-17 0,1 0-26 0,-1 1-33 16,-1 1-42-16,1-2-34 0,0-2-41 0,1-7-190 15,-2 10-407-15,2-10 180 0</inkml:trace>
  <inkml:trace contextRef="#ctx0" brushRef="#br0" timeOffset="-79352.91">11602 14785 158 0,'0'0'190'0,"0"0"2"0,4-6-13 16,-4 6-12-16,0 0-11 0,9-4-15 0,-3 1-13 16,2 1-8-16,3 0-9 0,-1 1-10 0,2-2-4 15,1 1-5-15,-1-1-4 0,2 2-9 0,-1 1 0 16,1-3-9-16,-3 3-4 0,2-1 0 0,-4 1-14 15,-1 0-5-15,-8 0-2 0,10 0-6 0,-10 0-8 16,11 4 0-16,-7-1 7 0,1 2 6 0,-5-5 1 0,-2 15 3 16,-1-3-1-16,-1 2 4 0,-7 2 1 15,2 1 3-15,-5 5-1 0,-1-2-5 0,-1 3-1 16,-2-2-2-16,0 1 1 0,2-4-4 0,-3 1-3 16,5-3-3-16,1-2 1 0,0 0-5 0,0-2-6 15,4 1 2-15,0-3-2 0,0-1-1 0,3-2 2 16,0-1-5-16,1-1-1 0,2 2-4 0,-2-2-3 15,5-5 1-15,-4 6-8 0,4-6 3 0,-4 7 4 16,4-7-4-16,0 0-1 0,0 0-1 0,7 11-1 16,-7-11 5-16,14 1-3 0,-3 0-3 0,6 0-3 15,-5-2-7-15,1 1-11 0,9 0-17 16,-1-2-19-16,-2 1-24 0,9 0-22 0,-8-2-22 0,-2 2-24 16,2-2-28-16,-2 1-25 0,0-1-20 0,4 1-12 15,-4-1-164-15,-1 2-423 0,-5-3 188 0</inkml:trace>
  <inkml:trace contextRef="#ctx0" brushRef="#br0" timeOffset="-79134.22">11986 15015 84 0,'1'-6'197'0,"-1"6"-11"0,0 0-11 0,0 0-15 16,0 0-16-16,0 0 12 0,0 0 3 0,0 0 1 15,0 0-8-15,0 0-11 0,-4 27-6 0,2-16 3 16,-2 0-5-16,1 0-5 0,1 0-13 0,0-1-5 15,0 3-5-15,2-1-8 0,-4-1-12 0,3 0-8 16,0 2-7-16,-1-3 2 0,2 1-17 0,0 0-4 16,-2-2-6-16,2 2-10 0,0-4-26 0,2 1-25 15,-2-8-28-15,0 13-27 0,0-13-31 0,0 11-35 16,0-11-33-16,0 9-40 0,0-9-20 0,0 0-136 16,0 0-396-16,4 4 175 0</inkml:trace>
  <inkml:trace contextRef="#ctx0" brushRef="#br0" timeOffset="-78697.58">12248 14845 66 0,'0'0'204'0,"0"0"-3"0,2-6-11 0,-2 6-16 16,0 0-16-16,7-5-14 0,-7 5-11 0,11-3-11 15,-2 1-14-15,2 0-7 0,0 1-9 0,3 0-5 16,-2 1-6-16,2 0-8 0,-3 1-4 0,-1-2-5 16,0 1-2-16,-2 1-9 0,-8-1-6 0,12-1-4 15,-12 1 4-15,9 1-15 0,-9-1-4 0,6 3 8 16,-6-3 5-16,1 10 10 0,-1-10 4 0,-5 18 3 16,1-8-3-16,-6 5-4 0,1-1 2 0,-2 1 2 15,-2 1-2-15,2 1 2 0,-5 3-4 0,0 1-5 16,3-5-3-16,3-2 1 0,-2 1-4 0,2-2 6 15,-1 1-7-15,2-1 1 0,-1-3-4 0,4-1-3 16,1 0 3-16,0 0-8 0,2-4-5 0,-1 2-6 16,1 1 2-16,0-3 0 0,-1 0 0 0,4-5-1 15,-2 10-10-15,2-10 4 0,-3 6 1 0,3-6-1 16,0 0-1-16,3 12 3 0,-3-12 1 0,7 5-3 16,-7-5-1-16,13 2-6 0,-6-1-9 0,4 1-19 15,-1-1-18-15,2-1-21 0,-1 1-19 0,1-1-29 16,-1-2-26-16,3 0-26 0,-1 0-30 15,-2-4-19-15,7 1-17 0,1 2-7 0,-6-2-127 0,3 0-391 16,0-4 174-16</inkml:trace>
  <inkml:trace contextRef="#ctx0" brushRef="#br0" timeOffset="-78400.91">12502 15089 59 0,'0'0'155'0,"0"0"1"0,13 6-1 0,-13-6-1 16,10 6 3-16,-4-3-6 0,1 1-9 0,-3 1-9 15,0 0-4-15,2 2-3 0,0 0-8 0,-1 2-4 16,-3 0-5-16,0 1-2 0,0 0-7 0,-2-3 5 16,-2 4-6-16,2 0 0 0,-4-1-7 0,-1 2-4 15,-4-3-7-15,-2 4-2 0,2-3-6 0,1-1-6 16,-2-1-3-16,1-2-6 0,1 1-7 0,0-1-1 16,1 1-7-16,3-4-4 0,-2 2 4 0,3 0-13 15,-1 1-5-15,4-6-4 0,-2 5 1 0,2-5 0 16,-6 7-2-16,6-7-4 0,-4 7 1 0,4-7 1 15,0 0-3-15,0 0-2 0,10 10-4 0,-6-7-4 16,5-2-17-16,0-1-7 0,3 0-16 0,0 0-23 16,7-3-18-16,10 2-18 0,-9-4-32 0,9 1-31 15,2-2-28-15,-3 3-34 0,0-2-189 0,-7-1-442 16,8-2 195-16</inkml:trace>
  <inkml:trace contextRef="#ctx0" brushRef="#br0" timeOffset="-77203.29">13097 15040 13 0,'0'0'76'0,"0"0"-16"16,0 0 0-16,0 0 20 0,0 0-33 16,0 0 2-16,0 0-3 0,0 0 1 0,0 0-5 15,8 1-7-15,-8-1 12 0,0 0-10 0,0 0 4 16,0 0 2-16,0 0-3 0,0 0 1 0,0 0-2 15,0 0 7-15,0 0 3 0,0 0-9 0,0 0-2 16,0 0 9-16,0 0-20 0,0 0 11 0,0 0-5 16,0 0 5-16,0 0-7 0,0 0 1 0,0 0 3 15,0 0-2-15,0 0 5 0,0 0-4 0,0 0-4 16,0 0 5-16,0 0-1 0,0 0 2 0,0 0-2 16,0 0-1-16,0 0 1 0,0 0 1 0,0 0-5 15,0 0 1-15,0 0-3 0,0 0-3 0,0 0 5 16,0 0-1-16,0 0-5 0,0 0-4 0,0 0 2 15,0 0 1-15,0 0-4 0,0 0-2 0,0 0-1 16,0 0-2-16,0 0-2 0,0 0-1 0,0 0 0 16,0 0 0-16,0 0-3 0,0 0 0 0,0 0-1 0,0 0-1 15,-19-10-2-15,19 10 1 0,0 0 1 16,0 0 1-16,-8-4-1 0,8 4 3 0,0 0 4 16,0 0-4-16,-8-2 2 0,8 2 0 0,0 0 0 15,0 0 4-15,0 0-3 0,-7-3 6 0,7 3-3 16,0 0 2-16,0 0 0 0,0 0 3 0,0 0 0 15,-8-3-4-15,8 3-1 0,0 0 1 0,0 0-2 16,0 0 0-16,0 0 0 0,0 0 0 0,0 0-8 16,0 0 2-16,0 0-2 0,0 0 3 0,0 0-2 15,22-1-1-15,-22 1 0 0,20 0 2 0,-8 0-2 16,1 0 0-16,1 1 3 0,-1-1-4 0,0 0-2 16,3 2 1-16,-3-2 0 0,4 1-3 0,0-1 0 15,-1 4 3-15,2-3-10 0,-5-2-11 0,0 1-19 16,1 1-18-16,-3-1-29 0,-4 2-25 0,3-2-30 15,-2 1-34-15,-8-1-5 0,11 1-109 0,-11-1-309 16,0 0 137-16</inkml:trace>
  <inkml:trace contextRef="#ctx0" brushRef="#br0" timeOffset="-76902.94">13187 14940 1 0,'0'0'187'0,"0"0"-12"0,0 0-12 16,0 0-6-16,0 0-25 0,0 0 0 0,0 0 5 15,0 0-2-15,0 0-6 0,0 0 1 0,4 21-5 16,-4-12-5-16,0 4 6 0,0-2-5 0,-2 7-6 16,2-4-7-16,0 1-10 0,-2 1-5 0,0 0-11 15,-1-1-2-15,3 1-4 0,-2-1-4 0,0-2-10 16,2 0-2-16,-2 3-7 0,0-5-2 0,2 1-9 15,-2 1 0-15,-1-2-14 0,1 0-22 0,2 0-20 16,-3-4-25-16,3 1-27 0,-2 0-31 0,2-8-22 16,-2 13-41-16,2-13-41 0,-2 10-24 0,2-6-129 15,0-4-382-15,0 0 170 0</inkml:trace>
  <inkml:trace contextRef="#ctx0" brushRef="#br0" timeOffset="-76453.05">13509 14921 69 0,'0'0'175'0,"15"-1"-3"15,-15 1-11-15,14-2-6 0,-5 2-13 0,1 0-6 16,-3 0-6-16,3 0-7 0,1 0-9 0,-1 0-5 15,-2 0-12-15,3 0-5 0,2 0-3 0,-3 0-9 16,-10 0-3-16,15 0-8 0,-9 0-8 16,-6 0-6-16,12-1-5 0,-12 1-5 0,9 1-2 0,-9-1-9 15,0 0 0-15,6 0-6 0,-6 0 0 0,0 0-5 16,6 8 0-16,-6-8 4 0,-1 12 4 0,-1-3 0 16,-1 2 8-16,1 0 3 0,-6 4-3 15,-1 0 0-15,-1 3 10 0,1-1-6 0,-6 3 1 16,-1-1-4-16,3-4 4 0,-5 5-1 0,5-6-4 0,-2-2-4 15,2 2-6-15,2 0-1 0,0-1-1 0,2-6-2 16,-3 2-5-16,5-1 2 0,-1-4 3 0,4 0-7 16,1 1 1-16,3-5-2 0,-7 7-3 0,7-7-2 15,-5 6 1-15,5-6-3 0,0 0 4 16,0 0-7-16,0 0 7 0,0 0-2 0,14 5-8 16,-1-7-15-16,2 2-16 0,4 0-21 0,0-3-16 0,-2 0-20 15,1 0-20-15,5-1-23 0,-5 0-31 0,2-2-26 16,1 3-19-16,-2-1-10 0,4-1-138 0,-5 1-381 15,0-2 168-15</inkml:trace>
  <inkml:trace contextRef="#ctx0" brushRef="#br0" timeOffset="-76163.7">13888 15112 127 0,'11'1'177'0,"-11"-1"-8"0,10 5 4 16,-6-1-14-16,4 1 4 0,-5-1-4 0,3 5-11 15,-1-2-5-15,-2 0-7 0,1 4-12 0,-2-3-8 16,0 1-11-16,-1 2 0 0,-2-2-4 0,-3 1 1 16,2-1-4-16,-6 1-11 0,0 0-7 0,1-1-8 15,-1-1-1-15,-2 1-1 0,1 0-8 0,0 0 6 16,0-3-8-16,0-1-9 0,4-2-7 0,1 0-6 16,4-3-5-16,-8 7-3 0,2-1-2 15,6-6-2-15,-6 3 5 0,6-3-15 0,-3 7 1 0,3-7 1 16,0 0 0-16,0 0-4 0,0 0-6 0,9 6-14 15,1-4-3-15,-1-1-32 0,4-1-19 0,5 1-17 16,1-2-37-16,2 1-36 0,0-3-24 16,1 0-29-16,-4-3-200 0,2 2-435 0,1-1 193 15</inkml:trace>
  <inkml:trace contextRef="#ctx0" brushRef="#br0" timeOffset="-75748.73">14340 14940 119 0,'-3'-5'210'0,"3"5"-2"0,0 0-14 0,0 0-13 16,0 0-16-16,0 0-18 0,0 0-12 15,13-8-14-15,-13 8-8 0,14 0-10 0,-7 0-6 16,-7 0-8-16,15-1-3 0,-10 1-13 0,-5 0-9 0,14 1-7 15,-14-1-9-15,10 3-3 0,-5-1-6 0,-5-2-2 16,10 6-5-16,-8-1-1 0,-2-5 13 16,0 12-2-16,0-4 12 0,0 2 14 0,-5 3-13 15,-2 0-7-15,1 1 1 0,-4 2-2 0,-3-1-1 16,0-1-3-16,4 1-4 0,-5-2-4 0,1 0 4 16,1 0 0-16,1 1 0 0,0-3-8 0,2-1-1 0,0-1-5 15,4-3 2-15,-3 2-6 0,2-2-1 16,2-2-2-16,0-1-1 0,4-3-4 0,-7 6 3 15,7-6-6-15,-2 8 3 0,2-8 0 0,0 0-4 16,0 7 0-16,0-7 2 0,9 5 1 0,-2-2 6 16,-7-3-10-16,15 3-1 0,-8-3-11 0,7 2-8 0,-1-1-18 15,-2-1-17-15,1 0-22 0,1 0-19 16,1-1-35-16,-1-1-29 0,0 0-36 0,1 1-25 16,-1-3-23-16,-1 1-139 0,-1 1-405 0,0-2 179 15</inkml:trace>
  <inkml:trace contextRef="#ctx0" brushRef="#br0" timeOffset="-75336.3">14663 15107 171 0,'13'0'200'0,"-3"0"-5"0,3 1-7 0,1-1-13 16,-1 3-6-16,1-1-9 0,-3 3-6 0,2 0-8 15,-4 0-9-15,4 1 0 0,-4 0-5 0,0 1-11 0,-4 0-8 16,2 1-5-16,-1 0-4 0,-4-2-4 15,2 1-3-15,-2-1-1 0,-2-6-7 0,-2 14-1 16,2-14 1-16,-6 12-7 0,2-6-8 0,0-1-1 16,-3 0-4-16,2 1-10 0,-2-2-3 0,7-4-6 15,-11 6-8-15,6-1 2 0,1-3-14 0,4-2 3 0,-6 5-12 16,6-5 3-16,0 0-1 0,-7 6-11 16,7-6 3-16,0 0-9 0,0 0 3 0,0 8-3 15,0-8-1-15,0 0 6 0,11 8-7 0,-5-4 2 16,-1 1-1-16,2 0 0 0,3-1-5 0,-2 2 4 0,-1 4-2 15,-1-7-5-15,2 3 4 0,-4 0 6 16,3 1-5-16,-2 0 2 0,-4-1-4 0,4-2-2 0,-5-4-1 16,2 9 7-16,-2-9 0 0,-3 12 4 15,-1-6 0-15,-1-1-4 0,-3 0 4 0,1-1 0 16,-4 2 2-16,1-2-1 0,-1 0-5 0,-2-1 7 16,0 3-6-16,-4-4-15 0,-1 0-14 0,1-2-26 15,-1 4-20-15,0-1-35 0,-1-3-48 0,-1 0-57 0,3-3-57 16,-2 2-224-16,0 0-529 0,2-1 234 15</inkml:trace>
  <inkml:trace contextRef="#ctx0" brushRef="#br0" timeOffset="-75175.91">14602 15383 48 0,'0'0'153'16,"0"0"-36"-16,0 0-30 0,10 0-18 0,-10 0-52 16,0 0-32-16,0 0-65 0,0 0-85 0,0 0 37 15</inkml:trace>
  <inkml:trace contextRef="#ctx0" brushRef="#br0" timeOffset="-70263.3">6508 15549 36 0,'0'0'111'0,"-7"-5"-8"16,7 5-7-16,-7-4 7 0,7 4-3 0,-7-3-7 15,7 3-8-15,-10-4-4 0,2 2-10 0,8 2 1 16,-14-2-2-16,2 0-5 0,5 2-5 0,-3-1-4 15,-1 2-2-15,2-1 4 0,-1-1 5 0,10 1-10 16,-21 0-5-16,11 3-3 0,-1-3-3 0,1 1-8 16,-1 2 1-16,2-2 7 0,0 0-5 0,2-1-6 15,7 0-5-15,-17 2 4 0,9-1-6 0,8-1-1 16,-11 2 0-16,11-2 3 0,-10-2-5 16,10 2-1-16,-8 2 2 0,8-2 1 0,0 0-1 15,-6 3 2-15,6-3-1 0,0 0-2 0,0 0 3 0,0 0-1 16,0 0-8-16,-9 1 2 0,9-1 21 0,0 0-3 15,0 0-1-15,0 0-3 0,0 0 2 0,0 0-4 16,0 0 0-16,29 8 0 0,-16-7-3 0,6 1-5 16,2 0-2-16,7-1 0 0,0 1-4 0,0-1 1 15,1 1-3-15,1-2-2 0,-1 3 7 16,0-2-9-16,1 1-1 0,0-1 3 0,0 1-3 16,2-1 2-16,0 1-5 0,1-1 5 0,0-1-5 15,3-1 0-15,-1 3 1 0,-1-2-1 0,1 0-2 0,0 0 0 16,-3 2-3-16,-1-2 4 0,-2 0-5 0,-2 1 12 15,1-1-8-15,-6 2-1 0,6-1-3 0,-6 1 4 16,-3-1-4-16,13-1 4 0,0 2-1 0,4-2-2 16,-2 1 2-16,3 1 1 0,-2 0-2 0,-1 1 1 15,2-3-4-15,-1 3 5 0,0-1-5 16,2-1 3-16,-3 2 0 0,0-3 1 0,3 3-1 16,0-3 1-16,4 3-1 0,-2-1 1 0,13 0-1 0,-14-2-1 15,16 3 2-15,-14-3-1 0,11 0 2 16,-12 0-2-16,14 0-3 0,-2-2 3 0,0 4 3 15,-13-2-2-15,15 2 2 0,-14-1 0 0,11 0 1 16,1 0 1-16,-11 1 1 0,0-1-1 0,12 2 2 16,-1-3 1-16,5 0-3 0,-17 1 2 0,0 0 5 15,11 0-4-15,-10 1-1 0,12-5 1 0,-11 3 2 16,-3 0-3-16,1 1 5 0,0-1-5 0,12 0 1 16,-13 2 2-16,1-2-3 0,-2 0 3 0,12 1 1 15,-10-1-4-15,0-1 2 0,-2 1-2 0,1 0 2 16,2 0-3-16,-3 0 2 0,2-2-1 0,-3 2-1 15,4-1 4-15,-5 1-1 0,1 1-3 0,-1-1 2 16,-1 0 1-16,0 2 5 0,-2-5-4 0,-2 2 1 16,4 0 2-16,-1-1-3 0,-4 4-2 0,3-2 2 15,-1 0-1-15,2-2 2 0,-5 4-3 0,3-4 2 16,-4 2-3-16,3 0 4 0,0-1-4 0,-1 0 1 16,-7 2-6-16,8-2 8 0,0 3-3 0,-1-3 1 15,-1 1-1-15,2-1 0 0,-1-1-2 0,3 2 2 16,-1 3-3-16,2-6 2 0,-3 2-3 0,2 0 2 15,-2 1 1-15,2 0-2 0,-3-1-3 0,1 1 2 16,-1-2 0-16,2 2-1 0,1 0 2 0,-2 0-4 16,2-2 6-16,0 2-4 0,-1-1 2 0,1 1 1 0,1 0-2 0,-1 0-3 0,0 0 2 15,1 0 2-15,-2 0-2 0,1 0 0 0,-1-2 3 16,2 4 2-16,-3-1-2 0,4-1 2 0,-2 2-2 16,0 0-1-16,2-2 1 0,-2 0-1 0,1 2 2 15,2 1-1-15,0-3 2 0,-1 1-2 0,-2 2-1 16,1-3 4-16,1 2-2 0,-1-2 0 0,1 0 1 15,-1 0-3-15,3 3 4 0,-4-6 1 0,2 6-2 16,-3-3-13-16,1 0 20 0,-1 1-1 0,5-1-3 16,-7 1 2-16,3-3 3 15,-1 3-3-15,-1-2-4 0,1 2 2 0,0-1 6 16,-2 0-4-16,1-1-3 0,1 1 3 0,-2 0-6 16,0 0 1-16,1 0 1 0,1-2 2 0,-4 1-1 15,4 1-3-15,-2-1 1 0,0 1-5 0,-2 0 4 16,5-1 0-16,-5-2-9 0,2 0 12 0,-6 5 0 15,-1-4 3-15,7 2-1 0,-2-1-13 0,2-1 15 16,-2 0 2-16,2 4 0 0,1-2-5 0,1 0 5 0,-4 1-4 16,2-2 0-16,1 2 3 0,-1-2-5 0,2 1 7 15,-1-2-7-15,1 2-4 0,1 0-1 0,1 0 3 0,-2-3-1 16,1 1 0-16,1 2-3 0,3-1 2 16,-7 1 0-16,3-1 12 0,1 2-17 0,-1-1 0 15,-1 0 4-15,-1 0 11 0,1 0-17 0,-2 1 6 16,1-1-3-16,3-1 1 15,-4 2 3-15,1-1-4 0,1 0 5 0,1 0 0 16,-3 0-2-16,2 0-1 0,-1 0 1 0,1 0 6 16,0 0-1-16,-2 0 2 0,1-1 4 0,-1 1-8 15,3-1 3-15,-5-1 3 0,2 1-2 0,0 0 6 16,0-1-8-16,0 2 4 0,-1 0 0 0,-6 0-11 16,5-2 11-16,-5 4-3 0,-1-4-4 0,5 2 4 15,-5 2-16-15,1-2 19 0,-2 0-4 0,0-2-2 0,3 1 1 16,-5 1 2-16,-1 1-7 0,2-3 2 0,-2 2 1 0,0-2-20 15,0 1 23-15,-5 0-2 0,8 1 5 0,-4-1-6 16,-3 2 16-16,1-1-12 0,-3-1 9 0,3-2-1 16,-1 2-6-16,-1 0-3 0,0 0 0 15,-1 0 2-15,3 0 7 0,-4-1-26 0,0 1 26 0,2-1-7 16,-12 2 2-16,20-1 0 0,-7-1 3 0,-3 1-21 0,2 1 16 16,-12 0-4-16,21-3-1 0,-12 0 1 0,3 3-3 15,-12 0-15-15,24-1 18 0,-11-1 0 0,0 2-3 0,6 0-3 16,-6-1 2-16,5-1 7 0,-7 1-4 15,11 1-3-15,-9 0 5 0,7-2 2 0,-2 2-9 16,-1-2-2-16,4 2 6 0,-3-1-4 0,3 1-5 16,-2 0 2-16,0-1 1 15,0 2 1-15,-5-2 1 0,7 1 4 16,-6 1-2-16,-2-2-4 0,5 1 7 0,-6 0 4 16,0 0-9-16,-12 0 2 0,20 0 5 0,-12 1 1 0,-8-1 1 15,14 0 1-15,-14 0-14 0,0 0 19 0,13 1-4 16,-13-1 2-16,0 0 3 0,0 0-12 15,15 0 3-15,-15 0 1 0,0 0-6 0,0 0 4 0,0 0 4 16,0 0-9-16,0 0-2 0,0 0-8 0,0 0-13 0,0 0-17 16,0 0-24-16,0 0-21 0,10-2-31 0,-10 2-23 15,0 0-28-15,0 0-28 0,0 0-28 0,0 0-45 0,0 0-32 16,0 0-240-16,0 0-582 0,0 0 257 0</inkml:trace>
  <inkml:trace contextRef="#ctx0" brushRef="#br0" timeOffset="-67202.98">6970 15925 140 0,'-9'-3'186'16,"9"3"-11"-16,0 0-9 0,-8-1-6 0,8 1-16 15,0 0-3-15,0 0-13 0,0 0-6 0,0 0-10 16,0 0-10-16,0 0-2 0,0 0-11 0,0 0-10 16,0 0-8-16,0 0-4 0,0 0-9 0,0 0-4 15,0 0-3-15,0 0 0 0,29-5 0 0,-16 4-10 16,8-1-7-16,-5 0 0 0,0 0-3 0,0 2-4 16,5-3-3-16,-8 2-2 0,1-1-2 0,-2 1 1 15,0 1-2-15,-2-2 0 0,-1 0-5 0,1 1 1 16,-2 1-1-16,-8 0-1 0,12-1-3 0,-12 1-2 15,11-1 2-15,-11 1-4 0,8 1 1 0,-8-1-1 16,0 0-4-16,7 1-1 0,-7-1 3 0,0 0-1 16,3 6 2-16,-3-6 12 0,-3 12 9 0,3-12-1 15,-10 14-3-15,5-3 1 0,-6 2 2 0,1 0-2 16,-1 1-3-16,-4 1 2 0,2-1-1 16,-2-1 3-16,0 3-5 0,-2 3 3 0,2-6-1 0,2 1 4 15,-2 0-1-15,1-1-1 0,3-2-2 0,2-3 3 16,0 0-2-16,0 2 2 0,1-3-4 0,3-2 1 15,-4 2-2-15,4-2 3 0,0-1-6 0,0 1 3 16,5-5-3-16,-7 5 1 0,7-5-7 0,-6 4 0 16,6-4 1-16,0 0-1 0,-5 4 0 0,5-4-2 15,0 0 0-15,0 0-2 0,0 0 1 0,10 11 3 16,-10-11-14-16,17 0 16 0,-4 0-4 0,-3 0-3 16,3 0-6-16,6 0 6 0,-1-3-10 0,1 0-21 15,1 2-22-15,0 0-25 0,0 0-20 0,2-2-27 16,-6 3-30-16,5-3-33 0,-2 2-25 0,-2 0-20 15,-1-4-150-15,-4 2-408 0,3 0 182 0</inkml:trace>
  <inkml:trace contextRef="#ctx0" brushRef="#br0" timeOffset="-66987.99">7402 16081 95 0,'1'-6'216'0,"-1"6"-15"0,0 0-15 16,0 0-16-16,0 0-25 0,0 0 1 0,0 0 14 15,0 0 3-15,0 0 3 0,1 28-7 0,-2-16-15 16,1-2-6-16,1 1-6 0,-3 3-5 0,2 1-14 16,0 0-3-16,0 1-15 0,0 0-7 0,1-3-10 15,-2-1-3-15,2 2-9 0,0-1-9 0,1-1-30 16,0 1-32-16,-4 0-32 16,4-3-40-16,-1 1-48 0,-2 0-59 0,1-4-63 15,-2 3-150-15,2-10-431 0,-3 13 191 0</inkml:trace>
  <inkml:trace contextRef="#ctx0" brushRef="#br0" timeOffset="-60799.15">7822 15822 3 0,'0'0'118'0,"0"0"3"0,0 0-9 16,0 0-3-16,0 0-7 0,0 0-1 15,0 0-4-15,0 0-5 0,12 0-6 0,-12 0-8 0,0 0 4 16,0 0-10-16,0 0 2 0,0 0 0 0,0 0-10 16,0 0-4-16,0 0-2 0,0 0-9 0,0 0 0 15,0 0-2-15,0 0-3 0,0 0-2 16,0 0-5-16,0 0-4 0,0 0-2 0,0 0-8 15,-14-11-1-15,14 11-3 0,0 0-4 0,0 0 2 16,0 0-4-16,-14 2-3 0,14-2 0 0,-9 4 0 0,9-4 1 16,-11 5-3-16,7-1-6 0,-1 0 7 0,-1 0-6 15,0 3 1-15,2-1 3 0,-1 1-3 0,1-1 0 16,-1 0-6-16,0 1 6 0,1-1 2 16,0 3-3-16,0-1-4 0,4-8 3 0,-8 13-3 15,3-4 3-15,0-2-2 0,5-7 4 0,-7 16-2 16,4-8 4-16,3-8 3 0,-5 16 0 0,1-6-1 15,3 2 1-15,-2-1-2 0,1-1 3 0,-2 0-5 16,3 0 3-16,1-10-3 0,-2 22 5 0,1-10 3 16,1-1 3-16,-1 2-3 0,0 3-1 0,2-1-1 15,0-1 0-15,-1-1-1 0,3 3-2 0,-2-5 3 16,1 1-5-16,1 1 2 0,-3-2 0 0,1 2-2 16,-1-2 1-16,1 1-3 0,-1 4 0 0,0-4 6 15,-1 2-5-15,1-2-25 0,-1 3 10 0,0-4 5 16,1 0-2-16,-4 0 1 0,3 1 6 0,-2-2 0 15,1 3 2-15,-1-1 2 0,0-2-1 0,2 3 8 16,-3-3-7-16,3 3-2 0,-2-3 1 0,2 1 2 16,0-1-2-16,-2 0 3 0,3 1 1 0,-1-2 2 15,0 1-2-15,1 0 0 0,0 1-1 0,0-4-2 16,0-7 0-16,-4 14 4 0,4-7 1 0,-1 2 0 16,1-9-3-16,-2 12-1 0,2-12 3 0,0 11-3 15,0-11 0-15,2 8 7 0,-2-8-9 0,0 8 4 16,0-8-7-16,0 0 8 0,0 10-4 15,0-10-1-15,0 0-1 0,0 0-1 0,0 7 2 16,0-7 1-16,0 0-1 0,0 0 1 0,0 0 0 16,0 0-7-16,0 8 5 0,0-8-1 0,0 0 2 0,0 0-2 15,0 0 1-15,0 0 1 0,0 0 0 0,14 4 1 16,-14-4 0-16,7 2 0 0,-7-2-1 0,8 0-1 16,-8 0 3-16,13-2-5 0,-6 2 2 15,-7 0 5-15,17-2-5 0,-11 0 1 0,5 2 0 16,-1-2-3-16,4 2-4 0,-4-1-12 0,4-1-13 15,-2 1-8-15,-1-2-10 0,2 1-21 0,0-2-24 16,1 0-23-16,-3 1-37 0,0 0-25 0,1 1-117 16,-12 2-318-16,18-5 141 0</inkml:trace>
  <inkml:trace contextRef="#ctx0" brushRef="#br0" timeOffset="-58253.07">8000 15990 50 0,'2'-9'166'0,"0"1"11"0,0 3-6 0,-2 5-12 16,5-12-4-16,-3 6-9 0,-2 6-5 0,4-9-8 15,-4 9-10-15,2-7-10 0,-2 7-11 0,1-7-7 16,-1 7-13-16,0 0-8 0,0 0-12 0,4-6-3 0,-4 6-8 15,0 0-5-15,0 0-6 0,0 0 0 16,0 0-6-16,4 19-1 0,-4-8-1 0,0 6-2 16,2 1 4-16,-4 1 0 0,1 13 0 0,-1-2 2 15,-3 3-2-15,3 1 3 0,-3-1-2 0,-1 1-3 16,3-5-31-16,-1 0 1 0,-3-1 3 0,4-3 0 16,-1 0-2-16,0-6 0 0,0 0 0 0,-1-4 7 15,2-3-4-15,1 1 1 0,0-4-3 0,0-2 3 16,1 0-3-16,1-7 17 0,-3 9-3 0,3-9 21 15,-2 8 9-15,2-8 5 0,0 0-4 0,0 0-5 16,0 0-7-16,0 0-3 0,0 0-4 0,0 0-3 16,12-24-3-16,-6 15-1 0,-1-1-4 0,4-4-2 15,2-1 0-15,-1-1-2 0,1 2-3 0,0 1-1 16,1 1 5-16,0 2-11 0,1 0-3 0,-3 3 5 16,0-1-7-16,1 2 3 0,-2 3-7 15,1-1 4-15,-10 4-4 0,13 0 1 0,-13 0-3 16,15 4 3-16,-7-1 0 0,1 2 1 0,-9-5 1 15,11 7-1-15,-5-2 2 0,-2 0-3 0,-4-5 2 16,8 12 1-16,-3-3-3 0,-1-1 4 0,-4-8-3 0,9 13-13 16,-7-6-13-16,2 2-12 0,-4-9-19 0,3 13-19 15,1-4-26-15,-4-9-37 0,0 0-27 0,5 16-23 16,-3-12-14-16,-2-4-155 0,4 8-389 16,-4-8 172-16</inkml:trace>
  <inkml:trace contextRef="#ctx0" brushRef="#br0" timeOffset="-58031.91">8414 16273 172 0,'0'0'183'0,"0"0"-16"0,6-9-24 16,-6 9 7-16,0 0 6 0,0 0-4 0,0 0-7 16,0 0-11-16,0 0-11 0,-11 37-5 0,9-27-10 15,0 0-5-15,1 0-9 0,-2 0-12 0,0 0-5 16,1 1-10-16,2-11-5 0,-1 21-3 0,-1-10-12 15,2 0 6-15,-2 0-11 0,1-1 2 0,1-10-14 16,1 18-19-16,-1-10-16 0,0-8-32 0,0 0-22 16,2 21-30-16,-2-21-22 0,0 0-35 0,0 17-20 15,0-17-23-15,-2 8-98 0,2-8-311 16,0 0 138-16</inkml:trace>
  <inkml:trace contextRef="#ctx0" brushRef="#br0" timeOffset="-57534.83">8552 16397 14 0,'0'0'195'0,"0"0"-7"0,14-4-12 0,-14 4-8 0,0 0-2 15,16-7-7-15,-6 1 0 0,-3 1-13 16,5-1-8-16,-2-1-12 0,0-1-4 0,2 1-4 15,-3-3-5-15,-2 1-4 0,5-4-10 0,-6 2-8 16,2 1-7-16,-3-1-3 0,0 1 6 0,-2 3 1 16,-3 7-12-16,5-12-8 0,-5 12-7 0,0 0-6 15,-9-15-8-15,9 15-5 0,-16 0 0 0,16 0-7 16,-30 14 2-16,11-5 4 0,-6 8-2 0,5 1-5 16,-2 0-5-16,3-2 1 0,6 0 1 0,2-1 4 15,1-1-8-15,3 3-2 0,3-2-2 0,3 1-4 16,2-4-1-16,3-1 1 0,5 2-4 0,6-2 0 15,-1-3-2-15,7 1-3 0,0-3-13 0,9-1-15 16,2 1-10-16,0-3-22 0,0-2-22 0,-2 2-30 16,-1-2-41-16,-8-1-41 0,1 2-38 0,-2-4-43 15,-7 4-140-15,3-4-438 0,-5-2 194 16</inkml:trace>
  <inkml:trace contextRef="#ctx0" brushRef="#br0" timeOffset="-57201.55">8401 16099 1743 0,'0'0'93'0,"-6"-15"34"0,1 11-28 0,5 4-35 15,-5-10-11-15,5 10-10 0,-4-8 4 0,1 4 4 16,3 4-3-16,0 0-1 0,-5-8-2 0,5 8-3 16,0 0-8-16,0 0-5 0,0 0 2 0,0 0-9 15,0 0-2-15,0 0-18 0,0 0-16 0,0 0-16 16,0 0-27-16,0 0-33 0,0 0-45 0,23 16-39 15,-14-10-183-15,-3 3-387 0,3-4 171 0</inkml:trace>
  <inkml:trace contextRef="#ctx0" brushRef="#br0" timeOffset="-54616.2">9256 15971 81 0,'3'-5'156'0,"-3"5"-15"0,0 0-6 0,0 0-18 15,0 0-13-15,0 0-8 0,0 0-14 0,0 0 8 16,0 0-1-16,0 0 1 0,0 0 6 0,-20 24-7 16,10-11-2-16,-1 2-3 0,-1 7-5 0,-2 4-6 15,4-3 7-15,0 5-8 0,-2-1 27 0,3 2-4 16,0 0-4-16,3 0-5 0,3-1 3 0,-2 2-3 15,5-1-2-15,2-9-7 0,3 5-5 16,0 0-2-16,1-1-14 0,-1-5 0 0,9 4-9 16,-5-7 2-16,0 0-8 0,0 0-3 0,5-2-15 15,-2 2 9-15,3-3-18 0,-2-1-43 0,1-1-21 0,-3 1-19 16,0-3-28-16,-3-1-17 0,2-1-36 16,-1 0-20-16,-1-2-34 0,0 1-157 0,-3-1-391 15,-5-5 174-15</inkml:trace>
  <inkml:trace contextRef="#ctx0" brushRef="#br0" timeOffset="-54036.43">9440 16073 122 0,'-10'-9'143'0,"10"9"-10"0,0 0-15 16,0 0-7-16,0 0-2 0,0 0-6 16,0 0-6-16,37 3-12 0,-18-3-1 0,9 0-7 15,-7 0 3-15,-2 0-7 0,3 2-5 0,-3-5-7 0,0 4-2 16,-1-1-6-16,-1 2 3 0,-5-4-10 0,0 2 4 16,-12 0-11-16,19 2 1 0,-19-2 2 15,11-2-8-15,-11 2-2 0,0 0 0 0,13 2-4 16,-13-2-1-16,0 0-7 0,8 3 16 0,-8-3 7 15,0 0-2-15,0 0 6 0,-15 30-4 0,7-20-3 16,-2 3 8-16,-3 3 8 0,-3 4-8 0,0 2 4 16,-1 0-6-16,2-1 1 0,1-6-1 0,0 1-1 15,2 0-2-15,-2 1-9 0,3-2-1 0,0-2 0 16,3-3-3-16,1 0-4 0,0-1-1 16,1-2-1-16,2 0-3 0,1-2-2 0,-1 2-1 0,4-7-2 15,-4 10-3-15,4-10 1 0,-4 5-2 0,4-5 2 16,0 0-3-16,0 0 2 0,7 11-2 0,-1-10 2 15,-6-1-5-15,17 2 1 0,-5-2-1 0,2 0-12 16,-1 0-21-16,6-2-19 0,0 2-28 0,-2-2-31 16,-4 2-30-16,0 0-38 0,2-3-41 0,-2 2-18 15,0 1-123-15,-2-2-381 0,2-1 168 0</inkml:trace>
  <inkml:trace contextRef="#ctx0" brushRef="#br0" timeOffset="-53750.04">9855 16303 104 0,'0'0'162'0,"0"0"-3"0,20 2-16 0,-10 1 9 15,-10-3-3-15,11 7-4 0,-2-1 3 16,-2 1-12-16,-2 4-1 0,-3 0-10 0,1 0 0 16,-3 1-6-16,-1 3-6 0,-3 2-5 0,-3-5-6 15,0 4-6-15,-2-2-8 0,0 0 2 0,-3 1-10 16,0-2 3-16,0-3-4 0,1-1-5 0,2-1 2 15,0 0-4-15,1-2-2 0,2-2-9 0,-1 0-3 16,2-1-4-16,5-3-5 0,-8 7-6 0,5-4-5 16,3-3-5-16,0 0-3 0,-8 3-3 0,8-3-6 15,0 0-4-15,0 0-17 0,0 0-19 0,24 3-23 16,-10-4-19-16,-1-1-35 0,5 2-37 0,1-3-42 16,8 1-49-16,-5 0-212 0,-3-4-472 0,14 0 209 15</inkml:trace>
  <inkml:trace contextRef="#ctx0" brushRef="#br0" timeOffset="-53353">10160 16240 24 0,'0'0'177'0,"-6"-5"-6"0,6 5-3 0,-7-3-7 15,7 3-4-15,0 0-2 0,-8-2-20 0,8 2-5 16,0 0-16-16,0 0-6 0,0 0-10 0,0 0-4 16,0 0-5-16,0 0-10 0,28-8-3 0,-10 6-8 15,1 0-6-15,8-1-8 0,1 3-2 0,-7-3-11 16,-1 3 0-16,2-1-4 0,-2-1-6 16,2 4-16-16,-4-5-21 0,0 4-27 0,-4-2-35 0,-1 2-37 15,-3-2-35-15,0 0-39 0,-3 2-122 0,-7-1-327 16,0 0 145-16</inkml:trace>
  <inkml:trace contextRef="#ctx0" brushRef="#br0" timeOffset="-53113.62">10310 16079 64 0,'-2'-6'214'0,"2"6"-23"0,0 0-16 16,0 0-17-16,0 0-2 0,0 0 14 0,0 0 11 15,-4 26-9-15,4-9-10 0,-1 0-13 0,1 2-1 16,-4 0-4-16,3 0-11 0,1 0-9 0,-3 1-12 16,2-1-9-16,1-3-7 0,-1 4-12 15,1-1-9-15,0-2-6 0,1 1-7 0,0-2-9 16,-1 0-19-16,1-3-23 0,2 3-31 0,-3-4-34 16,0-1-34-16,1 2-48 0,2-4-58 0,-2 1-50 15,-1-10-140-15,-4 17-416 0,4-17 184 0</inkml:trace>
  <inkml:trace contextRef="#ctx0" brushRef="#br0" timeOffset="-51483.14">10537 16057 114 0,'0'0'127'0,"0"0"-14"0,0 0-2 0,0 0-8 0,0 0-10 16,0 0-2-16,0 0-4 0,0 0 3 0,0 0-23 15,0 0-2-15,0 0-4 0,0 0-9 16,0 0-5-16,0 0-4 0,0 0 1 0,26-3-7 16,-15 3 0-16,3 0-3 0,-4 0 1 0,4 0-3 0,-2 0-3 15,0 0 2-15,1 2 5 0,-1-1-8 16,0-1-4-16,-1 1 3 0,0-1-2 0,1 0-3 16,-3 3 3-16,-9-3-1 0,12 0 3 0,-12 0-6 0,13 0 0 15,-13 0-2-15,8 1 8 0,-8-1-2 16,0 0-1-16,10-3 0 0,-10 3 4 0,0 0-9 15,0 0 5-15,0 0 0 0,0 0-4 0,0 0-1 0,0 0 1 16,0 0-4-16,0 8 1 0,0-8 6 0,0 0 1 16,-10 19 4-16,1-11 8 0,-1 5-2 0,-4 7 23 15,-3 1-3-15,3 1-3 0,-5-4-1 16,5 2-2-16,-2-4-6 0,5-2 6 0,-2 2-10 16,-4 3 0-16,6-5-2 0,-2 0-24 0,4-6 1 15,3 2-3-15,-3-2-2 0,3-2 3 0,0 2-5 16,3-2 6-16,-1-2-2 0,4-4-5 0,-4 8-1 15,4-8 2-15,-4 6 3 0,4-6 2 0,1 8-7 16,-1-8 5-16,8 7-4 0,-3-4 1 0,-5-3-3 16,18 3 2-16,-7-1 1 0,1-1-1 0,7 2-1 15,0-3-1-15,-2 1-9 0,3 0-17 0,0-1-19 16,-1 0-23-16,1 0-19 0,-2-1-23 0,1 1-31 16,0-1-35-16,-1-3-17 0,3 4-16 0,-8-2-106 15,4 0-337-15,-2 1 149 0</inkml:trace>
  <inkml:trace contextRef="#ctx0" brushRef="#br0" timeOffset="-51084.74">10960 16268 114 0,'0'0'167'0,"14"0"2"0,-14 0-8 0,18 3-5 15,-8 1-1-15,0 0-8 0,-1 2-6 0,-1-1-5 16,0 2-2-16,0 1-10 0,-1-1-5 15,-3 0-6-15,2-3-9 0,-3 6-8 0,0-3-3 16,-1 1-13-16,-4 0-5 0,2-8-3 0,-5 17-5 16,4-10-4-16,-5 2-3 0,0-1-11 0,1 0-1 15,-1-4-8-15,2 3-3 0,0-2-5 0,0-1 0 16,4-4-4-16,-5 8-5 0,5-8-1 0,-2 5-5 16,2-5 0-16,0 0-5 0,-3 6-1 0,3-6 3 15,0 0-6-15,0 0 4 0,5 10-4 0,-5-10 3 16,9 5-3-16,-3-3-3 0,0 2 2 0,0-2-1 15,1 3-1-15,-1-1 0 0,-1-1-7 0,4 2 7 16,-4 0-7-16,0-1 4 0,-1-1-1 0,-4-3 3 16,5 9-7-16,-4-5 6 0,-1-4-2 0,0 9 2 15,0-9-1-15,0 0 0 0,-7 12-2 0,3-8 3 16,-3-1-1-16,-1 0 0 0,-4 2 5 0,6-2-6 16,-6 0-15-16,3 0-13 0,-2-1-16 0,-1-2-21 15,12 0-24-15,-18 2-37 0,18-2-49 0,-15-1-44 16,15 1-163-16,0 0-411 0,-23-4 182 0</inkml:trace>
  <inkml:trace contextRef="#ctx0" brushRef="#br0" timeOffset="-50806.71">11356 15987 142 0,'20'6'202'0,"-8"0"-9"0,1 4-7 0,-1 3 3 16,4 9-15-16,-6 3-5 0,4-4-11 0,-1 7-5 15,-1-2-15-15,-3 0-11 0,1 0-13 0,0 3-7 16,-3-3-8-16,0-2-8 0,-2-5-12 16,0 6-4-16,-1-7-3 0,-4 2-12 0,0-2-4 0,-3 1-6 0,-2-1-4 15,0-1 2-15,1 1-11 0,-6-2-4 0,0 1-3 16,-1-2-3-16,2-1-19 0,-3-2-14 0,-1 1-22 15,-1 0-23-15,1-3-21 0,0 0-33 0,-5-1-42 16,2-1-51-16,3-3-178 0,-6-1-408 0,6 0 181 16</inkml:trace>
  <inkml:trace contextRef="#ctx0" brushRef="#br0" timeOffset="-49886.05">11824 16323 21 0,'0'0'115'0,"0"0"-6"0,0 0-5 15,0 0-9-15,0 0 2 0,0 0-7 0,0 0-1 16,0 0 16-16,0 0-25 0,0 0-8 0,0 0-2 16,0 0-2-16,0 0-7 0,0 0 5 0,0 0-3 15,0 0 5 1,0 0-3-16,0 0-1 0,0 0-6 0,0 0 1 15,-19 4-5-15,13-3 2 0,6-1-4 16,-11 0 2-16,11 0-3 0,0 0 0 0,-14-2-2 16,14 2-5-16,-13-1-2 0,13 1-3 0,-11-2-6 15,11 2 3-15,-12-1-3 0,12 1 5 0,0 0 0 16,-12-1 1-16,12 1-2 0,0 0-2 0,-10-1-2 16,10 1 0-16,0 0-1 0,0 0-2 0,0 0-1 15,0 0-3-15,0 0-3 0,0 0 1 0,0 0 4 16,0 0-4-16,0 0-2 0,37-1 5 0,-16 0-8 15,-2 2-1-15,9-2 1 0,-8 2-2 0,3-1-3 16,-2-1-1-16,7-1 1 0,0 4-5 0,-9-1-3 16,-1-5-14-16,1 7-12 0,-2-2-21 0,-4-1-28 15,-2 0-26-15,-3 0-35 0,0 0-34 0,-8 0-35 16,14 0-157-16,-14 0-386 0,0 0 172 0</inkml:trace>
  <inkml:trace contextRef="#ctx0" brushRef="#br0" timeOffset="-49633.18">11900 16160 96 0,'0'0'175'16,"0"0"8"-16,0 0-6 0,0 0 2 0,2 29-6 15,-2-19-16-15,3 3-5 0,-3 2-3 0,-3 2-4 16,3-4-10-16,-3 1-9 0,2 2-11 0,-2-2-12 15,3 1-10-15,-2-1-10 0,2 3-6 0,-2-5-7 16,2 4-5-16,0-5-7 0,0 1-4 0,0-2-12 16,0 1-8-16,0 0-24 0,0 0-24 15,0-4-15-15,2 0-29 0,-2-7-41 0,2 14-31 16,0-9-35-16,-2-5-41 0,2 10-119 0,-2-10-353 16,0 0 156-16</inkml:trace>
  <inkml:trace contextRef="#ctx0" brushRef="#br0" timeOffset="-49186.32">12230 16125 90 0,'0'0'160'0,"17"-3"-3"0,-7 2-16 15,-1-1-8-15,-9 2-9 0,22-1-8 0,-11 0-3 16,-11 1-13-16,21-1 4 0,-10 1-7 0,1-1 1 16,-12 1-11-16,17 1-3 0,-17-1-9 0,16 1-6 15,-16-1-7-15,13 2-5 0,-13-2-7 0,10 2 0 16,-10-2 0-16,7 4-2 0,-7-4-1 0,8 8 0 16,-8-8 1-16,3 12 8 0,-2 0 13 0,-2-2-8 15,-2 2 2-15,-1 4-8 0,-2 1 2 16,-1 2 4-16,-7 3-7 0,-1-2-3 0,0 2-3 15,2-5-3-15,-3 5-3 0,-1-3-8 0,5-3 1 0,-1-1-6 16,1-1-1-16,3-4 1 0,-2 3-3 0,5-4-4 16,-3-3-3-16,4 2-3 0,0-3 0 0,0 0-4 15,5-5 0-15,-7 6-3 0,4-1 2 0,3-5-2 16,-5 6 2-16,5-6-1 0,0 0 8 0,2 9-10 16,-2-9 4-16,10 6-4 0,-3-3 1 15,3-2-2-15,2 2 1 0,-1-2-12 0,7 1-23 16,0-3-19-16,1 1-19 0,0-2-28 0,0 0-31 15,-1 0-32-15,1-1-39 0,-5 0-31 0,-3-1-163 16,2 2-421-16,3-4 187 0</inkml:trace>
  <inkml:trace contextRef="#ctx0" brushRef="#br0" timeOffset="-48922">12621 16369 97 0,'11'2'164'0,"-5"3"3"15,-6-5 0-15,12 10-14 0,-9-4-6 0,3 1 5 16,-4-1 7-16,0 5-7 0,-2-1-5 0,0 0-8 0,-2-1-9 16,-2 4-7-16,-4-2-8 0,-2 1-8 0,-3 0-5 15,0 0-9-15,-1-1 0 0,0-2-12 0,5-2-11 16,-2 0-5-16,2 1-9 0,-1-2-3 0,6-3-6 16,-4 2-3-16,5-1-5 0,3-4-3 0,-8 6-8 15,8-6 1-15,-3 6-5 0,3-6 1 0,-3 7-5 16,3-7 1-16,0 0-3 0,10 6 1 15,-3-2-4-15,3-3-12 0,4 2-12 0,-1 0-18 0,6-2-15 0,0 0-27 16,2 0-32-16,1-2-30 0,6 0-45 0,1-2-41 16,-9 1-171-16,2-1-421 0,5-1 186 0</inkml:trace>
  <inkml:trace contextRef="#ctx0" brushRef="#br0" timeOffset="-47703.1">12898 16095 73 0,'0'0'169'0,"0"0"-20"16,0 0-3-16,0 0-14 0,0 0-2 0,0 0-11 15,0 0-7-15,31 0-11 0,-16 3-2 0,2-3-12 16,0 1 1-16,-3 0-10 0,-1-2-1 0,3 2-4 15,1-2-7-15,-5 1-1 0,-1 0 2 0,0 1-5 16,-1-1-7-16,-2-1 0 0,-8 1-3 0,15-1-7 16,-7 1 1-16,-8 0 0 0,9 0-5 0,-9 0-6 15,0 0 0-15,8 2-3 0,-8-2-6 0,0 0-4 16,6 2 1-16,-6-2 2 0,0 0 16 0,-5 17 5 16,2-7 1-16,-5 0-7 0,1 5 1 0,-7 2-1 15,3-2 4-15,-5 1-4 0,5 1-1 16,-4-2-5-16,1-1 0 0,3 0-2 0,-3-1 1 0,1 1-33 15,6-4 3-15,-4 0-5 0,4 0 4 0,-1-3 0 16,3 1 0-16,1-1 2 0,0-1-1 0,0-2 0 16,4-4 0-16,-4 10 2 0,4-10-3 0,-2 6 2 15,2-6-2-15,0 0 3 0,0 12 2 0,0-12-2 16,8 5 1-16,2-3 3 0,-1-2-6 16,2 3 2-16,5-2 1 0,1 1-4 0,1-1-13 15,1-1-18-15,-2 1-28 0,2-1-26 0,-2-1-26 16,1-2-35-16,-5 2-36 0,-1 0-34 0,6-4-152 15,-4 5-397-15,3-3 175 0</inkml:trace>
  <inkml:trace contextRef="#ctx0" brushRef="#br0" timeOffset="-47319.77">13371 16286 101 0,'0'0'186'16,"18"-1"-3"-16,-9 0-8 0,-9 1-1 0,23 3-14 15,-12-1-6-15,1 2-9 0,-4 0 4 0,3 2-1 16,-4 0-12-16,2 3-8 0,-2-4-5 0,-3 3-8 16,0 1-4-16,-1 1-5 0,-3-10 3 0,2 14 3 15,-2-14-14-15,-7 19-6 0,1-10-7 0,-1-1-4 16,-4 0-5-16,6 0-5 0,-1-2-1 0,-3 2-4 16,-1-3-5-16,4 1-9 0,-1-3-6 0,1 1-6 15,6-4-9-15,0 0 1 0,-10 7-1 0,8-4-13 16,2-3 2-16,-5 4-8 0,5-4 2 0,0 0-3 15,0 0-7-15,0 0 5 0,15 14-5 0,-5-10-3 16,1 0 2-16,-1 1 1 0,-1-1-3 0,2 0 1 16,-4 0-2-16,0 2 0 0,1-1 0 0,-1-1 2 15,2 2-4-15,-6-1 8 0,-1 0-8 0,-2-5 4 16,2 11 0-16,-2-11-1 0,-4 11 4 0,4-11 0 16,-10 9 1-16,1-2 2 0,-2-4-4 0,-3 3 1 15,3-2-5-15,-3 2-8 0,1-5-17 0,0 2-16 16,-3 1-31-16,-2-2-43 0,5 0-54 15,2-2-74-15,-5 0-244 0,3 0-527 0,-1-3 233 16</inkml:trace>
  <inkml:trace contextRef="#ctx0" brushRef="#br0" timeOffset="-47173.6">13362 16521 70 0,'0'0'180'0,"0"0"-20"0,0 0-19 0,0 0-13 16,0 0-12-16,0 0-44 0,0 0-41 0,0 0-48 16,0 0-49-16,-25 13-71 0,12-13-146 0,-7 5 65 15</inkml:trace>
  <inkml:trace contextRef="#ctx0" brushRef="#br0" timeOffset="-43817.07">13800 15968 8 0,'0'0'151'0,"0"0"-4"0,0 0 3 0,-6-5-10 16,6 5-5-16,0 0 1 0,0 0-10 0,0 0-6 15,0 0-6-15,0 0 16 0,0 0-12 0,0 0-10 16,0 0-12-16,0 0-7 0,0 0-13 0,0 0-7 16,17-9-8-16,-9 6-5 0,2 2-7 15,1 0 0-15,3 1-9 0,-1-2-4 0,1 3-2 0,0-2-7 16,0 2 0-16,-1-4-5 0,2 3 1 0,1-1-4 15,2 2 0-15,-1 1-7 0,-4-2 2 0,0 0-2 16,0 1 2-16,1-1-6 0,-1-3 1 16,-1 5-3-16,0 0 1 0,-3-2-1 0,1 0 0 0,-1 0 4 15,0 1-3-15,0 0-3 0,-9-1 1 16,11 0-1-16,-4 2-3 0,-7-2 3 0,0 0-2 16,11 1 3-16,-11-1 1 0,7 0-1 0,-7 0-1 0,0 0-1 15,0 0 4-15,0 0-1 0,11 0 3 16,-11 0-1-16,0 0-2 0,0 0 3 0,0 0-2 15,0 0-1-15,0 0-2 0,4 4 6 0,-4-4 2 16,0 0 2-16,0 8 0 0,0-8 1 0,4 7 6 16,-4-7-4-16,1 11-3 0,3-6 3 0,-3 1 6 15,-1 2 5-15,2 1 2 0,-2 1-4 0,2 3 2 16,-2 0 4-16,2 3-1 0,1 1 1 0,-2 0 1 16,-1-2-8-16,1 2 7 0,-1-4 0 0,0 3 3 15,0 0 0-15,0-1-8 0,0 2 5 0,0-2-1 16,0-3-2-16,0 2-3 0,0-3 0 0,0 5 1 15,2-1-2-15,-2 0-5 0,2-2 3 0,0 3 1 16,0 0-1-16,-2-3 2 0,5 1 3 0,-3-2-6 16,1 1-2-16,-1 0 2 0,0-2 4 0,2 4 2 15,-1-2 2-15,-3 4-7 0,2-5-5 0,2 0 1 16,0 1-4-16,-1-2 4 0,-1 1 1 0,3-2-3 16,-4 2-11-16,3-2 5 0,-4 0-3 0,4 2 7 15,-2-5-4-15,-2-1-2 0,2 2-1 0,-2 1 0 16,1-3-2-16,-1-6-11 0,0 12 13 0,0-5-2 15,1 0-11-15,-1-7 7 0,0 10 7 0,1-3-7 16,1 0 3-16,-2-7-3 0,-2 12 3 0,2-2-3 16,0-10 8-16,-1 13-4 0,2-6-3 0,-3 2 0 15,2-9 1-15,-1 16 0 0,2-10-14 0,-1 2 12 16,0-8 7-16,-1 11-3 0,-1-4-7 0,2-7-1 16,-2 9 4-16,2-9-4 0,0 10-9 0,0-10 13 15,0 0-1-15,0 13 3 0,0-13-2 0,0 0 5 16,0 13-7-16,0-13 0 0,0 7 3 15,0-7-3-15,0 0 5 0,0 0-4 0,0 12 3 0,0-12-2 16,0 0 4-16,0 0 4 0,-6 13 4 16,6-13-3-16,-12 4 9 0,12-4 1 0,-9 5-2 0,3-3-3 15,-6 1 2-15,1-2-4 0,-8 2-3 0,-2-3 0 16,-7 2 3-16,0 1-5 0,-2-3 5 0,-3 3-4 16,3-5-6-16,-6 4 0 0,-5-5-28 15,5 6-4-15,-2-3-14 0,-2 2-17 0,-12 0-19 16,12 4-17-16,-14-3-33 0,2 3-30 0,4 1-29 15,6-4-75-15,-9 3-48 0,-1 1-159 0,15-2-509 0,3-2 225 16</inkml:trace>
  <inkml:trace contextRef="#ctx0" brushRef="#br0" timeOffset="-19382.39">7965 17119 70 0,'7'-6'79'0,"-7"6"-49"0,0 0-61 16,0 0-31-16,0 0 14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31:32.5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27081 839 59 0,'0'0'71'0,"0"0"-3"16,0 0-1-16,0 0 0 0,0 0-5 0,0 0-6 16,0 0-6-16,0 0-7 0,0 0 6 0,0 0 9 15,0 0-4-15,-83-2-1 0,83 2-11 0,0 0-7 16,0 0 1-16,-43 4-5 0,43-4 7 0,0 0 16 15,0 0-11-15,-40 6-1 0,40-6-1 0,0 0 0 16,-32 5-5-16,32-5-2 0,0 0 0 0,0 0 1 16,-33 9 2-16,33-9 1 0,0 0 5 0,0 0-4 15,0 0 2-15,0 0-7 0,0 0-11 0,-32 6 11 16,32-6-8-16,0 0 4 0,0 0-10 16,0 0-4-16,0 0 7 0,0 0-10 0,0 0 11 15,0 0 4-15,0 0 0 0,0 0-5 0,0 0-3 16,0 0-2-16,108 22 0 0,-69-18 2 0,-1-3 2 15,16 1-8-15,-3 3 6 0,5-3 0 0,-2 1-4 16,1-2 1-16,-1 2 0 0,1 0 5 0,1 1-31 0,0-2-4 16,-5 4 4-16,-10-2 1 0,-3-4-2 0,2 3 1 15,-3 2 3-15,-1-3 0 0,-2 1 4 0,-1-1 2 16,-5-1 2-16,-28-1 5 0,58 1 2 16,-37 1 3-16,0-2 5 0,-5 1 9 0,-16-1-2 15,0 0-1-15,43-1 3 0,-34 1-1 0,-9 0 3 16,0 0-2-16,0 0-1 0,29-2 0 0,-29 2-5 15,0 0-6-15,0 0 3 0,0 0-3 0,0 0-25 16,0 0-15-16,0 0-18 0,0 0-31 0,0 0-26 16,18 2-11-16,-18-2-32 0,-2 5-31 0,2-5-96 15,0 0-293-15,0 0 130 0</inkml:trace>
  <inkml:trace contextRef="#ctx0" brushRef="#br0" timeOffset="443.41">28096 652 171 0,'0'0'184'0,"0"0"-9"0,0 0-16 0,-11-45-15 15,11 45-7-15,0 0-1 0,0 0-13 0,0 0-13 16,0 0-15-16,0 0-9 0,0 0-11 0,0 0-9 0,0 0-9 16,0 0-3-16,0 0-7 0,0 0-11 15,0 0 1-15,0 0-5 0,0 0-4 0,0 0-1 16,4 102-2-16,0-69 0 0,-1 1-2 0,2 11 3 15,2 3-8-15,-5-2 0 0,-2 0-1 0,0-1 7 16,0-9-5-16,0-3-3 0,0 2 1 0,2-2 1 16,-2-1-5-16,3 0 1 0,-2 0 0 0,-1-1-4 15,0-3-1-15,0-2 2 0,-2 1-1 0,3-2-2 16,-2-9 6-16,-3 4-4 0,4-1 0 0,0-5-2 16,-3 0-7-16,1-2-13 0,2-12-17 0,-4 20-28 15,4-20-22-15,-5 20-26 0,5-20-37 16,-5 12-35-16,5-12-116 0,0 0-318 0,0 0 142 15</inkml:trace>
  <inkml:trace contextRef="#ctx0" brushRef="#br0" timeOffset="1197.55">28259 529 61 0,'0'0'152'0,"0"0"-12"0,0 0-22 16,0 0-12-16,53-42-8 0,-17 32-8 0,15 3-15 16,10-1-1-16,6 2-7 0,31 1-6 0,2-1-8 15,1 1-6-15,-6 3-10 0,-1 2 6 0,-2-3-6 0,-2 3-6 16,-23 2 2-16,-1-2-5 0,24-3-8 0,2 2 1 15,-29 1-1-15,3-2 1 0,0 0-5 0,-1 3 0 16,28-4-9-16,-31 2 1 0,-1-1 1 16,3 3-1-16,-1-1 31 0,-5-1-1 0,-1 2-19 15,-4-1 15-15,-13-1-7 0,10 0-6 0,-14 1 1 16,2-2-5-16,-38 2 3 0,64 2-4 0,-36-2 0 16,-28 0-3-16,0 0 0 0,50 0-1 0,-50 0-4 15,0 0 0-15,34 2-3 0,-34-2-6 0,0 0-2 16,0 0 16-16,29 8-8 0,-29-8 9 0,0 0-3 15,0 0 5-15,0 0 12 0,28 22-2 0,-28-22 5 16,0 0 3-16,11 26-4 0,-11-26-7 16,0 0 5-16,8 39 2 0,-8-39-6 0,4 36 7 15,-4-36 1-15,0 43-2 0,0-43-3 0,3 56-3 16,-5-24-1-16,6 0-3 0,-4 2 3 0,3 0-1 16,1 12 2-16,-3-14-3 0,4 4 3 0,-3-5-4 15,2 5 0-15,1-2-4 0,-1-1 10 0,3 1 0 16,-3-1-2-16,2 1 0 0,-1-3 3 0,0-2 4 15,0 1-3-15,2-1 3 0,-1 0 0 0,-2-6-4 16,2 2-1-16,-3-5 1 0,-1-2-3 0,2 0-1 16,-4-5-8-16,1-2 1 0,1 1 1 0,-2-12-1 15,0 25 2-15,0-15-6 0,0-10 0 0,-9 15 3 16,2-5-4-16,-4 0 3 0,1-4 2 16,-8 1-11-16,-2-4 5 0,-8 0-3 0,-4 1 2 15,-2 2 0-15,-7-6 1 0,-13 1-4 0,1 1 0 16,-2-4-9-16,-3 2 6 0,-4 2 3 0,-4-2 0 15,-28 3-5-15,29-5 4 0,-23 5-2 0,22-3-6 16,-23 0 3-16,-3 4 2 0,2 1-6 0,25-2 0 16,-27 3-1-16,1 1-5 0,1-1 3 0,23-4 2 15,-23 8 2-15,24-4-1 0,-24-4-4 0,30 5 7 16,1-1 0-16,5-1-5 0,3-3-3 0,13 0-2 16,3 4-2-16,2-4-13 0,5 0-11 0,1 2-11 15,8-4-27-15,-2 0-30 0,21 0-19 0,-30-2-31 16,17-3-56-16,-6 1-162 0,19 4-405 15,-23-9 179-15</inkml:trace>
  <inkml:trace contextRef="#ctx0" brushRef="#br0" timeOffset="1729.36">28624 1031 84 0,'0'0'208'0,"5"-6"-10"0,-5 6-23 16,0 0-16-16,2-5-19 0,-2 5-28 0,0 0-7 15,0 0-4-15,0 0-12 0,0 0-2 0,0 0-1 16,0 0-9-16,-2 29-6 0,2-29-12 15,-2 21-1-15,0-10-7 0,2 1-7 0,-1-3-3 0,1-9-1 16,-3 21-2-16,3-14-8 0,0-7-3 16,0 12 1-16,0-12 0 0,0 0-5 0,-1 13 1 15,1-13 12-15,0 0 18 0,-3 9 11 0,3-9-7 16,0 0 1-16,0 0-13 0,0 0 3 0,0 0-8 16,0 0-3-16,-9-34-3 0,8 19-6 0,2-3-5 15,1-1-7-15,-2 19 5 0,5-55-5 0,-5 55-6 16,18-54-4-16,-9 26-5 0,2 0-5 0,0 6 7 15,5 0-2-15,-16 22-1 0,19-36-2 0,-19 36-2 16,18-23 6-16,-18 23-6 0,17-16-3 16,-17 16 2-16,0 0-4 0,0 0-1 0,0 0 2 15,36-4 1-15,-36 4 1 0,0 0-2 0,0 0 4 16,49 39 1-16,-39-23 4 0,4 6-4 0,-3 0-4 16,-1 1 1-16,-4 0 3 0,-2-2 4 0,1-2-10 15,-2 7 13-15,1-8-3 0,-1 0 2 0,1 0 1 16,0-2-2-16,-1 0 0 0,3-2 6 0,-5-2-9 15,2-1-16-15,-1 1-26 0,-2-12-35 0,4 19-24 16,-4-19-36-16,4 11-37 0,-4-11-194 0,0 0-396 16,0 0 175-16</inkml:trace>
  <inkml:trace contextRef="#ctx0" brushRef="#br0" timeOffset="2361.23">28663 1069 37 0,'0'0'128'16,"0"0"-14"-16,0 0-10 0,0 0-5 0,42-17 0 16,-20 16-9-16,-1-4-4 0,12 1-13 0,-1-3 7 15,0 2-14-15,-3 0-6 0,3 0-4 16,-5 0 5-16,-5 3-8 0,-3-4 2 0,-1 5-7 16,-6 1-17-16,3-3 6 0,-5 3 4 0,-10 0-12 15,16 3 0-15,-8-2-9 0,-8-1 4 0,13 9 8 16,-7-2 9-16,-2-1-1 0,1 2 5 0,-1 0 3 15,1 3-3-15,-2-5-3 0,-1 5-2 0,1-3 1 16,-1 2-7-16,-2-10 3 0,2 12-1 0,-2-12-5 16,1 12 9-16,-1-12 11 0,2 6 8 0,-2-6 11 15,0 0 0-15,0 0 8 0,0 0-3 0,0 0 0 16,0 0-7-16,0 0-9 0,0 0-11 0,0 0 2 16,0 0-5-16,0 0-3 0,-15-24-10 0,11 12-4 15,4 12-5-15,0-20-4 0,3 8-8 16,1 1-1-16,1-1-5 0,-5 12-6 0,0 0-5 15,25-43 4-15,-25 43-9 0,25-22-1 0,-25 22-1 16,25-16 4-16,-25 16-14 0,0 0 2 0,34-6 3 16,-34 6 2-16,22 3 4 0,-11 2-4 0,0 2 4 15,-2 1 0-15,-1 0-1 0,1 1 1 0,-2 0 4 16,0 0 3-16,-2-1-4 0,1-1 2 16,-1 1 4-16,-5-8-1 0,5 11 2 0,-5-11 3 0,4 10 0 15,-4-10 6-15,0 0 9 0,5 8 9 0,-5-8-5 16,0 0 4-16,0 0-6 0,0 0-5 0,0 0 0 15,0 0 2-15,0 0-6 0,0 0-4 16,-19-27 2-16,18 18-7 0,1 9-9 0,0 0 5 16,0 0-2-16,0 0-1 0,0 0 0 0,17-61 0 15,-17 61-1-15,15-18 1 0,-15 18 1 0,0 0-9 16,31-21 9-16,-31 21-2 0,0 0-6 0,34-7 1 0,-34 7 6 16,0 0-4-16,0 0 1 0,42 15-1 15,-33-8 1-15,1 3 1 0,-3-3 1 0,1 5-1 16,-2-1 6-16,-1 2 1 0,4 0-3 0,-4-1 4 15,-1 2 1-15,0-1-3 0,-2-1-13 0,2-2-18 16,-2 1-30-16,-2-11-27 0,3 18-36 0,0-11-53 16,-3-7-187-16,0 0-397 0,4 15 176 0</inkml:trace>
  <inkml:trace contextRef="#ctx0" brushRef="#br0" timeOffset="2607.25">29633 841 16 0,'0'0'240'0,"0"0"-11"0,0 0-14 16,0 0-15-16,0 0-21 0,-5-47-25 0,5 47-19 15,0 0-11-15,0 0-9 0,0 0-1 0,0 0-4 16,0 0 4-16,-4 68-11 0,3-39-6 0,-2 0-5 16,1 0-1-16,1 0-11 0,-1-1-13 0,0 1 5 15,-1-2-2-15,1 2-10 0,-1-5-9 0,3 0-6 16,-4-5 6-16,2-2-10 0,1 2-12 0,-2-5-12 15,0 3-21-15,1-5-27 0,-1 0-17 0,3-12-34 16,-4 21-48-16,4-21-65 0,-6 11-209 0,6-11-437 16,-10 6 194-16</inkml:trace>
  <inkml:trace contextRef="#ctx0" brushRef="#br0" timeOffset="2830.73">29696 927 45 0,'0'0'174'16,"25"-21"-5"-16,-25 21-16 0,0 0-9 0,26-12-7 16,-26 12-11-16,0 0-11 0,0 0-7 0,0 0-15 15,0 0-5-15,0 0-2 0,0 0-7 0,60 22-15 16,-56-15-4-16,-2 0 6 0,0 1 5 0,-2 2-2 16,0-10-2-16,-5 18-3 0,-2-6-2 15,-2-2-6-15,0 0-13 0,-2-1-12 0,-6 4-14 16,2-5-29-16,-4 1-27 0,2-3-42 0,1-1-51 15,3 0-189-15,-4-1-347 0,17-4 153 0</inkml:trace>
  <inkml:trace contextRef="#ctx0" brushRef="#br0" timeOffset="3427.52">29906 758 166 0,'0'0'216'0,"0"0"-9"0,0 0-9 0,0 0-17 16,0 0-10-16,0 0-18 0,0 0-15 0,0 0-16 16,0 0-8-16,0 0-12 0,0 0-14 0,10-42-7 15,-10 42-8-15,0 0-11 0,0 0-17 0,0 0 2 16,0 0-7-16,0 0-3 0,0 0-3 0,0 0-3 15,0 0 0-15,0 0-9 0,0 0-1 0,0 0 3 16,0 0-5-16,0 0-6 0,0 0 0 0,0 0-2 16,0 0 5-16,0 0-10 0,0 0 6 0,0 0-7 15,0 0 1-15,0 0 0 0,0 0-1 0,0 0 1 16,0 0 7-16,0 0 2 0,0 0-3 0,0 0-1 16,0 0 1-16,0 0 2 0,0 0-6 15,0 0 6-15,0 0-3 0,0 0-4 0,0 0 1 0,0 0-1 16,0 0-2-16,0 0-1 0,0 0 4 15,0 0 1-15,0 0-3 0,0 0-3 0,47 54 5 0,-47-54 4 16,0 0-4-16,22 27 1 0,-22-27 2 0,19 22-6 16,-19-22 3-16,0 0-1 0,22 24-1 15,-22-24-3-15,0 0 4 0,16 23-4 0,-16-23 3 16,0 0 2-16,0 0-1 0,9 27 3 0,-9-27-2 16,0 0 4-16,0 0 6 0,0 0-11 0,0 0 10 15,0 0-11-15,0 0 7 0,-36 30 7 0,36-30-1 16,0 0-2-16,0 0-4 0,0 0 5 0,0 0-4 15,-46-7-1-15,46 7-3 0,0 0-3 0,0 0-1 16,0 0 3-16,0 0-5 0,0-65-2 0,0 65-6 16,0 0 5-16,31-51 0 0,-31 51-1 0,28-27-2 15,-11 15 1-15,3-6-9 0,-20 18 7 16,30-17-9-16,-30 17-11 0,23-11-17 0,-23 11-11 16,0 0-24-16,30-9-20 0,-30 9-24 0,0 0-32 15,0 0-36-15,0 0-192 0,0 0-409 0,0 0 181 16</inkml:trace>
  <inkml:trace contextRef="#ctx0" brushRef="#br0" timeOffset="4271.76">30769 998 70 0,'0'0'93'0,"-14"-4"3"0,14 4 2 0,0 0-12 16,0 0 1-16,-14-3-5 0,14 3-9 0,0 0-4 16,0 0-2-16,0 0-1 0,0 0-1 0,0 0-2 15,0 0 1-15,0 0-2 0,0 0 3 0,0 0-5 16,0 0-8-16,0 0-2 0,0 0 1 0,32-4-6 16,-4 4 0-16,4 0-10 0,3 0-5 0,17-3-1 15,2 3-1-15,5-1-4 0,-3-2-3 16,4 3-2-16,3-1 0 0,-2-1 4 0,4-1-1 15,-4 3-4-15,1 0-2 0,-1-2 1 0,-7 2 6 16,3 3 3-16,-3 2 25 0,-17-2 1 0,-1-2-12 16,5-4-4-16,-4 5 6 0,-3-2 3 0,1 1 4 15,-4 0-12-15,-3-1 5 0,-8 0-2 0,-2 0 3 16,1-1 11-16,-2 0 2 0,-17 1 4 0,25 0 1 16,-25 0 1-16,13-2-7 0,-13 2 1 0,0 0 2 15,14 2 1-15,-14-2-15 0,0 0 2 0,0 0-8 16,0 0 1-16,0 0-4 0,17-3 0 15,-17 3-4-15,0 0 1 0,0 0-4 0,0 0-8 16,0 0-6-16,0 0 2 0,0 0-7 0,0 0 9 16,0 0-10-16,0 0-12 0,0 0-21 0,0 0-16 15,0 0-28-15,0 0-41 0,0 0-46 0,11 5-34 16,-11-5-41-16,0 0-177 0,0 0-441 0,0 0 195 16</inkml:trace>
  <inkml:trace contextRef="#ctx0" brushRef="#br0" timeOffset="6374.19">27072 946 10 0,'0'0'84'0,"0"0"-10"16,0 0-4-16,0 0-7 0,0 0 5 0,0 0-10 16,0 0-7-16,0 0-17 0,0 0 14 0,0 0-6 15,0 0-11-15,0 0 3 0,0 0 1 16,0 0 5-16,-83-13-22 0,83 13 17 0,0 0-15 16,0 0-2-16,-56 5-4 0,56-5 11 0,-39 6-13 15,20-2-4-15,-8 0-5 0,6 0 8 0,-2-1-8 16,4-1 17-16,-2 2-3 0,3-2-1 0,3 0-4 15,-4-1 1-15,6 0 5 0,-5 0-13 0,0 1 12 16,5-1-4-16,-3-1 0 0,2 2-4 0,1-2 7 16,0 2 2-16,1-2-2 0,-1 1 5 0,1 0-5 15,-1 1-1-15,2 0-2 0,-1 0-1 0,2-1 9 16,-2 2 3-16,1-3-5 0,2 3 6 0,3-3-6 16,6 0 4-16,-14 3 7 0,5-3-6 0,9 0 2 15,-14 2 6-15,7-2-3 0,7 0-6 0,-10 2 3 16,10-2-5-16,-9 1-2 0,9-1 2 0,-8 1-1 15,8-1-1-15,0 0 6 0,0 0-4 0,-8 3-5 16,8-3 12-16,0 0-11 0,0 0 1 16,0 0-2-16,-9 0-4 0,9 0-2 0,0 0-1 15,0 0 3-15,0 0-1 0,0 0-6 0,0 0 8 16,0 0-3-16,0 0-7 0,0 0-9 0,0 0 13 16,0 0 0-16,0 0-10 0,0 0 3 0,0 0 3 15,-12 1 2-15,12-1-13 0,0 0 11 0,0 0 2 16,0 0-5-16,0 0-4 0,0 0 4 0,0 0-1 15,0 0 4-15,0 0-7 0,0 0 4 0,0 0-5 16,0 0 5-16,0 0 4 0,0 0-2 0,0 0 1 16,0 0-6-16,0 0 6 0,0 10 2 0,0-10 4 15,0 0-9-15,0 0 3 0,0 0-2 0,0 0-2 16,-2 6 5-16,2-6-3 0,0 0 0 0,0 0 5 16,0 0-5-16,0 11 2 0,0-11 6 15,0 0-9-15,0 0 3 0,0 9-1 0,0-9-9 0,0 0 18 16,-2 9-6-16,2-9-2 0,0 0 0 0,-2 9 0 15,2-9-1-15,-3 7 4 0,3-7 0 0,0 7 3 16,0-7-2-16,-2 9 6 0,2-9-4 16,0 10-5-16,0-10 10 0,-2 12-3 0,2-6-1 15,0-6-5-15,-2 11 7 0,2-11-1 0,-2 10-4 0,2-10 1 16,-2 10 4-16,0-5-7 0,2-5 0 16,0 12 1-16,-1-6 0 0,1-6-3 0,-2 12 4 15,2-5 2-15,0-7-2 0,-3 12 1 0,6-6-4 16,-3-6 5-16,-3 14-3 0,6-6-3 0,-3 0 3 15,0 1-2-15,0-2 2 0,2 5 1 0,-2-5-3 16,-2 2 1-16,2-9-7 0,2 17 8 0,-2-6-2 16,0-1-4-16,1 1 6 0,1-2 2 0,-2 3-2 15,0-12 3-15,0 22-4 0,2-13-2 0,-2 2 3 16,0 5 0-16,2-4-1 0,-2-1 0 0,0 0 2 16,4 6-3-16,-4-3-2 0,2-1 6 0,3-2 1 15,-3 5-6-15,0 1 6 0,0-5-5 0,0 0 2 16,2-1 0-16,-4 2 1 0,0-3-1 0,2 3 1 15,0 0 1-15,-2-1-4 0,0-1 6 0,0 1-5 16,0 1 2-16,0-3 2 0,0 2-1 0,0-1-4 16,0 0 5-16,0 0 1 0,0 5 4 15,0-4-2-15,2-2-1 0,-2 3 3 0,0 1-3 16,-2-2-4-16,2 3 9 0,0 0 3 0,0-3 1 16,-2 4 2-16,2-5-6 0,2-1-2 0,-2-10-1 15,-2 24 1-15,2-14-1 0,0 1-3 0,-2 2 2 16,2-2-6-16,0-1 0 0,0-10 3 0,2 22 5 15,-4-12-8-15,6 3-1 0,-4-2-1 0,2 0 2 16,-2 1 0-16,2-1 0 0,0 6 5 0,-2-4-1 16,3-1-2-16,-3-1 9 0,2 7-5 0,-2-9-1 15,2 2 0-15,0 1-3 0,-2-12 1 0,3 21 2 16,-1-10 5-16,-2-11-1 0,2 23-2 0,1-11 0 16,-3-12-2-16,0 24 3 0,0-12-3 0,0-12 4 15,0 20-8-15,0-20 3 0,0 16-4 0,0-16 4 16,0 13-4-16,0-13 3 0,0 0-4 0,0 18 2 15,0-18-3-15,0 0 4 0,2 14-14 0,-2-14-15 16,0 0-16-16,2 12-19 0,-2-12-24 0,0 0-37 16,0 0-41-16,0 15-42 0,0-15-185 15,0 0-416-15,0 0 185 0</inkml:trace>
  <inkml:trace contextRef="#ctx0" brushRef="#br0" timeOffset="10067.48">26450 2077 15 0,'0'0'50'0,"0"0"2"0,0 0 0 16,0 0-2-16,0 0 1 0,0 0 0 15,0 0-7-15,0 0-2 0,0 0 4 0,0 0 5 16,0 0-9-16,0 0 13 0,0 0-9 0,0 0-1 16,0 0 0-16,0 0 5 0,0 0-1 0,0 0 3 15,0 0-6-15,0 0 1 0,0 0 2 0,0 0-11 16,0 0 0-16,0 0-5 0,0 0 10 0,0 0-4 16,0 0-12-16,0 0 0 0,0 0-2 0,0 0-11 15,0 0 11-15,0 0-15 0,0 0 12 0,0 0-5 16,0 0 1-16,0 0-3 0,0 0 1 0,0 0-4 15,0 0-2-15,0 0-1 0,0 0 5 0,0 0-4 16,0 0 1-16,0 0-2 0,0 0 5 0,0 0-1 16,0 0 4-16,0 0 8 0,0 0 4 0,0 0-10 15,0 0 5-15,0 33-2 0,0-33 0 0,2 11 0 16,-2-11 0-16,0 15 0 0,0-15 0 0,-2 17 3 16,2-7-6-16,0-10 4 0,2 18 0 0,-4-8-1 15,2-10-8-15,0 16 5 0,0-6 2 16,0 3-6-16,-2-3 2 0,2 2-1 0,0-12 3 15,-2 22-7-15,2-12 4 0,0 0-7 0,0-10 5 16,0 20-4-16,0-7-1 0,2-5 3 0,-2 4-1 0,0 0 3 16,-2 0-5-16,2-12 8 0,0 20-8 15,0-10 6-15,0-10-5 0,0 20-1 0,4-9 4 16,-4-2-3-16,0 1 0 0,0-10-1 0,0 18 0 16,0-7 3-16,0-2-6 0,0-9 5 0,2 18-3 15,0-8 4-15,-2-10-2 0,0 18 4 0,0-8-2 16,0 0 0-16,2 1 5 0,-2-11 1 0,-2 21-1 15,2-11 1-15,2 0-5 0,-2-10 3 0,0 21 0 16,0-12-2-16,0 1 2 0,0-10-6 0,0 23 4 16,0-16-3-16,-2 4 3 0,2-11-2 0,0 17-1 15,2-9 1-15,-2 2 0 0,0-10 5 0,0 16-10 16,0-8 4-16,0-8-5 0,3 15 5 0,-3-15-3 16,-3 12 1-16,3-12 5 0,0 13-3 0,0-13 5 15,0 12-2-15,0-12-2 0,0 15 5 0,0-15-1 16,-2 11 1-16,2-11 0 0,0 15-5 15,0-15 2-15,0 13-3 0,0-13 0 0,0 13 2 16,0-13 5-16,0 13-8 0,0-13 2 0,0 13-2 0,0-13-3 16,0 10 2-16,0-10-4 0,0 0 5 0,0 0-2 15,-2 19 1-15,2-19-4 0,0 0 2 16,0 16-4-16,0-16 2 0,0 0 0 0,0 0 1 16,2 15 1-16,-2-15-1 0,0 0 0 0,0 0 2 0,0 14-4 15,0-14 5-15,0 0-4 0,0 0 0 0,0 17 3 16,0-17-1-16,0 0-2 0,0 11 2 15,0-11-5-15,0 0 1 0,0 0 3 0,2 14 0 16,-2-14-2-16,0 0-2 0,0 0 3 0,0 0-3 16,0 0 1-16,0 13-3 0,0-13 0 0,0 0 2 15,0 0 1-15,0 0-2 0,0 0-1 0,0 17 10 16,0-17-10-16,0 0 3 0,0 0-1 0,0 0 2 16,0 0-4-16,0 0 6 0,0 14-3 0,0-14-1 15,0 0-2-15,0 0 0 0,0 0 1 0,0 0-1 16,0 0 3-16,0 14-1 0,0-14-2 0,0 0 2 15,0 0 7-15,0 0-11 0,3 16 3 0,-3-16 4 16,0 0-3-16,0 0-1 0,0 0 0 0,2 12 2 16,-2-12 0-16,0 0 1 0,0 0 6 0,2 11-6 15,-2-11 3-15,0 0 3 0,0 0-1 0,0 0 1 16,0 16 2-16,0-16 0 0,0 0 0 0,0 0-1 16,0 0 4-16,0 14-6 0,0-14-1 0,0 0 0 15,0 0 1-15,0 0-2 0,0 0-3 0,2 12 1 16,-2-12 2-16,0 0 0 0,0 0-1 0,0 0-3 15,0 0 2-15,0 13 0 0,0-13-1 16,0 0-1-16,0 0-1 0,0 0 4 0,3 16-3 0,-3-16 3 16,0 0 0-16,0 0-1 0,0 0-1 0,0 0-2 15,0 0 1-15,0 0-1 0,0 15 3 0,0-15 1 16,0 0 1-16,0 0 1 0,0 0-2 0,0 0 3 16,0 0-1-16,0 0-4 0,0 0 2 0,0 0-3 15,0 0 4-15,0 0 4 0,0 0-6 16,0 0 5-16,0 0-6 0,0 0 5 0,0 0 0 15,0 0-2-15,0 0 2 0,0 0 5 0,0 0-9 16,0 0 7-16,5 11-8 0,-5-11 0 0,0 0 1 16,0 0-1-16,0 0 2 0,0 0 0 0,0 0-2 15,0 0-1-15,0 0-1 0,0 0 1 0,0 0 0 16,0 0 0-16,0 0 0 0,0 0 3 0,0 0-2 16,0 0-2-16,0 0 0 0,0 0-2 0,0 0 3 15,0 0-3-15,0 0 4 0,0 0 3 0,0 0 2 16,0 0-7-16,0 0 2 0,0 0-2 0,0 0 0 15,0 0 2-15,0 0-1 0,0 0 2 0,0 0 2 16,0 0-2-16,0 0-4 0,0 0 0 0,0 0 2 16,0 0-1-16,0 0 5 0,0 0-2 0,0 0-3 15,0 0 3-15,0 0-5 0,0 0 8 16,0 0-6-16,0 0 1 0,0 0 6 0,0 0-9 16,0 0 11-16,0 0-11 0,0 0 5 0,0 0-6 0,0 0 6 15,0 0-4-15,0 0-1 0,0 0 5 0,0 0 2 16,0 0-3-16,0 0 1 0,0 0 0 0,0 0-2 15,0 0 0-15,0 0 2 0,0 0-2 0,0 0-2 16,0 0 1-16,0 0 1 0,0 0-4 0,0 0 2 16,0 0 2-16,0 0 0 0,0 0 0 0,0 0 0 15,0 0-1-15,0 0 1 0,0 0 1 0,0 0-3 16,0 0 0-16,0 0 1 0,0 0-5 16,0 0 6-16,0 0-3 0,0 0 1 0,0 0 3 15,0 0-6-15,0 0 2 0,0 0-5 0,0 0 2 16,0 0 3-16,0 0 0 0,0 0 0 0,0 0-1 15,0 0-3-15,0 0 6 0,0 0-5 0,0 0 3 16,0 0 2-16,0 0 2 0,0 0-2 0,0 0-2 16,0 0 2-16,0 0-5 0,0 0 2 0,0 0-2 15,0 0 8-15,0 0-3 0,0 0-1 0,0 0 0 16,0 0 1-16,0 0-3 0,0 0-2 0,0 0 15 16,0 0-13-16,0 0 10 0,0 0-10 0,0 0 1 15,0 0-3-15,0 0 0 0,0 0 2 0,0 0-3 16,0 0 5-16,0 0 0 0,0 0 3 0,0 0 0 15,0 0-4-15,0 0-1 0,0 0 2 16,0 0-1-16,0 0 3 0,0 0-5 0,0 0 1 16,0 0 3-16,0 0 2 0,0 0-5 0,0 0 2 15,0 0 2-15,0 0 5 0,0 0-8 0,0 0 2 0,0 0 1 16,0 0 1-16,0 0-3 0,0 0 3 0,0 0-4 16,0 0 5-16,0 0 0 0,0 0 2 15,0 0-7-15,0 0 6 0,0 0 1 0,0 0 5 0,0 0 0 16,0 0-4-16,0 0 9 0,0 0-10 15,0 0 4-15,0 0-3 0,0 0 4 0,0 0 1 16,0 0-9-16,0 0 4 0,0 0 2 0,0 0-6 16,0 0 0-16,0 0 0 0,0 0 10 0,0 0-11 15,0 0 7-15,0 0-8 0,0 0 3 0,0 0-2 16,0 0 5-16,0 0 1 0,0 0-3 0,0 0 0 0,0 0-2 16,0 0 4-16,0 0-8 0,0 0 5 15,0 0-1-15,0 0 1 0,0 0-2 0,0 0 0 16,0 0 3-16,0 0 6 0,0 0-5 0,0 0 10 0,0 0-11 15,0 0 2-15,0 0 4 0,0 0 7 16,0 0-13-16,0 0 11 0,0 0-2 0,0 0 0 16,0 0-5-16,0 0 3 0,0 0-7 0,0 0 7 15,0 0-1-15,0 0-4 0,0 0-1 0,0 0 1 16,0 0-4-16,0 0 5 0,0 0 0 0,0 0 2 16,0 0-4-16,0 0 1 0,0 0-3 0,0 0-6 15,0 0 7-15,0 0 0 0,0 0-3 0,0 0 3 16,0 0-6-16,0 0 5 0,0 0-3 0,0 0 5 15,0 0-1-15,0 0 4 0,0 0-7 0,0 0 2 16,0 0-1-16,0 0 1 0,0 0-2 0,0 0-2 16,0 0-2-16,0 0 5 0,0 0-8 0,0 0 6 15,0 0 0-15,0 0-2 0,0 0-1 0,0 0 0 16,0 0 2-16,0 0 0 0,0 0-7 0,0 0 2 16,0 0 2-16,0 0 4 0,0 0-5 0,0 0 1 15,0 0 2-15,0 0 0 0,0 0 4 16,0 0-5-16,0 0 4 0,0 0-1 0,0 0-4 15,0 0 5-15,0 0-6 0,0 0 2 0,0 0-1 16,0 0 1-16,0 0 4 0,0 0-3 0,0 0-3 0,0 0 4 16,0 0 0-16,0 0 0 0,0 0-1 15,0 0-5-15,0 0 7 0,0 0-4 0,0 0 2 16,0 0 10-16,0 0-11 0,0 0-6 0,0 0 3 16,0 0 4-16,0 0-6 0,0 0 2 0,0 0-3 15,0 0 11-15,0 0-13 0,0 0 9 0,0 0-7 16,0 0 5-16,0 0-3 0,0 0-9 0,0 0 5 15,0 0 8-15,0 0-7 0,0 0 2 0,0 0-5 16,0 0 6-16,0 0-1 0,0 0 4 0,0 0-2 16,0 0 9-16,0 0-15 0,0 0 7 0,2 13-4 15,-2-13 4-15,0 0-8 0,0 0 8 0,0 0-1 16,0 0 4-16,0 0 1 0,-2 16 1 0,2-16-2 16,0 0-1-16,0 0-1 0,0 0 12 0,4 11-10 15,-4-11 2-15,0 0-6 0,0 0 1 0,0 0-1 16,0 0 5-16,0 0-3 0,0 0 1 0,0 0 3 15,0 0-6-15,0 15 8 0,0-15-11 0,0 0 9 16,0 0-3-16,0 0-4 0,0 0 3 0,0 0 5 16,0 0-6-16,0 0 5 0,0 0-4 0,0 0 5 15,0 0-3-15,0 0 2 0,0 0-1 16,0 0-5-16,0 0 21 0,0 0-16 0,0 0 2 16,0 0-5-16,0 0-2 0,0 0 1 0,0 0 3 15,0 0-2-15,0 0-4 0,0 0-3 0,0 0-3 0,0 0 8 16,0 0-14-16,0 0 4 0,0 0 1 15,0 0-7-15,0 0 4 0,9 8-2 0,-9-8 2 16,0 0 4-16,0 0-2 0,0 0 2 0,0 0 1 16,16 0 6-16,-16 0 0 0,0 0-6 0,0 0 8 15,19-1-7-15,-19 1 7 0,0 0-6 0,17-2 8 16,-17 2-2-16,0 0-6 0,21 0 8 0,-21 0-2 16,15-2 4-16,-15 2-1 0,24-4 1 0,-15 1-1 15,-9 3-8-15,19-3 5 0,-19 3 2 0,17-2 6 16,-17 2-7-16,18-2 4 0,-18 2-7 0,15-3 1 15,-6 1 0-15,-9 2-1 0,21-5 6 0,-9 3-2 16,-12 2 2-16,19-4 0 0,-19 4-1 0,19-2 0 16,-19 2 0-16,17-3 0 0,-17 3-2 0,16-2-4 15,-16 2 0-15,15-4 3 0,-15 4-3 0,14-4 4 16,-14 4 4-16,13-1-4 0,-13 1 4 0,15-4-2 16,-15 4-2-16,13-4 4 0,-13 4-2 0,0 0 0 15,18-1-2-15,-18 1-3 0,13-3 6 0,-13 3-7 16,0 0 8-16,27-1-2 0,-16 0 2 0,-11 1-4 15,23 0 0-15,-13-2 0 0,-10 2-1 16,21 0-2-16,-21 0 2 0,23-3 4 0,-12 5-5 16,-11-2 1-16,20 1-1 0,-20-1 6 0,21 0-3 0,-21 0 2 15,19 2 1-15,-19-2-4 0,19-2 2 0,-19 2 0 16,23 0 1-16,-23 0 3 0,21 0-9 0,-21 0 7 16,19 0-2-16,-19 0-2 0,19 0 7 0,-19 0-8 15,20-3 3-15,-7 3 5 0,-13 0-7 16,21-2 5-16,-21 2-2 0,23-2 6 0,-23 2-12 15,21-2 8-15,-10 1-9 0,-11 1 3 0,15-1 5 16,-15 1-1-16,18 0 0 0,-18 0-2 0,19 0 1 16,-19 0 4-16,17-2 0 0,-17 2-4 0,20 0-2 15,-20 0-5-15,16-2 5 0,-16 2-4 0,20 0 8 16,-20 0-3-16,18-4-1 0,-18 4 7 0,18 0-4 16,-18 0 6-16,16-1-8 0,-16 1-2 0,20 1 4 15,-7 1 1-15,-13-2-1 0,20-2-3 0,-20 2 5 16,23-1-4-16,-13 1 0 0,-10 0 3 0,23 0-3 15,-23 0 1-15,19-2-4 0,-19 2 3 0,23-1 0 16,-23 1 1-16,22-1 5 0,-22 1-3 0,16-1-3 16,-16 1 6-16,15-3-6 0,-15 3 1 15,16-2 2-15,-16 2-1 0,13-2 3 0,-13 2-8 16,0 0 2-16,21 0-9 0,-21 0-8 0,0 0-18 0,15-1-11 16,-15 1-24-16,0 0-17 0,0 0-29 15,0 0-19-15,0 0-30 0,0 0-44 0,18-1-30 16,-18 1-45-16,0 0-143 0,0 0-463 0,0 0 206 0</inkml:trace>
  <inkml:trace contextRef="#ctx0" brushRef="#br0" timeOffset="10747.4">27905 2878 174 0,'0'0'220'15,"-2"-12"-3"-15,2 12-21 0,-4-7-11 0,4 7-6 16,0 0-16-16,-1-7-14 0,1 7-12 0,0 0-14 16,0 0-15-16,-3-7-14 0,3 7-10 15,0 0-8-15,0 0-12 0,0 0-7 0,0 0-6 0,0 0-8 16,0 0-5-16,0 0-2 0,4 33-5 0,0-16-3 15,0 0 2-15,-2 2-5 0,1 7-1 16,1 1 1-16,-1 2 1 0,0-1-4 0,1-1 2 0,-2-1 1 16,0 1 0-16,2-1 4 0,-3 3 5 15,-1-3-3-15,2 3 9 0,0-4 0 0,0 0-5 0,2-1 1 16,-3-6-7-16,4 0 0 0,-3-3-2 16,-2 2-1-16,2-2-5 0,-2-2 1 0,3-3 1 15,-1 0-3-15,2 1-2 0,-2-3-3 0,0-2 2 0,1 1-11 16,-3-7 15-16,1 11-8 0,2-6 2 15,-3-5-3-15,0 0 2 0,1 9-9 0,-1-9-13 0,0 0-10 16,1 7-15-16,-1-7-20 0,0 0-16 16,0 0-40-16,0 0-56 0,0 0-65 0,0 0-199 15,0 0-465-15,0 0 206 0</inkml:trace>
  <inkml:trace contextRef="#ctx0" brushRef="#br0" timeOffset="11514.34">27995 2817 63 0,'0'0'157'0,"0"0"-14"0,-4-6-5 0,4 6-14 16,0 0-17-16,0 0-11 0,0 0-9 0,17-6-8 15,-1 5-12-15,5 1-6 0,13-2-1 0,1 1-4 16,1-3-11-16,16 2 1 0,-1-5-6 0,3 4-6 16,-4 0-4-16,1-1-2 0,1 0 3 15,-2-2-10-15,1 1-3 0,3 3 2 0,1-3-6 0,1 1 0 16,-4 1 3-16,5 0-3 0,-3-1-1 0,1-1-5 16,-2 0 3-16,-16 2 0 0,0 1-3 15,-3 0 0-15,0 1 0 0,-5-2-3 0,-1 2 2 16,-9 0 0-16,1 1 0 0,-3-4 7 0,-4 4 2 0,1-1 2 15,-3 0-1-15,-2 1 8 0,1 0-4 0,-10 0 4 16,12-2-3-16,-12 2 0 0,11 2-2 0,-11-2 2 16,0 0-5-16,12 1 0 0,-12-1-13 15,0 0 11-15,0 0-3 0,9 7 4 0,-9-7 5 16,7 6-1-16,-7-6 0 0,4 12-1 0,1-5 6 16,-3 3 2-16,1 0 4 0,2 5 1 0,-2 1 3 15,-1-4-2-15,1 3 1 0,1 2 0 0,-4 2 0 16,2 2 3-16,2-2 7 0,-3 0 1 0,0-1 2 15,1 9 4-15,-1-8-3 0,-1 1 5 0,1 0-1 0,0 3-2 16,-2-3-7-16,2-1-1 0,-1 1-2 16,0-2-7-16,2 0 4 0,-2 0-6 0,0-2 2 15,0 2-6-15,0 0-3 0,0-1 1 0,-2-6 0 16,1 2-2-16,1-1-3 0,0-1 0 0,0 1-2 16,0-12 0-16,0 14-1 0,0-14-2 0,-2 16-2 15,2-16 2-15,-2 10-4 0,2-10 1 0,0 11-1 16,0-11 2-16,0 0-1 0,-2 11 10 0,2-11-8 15,-5 7 3-15,5-7 0 0,-9 7-2 0,9-7-2 16,-14 6 4-16,2-3-5 0,2 0 1 0,-4 0 10 16,2-1-13-16,-4 3-2 0,-2-3 0 0,-2 3-5 15,0-1 2-15,-1-3 0 0,-1 1-1 0,0 0-2 16,-7-1-2-16,1 3-6 0,-1-1-4 0,0-2-4 16,-2 2-1-16,1-1 0 0,-4 2-4 0,3-2 1 15,-5 0-1-15,1-1 2 0,0 5-1 0,-1-6 3 16,-1 4 0-16,-16 2-1 0,2 1-3 15,10-3 4-15,-10 1 1 0,-3-4-1 0,2 4-4 16,14-1-3-16,0-1-2 0,0 1-6 0,5-3-10 16,-2 1-11-16,5 0-19 0,2-1-20 0,1-1-27 15,9 2-30-15,4-2-18 0,14 0-38 0,-21-3-188 16,21 3-425-16,-20-3 188 0</inkml:trace>
  <inkml:trace contextRef="#ctx0" brushRef="#br0" timeOffset="12017.9">28309 2973 28 0,'-6'-3'174'0,"6"3"-12"0,0 0-11 0,0 0-19 0,0 0-8 16,0 0-12-16,0 0-12 0,0 0-8 0,13-8-7 15,-3 8-10-15,0-2-3 0,4 1-8 0,-1-2-6 16,0 2-4-16,3-1-11 0,-3 1 5 0,-1 1-14 16,-1 1 4-16,-4-1-6 0,-7 0-4 0,16-1 2 15,-11-1-9-15,-5 2-4 0,0 0-2 16,12 2 1-16,-12-2-5 0,6 1 0 0,-6-1-6 15,6 4 8-15,-6-4 11 0,3 7 2 0,-3-7 4 16,1 11 3-16,-1-11 16 0,-1 19-6 0,-2-3 7 0,-3-1 4 16,2 3-3-16,-2-2-2 0,0-1 0 15,-5 2 1-15,4-2-1 0,-1 3 6 0,-2-3-4 16,1-1-1-16,-1 1-3 0,-1 0 0 0,3-3-2 16,-1-3 1-16,2-1-6 0,-2-1 2 0,3 1-9 15,1-2 0-15,0-2 1 0,2 2-8 0,3-6-3 16,-8 7-3-16,6-4-3 0,2-3-3 0,0 0-1 15,-5 7-2-15,5-7-1 0,0 0 0 0,0 0 3 16,0 0-3-16,10 9 2 0,-4-7-5 0,7-3-8 16,-1 1-8-16,8 0-12 0,-1 1-24 0,3-3-21 15,6-1-34-15,-5 2-35 0,-3-2-34 0,7 1-37 16,-8-2-188-16,-2 0-425 0,5-1 188 0</inkml:trace>
  <inkml:trace contextRef="#ctx0" brushRef="#br0" timeOffset="13419.48">29515 3068 56 0,'0'0'78'16,"0"0"-1"-16,0 0 12 0,0 0 0 0,-8-2-14 15,8 2 3-15,0 0-7 0,0 0-5 0,-9-1-5 16,9 1-6-16,0 0-5 0,-9-4 0 0,9 4-9 16,-8-2 3-16,8 2 0 0,0 0-7 0,0 0-1 15,-11 0 3-15,11 0 1 0,0 0-5 0,0 0 1 16,-9 0-1-16,9 0-5 0,0 0 0 0,0 0-1 16,0 0-2-16,0 0-2 0,-10 1-1 0,10-1-3 15,0 0-1-15,0 0-2 0,0 0-2 0,0 0-4 16,0 0-3-16,0 0 13 0,0 0 1 0,0 0 10 15,0 0 4-15,0 0-5 0,0 0 0 0,0 0 0 16,0 0-7-16,24 10 6 0,-15-8-1 0,5-1 3 16,4 1-4-16,2-2 4 0,2 3-5 0,10-3-3 15,0 0 0-15,1 0-2 0,2 2-4 16,3-3 1-16,1 0 2 0,13-3 0 0,-1 3-2 16,0-2-1-16,-14 1-7 0,13 3 9 0,-13-4-11 0,1 3 3 15,-1 0-3-15,0 0 1 0,-1 3-3 0,0-3 0 16,-3 3 2-16,0-3 1 0,0-2 0 0,2 4 3 15,0-2-7-15,-2 1 7 0,0-1 2 16,0 1 1-16,-1-2-1 0,0 2 7 0,1-2-5 16,3 2 3-16,-3-3-2 0,2 0-25 0,-2 0 2 15,3 3-2-15,-4-5 1 0,1 2 2 0,-4 1 3 16,0-1 2-16,-10 2-4 0,1 1 4 0,-2-1 6 0,0-1-8 16,0 0 4-16,-7 2-3 0,3-2 3 15,-2-1-1-15,1 2 2 0,-3 0 4 0,3 0 1 16,-1 0 6-16,-1 0-5 0,-1-1 4 0,1 2-4 15,-2-1 3-15,2 0 7 0,-11 0-9 0,16 0 2 16,-16 0 6-16,9-2-4 0,-9 2 5 0,10-4-2 16,-10 4 1-16,0 0-5 0,9 1 0 0,-9-1 0 15,0 0 2-15,0 0-7 0,0 0 3 0,8 1-2 16,-8-1-5-16,0 0-12 0,0 0-22 0,0 0-21 16,0 0-29-16,0 0-46 0,0 0-55 0,8-4-208 15,-8 4-419-15,0 0 187 0</inkml:trace>
  <inkml:trace contextRef="#ctx0" brushRef="#br0" timeOffset="16717.87">31999 1002 31 0,'0'0'75'0,"0"0"-7"0,0 0 2 15,0 0-2-15,0 0 2 0,0 0-6 0,0 0 1 16,0 0-8-16,0 0 11 0,0 0-4 0,0 0-10 16,0 0 3-16,0 0-11 0,0 0-2 0,0 0-5 15,0 0 6-15,0 0-14 0,0 0 3 0,0 0-3 16,0 0-10-16,0 0 5 0,0 0 0 0,0 0-12 15,0 0 2-15,0 0 7 0,0 0-17 0,0 0 11 16,0 0-17-16,0 0 12 0,0 0-4 0,0 0-15 16,0 0 14-16,0 0-2 0,0 0-4 0,0 0 6 15,0 0-4-15,0 0-1 0,0 0 2 0,0 0 0 16,0 0 3-16,0 0-4 0,0 0 0 16,0 0 0-16,0 0-3 0,0 0 9 0,0 0-8 15,0 0-3-15,0 0 4 0,0 0 12 0,0 0-7 16,6 18-5-16,-6-18 2 0,25 0 6 0,-6 1 4 15,0-2 2-15,1 1-14 0,7 0 1 0,2-1-7 16,0 1 10-16,-4-2-8 0,-3 2 7 0,6-2 6 16,1 2-2-16,1-2-6 0,-8 4 4 0,6-2-12 15,-8 0 16-15,8 0-8 0,-6 1-1 16,7-2 7-16,-1 1-7 0,1 0 6 0,0 0-6 0,-7 0-5 16,-1 0 3-16,-21 0 3 0,0 0 3 15,64-2-4-15,-64 2-1 0,36-3-1 0,-36 3 5 16,0 0 7-16,45-1 1 0,-45 1-7 0,0 0 1 15,37-2 2-15,-37 2 3 0,0 0-2 0,40 0-5 16,-40 0 2-16,0 0-7 0,0 0 4 0,42 0-1 16,-42 0 7-16,0 0-13 0,0 0-5 0,0 0 12 15,0 0 0-15,0 0 3 0,0 0-5 0,37 2 3 16,-37-2-9-16,0 0 9 0,0 0-3 0,0 0 7 16,0 0-10-16,0 0-6 0,0 0 18 0,0 0-9 15,0 0 7-15,0 0-6 0,0 0 5 0,0 0-4 16,0 0 5-16,0 0-3 0,0 0-1 15,0 0 3-15,0 0-14 0,0 0 5 0,0 0 6 16,0 0-8-16,0 0 1 0,0 0 8 0,0 0 0 16,0 0 3-16,0 0-9 0,0 0-10 0,0 0 19 15,0 0-3-15,0 0-16 0,0 0 12 0,0 0 2 16,0 0-2-16,0 0 0 0,0 0 4 0,0 0-4 16,0 0 6-16,0 0 4 0,0 0 0 0,0 0 5 15,38 2-8-15,-38-2 5 0,0 0-4 0,0 0 4 16,0 0 1-16,0 0-12 0,40-1 3 0,-40 1 1 15,0 0 6-15,0 0-4 0,0 0-4 0,0 0 1 16,0 0 1-16,0 0-1 0,41 0-2 0,-41 0 3 16,0 0 2-16,0 0 1 0,0 0-3 15,0 0 5-15,0 0 0 0,43-1-8 0,-43 1-2 16,0 0 4-16,0 0 1 0,0 0 3 0,0 0-3 16,39-2-7-16,-39 2 2 0,0 0-1 0,0 0 7 15,0 0 1-15,0 0 3 0,0 0-1 0,0 0 7 16,0 0-2-16,0 0 7 0,0 0-5 0,0 0 6 15,0 0 1-15,0 0-2 0,0 0-1 0,0 0 4 16,0 0 0-16,0 0-2 0,0 0-1 0,0 0-5 16,0 0 3-16,0 0 2 0,0 0 2 0,0 0-5 15,0 0-7-15,0 0 4 0,31-5-2 0,-31 5-4 16,0 0 0-16,0 0-7 0,0 0 4 0,0 0 0 16,0 0-1-16,0 0 0 0,0 0-7 0,0 0 9 15,0 0-1-15,0 0-2 0,0 0-1 16,0 0-9-16,0 0 6 0,0 0-3 0,0 0 7 15,0 0-6-15,0 0-1 0,0 0-3 0,0 0 1 16,0 0 3-16,0 0 0 0,0 0-4 0,0 0-1 16,0 0 3-16,0 0 4 0,0 0 2 0,0 0-6 15,0 0 0-15,0 0-1 0,0 0 6 0,0 0-1 16,0 0-1-16,0 0-1 0,0 0 3 0,0 0 4 16,0 0-2-16,0 0 1 0,-1 43-2 0,1-43-4 15,0 0 3-15,0 0 6 0,0 0-4 0,0 0 4 16,0 0-5-16,-4 40 3 0,4-40 1 0,0 0 1 15,0 0 0-15,0 0-1 0,0 0-1 16,-5 42 0-16,5-42-1 0,0 0-1 0,0 0 1 16,-5 35-1-16,5-35 1 0,0 0 0 0,0 0-4 15,-8 34 9-15,8-34-3 0,0 0-2 0,0 0-3 16,-5 34 4-16,5-34 3 0,0 0-4 0,0 0 3 16,-2 35-1-16,2-35-3 0,0 0 4 0,0 0 0 15,0 0-1-15,-3 39 3 0,3-39-4 0,0 0 0 16,0 0 3-16,-4 30 0 0,4-30 1 15,0 0-8-15,0 0 2 0,0 0 0 0,-6 30 4 16,6-30 1-16,0 0-2 0,0 0-5 0,0 0 1 0,0 0 0 16,0 0 0-16,0 39 3 0,0-39-1 15,0 0-3-15,0 0-3 0,0 0 4 16,0 0 2-16,0 0-2 0,-4 33 2 0,4-33 1 16,0 0-6-16,0 0 2 0,0 0 3 0,0 0-9 0,0 0 3 15,0 0-1-15,0 0 0 0,0 0 9 0,-3 35 0 16,3-35-7-16,0 0 0 0,0 0 0 0,0 0 3 15,0 0 3-15,0 0-1 0,0 0 3 16,0 0-5-16,0 0-1 0,0 0-3 0,0 0 3 0,6 35-2 16,-6-35 1-16,0 0 1 0,0 0 0 0,0 0-12 15,0 0 9-15,0 0 0 0,0 0 3 16,0 0-2-16,0 0 2 0,0 0-2 0,0 0 2 16,0 0 2-16,0 0-1 0,0 0 1 0,0 36-3 0,0-36 0 15,0 0 3-15,0 0-4 0,0 0 2 16,0 0 3-16,0 0-5 0,0 0 1 0,0 0-2 15,0 0 2-15,0 0 0 0,0 0-2 0,0 0 0 16,0 0 1-16,0 0-2 0,0 0 3 0,0 0 1 16,0 0-3-16,0 0 0 0,0 0 0 0,4 35 3 15,-4-35 0-15,0 0-2 0,0 0 6 0,0 0-7 16,0 0 0-16,0 0 0 0,0 0 1 0,0 0 1 16,0 0-2-16,1 33-2 0,-1-33 5 0,0 0 4 15,0 0-3-15,0 0 1 0,5 30-2 0,-5-30 4 16,0 0-2-16,0 0 3 0,0 0-3 0,5 33 3 15,-5-33-4-15,0 0 1 0,0 0 1 16,0 0-1-16,5 37 1 0,-5-37 1 0,0 0-4 16,0 0 4-16,4 36-4 0,-4-36-2 0,0 0 6 15,4 28 0-15,-4-28-4 0,0 0 0 0,0 0-2 16,4 36 4-16,-4-36-1 0,0 0 1 0,5 28-1 16,-5-28-2-16,0 0 0 0,0 0-2 0,4 35 4 15,-4-35-1-15,0 0 0 0,0 0-1 0,0 0-1 16,5 34 1-16,-5-34 4 0,0 0-1 0,0 0-4 15,0 0 2-15,6 35 1 0,-6-35-2 0,0 0 4 16,0 0-2-16,0 0-1 0,4 36 0 0,-4-36-1 16,0 0 3-16,0 0 2 0,0 0 1 15,2 31-2-15,-2-31-3 0,0 0 1 0,0 0-3 16,0 0 0-16,3 33 1 0,-3-33 4 0,0 0-1 16,0 0-5-16,0 0 0 0,0 0 0 0,-1 36 3 15,1-36 3-15,0 0-3 0,0 0 0 0,0 0-1 16,0 0 2-16,1 37-2 0,-1-37 0 0,0 0 2 15,0 0-2-15,0 0-3 0,0 0 4 0,-1 40 2 16,1-40 2-16,0 0-5 0,0 0-4 16,0 0 0-16,0 0 3 0,0 34-1 0,0-34 1 15,0 0 3-15,0 0 2 0,0 0-9 0,0 0 3 16,0 0 3-16,-4 32 0 0,4-32-1 0,0 0 0 0,0 0-3 16,0 0 5-16,0 0 0 0,0 0-1 0,0 0 1 15,0 0-3-15,1 38-6 0,-1-38 6 16,0 0 5-16,0 0-5 0,0 0 2 0,0 0-4 15,0 0 6-15,0 0-7 0,0 0 7 0,0 35 1 16,0-35-1-16,0 0-6 0,0 0 5 0,0 0-4 16,0 0 5-16,0 0-1 0,0 0 0 0,0 0 0 15,0 0-4-15,0 0 1 0,0 0 4 0,-1 35 3 16,1-35-5-16,0 0-3 0,0 0-3 16,0 0 6-16,0 0 1 0,0 0-2 0,0 0-2 0,0 0-1 15,0 0 4-15,0 0 0 0,0 0-4 16,0 0-21-16,0 0-14 0,0 0-25 0,0 36-19 15,0-36-27-15,0 0-46 0,0 0-50 0,0 0-253 16,-36 18-492-16,36-18 219 0</inkml:trace>
  <inkml:trace contextRef="#ctx0" brushRef="#br0" timeOffset="18273.55">31241 2807 106 0,'-1'-9'167'15,"1"9"-10"-15,0 0-5 0,0 0-7 0,-1-7-11 16,1 7-12-16,0 0-16 0,0 0-8 0,0 0-13 15,0 0-7-15,0 0-10 0,0 0-5 0,0 0-8 16,0 0-3-16,0 0 6 0,-2 25-6 0,4-9 0 16,-1 1 3-16,-1 8-3 0,0 3 1 0,1 1 4 15,0 2-3-15,2 1 1 0,-2 1-1 16,-1 0 3-16,1-1-8 0,1-1-2 0,-1-2 0 0,0-2-7 16,0 3 1-16,-2-5-5 0,5 3-1 0,-4-8-2 15,0-2-5-15,3 6 1 0,-2-6 3 0,-1-3-4 16,1 2 0-16,-1-6-4 0,1 1 2 15,1-3-5-15,-1 1 0 0,-1-2-2 0,0 0-2 16,0-8-3-16,1 10 1 0,-1-10 3 0,-2 10-7 16,2-10 5-16,0 0-4 0,0 11 0 0,0-11-8 0,-3 5-17 15,3-5-28-15,0 0-31 0,0 0-25 0,0 0-63 16,0 0-51-16,0 0-172 0,-9-27-415 0,8 16 184 16</inkml:trace>
  <inkml:trace contextRef="#ctx0" brushRef="#br0" timeOffset="18902.28">31331 2794 8 0,'3'-9'141'0,"-3"9"-11"0,17-5-4 0,-5 2-12 16,5-1-5-16,5 0-9 0,7 1-14 0,6 0-4 15,16 0-10-15,1-1-4 0,2 1-5 0,4 2-10 16,-7-2-3-16,4 3-1 0,-2-3-11 0,0 3 4 16,-16 0-12-16,1-2 6 0,-1 0-9 15,-2 2 1-15,-3 0-5 0,-3-1 3 0,2-1 3 0,-4 2-3 16,-7-1 0-16,2 1 1 0,-9-2-5 16,-2 3-2-16,3-1 2 0,-4 0 1 0,-2 0 0 0,-8 0 4 15,0 0-4-15,20-3 2 0,-20 3-1 0,10 0 2 16,-10 0-5-16,0 0 0 0,0 0-6 15,0 0-4-15,15 2 5 0,-15-2-4 0,0 0-4 0,7 7 3 16,-7-7 11-16,6 10 4 0,-4-3-3 0,2 2 3 16,0 1-6-16,0 0 4 0,-1 5-4 0,3 1 8 15,-1-1 0-15,0 2-3 0,-3 0 4 16,7 9 2-16,-5-7-1 0,2 4 4 0,1 4-3 16,-2 0 2-16,1-1-2 0,-3 1 5 0,1-3-3 15,0 2-4-15,-3-7-3 0,3 5-7 0,-2 1 8 16,1-8-5-16,-1 2-2 0,0 2 3 0,1-4-5 0,-1 0 1 15,-1 0-2-15,-1 0-3 0,1-2 0 16,1-4-2-16,-2 0 4 0,0-2-5 0,0 2 3 16,0-11-3-16,-2 19 0 0,0-13 1 0,0 4-2 15,2-10 4-15,-2 12 1 0,2-12 1 0,-3 11 4 16,3-11 3-16,-5 11-2 0,5-11 2 0,-10 10 0 16,1-3-5-16,-5-3 0 0,1 0-2 0,-5-1 0 15,-8 2-1-15,-2-2-1 0,-2 1-3 0,-2 0-2 16,-4-1 0-16,-2 0-5 0,-18 2 2 0,1-3-14 15,0 3 9-15,-4-2-2 0,1 0-6 0,2-1 5 16,5 0 2-16,13 2-2 0,1-4-3 0,3 2 2 16,4-1-7-16,2-1-9 0,1 3-12 0,8-3-10 15,6 0-14-15,13 0-18 0,0 0-20 0,-33 0-20 16,33 0-26-16,0 0-46 0,-18-6-206 0,18 6-421 16,0 0 187-16</inkml:trace>
  <inkml:trace contextRef="#ctx0" brushRef="#br0" timeOffset="19535.37">31523 3000 102 0,'0'0'176'15,"0"0"-12"-15,0 0-6 0,-8-5-13 0,8 5-6 16,0 0-13-16,0 0-5 0,0 0-15 0,0 0-9 15,0 0-12-15,0 0-3 0,0 0-17 0,0 0 1 16,29-3-8-16,-16 2-6 0,1 1-6 0,4-3 1 16,0 4-7-16,-2-3-4 0,3 0 0 0,-5 2-11 15,-3-1 2-15,-11 1-3 0,19-1-3 0,-19 1 0 16,13 0-5-16,-13 0-3 0,0 0-2 0,14 0 3 16,-14 0-4-16,0 0-1 0,0 0-4 0,11 0 6 15,-11 0-4-15,0 0-1 0,0 0-3 0,0 0 3 16,0 0-5-16,8 5 15 0,-8-5-1 0,0 0 10 15,0 0-3-15,-3 15 0 0,3-15 8 0,-7 18-3 16,1-7 5-16,0 4-5 0,-2-3 6 0,2 3-3 16,0 0-5-16,-2 0 5 0,-1 2-5 15,0 0 7-15,-1 0-4 0,2-2-3 0,-1 0 5 0,-2 1-4 16,2-3 0-16,-1 1-3 0,1-1 2 16,0-1-2-16,1-3-1 0,2 1-5 0,0 0-6 15,0-1 10-15,2-2 0 0,-1 0-4 0,5-7 1 0,-9 9-6 16,9-9-1-16,-6 9 1 0,6-9-9 0,0 0 8 15,-5 7-2-15,5-7-1 0,0 0 1 16,0 0-4-16,0 0 4 0,0 0-3 0,0 0 2 16,0 0-4-16,0 0-9 0,20 6-7 0,-20-6-12 15,23-2-18-15,-4 1-19 0,-1 0-19 0,0-1-21 16,1-1-27-16,2 1-27 0,-1 1-27 0,2-2-25 16,-4-1-129-16,2 1-363 0,-8-1 162 0</inkml:trace>
  <inkml:trace contextRef="#ctx0" brushRef="#br0" timeOffset="20645.39">32481 3104 11 0,'-9'-5'24'0,"9"5"-4"16,0 0 0-16,0 0-2 0,0 0 0 0,-12-1 6 16,12 1-5-16,0 0 6 0,0 0 1 0,0 0-3 15,0 0-3-15,-13 0 0 0,13 0 6 0,0 0-5 16,0 0 4-16,-12-1-8 0,12 1 8 0,0 0 2 16,0 0 0-16,0 0 1 0,-16 1 2 0,16-1 1 15,0 0 5-15,-15 0-2 0,15 0 2 0,0 0 8 16,0 0 6-16,-18 1-6 0,18-1 8 0,0 0-2 15,0 0-3-15,-18 0 3 0,18 0 9 0,0 0-14 16,0 0 6-16,0 0-2 0,-14 0 2 0,14 0 5 16,0 0-5-16,0 0-6 0,0 0 5 0,0 0-8 15,0 0 3-15,0 0-6 0,0 0 3 0,0 0-2 16,-11 0 5-16,11 0-3 0,0 0-2 0,0 0 3 16,0 0-2-16,0 0-2 0,0 0-7 15,0 0 4-15,0 0-6 0,0 0-3 0,0 0 1 0,0 0-3 16,0 0-3-16,43 7-2 0,-30-3 0 0,6-4 2 15,-2 1 1-15,3 3 2 0,-1-4 0 16,11-1 1-16,-3 2-4 0,2-2 3 0,-29 1-4 16,60 0 0-16,-60 0 0 0,67-1-2 0,-36 2 1 15,-31-1-7-15,64 1 3 0,-33-3-1 0,-31 2 0 16,52 2-2-16,-52-2 0 0,38-1 0 0,-38 1 4 16,0 0 1-16,42-1 0 0,-42 1 0 0,0 0 2 0,0 0-4 15,40 2 3-15,-40-2-2 0,0 0-3 16,0 0-2-16,0 0 0 0,0 0 2 0,39-1-6 15,-39 1 2-15,0 0 0 0,0 0-9 0,0 0 6 16,0 0-1-16,0 0 0 0,36 3-13 0,-36-3-11 16,0 0-16-16,0 0-14 0,0 0-12 0,0 0-18 15,0 0-23-15,0 0-9 0,0 0-33 0,0 0-20 16,0 0-166-16,0 0-357 0,0 0 159 16</inkml:trace>
  <inkml:trace contextRef="#ctx0" brushRef="#br0" timeOffset="22732.12">33143 2207 43 0,'0'0'59'0,"0"0"2"15,0 0 1-15,0 0-3 0,0 0 0 0,0 0 7 16,0 0-2-16,0 0-7 0,0 0-1 0,0 0-2 15,0 0 6-15,0 0-3 0,0 0-7 0,0 0-1 16,0 0-7-16,0 0 8 0,0 0-10 0,0 0-3 16,0 0-5-16,0 0-6 0,0 0-1 0,0 0-6 15,0 0 0-15,0 0-3 0,0 0 0 0,0 0 2 16,0 0-7-16,0 0 1 0,0 0 7 0,0 0-1 16,0 0 1-16,0 0 9 0,-14 58 4 15,14-58-1-15,0 0-4 0,-2 45-1 0,2-45 0 0,-1 33-1 16,1-33 3-16,-5 34-3 0,5-34-1 0,-4 33 8 15,4-33-8-15,0 0 1 0,-2 49 3 16,2-49 3-16,-2 35-2 0,2-35-3 0,-1 34 1 0,1-34-5 16,-4 34 1-16,4-34-6 0,-1 33 4 0,1-33-3 15,-4 35-2-15,4-35 3 0,-3 34-6 0,3-34 4 16,-3 34-3-16,3-34-1 0,-3 34-5 0,3-34 9 16,-7 34-4-16,7-34 5 0,-7 33-5 15,7-33 3-15,-5 33-4 0,5-33 0 0,-5 30 3 0,5-30-4 16,0 0-2-16,-8 38 4 0,8-38-4 15,0 0 1-15,-7 38-1 0,7-38 6 0,0 0-6 16,-6 31-3-16,6-31 4 0,0 0-4 0,-2 31 2 16,2-31 4-16,0 0-2 0,0 0-3 0,-1 34 1 15,1-34-1-15,0 0 5 0,0 0-6 0,0 0 3 16,0 0-4-16,-4 38 0 0,4-38-2 0,0 0 1 16,0 0 3-16,0 0-6 0,0 0 5 0,0 0 1 15,0 0-6-15,0 0 5 0,0 0-5 0,0 0 4 0,0 0-5 16,0 0 1-16,0 33 2 0,0-33-2 15,0 0 4-15,0 0-1 0,0 0-3 0,0 0 4 16,0 0-7-16,0 0 4 0,0 0 3 0,0 0-3 16,0 0 3-16,0 0-4 0,0 0-1 0,0 0 6 15,0 0-5-15,0 0 0 0,0 0 1 0,0 0 0 16,0 0 2-16,0 0 0 0,0 0-5 0,0 0 6 16,0 0 0-16,0 0 0 0,-19 19-2 0,19-19 1 15,0 0 2-15,0 0-4 0,0 0-1 0,-35 9 2 16,35-9 2-16,0 0-2 0,-36 8-1 15,36-8 2-15,0 0-14 0,-46 8-20 0,46-8-25 0,-34 8-24 16,34-8-36-16,-35 5-53 0,35-5-160 0,-37 4-355 16,23-4 157-16</inkml:trace>
  <inkml:trace contextRef="#ctx0" brushRef="#br0" timeOffset="25557.28">31968 3245 98 0,'0'0'165'0,"-5"-8"-20"15,5 8 0-15,0 0-9 0,0 0-3 0,-5-4-12 16,5 4-5-16,0 0-9 0,0 0-9 0,-5-5-2 15,5 5-9-15,0 0-9 0,0 0-1 0,0 0-7 16,-6-5-6-16,6 5-2 0,0 0-11 0,0 0 0 16,0 0-5-16,-4-6-7 0,4 6 1 0,0 0-7 15,0 0-2-15,0 0-6 0,0 0-4 16,0 0-2-16,0 0 1 0,0 0-5 0,0 0-5 16,0 0-3-16,0 0 2 0,0 0-2 0,0 0-2 15,0 0 0-15,-3 19 0 0,3-19 1 0,-2 13 3 16,2-3-3-16,0 1 4 0,0 0-3 0,1 4-5 15,1-3 15-15,-2-1-2 0,3 3 1 0,-2-3-2 16,3 1 1-16,-3-2-2 0,2 1-3 0,-2-3 4 16,2-1-2-16,-3-7-1 0,1 12-1 15,1-5 4-15,0-1-7 0,-2-6-2 0,2 11 4 0,0-6-2 16,-2-5 0-16,2 8 2 0,-2-8 1 0,1 8-8 16,-1-8-18-16,0 0-18 0,2 7-29 0,-2-7-28 15,0 0-33-15,0 0-49 0,0 0-160 0,0 0-359 16,0 0 159-16</inkml:trace>
  <inkml:trace contextRef="#ctx0" brushRef="#br0" timeOffset="28761.34">28679 3175 75 0,'0'0'136'16,"-3"-6"0"-16,3 6-10 0,0 0-3 0,0 0-1 15,0 0-9-15,-2-7-4 0,2 7-8 0,0 0-6 16,0 0-7-16,0 0-6 0,0 0-10 0,0 0-9 16,0 0-5-16,0 0-6 0,0 0-7 0,0 0-2 15,0 0-5-15,10-5-12 0,-10 5 5 0,0 0 2 16,14 3-10-16,-14-3-3 0,10 4-2 0,-5 0 2 16,1-1-3-16,1 1 1 0,-2 0-6 0,0 2 4 15,-1 0-4-15,1 0 7 0,-2-1-4 16,3 4 4-16,-3-3-2 0,-1 0 2 0,-2 1-4 15,4 1-3-15,-4 2 2 0,-1-2-2 0,-4 1 1 0,2 0 0 16,-1-1-4-16,-3 1 0 0,3-5-1 0,-3 3 2 16,2 1-4-16,0-3 3 0,-1 0-9 15,-1 0 5-15,3 0 1 0,4-5-2 0,-7 7-1 16,1-5 0-16,6-2 4 0,-7 7-6 0,7-7 7 16,-5 3-2-16,5-3 1 0,-6 3-1 0,6-3-1 15,0 0-4-15,0 0 3 0,-7 4-2 0,7-4 1 16,0 0-1-16,0 0-1 0,0 0 1 0,-3 5 1 15,3-5 4-15,0 0 3 0,0 0-2 0,0 0 7 0,0 0-4 16,0 0 0-16,0 0-2 0,0 0-1 16,0 0 3-16,0 0-6 0,0 0 1 0,0 0-1 15,0 0 3-15,0 0-3 0,0 0 2 0,0 0-4 16,0 0 1-16,0 0 0 0,0 0-3 0,0 0 2 16,0 0 0-16,0 0 2 0,0 0-2 0,0 0-2 15,0 0-1-15,0 0 1 0,0 0 0 0,0 0 1 16,0 0 2-16,0 0-4 0,0 0 1 0,0 0 0 15,0 0 1-15,0 0 4 0,0 0 1 0,0 0 3 16,0 0-3-16,0 0 4 0,0 0-3 0,0 0 2 16,0 0-3-16,0 0 1 0,0 0 1 0,0 0 1 15,26-5 0-15,-26 5-3 0,0 0-2 0,0 0-1 16,9-3-1-16,-9 3 6 0,12-2-4 0,-6 0 3 16,5 2-5-16,-2-2 3 0,4 1-4 0,0-1 0 15,0 1 2-15,1-1-3 0,-1 0 2 0,2 0-4 16,-2 2 2-16,-1-1-4 0,0 1 6 0,-3-2-2 15,0 2 4-15,-2-1-6 0,-7 1-11 0,13 1-10 16,-13-1 0-16,9 0-12 0,-9 0 3 0,9 0-4 16,-9 0-20-16,0 0-15 0,0 0-6 0,0 0-19 15,0 0-38-15,14 3-25 0,-14-3-145 0,0 0-327 16,0 0 146-16</inkml:trace>
  <inkml:trace contextRef="#ctx0" brushRef="#br0" timeOffset="30423.6">30119 3082 56 0,'0'0'152'16,"0"0"-14"-16,0 0-5 0,0 0-6 0,0 0-8 15,0 0-8-15,0 0-3 0,0 0-11 0,0 0-4 16,0 0 0-16,0 0-8 0,0 0-10 0,0 0-7 15,0 0 0-15,0 0-6 0,0 0-6 0,0 0-5 16,0 0 0-16,0 0 1 0,0 0-9 16,0 0 2-16,0 0-5 0,0 0-4 0,0 0 2 0,0 0-6 15,0 0-7-15,0 0 2 0,0 0-4 0,0 0 1 16,0 0-4-16,0 0-3 0,0 0-1 0,0 0-3 16,6-4 1-16,-6 4-4 0,0 0-1 0,0 0-10 15,0 0 7-15,0 0 0 0,0 0-3 16,0 0-1-16,0 0 3 0,0 0-4 0,0 0-1 15,0 0 1-15,0 0 4 0,0 0-1 0,0 0-6 16,0 0 3-16,0 0-4 0,0 0 6 0,0 0-3 0,0 0 0 16,0 0-3-16,0 0 2 0,0 0-1 0,0 0 7 15,0 0-5-15,0 0 3 0,0 0-5 0,0 0 5 16,0 0-1-16,0 0 5 0,0 0-5 16,0 0 1-16,0 0 4 0,0 0-2 0,0 0 2 15,0 0 0-15,0 0 1 0,0 0-3 0,0 0 9 16,0 0 0-16,0 0 10 0,3-8-5 0,-3 8 1 15,0 0 1-15,0 0-1 0,0 0-7 0,0 0 0 16,0 0-6-16,0 0-1 0,0 0 6 0,0 0-13 16,0 0-1-16,0 0 5 0,0 0-3 0,0 0 0 0,0 0-3 15,0 0 3-15,0 0-3 0,0 0 3 16,0 0-1-16,0 0-1 0,0 0-3 0,-16 15 2 16,16-15 0-16,0 0 3 0,0 0-3 0,-1 7 4 15,1-7-5-15,0 0 5 0,0 0-1 0,0 0 2 16,0 0-1-16,7 10-1 0,-7-10 5 0,5 2-5 15,-5-2 2-15,0 0 2 0,0 0-2 0,14-2 5 16,-14 2-3-16,0 0-2 0,11-5 2 0,-11 5-1 16,8-3 3-16,-8 3 0 0,5-6 0 0,-5 6 1 15,4-6-5-15,-4 6-1 0,5-8-1 0,-5 8-2 16,-1-9-4-16,1 9 6 0,-2-10-4 0,2 10-1 16,-6-9 10-16,6 9-11 0,-5-9 5 0,5 9-2 15,-4-7-5-15,4 7 2 0,-5-3 0 0,5 3-2 16,0 0 1-16,0 0 0 0,-14 1-3 15,14-1 2-15,-10 6 4 0,6-1-1 0,4-5-4 0,-5 7 11 16,5-7-12-16,-4 5 8 0,4-5-2 0,0 0 0 16,0 0 1-16,4 12 1 0,-4-12 4 0,4 6-3 15,-4-6 1-15,0 0 3 0,7 4 3 0,-7-4-4 16,12 0 2-16,-12 0 2 0,0 0-4 16,11-3 3-16,-11 3-1 0,7-4-1 0,-7 4 4 0,5-6-3 15,-5 6 0-15,4-8-1 0,-4 8-2 0,3-6 5 16,-3 6-6-16,-2-9-2 0,2 9 1 0,0 0 2 15,-6-10-4-15,6 10 0 0,-8-7-1 16,8 7-5-16,-10-3 2 0,10 3 0 0,-17 4 0 16,7-1 2-16,-2 1 2 0,2 2-5 0,1 1 3 0,1-1-1 15,2-1 1-15,1 3 4 0,0-2-6 0,2 0 5 16,3-6 3-16,-4 10-5 0,3-5 1 0,1-5 0 16,0 0 1-16,0 11 5 0,0-11 2 15,0 0-3-15,9 5 3 0,-9-5-3 0,12 0 1 16,-12 0 3-16,15-4-3 0,-6 1 0 0,-3-1 5 15,3 3-3-15,-2-3 2 0,-2 1 3 0,-5 3-2 16,10-7 0-16,-6 2-7 0,-2-1 4 0,-2 6 5 16,4-9-8-16,-3 4 2 0,-1 5-3 0,0-10 4 15,0 10-6-15,0-9-1 0,0 9-5 0,0 0-2 16,0-8-3-16,0 8-10 0,0 0-17 0,0 0-20 16,0 0-12-16,0 0-19 0,0 0-26 0,0 0-43 15,0 0-158-15,0 0-342 0,0 0 151 0</inkml:trace>
  <inkml:trace contextRef="#ctx0" brushRef="#br0" timeOffset="31295.95">30345 2392 104 0,'0'0'143'15,"0"0"-8"-15,-1-11-15 0,1 11-11 0,0 0-13 16,-10-4-9-16,10 4-11 0,-11-2-8 0,11 2-4 16,-15 4-4-16,5-2-7 0,-2 2 3 0,2 2-4 15,0 0-11-15,-3 2-7 0,2-3 5 0,0 4-11 16,-3 1 0-16,4-2 1 0,2 1-4 0,0-2-4 16,2 1 3-16,0 0-4 0,2 1 5 0,2-2 8 15,-1 0-9-15,3-7-1 0,-1 12 1 0,2-5 1 16,-1-7-6-16,5 12 1 0,-2-7-5 0,2 0-4 15,3 1 9-15,0-3-9 0,3 0 5 0,-1-1-7 16,1 0 2-16,0 1 1 0,-1-3-4 0,1 1 2 16,0-1 0-16,-4 2-1 0,-7-2-2 0,15 0 0 15,-8 0-6-15,-7 0 11 0,9 0 1 0,-9 0 9 16,0 0 3-16,10-3-5 0,-10 3 4 0,0 0-11 16,6-5 6-16,-6 5-8 0,0 0 5 15,0 0-9-15,0 0 4 0,0 0-2 0,0 0-5 16,0 0-7-16,0 0 9 0,-13-12 3 0,13 12-9 0,-11 2 0 15,11-2 0-15,-13 2 3 0,13-2-3 0,-17 4 3 16,8 0-1-16,-3 1-1 0,3 0 0 16,0 0 2-16,-3 2-5 0,1-1 0 0,2 0 2 0,-1 2-3 15,4 1 1-15,-2-2-4 0,2-1 3 0,-3 0-1 16,2 3 3-16,2-4-2 0,3 0 2 16,-2 1 1-16,1 0-2 0,3-6 7 0,-2 11-1 15,2-11 1-15,0 11 6 0,0-11 9 0,5 9-6 16,-1-4 6-16,-1 0-1 0,3 0-2 0,-1-1 1 15,2 0 0-15,-2 0-4 0,2-2 1 0,-1 0-3 16,6 2 1-16,-3-1-2 0,1-1 1 0,1-1-4 16,0-1-1-16,0 0 4 0,2 0-4 0,0-3 1 15,1 3-2-15,-1-2-8 0,-1-2-10 0,2 3-16 16,4-4-12-16,0 0-17 0,1-1-28 0,-2 0-11 16,2-1-37-16,-3 0-33 0,0 2-121 0,1 0-311 15,2-2 138-15</inkml:trace>
  <inkml:trace contextRef="#ctx0" brushRef="#br0" timeOffset="33031.1">30132 3053 2 0,'0'0'45'0,"0"0"-5"16,0 0-1-16,0 0 5 0,5-6 1 0,-5 6-9 16,0 0 11-16,0 0-8 0,0 0 10 0,0 0-8 15,0 0 5-15,0 0 0 0,0 0-8 0,0 0 1 16,0 0 0-16,0 0-3 0,0 0-6 0,0 0-8 16,0 0 1-16,0 0-14 0,0 0 9 0,0 0 1 15,0 0-8-15,0 0 2 0,0 0-4 16,0 0-2-16,0 0-1 0,0 0-2 0,0 0 8 15,0 0-9-15,0 0 1 0,0 0 6 0,0 0-6 0,0 0-9 16,0 0 12-16,0 0 5 0,0 0-4 0,0 0-9 16,4 19 6-16,-4-19 1 0,1 8 1 15,-1-8 7-15,0 10-4 0,0-10 4 0,0 8-1 16,0-8-8-16,0 11 10 0,0-11 1 0,0 11 0 16,0-4-9-16,0-7 10 0,-3 11-3 0,5-5 6 0,-2-6 12 15,-2 13-3-15,2-5-3 0,0-1-5 16,0-7 5-16,0 12 6 0,-2-5-4 0,2 3-2 15,0-10 2-15,0 14-8 0,1-6 0 0,-1-1-6 16,0-7 8-16,0 13-6 0,0-5-3 0,0-1 14 16,0 1-7-16,0-8 0 0,0 17 4 0,-1-11-14 15,1-6 8-15,1 15-1 0,0-8-1 0,-1-1 6 0,0 4-2 16,2-1-1-16,-2-1 1 0,0 1-7 16,1 0-1-16,-1-9 2 0,0 16-1 0,0-6 7 15,1 0-5-15,2 0-1 0,-3 1 3 0,1-4-7 16,-1 0 5-16,0-7-5 0,0 15 1 0,1-6-2 15,-2-1 1-15,2-1 4 0,-1 1 4 0,0-8-3 16,0 13 0-16,0-5-1 0,0-8 4 0,2 14 3 16,-2-9-4-16,0 2 8 0,0-7-13 0,-2 13 7 15,2-13-2-15,0 12 0 0,-1-8-1 0,1-4 2 16,0 10 1-16,0-10-2 0,3 10-1 0,-3-10-1 16,1 8 1-16,-1-8 0 0,0 7 0 0,0-7-5 15,0 0-4-15,0 11 2 0,0-11 1 0,0 0-6 16,0 7 1-16,0-7 1 0,0 0 0 0,0 10-3 15,0-10 4-15,0 0-4 0,0 0 5 0,-1 10-8 16,1-10 5-16,0 0 1 0,0 0-4 16,0 0 0-16,-2 7 8 0,2-7-7 0,0 0 6 15,0 0-4-15,0 0-1 0,0 0 3 0,2 9-1 0,-2-9-2 16,0 0 5-16,0 0-5 0,0 0 6 0,1 7-9 16,-1-7 3-16,0 0-2 0,0 0 1 0,0 0 0 15,0 0 2-15,0 0 1 0,0 0-3 16,0 0 0-16,0 0 1 0,0 0 0 0,0 0 1 15,0 0-1-15,0 0 1 0,0 0-2 0,0 0 4 16,0 0 1-16,0 0-3 0,0 0-4 0,0 0 6 16,0 0-4-16,0 0 0 0,0 0-9 0,0 0-11 15,0 0-8-15,0 0-19 0,0 0-26 0,0 0-7 0,0 0-28 16,0 0-17-16,0 0-12 0,0 0-24 0,0 0-128 16,0 0-308-16,0 0 136 0</inkml:trace>
  <inkml:trace contextRef="#ctx0" brushRef="#br0" timeOffset="35777.25">26567 3198 16 0,'0'0'96'0,"0"0"-4"0,0 0-6 16,0 0 0-16,-2-11-15 0,2 11-6 16,0 0-7-16,0 0-12 0,0 0-2 0,-6-6 6 15,6 6-19-15,0 0-1 0,0 0-10 0,0 0 3 16,0 0 10-16,0 0-15 0,-4 26 1 0,4-14-9 15,0 5 2-15,0 0 4 0,-2 2 3 0,-2 1-2 16,2 5 7-16,2-6-13 0,0 1 3 0,0-1 1 16,-1 5 10-16,-1-4-6 0,4 0 8 0,-2 0-3 15,-2 3 2-15,0-4-1 0,4-1-1 0,-2 1 6 16,0-1 0-16,2 0-13 0,-2-1 5 0,0-2 0 16,0-2-2-16,1 0-2 0,-1-1-2 0,2 0 2 15,2 0-4-15,-4 0 3 0,2-1-6 0,-2 2 2 16,0-1-1-16,2-1-3 0,0-1-1 0,-2 2 1 15,0-2-3-15,0 2 3 0,1-1 2 0,-1 0-16 16,0-11 15-16,0 19-8 0,0-12 8 0,2 1-5 16,-5-1 6-16,3-7-8 0,3 12 7 0,0-8-8 15,-3-4 3-15,0 14 3 0,0-7-5 0,0-7-2 16,2 8 4-16,-2-2-2 0,0-6-4 0,0 10 1 16,0-10 0-16,2 7 2 0,-2-7-1 0,0 0 4 15,2 8 4-15,-2-8-9 0,0 7 6 0,0-7-6 16,0 8 2-16,0-8-10 0,0 0 8 0,3 11 3 15,-3-11-8-15,0 7 6 0,0-7 2 16,0 0 6-16,0 7-6 0,0-7-3 0,0 0 0 0,0 9 7 16,0-9-6-16,0 0 5 0,0 7-3 0,0-7-8 15,0 0 5-15,0 0 1 0,2 11 0 0,-2-11 2 16,4 5 3-16,-4-5 2 0,0 0-7 0,4 9 3 16,-1-5-3-16,-3-4 1 0,4 4-1 0,1-1 2 15,-5-3-3-15,9 7 0 0,-3-3 2 16,-1-1-7-16,4 1 6 0,0-1 1 0,0 1 1 15,0-1-4-15,9 2 3 0,-7 0-1 0,3-2 1 16,3 3 2-16,2 0-4 0,1-2-1 0,2-1 6 16,5 1 1-16,2 0 2 0,-2 0-1 0,5 0 1 15,-5 0-7-15,4-1 6 0,-2 1-3 0,-1 0 4 16,1-1-5-16,0 1 2 0,0 1-6 0,-1-1 8 16,-2-2-2-16,3 1 2 0,2 0-5 0,3 0 10 15,-3 0 4-15,1-1-14 0,4 2 7 0,-2-2 0 16,0 1-5-16,-1-3 2 0,-1 4-1 0,3-2 2 15,-3 0 5-15,2-1-6 0,-5 2 6 0,6-3-3 16,-3 1 1-16,1-2-1 0,-1 2 4 0,3-2-4 16,1 0 4-16,-3 1-4 0,4 1 2 0,-1-4-1 15,-4 2 1-15,4 1-1 0,2 0-1 0,1-1-1 16,-4 2 5-16,1-1-4 0,0 3 2 0,3-2-1 16,-1 0-3-16,0 2 5 0,0 0-4 0,3-3 4 15,-3 2-3-15,1 0 2 0,-1 3-5 0,1-2 5 16,-2-2-8-16,0 3 11 0,0-2-3 0,2-1 0 15,13 1-4-15,-15 1 7 0,2-2 0 0,11 2 2 16,-13-2 6-16,3 0-7 0,-2-1 1 0,-1 0 1 16,3 0-3-16,-6 0 0 0,-2 0-1 0,0 3 3 15,-2-5-3-15,-2 4-4 0,-8 0 2 0,-2-2-3 16,0-1 7-16,-3 1-10 0,-2 1 4 0,1-1-2 16,-2 0 6-16,2 0-4 0,-4 0-1 0,0 0 3 15,3 0-2-15,-2 0 1 0,-3 0 4 0,3 0 1 16,-11 0 1-16,16 0-1 0,-7 0-1 0,-9 0-4 15,13 0 2-15,-7-1-4 0,-6 1-4 0,13 0 5 16,-13 0-4-16,0 0-4 0,10 0-14 16,-10 0-4-16,0 0-13 0,0 0-10 0,0 0-15 0,9 0-9 15,-9 0-14-15,0 0-15 0,0 0-14 0,0 0-19 16,0 0-15-16,0 0-32 0,0 0-99 0,0 0-295 16,0 0 130-16</inkml:trace>
  <inkml:trace contextRef="#ctx0" brushRef="#br0" timeOffset="36127.47">29491 3913 85 0,'0'0'205'0,"-2"-6"-9"0,2 6 2 16,-4-6-7-16,4 6-16 0,0 0-23 0,-1-9-11 15,1 9-17-15,0 0-14 0,0 0-12 0,0 0-14 0,0 0-8 16,0 0-9-16,0 0-7 0,0 0-6 16,0 0-3-16,1 33-5 0,3-16-6 0,-3-2 0 15,0 3-8-15,-1 2-4 0,2-1-1 16,0 6 4-16,-1 2-5 0,1-2 2 0,0-2-3 0,-2-3 1 16,2-1 5-16,-1 1-12 0,-1-2 3 0,1-1-5 15,0 2 0-15,1-7-1 0,-4 4 0 0,5-5 1 16,-2 2-4-16,-1-3 1 0,0 2-3 15,2-3 1-15,-2 1-5 0,0-2 5 0,0-1-6 0,0 1-11 16,0-8-20-16,0 12-7 0,0-12-19 0,0 0-13 16,0 0-21-16,-4 13-30 0,4-13-29 0,0 0-39 15,0 0-141-15,0 0-351 0,0 0 155 0</inkml:trace>
  <inkml:trace contextRef="#ctx0" brushRef="#br0" timeOffset="36728.86">29553 3809 25 0,'0'0'124'0,"25"-5"5"0,4 2 1 16,-1 2-6-16,4-1-11 0,6 0-10 0,16-2-8 16,3 1-2-16,3 2-10 0,-1-4-10 0,1 7-7 15,0-5-4-15,0 4-15 0,-5 1 4 16,-4 1 0-16,2 0 1 0,-14-1-12 0,12-2 3 15,-12 2-7-15,-1-2 0 0,0 1 1 0,12 1 3 0,-12-2-4 16,1-2 2-16,-6 1 0 0,0 1 3 0,-3-2-1 16,-1 1-3-16,-7 2 1 0,-3-2-1 15,0 1-1-15,-7 0-4 0,0-1 1 0,-3 1-7 16,-1 0 3-16,-8 0-4 0,14 1-3 0,-9 0-1 16,-5-1-8-16,9 0 3 0,-9 0-1 0,9 5-3 15,-5-2-1-15,1 2-5 0,0 0 6 0,-1 1 2 16,0-2-1-16,1 5-6 0,-1-1 10 0,0-1-4 15,2 4 3-15,-1 2-4 0,2 1 5 0,-4 3-6 16,0 0 8-16,1 3 1 0,3 4 2 0,-5-5 4 16,3 5-2-16,-4 2 0 0,-2-1-2 0,6 1-1 15,-5-2-1-15,4 2 2 0,-4-4-3 0,2-1 0 16,1 0 1-16,-2 3-5 0,-1-5-1 0,0-1 0 16,4-1 0-16,-3-1 0 0,-1-1 0 0,3-3-2 15,-2-3 0-15,0 4-4 0,-1-4 3 0,-1 1-5 16,0-3 2-16,2 2 0 0,-1-3 2 0,0-6 0 15,0 16-2-15,-4-10 1 0,4-6 0 0,-3 11 5 16,-3-6 5-16,-1 2 6 0,-4-3-5 0,-5 1 3 16,-3-1-3-16,-2 1 2 0,-8 1-2 0,-2-2-3 15,2-1 3-15,-6-2-9 0,1 0 3 0,-17 3-4 16,-3-4 1-16,-1 2-4 0,-6 0 1 0,-3 0 1 16,-29 3-1-16,32-2-2 0,-1 0 2 15,0 2-4-15,1-3 2 0,2 2-4 0,5-4-1 0,14 4-8 16,4-2-9-16,0 1-9 0,3-1-18 0,2 0-12 15,3 1-16-15,13-5-14 0,1 2-14 0,14 0-12 16,-22 0-46-16,22 0-45 0,-12-3-181 0,12 3-414 16,0 0 183-16</inkml:trace>
  <inkml:trace contextRef="#ctx0" brushRef="#br0" timeOffset="37125.15">29852 3970 98 0,'0'0'144'0,"13"-7"3"0,-4 3-18 0,2 0-3 16,0 2-13-16,1-2-6 0,1 1-24 0,0 1 3 15,-2 1-12-15,1 0-8 0,-1 0-8 0,-11 1 0 16,18 0-4-16,-18 0-3 0,17 1-7 0,-17-1 3 15,12 2 2-15,-12-2 0 0,9 6-2 0,-6-1 6 16,-1 0 4-16,0 4-6 0,-4 0-1 0,0 2 6 16,-1 2-7-16,-3 3 6 0,-3 1 2 0,0 1-6 15,0-1 2-15,-6 6 3 0,3-7-6 0,2 0 0 16,-1-1-2-16,2-2-4 0,-2 1-5 0,3 1 0 16,0-6-4-16,3 0-7 0,-2-2 0 0,3-1-6 15,4-6 4-15,-5 10-7 0,3-6-3 0,2-4 3 16,-3 7-8-16,3-7 8 0,0 0-5 0,3 10 1 15,-3-10-2-15,7 7 0 0,-7-7-7 0,15 5-19 16,-4-5-22-16,7 1-25 0,-7-2-27 0,10 1-27 16,-1 0-24-16,0-3-31 0,0 3-18 0,-2-3-142 15,0 2-355-15,-1-4 158 0</inkml:trace>
  <inkml:trace contextRef="#ctx0" brushRef="#br0" timeOffset="37487.18">30274 4112 89 0,'10'-6'150'0,"-10"6"5"0,10-6-6 16,-10 6-5-16,9-2-9 0,-5-1-1 0,-4 3-10 16,0 0-6-16,0 0-7 0,16 3-18 15,-16-3-3-15,7 2-9 0,-7-2-6 0,4 7-6 0,-2-2-4 16,-2-5-9-16,3 9 3 0,-3-9-2 0,0 10-1 16,0-10-9-16,0 12-1 0,0-12 0 0,-2 10-16 15,1-3 2-15,1-7 3 0,-2 10-11 16,-2-5 4-16,4-5-7 0,-4 9 0 0,4-9-1 15,-4 7-2-15,4-7-3 0,0 7-5 0,0-7 0 16,0 9 0-16,0-9-2 0,5 8-1 0,-1-4 0 16,-4-4-2-16,10 9 2 0,-6-3 2 0,-4-6-7 15,8 8-1-15,-3-4 0 0,-5-4-1 0,8 10 2 0,-8-10-2 16,3 10 0-16,0-7 1 0,-3-3 6 16,0 0-4-16,0 13 0 0,0-13 0 0,0 0 1 15,-6 11 0-15,6-11 0 0,-13 9-2 0,1-2 1 16,2-2 5-16,-4-1-5 0,3 2 5 15,-1 0-5-15,1-4-4 0,0 0-7 0,1 1-17 0,10-3-14 16,-15 4-17-16,15-4-30 0,-12 1-45 0,12-1-60 16,0 0-142-16,0 0-359 0,0 0 160 0</inkml:trace>
  <inkml:trace contextRef="#ctx0" brushRef="#br0" timeOffset="38201.33">31094 4129 122 0,'0'0'131'0,"0"0"-4"15,-11-2 0-15,11 2 2 0,-7-3-4 0,7 3-5 16,0 0-8-16,-8-5-10 0,8 5-8 0,0 0-8 16,0 0-10-16,0 0-12 0,0 0-5 0,-7-2-9 15,7 2-3-15,0 0-4 0,0 0-4 0,0 0-3 0,0 0 7 16,0 0 5-16,0 0 0 0,27 8-1 16,-13-6-6-16,2-1 11 0,5-1-8 0,8 1 2 15,-1-2-10-15,2 1 0 0,-1-1 1 0,3 2-8 16,0-1-3-16,2 0 1 0,4 0-7 15,1 0 3-15,-2 1-1 0,14-1 0 0,3-2-2 0,2 2 0 16,0-3-4-16,-1 6 2 0,-1-2-6 0,-1-1-3 16,3 0 0-16,0 1-1 0,-1 1-1 0,3-2-1 15,-1 0 1-15,3 2 0 0,-2-1-2 0,-4 2 2 16,1 0 0-16,-5-2-1 0,-9 1-3 0,9 2 32 16,-13-3-2-16,1-2-4 0,1 1-5 0,-39 0 1 15,71-1-9-15,-37 2 9 0,-34-1-7 0,60 1-5 16,-32-1 5-16,-28 0 2 0,43 0-3 0,-43 0 2 15,40-2-6-15,-40 2 3 0,0 0-2 0,46-3 0 16,-46 3-3-16,0 0 3 0,38 2-5 0,-38-2 5 16,0 0-3-16,38-2 0 0,-38 2 0 0,0 0 0 15,41 2-5-15,-41-2 5 0,0 0-4 0,38 1 1 16,-38-1 0-16,0 0 0 0,0 0-6 16,43-1 2-16,-43 1 2 0,0 0-6 0,0 0-14 0,0 0 2 15,0 0-15-15,0 0-25 0,0 0-36 0,0 0-46 16,0 0-43-16,25-12-35 0,-25 12-170 0,0 0-413 15,0 0 183-15</inkml:trace>
  <inkml:trace contextRef="#ctx0" brushRef="#br0" timeOffset="39290.11">32995 2855 94 0,'0'0'120'0,"0"0"-23"0,0 0 7 0,0 0-12 15,0 0 0-15,0 0-2 0,0 0-13 0,0 0-9 16,0 0-8-16,0 0-7 0,0 0-9 0,0 0-3 15,0 0-8-15,0 0-6 0,0 0 10 0,0 0-9 16,0 0 8-16,0 0-4 0,0 0 5 0,0 0 4 16,0 0 2-16,0 0 2 0,0 0-13 0,0 0 7 15,0 0-4-15,0 0 5 0,0 0 2 0,8 86 10 16,-8-86-1-16,2 34-5 0,-2-34-7 0,1 50-2 16,0-24 5-16,-1-26-10 0,4 53 4 0,-4-27-5 15,0-26-3-15,4 53 4 0,-3-25 1 0,-1-28-2 16,-1 56 1-16,0-28 3 0,1-28-3 0,-2 51-4 15,2-51 1-15,-2 52 5 0,0-27 0 0,2-25 0 16,-1 46-1-16,1-46-5 0,-1 45 2 16,1-45 0-16,-1 39 2 0,1-39-1 0,-3 43 0 15,3-43-1-15,0 32-4 0,0-32-1 0,0 35 2 0,0-35-2 16,1 35 0-16,-1-35-1 0,-1 36 0 16,1-36 4-16,0 0-1 0,3 48-5 0,-3-48 2 15,-2 32-4-15,2-32-1 0,0 0 1 0,4 45-2 0,-4-45 4 16,0 0-6-16,0 36 1 0,0-36-2 15,0 0-3-15,3 32-2 0,-3-32 1 0,0 0-3 16,0 0-1-16,0 39 6 0,0-39-5 0,0 0-3 16,0 0 4-16,0 35-3 0,0-35-2 0,0 0 3 15,0 0-1-15,-3 36-3 0,3-36 3 0,0 0-5 16,0 0 3-16,0 0-1 0,1 39-1 0,-1-39-1 16,0 0 2-16,0 0-1 0,0 0 2 0,4 35-2 15,-4-35 1-15,0 0-3 0,0 0 4 0,2 34-1 16,-2-34-1-16,0 0-1 0,0 0 3 0,0 0 0 15,1 32-2-15,-1-32 4 0,0 0-4 0,0 0-1 16,0 0 2-16,0 0-2 0,2 34 0 0,-2-34-1 16,0 0 6-16,0 0-6 0,0 0 0 0,0 0 2 15,0 0-2-15,0 0 2 0,2 36-1 0,-2-36 1 16,0 0 3-16,0 0-3 0,0 0 0 0,0 0 3 16,0 0-2-16,0 0-5 0,6 30 7 0,-6-30-4 15,0 0-2-15,0 0 0 0,0 0 4 0,0 0-4 16,0 0 5-16,0 0-1 0,0 0-2 15,0 0 1-15,0 0-2 0,0 0 0 0,0 0 2 16,0 0 0-16,0 0-2 0,4 33 3 0,-4-33-3 16,0 0 2-16,0 0-1 0,0 0 3 0,0 0 0 0,0 0-6 15,0 0-13-15,0 0-17 0,0 0-5 0,0 0-19 16,0 0-15-16,0 0-20 0,0 0-29 16,0 0-42-16,0 0-46 0,0 0-199 0,0 0-440 15,0 0 195-15</inkml:trace>
  <inkml:trace contextRef="#ctx0" brushRef="#br0" timeOffset="40075.03">33310 3106 72 0,'0'0'156'0,"0"0"-16"0,0 0 4 16,0 0-8-16,0 0 4 0,0 0-2 15,0 0 5-15,0 0-6 0,0 0-3 0,0 0-6 16,0 0-8-16,0 0-9 0,0 0-10 0,0 0-8 16,0 0-7-16,0 0-13 0,0 0-2 0,0 0-12 15,0 0-3-15,0 0-8 0,0 0-9 0,0 0-5 16,0 0-3-16,0 0-6 0,0 0-1 0,0 0-3 16,0 0 0-16,0 0-6 0,0 0 0 0,0 0 4 15,0 0 1-15,0 0 0 0,0 0 0 0,0 0 4 16,-11 82-1-16,11-82 3 0,0 37 2 15,0-37 4-15,0 35-2 0,0-35 7 0,-2 35 3 0,2-35-1 16,0 0 0-16,-1 46-6 0,1-46-1 0,0 0-4 16,0 32-3-16,0-32-1 0,0 0-1 15,0 0 1-15,0 0-4 0,3 36 0 0,-3-36-4 0,0 0-2 16,0 0-1-16,0 0 1 0,0 0 2 0,0 0-5 16,0 0 0-16,0 0-11 0,0 0-17 15,0 0-13-15,0 0-21 0,0 0-32 0,0 0-41 16,0 0-51-16,0 0-43 0,0 0-35 0,0 0-128 15,0 0-411-15,0 0 182 0</inkml:trace>
  <inkml:trace contextRef="#ctx0" brushRef="#br0" timeOffset="41407.3">33083 3010 26 0,'0'0'133'0,"0"0"-8"0,0 0-8 0,0 0-13 0,0 0-6 15,0 0-10-15,0 0-4 0,0 0-2 0,0 0 1 16,0 0-4-16,0 0-1 0,0 0-5 0,0 0-1 15,0 0-3-15,0 0-9 0,0 0-7 0,0 0-2 16,0 0 0-16,0 0-6 0,0 0-6 0,0 0 1 16,0 0-9-16,0 0-1 0,0 0-3 0,0 0-11 15,0 0 6-15,0 0 5 0,0 0-9 0,0 0 10 16,0 0-1-16,0 0 2 0,0 0 2 16,0 0 1-16,0 0 4 0,0 0-1 0,0 0 4 0,0 0-3 15,0 0 6-15,0 0 3 0,0 0-2 0,0 0-7 16,0 0 0-16,0 0-1 0,0 0-5 0,0 0-4 15,0 0-5-15,0 0-1 0,0 0-2 0,0 0-5 16,0 0-2-16,0 0-5 0,0 0 4 0,0 0-5 16,0 0-2-16,0 0 1 0,0 0 0 0,0 0-4 15,0 0 0-15,0 0-2 0,0 0 2 0,0 0-2 16,-18 58 3-16,18-58-1 0,0 0-4 16,0 0 5-16,0 0 6 0,-13 26-8 0,13-26 6 15,0 0-4-15,0 0 7 0,0 0 6 0,0 0 3 16,0 0 6-16,0 0 6 0,0 0-3 0,0 0 0 15,32 34 0-15,-32-34 0 0,0 0-4 0,0 0 6 16,0 0-4-16,33 4 3 0,-33-4 1 0,0 0-3 16,0 0 1-16,0 0-4 0,0 0 2 0,0 0-5 15,0 0 0-15,0 0 0 0,0 0-7 0,0 0 1 16,0 0-4-16,32-41 2 0,-32 41-3 0,0 0-4 16,0 0 0-16,0 0-4 0,0 0-2 0,0 0 3 15,0 0-5-15,0 0 2 0,0 0-2 0,0 0 0 16,0 0-2-16,0 0 4 0,0 0-4 0,0 0-2 15,0 0 3-15,0 0 4 0,0 0-8 0,0 0 4 16,0 0-2-16,-96 23 2 0,96-23 2 0,0 0 2 16,0 0 2-16,0 0 1 0,0 0 1 15,0 0 7-15,0 0 4 0,0 0 3 0,0 0-1 16,0 0 1-16,0 0 7 0,58 50-3 0,-58-50 2 0,0 0-1 16,0 0-1-16,0 0 3 0,39-2 2 0,-39 2-4 15,0 0 1-15,0 0-6 0,0 0 3 16,0 0-5-16,0 0-2 0,0 0 1 0,26-42-3 15,-26 42 1-15,0 0-4 0,0 0-3 0,0 0-1 0,-4-38 2 16,4 38-4-16,0 0-2 0,0 0-1 16,0 0-1-16,0 0 1 0,0 0-3 0,-37-26-1 15,37 26 4-15,0 0-3 0,0 0 2 0,0 0-6 16,0 0 5-16,-52 10 0 0,52-10 0 0,0 0-3 16,0 0 3-16,0 0-2 0,0 0-1 0,-37 21-2 0,37-21 5 15,0 0 0-15,0 0 0 0,0 0-1 16,0 0 11-16,0 0-8 0,0 0 2 0,0 0 1 15,0 0-1-15,0 0 2 0,0 0-5 0,0 0 3 16,0 0 0-16,0 0-1 0,0 0 3 0,0 0 3 16,0 0-3-16,0 0 2 0,0 0 2 0,0 0-3 15,0 0 0-15,0 0-2 0,0 0 1 0,0 0-2 16,0 0-3-16,0 0-2 0,0 0 1 0,0 0 1 16,0 0 0-16,0 0-3 0,0 0 2 0,0 0-6 15,0 0 4-15,0 0-4 0,0 0-1 0,0 0 3 16,0 0-2-16,0 0 2 0,0 0 0 15,0 0 0-15,0 0-2 0,0 0 1 0,0 0 5 0,0 0-3 16,0 0 2-16,0 0-2 0,0 0 3 0,-20 20-1 16,20-20 7-16,0 0-5 0,0 0 3 0,0 0-3 15,0 0 5-15,0 0 0 0,0 0 4 0,0 0-5 16,0 0 2-16,0 0 0 0,0 0 1 16,0 0 2-16,0 0-1 0,0 0 2 0,0 0-4 15,0 0 4-15,0 0 0 0,0 0-1 0,0 0 0 0,0 0 0 16,0 0-4-16,0 0 0 0,0 0-2 0,0 0 1 15,0 0-1-15,0 0-2 0,0 0-1 16,0 0 4-16,0 0-2 0,0 0-5 0,0 0 1 16,0 0-1-16,0 0-1 0,0 0-10 0,0 0-4 15,0 0-11-15,0 0-12 0,0 0-20 0,0 0-20 16,0 0-29-16,0 0-52 0,0 0-8 0,0 0-44 16,0 0-186-16,0 0-434 0,0 0 193 0</inkml:trace>
  <inkml:trace contextRef="#ctx0" brushRef="#br0" timeOffset="42767.31">30169 3143 56 0,'0'0'107'0,"11"-3"-9"0,-11 3 6 15,0 0-8-15,7-8 3 0,-7 8 7 0,4-7-13 16,-4 7-9-16,1-8-10 0,-1 8-3 0,2-8-6 16,-2 8-6-16,0-8-9 0,0 8 2 0,0 0-11 15,-7-13-7-15,7 13-3 0,-9-4 0 0,5 2-6 16,4 2-2-16,-14 0-9 0,14 0-3 0,-13 0 4 15,13 0-7-15,-13 3 6 0,7 0-8 0,1 1 5 16,5-4-9-16,-9 7 9 0,5-2-7 0,1 0 7 16,3-5-1-16,-6 7-3 0,6-7-8 0,-1 9-15 15,1-9-22-15,5 9-28 0,-5-9-24 0,7 7-32 16,-1-5-77-16,-6-2-215 0,10 6 96 0</inkml:trace>
  <inkml:trace contextRef="#ctx0" brushRef="#br0" timeOffset="43603.18">30502 3159 190 0,'0'0'190'0,"0"0"-7"0,0 0-15 15,0 0-18-15,0 0-7 0,-11-21-11 0,11 21-13 16,0 0-8-16,0 0-14 0,0 0-11 0,18-1-5 15,-18 1-10-15,10 2-9 0,-10-2-5 0,10 4-3 0,-2 0-3 16,-2 1-14-16,1 0-1 0,-4 0-8 16,1 2 4-16,-1 0-4 0,2 2-10 0,-1 1 9 15,-2-1-10-15,0 1 5 0,-2-1-6 0,-2 2 2 16,1-2-1-16,-2 1 0 0,-4-1 0 0,2 1-3 16,-2 0 5-16,0-3 2 0,-1 2 5 0,0-4 1 15,1 2-5-15,-1 0 6 0,-1-3-4 0,1 2 0 16,1-1-1-16,-1-1-3 0,0-1 0 0,1 0-4 15,2 1 0-15,-2-1-3 0,7-3-6 0,-11 7-1 16,7-6 1-16,4-1 0 0,-8 6 0 0,3-3 0 16,5-3-2-16,-8 4-1 0,8-4-2 15,0 0 3-15,-6 7-4 0,6-7 3 0,-4 3-3 16,4-3 3-16,0 0-2 0,0 0 1 0,0 0-2 0,-5 5 1 16,5-5-4-16,0 0 4 0,0 0 1 15,0 0-3-15,0 0 1 0,0 0 0 0,-5 4 3 16,5-4-5-16,0 0 7 0,0 0-6 0,0 0 1 15,0 0 0-15,0 0 0 0,0 0 1 0,0 0-1 16,0 0-1-16,0 0-1 0,0 0 4 0,0 0 5 0,0 0-1 16,0 0 3-16,0 0 2 0,0 0-2 15,0 0 5-15,0 0-7 0,0 0 7 0,0 0-6 16,0 0 2-16,0 0-3 0,0 0-1 0,0 0 0 0,0 0-1 16,0 0 2-16,0 0-4 0,0 0 9 15,0 0 6-15,0 0 5 0,0 0 1 0,24 0 3 16,-14-2-1-16,1 2 2 0,7-2 0 0,-4 2-2 0,0 0-5 15,2-1 0-15,0 1-6 0,-3-2 0 16,-1 0-1-16,2 1-1 0,-1 1 0 0,-1-1-5 16,-1 0 2-16,0-1-1 0,-3 4 4 0,-8-2-3 15,13 0-4-15,-5 0 1 0,-8 0-1 0,10 0 1 16,-10 0 0-16,0 0 1 0,12 0 2 0,-12 0-1 16,0 0 5-16,0 0-1 0,0 0 3 0,0 0-6 15,8-2-2-15,-8 2 1 0,0 0-2 0,0 0 0 16,0 0-9-16,0 0-16 0,0 0-19 0,0 0-18 15,0 0-24-15,0 0-28 0,0 0-25 0,0 0-35 16,0 0-26-16,0 0-44 0,0 0-159 0,0 0-428 16,0 0 190-16</inkml:trace>
  <inkml:trace contextRef="#ctx0" brushRef="#br0" timeOffset="44989.01">26506 3292 53 0,'0'0'187'0,"0"0"-11"0,0 0-10 15,0 0-14-15,0 0-8 0,0 0-14 0,0 0-4 16,0 0-14-16,0 0-5 0,0 0-9 0,18-11-9 16,-18 11-13-16,10-4 2 0,-6 1-10 0,-4 3-3 15,8-5-5-15,-8 5-2 0,7-3-4 0,-7 3-5 0,6-4-7 16,-6 4-1-16,6-5 1 0,-6 5-2 16,4-4-2-16,-4 4-6 0,0 0-2 0,0 0-1 15,0 0-6-15,0 0-3 0,0 0 0 0,0 0-5 16,2-7-3-16,-2 7-4 0,0 0-2 0,0 0-3 15,0 0 3-15,0 0-1 0,0 0-4 0,0 0 1 16,-11 19-2-16,11-19 3 0,-5 6-2 0,5-6 0 16,-2 7 2-16,2-7 0 0,0 0-1 0,-2 9 0 15,2-9 0-15,0 0 4 0,0 0 6 0,6 7-4 16,-6-7 6-16,5 2 4 0,-5-2 2 0,0 0 1 16,14 0 2-16,-14 0-3 0,0 0 3 0,13-5-2 15,-13 5-1-15,7-3 0 0,-7 3-5 0,7-5 1 16,-7 5-3-16,6-8 2 0,-6 8-2 0,5-6-1 15,-5 6-2-15,0-10-1 0,0 10-3 0,0-10-1 16,0 10 2-16,0 0-3 0,-3-12-4 0,3 12 1 16,-4-6-1-16,4 6-3 0,-6-4 1 0,6 4 3 15,0 0-8-15,-12-2 3 0,12 2-5 0,0 0 5 16,-11 5-2-16,11-5 2 0,-7 4 0 0,3 0-2 16,4-4 1-16,-5 8 2 0,5-8-3 0,-2 7 2 15,2-7 3-15,0 0-1 0,2 9 2 0,-2-9 1 16,7 8 8-16,-7-8 1 0,7 2 5 15,-7-2-1-15,11 1 6 0,-11-1 2 0,12-1 0 0,-12 1-1 16,12-2-4-16,-12 2 0 0,11-4 0 0,-3 4-1 16,-8 0 2-16,6-4-5 0,-6 4 2 0,3-6-4 15,-3 6 2-15,4-8-4 0,-4 8-4 16,0 0-1-16,-5-12-1 0,5 12-3 0,-10-7-4 0,4 5-3 16,6 2 0-16,-15-3-4 0,2 4 2 0,1 3-1 15,-1-2 1-15,-1 1-2 0,-1 2 3 16,1 1-4-16,3-3 4 0,2 2 0 0,0 1 2 15,4-1-3-15,-1 0 2 0,2-1-1 0,1 1 3 0,3-5 0 16,-4 9 0-16,4-9 6 0,0 0 0 0,0 0 1 16,7 9 5-16,-7-9 5 0,13 2 0 0,-2-4 0 15,-2 0 2-15,0 0 0 0,1-1 2 0,0-1-1 16,-1 0-2-16,-3 1 1 0,2-1-1 0,-1 1-2 16,-7 3 0-16,6-9 2 0,-6 9-1 15,4-9-8-15,-4 9 1 0,0-6-1 0,0 6-2 16,-6-9-6-16,6 9-7 0,-11-4-5 0,11 4-8 0,-12-1 0 15,12 1-10-15,-17 1-8 0,12 2-16 16,-6 1-19-16,2 1-32 0,2-2-30 0,0 4-37 16,0-1-48-16,-1 2-139 0,1-1-393 0,-2-2 174 15</inkml:trace>
  <inkml:trace contextRef="#ctx0" brushRef="#br0" timeOffset="45606.93">25962 3330 107 0,'0'0'239'0,"0"0"-16"0,0 0-19 0,1-10-15 16,-1 10-22-16,6-9-15 0,0 6-9 0,0-2-11 16,5 0-13-16,-3 3-12 0,2 0-12 0,1 0-10 15,-2 4-7-15,-9-2-8 0,18 1-9 0,-7 2-6 16,-3 0-4-16,0-1-11 0,-1 5 1 15,-1-3-7-15,-2 1 1 0,-1 1 0 0,-1-1-8 0,0 3-2 16,1 1-1-16,-3-9-1 0,0 18 0 0,-7-10 0 16,4 1-3-16,-3-2 2 0,-1 2 2 0,3-3 6 15,-4-1 4-15,2 1 2 0,-1-1-2 16,3-1 6-16,-2 2 0 0,0-3-1 0,0 1-1 0,6-4-3 16,-7 4-1-16,7-4-1 0,-4 5-8 15,4-5 3-15,0 0-4 0,-6 3-1 0,6-3-8 16,0 0 0-16,0 0-5 0,0 0 1 0,0 0-4 15,0 0 3-15,21 0-4 0,-11 0 0 0,-10 0-4 16,21 0 2-16,-9 0-1 0,1 3-2 0,-1-2 0 0,-1 2-1 16,0 0 0-16,-4 0-1 0,2 1 1 15,-4-1 0-15,4 2-4 0,-5-1 6 0,-4-4-4 16,9 7-3-16,-7-3 6 0,-2-4 0 0,3 11 2 16,-3-11 1-16,-9 11-2 0,0-5 3 0,0 1-2 15,-2-2 1-15,-6 2 1 0,0-1-9 16,1 2 9-16,-5-5-1 0,2 1 1 0,1 1-2 0,2-3 0 15,0 0-7-15,3-1-15 0,1-1-20 0,-1 0-30 16,4 0-41-16,-4 2-63 0,13-2-75 0,-13-4-191 16,8 2-474-16,5 2 210 0</inkml:trace>
  <inkml:trace contextRef="#ctx0" brushRef="#br0" timeOffset="59664.42">30120 3505 17 0,'0'0'57'0,"0"0"-8"0,0 0 4 15,-5-7-10-15,5 7-1 0,0 0 5 0,0 0-11 16,0 0-9-16,0 0-4 0,0 0-3 0,0 0 15 15,0 0-18-15,0 0 1 0,0 0 0 0,-1-7-1 16,1 7-5-16,0 0 1 0,0 0-2 0,0 0-1 16,0 0-2-16,0 0-5 0,0 0 3 0,0 0 2 15,0 0-8-15,0 0-2 0,0 0-14 0,0 0 2 16,0 0-7-16,0 0-6 0,0 0-4 0,0 0-5 16,0 0 1-16,0 0-33 0,0 0-74 0,0 0 32 15</inkml:trace>
  <inkml:trace contextRef="#ctx0" brushRef="#br0" timeOffset="60926.96">30017 3531 3 0,'-10'2'17'15,"10"-2"5"-15,-9 3-1 0,9-3-1 0,-10 2 3 16,4-1 1-16,6-1-8 0,-10 4 9 0,10-4-7 16,-9 3 0-16,4-1 0 0,5-2 5 0,0 0 0 15,-13 5 4-15,13-5 4 0,0 0 2 0,-10 3-1 16,10-3-1-16,0 0 0 0,-9 3 4 0,9-3-6 16,0 0 3-16,0 0-5 0,0 0 5 0,0 0-15 15,0 0 13-15,0 0-10 0,-10 4 14 16,10-4-3-16,0 0 3 0,0 0-7 0,0 0 2 15,0 0-8-15,0 0 3 0,0 0-1 0,0 0 8 16,0 0-5-16,0 0 0 0,0 0-6 0,29-4 9 16,-15 2-11-16,2 0 3 0,4 0 5 0,0-2-8 15,1 2 8-15,7-3-7 0,1 0 2 0,-7 4-6 0,7-4 2 16,-2 2-1-16,-7 2-2 0,1-3-4 0,1 1 1 16,-2 2 2-16,2-3-6 0,-4 3 3 0,-4-1-2 15,0 1-1-15,-4 0 0 0,3 0-1 16,0-1-3-16,-4 1 4 0,-1 0-4 0,0 0 5 15,-8 1-3-15,9 0 2 0,-9 0-2 0,11 0 2 16,-11 0-1-16,0 0-4 0,0 0 4 0,0 0-3 16,10-2-3-16,-10 2 4 0,0 0-1 0,0 0 5 0,0 0-3 15,0 0 0-15,7-1-1 0,-7 1-3 0,0 0 0 16,0 0-9-16,0 0-10 0,0 0-4 16,0 0 8-16,0 0-31 0,0 0-21 0,0 0-21 15,0 0-18-15,0 0-71 0,-16 19-190 0,16-19 85 16</inkml:trace>
  <inkml:trace contextRef="#ctx0" brushRef="#br0" timeOffset="61299.48">30029 3632 76 0,'0'0'111'0,"0"0"-20"16,0 0 2-16,0 0-8 0,0 0-10 16,0 0-10-16,0 0-8 0,0 0 5 0,0 0-3 0,0 0-9 15,26-17-7-15,-17 16 7 0,5-2-10 0,-1 2-2 16,5-1 0-16,0 1-5 0,2-3-7 15,0 2 5-15,2 1-1 0,-1-3-1 0,-1 3-2 16,-2-1 7-16,0 0-5 0,-4 2-3 0,0 0-9 0,-1-2 2 16,-2 1 1-16,1-2-3 0,-5 3 1 15,3-2-6-15,-10 2 1 0,15-2-1 0,-15 2-4 16,0 0-3-16,14 0-12 0,-14 0-12 0,0 0-15 16,10-4-15-16,-10 4-14 0,0 0-16 0,6 0-22 15,-6 0-81-15,0 0-196 0,0 0 87 0</inkml:trace>
  <inkml:trace contextRef="#ctx0" brushRef="#br0" timeOffset="61494.46">30074 3663 79 0,'0'0'106'0,"0"0"-10"0,0 0 0 0,37 0-19 0,-24-2-5 15,6 1-6-15,-1-2-2 0,0 1-8 0,1 0-11 16,-2-1-8-16,1 0-18 0,-6 2-24 0,2-2-18 16,-2 2-28-16,0 0-20 0,-4-1-40 15,-1 1-119-15,-7 1 52 0</inkml:trace>
  <inkml:trace contextRef="#ctx0" brushRef="#br0" timeOffset="61634.67">30239 3666 11 0,'0'0'92'0,"0"0"-22"0,33-13-24 15,-20 10-37-15,5-1-47 0,0 4-42 16,-2-5 19-16</inkml:trace>
  <inkml:trace contextRef="#ctx0" brushRef="#br0" timeOffset="98505.1">27870 13298 28 0,'0'0'50'16,"0"0"-2"-16,0 0-2 0,0 0-2 0,0 0-9 16,0 0 6-16,0 0-6 0,0 0 3 0,0 0-2 15,0 0-7-15,0 0-11 0,0 0 14 0,-13-9 0 16,13 9-12-16,0 0 1 0,0 0-2 0,0 0-5 0,0 0 7 16,0 0 2-16,0 0-3 0,0 0-7 15,0 0-5-15,0 0 2 0,0 0 0 0,0 0-1 16,0 0 1-16,0 0-5 0,0 0 2 0,0 0 5 15,0 0-5-15,0 0-3 0,0 0 5 0,0 0 6 16,0 0-6-16,0 0 6 0,0 0-4 0,0 0-1 0,0 0 3 16,0 0-16-16,0 0 15 0,0 0-4 0,0 0 5 15,0 0-4-15,0 0 7 0,0 0-4 0,0 0 1 16,0 0 6-16,0 0-2 0,0 0-14 16,0 0 2-16,0 0 6 0,0 0 4 0,0 0-2 0,0 0-12 15,0 0-1-15,0 0 9 0,0 0 10 16,0 0-2-16,-6 11-6 0,6-11 6 0,0 0-4 0,0 0 1 15,0 9-4-15,0-9 6 0,0 0-7 0,0 0-1 16,-4 6 2-16,4-6 1 0,0 0-5 0,0 0 7 16,0 0-12-16,0 0-2 0,0 0 6 0,0 0 2 15,0 0-13-15,0 0 3 0,0 0 8 16,0 0 0-16,0 0-16 0,0 0 6 0,0 0 3 0,0 0 3 16,0 0-9-16,0 0 22 0,0 0-8 0,0 0-9 15,0 0-1-15,0 0 7 0,0 0-6 0,0 0 5 16,0 0-13-16,0 0-1 0,0 0 18 15,0 0 1-15,0 0-11 0,0 0 18 0,0 0-9 0,0 0-1 16,-15-3 2-16,15 3-2 0,-5 6 3 0,5-6-5 16,-5 6 4-16,5-6 5 0,-3 5-9 0,3-5-2 15,0 0 4-15,-4 5 1 0,4-5-8 0,0 0-1 16,0 0 7-16,0 0-3 0,0 0-4 0,-2 9 14 16,2-9-23-16,0 0 18 0,0 0-5 0,0 0-4 15,0 0-3-15,0 0 3 0,0 0 0 0,0 0 2 16,0 0 4-16,0 0 0 0,0 0-6 0,0 0 6 15,0 0-4-15,0 0-2 0,0 0 1 0,0 0 4 16,0 0-2-16,0 0 8 0,0 0-10 0,3-26 4 16,-3 26-4-16,0 0 1 0,0 0 5 0,-3-8-3 15,3 8 6-15,0 0-1 0,0 0 0 0,0 0-6 16,0 0 7-16,-5-4-4 0,5 4 11 0,0 0-10 16,0 0 1-16,0 0 3 0,0 0 5 0,-8 17-1 15,8-17-11-15,-4 4 17 0,4-4-11 0,-2 7 1 16,2-7-5-16,0 0-3 0,0 0 7 0,4 11-1 15,-4-11-3-15,0 0-1 0,2 6-1 0,-2-6-6 16,0 0 7-16,7 3 0 0,-7-3 2 0,0 0 2 0,0 0 4 16,0 0-8-16,9 1-3 0,-9-1 10 0,0 0 0 15,0 0-8-15,0 0 5 0,0 0 3 16,0 0-6-16,0 0-5 0,0 0 6 0,0 0 2 16,6-11-4-16,-6 11 9 0,0 0-14 0,0 0 0 0,0 0-2 15,0 0-4-15,0 0 11 0,0 0-2 0,0 0-2 16,0 0-2-16,0 0 4 0,0 0-4 0,0 0-4 15,0 0 7-15,0 0 1 0,0 0-1 16,10 10-1-16,-10-10-1 0,0 0 1 0,8 4 4 0,-8-4-5 16,7 0-1-16,-7 0 1 0,11 0 6 15,-11 0-9-15,0 0 6 0,13-4 5 0,-8 2-4 0,-5 2 1 16,8-2 2-16,-8 2 1 0,6-5 4 0,-6 5-13 16,2-5 5-16,-2 5-8 0,4-8 6 0,-4 8 4 15,0 0-7-15,0 0 8 0,-1-10-3 0,1 10-4 16,0 0 7-16,0 0-4 0,0 0 8 0,0 0-7 15,0 0-1-15,-10-7-4 0,10 7 8 0,0 0 3 16,0 0-13-16,0 0 7 0,0 0 2 0,0 0 0 16,0 0-8-16,-13 11 3 0,13-11 1 0,0 0-15 15,-4 8 5-15,4-8-7 0,0 0-7 0,-3 7-3 16,3-7 3-16,0 0-5 0,0 0 0 0,0 0-1 16,0 0-2-16,-2 6-6 0,2-6 3 0,0 0 2 15,0 0-1-15,0 0 1 0,0 0 0 0,0 0-3 16,0 0 11-16,0 0-2 0,0 0 4 0,0 0 4 15,0 0 8-15,0 0 4 0,0 0-4 0,0 0 6 16,-4 7-7-16,4-7 9 0,0 0-9 0,0 0 4 16,0 0-2-16,0 0 2 0,0 0-11 0,0 0-7 15,-8 5-7-15,8-5-47 0,-6 4-90 0,6-4 40 16</inkml:trace>
  <inkml:trace contextRef="#ctx0" brushRef="#br0" timeOffset="99356.37">27858 14217 27 0,'0'0'54'0,"0"0"-1"0,0 0-8 0,0 0-8 15,0 0-9-15,0 0-8 0,0 0-11 16,0 8-15-16,0-8-39 0,0 0-48 0,0 0 21 16</inkml:trace>
  <inkml:trace contextRef="#ctx0" brushRef="#br0" timeOffset="110435.39">30413 13190 20 0,'0'0'30'0,"0"0"-7"0,-9-4-2 15,9 4-1-15,0 0-1 0,-9-4-2 0,9 4-1 0,-5-2 4 16,5 2 0-16,0 0-5 0,-8-5-3 15,8 5 1-15,0 0-1 0,-6-3 0 0,6 3-1 16,0 0-4-16,0 0-1 0,-10-4 1 0,10 4 9 16,0 0 3-16,-6-2 2 0,6 2-4 0,0 0 0 15,0 0 3-15,0 0-1 0,-5-5-2 0,5 5 3 0,0 0-3 16,0 0-3-16,0 0 4 0,0 0 4 16,0 0-3-16,0 0 4 0,0 0-4 0,0 0-3 15,0 0 8-15,-10-3-4 0,10 3-5 0,0 0-5 16,0 0 1-16,0 0 0 0,0 0 6 0,0 0-3 0,0 0-3 15,0 0 8-15,0 0-6 0,0 0 6 0,0 0-5 16,0 0 3-16,0 0 6 0,0 0-2 16,0 0-2-16,0 0 1 0,0 0 9 0,0 0-9 15,0 0 0-15,0 0-11 0,0 0 5 0,0 0 2 16,0 0-10-16,23-7 3 0,-16 7-5 0,-7 0 6 0,13-4-4 16,-5 4-1-16,0-1 3 0,-8 1 0 15,15-1 0-15,-8 1-5 0,3-1 3 0,-10 1 0 16,13-1 4-16,-13 1-5 0,11 0 1 0,-11 0-4 15,10 0 1-15,-10 0 3 0,13 0 1 0,-13 0-8 0,12-2-3 16,-12 2 7-16,11 2 0 0,-11-2-5 0,9 0 6 16,-9 0-3-16,9 1 0 0,-2 0 2 15,-7-1 2-15,0 0 4 0,10 2-1 0,-10-2-3 16,0 0 8-16,6 2-5 0,-6-2-4 0,0 0 1 16,0 0 7-16,0 0-9 0,8 2 5 0,-8-2 0 0,0 0-10 15,0 0-1-15,0 0 10 0,0 0-8 0,0 0 4 16,0 0-3-16,0 0-2 0,0 0 8 15,0 0-5-15,0 0-2 0,0 0 1 0,0 0-3 16,0 0 2-16,0 0-2 0,0 0-3 0,0 0 7 0,0 0 0 16,0 0-3-16,0 0 2 0,0 0 4 0,6 3-4 15,-6-3-1-15,0 0 2 0,0 0 1 0,0 0 0 16,0 0-1-16,0 0-2 0,0 0 1 16,0 0 3-16,0 0-4 0,0 0-3 0,0 0 3 0,0 0-2 15,0 0 4-15,-11 14 7 0,11-14-5 0,-6 7-6 16,6-7 12-16,-6 6-8 0,6-6-3 0,-7 9 5 15,3-5-5-15,-1 1 1 0,1 3 1 0,-3-1 9 16,-2 1-8-16,2 0 0 0,-2 5-6 0,-2-2 18 16,-1 1-8-16,1 1 4 0,0 2 1 0,-2-4 4 15,3 3 1-15,-3 0-7 0,3-1 3 0,0 0-2 16,-2-1-7-16,3-2 8 0,3-1-4 0,-3 0 3 16,3-1-5-16,-2-2-2 0,1 1 3 15,4-1 4-15,0-2-7 0,-4 2 3 0,3-3-3 0,4-3 2 16,-8 8 0-16,8-8 2 0,-7 6-3 0,7-6-15 15,-8 3 16-15,8-3-5 0,-5 3 11 0,5-3-16 16,-6 4 12-16,6-4-8 0,0 0-3 0,-6 3 2 16,6-3 0-16,0 0-4 0,0 0 9 0,0 0 4 15,-8 2-12-15,8-2 7 0,0 0-1 0,0 0 4 16,0 0 0-16,0 0-2 0,0 0-2 0,0 0-2 16,0 0 7-16,0 0 6 0,0 0-9 0,0 0 5 15,0 0 5-15,0 0 1 0,0 0-10 0,0 0 5 16,0 0-3-16,0 0-1 0,0 0 3 15,0 0-3-15,0 0-2 0,0 0 4 0,0 0 1 0,0 0-3 16,0 0-4-16,0 0-2 0,0 0 10 0,0 0-7 16,0 0 4-16,0 0-5 0,0 0 0 0,0 0 1 15,0 0-3-15,0 0 8 0,28 1 1 0,-16-1-5 16,-2 0-2-16,4-3-2 0,4 3-3 0,1-2 4 16,0 2-14-16,2 0-23 0,-2 0-16 0,4-1-13 15,-2 2-16-15,-1-2-13 0,0 1-22 0,0 1-60 16,-1 1-191-16,-3 0 85 0</inkml:trace>
  <inkml:trace contextRef="#ctx0" brushRef="#br0" timeOffset="110735.93">30785 13411 18 0,'0'0'67'0,"0"0"-7"0,-10 17-8 0,6-8-8 16,-3 3-3-16,1 3-4 0,-2 3-26 0,-1 0-30 16,-2 5-34-16,-7 1-55 0,5-5 25 0</inkml:trace>
  <inkml:trace contextRef="#ctx0" brushRef="#br0" timeOffset="-77784.13">15406 11426 43 0,'0'0'51'0,"0"0"-8"0,-6-4-1 0,6 4-2 16,0 0 2-16,-5-6-8 0,5 6 3 0,0 0 2 0,0 0-2 15,-4-5 1-15,4 5 0 0,0 0-4 16,0 0-5-16,-6-4 6 0,6 4 3 0,0 0 3 16,0 0 1-16,0 0-8 0,0 0 7 0,0 0 0 15,0 0 0-15,-7-3-3 0,7 3 3 0,0 0-12 0,0 0 2 16,0 0-5-16,0 0-9 0,0 0 4 0,0 0-4 16,-10-3 4-16,10 3-3 0,0 0-7 0,0 0 8 15,-7-2-11-15,7 2 2 0,0 0-5 16,0 0-2-16,-15 2 3 0,15-2 2 0,0 0-1 0,-13 0 1 15,13 0-1-15,-13 2-2 0,13-2-4 0,-13 2 1 16,5 0-1-16,-3-2 0 0,3 0 5 0,8 0-7 16,-15 3-3-16,7-2 5 0,8-1 3 0,-12 2-2 15,5-2 2-15,7 0-5 0,-14 0 7 0,3 0-8 16,2 0 0-16,-3 1 3 0,12-1-1 0,-15-1 0 16,15 1-1-16,-18-2 2 0,13 2 0 0,5 0-2 15,-13 0 2-15,13 0-1 0,-13-4 10 0,13 4-12 16,-11 0 8-16,11 0-3 0,-13-2 10 0,13 2-1 15,-10-1 4-15,10 1 3 0,-7-1 2 0,7 1-2 16,0 0 4-16,-9-2-6 0,9 2-2 0,0 0 4 16,-9-2-7-16,9 2 0 0,0 0 11 0,0 0-11 15,0 0-3-15,0 0 13 0,-7-2-19 0,7 2 0 16,0 0 0-16,0 0-2 0,0 0 3 0,0 0-7 16,0 0 7-16,0 0-4 0,0 0 2 0,32 3 2 15,-21-3 8-15,7 3-1 0,1-3-10 0,2 1 6 16,-1 0 3-16,10-1-6 0,-2 2 1 0,2-4-5 15,2 2 7-15,-2 2 1 0,3-4 0 0,0 4 1 16,-2-4-5-16,-3 2-5 0,4 0 2 0,-1-1 5 0,-1 0 5 16,1 1-10-16,-2-4 10 0,2 2-17 15,-2 4 14-15,1-4-7 0,-1 2 6 0,2-2-4 16,-4 1-3-16,2 1 4 0,-3-3-3 0,-3 3 3 16,-2-1 2-16,0 1-9 0,-2 0 9 0,9 0-4 0,-1 0 2 15,-5 2 1-15,-3 0-5 0,1-2 0 16,-3 1 10-16,1-2-10 0,-3 2 0 0,-2 1 8 0,1-2-5 15,0 2 1-15,-1-2 1 0,1 2 0 16,-1-2 0-16,-1 2 4 0,0-1-4 0,0 0 4 0,-1-1 1 16,-2-1-1-16,-9 1-1 0,19 1 1 15,-13-1 1-15,2 0 2 0,-8 0 3 0,14 0 2 16,-14 0-6-16,10-1 3 0,-10 1-5 0,11-1 6 0,-11 1-3 16,11-2-2-16,-11 2-1 0,8 0 1 0,-8 0-4 15,0 0-2-15,9-1 1 0,-9 1-3 0,0 0-6 16,0 0-13-16,9 1-16 0,-9-1-16 0,0 0-11 15,0 0-30-15,0 0-33 0,-2 10-141 0,2-10-285 16,-10 7 127-16</inkml:trace>
  <inkml:trace contextRef="#ctx0" brushRef="#br0" timeOffset="-75867.33">16262 11386 19 0,'0'0'96'0,"0"0"-6"16,0 0-13-16,0 0-10 0,0 0-1 15,0 0-3-15,0 0-8 0,0 0-13 0,0 0-4 16,0 0 2-16,0 0-6 0,0 0-1 0,0 0-7 0,21-3 2 16,-21 3-6-16,0 0-19 0,9 5 6 15,-9-5 7-15,8 4-11 0,-8-4-1 0,8 5-8 16,-8-5 1-16,6 4-1 0,-2-1-2 0,-4-3 1 16,6 6-4-16,-6-6 0 0,7 7 2 0,-3-3-5 0,-4-4 2 15,6 6 0-15,-6-6 2 0,4 3-4 16,-4-3 0-16,5 5 2 0,-5-5 3 0,0 0-1 0,0 0 0 15,4 5 1-15,-4-5-5 0,0 0 15 0,0 0-1 16,0 0 6-16,0 0-1 0,0 0 6 16,0 0 0-16,0 0 3 0,0 0-10 0,0 0 20 0,0 0-2 15,0 0 8-15,0 0-9 0,0 0 1 16,0 0-2-16,0 0 9 0,0 0 6 0,0 0-3 0,0 0-6 16,0 0-1-16,0 0 3 0,0 0-8 0,0 0 9 15,0 0-8-15,0 0 6 0,0 0 6 0,0 0 2 16,0 0-3-16,0 0 2 0,0 0 1 15,0 0 1-15,0 0 10 0,0 0 1 0,0 0 3 0,0 0 1 16,0 0 5-16,0 0-2 0,0 0 3 0,0 0 1 16,0 0 1-16,0 0-8 0,0 0-10 0,0 0 2 15,0 0-9-15,-4-23 1 0,4 23-7 0,3-7-1 16,-3 7-8-16,3-7 1 0,1 1-8 0,-1-1 2 16,-1 0 0-16,3 0-2 0,-1-1 3 0,1-2-7 15,-1 2 1-15,1 0 0 0,1-2-3 0,-3 1-3 16,5-1 3-16,-3-2-3 0,0 3 0 0,0-1-2 15,0 1 1-15,2 0-2 0,-2-1 2 0,1 2 1 16,-1 1 1-16,-2 0-2 0,1 2 0 0,-2 1-1 16,-2 4 2-16,8-9-2 0,-8 9-3 0,4-4 0 15,-4 4 3-15,8-3-7 0,-8 3 1 0,0 0 1 16,11 3 2-16,-11-3-3 0,11 7 6 0,-4-4-3 16,1 4-3-16,-1-1 4 0,1 4-2 0,0-4 0 0,-1 3 1 15,0-2 1-15,1 3-1 0,-1-3 2 16,1 0-4-16,-3 1 5 0,1-1-3 0,-1-1 3 15,-1-1-3-15,1 1 1 0,2 1-1 0,-2-2 2 0,0-1-2 16,-5-4 4-16,7 8-2 0,-1-4-2 16,-6-4 3-16,5 5-4 0,-3-1 7 0,-2-4-3 0,0 0 1 15,5 4 0-15,-5-4 12 0,0 0 4 16,8 2-1-16,-8-2 1 0,0 0-2 0,0 0-4 0,9-8 2 16,-9 8-4-16,8-9-3 0,-4 5 3 0,-1-3-1 15,4-1-2-15,-2 0-2 0,0-1-2 0,0-1 4 16,0 3-4-16,3-3-2 0,-3 1 3 0,1 1-3 15,-1 0 1-15,1-1-5 0,0 2 5 0,2 1-5 16,-3 1 1-16,-1 0 1 0,1 1-4 0,-5 4 2 16,12-6 4-16,-7 4-5 0,-5 2-1 0,12-2 1 15,-12 2 1-15,15 2-5 0,-8 2 2 0,-1 0 2 16,1-1 2-16,-1 4-3 0,0 1 2 0,-2-3 1 16,1 4-1-16,3 0 1 0,-3-4-3 0,1 4 6 15,1-1 0-15,-1-2-3 0,-2 0 0 0,0-1 2 16,1 1-5-16,-2-1 6 0,-3-5-3 0,8 7 1 15,-6-3-1-15,-2-4 1 0,4 5 0 0,-4-5 0 16,0 0-1-16,5 3 3 0,-5-3-2 0,0 0 3 16,0 0 4-16,0 0-1 0,8 2 2 0,-8-2-4 15,0 0-2-15,8-10 1 0,-3 6-1 0,-1-2 3 16,-4 6-1-16,11-12 0 0,-9 3-5 0,3 0 5 16,3 2-9-16,-2-2 8 0,2 0-4 0,-2-1-2 15,2 3 3-15,-3-3-1 0,2 3-1 0,-2 0-2 16,-1 1-1-16,2 0 1 0,-2 3-4 0,-4 3 5 15,6-8-5-15,-6 8-4 0,5-3-4 0,-5 3 5 16,0 0 0-16,9 1-3 0,-9-1 1 0,8 7 3 16,-3-1 4-16,0-1 0 0,-2 0 0 0,0 1 1 15,1 1 1-15,0-1 1 0,0 3 2 0,1-4-3 16,-1 3-1-16,0-4 0 0,0 2 2 0,-2-1-1 16,2 0 4-16,-4-5 1 0,6 8-3 0,-2-3 0 0,-4-5-2 15,6 6 5-15,-6-6-1 0,7 4 3 16,-7-4-4-16,8 4 3 0,-8-4 5 0,5 2-4 15,-5-2-4-15,0 0 4 0,0 0-5 0,0 0 5 16,15-7-3-16,-15 7 1 0,6-9 1 0,-3 4-4 16,1 0 3-16,1-4-1 0,1 2 1 0,-1-2 0 15,1 1-2-15,-3 3 2 0,0-2-4 0,1 1 0 16,0 0 6-16,1 1-7 0,-5 5 0 0,6-9 6 16,-6 9-2-16,3-7-1 0,-3 7-5 0,3-7 0 0,-3 7-1 15,0 0 0-15,0 0 0 0,0 0 1 16,0 0 4-16,0 0-4 0,16 11 0 0,-12-6-1 15,-3 2 2-15,3-2-1 0,-2 2 1 0,1-1-5 0,-1 3 11 16,1-4-4-16,0 3 1 0,-2-2-1 16,3 0 1-16,-2 1-3 0,1-1 3 0,-3-6 2 0,6 10-5 15,-5-4 1-15,-1-6 3 0,7 8 2 0,-5-5-1 16,-2-3 0-16,4 8 1 0,-4-8-1 0,5 7 2 16,-5-7-1-16,5 4-2 0,-5-4 1 15,4 6-1-15,0-3 1 0,-4-3-4 0,5 4 1 0,-5-4 5 16,9 2-1-16,-1 0 1 0,-1 0-4 0,2-1 4 15,3 0-1-15,2-1 0 0,4 0-3 16,4 0 0-16,-1 0 3 0,10 0-2 0,0 0-1 16,1 0 2-16,3 0-1 0,4 0 2 0,2-1-4 0,14-2 5 15,-6 1 1-15,5 1-3 0,1 2 1 0,-4 0-1 16,2-1-1-16,-16 1 1 0,2-1 0 0,1 2-2 16,-3-2 3-16,0-2-8 0,-5 2 6 0,0-1-1 15,-4 2 2-15,-6 1 0 0,-3-2-4 0,-1 1 3 16,-5-1 2-16,-1 1-5 0,-4-1 3 0,-1 2 0 15,-7-2-1-15,12 0 0 0,-12 0 1 0,7 1-3 16,-7-1-5-16,0 0-10 0,0 0-17 0,0 0-14 16,0 0-29-16,0 0-24 0,0 0-22 0,-31 4-28 15,17-4-35-15,-5 0-107 0,-3 1-319 0,0-2 141 16</inkml:trace>
  <inkml:trace contextRef="#ctx0" brushRef="#br0" timeOffset="-75284.47">16534 10507 131 0,'0'0'117'0,"0"0"-5"0,0 0-12 15,0 0 8-15,0 0-15 0,9 23 18 0,-8-7-19 16,1 0-8-16,-4 12-2 0,2-5-2 0,-2 5-5 15,-1-1-5-15,1-6-7 0,-1 5-5 16,2-6 0-16,1 0 8 0,-2-2-4 0,1-3-6 16,1-3-10-16,-1-1-1 0,1-3-7 0,0-1-3 0,0-7 1 15,0 13 10-15,0-13 5 0,-1 8 8 0,1-8 7 16,0 0-1-16,0 0-4 0,0 0-6 0,0 0-6 16,0 0-6-16,0 0-3 0,0 0-5 0,0 0-5 15,10-21 1-15,-6 13-4 0,2 0-7 0,2-3 1 16,1-1-4-16,0-2-3 0,3 0 0 0,-1 4 2 15,2-2-3-15,2 1-4 0,-1 2-1 0,2 1-3 16,-3 3 1-16,-1 1-1 0,-2 1-3 0,2 3 1 16,0 2-3-16,-3 0 3 0,1 2 0 0,1 5-3 15,-4-3 5-15,1 1-2 0,-2 1-3 0,1-1 1 16,-4 4 4-16,3-2-6 0,-2 2 2 0,-1-3 2 16,0 3 0-16,-2 0 1 0,1-1-3 0,-1-1-17 0,0 1-11 15,0-2-19-15,-1 2-9 0,2-3-25 16,0 0-16-16,-2-7-28 0,4 12-15 0,-3-7-15 15,2 0-13-15,1-1-8 0,-4-4-89 0,0 0-285 16,10 1 126-16</inkml:trace>
  <inkml:trace contextRef="#ctx0" brushRef="#br0" timeOffset="-75091.31">16940 10721 69 0,'0'0'140'0,"0"0"-10"0,2-10-13 0,-2 10-9 16,0 0-14-16,0 0-5 0,0 0-5 0,0 0 3 15,0 0-6-15,0 0 1 0,0 0-9 0,2 26-6 16,-2-18-6-16,0 3-6 0,-2-2-1 16,2 4-9-16,0-1-8 0,-2-1-2 0,2 2-17 0,0-1-13 15,0-2-33-15,-1 1-9 0,2-1-20 16,1 0-23-16,-4-3-13 0,2 2-21 0,0-9-73 0,-2 12-204 16,2-12 91-16</inkml:trace>
  <inkml:trace contextRef="#ctx0" brushRef="#br0" timeOffset="-74644">17160 10772 66 0,'8'-3'129'0,"3"-1"-19"0,-4 1 0 15,2-1-8-15,2 0 11 0,-2-1-3 0,-2 1-9 16,0-2-10-16,5-1 1 0,-7 3-11 0,3-4-15 15,-2 1-1-15,-2-1 2 0,0 4 1 0,-4 4-4 16,0-11-6-16,0 11-6 0,-8-9-7 0,3 3-1 16,-4 2-8-16,-4 0-4 0,-1 2-3 0,-1-1-6 15,-6 5 7-15,1-1-4 0,1 3 11 0,-2 2-6 16,1 1 0-16,2 1-1 0,-5 6 4 0,6-3-12 16,3 1 1-16,4 1-1 0,0 1 4 0,3-4-7 15,5 3-4-15,3-2 3 0,3 1 3 0,9 4-7 16,1-3 0-16,11 3 1 0,7-4-4 0,5-2-14 15,13 1-22-15,4-2-24 0,-2-1-32 0,3-3-34 0,-5 2-18 16,-12-1-33-16,-3 0-105 0,-2-1-292 16,2 0 129-16</inkml:trace>
  <inkml:trace contextRef="#ctx0" brushRef="#br0" timeOffset="-73994.58">17887 11285 26 0,'0'0'109'0,"0"0"-8"0,0 0-8 0,0 0-6 15,0 0-3-15,0 0-5 0,45-3 6 0,-18 0-4 16,5 2-9-16,1 0-3 0,4-1-2 0,3 2-10 15,-1-2-8-15,0 2-4 0,0-1-6 0,-2 2 1 16,1-1 1-16,-4 0-16 0,-1 0 5 0,-1 0-6 16,-1 0 10-16,-3-1-3 0,0 1 0 0,2 0-1 15,-10 1-5-15,2-1 2 0,-3-1 3 0,0 1-1 16,-1 0-1-16,-7 0-2 0,1 0-1 0,-4 1-1 16,-1-2-3-16,-7 1 10 0,12-1 0 0,-12 1-4 15,7-2 5-15,-7 2-2 0,0 0 2 0,0 0 3 16,11 2 0-16,-11-2-2 0,0 0-3 0,0 0-3 15,0 0-7-15,0 0 5 0,0 0-9 0,0 0 0 16,0 0-3-16,0 0-13 0,0 0-16 0,0 0-21 16,0 0-10-16,0 0-20 0,0 0-43 0,0 0-39 15,-16 18-130-15,12-15-301 0,-1 1 133 0</inkml:trace>
  <inkml:trace contextRef="#ctx0" brushRef="#br0" timeOffset="-73237.08">18482 11311 140 0,'0'0'140'0,"0"0"-12"15,-5-4-6-15,5 4-18 0,0 0-14 16,0 0-3-16,0 0-9 0,0 0-7 0,0 0-1 15,0 0-11-15,0 0 13 0,-4 21-8 0,2-9-1 16,4 1-6-16,-1 3 1 0,0-4-1 0,1 7-1 0,-1 5-7 16,0-5 5-16,-1 7 4 0,0 1-4 0,0 0-3 15,-2 0-3-15,0-8 3 0,0 8-5 16,2 0 0-16,-2 0-1 0,2-1-1 0,-1 1 0 0,0 0-7 16,0 0-3-16,1-8-2 0,0 6-4 0,0-5 0 15,-2 5 0-15,1-6-1 0,0 0 1 0,-3-2-1 16,3 0-3-16,1-2-1 0,-1-2-7 0,-2-1 1 15,3 1 0-15,-3-2-1 0,3 1 0 0,-2-1-4 16,0-2 3-16,1 0 2 0,0-2-11 0,0-1 2 16,1-6 0-16,0 9-1 0,0-9 3 0,-2 8-4 15,2-8 2-15,0 0 4 0,0 0-2 0,-1 9 6 16,1-9 2-16,0 0 5 0,0 0 5 0,0 0 2 16,0 0 1-16,0 0 3 0,1 7 1 0,-1-7 5 15,0 0-10-15,0 0-7 0,0 0-1 0,0 0 2 16,0 0-3-16,0 0-7 0,0 0 0 0,0 0-1 15,0 0-1-15,0 0-2 0,0 0-4 0,0 0 4 16,0 0-5-16,0 0-13 0,0 0-14 0,0 0-17 16,0 0-24-16,0 0-25 0,0 0-26 0,18-10-39 15,-18 10-28-15,13 3-34 0,-9 1-152 16,-4-4-397-16,8 7 176 0</inkml:trace>
  <inkml:trace contextRef="#ctx0" brushRef="#br0" timeOffset="-69906.21">18516 12040 16 0,'-5'-7'82'0,"5"7"7"0,-5-6-2 0,0 2-14 16,5 4-5-16,-8-5-12 0,8 5 5 0,-10-2 9 15,10 2-7-15,-12 2 3 0,1 1 3 0,-1 2-8 16,-2 2-7-16,-3 1 1 0,0 1-2 0,2 0 3 16,-2 1-5-16,0 2 4 0,1 0-7 0,0-1 1 15,-1 2-11-15,1 0 1 0,-3 6 4 0,0 0 2 16,3-5-3-16,-1 5 2 0,5-3-3 0,-1-3 0 16,-1 3-4-16,4 0-5 0,-3 0-2 0,3 0-2 15,2 1-2-15,-1-1-1 0,1 2 7 0,1 1-13 16,3 0 0-16,2 1 0 0,-1 3-3 0,0-3 5 15,3 5-2-15,2-6-4 0,0-1 5 0,2 1 9 16,1 0-1-16,2-1-3 0,2 0-2 0,1-1 0 16,2 0 0-16,7 2-1 0,-5-4-2 0,7 1-5 15,-2-5 3-15,8 1-3 0,0-3 3 0,-1 2-6 16,3-3-1-16,2 0 2 0,0-3-2 0,-1-1 2 16,1-2-4-16,0-1 4 0,-1 1-2 0,2-7-2 15,0 1-1-15,-1 0 2 0,-2 0-2 0,-1-3 0 16,-1 0 3-16,-7 0-3 0,1 0-2 0,3-5-2 15,-6 2 1-15,-2-3 2 0,-1 0 2 0,-2-2-1 16,1 0 0-16,0-6-1 0,0-1-3 0,-4-2-1 16,0-3 0-16,-5 0 0 0,-2-1 1 0,1 2-4 15,-4-3 2-15,-5 0-1 0,1 0-1 0,-5-1 3 16,-1 3 0-16,-4-4-1 0,-1 5-2 0,-4 0 0 16,0 3 0-16,-1 3 0 0,-2 0-5 0,-1 5-1 15,0 2-10-15,-6 3-3 0,2 4-16 0,-3 2-5 16,0 4-16-16,-2 1-12 0,4 3-25 0,-2 3-11 15,3 4-20-15,-1-2-17 0,3 2-23 0,0 1-103 16,1-2-289-16,6 1 129 0</inkml:trace>
  <inkml:trace contextRef="#ctx0" brushRef="#br0" timeOffset="-69140.36">16867 12219 144 0,'2'-11'154'0,"-2"11"-7"0,0-8-14 0,0 8-18 16,0 0-7-16,0 0-15 0,0 0-5 0,0 0-6 16,0 0-3-16,0 0 0 0,-3 32 3 0,3-11-2 15,-1 4-5-15,-4 4 1 0,4-1-4 0,-1 1-7 16,0 0-6-16,1-1-6 0,-2-1 1 0,0 0-6 15,1-2-2-15,2-6-4 0,-1-1-3 0,1 1-4 16,0 0-4-16,0-4 0 0,0-2-2 0,0-2-3 16,1 1-5-16,-1-3 0 0,1-1-1 0,-1-1-3 15,0-7 2-15,1 8 0 0,-1-8 7 0,0 8 9 16,0-8 7-16,0 0 0 0,2 7 3 0,-2-7-5 16,0 0-7-16,0 0 1 0,0 0-5 0,0 0-5 15,0 0-2-15,0 0-3 0,1-34-1 0,0 25 0 16,1-2-5-16,3 0 7 0,-2-2-6 0,-1-1-3 15,3-2-3-15,1 6-1 0,1-4 1 0,-1 3-2 16,3 1-3-16,-1 1 2 0,-1-1-1 0,1 3-2 16,2-2 0-16,-2 3-1 0,0 2 0 0,-2-2 0 15,3 4-1-15,-1 0 1 0,-1 0-3 0,-7 2 2 16,15 2-1-16,-8 2-1 0,1 0-1 0,-2 4 0 16,2 0 2-16,-3 1 4 0,0 1-4 0,0 1-1 15,-1-2 4-15,0 2-2 0,-3 1 0 0,5 2 1 16,-4-1 0-16,0-1 1 0,-2-1-1 0,1 2-7 15,1-3-24-15,-1 1-21 0,-2-1-18 0,2 0-35 16,-1 0-25-16,1 1-24 0,1-2-38 0,-1-3-156 16,-1-6-375-16,0 14 166 0</inkml:trace>
  <inkml:trace contextRef="#ctx0" brushRef="#br0" timeOffset="-68684.13">17100 12744 11 0,'0'0'146'0,"4"-8"-2"0,-4 8-4 15,6-7 1-15,-3 2-7 0,-3 5-10 0,6-10-8 16,-2 5-3-16,-1 0-6 0,-1-3-8 0,-2 8-5 16,6-11-2-16,-5 3-7 0,-1 0-4 0,1-3-5 15,-1 0-8-15,0-1-10 0,0 3-4 0,-1-3-6 16,-2 1-4-16,1 2-4 0,0-3-1 0,0 2-5 15,-1 0 2-15,1 2-11 0,-2-1-2 0,0 3 2 16,4 6 5-16,-4-11-10 0,-1 8-1 0,5 3-1 16,-4-8 1-16,4 8-3 0,-4-6-2 0,4 6-5 15,0 0-1-15,0 0 1 0,-2-8-5 0,2 8-2 16,0 0 3-16,0 0 1 0,0 0-6 0,0 0 7 0,0 0-3 16,0 0 0-16,13-2-2 0,-13 2 4 0,0 0-1 15,20 3-5-15,-13-2 2 0,1 1 1 16,0-1-2-16,0 2 2 0,-1-1-3 0,1-1 2 15,-2 3 0-15,0-1-1 0,-6-3-3 0,10 7 0 16,-4-2 1-16,0-1 1 0,-2 3-3 0,0-2 3 0,0 4 0 16,-1-1-1-16,-2 2 1 0,0-1 4 0,1 0-4 15,-4 2 0-15,2-2 2 0,-1 1 1 16,0-1-1-16,-2 3-1 0,3-3 2 0,-3 2 0 16,1-1-6-16,-1-2-14 0,3-1-25 0,-2 1-29 0,2-8-25 15,0 11-25-15,0-11-36 0,1 12-29 0,-1-12-103 16,1 8-314-16,-1-8 139 0</inkml:trace>
  <inkml:trace contextRef="#ctx0" brushRef="#br0" timeOffset="-68372.33">17321 12711 153 0,'7'-4'153'0,"-1"1"-14"0,-6 3-11 15,12-9 1-15,-5 3-11 0,2-1-6 0,-2 1-1 0,-2-1-9 16,0 0-3-16,-1 0 0 0,2 2-3 0,-4-4-8 16,2-1-9-16,-2 2-7 0,-1 1-8 0,-1-1-5 15,-4-2-5-15,1 2-6 0,0-1-3 16,-4 4-3-16,1-2-9 0,0 2-1 0,0 2-1 0,0-1-3 16,6 4-7-16,-13-3-2 0,13 3 1 0,-13 1-1 15,13-1-2-15,-15 6 5 0,10-2-11 0,-3 6 1 16,1-3 2-16,-1 3-3 0,2 1 1 15,2-1-4-15,1 0 3 0,2 2-6 0,1-1 2 16,1-2 1-16,3 2-12 0,0-1-17 0,2 0-23 0,2-3-28 16,1 1-32-16,3-2-26 0,0-1-30 0,1-2-140 15,0 1-324-15,0-4 144 0</inkml:trace>
  <inkml:trace contextRef="#ctx0" brushRef="#br0" timeOffset="-68008.29">17546 12408 36 0,'0'0'145'0,"0"0"-1"0,0 0 3 0,0 0-3 0,7 2-3 16,-7-2-4-16,5 17-7 0,-3-5-6 0,2 4-8 15,-1 0-9-15,-1-1-12 0,2 0-7 0,0 2-8 16,-2-5-1-16,1 1-3 0,1-1-8 0,0-2-2 15,-3 1-6-15,4-1-7 0,-4-2-3 0,2-2-3 16,-1 1-7-16,-2-7-1 0,4 9-7 0,-4-9 4 16,3 6 9-16,-3-6 8 0,2 6 10 0,-2-6 4 15,0 0-5-15,0 0-5 0,0 0-4 0,0 0-8 16,8-15-5-16,-5 5-3 0,1 1-4 0,-2 0-3 16,-1-3-4-16,4 1-3 0,-1-2-1 15,-3 1-2-15,3-5-1 0,0 0-4 0,-1 1-1 0,2 2-4 16,-1-1-3-16,-3 3-5 0,3 2-7 0,0 1-15 15,-4 9-15-15,2-10-29 0,-2 10-38 0,0 0-13 16,4-7-20-16,-4 7-19 0,0 0-25 0,0 0-22 16,0 0-135-16,4 25-363 0,-4-25 160 0</inkml:trace>
  <inkml:trace contextRef="#ctx0" brushRef="#br0" timeOffset="-67767">17757 12543 183 0,'0'0'205'0,"0"0"-8"0,0 0-18 0,0 0-16 15,-9-8-15-15,9 8-13 0,0 0-3 0,0 0 4 16,-14 11-11-16,9-3-9 0,-1-1-12 0,1 3-9 16,1-2-9-16,-1 2-7 0,-1-1-7 0,4 0-7 15,-1 0-7-15,1 1-5 0,-2-3-5 0,3 3-9 16,1-3 0-16,-2 1-3 0,2-8-8 0,2 13-29 15,-2-13-33-15,5 14-33 0,-5-14-47 0,11 8-37 16,-6-3-47-16,-5-5-128 0,18 3-354 16,-8 0 157-16</inkml:trace>
  <inkml:trace contextRef="#ctx0" brushRef="#br0" timeOffset="-67482.66">17870 12701 182 0,'5'-3'200'0,"-5"3"-8"0,0 0-5 16,6-5-10-16,-6 5-13 0,3-6-12 0,-3 6-8 16,5-8-10-16,-3 4-7 0,-2 4-7 0,3-10-9 15,-3 10-4-15,1-11-10 0,-1 11-10 0,0-13-12 16,0 13-3-16,-4-13-7 0,0 7-6 0,1 1-8 16,-4-1-5-16,2 2-2 0,-1 0-6 0,-5 1-6 15,1 2-1-15,0 1-6 0,-2 1-3 0,0 6-4 16,-4 0-1-16,2 2-1 0,2 1-1 0,4 0-1 15,-2 0-3-15,3-1-1 0,2 2-4 0,1 1 4 16,3-3 1-16,1 2-3 0,4-2 0 0,2 1-10 16,3-1-16-16,7 1-25 0,3-2-31 0,8 3-35 15,2-6-33-15,2 1-31 0,2 0-39 0,0-3-140 16,-5 1-382-16,3-3 169 0</inkml:trace>
  <inkml:trace contextRef="#ctx0" brushRef="#br0" timeOffset="-66580.34">18520 12653 111 0,'0'0'203'0,"-4"-8"-8"0,4 8-9 0,-4-6-12 0,4 6-17 15,0 0-23-15,0 0-13 0,0 0-4 0,0 0-8 16,0 0-10-16,-9 18 0 0,7-6-8 0,1 0-7 16,-1 5-4-16,1 2-5 0,0-2-4 0,-3 3-4 15,4-2-4-15,0 0-2 0,1 6-3 0,2-4-2 16,-3 5-3-16,-3 3-5 0,6-1-4 15,-3 0-1-15,1-2 3 0,0 0-6 0,1 1 2 0,-4-2-6 16,1 1-3-16,1 0-3 0,0 1 1 16,0-2-1-16,0-6-2 0,-1-1-1 0,-3 2-1 0,1 2-5 15,1 3 0-15,1-5 4 0,1-2-5 0,-3 0-1 16,0 1-4-16,2-2-2 0,-1 0-1 0,0-4-1 16,0 1 1-16,0-2-3 0,1 0-1 0,1 0 0 15,-1-1 3-15,0 0-4 0,-1 1 1 0,2-2-4 16,0 0 2-16,0 0-3 0,0-9 2 0,2 14 0 15,-4-7 2-15,2-7-8 0,2 13 2 0,-4-6 1 16,4 4 0-16,-1-5 2 0,0 1 2 0,-1 3-6 16,4 0 0-16,-3-1 0 0,-1 0 4 0,0 0-5 15,-1 2 5-15,2 0-4 0,-1-3 1 16,-1 2 2-16,1-10-2 0,-1 13 0 0,-1-5 0 0,2 0-1 16,-2-2-1-16,2-6 4 0,0 8-2 0,0-8 1 15,0 0 1-15,-1 12 2 0,1-12 2 16,0 0 4-16,-3 7 5 0,3-7-3 0,-5 4 3 0,5-4-5 15,0 0 1-15,-14-1-3 0,14 1-3 0,-12-4-1 16,12 4 3-16,-14-4 0 0,7 4-2 0,-1-3-2 16,-1 0 1-16,0 1-3 0,-1 0 1 0,-1 1-5 15,-2-2 10-15,-1 0-8 0,0 3 4 0,-4-2-7 16,1 1 3-16,-5 0 0 0,2 1 2 0,-10-3 0 16,1 3-2-16,0-1 1 0,-3 1 0 0,-2 3 0 15,-1-1 3-15,2-2-8 0,-6 2 1 0,1-1 2 16,1 3 0-16,-13-1-3 0,13 1 2 0,-17-3 0 15,17 4 1-15,-1-4 1 0,-2 6 3 0,1-1-6 16,-1-3 4-16,-10 6-1 0,12-2-1 0,-15-1-4 16,15 0-2-16,1-2-7 0,0 2-6 0,0-1-13 15,2 1-8-15,1 1-11 0,3-1-17 0,0 1-13 16,-1-3-23-16,3 2-24 0,-2-1-41 0,3-1-17 16,-2 2-39-16,-5-1-152 0,-2-3-408 0,0 4 182 15</inkml:trace>
  <inkml:trace contextRef="#ctx0" brushRef="#br0" timeOffset="-65172.29">15613 13795 25 0,'-16'-1'53'15,"10"0"6"-15,6 1-5 0,-13-1 2 0,13 1 3 16,-15-1-5-16,8-1-7 0,7 2-1 0,-14-2-5 16,5 1 2-16,9 1-2 0,-15-1-5 0,7 1 3 15,-3 0 2-15,1 0-4 0,10 0 4 0,-19 0-5 16,10-1 1-16,9 1-1 0,-17 0 0 0,11 0 1 16,6 0 0-16,-12 0 5 0,12 0-6 0,-9-2-2 15,9 2 0-15,0 0-4 0,-11 0-7 0,11 0 6 16,0 0-7-16,0 0 1 0,0 0 0 0,0 0-4 15,-11 0-7-15,11 0 4 0,0 0 7 0,0 0-1 16,0 0 6-16,0 0 4 0,0 0 6 0,0 0-2 16,0 0 1-16,27 9 10 0,-18-9 4 0,3 0-7 15,2 2 4-15,2-3-3 0,6 3 0 0,5-4-3 16,1 2-4-16,1-1 0 0,3 1-2 0,-1-2-3 16,2-1-5-16,-2 1-1 0,0-1-2 0,-1 2 0 15,0 0-2-15,0-1-3 0,1 1 0 0,1 0-2 16,-3 1 3-16,-1-2-4 0,2 2 0 0,-1 0 0 15,2-1 0-15,2 2-1 0,-5-2-4 0,0-2 0 16,-6 3 1-16,0 2-5 0,7-2 0 0,-2 1 2 16,1-1-1-16,-7 1 3 0,8-1-5 0,0 0 3 15,-7 0-3-15,5 2 3 0,0-2-4 0,-7 0 0 16,8-2 2-16,-7 2-2 0,0 0 1 0,0 0 0 16,1 0 7-16,-3-1-11 0,1-3 2 0,1 2 2 15,-2 0 0-15,-1 1-2 0,0 1-1 0,0 0 7 0,-2-2-10 16,-3 0 8-16,6 1-5 0,-1-1-2 0,-6 2 2 15,0 0-2-15,2 0-1 0,1 0 2 16,-2 0-5-16,7-1 4 0,-1-1 6 0,-1 2-4 16,0 0 1-16,1-2-2 0,0 0-1 0,0 0 2 15,0 0 1-15,-1 1-4 0,0 1 2 0,-1-1-2 0,-3-1 0 16,-1 2 2-16,2-2 1 0,-4 2 0 16,3-2-3-16,-2 2 0 0,0 0 2 0,0-1 3 15,2 1-6-15,-1-2 10 0,0 2-9 0,0 0 2 0,-1 0 2 16,1-2-2-16,1 1-2 0,-1 0 2 0,0 1 0 15,0 0-3-15,-3-2 6 0,4 2-2 16,-3 0-4-16,0 0 9 0,0-1 1 0,-3 0 2 0,3 0 0 16,-2 1-3-16,-1-2 1 0,-8 2-2 15,14 0 1-15,-5 0-5 0,-9 0 2 0,14 0 1 16,-6 0-1-16,-8 0-1 0,12-1-2 0,-5 2 1 16,-7-1 1-16,10 2 0 0,-10-2-2 0,10 0-17 0,-10 0-11 15,0 0-21-15,9 1-24 0,-9-1-37 0,7 2-29 16,-7-2-35-16,0 0-32 0,0 0-131 0,0 0-362 15,0 0 161-15</inkml:trace>
  <inkml:trace contextRef="#ctx0" brushRef="#br0" timeOffset="-64275.25">15246 11826 7 0,'0'0'131'0,"0"-8"-12"0,0 8 4 0,1-7-2 16,-1 7 5-16,0 0-5 0,2-10-5 0,-2 10 2 16,2-7 3-16,-2 7-2 0,0 0 1 0,0 0-4 15,0-8-14-15,0 8-10 0,0 0-8 0,0 0-13 16,0 0-9-16,0 0-6 0,0 0-9 0,0 0-1 15,0 0-9-15,0 0-5 0,0 0 6 0,-3 31-3 16,2-16-4-16,0 3 0 0,-2 1 1 0,1 6-3 16,-1-6 1-16,3 1-2 0,-3 4-3 0,2-5-1 15,0 0-1-15,1 0-5 0,1 0 0 0,0 2-1 16,-2-4-1-16,2 0-1 0,-1-1-4 0,0 1 1 0,0-6-4 16,2 0 4-16,-1 1 0 0,3-2-2 15,-3 0-3-15,1 1 0 0,-1 1-2 0,1-2-13 16,1-3-14-16,-3 3-22 0,4-3-25 0,-3 2-19 15,4-1-27-15,-3-1-28 0,0-1-19 0,-2-6-19 0,2 13-111 16,-2-13-316-16,0 10 140 0</inkml:trace>
  <inkml:trace contextRef="#ctx0" brushRef="#br0" timeOffset="-63816.68">15063 12432 127 0,'0'0'144'0,"0"0"-2"16,0 0-6-16,8 14 2 0,-8-14-4 0,6 5-1 16,-2 0-7-16,-4-5-7 0,6 9-10 0,-3-3-9 15,1 0-1-15,0 2-12 0,1 2-3 0,0-2 2 16,1 2-11-16,-2-2-5 0,-1 1-2 15,2 0-7-15,0-1-6 0,-2 1-3 0,3 0-5 0,-3 1-3 16,2-3-2-16,1 1-6 0,-1-3 2 0,-1 1-3 16,0 0-7-16,-1-2-4 0,2-1 0 0,-5-3-4 15,7 8-2-15,-5-4 1 0,-2-4-1 16,4 4-2-16,-4-4 3 0,0 0 3 0,7 3 12 0,-7-3 7 16,0 0-2-16,0 0-4 0,0 0-6 0,15-10-1 15,-10 4-1-15,2 0-3 0,-1-5 2 0,3 3-5 16,-3-3-4-16,5-2-2 0,0-2 1 0,-1-1-3 15,2 1-1-15,2 2 0 0,-3-1-3 0,3 0 0 16,-2-2-3-16,-1 4-1 0,1-2 0 0,-5 4 2 16,1-1 0-16,0 3-4 0,-1-1 3 0,-1 1 4 15,-1 3-7-15,-1-1-3 0,-1 1 2 0,-3 5-3 16,8-9-1-16,-8 9-23 0,3-4-18 0,-3 4-16 16,0 0-4-16,0 0-23 0,0 0-26 0,0 0-35 15,0 0-28-15,2 18-24 0,-2-18-159 0,-6 16-387 16,1-9 172-16</inkml:trace>
  <inkml:trace contextRef="#ctx0" brushRef="#br0" timeOffset="-63242.12">15482 12597 82 0,'0'0'200'0,"0"0"-3"15,0 0-7-15,1-10-6 0,-1 10 5 0,0 0-9 0,0 0-9 16,0 0-9-16,-2-12-10 0,2 12-7 16,0 0-9-16,0 0-8 0,0 0-10 0,-6-6-13 15,6 6-7-15,0 0-16 0,0 0-8 0,0 0-11 16,0 0-9-16,0 0-4 0,0 0-6 0,0 0-7 16,0 0-4-16,0 0-4 0,0 0 3 0,0 0-7 15,-4 25 3-15,4-16-6 0,0 1 1 0,-1-1-5 16,-1-1-1-16,1-1-2 0,1-7-1 0,-1 17 0 15,1-7-3-15,-3-5-4 0,3 3 3 0,0-8-2 16,0 12 0-16,-1-6-3 0,1-6 4 0,0 12-2 0,0-12 1 16,0 8-3-16,0-8 1 0,0 0 0 15,0 10-3-15,0-10 2 0,0 0 4 0,-1 7-4 16,1-7-2-16,0 0 0 0,1 9 1 0,-1-9-2 16,0 0 0-16,0 0 0 0,2 5 2 0,-2-5 0 15,0 0-2-15,0 0 2 0,0 0-2 0,0 0-1 0,0 0 6 16,0 0-6-16,0 0 3 0,0 0 0 0,0 0-1 15,0 0 1-15,0 0-2 0,0 0-2 0,0 0 1 16,0 0 1-16,0 0-4 0,0 9-1 16,0-9 3-16,0 0-2 0,0 0 2 0,0 0 0 15,0 0 2-15,0 0-4 0,0 0 0 0,0 0 6 0,0 0-9 16,0 0 5-16,0 0-3 0,0 0 2 16,0 0 5-16,0 0-4 0,0 0 1 0,0 0 2 15,0 0-4-15,0 0-1 0,0 0 4 0,0 0-1 16,0 0 2-16,0 0 0 0,0 0-2 0,0 0 2 0,0 0 2 15,0 0-3-15,0 0 2 0,0 0-3 0,0 0 5 16,0 0-5-16,0 0-20 0,0 0-17 0,0 0-26 16,0 0-48-16,0 0-53 0,0 0-43 0,0 0-46 15,0 0-159-15,0 0-443 0,0 0 196 16</inkml:trace>
  <inkml:trace contextRef="#ctx0" brushRef="#br0" timeOffset="-62988.72">15656 12337 117 0,'-1'-9'164'0,"1"9"-21"16,0 0-14-16,0 0-16 0,0 0-13 0,0 0-28 16,0 0-13-16,0 0-19 0,0 0-20 0,0 0-41 15,0 0-40-15,0 0-86 0,0 0-157 0,12 15 70 16</inkml:trace>
  <inkml:trace contextRef="#ctx0" brushRef="#br0" timeOffset="-62398.34">15339 13073 5 0,'-1'-10'217'0,"1"10"-5"0,0 0-9 16,-1-8-19-16,1 8-11 0,0 0-19 0,0 0-21 16,0 0-10-16,0 0-13 0,0 0-7 0,0 0-11 15,0 0 6-15,0 37-5 0,0-18-8 0,0 4-4 16,-2 2-4-16,2 5 9 0,-2-2-4 16,2 2-3-16,-2 0 0 0,1 0-5 0,-1 4 1 0,2 0-10 15,-2-1-1-15,1-1-7 0,1 1-1 0,-1-1-4 16,-2-1-5-16,2-1-2 0,1-3 0 0,0-1-5 15,-4-1 0-15,4-7-3 0,0 2-5 0,3-3-3 16,-3 2-1-16,0 0 2 0,1 0-4 16,0-2 5-16,-1 0 3 0,3-5-5 0,-2 0-4 0,0 0-4 15,1-2 0-15,1-1 6 0,-1-2-9 0,-1-1 0 16,-1 2 4-16,0-8-6 0,1 13 1 0,1-9-2 16,-2-4-3-16,0 11 0 0,0-11-2 0,1 8 1 15,-1-8-3-15,1 7 0 0,-1-7-2 16,0 0 1-16,1 6-5 0,-1-6-23 0,0 0-21 0,0 0-26 15,1 8-25-15,-1-8-40 0,0 0-50 0,0 0-60 16,0 0-240-16,0 0-524 0,0 0 232 0</inkml:trace>
  <inkml:trace contextRef="#ctx0" brushRef="#br0" timeOffset="-60707.21">18226 13711 25 0,'0'0'72'0,"0"0"-7"0,0 0 0 16,0 0-5-16,0 0-4 0,0 0 0 0,0 0-2 16,0 0 6-16,0 0-3 0,0 0 3 0,23 7 8 15,-11-7-9-15,-2 0 1 0,9 2-1 0,-2-4 2 16,4 4 0-16,7-2-4 0,3-2-2 0,1 1 0 15,-1 1 5-15,5 1-7 0,1-4-10 0,2 5 2 16,1-2-8-16,13-3 1 0,-3 2-1 0,-10 1-13 16,11-2 11-16,-1 0-2 0,-12 4-3 0,15-4 7 15,-2 1-8-15,-12 2 1 0,1 1 0 0,11-5-2 16,-13 3 0-16,0 0 6 0,-1 0-13 0,1 0-1 16,2 1 6-16,-5-1-7 0,3 2-1 0,-7 0-3 15,5-2 3-15,-4 2 0 0,-1-3-3 16,-3-2 3-16,1 5 3 0,-1-4-3 0,2 2 0 0,-2 0-4 15,1 0 6-15,1-2-3 0,-1 2 3 0,0 0-1 16,0-1 14-16,0 1 0 0,0-1-2 0,1 1-4 16,-3-2 0-16,2 0-1 0,-8 2-6 0,7-2 1 15,-2-1 0-15,-4 0 0 0,-1 3 2 0,8-1-6 0,-1 1-3 16,-1-2 1-16,-5 1-1 0,6 1 0 16,1 0-2-16,-1-1 1 0,-7 0-1 0,-1 1 1 15,2 0-1-15,5-2-1 0,-5 2-4 0,-1-2 0 16,2 1-1-16,5-1 4 0,-2 2-3 0,-4-2 1 15,6 2-3-15,0 2 0 0,-7-4 5 0,8 4-7 0,-9-4 3 16,2 1 2-16,1 1-2 0,-3 0-1 16,2-2-1-16,1 2 1 0,-1 0-1 0,-2-1 2 15,3-2-2-15,-2 3 5 0,-2-2-5 0,0 0-1 16,-1 1-1-16,-3-1 2 0,-2 1 2 0,0 1 0 16,-2-3 0-16,2 3 3 0,-3-2-2 0,-2 2-2 0,-8 0 1 15,16-1 0-15,-9 1 1 0,-7 0 0 16,9 0-1-16,-9 0-2 0,10-1 3 0,-10 1-4 15,0 0 2-15,10-1-1 0,-10 1 1 0,0 0-4 16,0 0 1-16,0 0 1 0,0 0 0 0,5-4-3 0,-5 4 1 16,0 0 0-16,0 0 2 0,0 0-5 15,0 0-8-15,0 0-22 0,0 0-20 0,0 0-24 16,0 0-25-16,0 0-28 0,0 0-28 0,0 0-30 16,0 0-161-16,0 0-377 0,-26 4 167 0</inkml:trace>
  <inkml:trace contextRef="#ctx0" brushRef="#br0" timeOffset="-59726.37">19639 11345 28 0,'0'0'107'15,"-15"-1"-26"-15,8-1-10 0,7 2-2 0,-17 0-3 16,8 0-1-16,9 0 3 0,-14 0-10 0,5-2 1 16,-1 2-13-16,10 0 1 0,-18-1 3 0,10 2-1 0,1-1-6 15,7 0-3-15,-13 2 1 0,4-2 9 16,9 0-15-16,-10 1 1 0,10-1 6 0,-12 0 0 16,12 0-5-16,-9 1 8 0,9-1-7 0,0 0-3 15,0 0 13-15,0 0 7 0,0 0 8 0,0 0-3 0,23 5-7 16,-2-5-2-16,7 0-3 0,4 1-3 0,2-2-2 15,1-1 1-15,3 1-10 0,-1 1 1 16,1-1-1-16,1 1 1 0,11-1-1 0,-12-1-9 0,13-1 3 16,-10 1-3-16,9-2 2 0,3 1-3 0,-14 3 1 15,13-7-2-15,-1 5-1 0,-11 0-6 16,-2-2 0-16,15 3 0 0,-15-2-1 0,-1 1 0 0,1 0-2 16,-2-2 0-16,-1 1-4 0,-1 1 0 0,-1-2 0 15,-1 2 1-15,0 0-1 0,-2 1 0 0,-1-2 0 16,-7 1-1-16,-2 0 0 0,0 2-2 0,-3-1 2 15,-4-2-1-15,-1 3 0 0,-1-3-2 16,-4 3-5-16,-1-2 4 0,-6 2 1 0,9 0-3 0,-9 0-9 16,0 0-13-16,0 0-14 0,0 0-19 0,0 0-29 15,0 0-21-15,0 0-31 0,-31 9-15 0,11-2-31 16,-8-2-103-16,-4 2-306 0,-3-3 135 0</inkml:trace>
  <inkml:trace contextRef="#ctx0" brushRef="#br0" timeOffset="-59166.09">19512 11346 87 0,'0'0'124'0,"0"0"-6"0,4-9 1 15,-4 9-10-15,3-7 4 0,-3 7-5 0,6-3-6 16,-6 3-3-16,7-4 1 0,-7 4-10 0,10-1 1 0,-10 1-8 15,11 1-10-15,-11-1 0 0,9 4-1 16,-9-4-4-16,9 9-8 0,-3-5-4 0,-2 5-2 16,-2 0 3-16,3 8 7 0,-1-2-2 0,-2 2-8 15,-4 2 4-15,2 6-1 0,0 2-3 0,-2 2-2 0,-1-3-4 16,-1 3 1-16,-1-5-2 0,-2 0-2 0,2 1 0 16,1-1 0-16,1-5-5 0,1 6-1 15,-1-6-3-15,2 0-4 0,-2-1-4 0,2 1 3 16,-2-1-6-16,3 0 0 0,0-2-1 0,-1 0-2 0,2-3 5 15,0-3-10-15,-1 3-3 0,2-4 1 0,-2-3-4 16,0 4 1-16,1-4-1 0,-1-6 0 0,1 10-5 16,-1-10 5-16,0 7 0 0,0-7-1 0,0 0 0 15,0 0-2-15,2 10 0 0,-2-10 0 0,0 0-1 16,0 0 1-16,0 0 0 0,0 0-5 0,0 0-14 16,0 7-11-16,0-7-18 0,0 0-17 0,0 0-15 15,0 0-23-15,0 0-23 0,0 0-18 0,0 0-16 16,0 0-19-16,0 0 5 0,6 3-1 0,-6-3-3 15,0 0-110-15,8 3-303 0,-8-3 134 0</inkml:trace>
  <inkml:trace contextRef="#ctx0" brushRef="#br0" timeOffset="-58709.68">19531 11768 82 0,'0'0'151'16,"0"0"1"-16,0 0-8 0,3-6-9 0,-3 6-9 16,0 0-7-16,0 0-8 0,0 0-9 0,0 0-8 15,0 0-10-15,0 0-5 0,0 0-7 0,0 0 2 16,0 0-1-16,0 0 1 0,0 0-7 0,0 0-1 15,8 20-2-15,-6-11-4 0,-2 5 2 0,0 2 2 16,1 2-5-16,-1-1-3 0,0 2-2 0,0 0-7 16,0 0 0-16,-1-2-3 0,3 4 1 0,-1-1-4 15,-1-3-4-15,3 2-1 0,-2 0-5 0,1-4-1 16,-1-1-2-16,-1 2 1 0,0-4-2 0,1 0-4 0,-1 0-2 16,0-4-1-16,0 3 0 0,2-1-4 15,-4-3 2-15,2-7-1 0,0 10-3 0,0-10-2 0,0 10 4 16,0-10-2-16,0 9 2 0,0-9-3 15,0 0 3-15,3 9-5 0,-3-9 4 0,0 0-3 0,0 0 0 16,0 0 3-16,0 0-7 0,0 0 2 0,1 8 0 16,-1-8-1-16,0 0 3 0,0 0-8 15,0 0 0-15,0 0-8 0,0 0-18 0,0 0-24 16,0 0-21-16,0 0-27 0,0 0-34 0,0 0-35 0,0 0-40 16,0 0-181-16,0 0-414 0,-9 1 184 15</inkml:trace>
  <inkml:trace contextRef="#ctx0" brushRef="#br0" timeOffset="-58130.58">19498 12066 89 0,'-13'2'145'0,"2"-1"-4"0,-4 2 2 0,-1 3-9 16,0 3-3-16,-1 0 3 0,0 2-12 0,-2 0-10 16,-3 3-2-16,1 0-2 0,0 5-8 0,2-2-1 15,-1 2-9-15,5-5-4 0,-3 6-5 0,4-5-8 16,4 3-7-16,0-1 1 0,0-1-6 16,2 2 0-16,0 2-9 0,-1-1 5 0,6 0-8 0,-1 0-1 15,1 0-6-15,3-1 17 0,1 3-7 0,1-3-2 16,2 0 3-16,2 1-4 0,1 0-3 0,6 3-3 15,-4-6-4-15,5 1-3 0,-2-2-5 0,4-2 1 16,1-1-4-16,1-2-3 0,2 0 0 16,0-3 1-16,4 5-2 0,4-5-6 0,-8-1 2 0,6-2 1 15,2 0-2-15,-6-2-3 0,-1-2-1 0,8-3 1 16,-10 2-4-16,9-1 2 0,-6-1-3 0,-1-1 1 16,0 0-4-16,6-2 4 0,-6-1-4 0,-3-1 2 15,3 0-1-15,3-5 1 0,-7 4-3 0,-1-4 3 16,2 1-1-16,-5-2 6 0,1-2-4 0,-3-1-3 15,0 0 1-15,3-7 1 0,-5 2-3 0,-3-4 2 16,-1 1-4-16,0-2 2 0,0-1 0 0,-1-1-4 16,-3 1 0-16,2-1 1 0,-3 0-2 0,-1 0 0 15,-1 1 0-15,-3 2-4 0,0-1 1 0,0 8-1 16,-2-5-1-16,-1 9 4 0,-1-1-7 0,-4 1 3 16,2 3-2-16,-3-1-1 0,1 6-1 0,-5-1-2 15,1 0-15-15,-1 5-1 0,-1-1-5 0,0 5-10 16,-1 0-8-16,-7 1-11 0,7 1-6 0,-8 5-11 15,3 0-11-15,-1 3-12 0,10 0-9 0,-10-1-9 0,7 1-13 16,2-1-12-16,3 0-11 0,1 1-17 16,3-2-9-16,4 0-119 0,-2 1-323 0,8-10 144 15</inkml:trace>
  <inkml:trace contextRef="#ctx0" brushRef="#br0" timeOffset="-57702.12">19463 12181 125 0,'0'0'221'0,"0"0"-4"0,0 0-12 0,0 0-17 16,0 0-17-16,0 0-13 0,0-13-21 0,0 13-13 0,0 0-15 16,0 0-9-16,0 0-8 0,0 0-4 15,0 0 0-15,8 39-3 0,-5-23-5 0,-1 2-4 16,4 6-1-16,-2-3-4 0,1 4-4 0,-1-1-8 15,-1 1 3-15,-1-4-8 0,2-4-1 0,-1 2-5 0,-2-3-5 16,0 1-3-16,2-4-4 0,-3-1 0 0,0 2-4 16,1-2 1-16,-1-2-3 0,1-1-4 15,-1-2-2-15,0-7-2 0,-1 10-1 0,1-10 0 16,1 8 0-16,-1-8 8 0,0 0 11 0,-1 10 10 0,1-10 8 16,0 0 7-16,0 0-10 0,0 0-1 15,0 0-8-15,0 0-8 0,0 0 1 0,10-18-11 16,-6 11-1-16,0-2 2 0,0 1-9 0,3-4 5 15,1-2-10-15,0-1 2 0,1 2-7 0,-2 3-3 16,1 0 4-16,0-2 0 0,-1 3-6 0,4-1 1 0,-2 2-13 16,-2 1-7-16,3 1-13 0,-1 0-15 15,-3 3-18-15,-6 3-15 0,10-6-24 0,-10 6-17 16,9-3-17-16,-9 3-11 0,0 0-18 0,0 0-30 16,16 7-12-16,-16-7-1 0,6 7-7 0,-6-7-144 15,1 10-385-15,-1-10 171 0</inkml:trace>
  <inkml:trace contextRef="#ctx0" brushRef="#br0" timeOffset="-57491.15">19435 12501 160 0,'0'0'189'16,"-23"-3"3"-16,17 3-8 0,-3-2 10 0,9 2-7 0,-12-4-5 15,6 2-13-15,6 2-18 0,-12-6-7 16,7 4-10-16,5 2-7 0,-9-7-6 0,9 7-9 15,-5-6-10-15,5 6-11 0,-4-6-11 0,4 6-11 16,0 0-5-16,-3-7-20 0,3 7-18 0,0 0-27 0,0 0-29 16,0 0-38-16,0 0-42 0,0 0-43 15,0 0-28-15,0 0-183 0,0 0-393 0,0 0 174 16</inkml:trace>
  <inkml:trace contextRef="#ctx0" brushRef="#br0" timeOffset="-56642.42">19467 12779 133 0,'0'0'148'0,"-4"-12"4"0,0 7-7 0,4 5-20 16,-4-7-1-16,4 7-21 0,-2-6-11 0,2 6-7 15,0 0-3-15,0 0-5 0,0 0-1 0,0 0 9 0,-11 23-11 16,7-6-10-16,2-1 9 0,0 9-2 0,-1 1-2 16,1 3 0-16,-1 3-5 0,2 1 1 0,-2 0-5 15,1 2 1-15,-3 10 0 0,2-10 0 16,-1 1-3-16,-1-1-6 0,3 14 0 0,-2-4 15 0,-1-10-2 15,2 0 3-15,-2 0-6 0,5-2-1 0,-2 0-11 16,0-1 0-16,0-1-2 0,0-4-4 0,2 1-4 16,-1-1 0-16,0-1-2 0,1-1-2 15,0-8-6-15,0 2 0 0,1-3-1 0,-5-1-1 16,4-3-6-16,0-1-2 0,0 0-3 0,0-1-3 0,0 2-1 16,0-7 2-16,0-5 0 0,1 13 1 0,-1-13-5 15,0 9-1-15,0-9 3 0,3 7-2 0,-3-7 4 16,0 0-4-16,-1 7 0 0,1-7-5 0,0 0-16 15,0 0-13-15,0 0-38 0,0 0-44 0,0 0-51 16,0 0-50-16,0 0-41 0,0 0-184 0,-19-17-464 16,15 6 205-16</inkml:trace>
  <inkml:trace contextRef="#ctx0" brushRef="#br0" timeOffset="-55966.01">19647 12796 90 0,'0'0'157'0,"0"0"-7"16,0 0-19-16,0 0-17 0,0 0-6 0,0 0 18 0,0 0 0 15,0 0-13-15,0 0-10 0,2 27-1 16,-2-14-3-16,0 2-6 0,1 2-4 0,-2 0 3 16,-1-2-5-16,2 3-9 0,-1-5-5 0,1 1-8 15,-1 0-4-15,1-1-7 0,-3 0-3 0,3 2-5 16,-1-4-1-16,1 0-9 0,-2-4 0 0,2-7-2 15,0 11-3-15,0-11-6 0,2 9 4 0,-2-9-7 16,-2 8 12-16,2-8 5 0,0 0 4 0,0 0 2 16,0 8 0-16,0-8-6 0,0 0-3 0,0 0-4 0,0 0-3 15,0 0-7-15,0 0 3 0,10-31-3 0,-5 23-2 16,0-4-3-16,2 2-1 0,2-5-4 0,0 1 2 16,-1 5-4-16,3-4-3 0,-2 3 1 15,3 0 22-15,-2 1-9 0,-1 2-6 0,0 1 1 16,2 4-3-16,-3-2-2 0,-1 3-1 0,0 0-2 0,-7 1-2 15,16 2-3-15,-11 1 0 0,1 1 3 16,-1 2-1-16,2 3-2 0,-4-1-2 0,-1 2 4 0,2-1-2 16,-3 3-2-16,-1-3 3 0,0 6-1 0,-1-1-14 15,1-4-20-15,0 1-20 0,-2-2-20 0,1 0-36 16,1 1-33-16,-1-1-34 0,1-9-38 0,-2 13-181 16,2-13-424-16,-1 7 189 0</inkml:trace>
  <inkml:trace contextRef="#ctx0" brushRef="#br0" timeOffset="-55642.24">20027 12826 196 0,'0'0'206'0,"0"0"-14"15,0-8-12-15,0 8-17 0,0 0-15 0,0 0-18 16,0 0-17-16,0 0-6 0,0 0 2 0,0 0-3 15,0 0 1-15,-17 12-6 0,12-2-14 0,-1 1-5 16,-1-1-6-16,0 2-6 0,1 4-6 0,0-1 5 16,-1 3-7-16,3-1-1 0,0 2-1 0,-1 0-4 15,1-1-5-15,-1 0-4 0,-2 0-3 0,4-3-3 16,-1 4-5-16,1-5-1 0,2 5-2 0,0-4-1 16,-2-1-2-16,0 2-5 0,2-4-2 0,0-1-1 15,-2-2-5-15,2 1 3 0,1-1-3 0,0-2-7 16,-1 1-20-16,1-8-17 0,-4 12-16 0,3-7-16 15,1-5-15-15,-3 9-18 0,1-4-17 0,2-5-29 16,0 0-31-16,0 0-32 0,-7 7-150 0,7-7-381 16,0 0 168-16</inkml:trace>
  <inkml:trace contextRef="#ctx0" brushRef="#br0" timeOffset="-55464.29">19882 13030 134 0,'9'-4'147'0,"-9"4"-11"16,11-4-12-16,-11 4-14 0,12-4-7 0,-12 4-13 15,13-3-9-15,-13 3-24 0,13-1-19 0,-13 1-34 16,14-1-30-16,-14 1-26 0,0 0-31 0,14-1-62 16,-14 1-155-16,0 0 69 0</inkml:trace>
  <inkml:trace contextRef="#ctx0" brushRef="#br0" timeOffset="-54188.63">19890 13079 81 0,'0'0'123'0,"0"0"-8"0,0 0-7 0,0 0-3 16,0 0-10-16,0 0-2 0,0 0-5 0,0 0 2 15,0 0-9-15,0 0 0 0,31-7-10 0,-20 6-6 16,8-2-2-16,-1 2-4 0,1-1-15 0,-1 0-25 16,-1 2-35-16,1 0-9 0,-1 0-41 0,-5 0-23 15,0 0-27-15,-3 0-63 0,-9 0-193 0,19 2 86 16</inkml:trace>
  <inkml:trace contextRef="#ctx0" brushRef="#br0" timeOffset="-53836.66">20138 13143 103 0,'5'-4'122'15,"-5"4"-12"-15,4-6 3 0,-4 6-5 0,5-5-7 16,-1 0-10-16,-4 5 5 0,5-8-5 0,-5 8 3 16,4-7-1-16,-4 7-13 0,2-10-13 0,-2 10 0 15,0-11-2-15,0 11-2 0,-1-12-4 0,1 12-5 16,-3-13 0-16,3 13-4 0,-3-8-5 0,-2 3-5 16,0 2-2-16,5 3-6 0,-8-9-5 0,8 9-1 15,-9-3-4-15,9 3-5 0,-12-3 1 0,12 3-4 16,-9 0 0-16,9 0 8 0,-10 6 0 0,4 0-1 15,-3-1-2-15,4 4 6 0,-2-1 0 0,1 3-5 16,0-2 2-16,3 1-4 0,-2 0-1 0,2 2 1 16,1-2-6-16,1 0 3 0,1 2 0 0,1-3-4 15,1 1 0-15,2 0-10 0,1-3-22 0,2 2-21 16,0-4-30-16,2 1-25 0,0 0-22 0,3-5-25 0,-1 3-22 16,-2-4-103-16,3 0-289 0,-1-2 129 15</inkml:trace>
  <inkml:trace contextRef="#ctx0" brushRef="#br0" timeOffset="-52968.32">20236 12953 30 0,'0'0'143'0,"0"-8"-17"0,0 8-11 16,0 0-13-16,9-5-6 0,-9 5-13 0,12-5-8 0,-4 5-1 15,-2-2-17-15,2 0-7 0,-8 2-15 0,14-1-3 16,-14 1-4-16,0 0-12 0,15-2 6 16,-15 2-3-16,8 0 0 0,-8 0-3 0,0 0-5 15,0 0 4-15,0 0-3 0,5-4 2 0,-5 4-6 16,0 0 0-16,0 0-3 0,0 0 1 0,0 0-1 0,0 0-3 16,0 0 10-16,-28 0-8 0,28 0 9 0,-7 6 15 15,7-6 8-15,-7 7-1 0,4 2 0 16,-1-2-3-16,-1 4 7 0,3-2-5 0,-1 1 8 15,0 3 3-15,-1-2 1 0,4 1 2 0,-2 0-8 0,1 0-2 16,1 0 1-16,-5 0 1 0,3 0-1 0,0-1-2 16,1-1-3-16,-3-2-4 0,2 2-2 0,0-1-4 15,-1-2 3-15,2 0-4 0,1-7-3 16,-4 12-1-16,2-8-2 0,2-4-3 0,-9 9 3 16,5-4-4-16,-1-1 2 0,5-4-2 0,-9 4-3 0,4-2 1 15,5-2 0-15,0 0-1 0,-10 1-3 0,10-1 0 16,0 0 0-16,-11-1-4 0,11 1 5 0,0 0-5 15,0 0 3-15,0 0-4 0,0 0-2 16,0 0-1-16,-6-6 0 0,6 6 4 0,0 0-4 0,0 0-1 16,0 0-1-16,0 0 3 0,0 0 3 0,25-3-4 15,-25 3-16-15,13 1-9 0,-13-1-9 0,18 0-14 16,-12 0-15-16,3 0-11 0,0 0-5 0,3 0-9 16,-12 0-6-16,14-2-4 0,-8 0 3 0,3 2 5 15,-9 0 4-15,10-3 11 0,-3 0 4 0,-7 3 10 16,10-7 8-16,-6 4 7 0,1-4 2 0,-1 4 5 15,1-3 5-15,-5 6 9 0,6-10 12 0,-2 1 4 16,-4 9 10-16,5-11 4 0,-1 5 3 0,-4 6 10 16,7-11 8-16,-7 11 3 0,3-9 12 0,-3 9-2 15,3-8 7-15,-3 8-7 0,0 0-4 0,0 0 3 16,8-2 13-16,-8 2 5 0,0 0 7 0,0 0-2 16,7 14 8-16,-7-14 0 0,1 15-1 0,-1-6-2 15,-1 0 7-15,1-9-9 0,-4 19-5 0,3-12-2 16,-1-1-7-16,2-6-5 0,0 12-2 0,0-12-1 15,-2 10-2-15,2-10 2 0,0 7 4 0,0-7 2 16,0 0 2-16,-1 7-4 0,1-7 4 0,0 0-4 16,0 0-2-16,0 0 2 0,0 0-7 0,0 0-6 15,0 0-6-15,0 0 0 0,0 0-4 0,0 0-2 16,0 0-1-16,26-15-5 0,-19 10-1 0,5 0 3 16,-1-1-3-16,1 2-3 0,-1 2-6 0,0-1 5 15,-3 2-4-15,0 0-4 0,-8 1 3 0,14 1-2 16,-14-1-2-16,13 4 0 0,-8-2 2 15,0 3 1-15,-1-2-4 0,-4-3 2 0,4 7 4 0,-4-7-3 16,-1 12-2-16,1-12 1 0,-6 12 2 0,1-7-2 16,-2 3 1-16,-5-2 0 0,3-1-4 0,-4 2-4 15,-2 0-17-15,2-2-14 0,-5 1-23 0,6-4-24 16,-1 4-23-16,3-6-41 0,-4 2-35 0,2-2-188 16,1 0-402-16,2-2 179 0</inkml:trace>
  <inkml:trace contextRef="#ctx0" brushRef="#br0" timeOffset="-51862.14">20440 11256 90 0,'0'0'79'0,"0"0"12"0,18 6-8 0,-7-6 0 16,1 2-14-16,5-1 12 0,4-1-13 0,7 0-5 0,-1 0-13 16,2 0 21-16,1 0-18 0,0 0-4 15,2 2-22-15,-1-2 12 0,2 1-2 0,-1 0-6 16,-1 1 6-16,-1 0-3 0,1 0-11 0,-2-2-2 15,0 3 3-15,-3 0 3 0,-6-3-6 0,3 1 6 0,-3 1-5 16,3-1 4-16,4 0-3 0,-4-1 4 0,4 1-2 16,-7-2-5-16,1 0 4 0,-1 0-3 15,8-1-9-15,-7 1 4 0,-3-1-3 0,1 0 0 16,1-2 1-16,-3 3 0 0,1-2-3 0,-2 1 9 0,-2 0-4 16,3-1-3-16,-4 1 3 0,-2 0-4 0,-2-1 1 15,0 2-1-15,-3 0-4 0,-6 1 2 0,11-2-6 16,-11 2 0-16,7-2 7 0,-7 2-10 0,0 0 2 15,11-1 0-15,-11 1-2 0,0 0-4 0,0 0-11 16,0 0 8-16,0 0-6 0,0 0-11 0,0 0 10 16,0 0-19-16,0 0-18 0,0 0-9 0,0 0-20 15,-18 17-17-15,11-11-18 0,0 0-88 0,-5-2-217 16,2 0 97-16</inkml:trace>
  <inkml:trace contextRef="#ctx0" brushRef="#br0" timeOffset="-49554.29">20995 11387 29 0,'-1'-9'91'0,"1"9"-9"0,0 0 7 0,0 0-12 0,0 0 0 15,0 0-15-15,0 0 0 0,0 0-6 0,0 0-10 16,-1-10-2-16,1 10 0 0,0 0-28 0,0 0 12 15,-3-10 2-15,3 10 1 0,0 0-6 0,-1-8-5 16,1 8 14-16,-5-7-6 0,5 7 0 0,-4-7 9 16,4 7 2-16,-2-8 1 0,2 8-4 0,0 0 7 15,-4-7-3-15,4 7 0 0,0 0 3 16,-1-7 2-16,1 7-1 0,0 0-12 0,0 0 9 16,-3-7-1-16,3 7 0 0,0 0-14 0,0 0 1 0,-3-7 1 15,3 7 5-15,0 0-1 0,0 0 2 0,0 0-5 16,-2-8 0-16,2 8 3 0,0 0-2 0,0 0-6 15,0 0 0-15,0 0 0 0,0 0-1 0,0 0-5 16,0 0-8-16,0 0 0 0,0 0 2 0,0 0-5 16,0 0 3-16,0 0 1 0,0 0-2 0,0 0 2 15,0 0 2-15,-7 22 2 0,5-15 2 0,1 2-2 16,-1 3 2-16,0-1-1 0,1-1 1 0,1 2 0 16,-2 0 2-16,1 0-2 0,1 3-3 0,-1 1 2 15,1-5 4-15,0 1 1 0,0 2-1 0,0 1-2 16,-2-1 3-16,2 2 2 0,-1 1-2 0,1 0-6 15,-1-1 2-15,0-1 3 0,-2 0 2 0,2-3-3 16,-1 2 2-16,0-2-5 0,1 3-1 0,-2-2-5 16,2 0 2-16,-3-2-1 0,3 1-1 0,-2-1-2 15,2-2 5-15,0 3-4 0,-1-5 0 0,2 5-5 16,-1-5 2-16,2 0 1 0,-1-7 1 0,-1 13 0 16,1-13-2-16,1 11-2 0,-1-11-3 0,-1 10 2 15,1-10 1-15,1 8 0 0,-1-8 2 0,0 7-1 16,0-7-3-16,0 0 1 0,0 0 1 0,-1 10 0 15,1-10 0-15,0 0-3 0,0 0 3 0,0 0 2 16,0 0-2-16,0 0-4 0,1 8 2 0,-1-8 1 16,0 0 0-16,0 0-3 0,0 0 3 0,0 0 0 15,0 0-1-15,0 0 0 0,0 0 2 0,0 0-4 16,0 0 3-16,0 0-2 0,0 0 4 0,0 0-2 16,0 0 0-16,0 0-3 0,0 0 0 0,0 0 3 0,0 0-1 15,0 0-2-15,0 0 0 0,0 0 0 16,0 0 0-16,0 0 1 0,0 0 1 0,0 0 0 15,0 0-2-15,0 0-2 0,0 0 3 0,0 0-2 0,0 0 2 16,0 0-1-16,0 0-4 0,0 0 3 0,0 0-2 16,0 0 2-16,0 0 1 0,0 0-2 0,0 0 6 15,3 5-5-15,-3-5 1 0,0 0-2 0,0 0 3 16,3 6-3-16,-3-6 1 0,0 0 1 0,2 6 0 16,-2-6-2-16,5 5 1 0,-5-5-1 0,0 0-1 15,4 7 5-15,-4-7-2 0,4 4-1 0,-4-4 2 16,4 6-2-16,-4-6 1 0,5 7 0 0,-3-4 1 15,-2-3-1-15,7 7 0 0,-7-7-1 16,5 5 0-16,-2-1 0 0,-3-4 1 0,4 7-1 0,-4-7 2 16,4 9-4-16,0-5 6 0,-4-4-3 0,4 6 0 15,-4-6 2-15,4 6-3 0,-4-6 0 0,2 7-2 16,-2-7 2-16,5 7 0 0,-5-7 1 0,3 7 2 16,-3-7-2-16,0 7 0 0,0-7 1 0,1 7 1 15,-1-7 0-15,0 0 1 0,-2 11-4 0,2-11 3 16,-2 7-6-16,2-7 2 0,0 0 2 0,-1 11-1 15,1-11-1-15,-4 7 0 0,4-7 3 0,-1 7 2 0,1-7-5 16,-1 10 2-16,1-10 0 0,-1 8 0 16,1-8 0-16,0 11 1 0,0-11-1 0,0 9 2 15,0-9 0-15,1 11-3 0,1-4-2 0,0-2 4 16,-2-5 0-16,3 10-2 0,-1-5 2 0,0 1 2 0,-2-6-5 16,1 12 1-16,1-6 10 0,-1 1-10 0,-1-7-2 15,-1 15 4-15,-1-8-5 0,2 2 6 16,-2-2-3-16,-2 1 4 0,-1 0-2 0,-1 1-2 15,1-1 2-15,-2 3-2 0,-1 0 2 0,1-1-2 0,0-1 3 16,1 1-3-16,0-3 0 0,-1 2 1 16,1 0-3-16,1 0 0 0,0 2 0 0,1-5 6 0,0 0-2 15,-2 4 2-15,3-4-4 0,1 2 3 16,0-1-1-16,0 2-2 0,-1-3-2 0,3-6 1 0,-1 16 2 16,1-10 1-16,0-6-1 0,0 14 1 0,1-6 0 15,-1-8 2-15,0 12-3 0,0-3 2 16,1-3-2-16,1 1-1 0,-2-7 1 0,2 12 1 15,0-8-7-15,-1 2 7 0,-1-6-2 0,0 11-1 0,1-5 3 16,-1-6-4-16,0 10 19 0,0-10-3 0,-1 11 0 16,1-11-2-16,-1 10 0 0,-2-5 4 0,3-5-8 15,-5 14 1-15,2-7-1 0,-1 0 1 0,0 0-4 16,1 2 3-16,-2-3-4 0,0 2 3 16,1-2-3-16,0 1 1 0,1 0-1 0,2 1 1 0,1-8 0 15,-4 13-2-15,3-6-4 0,0 0 4 0,1-7 5 16,1 14-8-16,-1-8 3 0,0-6-2 0,2 12 3 15,1-6-3-15,-3-6 0 0,4 10 3 0,-2-4-1 16,0 0-1-16,-2-6 0 0,4 10-1 0,-2-7-1 16,-2-3-2-16,4 10 4 0,-4-10-3 0,2 8 1 15,-2-8 1-15,2 8-3 0,-2-8 5 16,-5 9-3-16,5-9 0 0,-4 8 0 0,0-4 4 0,4-4-4 16,-5 10 0-16,2-5 1 0,3-5-2 15,-7 9 0-15,4-4-1 0,-2 0 3 0,5-5-1 0,-4 9-2 16,4-9 0-16,-1 10 2 0,0-5 4 0,1-5-5 15,0 0-1-15,3 14 4 0,1-7-1 0,1-2-1 16,-1-1 1-16,1 0-1 0,0 2-1 0,2-1 6 16,-2 0-9-16,1-2-1 0,-2 1 1 0,-4-4-6 15,8 7 1-15,-4-3-5 0,-4-4 6 0,6 6-2 16,-3-2 2-16,-3-4-2 0,3 6-2 0,-3-6-6 16,2 8-8-16,-2-8-6 0,0 9-17 0,0-9-19 15,1 11-24-15,-1-11-18 0,1 12-26 0,-1-5-29 16,0-1-26-16,0 4-122 0,0-3-338 0,0-7 150 15</inkml:trace>
  <inkml:trace contextRef="#ctx0" brushRef="#br0" timeOffset="-48850.19">20900 12955 76 0,'0'0'91'0,"0"0"-2"0,0 0-3 16,0 0 3-16,0 0-13 0,0 0-1 0,0 0-2 15,-7-5-19-15,7 5 0 0,0 0-3 0,0 0 5 16,0 0 8-16,-7 13 0 0,4-7 4 0,-1 4 3 15,2-2-4-15,-2 3 3 0,1 0 4 0,-1 9-1 16,1-5 10-16,-1 6-5 0,1 4-2 0,1 0-4 16,-2 3-4-16,1 0-4 0,2-1 0 0,1 1-2 15,-3 0-4-15,1 0-5 0,-1 1-4 0,3-1-4 16,-2 0-2-16,-2 1 1 0,1 0 1 0,1-1 3 16,2 0 4-16,-5-1-5 0,2 0-5 0,1 1-2 15,-1-1-3-15,-1 0-4 0,2-1-3 0,-1-7-4 16,-1-1-1-16,2 6-2 0,1-6-1 0,-2 1-2 15,3-2-1-15,0-2-1 0,-1-1-1 0,-1-2-6 16,1-2 3-16,1 0-2 0,-1 1-1 0,1-5-2 16,0-6-4-16,-1 11-17 0,1-11-14 0,1 8-17 15,-1-8-25-15,0 10-29 0,0-10-23 0,0 0-45 16,0 0-48-16,0 0-144 0,0 0-387 0,0 0 171 16</inkml:trace>
  <inkml:trace contextRef="#ctx0" brushRef="#br0" timeOffset="-47226.32">21080 12369 50 0,'0'0'73'0,"0"-9"-4"0,0 9 1 0,0 0-4 16,0-10-1-16,0 10 12 0,0 0-11 0,2-9 3 16,-2 9-4-16,0 0 2 0,0 0-9 0,0 0-4 15,0 0-7-15,0 0-5 0,0 0-3 0,0 0-6 16,0 0 12-16,0 0-5 0,0 0 5 0,0 0 3 16,0 0-4-16,-3 32 4 0,1-19-9 0,0 1 7 15,-1-1-6-15,2 4-1 0,-2-1-3 0,3 1 6 16,-1 1-9-16,-1-1 1 0,0-2 0 0,1 0-5 15,1 1-3-15,-1-1 2 0,-1-2-3 0,4-3-3 16,-4 2 0-16,2-3 8 0,0 1-6 0,0-1-1 16,-1-1-5-16,1-8 1 0,0 11-2 0,0-11 0 15,-1 11 0-15,1-11 2 0,0 7 5 0,0-7 6 16,0 0 2-16,-1 7 5 0,1-7 7 0,0 0-2 16,0 0-6-16,0 0-2 0,0 0-3 0,0 0-1 15,0 0-1-15,0 0-6 0,0 0-6 0,0 0 1 16,0 0-2-16,0 0 7 0,0 0-11 0,-11-20 0 15,11 20-4-15,0-11 1 0,0 11-2 0,8-14-3 16,-5 7 2-16,0 0-5 0,3-3 0 0,1 2-1 16,-3 1-4-16,2 0 0 0,1-2-4 0,-1 4 2 15,1 0-3-15,0 0 2 0,3 1-1 0,-4 1 1 16,0 2 2-16,-6 1-1 0,13-4 0 0,-13 4 0 16,10 2 6-16,-10-2-4 0,10 6 0 0,-5 0 2 15,0-2-4-15,-3 2 2 0,1 0 1 0,-3-6-1 16,3 13 2-16,-3-5-2 0,1-1 2 0,-1 0 4 15,0-7-4-15,0 13 3 0,0-13-2 0,0 13-3 16,0-8 3-16,0-5 2 0,-4 11 1 0,3-5-4 16,-3 0 2-16,4-6-17 0,-3 10-20 0,0-5-21 15,3-5-25-15,-4 10-24 0,4-10-30 0,-2 7-15 16,2-7-20-16,-3 8-97 0,3-8-289 0,-4 3 129 16</inkml:trace>
  <inkml:trace contextRef="#ctx0" brushRef="#br0" timeOffset="-46886.94">21286 12559 17 0,'0'0'143'0,"0"9"-2"15,0-9-17-15,0 10-15 0,0-10-5 16,-2 8-2-16,2-8-3 0,0 0-12 0,-1 13-2 15,1-13-11-15,-1 8-5 0,1-8-1 0,0 0-9 16,0 0-3-16,-1 7-1 0,1-7 2 0,0 0 4 16,6 4-2-16,-6-4 1 0,8 0-6 0,-8 0 0 0,0 0-7 15,16-4 4-15,-16 4 3 0,11-5-7 16,-5 3 5-16,0-1 3 0,-1-1-16 0,-5 4-6 16,8-8 3-16,-4 3-6 0,-2 0-4 0,-2 5-1 15,3-11-1-15,-3 11-3 0,0-12-4 0,0 12-5 0,-4-10-12 16,4 10-1-16,-4-10-6 0,4 10-8 0,-2-9-12 15,2 9-22-15,-4-5-21 0,4 5-24 16,0 0-27-16,0 0-13 0,-4-5 0 0,4 5-8 16,0 0-110-16,0 0-273 0,0 0 120 0</inkml:trace>
  <inkml:trace contextRef="#ctx0" brushRef="#br0" timeOffset="-46590.93">21416 12613 118 0,'0'0'112'0,"11"-4"-3"16,-5 2-3-16,-6 2-10 0,12-6-4 0,-3 3-9 16,-2-1-5-16,2 0-7 0,-2-3-6 0,3 2 4 15,-2-2 8-15,-1-1-3 0,-2 3-3 16,2-2-11-16,-4 0-1 0,1 0-6 0,-3-2-2 16,-1 2 2-16,0-1-7 0,0 8 4 0,-3-12-10 0,1 5 2 15,2 7-3-15,-8-10-2 0,3 7-3 0,-1 1-5 16,6 2-1-16,-14-2-5 0,14 2 4 0,-22 7-6 15,9 0 3-15,3 0 7 0,-4 3-6 16,1 1-2-16,4-2-2 0,1 0-4 0,-2 7-1 16,7-6 1-16,1 3-1 0,1 0-5 0,4-2-9 0,0 2-16 15,6 1-25-15,0-1-14 0,-1-3-20 0,6 2-19 16,-1-2-27-16,1 1-22 0,0-1-124 0,-3 1-285 16,1-3 126-16</inkml:trace>
  <inkml:trace contextRef="#ctx0" brushRef="#br0" timeOffset="-45811.26">20847 13684 52 0,'-6'1'54'0,"6"-1"-1"0,0 0 1 16,0 0-2-16,0 0 1 0,0 0 9 0,0 0-13 15,0 0-5-15,0 0-2 0,0 0 0 0,-10 1-5 0,10-1-1 16,0 0 10-16,0 0 6 0,0 0 0 16,0 0-7-16,0 0 4 0,0 0 3 0,33 1-4 15,-20 1 2-15,5-4 1 0,1 1-6 0,2 0 2 16,6-4-3-16,3 4-5 0,-1-5 3 0,2 4 3 16,-3-1-4-16,6-3 4 0,-2 3-4 0,-6 1-3 0,2-2 0 15,-6 1-3-15,-1 1-4 0,-3 1 1 0,0 0-1 16,-5-1-3-16,1 2-1 0,-4-1 2 15,2 1-5-15,-5 0 1 0,-7 0-3 0,12-2-2 16,-6 4-3-16,-6-2 2 0,0 0-3 0,14-2 2 0,-14 2-4 16,0 0-2-16,8 0-1 0,-8 0 0 0,0 0-2 15,0 0 2-15,8 2-6 0,-8-2 0 16,0 0 2-16,0 0 1 0,0 0-5 0,10 0 4 16,-10 0-8-16,0 0-11 0,0 0-19 0,0 0-19 0,0 0-24 15,10 0-22-15,-10 0-32 0,0 0-144 0,7-4-292 16,-7 4 129-16</inkml:trace>
  <inkml:trace contextRef="#ctx0" brushRef="#br0" timeOffset="-44289.64">21227 11314 52 0,'0'0'52'0,"0"0"-9"15,0 0-2-15,-9 0-8 0,9 0-5 0,0 0 3 16,0 0-2-16,-9 1-3 0,9-1 1 0,0 0-20 15,0 0 15-15,0 0 2 0,0 0 8 0,0 0 2 16,0 0 4-16,0 0 1 0,0 0 8 0,0 0-9 16,0 0 5-16,27 7-6 0,-13-6-1 0,5-1 1 15,0 0-2-15,9 0-5 0,-1 0-5 0,3-2 5 16,-2 1-14-16,0 0 13 0,0-3-6 0,0 3 6 16,-6-2-3-16,6 0-5 0,-6 2 4 0,0-1-3 15,-2 1 4-15,1 0 2 0,-1-1-3 0,-4-1 0 16,2 3 2-16,-5-1-4 0,-2 0 1 0,0-1-12 15,-1 2 3-15,-1 0 2 0,-9 0 2 0,13 0-4 16,-13 0-4-16,14-2 0 0,-14 2-1 0,11 2 0 16,-11-2 6-16,10-2-8 0,-10 2 1 0,11-1-3 0,-11 1 2 15,14 0 1-15,-8-1-4 0,-6 1-2 0,15 1 0 16,-8-1 0-16,-7 0-3 0,14-1 10 16,-5 1-4-16,-9 0-7 0,16 0 6 0,-9 1-5 0,-7-1 5 15,14 0 3-15,-8 1-9 0,-6-1 7 0,0 0-4 16,14-1 3-16,-14 1-3 0,9 1-1 0,-9-1-8 15,0 0 5-15,8 2 2 0,-8-2-5 0,0 0-3 16,0 0-1-16,9 0-2 0,-9 0 1 0,0 0-11 16,0 0 9-16,0 0-2 0,0 0 5 0,0 0-5 15,0 0-4-15,0 0 0 0,0 0-2 0,0 0-9 16,0 0 4-16,0 0-8 0,0 0-9 0,0 0 4 16,0 0-6-16,0 0-3 0,0 0-4 0,0 0 2 15,0 0 0-15,0 0 10 0,0 0 1 0,-18 9 5 16,18-9 4-16,0 0 2 0,0 0 4 15,0 0 0-15,0 0 10 0,0 0 3 0,0 0 0 16,0 0 5-16,0 0 1 0,0 0 3 0,0 0 5 0,-11 0-6 16,11 0 1-16,0 0 4 0,0 0 3 0,0 0 5 15,0 0 1-15,0 0 3 0,0 0-2 0,0 0 6 16,0 0 1-16,-11-6-3 0,11 6 6 0,0 0 4 16,0 0-1-16,0 0 2 0,0 0 2 0,0 0 1 15,0 0 4-15,0 0-2 0,0 0-8 0,0 0-2 16,0 0 5-16,0 0-5 0,0 0-9 0,0 0 5 15,0 0-7-15,0 0 5 0,0 0-3 0,0 0 5 0,0 0 1 16,-5 7-6-16,5-7-3 0,0 0 3 16,-1 11 2-16,-1-5 3 0,2-6 5 0,-2 16-2 15,1-9 9-15,-1 3-2 0,0-1 1 0,2 3-5 16,-1 0 3-16,-1-2 2 0,0 7-9 0,1 2-1 0,-2-2 1 16,3 0-6-16,-3 3 1 0,3-2-2 15,-2-1-13-15,-2 1-20 0,3 0-4 0,-2-1-29 16,1-2-10-16,-1 0-20 0,-2-1-19 0,1-3-20 15,-2 4-77-15,1-4-215 0,1 0 95 0</inkml:trace>
  <inkml:trace contextRef="#ctx0" brushRef="#br0" timeOffset="-43620.49">21711 12232 4 0,'0'0'142'0,"0"-12"-10"0,0 12-10 16,0 0-12-16,0 0-20 0,-2-6-7 0,2 6 4 16,0 0-21-16,0 0 2 0,0 0 13 0,0 0-5 15,9 23 2-15,-8-11-12 0,0-3-8 0,-1 2-7 16,3 0 1-16,-2 0-2 0,3-2-2 0,-3 2 5 15,0-1-11-15,1-1 0 0,0 0-10 0,-1-2 6 16,-1-7-7-16,3 11-2 0,0-6-6 0,-3-5 5 16,2 7 0-16,-2-7-3 0,1 8 15 0,-1-8 0 15,0 0 8-15,3 6 7 0,-3-6 10 0,0 0-5 16,0 0-4-16,0 0-6 0,0 0 2 0,0 0-5 16,0 0-7-16,13-14 2 0,-11 9-9 0,1-2-5 15,-3 7 2-15,5-14-5 0,0 4-4 0,0-1 0 16,0 2-4-16,0-3-4 0,2 2-4 0,-3-1-9 15,2 2-3-15,-2 0-14 0,0 1-9 0,-2 1-10 0,-2 7-24 16,7-10-20-16,-6 6-26 0,-1 4-26 16,6-5-11-16,-6 5-4 0,0 0-7 0,8-1-14 15,-8 1-92-15,0 0-281 0,0 0 125 0</inkml:trace>
  <inkml:trace contextRef="#ctx0" brushRef="#br0" timeOffset="-43378.93">21831 12415 62 0,'0'0'118'0,"0"0"-2"16,0 0-1-16,3 11-11 0,-3-11 3 0,0 0-6 15,9-2-3-15,-9 2-7 0,0 0-4 16,16-2-7-16,-16 2-2 0,13-7-7 0,-6 4 1 0,0-1-3 16,-7 4-5-16,12-7-4 0,-7 2-1 0,-1-1-1 15,0 1-9-15,1-3-5 0,-4 2-4 0,1 0-1 16,1-1-6-16,-2-1-6 0,-1 8 3 0,2-9-9 15,-2 9-11-15,0 0-10 0,-3-11-15 0,3 11-17 16,0 0-14-16,-11 0-16 0,11 0-31 0,0 0-19 16,-20 11-28-16,11-3-95 0,-2-2-252 0,-2 5 112 15</inkml:trace>
  <inkml:trace contextRef="#ctx0" brushRef="#br0" timeOffset="-42849.92">21715 13036 119 0,'0'0'150'0,"0"-10"-9"0,0 10-12 16,0 0-15-16,0 0-10 0,0 0-14 0,0 0-14 15,0 0 2-15,0 0-6 0,0 0-1 0,0 0 0 16,0 0-2-16,4 28-8 0,0-14-1 0,-5 3-2 16,2 1-1-16,-2 0-6 0,1 8-3 0,-3 0 2 15,0 1 0-15,1 1 12 0,-1-1-10 0,1 1-3 16,2 0-3-16,-4 1-3 0,2-2-5 0,1-2-5 15,-3 1-3-15,2-7-2 0,1 1-3 0,-1-2 0 0,1 0-5 16,0 0-3-16,2-2-2 0,-1-2-2 16,-1 2-5-16,1-4-15 0,1-2-15 0,-1 1-21 15,0-3-20-15,0-8-24 0,-1 14-10 0,0-7-25 16,-1 0-26-16,2-7-125 0,-4 13-295 0,4-13 131 16</inkml:trace>
  <inkml:trace contextRef="#ctx0" brushRef="#br0" timeOffset="-42473.32">21335 13698 53 0,'0'0'88'0,"0"0"-1"0,0 0-1 15,0 0 0-15,0 0-9 0,0 0-4 0,0 0-8 16,48 0-6-16,-28 0-7 0,8-4 2 0,0 1-4 16,2-1-8-16,0 2-6 0,-1-1-8 0,0 0-7 15,-1 3-10-15,-7-3-14 0,2 2-15 0,-3-1-20 16,-2 1-15-16,1-2-12 0,-2 2-68 0,-3 1-142 16,-4-2 63-16</inkml:trace>
  <inkml:trace contextRef="#ctx0" brushRef="#br0" timeOffset="-38711.36">17902 12017 53 0,'0'0'119'15,"-6"-6"2"-15,6 6-19 0,-3-6 16 0,3 6-22 16,0 0-13-16,0 0-9 0,-3-7-8 0,3 7-6 16,0 0-8-16,10-4-1 0,-10 4-4 0,13-4-8 15,-7 2-23-15,5 2-11 0,0-1-22 0,1 0-15 16,-2 2-12-16,3 0-16 0,-3-1-19 0,1 3-66 16,-1-2-158-16,-3 1 70 0</inkml:trace>
  <inkml:trace contextRef="#ctx0" brushRef="#br0" timeOffset="-38552.22">17996 11958 62 0,'0'0'81'0,"0"0"-17"0,-6 15 6 0,6-7-7 0,0 2-8 15,0 3 0-15,1 2-14 0,0 5-20 16,1 3-23-16,-1 4-24 0,-1-1-55 0,0 3-88 0,2 2 39 15</inkml:trace>
  <inkml:trace contextRef="#ctx0" brushRef="#br0" timeOffset="-38312.04">18031 13354 116 0,'0'0'145'0,"0"0"-9"0,0 0-17 0,7 3-13 16,-7-3-21-16,0 0-16 0,12-2-25 0,-12 2-28 15,15-2-33-15,-7 0-38 0,2 2-73 0,-2-1-137 16,3-1 60-16</inkml:trace>
  <inkml:trace contextRef="#ctx0" brushRef="#br0" timeOffset="-32472.23">24621 13153 14 0,'0'0'60'0,"0"0"0"16,0 0-5-16,0 0-2 0,0 0-14 0,0 0-6 16,0 0-5-16,0 0 4 0,-13 0 0 0,13 0-10 15,0 0 0-15,0 0-13 0,0 0-8 0,0 0-8 16,-3 5-13-16,3-5-14 0,0 0-33 0,0 0-72 16,-2 8 32-16</inkml:trace>
  <inkml:trace contextRef="#ctx0" brushRef="#br0" timeOffset="-31937.31">30620 13694 78 0,'0'0'102'0,"0"0"-13"0,0 0-20 0,0 0-19 16,0 0-10-16,0 0-6 0,0 0-27 0,5-4-20 15,-5 4-18-15,0 0-41 0,0 0-76 0,0 0 35 16</inkml:trace>
  <inkml:trace contextRef="#ctx0" brushRef="#br0" timeOffset="-22188.88">32115 13340 19 0,'0'0'45'0,"0"0"-3"0,0 0-10 0,0 0-6 15,0 0-16-15,0 0-14 0,0 0-25 0,0 0-30 16,0 0 13-16</inkml:trace>
  <inkml:trace contextRef="#ctx0" brushRef="#br0" timeOffset="-7296.92">32391 13369 14 0,'0'0'56'0,"0"0"-8"0,0 0-8 16,0 0-1-16,0 0-8 0,0 0 1 0,0 0-9 16,0 0 3-16,0 0-3 0,0 0-1 15,0 0 1-15,0 0-9 0,0 0 1 0,0 0-7 0,0 0-11 16,0 0-9-16,-24 7-10 0,24-7-42 0,-12 5-67 15,4-4 30-15</inkml:trace>
  <inkml:trace contextRef="#ctx0" brushRef="#br0" timeOffset="4820.56">24886 13065 31 0,'0'0'64'0,"0"0"-5"16,0 0-1-16,0 0-5 0,0 0-3 0,0 0 0 16,0 0-6-16,0 0-2 0,0 0-4 0,0 0-13 15,0 0 7-15,0 0-1 0,0 0-11 0,0 0 3 16,0 0-2-16,0 0 2 0,0 0-10 0,0 0 1 16,0 0 6-16,0 0-8 0,0 0-1 0,0 0-2 15,0 0-19-15,0 0-5 0,1 7-11 0,-1-7-10 16,0 0-14-16,0 0-51 0,0 0-110 0,0 0 48 0</inkml:trace>
  <inkml:trace contextRef="#ctx0" brushRef="#br0" timeOffset="5639.98">26841 11556 33 0,'0'0'65'16,"0"0"-3"-16,0 0-5 0,0 0-9 0,0 0 1 16,0 0-6-16,0 0-4 0,0 0-8 0,0 0 7 15,0 0-5-15,0 0-8 0,0 0 3 0,0 0-1 16,0 0-7-16,0 0 2 0,0 0-3 0,0 0-1 16,0 0-2-16,0 0-6 0,0 0 3 0,0 0-2 15,0 0 4-15,0 0-3 0,0 0 2 0,0 0-1 16,0 0 2-16,0 0 2 0,0 0-5 0,0 0-1 0,0 0 4 15,0 0-4-15,0 0 5 0,-12 6-7 16,12-6-3-16,0 0 1 0,-8 2 5 0,8-2-1 0,0 0-11 16,0 0 3-16,-7 1-7 0,7-1-9 15,0 0-10-15,-8 7-16 0,8-7-20 0,-6 6-69 16,2 0-139-16,-1-1 61 0</inkml:trace>
  <inkml:trace contextRef="#ctx0" brushRef="#br0" timeOffset="6964.29">26804 11253 1 0,'-10'-2'44'0,"10"2"-4"0,0 0 6 0,0 0-7 16,0 0-2-16,0 0-8 0,0 0 1 0,0 0-1 16,0 0-9-16,0 0-6 0,-9 2 0 15,9-2 3-15,0 0-4 0,0 0 0 0,0 0-4 0,0 0 2 16,0 0-10-16,0 0 1 0,-8 3-9 0,8-3-10 15,0 0-9-15,-4 9-35 0,4-9-64 0,-9 6 29 16</inkml:trace>
  <inkml:trace contextRef="#ctx0" brushRef="#br0" timeOffset="7564.85">24570 12945 37 0,'0'0'55'0,"0"0"-13"16,0 0-2-16,0 0 2 0,0 0-9 0,0 0-7 15,0 0-3-15,0 0-20 0,0 0-17 0,0 0-35 16,0 0-51-16,0 0 23 0</inkml:trace>
  <inkml:trace contextRef="#ctx0" brushRef="#br0" timeOffset="9067.08">26522 11558 33 0,'0'0'43'0,"0"0"1"0,0 0-14 16,0 0-4-16,0 0 2 0,0 0 0 16,0 0-4-16,0 0-2 0,0 0-5 0,-3 4 0 15,3-4-12-15,0 0-7 0,0 0-9 0,0 0-12 0,-6 6-25 16,6-6-50-16,-5 5 23 0</inkml:trace>
  <inkml:trace contextRef="#ctx0" brushRef="#br0" timeOffset="10050.56">26360 11819 22 0,'0'0'19'0,"-6"5"-4"0,6-5-16 0,-5 5-9 15,0-2-9-15,5-3 4 0</inkml:trace>
  <inkml:trace contextRef="#ctx0" brushRef="#br0" timeOffset="10429.09">24251 13105 4 0,'0'0'38'0,"0"0"-13"0,0 0-9 0,0 0-10 0,0 0-11 15,0 0-9-15,0 0-16 0,0 0 8 0</inkml:trace>
  <inkml:trace contextRef="#ctx0" brushRef="#br0" timeOffset="12174.98">26090 16248 19 0,'0'0'62'15,"0"0"-7"-15,0 0-8 0,0 0-4 0,0 0-2 16,0 0-4-16,0 0-4 0,0 0-3 0,0 0 0 0,0 0-7 16,0 0 3-16,0 0-2 0,0 0-10 15,0 0 3-15,0 0-6 0,0 0 6 0,-13 6 1 16,13-6-9-16,-4 4-2 0,4-4-5 0,-8 4-2 16,8-4-15-16,0 0-12 0,-6 6-14 0,6-6-40 15,-9 5-87-15,9-5 39 0</inkml:trace>
  <inkml:trace contextRef="#ctx0" brushRef="#br0" timeOffset="53281.78">24326 13050 33 0,'0'0'60'0,"0"0"-4"0,0 0-2 16,0 0-18-16,0 0 1 0,0 0-2 0,0 0-6 15,0 0 4-15,0 0-19 0,0 0-4 0,0 0-13 16,0 0-6-16,0 0-16 0,0 0-8 0,0 0-22 16,0 0-59-16,0 0 26 0</inkml:trace>
  <inkml:trace contextRef="#ctx0" brushRef="#br0" timeOffset="54379.56">26834 11575 36 0,'0'0'42'0,"0"0"-3"0,0 0-2 0,0 0-7 15,0 0 8-15,0 0-15 0,0 0 1 16,0 0 1-16,0 0-1 0,0 0-1 0,0 0-4 16,0 0-2-16,0 0 2 0,0 0 2 0,0 0-1 15,0 0-6-15,0 0 4 0,0 0-6 0,0 0-2 16,0 0 9-16,0 0-4 0,0 0-3 0,0 0 6 15,0 0-2-15,0 0 1 0,0 0-2 0,0 0-2 0,0 0-2 16,0 0-6-16,0 0 2 0,0 0 4 0,0 0-5 16,0 0 4-16,0 0 0 0,0 0 2 0,0 0-3 15,0 0-4-15,0 0 2 0,0 0-1 0,0 0-1 16,0 0 1-16,0 0-2 0,0 0 3 16,0 0-4-16,0 0 3 0,0 0-4 0,0 0 1 0,0 0 0 15,0 0-5-15,0 0 1 0,0 0-2 0,0 0 9 16,0 0-6-16,0 0-1 0,0 0 4 0,0 0 1 15,0 0-1-15,0 0-7 0,0 0 4 0,0 0 2 16,0 0 0-16,0 0 1 0,0 0-1 0,0 0-2 16,0 0-3-16,0 0 0 0,0 0-1 0,0 0 6 15,0 0 2-15,0 0-9 0,0 0 3 0,0 0-1 16,0 0 1-16,0 0 5 0,0 0 1 0,0 0-6 16,0 0 3-16,0 0-4 0,0 0 2 0,0 0-2 15,0 0 3-15,0 0 0 0,0 0 7 0,0 0-12 16,0 0 5-16,0 0-2 0,0 0 6 0,0 0-8 15,0 0 5-15,0 0 1 0,0 0-10 0,0 0 1 0,0 0-7 16,0 0-8-16,0 0-16 0,0 0-3 0,0 0-4 16,0 0-13-16,0 0-30 0,-11 0-93 15,11 0 42-15</inkml:trace>
  <inkml:trace contextRef="#ctx0" brushRef="#br0" timeOffset="55372.55">24375 13368 45 0,'2'-6'34'0,"-2"6"10"0,0 0-4 0,0 0-6 16,0 0 0-16,0 0-3 0,0 0-2 0,0 0-4 15,0 0-5-15,0 0-2 0,0 0 2 0,0 0-6 16,0 0-3-16,0 0-1 0,0 0 8 0,0 0-1 15,0 0-9-15,0 0-3 0,0 0-5 0,0 0 2 0,0 0-9 16,0 0-3-16,0 0-7 0,0 0-4 16,0 0-8-16,0 0-2 0,0 0-27 0,0 0-62 15,-20 0 28-15</inkml:trace>
  <inkml:trace contextRef="#ctx0" brushRef="#br0" timeOffset="58690.48">8626 11167 53 0,'0'0'50'0,"0"0"-13"0,0 0 3 0,0 0 1 15,0 0-9-15,0 0-4 0,0 0-6 0,0 0 4 16,0 0-9-16,0 0 5 0,0 0-10 0,0 0 7 16,0 0 4-16,0 0-11 0,0 0 6 15,0 0-4-15,0 0 4 0,0 0-4 0,0 0-3 16,0 0 0-16,0 0 1 0,0 0-1 0,0 0 2 0,0 0-3 16,0 0 1-16,0 0-6 0,0 0 7 15,0 0 5-15,0 0-6 0,0 0 0 0,0 0-3 16,0 0 2-16,0 0-2 0,0 0 0 0,0 0-2 15,0 0 2-15,0 0-2 0,0 0-4 0,0 0 5 0,0 0-4 16,0 0 0-16,0 0 2 0,0 0-1 0,0 0-1 16,0 0-5-16,0 0 5 0,0 0-1 0,0 0 2 15,0 0 2-15,0 0-5 0,0 0-4 16,0 0 3-16,0 0-2 0,0 0 2 0,0 0-3 0,-3-8-2 16,3 8 10-16,0 0-7 0,0 0-6 0,0 0 8 15,0 0 5-15,0 0-4 0,0 0-5 0,0 0 5 16,0 0-1-16,0 0-3 0,0 0 6 0,0 0 4 15,0 0-7-15,0 0 3 0,0 0-6 0,0 0 4 16,0 0 2-16,0 0-1 0,0 0 1 0,0 0-1 16,0 0-5-16,0 0 0 0,0 0 4 0,0 0-3 15,0 0 6-15,0 0-5 0,0 0 1 0,0 0-1 16,0 0 1-16,0 0 6 0,0 0-6 0,0 0 0 16,0 0-4-16,0 0-5 0,0 0-6 0,0 0-15 15,0 0-9-15,0 0-1 0,0 0-6 0,0 0-46 16,0 0-99-16,0 0 44 0</inkml:trace>
  <inkml:trace contextRef="#ctx0" brushRef="#br0" timeOffset="60934.4">13065 11430 59 0,'0'0'73'0,"0"0"-11"16,0 0-5-16,0 0-9 0,0 0 4 0,0 0 0 15,0 0-3-15,0 0-11 0,0 0-2 0,0 0-2 16,0 0 4-16,0 0 3 0,0 0-3 0,0 0-6 16,0 0 6-16,0 0-6 0,0 0-6 0,0 0 0 15,0 0-2-15,0 0-2 0,0 0-1 0,0 0-15 16,0 0 17-16,0 0-11 0,0 0-1 0,0 0 13 15,0 0-17-15,0 0 3 0,0 0 3 0,0 0-7 16,0 0 1-16,0 0 2 0,0 0-5 0,0 0 2 16,0 0 2-16,0 0-13 0,0 0 12 0,0 0-5 15,0 0 2-15,0 0-2 0,0 0 2 0,0 0-7 16,0 0 4-16,0 0-9 0,0 0 13 0,0 0-4 16,0 0 0-16,0 0-3 0,0 0 9 0,0 0-5 15,0 0-14-15,0 0 12 0,0 0 5 0,0 0-5 16,0 0-2-16,0 0 7 0,0 0-3 0,0 0-6 15,0 0-2-15,0 0 4 0,0 0 10 0,0 0-19 0,0 0 19 16,0 0-6-16,0 0 4 0,0 0 8 0,0 0-10 16,0 0-2-16,0 0-8 0,0 0 3 15,0 0 9-15,0 0-6 0,0 0-2 0,0 0 1 16,0 0-5-16,0 0-12 0,0 0 3 0,0 0-7 0,0 0-14 16,0 0-8-16,0 0-7 0,0 0-6 0,0 0-7 15,0 0-12-15,-13 7-39 0,13-7-124 16,-8 2 56-16</inkml:trace>
  <inkml:trace contextRef="#ctx0" brushRef="#br0" timeOffset="62921.38">8433 11394 18 0,'0'0'32'0,"0"0"-2"15,-13 0-1-15,13 0 2 0,0 0-8 0,0 0-1 16,-10 0 2-16,10 0 2 0,0 0-3 0,0 0 5 15,0 0-2-15,-12-2 0 0,12 2 2 0,0 0 0 16,-8-1-14-16,8 1 6 0,0 0-4 0,-11 1-4 16,11-1-9-16,0 0 14 0,-10-1 2 0,10 1-2 15,0 0-1-15,-9-3-5 0,9 3-1 0,0 0-1 16,-7-2 4-16,7 2-1 0,0 0-4 0,-8-3 2 16,8 3 0-16,0 0-7 0,0 0-1 0,0 0 4 15,0 0-1-15,-12 2-2 0,12-2 0 0,0 0-11 16,0 0 17-16,0 0-7 0,0 0-4 0,0 0 1 15,0 0 7-15,0 0 1 0,0 0-8 0,0 0 3 16,0 0-2-16,0 0-6 0,0 0 11 0,20 14-1 0,-10-12-4 16,1 0 7-16,2-1-6 0,1 0-2 0,4 1 1 15,1 0 4-15,2-2-1 0,4 1 3 0,-2 0-1 16,4-3 1-16,-5 2-6 0,7 0 1 0,-8 2 3 16,8-2-1-16,-1 0-3 0,-6 2 9 15,5 1-6-15,-6-1-3 0,6 2 5 0,0 0-8 16,0-2 5-16,-5 0 3 0,1 1 0 0,2 0-3 0,-3 1 4 15,6-1-12-15,0-3 8 0,-1 0-2 0,2 3 2 16,-1 0-3-16,1-2 5 0,1 0 0 0,1 2 1 16,1-3-4-16,0 1-1 0,1-1 1 0,0 2 3 15,3-2 3-15,-1 0-5 0,2-2 2 0,2 2-7 16,-3 2 5-16,2-4-4 0,-2 2 6 0,0 0-4 16,1 2 4-16,-3-2-1 0,0 2 0 0,-2-2-6 15,0 3 11-15,-2-3-13 0,2 2 13 0,-2 1-11 16,-1-1 9-16,-1 0 2 0,1 2-7 0,0-4-1 15,-2 1 2-15,2 0-2 0,0 0 0 0,1 2 3 16,0 1-3-16,0-3-7 0,-2-1 5 0,1 2 0 16,-1-1 12-16,-6 0-11 0,6 0 1 0,-1 3 0 15,0-1-3-15,-5 2 9 0,-1-4-11 0,9 2 4 16,-10-3 7-16,3 3-7 0,4-3 0 0,-5 2 3 16,1-2-4-16,-3 2 5 0,2-1-2 0,-2-3-2 15,2 4 2-15,0 1 4 0,-2-2-1 0,1 1-3 0,0-1 1 16,0 1 6-16,-2-2-8 0,3 0 5 15,-1 2 1-15,8-2-1 0,-9 0 2 0,2 0-7 16,6 0 5-16,0 0-3 0,-7 0-2 0,0-2 8 16,7 1-10-16,-1 2 3 0,-5-1 4 0,6-1-4 0,-7 1 3 15,8 0-5-15,-2-1 6 0,1 1-2 16,0 1-4-16,0-1 3 0,0 3 2 0,-7-3-2 16,8 0 1-16,2 1 6 0,-6-2-3 0,6 4 2 15,-4-2-10-15,0 1 4 0,1-2 0 0,-2 1 1 0,-5-2-6 16,1 0 1-16,7 1 0 0,-2 0 4 0,-4-1 1 15,3 0-2-15,2 3 3 0,-6-2-7 0,-1-1 5 16,8-2 5-16,-2 5-1 0,2-4-6 0,-9 2 1 16,3-1 3-16,4 1 2 0,-6 0 2 0,8 0-1 15,-8 1-3-15,8-2 2 0,-1 1-3 0,-8 0 4 16,9 0-3-16,-9 0 2 0,1 0 2 0,7 1-11 16,-5 2 4-16,3-1-7 0,3-1 8 0,-6-1 1 15,-2 0 4-15,8 0-3 0,-7 3-2 0,-2-3-1 16,3 0-3-16,0 0 10 0,-3 0-13 0,2 1 10 15,-1 1-13-15,0-2 19 0,0 2-8 0,1-3-2 16,-2 4 3-16,1-3 1 0,-1 0-2 0,-2 0 1 16,3-2-5-16,-1 4 5 0,-3-2-3 0,2-2 3 15,-2 2-1-15,-1 0 3 0,-3 0-4 0,1 0 10 16,-3 2-4-16,0-2 4 0,-3 2-1 0,3-1-1 16,-11-1-10-16,13 0 11 0,-6 0 0 0,-7 0-3 15,9 0-2-15,-9 0 10 0,8 0 1 0,-8 0 13 16,0 0 4-16,0 0 3 0,12 0 9 0,-12 0-4 15,0 0 8-15,0 0 5 0,0 0-8 0,0 0 8 0,7-3-12 16,-7 3-4-16,0 0 0 0,0 0-5 0,0 0-3 16,0 0-3-16,0 0-4 0,0 0 1 15,0 0-6-15,0 0-5 0,0 0-3 0,0 0-4 16,0 0-26-16,0 0-31 0,0 0-20 0,0 0-15 0,0 0-7 16,0 0-18-16,0 0-29 0,-5 15-79 15,5-15-237-15,0 15 105 0</inkml:trace>
  <inkml:trace contextRef="#ctx0" brushRef="#br0" timeOffset="156345.31">15577 14286 58 0,'0'0'89'16,"-5"-7"-10"-16,5 7-6 0,-5-4-5 0,5 4-14 0,0 0-3 15,0 0-3-15,0 0-3 0,-11 11 2 0,9-1-8 16,-1 1 15-16,2 2-22 0,-2 3-4 0,2 8 6 16,1 0 2-16,0 5-4 0,1 2 4 15,2 4 12-15,2 1-6 0,1 10-1 0,2 4 7 16,1 0-8-16,0 3 3 0,0 3-5 0,2 1 0 0,2 25-2 16,-7-29-2-16,1 1-8 0,-1 2-7 15,-3 0 6-15,1 25-1 0,-3-23 0 0,0 23-6 0,-1-25-4 16,-1 23 6-16,0-19-6 0,-3 22 24 15,1-26 3-15,1 3 3 0,2 22-9 0,-1-25 0 16,7 26-4-16,-1-1 4 0,-2-22-4 0,3 25-4 16,2 0 1-16,-2-24-24 0,6 24-2 0,-2-25-1 0,4 22-8 15,-4-23 8-15,4 23-2 0,-2-24 1 0,-2 2 1 16,0 22-3-16,-2-23 3 0,-6 2-2 16,-3 0 4-16,-3-4-7 0,-1 26 44 0,-5-28-13 15,1-2-6-15,3 2-10 0,-6-2-20 0,-2 1 4 16,5-2-5-16,-4-1-20 0,2-2-3 0,2-2-22 15,1-11-26-15,1-2-23 0,-2 1-42 0,3-5-98 16,-1 2-265-16,-2-8 117 0</inkml:trace>
  <inkml:trace contextRef="#ctx0" brushRef="#br0" timeOffset="157635.34">16253 14735 95 0,'0'0'110'0,"-4"-9"-14"0,4 9 0 16,0 0-3-16,-4-6-3 0,4 6 0 0,0 0-8 16,0 0-4-16,0 0-16 0,-2-8 2 0,2 8-9 15,0 0-7-15,0 0-7 0,0 0-2 0,0 0 5 16,0 0-12-16,0 0-4 0,0 0-8 0,0 0-17 15,0 0 16-15,0 0-5 0,8 25 0 0,-5-14 2 16,1-1-3-16,-1 5 2 0,-1 2 3 0,2-2-5 16,0 2-5-16,0 1 1 0,2-1 0 0,-4 2-3 15,2-1-2-15,0 1 4 0,-1-1-2 0,1 1-3 16,-2-3-1-16,2 3 3 0,0-3-1 0,-2 0-1 16,2-1 3-16,-3-2-6 0,2-2 3 0,0 2-2 15,0-3 1-15,0-1-3 0,0 1 7 0,-1-3-3 16,1-1 3-16,-2 0-5 0,-1-6-5 0,5 9 11 15,-5-9 0-15,3 5-2 0,-3-5 15 0,3 3 6 16,-3-3-11-16,0 0 6 0,0 0-12 0,0 0 9 16,12-16 3-16,-8 10-12 0,0-3 9 0,1-1-6 15,-2-1 4-15,1-5-1 0,0 0-12 0,3 0 7 16,-5-3-3-16,5 1 5 0,-2 0-3 0,1-8-6 16,-1 8 9-16,2 0 1 0,-4-1-6 0,1 3 5 15,3 0-1-15,-4-1 2 0,1 5-9 0,1 0 6 16,1-2-3-16,-4 2 0 0,2 3 0 0,0 2-2 15,-3 1 1-15,-1 6-8 0,4-10-4 0,-4 10-11 16,2-5-8-16,-2 5-4 0,0 0-3 0,0 0-16 16,0 0-11-16,0 0-21 0,0 0-5 0,11 13-17 15,-7-7-13-15,-2-1-95 0,-1 5-226 0,3 1 100 16</inkml:trace>
  <inkml:trace contextRef="#ctx0" brushRef="#br0" timeOffset="157975.49">16551 15162 67 0,'-3'5'104'0,"3"-5"-11"0,-2 8-13 0,2-8-3 0,0 0-8 16,-3 10-7-16,3-10-3 0,1 8-4 0,-1-8 6 15,0 0 3-15,8 6 3 0,-8-6 7 16,11 1-1-16,-11-1-5 0,13-1 3 0,-3 0-10 16,1-3-8-16,-1-1 6 0,1-1 0 0,0 0-6 15,-1 0-5-15,-1-2-2 0,-2 2 2 0,-1-1-3 16,0-3-6-16,-1 1 1 0,1 0-3 0,-4-1-9 0,-1 1 2 16,-1-3-9-16,-3 3-2 0,-2-1-7 0,0 0-4 15,0 2 9-15,-1 1-4 0,1 3-13 16,-3-2-11-16,0 4 2 0,-2 1-16 0,0 1-11 15,-2 2-7-15,3 0-20 0,0 3-23 0,-1-1-21 16,3 2-19-16,-1 1-103 0,-1 0-249 0,4 2 110 0</inkml:trace>
  <inkml:trace contextRef="#ctx0" brushRef="#br0" timeOffset="158625.25">16753 15062 24 0,'0'0'119'0,"3"-5"-6"0,-3 5-18 16,0 0-1-16,0 0-22 0,0 0-4 15,0 0 10-15,0 0 6 0,0 0-6 0,0 0-3 16,6 15-9-16,-6-15-2 0,1 13-12 0,-1-8 2 16,1 3-13-16,2 2 1 0,0-2-6 0,1-2-1 15,0 1 0-15,0-2-7 0,1 1 1 0,0-1 5 16,2 0-7-16,0-3 2 0,2 2-6 0,0-3 5 0,1 0 0 15,-2-1 0-15,1 0 3 0,2-1-3 16,1-2 6-16,0 1-1 0,-5-2 4 0,2-3-3 16,-1 0 2-16,-2 3-8 0,-1-4-2 0,3-1 0 15,-3 0-2-15,-2 0-6 0,-1 3 0 0,-1-4-1 16,1 0 2-16,-1-1-2 0,-1 3-1 0,-3-2-3 16,3 10 0-16,0-13-2 0,0 13 5 0,-2-9-6 15,2 9 0-15,-1-7-2 0,1 7-7 0,0 0 4 16,0 0-5-16,0 0 3 0,0 0 0 0,0 0 0 15,0 0 6-15,0 0-9 0,0 0-2 0,-2 29 2 16,2-21-2-16,2 3-2 0,-2-3 9 0,2 1-3 16,1 0 1-16,1 0-4 0,-2-1 2 0,1-3-1 15,2 0 4-15,-1 0 0 0,1 0-1 0,0-1 0 16,1-2-3-16,1 0 6 0,-7-2-3 0,15 0 2 16,-5-1-2-16,0-1 4 0,-1-3 1 0,-1 1 2 15,-2-1-3-15,5-1 1 0,-6-4 2 0,2 2-3 0,-1-1 4 16,0-2 0-16,-1 0-1 0,-1 0 0 15,-2-1 1-15,1-1-3 0,-2-2 1 0,-1 1-3 16,0 3 2-16,-1-2-5 0,1 1 3 0,-1-1-3 16,1 1 1-16,-2 2 2 0,0 4 2 0,0-2 0 15,2 8 2-15,-2-10-7 0,2 10-1 0,-3-7-2 16,3 7 0-16,0 0 1 0,0 0 1 0,0 0 2 16,0 0-1-16,-5 31-3 0,4-17 0 0,0 3 1 15,-2-1 3-15,5 3 0 0,-4-2-3 0,2 1 1 16,0 0 0-16,0-2 0 0,0 2 2 0,0-3-3 15,0 2-1-15,-1-5 0 0,2 0 3 0,-1-2 0 16,2 3-17-16,-1-2-17 0,0 0-30 0,-1-2-27 0,1 1-25 16,1 0-24-16,-2-3-18 0,0-7-144 15,0 10-323-15,0-10 143 0</inkml:trace>
  <inkml:trace contextRef="#ctx0" brushRef="#br0" timeOffset="158809.75">17022 15070 15 0,'12'-1'76'16,"-5"-1"-16"-16,5 1-20 0,-1-1-14 0,1 0-13 0,1 0-12 15,1 1-13-15,4 1-25 0,-2-1-40 16,0 0 19-16</inkml:trace>
  <inkml:trace contextRef="#ctx0" brushRef="#br0" timeOffset="158959.44">17339 15053 92 0,'0'0'123'0,"0"0"1"0,0 0-9 0,0 0-6 16,0 0-8-16,0 0-15 0,0 0-8 0,7-3-7 15,-7 3-8-15,0 0-5 0,11 0-19 0,-11 0-17 16,10-2-33-16,-10 2-26 0,11 3-28 0,-11-3-29 15,8 3-52-15,-8-3-158 0,4 5 70 0</inkml:trace>
  <inkml:trace contextRef="#ctx0" brushRef="#br0" timeOffset="159112.34">17301 15193 112 0,'0'0'157'16,"0"0"1"-16,0 0-3 0,0 0-14 0,0 0-13 15,0 0-8-15,0 0-19 0,28 1-24 0,-11-5-25 16,-1 2-39-16,5-3-33 0,6-1-48 0,1 0-120 16,-2 0-204-16,4 0 91 0</inkml:trace>
  <inkml:trace contextRef="#ctx0" brushRef="#br0" timeOffset="160322.28">32323 13485 3 0,'0'0'71'0,"6"-4"-8"0,-6 4-5 0,0 0-8 0,0 0 0 15,6-5-4-15,-6 5-19 0,0 0-22 0,0 0-18 16,0 0-12-16,0 0-32 0,0 0-60 0,0 0 28 15</inkml:trace>
  <inkml:trace contextRef="#ctx0" brushRef="#br0" timeOffset="161029.79">27654 13330 84 0,'0'0'99'0,"0"0"-12"0,0 0-10 16,0 0-8-16,0 0-6 0,0 0-7 0,0 0-6 15,0 0-8-15,0 0-12 0,0 0-18 0,0 0-18 16,0 0-24-16,0 0-28 0,0 0-39 0,23 2-103 16,-23-2 46-16</inkml:trace>
  <inkml:trace contextRef="#ctx0" brushRef="#br0" timeOffset="162614.93">17887 14665 91 0,'-3'-6'97'0,"3"6"-11"0,-3-5 4 0,3 5-8 0,0 0-9 16,-8-9-5-16,8 9-9 0,0 0 1 0,-3-5-6 16,3 5-6-16,0 0 11 0,-4-4-14 15,4 4-3-15,0 0 4 0,0 0-3 0,0 0-3 16,0 0-2-16,0 0 7 0,-5-5-6 0,5 5 2 16,0 0-6-16,0 0-2 0,0 0 1 0,0 0-5 0,0 0-4 15,0 0-3-15,0 0 2 0,0 0-8 0,0 0-5 16,0 0 4-16,0 0-10 0,0 0 7 0,11-6 0 15,-11 6 9-15,18 0-5 0,-8-1-6 16,5 1-2-16,1-1 1 0,3 1-4 0,0-1 0 16,2-3-2-16,7 4 7 0,-5-1-8 0,-3-1 9 15,8 0-10-15,-8 2 3 0,-1-1 2 0,-1 0-16 16,-1 1 11-16,0-2 8 0,-4 1-6 0,-3 1 8 16,0-1-3-16,-1 1-2 0,-9 0-3 0,16-2 6 15,-11 1 1-15,-5 1 2 0,11 0 4 0,-11 0-1 16,0 0 2-16,9-2 3 0,-9 2-1 0,0 0-1 0,0 0-1 15,0 0-6-15,7 0 3 0,-7 0-2 16,0 0-5-16,0 0 1 0,0 0 0 0,0 0-1 16,0 0-3-16,0 0 3 0,0 0-3 0,0 0-4 15,0 0-2-15,0 0 2 0,0 0 5 0,-3 13-6 16,3-13-2-16,-13 15 5 0,4-6-2 0,3 2-7 0,-3-2 11 16,0 4-4-16,-2 2 2 0,-1 0 1 0,-5 5 7 15,5-3-1-15,-1-1-7 0,-3 5 0 0,5-5-1 16,-7 3-1-16,6-4 0 0,0 0 3 15,2-2 1-15,-2 0 0 0,2-3-5 0,2-1 2 16,2 0-1-16,-1-1 0 0,1 0 0 0,1-3 1 0,1 0 0 16,0 0-3-16,4-5 2 0,-5 6 0 0,5-6-1 15,-4 8 1-15,4-8-2 0,-6 4 9 0,6-4-5 16,0 0 8-16,0 0-5 0,-4 5 4 16,4-5-4-16,0 0-3 0,0 0 4 0,0 0-3 15,0 0 2-15,0 0 3 0,14 6-3 0,-14-6-3 0,17 0 2 16,-6-1 0-16,2 0-9 0,0 1-8 0,3 0-19 15,2 0-16-15,-1 0-12 0,3-2-22 0,-2 2-22 16,1-1-14-16,2 0-11 0,-3 1-12 0,1 0-72 16,-1-2-231-16,-2 0 102 0</inkml:trace>
  <inkml:trace contextRef="#ctx0" brushRef="#br0" timeOffset="163433.07">18395 14917 28 0,'-5'-5'87'16,"5"5"-9"-16,0 0-2 0,0 0 6 0,0 0-6 15,-7-4-7-15,7 4 1 0,0 0-14 0,0 0 0 0,0 0 0 16,-5-6 4-16,5 6-11 0,0 0 3 15,0 0 3-15,0 0-4 0,-6-3 4 0,6 3-11 16,0 0 4-16,0 0-3 0,0 0 1 0,0 0 4 16,0 0-5-16,0 0 0 0,0 0-5 0,0 0 5 15,0 0 3-15,0 0-3 0,0 0-7 0,0 0 3 0,-3-8-6 16,3 8-3-16,0 0-2 0,0 0-8 16,10-6 0-16,-10 6-6 0,7-6 0 0,-7 6-4 15,8-3 0-15,-8 3 2 0,10-4-4 0,-10 4-1 16,7-2-8-16,-7 2 6 0,9 0 1 0,-9 0 0 15,9 3-2-15,-9-3-2 0,10 6-2 0,-4-3-1 0,-3 1 2 16,1 1 1-16,2 2-4 0,-4-3-1 0,3 5 4 16,-2-3-3-16,-3 0-3 0,1 2 7 15,-1 1-3-15,0-9 0 0,-4 17 8 0,0-11-7 16,-1 3 0-16,-1-1-2 0,-2 1-2 0,0-3 11 16,0 1-10-16,1-1 4 0,-1-1-3 0,1 1 3 0,-1-2-3 15,2 2 3-15,1-3 3 0,-2-1-4 16,7-2 6-16,-10 4-5 0,10-4-3 0,-6 5 0 15,6-5 1-15,-6 2-2 0,6-2 3 0,0 0-4 16,0 0 9-16,0 0-4 0,0 0-3 0,0 0-2 16,-6 3 3-16,6-3-1 0,0 0 2 0,0 0-3 0,0 0 2 15,0 0 2-15,0 0-7 0,23 0 2 16,-15 2 0-16,-8-2-2 0,11 1 2 0,-3 2 7 16,-1-3-4-16,0 3 2 0,-1-1-3 0,1 1 5 15,0-1-5-15,0 0 4 0,-1 2-10 0,-1-1 5 16,2 0 0-16,-7-3 1 0,9 7 1 0,-4-4 2 0,-5-3 0 15,4 7-2-15,-4-7 1 0,2 8-6 0,-2-8 4 16,0 0 6-16,-6 11-5 0,2-7-6 0,4-4 4 16,-13 5 4-16,4 2-6 0,0-5 4 15,-2 0 1-15,-1 3 1 0,3-4 1 0,-3 2-4 16,0-3 5-16,-1 2 0 0,3 2-10 0,0-4-13 16,2 0-13-16,-3 0-12 0,11 0-21 0,-16 0-11 15,16 0-30-15,-15 0-39 0,15 0-109 0,-13-2-273 0,7 0 121 16</inkml:trace>
  <inkml:trace contextRef="#ctx0" brushRef="#br0" timeOffset="169065.78">18747 14869 78 0,'-1'-10'89'0,"1"10"13"0,0-8 14 0,0 8 2 16,-2-6 11-16,2 6-9 0,0 0-7 15,-3-10-13-15,3 10-7 0,-4-8-14 0,4 8-12 16,-5-5 9-16,5 5-7 0,-4-6-2 0,4 6-11 16,-3-5-6-16,3 5-6 0,-7-6-9 0,7 6-1 0,-8-1-1 15,8 1-1-15,-10-2-8 0,10 2 2 0,-9 0-2 16,9 0-2-16,-9-1-2 0,9 1-2 15,0 0-1-15,0 0-2 0,-11 0 1 0,11 0 1 16,0 0-2-16,0 0 5 0,0 0-8 0,0 0 1 16,0 0 3-16,0 0-1 0,0 0 0 0,31-5 1 0,-14 3 1 15,5 0-3-15,-1 1-3 0,7-4-1 16,-8 5 0-16,-1 0-9 0,2-3-5 0,-3 3-23 16,-2 0-4-16,-2 0-29 0,-1 0-17 0,0 0-22 15,0 0-15-15,-2 0-13 0,-1 2-8 0,-2-2-100 16,-2 1-256-16,-6-1 114 0</inkml:trace>
  <inkml:trace contextRef="#ctx0" brushRef="#br0" timeOffset="169301.71">18861 14698 45 0,'0'0'150'0,"-6"-6"6"16,6 6 1-16,-5-6-7 0,5 6-13 0,-4-6-10 15,4 6-17-15,0 0-13 0,-5-4-13 16,5 4-7-16,0 0 1 0,0 0-2 0,-3 16 0 16,2-6-7-16,1 2-6 0,-1-1-6 0,2 4-3 15,-2 2-4-15,2-1-6 0,-1 3-6 0,1 0-1 16,0-4 0-16,2 4-7 0,-3 0-16 0,0-1-26 0,1-2-31 16,-1 3-41-16,0-2-29 0,0-6-41 15,-1 5-115-15,0-5-289 0,2-1 129 0</inkml:trace>
  <inkml:trace contextRef="#ctx0" brushRef="#br0" timeOffset="169844.4">19197 14575 45 0,'0'0'157'0,"2"-7"-3"0,-2 7-7 16,0 0-9-16,0 0-14 0,0 0-11 0,0 0-10 15,2-7-9-15,-2 7-8 0,0 0-9 0,9-3-6 16,-9 3-5-16,7-5-12 0,-7 5 9 0,10-3-16 15,-10 3 1-15,9-5-5 0,-9 5-9 0,7-1 0 16,-7 1-1-16,7-1 0 0,-7 1-8 0,0 0 0 16,11-2 2-16,-11 2-5 0,0 0 0 0,13 0-1 15,-9 4-4-15,-4-4-6 0,8 5 1 0,-8-5-1 16,5 2 10-16,-5-2-2 0,6 5 0 0,-6-5-6 16,3 5 3-16,-3-5 1 0,1 13 7 0,-4-4-5 15,1 2 4-15,-5-2-3 0,2 8-2 0,-1-8-1 16,-1 6 5-16,-3 2-7 0,3-3-1 0,-2 0-1 15,1 0 2-15,0-1 0 0,1-4-1 0,0 2 1 16,0 2-1-16,-1-2 0 0,3 0 1 0,-3-4-3 16,2 4 0-16,1-3-3 0,-2-1 3 0,5-1-4 15,-3-1 3-15,5-5-3 0,-6 8 4 0,6-8-4 16,-3 6-2-16,3-6 4 0,-4 5-7 0,4-5 3 16,0 0 2-16,0 0 2 0,0 0-2 0,0 0-1 15,13 9-3-15,-6-9-1 0,5 0 3 0,1 0-13 16,-1 0-15-16,0-1-27 0,-1 1-28 0,3 2-26 15,-1-3-34-15,1 2-26 0,-2-2-18 0,-1 2-115 16,1-1-320-16,-12 0 142 0</inkml:trace>
  <inkml:trace contextRef="#ctx0" brushRef="#br0" timeOffset="170146.8">19458 14766 78 0,'0'0'141'0,"10"0"-1"16,-10 0-2-16,13 3-3 0,-8 0-8 0,2 1 1 16,-2-1-2-16,-1 3-8 0,2 1-5 0,-2 0-7 15,-3-2-10-15,0 3-5 0,-1-8-6 0,-1 15-6 16,-3-5-1-16,0-2-2 0,-3 1-6 0,-1 1-4 16,2-2-5-16,-6-1-5 0,3 2-3 0,0-2-1 15,-1-1-5-15,4 0 0 0,1-2 2 0,1 0-16 16,-3-1-4-16,7-3-2 0,-9 4-4 0,9-4-3 15,-3 4-3-15,3-4-2 0,0 0 2 0,-6 5-2 16,6-5 0-16,0 0-1 0,0 0-2 0,21 4-13 16,-10-3-18-16,3-3-26 0,4-1-25 0,3-1-32 15,-3 0-34-15,3 1-36 0,-2 0-29 0,-2 1-108 16,1-4-333-16,-3 0 149 0</inkml:trace>
  <inkml:trace contextRef="#ctx0" brushRef="#br0" timeOffset="170602.3">19735 14599 124 0,'-2'-10'180'16,"2"10"1"-16,-1-7-3 0,1 7-18 0,-2-9-15 15,2 9-16-15,0 0-13 0,0 0-12 0,0 0-9 16,0 0-7-16,0 0-9 0,0 0-3 0,9 29 0 15,-5-16 1-15,-1-1-10 0,-1 4-2 16,0 0-2-16,0 2-8 0,1-5-1 0,0 4-7 16,-1-6-3-16,-1 2-5 0,0-1-3 0,0-2-1 0,-1 1-4 15,2-2-5-15,-2-1 0 0,0-8 0 0,0 12 2 16,0-12-6-16,0 9 0 0,0-9 1 0,0 9-5 16,0-9 7-16,0 0 1 0,1 7-1 0,-1-7 8 15,0 0-2-15,0 0 0 0,0 0 6 0,0 0-4 16,0 0 3-16,0 0-13 0,0 0-1 15,0 0-2-15,0 0-1 0,0 0-5 0,10-26 0 0,-4 17 0 16,0-1-3-16,1 0-1 0,4-3-4 0,-1 2-1 16,1 2 1-16,0 1-5 0,-1 3 1 0,1-1-2 15,0 2 2-15,-2 1-2 0,-1 1-2 0,0 2 2 16,-8 0-3-16,18 5 2 0,-9-1 0 0,0 2-1 16,-4-2 0-16,4 3 0 0,-1-1 3 0,-3 3-2 15,-1-2-1-15,0 4 0 0,-2-3 3 0,1 2 0 16,0 1-4-16,-3-2-12 0,2 0-14 15,-4 3-18-15,2-3-27 0,-1-1-30 0,-3 0-49 0,4-8-31 16,-1 13-17-16,-1-7-159 0,-1-1-389 0,3-5 172 16</inkml:trace>
  <inkml:trace contextRef="#ctx0" brushRef="#br0" timeOffset="170835.96">20093 14708 39 0,'0'-10'186'0,"0"10"-11"0,0 0-17 0,0 0-17 16,4-8-7-16,-4 8-1 0,0 0-4 0,0 0-2 15,0 0-8-15,3 22-10 0,-2-12-12 0,0 1-3 16,-1 0-11-16,0 0-7 0,1 2-10 16,-1-2-7-16,0 0-2 0,-1-2-7 0,2 3-4 15,-2 0-15-15,1-2-16 0,-1 0-17 0,1-2-37 0,0 3-25 16,0-5-33-16,0-6-29 0,1 11-18 0,-1-4-20 15,0-7-84-15,0 0-269 0,-1 9 118 0</inkml:trace>
  <inkml:trace contextRef="#ctx0" brushRef="#br0" timeOffset="170982.33">20087 14591 70 0,'0'0'52'0,"0"0"-12"16,0 0-31-16,0 0-38 0,0 0-31 16,0 0 14-16</inkml:trace>
  <inkml:trace contextRef="#ctx0" brushRef="#br0" timeOffset="171309.16">20242 14834 85 0,'8'-3'170'0,"-3"-1"-14"16,3 2-4-16,-3-1-3 0,4-2-9 0,0-1-4 15,-1-1-14-15,0-1 0 0,-1 2 4 0,2-1-6 16,-2-1-9-16,-2-1-3 0,-1 2-9 0,-1-2-1 16,1 2-6-16,1-2 0 0,-3 2-13 0,-2 7-4 15,1-9-3-15,-1 9-6 0,1-11-7 0,-1 11-5 16,0 0-7-16,-4-9-7 0,4 9-4 0,-10 0-3 15,10 0-2-15,-17 4-3 0,2 5-5 0,1 1 1 16,3-1-4-16,-2 2 0 0,4-2-1 0,0 0-5 16,0 5 0-16,3-2-1 0,2-2-2 0,0 2 1 15,3 1 0-15,3-2-4 0,1 2 5 0,3-4-4 16,3 4 3-16,5-3-2 0,3 0-13 0,1-1-21 16,2-3-22-16,1 1-24 0,-1-2-41 0,8 0-39 15,-6 0-39-15,-4-1-33 0,-2 1-132 0,0-1-382 16,-6-2 170-16</inkml:trace>
  <inkml:trace contextRef="#ctx0" brushRef="#br0" timeOffset="171964.37">19365 15165 45 0,'-10'0'84'0,"1"1"3"0,0 2-3 0,9-3 7 0,-16 1-1 16,10-1-3-16,6 0-2 0,-9 2 4 0,9-2-5 15,-8 1 3-15,8-1-14 0,0 0 0 0,0 0-2 16,0 0-5-16,0 0 5 0,0 0 1 16,0 0-1-16,31 0 0 0,-9-2-4 0,9 1 0 0,2 0-1 15,5-3-5-15,21-1-3 0,-3 2-2 0,5-2-1 16,2 1-5-16,0-3-3 0,2 3 0 0,-3-1 0 15,1 2-1-15,-2-1-3 0,-1-3 1 0,-3 5-1 16,-1-2 2-16,-5 0 0 0,-13 1-3 16,1 0 2-16,0 2-7 0,-2-1-3 0,-5 0-2 15,-2 2 0-15,-9 1-8 0,-1-1-2 0,-3 0 1 0,-2 0-5 16,-4 0 0-16,-3 3-6 0,-1-3 1 0,-7 0-3 16,12 1 0-16,-12-1-1 0,7 1-1 0,-7-1 3 15,0 0-12-15,0 0-15 0,0 0-19 0,-16 15-20 16,4-11-25-16,-3 2-24 0,-4-3-33 15,-3 3-24-15,-7 2-30 0,-1-1-141 0,-2-2-359 16,-1-1 160-16</inkml:trace>
  <inkml:trace contextRef="#ctx0" brushRef="#br0" timeOffset="172685.95">19246 15496 155 0,'0'0'151'0,"-7"-5"-3"0,7 5-5 0,0 0-9 15,0 0-15-15,0 0-11 0,0 0-8 0,0 0-12 16,-5-5-15-16,5 5-7 0,0 0-6 0,0 0-9 16,0 0 6-16,0 0-10 0,0 0 4 0,20 0-6 15,-20 0-4-15,20 0-2 0,-7 0-2 0,0-1-1 16,-3 1-10-16,3 0 1 0,-2-2-2 0,-1 4-4 15,-2-4-3-15,-8 2-1 0,15 0 1 0,-15 0-2 16,9 0-5-16,-9 0 0 0,8 0-1 0,-8 0-4 16,0 0 1-16,10 2-1 0,-10-2-1 0,0 0 4 15,4 4 5-15,-4-4-4 0,-4 10 10 0,4-10-4 16,-10 16 4-16,4-2 1 0,-5 0 3 0,1 2 7 16,-6 4 24-16,4-3-2 0,-2 3-5 0,1-2-5 15,-2 1-1-15,3-6-8 0,3 4-1 16,-1-3-5-16,4-3 4 0,-2-2 0 0,2 2-4 0,1-5-1 15,-2 4-3-15,5-3-5 0,-1-1 0 0,1 0-2 16,2-6 2-16,-3 8-2 0,3-8 0 0,0 0 0 16,0 0-3-16,10 9 0 0,-3-8 3 0,5-1-6 15,0-2 0-15,2 2-4 0,4-4-14 0,0 1-14 16,-4 1-19-16,2-1-28 0,-3 2-22 0,1-2-23 16,0 1-5-16,4-1-28 0,-1 1-15 0,-6 0-6 15,1 0 5-15,-2 0-4 0,-1 0-94 0,-1 1-281 16,-8 1 125-16</inkml:trace>
  <inkml:trace contextRef="#ctx0" brushRef="#br0" timeOffset="172977.16">19507 15723 197 0,'0'0'-4'0,"0"0"5"16,0 0 16-16,0-10 16 0,0 10 11 0,0 0 11 15,0 0-7-15,0 0 19 0,0 0-6 0,0-15 4 16,0 15 1-16,2-5 2 0,-2 5 8 16,0 0-3-16,0 0-8 0,7-7 13 0,-7 7 4 0,6-1 0 15,-6 1-5-15,0 0 9 0,0 0 1 0,14 9 0 16,-11-5-5-16,0 2 0 0,-3-6-2 0,2 12-11 15,-1-5-2-15,-1 1 5 0,-3 1-1 0,-2-1-3 16,2 0-1-16,-3-1-1 0,1 0-1 16,1-1-6-16,2-1-4 0,2-5-3 0,-4 8-3 15,4-8-7-15,-4 6 0 0,4-6-2 0,-4 5-5 16,4-5-6-16,0 0-1 0,0 0 0 0,0 0 3 16,0 0-6-16,4 11-2 0,4-9-4 0,-8-2 0 15,14 3-1-15,-1-2-5 0,0 0-17 0,-1 0-25 16,6-1-22-16,-5 0-28 0,2 0-27 0,-2-1-34 15,6 0-19-15,0 0-19 0,-6 0-7 0,5-3-145 16,-5 2-357-16,-2-2 158 0</inkml:trace>
  <inkml:trace contextRef="#ctx0" brushRef="#br0" timeOffset="173152.07">19830 15627 162 0,'5'-4'172'16,"-5"4"-9"-16,8-2-18 0,-8 2-11 0,14-3-15 16,-4 3-6-16,2 0-19 0,-1 0-20 0,-1 0-34 15,-1 0-22-15,1 0-37 0,-1-2-14 0,-9 2-40 16,14 0-18-16,-14 0-79 0,8-3-184 0,-8 3 81 16</inkml:trace>
  <inkml:trace contextRef="#ctx0" brushRef="#br0" timeOffset="173346.81">19902 15537 50 0,'0'0'188'0,"0"0"-8"16,0 0-2-16,1 21 2 0,-1-21 0 0,2 18-10 16,-2-6-13-16,2-2-17 0,-1 3-11 0,3 1-11 15,-2 1-15-15,0 1-8 0,-1-4-11 0,1-1-4 16,0 1-18-16,0-1-26 0,0-1-29 0,0 0-26 15,-2-3-32-15,4 1-60 0,-3-2-40 0,-1-6-151 16,4 10-325-16,-1-7 145 0</inkml:trace>
  <inkml:trace contextRef="#ctx0" brushRef="#br0" timeOffset="173741.21">20163 15447 99 0,'0'0'200'16,"0"0"4"-16,0 0-3 0,0 0 0 0,4 23-16 15,-1-7-10-15,-3 0-15 0,0 0-10 0,0 1-6 16,0 1-13-16,0-1-16 0,0 2-3 0,0-3-5 16,-1 1-8-16,-1-4-10 0,0 0-6 0,2-4-10 15,0 2-8-15,-3-3-4 0,3 2-4 0,0-10-4 16,-1 11-2-16,1-11-6 0,0 8 3 0,0-8 0 15,0 0 1-15,-1 8-3 0,1-8 9 0,0 0-2 16,0 0-1-16,0 0-7 0,0 0-6 0,0 0-6 16,0 0-2-16,11-18 0 0,-7 9-8 0,1 2 2 15,4-2-9-15,-3 1-9 0,3-1 10 0,-3 0-1 16,1 1 0-16,3 2-4 0,-2-1 0 0,-3 2-3 16,0 2-4-16,-5 3 0 0,10-2-2 0,-10 2 2 15,13 2-1-15,-13-2 1 0,8 5-6 0,-2 0 2 16,-2-1-13-16,0 1 18 0,-3 2-1 0,2 0-8 15,1 2-18-15,-2 0-19 0,0 1-19 0,-2 0-29 16,0-3-35-16,0-7-48 0,0 16-52 0,0-8-38 16,-3-2-169-16,3-6-467 0,0 0 207 0</inkml:trace>
  <inkml:trace contextRef="#ctx0" brushRef="#br0" timeOffset="173948.51">20415 15603 152 0,'2'-9'197'0,"-2"9"-19"0,0 0-1 0,0 0-6 15,0 0-11-15,0 0-13 0,0 0-9 0,0 0-10 16,3 24-8-16,-3-24-13 0,2 13-14 0,-4-4-9 0,2 2-8 16,2-3-10-16,-2 1-25 0,0-1-27 0,1-1-30 15,-1-7-26-15,0 0-33 0,0 20-37 0,0-15-19 16,0-5-16-16,1 8-108 0,-1-8-276 15,0 0 124-15</inkml:trace>
  <inkml:trace contextRef="#ctx0" brushRef="#br0" timeOffset="174092.29">20441 15481 78 0,'0'0'74'15,"0"0"-32"-15,0 0-35 0,0 0-41 0,0 0-37 16,0 0 18-16</inkml:trace>
  <inkml:trace contextRef="#ctx0" brushRef="#br0" timeOffset="174400.67">20543 15666 91 0,'0'0'188'0,"9"-5"-6"15,-1 2-7-15,-2-1-12 0,2-1-12 0,1 0-8 16,0-2-9-16,-2 4-4 0,0-2-3 0,2-3-6 16,0 0-3-16,0 2-1 0,-2-3-11 0,1 0-5 15,1 0-3-15,-4 1 1 0,0-1-4 16,-1 5 1-16,-1-2-4 0,-3 6-9 0,3-10-8 0,-3 10-1 16,4-6-10-16,-4 6-5 0,0 0-10 0,0 0-3 15,-10-7-2-15,10 7-2 0,-16 7-1 0,4-1-2 16,-2 4-2-16,2-3-5 0,1 3-4 0,-3 2 1 15,4-3-4-15,2-1-4 0,1 4 0 16,2-2-7-16,-1 1 2 0,5-4-1 0,-1 3-4 16,4-1 2-16,4-1-8 0,0-1-15 0,5-1-19 15,1 1-20-15,6-4-27 0,4 1-32 0,7-2-34 0,-2 2-44 16,-6-2-40-16,0-4-205 0,-3 1-467 0,0-2 207 16</inkml:trace>
  <inkml:trace contextRef="#ctx0" brushRef="#br0" timeOffset="177762.18">20946 14532 81 0,'-8'0'99'0,"8"0"-6"15,-15-1 12-15,15 1-3 0,-11 0-3 0,11 0-6 16,0 0 3-16,-10-1-8 0,10 1-1 0,0 0 2 16,0 0-6-16,-9-2-7 0,9 2-6 0,0 0-8 15,0 0-6-15,0 0-4 0,0 0-6 0,0 0-6 16,19-9 0-16,-8 5-7 0,0 2 0 0,-1 1-7 15,2-2 6-15,1 2-5 0,-3 0-5 0,1-2-1 16,0 1-1-16,-1 0-4 0,0 0 0 0,-2 1 2 16,2-1-4-16,-2 1 5 0,4 1 0 0,-3 0-1 15,2 3-10-15,-3-1 6 0,0-2 1 0,-8 0-2 16,14 1 0-16,-6-1 6 0,-8 0-7 0,13 2 0 16,-8-2-2-16,-5 0-1 0,11 6 2 0,-6-3-4 15,1 1 2-15,-6-4 0 0,7 7 0 0,-3-2-3 16,0-1-1-16,1 2 3 0,-3 0-1 0,-2-6 0 15,4 14 0-15,-1-8-6 0,-2 0 9 0,1 5-7 16,-4-2-2-16,4 4 6 0,-2-3 1 0,-2 5-1 16,1-3 3-16,1 5-2 0,-1 0 1 0,-1-3-4 15,4 3 5-15,-2 0 3 0,-2-1 1 0,4 2-3 16,-2 8 2-16,-2-6-3 0,2-1-1 0,0 6 2 16,0-2-9-16,0-5 12 0,-1 1-5 0,1-1 1 15,0 0-6-15,0 2 6 0,0-1-3 0,-1 0 3 16,1-1-1-16,-2 0-2 0,2 1 1 0,0 0-3 15,2-3 2-15,-4 3-1 0,4-4-1 0,-2 3 1 16,0-1-3-16,0 1 1 0,0 1 2 0,1-1-1 16,-1-1-2-16,3 0-3 0,-2 3 7 0,-1-3-6 15,1 1 4-15,-2 1 1 0,1-3-5 0,3 3 5 16,-2-3-4-16,0 2 1 0,-1 0-3 0,0-4 2 16,-1 3-7-16,1-5 9 0,1 0-5 0,-2 4 4 15,1-4 2-15,2 5-3 0,-3-1 0 0,2-2-1 16,1 2-2-16,-2 0 5 0,0 3-4 0,0 0-2 15,1-4 5-15,0 1 29 0,-1-1-7 0,-1 1 0 16,1 0-8-16,-1 1 5 0,1-4-5 0,0-1 0 16,-2 1-2-16,2-1 0 0,2 1-7 0,-4 0 2 15,4-2-2-15,-1 1 4 0,3-3-5 0,-4 2 1 16,2-1-4-16,0-1 1 0,0 0-1 0,1-1 1 16,-2 0 0-16,1-2 2 0,1 1-4 0,-3-7-1 15,1 12 1-15,-1-6 4 0,0-6-5 0,-1 12 6 16,0-6-5-16,-4-1 1 0,-4 1 0 0,2 2 3 15,-3-4-5-15,-1 2 2 0,3-3-2 0,-2 1 1 16,-3 1-2-16,0 0 2 0,2-3-2 0,-2 3-18 16,0-2-22-16,-5 2-24 0,2-2-32 0,-4 1-38 15,8-3-38-15,-8-1-48 0,-1 2-122 0,0-3-367 16,-8 1 163-16</inkml:trace>
  <inkml:trace contextRef="#ctx0" brushRef="#br0" timeOffset="178730.04">17615 14484 104 0,'-5'-7'111'0,"5"7"6"0,0 0-13 15,-6-6-6-15,6 6-16 0,0 0-10 16,0 0 12-16,0 0-12 0,0 0-1 0,0 0-2 16,0 0 6-16,-9 26-3 0,8-11-4 0,-2 4 0 15,3 8 2-15,-4 1 0 0,3 1 1 0,0 3-9 0,-3 15 12 16,0-15-10-16,1 1-5 0,1 3 1 0,-2 12 2 15,3-14-4-15,-2 2 1 0,1 0-5 16,-1 10 2-16,3-10-4 0,0-1-3 0,3 10-6 16,-2-9-4-16,0-2-1 0,3 10 0 0,0-8 3 15,1 10-3-15,-1-14-2 0,2 1 4 0,-2 3-5 16,1-3-1-16,4-1-4 0,-1 3-3 0,1-3-4 16,1 0 0-16,-1 1-4 0,-3-4 3 0,7 0 0 15,-3 0-2-15,-1-1-3 0,-1-3 1 0,-3 1-3 16,4 0 0-16,-3-7-4 0,-2-1-2 0,-1 2 3 15,1-2-1-15,-1 1-1 0,2 1-2 0,-2-4 1 16,-2 0 1-16,-1-1 2 0,3-3-4 0,-6-1 6 16,4 0-6-16,-1-1 0 0,0-1 1 0,-1 1-1 15,0-4 1-15,1-6-2 0,0 12-3 0,0-12 2 16,0 12-2-16,0-12 2 0,2 11-1 0,0-4 3 16,0 0 2-16,1 0-1 0,2-2 0 0,4 0 2 15,4-2-1-15,2 3 0 0,6-6-2 0,7 1-3 16,4-2 4-16,2 1-17 0,5-4-25 0,1-1-27 15,13-2-35-15,-3-3-50 0,4 3-56 0,-15 0-43 16,-2 2-142-16,14-8-417 0,-14 7 185 0</inkml:trace>
  <inkml:trace contextRef="#ctx0" brushRef="#br0" timeOffset="179509.71">21376 14762 85 0,'-7'-1'96'0,"7"1"4"0,0 0 1 0,-12-2-8 15,12 2 0-15,0 0-1 0,0 0-4 0,-7-1-3 16,7 1-6-16,0 0-6 0,0 0-11 0,0 0-2 16,-7-4-7-16,7 4 1 0,0 0-4 0,0 0-4 15,0 0 0-15,0 0 3 0,0 0 0 16,0 0-3-16,0 0-9 0,22-4 0 0,-11 4 5 0,1 0-8 15,1-1-6-15,0 1-3 0,2-1 8 0,-2 1-10 16,1-1-8-16,-2-2-18 0,0 3-11 0,1-1-26 16,-2-1-12-16,1 1-25 0,-3 1-22 0,-9 0-16 15,13 0-114-15,-13 0-249 0,10 3 110 16</inkml:trace>
  <inkml:trace contextRef="#ctx0" brushRef="#br0" timeOffset="180130.01">21421 14747 5 0,'0'0'154'16,"0"0"-6"-16,0 0-13 0,0 0 1 0,0 0-5 16,0 0-6-16,-6-6-5 0,6 6-8 0,0 0-10 15,0 0-16-15,0 0-2 0,0 0-12 0,0 0-2 16,0 0-15-16,0 0-4 0,0 0-4 0,0 0-7 15,0 0-3-15,0 0-5 0,0 0 3 0,0 0 1 16,0 0-4-16,5 23 4 0,-4-15-3 0,0-1 1 16,1 3-3-16,-1-1 1 0,0 1-1 15,0 2 1-15,1 2-3 0,0 2-3 0,0 1 1 0,-1-1 0 16,-1 2-6-16,0-2 3 0,1 1 2 16,-1 0-1-16,0-2-1 0,1 2-4 0,-1-6-1 0,-1 6-3 15,1-7 2-15,0 1-6 0,0 1 1 0,-1-2-3 16,2 0 3-16,-1-1-5 0,-1 0 0 15,1-9-2-15,0 13 0 0,-1-6 1 0,1-7-2 16,0 10 1-16,0-10-1 0,0 10-1 0,0-10 0 0,1 7-1 16,-1-7 1-16,0 8 0 0,0-8 2 15,0 0-3-15,0 0 3 0,0 0 0 0,-1 10 1 0,1-10-4 16,0 0 3-16,0 0-4 0,0 0 7 16,0 0-5-16,0 0 2 0,0 0 1 0,0 0 4 15,0 0-7-15,0 0 2 0,0 0-2 0,-4 3-1 0,4-3 8 16,0 0-5-16,0 0-6 0,0 0 4 15,0 0-4-15,0 0 1 0,-22-9 0 0,22 9 1 16,-9-4-1-16,9 4-3 0,-10-3 1 0,10 3 1 0,-10 0-4 16,10 0 4-16,-12-3-2 0,12 3 4 0,-9-1-2 15,9 1 3-15,0 0-5 0,-11 0 5 0,11 0-3 16,0 0 1-16,0 0-1 0,-7-2 2 16,7 2-3-16,0 0 5 0,0 0-9 0,0 0 6 15,0 0-1-15,0 0 1 0,0 0 0 0,0 0-1 16,26-9-3-16,-16 8 4 0,2 0-1 0,3 1 1 0,0-2-4 15,4-1 3-15,2 2-1 0,-2-1-2 0,-1 1-16 16,2 1-19-16,0-1-18 0,-1-1-22 0,-1 0-40 16,2 2-31-16,-6-1-28 0,0 1-152 15,-2-1-356-15,3-2 158 0</inkml:trace>
  <inkml:trace contextRef="#ctx0" brushRef="#br0" timeOffset="180309.01">21843 14986 24 0,'4'-4'187'0,"-4"4"-8"15,0 0 2-15,0 0 4 0,0 0-7 0,0 0-9 16,-1 29-17-16,-3-18-13 0,2 1-16 0,0 5-12 16,-1 1-10-16,2-1-12 0,0 2-31 0,-1-1-48 0,1 2-68 15,-2-2-71-15,-2 6-155 0,4-6-307 16,-6 1 137-16</inkml:trace>
  <inkml:trace contextRef="#ctx0" brushRef="#br0" timeOffset="193129.31">27857 13272 78 0,'0'0'82'0,"0"0"-14"0,0 0-4 0,0 0 3 16,0 0-2-16,0 0-8 0,0 0 1 0,0 0 2 15,0 0-2-15,0 0-13 0,0 0 7 0,-3 7 7 16,3-7-5-16,0 0-11 0,0 0-2 0,0 0 1 15,0 0-9-15,0 0 0 0,0 0-8 0,0 0 2 16,0 0 2-16,0 0-10 0,0 0 15 0,0 0-14 16,0 0 0-16,17-13 5 0,-17 13-10 0,0 0 3 15,0 0-11-15,0 0 11 0,0 0-3 0,5-6-2 16,-5 6-6-16,0 0 1 0,0 0 1 0,4-5-9 16,-4 5 13-16,0 0-10 0,0 0 5 0,3-6-5 15,-3 6-13-15,0 0 11 0,0 0 8 0,0 0-5 16,0 0 12-16,0 0-10 0,0 0 1 0,0 0-6 15,0 0-3-15,0 0 1 0,0 0 0 0,0 0-7 16,0 0-10-16,0 0-10 0,0 0-4 0,0 0-19 16,0 0-3-16,0 0-17 0,0 0-4 0,0 0-21 15,0 0-70-15,15 5-179 0,-15-5 80 0</inkml:trace>
  <inkml:trace contextRef="#ctx0" brushRef="#br0" timeOffset="193977.75">32451 13417 53 0,'0'0'71'0,"-12"-10"-8"0,12 10-6 16,-8-4-6-16,8 4-3 0,-8-4-1 0,8 4-9 16,-8-1-5-16,8 1-5 0,-10-2 3 0,10 2-2 15,0 0-7-15,-10-2 3 0,10 2-4 0,0 0 1 16,-9-2-5-16,9 2-5 0,0 0-12 0,0 0-18 15,-13 3-14-15,13-3-20 0,-10 1-43 0,10-1-102 16,-14 2 45-16</inkml:trace>
  <inkml:trace contextRef="#ctx0" brushRef="#br0" timeOffset="194758.89">27873 13322 36 0,'0'0'56'0,"0"0"-6"0,0 0-4 15,0 0-2-15,0 0-9 0,0 0-2 0,0 0-4 16,0 0-5-16,0 0 0 0,0 0-7 16,0 0-9-16,0 0-8 0,0 0-8 0,0 0-11 15,0 0-17-15,0 0-21 0,0 0-61 0,0 0 27 0</inkml:trace>
  <inkml:trace contextRef="#ctx0" brushRef="#br0" timeOffset="195720.93">32368 13423 91 0,'0'0'108'0,"0"0"-19"0,0 0 3 16,-2-6-6-16,2 6-6 0,0 0-6 0,0 0-13 15,0 0-8-15,0 0-9 0,0 0 4 0,0 0-12 16,0 0 5-16,0 0-14 0,0 0-29 0,0 0-10 15,-7-4-13-15,7 4-22 0,0 0-15 0,-12 0-69 16,12 0-141-16,-20 1 62 0</inkml:trace>
  <inkml:trace contextRef="#ctx0" brushRef="#br0" timeOffset="196458.05">27963 13341 50 0,'0'0'75'0,"0"0"-7"0,0 0-2 0,0 0-7 16,0 0-11-16,0 0-5 0,0 0 2 0,0 0-12 15,0 0-5-15,0 0 0 0,0 0-24 0,0 0-3 0,0 0-11 16,13-16-5-16,-13 16-17 0,0 0-15 0,0 0-27 15,0 0-81-15,15 5 36 0</inkml:trace>
  <inkml:trace contextRef="#ctx0" brushRef="#br0" timeOffset="197214.58">32484 13455 60 0,'0'0'67'0,"0"0"-10"0,0 0-2 0,0 0-13 15,0-8 0-15,0 8-6 0,0 0-1 0,0 0-7 16,0 0-3-16,0 0-16 0,0 0-12 0,0 0-11 15,0 0-17-15,-24 10-37 0,15-6-74 0,-3-2 32 16</inkml:trace>
  <inkml:trace contextRef="#ctx0" brushRef="#br0" timeOffset="-206532.36">28645 13226 51 0,'0'0'63'0,"-6"-3"-5"0,6 3-2 16,0 0 1-16,0 0 1 0,0 0-6 0,0 0-6 15,0 0-4-15,0 0-2 0,0 0 1 0,0 0 0 0,0 0-8 16,0 0 3-16,0 0-2 0,0 0 3 0,-6-4-5 16,6 4 1-16,0 0-4 0,0 0 9 15,0 0-6-15,0 0 1 0,0 0-1 0,0 0 2 16,0 0 2-16,0 0 1 0,0 0-7 0,0 0-6 0,0 0 5 15,0 0-4-15,0 0 6 0,0 0-1 16,0 0 6-16,0 0-5 0,0 0-2 0,0 0 1 16,7-11 13-16,-7 11-18 0,0 0 0 0,0 0 1 15,0 0-4-15,0 0-6 0,0 0 5 0,0 0-5 0,0 0-4 16,0 0-1-16,0 0-2 0,0 0-1 0,0 0-3 16,0 0 4-16,-13 0-3 0,13 0 0 0,0 0-6 15,0 0 2-15,0 0-1 0,0 0 2 16,-14 6-1-16,14-6-1 0,0 0 4 0,0 0-4 15,-5 3-2-15,5-3 1 0,0 0-1 0,0 0-1 0,0 0 2 16,0 0 3-16,0 0-2 0,0 0 1 0,0 0 3 16,0 0-1-16,0 0-1 0,0 0 3 0,0 0-5 15,0 0-1-15,0 0 5 0,0 0 4 0,0 0-4 16,0 0-3-16,0 0 0 0,0 0 0 0,0 0-1 16,0 0 4-16,0 0 2 0,14-13-3 0,-14 13 0 15,0 0-2-15,0 0-5 0,0 0 1 0,0 0 4 16,5-6 1-16,-5 6-3 0,0 0-2 0,0 0 2 15,0 0-2-15,0 0-3 0,0 0 6 0,0 0 1 16,0 0 4-16,0 0-13 0,0 0 11 0,0 0-8 16,0 0 0-16,0 0 0 0,0 0-1 0,-20 11 2 15,20-11 3-15,-1 5-2 0,1-5 4 0,0 0-3 16,0 0 0-16,0 0 1 0,0 0 3 0,1 12-2 16,-1-12 3-16,0 0-1 0,0 0 0 0,0 0 2 15,0 0 2-15,8 4 1 0,-8-4-3 0,0 0 5 16,0 0 3-16,0 0-6 0,0 0 1 0,0 0-2 15,0 0-2-15,0 0-1 0,0 0 4 0,0 0-3 16,10-13-3-16,-10 13 1 0,0 0 6 0,0 0-5 16,0 0 0-16,0 0 0 0,0 0-4 0,0 0-1 15,0 0 2-15,0 0-8 0,0 0 8 0,0 0 4 16,0 0-9-16,0 0 2 0,-23 10 1 0,23-10 0 16,-4 8 4-16,0-3-4 0,4-5-2 0,0 9 4 0,0-9-3 15,0 0 3-15,0 11 3 0,0-11-5 16,0 0 9-16,5 9-6 0,-5-9-3 0,3 3 5 15,-3-3 4-15,0 0 4 0,0 0-1 0,8 1 1 16,-8-1 9-16,0 0-1 0,0 0 2 0,0 0 3 0,0 0-5 16,5-11 2-16,-5 11-3 0,2-8-5 15,-2 8-3-15,0 0 0 0,0 0-3 0,-4-14 2 16,4 14 2-16,-3-5-2 0,3 5-4 0,0 0 5 16,-6-5-6-16,6 5-2 0,0 0 1 0,-11 0-3 15,11 0 2-15,0 0-1 0,-10 3 0 0,10-3-1 0,-8 6-12 16,8-6-15-16,-8 4-20 0,2 0-29 15,6-4-38-15,-2 7-51 0,2-7-109 0,-3 8-295 16,3-8 131-16</inkml:trace>
  <inkml:trace contextRef="#ctx0" brushRef="#br0" timeOffset="-205506.87">32303 13420 64 0,'0'0'107'0,"0"0"-12"0,0 0-7 0,0 0-2 16,0 0-7-16,0 0-2 0,0 0-2 0,0 0 0 15,0 0-10-15,0 0 5 0,0 0 6 0,0 0-14 16,0 0 0-16,-15-5-3 0,15 5-3 0,0 0-2 16,0 0 1-16,0 0 0 0,0 0 6 0,0 0-14 15,0 0 2-15,0 0-4 0,0 0 3 0,0 0 0 16,0 0-1-16,0 0-2 0,0 0 0 0,0 0-4 16,0 0-3-16,0 0 5 0,0 0-8 0,0 0-2 15,0 0-4-15,0 0-5 0,0 0-3 0,0 0-2 16,0 0 1-16,-7-4-2 0,7 4-9 0,0 0 3 15,0 0-2-15,0 0-10 0,0 0-18 0,0 0-19 16,0 0-21-16,0 0-37 0,0 0-36 0,0 0-27 16,-14 7-117-16,14-7-299 0,0 0 133 0</inkml:trace>
  <inkml:trace contextRef="#ctx0" brushRef="#br0" timeOffset="-204215.55">27861 13325 64 0,'0'0'90'15,"0"0"-8"-15,0 0-3 0,0 0-5 0,0 0-3 16,0 0-4-16,-17 12-3 0,17-12 23 0,0 0-34 16,0 0 5-16,0 0 0 0,0 0 4 0,0 0-5 15,0 0 1-15,0 0 5 0,0 0-6 0,0 0 4 16,0 0-3-16,0 0-7 0,0 0-4 0,0 0-4 0,0 0-7 16,0 0-2-16,0 0-3 0,0 0 4 15,-13-6-13-15,13 6-3 0,0 0-2 0,0 0-1 16,0 0 0-16,0 0-6 0,0 0 0 0,0 0-3 15,0 0 3-15,-11 3 2 0,11-3-5 0,-4 7-3 16,4-7 2-16,-5 7-4 0,5-7 6 0,-4 6-5 0,4-6 3 16,-3 8-2-16,3-8 0 0,0 0-4 15,-4 9 4-15,4-9-5 0,0 0 3 0,0 0 1 16,-2 6-1-16,2-6 1 0,0 0 6 0,0 0 8 16,0 0 1-16,0 0 9 0,0 0-1 0,0 0 7 15,0 0-3-15,0 0-5 0,0 0-1 0,0 0-3 16,0 0 6-16,0 0-12 0,0 0 3 0,0 0-5 15,0 0 0-15,0 0 0 0,0 0 2 0,11-17-7 16,-11 17 2-16,0 0 0 0,0 0-3 0,2-7-2 0,-2 7-2 16,0 0-1-16,0 0 15 0,0 0-22 0,0 0-11 15,0 0-7-15,0 0-11 0,0 0-20 0,0 0-24 16,0 0-28-16,0 0-45 0,0 0-129 16,0 0-302-16,0 0 134 0</inkml:trace>
  <inkml:trace contextRef="#ctx0" brushRef="#br0" timeOffset="-202136.75">28575 13212 30 0,'0'0'76'0,"0"0"-3"0,0 0-5 16,0 0 2-16,0 0-3 0,0 0-14 0,0 0 5 15,-4 6-6-15,4-6 0 0,0 0 5 0,0 0 4 16,0 0-8-16,0 0-2 0,0 0-7 0,0 0 13 16,0 0-11-16,0 0 5 0,0 0-1 0,0 0-5 15,0 0-2-15,0 0-4 0,0 0-7 0,0 0-1 16,0 0-9-16,0 0 1 0,0 0-1 0,0 0-2 16,0 0 2-16,0 0-11 0,0 0 3 0,0 0-2 15,0 0 2-15,0 0-11 0,0 0-1 0,0 0 6 0,0 0-4 16,0 0 1-16,0 0-2 0,0 0 3 15,0 0-1-15,8 5-2 0,-8-5 6 0,0 0-6 16,0 0 0-16,0 10 2 0,0-10 0 0,1 7-4 16,-1-7 7-16,0 0 4 0,4 7 1 0,-4-7-2 0,0 0 10 15,4 6-1-15,-4-6-1 0,0 0-1 16,0 0 3-16,6 2 2 0,-6-2 2 0,0 0-8 16,0 0 1-16,0 0 6 0,0 0-6 0,8 3 6 15,-8-3-4-15,0 0 0 0,0 0-3 0,0 0-1 16,0 0 0-16,0 0-3 0,0 0-4 0,0 0 1 15,8-9-1-15,-8 9-1 0,0 0 5 0,0 0-9 16,0 0-1-16,0 0 0 0,0 0 2 0,0 0-3 16,0 0-3-16,0 0-2 0,0 0 0 0,0 0-1 15,0 0 2-15,0 0 1 0,0 0 0 0,0 0-1 16,0 0 2-16,0 0-2 0,0 0 2 0,0 0-2 0,-4 17-1 16,4-17 3-16,0 0 2 0,0 0-1 15,0 9 2-15,0-9-3 0,0 0 2 0,0 0 2 16,0 0 2-16,0 0-1 0,0 0 0 0,0 0 2 0,2 7 2 15,-2-7 4-15,0 0-4 0,0 0-2 0,0 0 4 16,0 0-6-16,0 0 3 0,0 0-2 0,0 0 1 16,0 0-3-16,0 0 3 0,0 0-5 0,0 0-1 15,0 0 5-15,0 0-4 0,0 0-1 0,0 0-3 16,4-20 8-16,-4 20-7 0,0 0 0 0,0 0-8 16,0 0 4-16,0 0 6 0,0 0-5 0,0 0 3 15,0 0-2-15,-19 11 4 0,19-11-1 0,0 0-1 16,-5 6 0-16,5-6 3 0,0 0-5 0,-3 6 3 15,3-6 0-15,0 0-2 0,0 0 3 0,0 0 0 16,-1 8 3-16,1-8 1 0,0 0-1 0,0 0-4 16,0 0 3-16,0 0 1 0,0 0 2 0,0 0-3 15,0 0-1-15,0 0-2 0,0 0 3 0,0 0 0 16,0 0-1-16,0 0 0 0,15-14-1 0,-15 14 0 16,0 0-1-16,0 0 3 0,0 0-7 0,0 0 2 15,0 0-4-15,0 0 5 0,0 0-6 0,0 0 3 16,0 0 2-16,0 0 4 0,0 0-6 0,0 0 1 15,-28 4-4-15,28-4-15 0,-4 8-20 0,4-8-15 16,-6 9-32-16,6-4-38 0,0-5-42 0,0 10-87 16,0-10-277-16,2 10 123 0</inkml:trace>
  <inkml:trace contextRef="#ctx0" brushRef="#br0" timeOffset="-201385.64">28633 13187 27 0,'0'0'61'0,"0"0"-6"0,0 0 7 0,-12 7-14 0,12-7 2 16,0 0-2-16,0 0-2 0,0 0-7 0,0 0-5 16,0 0-3-16,0 0 2 0,0 0-5 0,0 0 4 15,-4 4-4-15,4-4 3 0,0 0-3 0,0 0 0 16,0 0-3-16,0 0-2 0,0 0-5 0,0 0 0 15,0 0-4-15,0 0 8 0,0 0-7 0,0 0-3 16,0 0 2-16,0 0-2 0,0 0 1 0,0 0-6 16,0 0 6-16,0 0-6 0,0 0 3 0,0 0 0 15,0 0 4-15,0 0-9 0,0 0-2 0,0 0 3 16,0 0 7-16,-6 7 13 0,2-3-5 0,4-4 0 16,-8 8-6-16,3-4 1 0,-1 1 8 0,6-5-4 15,-5 7-13-15,2-4 11 0,3-3-10 0,-5 9 4 16,5-9-3-16,-3 7 7 0,3-7 0 0,0 0 5 15,-1 8-3-15,1-8-2 0,0 0 6 0,0 0-1 16,3 9 6-16,-3-9-4 0,0 0-1 0,0 0 8 16,0 0-2-16,0 0-7 0,6 3-1 0,-6-3-7 15,0 0 2-15,0 0 5 0,0 0-6 0,0 0 0 16,0 0-8-16,0 0 8 0,12-10-3 0,-12 10-6 16,0 0 18-16,0 0-14 0,5-8-7 0,-5 8 6 15,0 0-5-15,0 0-1 0,0 0 0 0,0 0 0 16,2-5-5-16,-2 5 6 0,0 0 3 0,0 0-7 15,0 0 1-15,0 0-8 0,0 0-19 0,0 0-14 16,0 0-23-16,0 0-39 0,0 0-22 0,0 0-89 16,0 0-232-16,-2 22 104 0</inkml:trace>
  <inkml:trace contextRef="#ctx0" brushRef="#br0" timeOffset="-200034.05">32251 13351 22 0,'0'0'77'0,"0"0"-5"0,0 0-2 0,0 0-7 15,0 0-11-15,0 0 3 0,0 0-3 0,0 0 7 16,0 0-5-16,0 0-1 0,0 0-11 0,0 0 6 0,0 0-2 15,0 0-22-15,0 0 15 0,0 0-17 16,0 0-2-16,0 0-2 0,0 0 0 0,0 0-3 16,0 0 8-16,0 0-16 0,0 0 12 0,0 0-6 15,0 0-4-15,0 0-2 0,0 0 3 0,0 0-2 16,-26-8 9-16,26 8-3 0,0 0 5 0,-13 5 4 16,7-3-1-16,6-2-9 0,-9 8 1 0,5-4 6 0,4-4-1 15,-8 5-8-15,3-3 3 0,5-2-7 16,-6 8 8-16,6-8-13 0,-5 5 4 0,5-5-1 15,-5 3 7-15,5-3-6 0,0 0 1 0,0 0-3 16,-5 5 18-16,5-5-14 0,0 0 5 0,0 0 3 16,0 0 6-16,0 0 2 0,0 0-2 0,0 0 6 15,0 0-3-15,0 0 11 0,0 0-9 0,0 0-7 16,0 0 5-16,0 0-3 0,0 0-2 0,0 0-1 16,0 0 0-16,0 0-6 0,0 0 0 0,0 0-2 15,0 0 0-15,0 0-2 0,0 0 4 0,0 0-4 16,0 0-4-16,0 0 2 0,0 0 1 0,0 0-3 15,0 0 1-15,0 0-3 0,0 0-1 0,0 0-2 0,0 0-2 16,0 0 8-16,7-19-2 0,-7 19-8 16,0 0 1-16,0 0 5 0,0 0-2 0,0 0 1 15,0 0 0-15,0 0-1 0,0 0-4 0,0 0 4 16,0 0 2-16,0 0-2 0,0 0-1 0,0 0 0 16,0 0 4-16,0 0-1 0,0 0 4 0,0 0-4 15,0 0-1-15,0 0-1 0,0 0 3 0,0 0 1 16,0 0-8-16,0 0 13 0,0 0-10 0,0 0-1 15,0 0 4-15,0 0 0 0,0 0 1 0,0 0-1 16,0 0 0-16,0 0 2 0,0 0-3 0,0 0 2 16,0 0-3-16,0 0 7 0,0 0-12 0,0 0 0 15,0 0-3-15,0 0 7 0,0 0 0 0,0 0 1 16,0 0-1-16,0 0 1 0,0 0 3 0,0 0 0 16,0 0-7-16,0 0-4 0,0 0 10 0,0 0-8 15,0 0 5-15,0 0-6 0,0 0-11 0,0 0-17 16,0 0-9-16,0 0-32 0,0 0-17 0,0 0-24 15,0 0-21-15,0 0-69 0,0 0-224 0,0 0 99 16</inkml:trace>
  <inkml:trace contextRef="#ctx0" brushRef="#br0" timeOffset="-194185.84">29312 13524 50 0,'0'0'71'0,"0"0"-6"0,0 0-3 0,0 0-9 15,0 0 5-15,0 0-4 0,0 0-10 16,0 0 6-16,0 0 7 0,0 0-5 0,-12-1 0 15,12 1-10-15,0 0 2 0,-12 1 0 0,12-1-11 16,-10-1 3-16,10 1 10 0,-13 0 5 0,6-1 2 0,7 1-3 16,-11 1 2-16,11-1-8 0,-11 1-11 15,11-1 8-15,0 0 7 0,-9-2-10 0,9 2-1 16,0 0-2-16,0 0 6 0,-9 1-5 0,9-1-6 16,0 0 2-16,0 0-9 0,0 0 6 0,0 0-4 15,0 0-1-15,0 0-4 0,0 0-3 0,-9 1 0 0,9-1 0 16,0 0-7-16,0 0 12 0,0 0-1 0,0 0-2 15,0 0 5-15,31-1 2 0,-22 1-2 16,1 0 3-16,1 0-9 0,1 0 2 0,-1 0 0 16,2-1-2-16,0 1 0 0,0 0 0 0,1 0-5 15,-5 0 1-15,2 0-4 0,-5-1 3 0,-6 1-5 16,13 0-1-16,-13 0-6 0,9 0-14 0,-9 0-20 16,0 0-21-16,12 0-22 0,-12 0-21 0,0 0-16 15,9 0-15-15,-9 0-9 0,0 0-98 0,0 0-254 16,0 0 113-16</inkml:trace>
  <inkml:trace contextRef="#ctx0" brushRef="#br0" timeOffset="-193941.93">29299 13434 76 0,'0'0'177'16,"0"0"-10"-16,0 0-15 0,-3-6-12 15,3 6-22-15,0 0-3 0,0 0-16 0,0 0-12 16,0 0 4-16,0 0-3 0,0 0-8 0,0 0-6 16,0 0-1-16,0 0-8 0,-1 21-4 0,1-21-7 15,-2 8-2-15,2-8-9 0,0 11 0 0,0-11-5 0,0 11-7 16,-1-4 1-16,1-7-3 0,-1 13-8 16,1-3-19-16,-1-1-24 0,-1-1-41 0,1 1-30 0,0 0-47 15,-2 0-142-15,-1 1-305 0,0 0 135 16</inkml:trace>
  <inkml:trace contextRef="#ctx0" brushRef="#br0" timeOffset="-192875.3">31682 13619 121 0,'0'0'116'0,"0"0"-8"16,0 0 3-16,0 0-8 0,0 0-2 0,0 0-7 16,0 0 2-16,0 0 0 0,0 0-8 0,0 0-2 15,0 0-4-15,0 0 0 0,0 0 2 0,0 0-8 16,0 0 3-16,0 0-4 0,0 0-1 0,0 0-6 16,0 0-4-16,0 0-2 0,0 0-3 15,0 0 0-15,0 0-6 0,0 0-4 0,0 0-1 16,0 0-8-16,0 0-3 0,0 0 1 0,0 0-2 15,0 0-4-15,0 0-3 0,0 0 6 0,0 0-8 16,0 0-3-16,0 0-2 0,0 0 2 0,0 0 2 0,0 0 9 16,4 6-9-16,-4-6 1 0,16 0-6 15,-4-1 26-15,-2 1 1 0,2-1-7 0,-1 1-2 16,1 0 2-16,-2 0-10 0,-3 1 5 0,-7-1-7 16,15-1-1-16,-15 1-2 0,12-1-7 0,-12 1-1 15,8 0-2-15,-8 0-3 0,0 0 1 0,9 0-2 0,-9 0 1 16,0 0-3-16,0 0 3 0,0 0-4 0,8-1-3 15,-8 1 1-15,0 0-17 0,0 0-17 0,0 0-18 16,0 0-24-16,0 0-27 0,0 0-39 0,0 0-48 16,0 0-59-16,0 0-145 0,-31 6-420 15,18-6 186-15</inkml:trace>
  <inkml:trace contextRef="#ctx0" brushRef="#br0" timeOffset="-191964.31">29351 13487 91 0,'0'0'127'0,"0"0"-8"15,0 0-1-15,0 0-3 0,0 0-6 0,0 0-3 16,0 0-1-16,0 0-5 0,0 0-2 0,0 0 3 16,0 0-8-16,0 0-3 0,0 0-10 15,0 0-1-15,0 0-3 0,0 0-9 0,0 0-4 0,0 0-2 16,0 0-2-16,0 0-10 0,0 0-3 0,0 0-8 15,0 0-4-15,0 0-2 0,0 0-7 0,0 0 6 16,0 0-4-16,0 0 2 0,0 0-4 0,0 0-3 16,0 0 9-16,0 0 1 0,-16 21-3 15,13-15 3-15,-1-1-1 0,0 4-2 0,0 0-2 0,0 1-1 16,3-2 2-16,-2 1-3 0,1 0-2 0,-2 1 4 16,0-2-7-16,1-1 3 0,1 0-6 0,-2 1 3 15,2 2 0-15,1-4-1 0,-2 1 1 0,3-7-3 16,-4 12-6-16,3-7 4 0,1-5-1 15,-3 10 2-15,3-10-2 0,-2 9 1 0,2-9-3 0,0 7-2 16,0-7 3-16,0 0 0 0,0 10-3 0,0-10-1 16,0 0 6-16,2 6-5 0,-2-6-1 0,0 0-11 15,0 0-20-15,4 4-19 0,-4-4-24 0,0 0-24 16,0 0-32-16,0 0-40 0,0 0-36 0,0 0-170 16,0 0-397-16,0 0 176 0</inkml:trace>
  <inkml:trace contextRef="#ctx0" brushRef="#br0" timeOffset="-184033.47">26322 13497 122 0,'0'0'118'0,"0"0"-12"0,0 0-5 0,-16-4 1 0,16 4 3 16,0 0-12-16,-9-1-1 0,9 1 1 16,0 0 4-16,0 0 0 0,-11 0-9 0,11 0 1 0,0 0-6 15,-9-1-1-15,9 1-5 0,0 0-7 0,0 0-5 16,0 0-7-16,-9-1-5 0,9 1-3 0,0 0 0 16,0 0 0-16,0 0 1 0,-9-1-5 15,9 1-2-15,0 0-6 0,0 0-2 0,0 0-8 0,0 0-3 16,0 0-2-16,0 0-3 0,0 0-2 0,0 0 4 15,0 0-9-15,0 0-1 0,0 0 5 0,0 0-6 16,32 2 2-16,-19-2 13 0,1 0-3 0,-1 1-1 16,0-1-2-16,1 0-1 0,-1-1-2 15,-1 1-3-15,1 0-2 0,-4 1-2 0,2-1-1 0,-4 0 0 16,4 0 3-16,-11 0-2 0,16-1-4 0,-16 1 3 16,11-1-5-16,-11 1 0 0,10 0 1 15,-10 0-1-15,8 1-13 0,-8-1-13 0,0 0-19 16,0 0-20-16,9 0-17 0,-9 0-18 0,0 0-24 0,0 0-34 15,0 0-41-15,0 0-109 0,0 0-327 0,0 0 145 16</inkml:trace>
  <inkml:trace contextRef="#ctx0" brushRef="#br0" timeOffset="-183311.36">23355 13315 13 0,'0'0'161'0,"0"0"-3"15,0 0-12-15,0 0-9 0,0 0-11 0,-8 2-12 16,8-2-7-16,0 0-14 0,0 0-7 0,0 0-7 15,0 0-10-15,0 0-5 0,0 0 2 0,0 0-8 16,0 0-1-16,0 0-4 0,28-2-7 0,-28 2 6 16,14 2-15-16,-5-2 1 0,1 0-8 0,-10 0 0 15,17 0-3-15,-9-3-5 0,-8 3-2 0,14 1-3 16,-4-2 0-16,-10 1 1 0,13 1-3 16,-7-1-15-16,-6 0-18 0,13 2-29 0,-13-2-23 0,8 0-23 15,-8 0-31-15,7 1-25 0,-7-1-94 0,0 0-262 16,0 0 115-16</inkml:trace>
  <inkml:trace contextRef="#ctx0" brushRef="#br0" timeOffset="-183098.01">23373 13240 11 0,'0'0'149'15,"0"0"-10"-15,0 0 14 0,0 0-8 0,0 0-7 16,-3 22-6-16,2-12-16 0,-1 1-10 0,1 4-9 16,0 1-9-16,0 1-7 0,-1 1-7 0,1 0-8 15,1 1-6-15,0-1-18 0,-2 0-40 0,4 0-53 16,-4 1-49-16,4 1-142 0,-2-2-261 0,-4-1 115 16</inkml:trace>
  <inkml:trace contextRef="#ctx0" brushRef="#br0" timeOffset="-181802.77">23320 13379 14 0,'0'0'98'0,"0"0"-10"0,0 0-10 0,-11-4-6 16,11 4-7-16,0 0 3 0,0 0-8 0,-8-3-1 16,8 3-5-16,0 0 2 0,0 0-3 0,-9-3-7 15,9 3 6-15,0 0-3 0,0 0-1 0,0 0-1 16,-9-2 10-16,9 2-1 0,0 0 0 0,0 0-5 15,0 0-6-15,-9-2-7 0,9 2 1 0,0 0-6 16,-9-3 4-16,9 3-6 0,0 0-3 0,-9 0 0 16,9 0 6-16,0 0-6 0,0 0 0 0,0 0-1 15,-9-2-4-15,9 2-5 0,0 0-2 16,0 0-4-16,0 0 7 0,0 0-5 0,0 0 0 0,0 0-1 16,-12 0-1-16,12 0 2 0,0 0 0 0,0 0-4 15,0 0-2-15,0 0 4 0,0 0 1 0,0 0-4 16,0 0 2-16,0 0-5 0,0 0 2 0,0 0-3 15,0 0 0-15,0 0 0 0,0 0 0 0,0 0 1 16,0 0 3-16,0 0-3 0,0 0-2 0,0 0 1 16,0 0 0-16,0 0-3 0,0 0 2 0,0 0 2 15,0 0-4-15,0 0 0 0,0 0 5 0,0 0-2 16,27-3-5-16,-16 1 2 0,0 2-1 0,0-1 1 16,1 1 0-16,0-1-5 0,6-1-11 0,-5 1-18 15,6 1-17-15,-1-1-22 0,1 0-28 0,1 0-26 16,2 0-136-16,-2-1-283 0,2 1 125 0</inkml:trace>
  <inkml:trace contextRef="#ctx0" brushRef="#br0" timeOffset="-167749.37">24624 13204 51 0,'0'0'40'0,"0"0"2"16,0 0-4-16,0 0-4 0,0 0-16 16,0 0-21-16,0 0-9 0,0 0-23 0,0 0-38 15,0 0 18-15</inkml:trace>
  <inkml:trace contextRef="#ctx0" brushRef="#br0" timeOffset="-162192.34">24230 12781 69 0,'0'0'83'0,"0"0"-15"0,0 0 1 0,0 0-9 16,0 0-4-16,0 0-14 0,0 0-17 0,0 0-8 16,0 0-8-16,0 0-12 0,0 0-14 0,-19-5-11 15,19 5-47-15,-4 6-82 0,4-6 36 0</inkml:trace>
  <inkml:trace contextRef="#ctx0" brushRef="#br0" timeOffset="-156840.08">32274 13365 1 0,'0'0'73'0,"0"0"-12"16,0 0-5-16,0 0-3 0,0 0-7 0,0 0 2 15,0 0-6-15,0 0-6 0,0 0-7 0,0 0 2 16,0 0-13-16,0 0 4 0,0 0 0 0,0 0 5 15,0 0-13-15,0 0 5 0,0 0-6 0,0 0-1 16,0 0-4-16,0 0 0 0,0 0-8 0,7-2 5 16,-7 2-9-16,0 0 0 0,0 0-7 15,0 0 3-15,0 0-2 0,0 0-9 0,0 0-4 0,0 0-13 16,0 0-4-16,0 0-4 0,0 0-31 0,0 0-80 16,0 0 36-16</inkml:trace>
  <inkml:trace contextRef="#ctx0" brushRef="#br0" timeOffset="-156502.59">32283 13390 45 0,'0'0'37'0,"0"0"-11"0,0 0-15 0,5 4-7 16,-5-4-16-16,0 0-7 0,0 0-20 0,0 0 9 15</inkml:trace>
  <inkml:trace contextRef="#ctx0" brushRef="#br0" timeOffset="-154680.18">32316 13411 53 0,'0'0'57'0,"0"0"6"0,0 0-2 15,0 0 0-15,0 0 8 0,0 0-9 0,0 0-2 0,0 0-11 16,0 0 2-16,0 0-5 0,7 2-14 0,-7-2-4 16,0 0-9-16,0 0 2 0,0 0-19 15,0 0-5-15,0 0-15 0,0 0-25 0,0 0-63 16,0 0-116-16,0 0 52 0</inkml:trace>
  <inkml:trace contextRef="#ctx0" brushRef="#br0" timeOffset="-120180.41">18285 14403 9 0,'0'0'52'0,"-4"-12"-2"0,4 12-4 0,-4-6-4 0,4 6-6 15,-6-6 7-15,6 6-1 0,-5-6-8 0,5 6-5 16,-8-4-4-16,8 4 3 0,-9-3-11 0,9 3 1 16,-9-3 1-16,9 3 6 0,-11-2 0 15,11 2-6-15,-14-1 1 0,14 1 2 0,-17 0-15 16,4 2 4-16,0 0 2 0,-3 3-3 0,-2-1 1 16,-2 2-2-16,0-1-1 0,-5 3-1 0,-2 0-1 0,7 0-11 15,-6 0 7-15,2 3 6 0,-2-2-2 0,6 2 6 16,-3 0 0-16,5-3-5 0,0 3 0 15,-5 3 4-15,0 3-14 0,1 3 11 0,0-3 1 16,3 5 5-16,3-2-12 0,0 4 7 0,0-2 5 0,7 1-7 16,-4 3 0-16,3 3-4 0,2-3-2 0,2 5 5 15,-1 0-4-15,2-1-1 0,3 4-3 16,-2-2 6-16,0 3-5 0,4-2 2 0,2-1 2 0,1 2-1 16,2-4 6-16,3 1-10 0,1 1 0 15,1-1 7-15,3-2-13 0,0 2 10 0,1 0 6 16,1 0-5-16,-1-2 3 0,5 0-4 0,-1-3-2 0,0 2 0 15,2-3 1-15,1 0 4 0,-2-1-4 0,5-4 3 16,-1-2-3-16,0-4 4 0,2 2-5 0,1-4 3 16,3 1-4-16,0-4-3 0,0-2 0 0,2-2 6 15,3-3 1-15,-2 0-5 0,2-6-3 16,-1 1 6-16,-1-2 1 0,-1 0 1 0,2-2 2 16,-2-1-2-16,-2-2 6 0,0-3 6 0,2 1-3 0,-2-4-3 15,1 0 7-15,-4-3 1 0,1-5 5 0,3 5 3 16,-4-7-7-16,3 4 3 0,-5-4 2 15,2 0 5-15,-6 3 1 0,0-6-14 0,-2-2-3 0,-2 4 4 16,-2-4-7-16,0-3-2 0,-1-11 7 16,-6-3-6-16,0 1 2 0,-4-2-4 0,-3-3-9 15,-3 3 8-15,-8 1 4 0,1-4 1 0,-9 1-11 16,0 3 9-16,-6-4-1 0,-5 4-12 0,-6 2-7 16,-3 5 2-16,-4 4-17 0,-4 6 4 0,-4 8-12 15,-8 8-14-15,-30 11-6 0,-3 9-23 0,-4 13-3 16,-1 15-65-16,-8 4-159 0,1 13 71 0</inkml:trace>
  <inkml:trace contextRef="#ctx0" brushRef="#br0" timeOffset="-82872.83">27899 13226 39 0,'0'0'42'0,"0"0"-5"0,-4-7-3 0,4 7-1 16,0 0-7-16,0 0 1 0,0 0-12 0,-5-5 5 15,5 5-2-15,0 0 0 0,0 0-1 16,0 0-1-16,0 0-6 0,0 0 2 0,0 0 1 0,0 0-6 15,0 0-3-15,0 0 1 0,0 0-6 0,0 0-3 16,0 0-12-16,0 0-5 0,0 0 2 0,0 0-6 16,0 0 8-16,0 0-4 0,0 0-25 0,0 0-48 15,0 0 22-15</inkml:trace>
  <inkml:trace contextRef="#ctx0" brushRef="#br0" timeOffset="-77901.73">28077 13425 32 0,'0'0'41'0,"0"0"-7"0,0 0-3 15,0 0 2-15,0 0-8 0,0 0 0 0,0 0 1 16,0 0-3-16,0 0-5 0,0 0 0 16,0 0 0-16,0 0 1 0,0 0-6 0,0 0-1 15,0 0-3-15,0 0 1 0,0 0 2 0,0 0 3 16,0 0-4-16,0 0 2 0,0 0 2 0,0 0 0 0,0 0-7 15,-13-2 2-15,13 2 1 0,0 0-2 16,0 0-3-16,0 0 4 0,0 0 2 0,0 0-3 16,0 0-1-16,0 0 0 0,0 0 3 0,0 0 1 15,0 0 1-15,0 0-4 0,0 0 0 0,0 0 4 0,0 0-6 16,0 0 7-16,0 0-8 0,0 0-1 16,0 0 4-16,0 0-5 0,0 0-3 0,0 0 2 15,0 0 0-15,0 0 2 0,0 0-1 0,0 0-5 16,0 0 2-16,0 0-12 0,0 0-2 0,0 0-9 0,0 0-6 15,0 0-14-15,0 0-11 0,0 0-34 0,0 0-94 16,0 0 43-16</inkml:trace>
  <inkml:trace contextRef="#ctx0" brushRef="#br0" timeOffset="-77538.55">27677 13368 12 0,'0'0'22'0,"0"0"0"15,0 0-2-15,0 0-8 0,0 0 1 0,0 0-9 16,0 0 6-16,0 0-7 0,0 0-5 0,0 0-18 15,6-2-20-15,-6 2 9 0</inkml:trace>
  <inkml:trace contextRef="#ctx0" brushRef="#br0" timeOffset="-76810.58">32192 13373 18 0,'0'0'19'0,"0"0"-3"0,0 0-2 0,0 0-7 15,0 0-5-15,0 0 1 0,0 0-17 0,0 0-14 16,0 0 7-16</inkml:trace>
  <inkml:trace contextRef="#ctx0" brushRef="#br0" timeOffset="-68562.19">32191 13339 72 0,'0'0'61'15,"0"0"-5"-15,0 0-5 0,0 0-6 0,0 0-5 16,0 0 1-16,0 0-4 0,0 0-7 0,0 0 3 0,0 0-6 16,0 0-2-16,0 0-1 0,0 0-6 0,0 0-1 15,0 0 0-15,0 0-11 0,0 0 7 16,0 0-6-16,0 0 6 0,0 0-8 0,0 0-7 16,0 0 1-16,0 0-12 0,0 0-5 0,0 0-18 15,0 0-13-15,0 0-38 0,0 0-93 0,0 0 41 16</inkml:trace>
  <inkml:trace contextRef="#ctx0" brushRef="#br0" timeOffset="-48710.11">32163 13351 4 0,'0'0'37'0,"0"0"0"0,0 0-1 16,2-5-6-16,-2 5-5 0,0 0 0 0,0 0-3 15,0 0-3-15,0 0 2 0,0 0 0 0,5-6-2 16,-5 6-2-16,0 0-5 0,0 0-5 0,0 0 4 16,0 0-6-16,0 0 1 0,0 0 6 0,0 0-7 15,0 0 2-15,0 0-7 0,0 0 12 0,0 0-9 16,0 0-2-16,0 0-1 0,0 0-5 15,0 0 10-15,0 0-8 0,0 0 4 0,0 0-2 0,0 0-1 16,0 0 7-16,0 0-4 0,0 0 0 0,0 0-5 16,6-4 5-16,-6 4-8 0,0 0 5 15,0 0-8-15,0 0 7 0,0 0-2 0,0 0-1 16,0 0 0-16,0 0 8 0,0 0-11 0,0 0 8 16,0 0-2-16,0 0 0 0,0 0-1 0,0 0 4 0,0 0-3 15,0 0 2-15,0 0 2 0,0 0 0 0,0 0-2 16,0 0-1-16,0 0 2 0,0 0 0 15,0 0-4-15,0 0 3 0,0 0 4 0,0 0-5 16,0 0 1-16,0 0-6 0,0 0 0 0,0 0 7 16,0 0 3-16,0 0-4 0,0 0-2 0,0 0 2 15,0 0-4-15,0 0 4 0,0 0 1 0,0 0-1 0,0 0-1 16,0 0 5-16,0 0 0 0,0 0-2 16,0 0-4-16,0 0-2 0,0 0 4 0,0 0 6 15,0 0-9-15,0 0 5 0,0 0-4 0,0 0 9 16,0 0-4-16,0 0-9 0,0 0 10 0,0 0 1 15,0 0-6-15,0 0 4 0,0 0-2 0,0 0 0 16,0 0-2-16,0 0 5 0,0 0-2 0,0 0-7 0,0 0 7 16,0 0-6-16,0 0 5 0,0 0 0 15,0 0-1-15,0 0 1 0,0 0-2 0,0 0 5 0,0 0-10 16,0 0 6-16,0 0-2 0,0 0 9 16,0 0-6-16,0 0-3 0,0 0 5 0,2 17 2 15,-2-17-6-15,0 0 3 0,0 0-4 0,0 0 4 16,2 9 1-16,-2-9-5 0,0 0 3 0,0 0-1 15,0 0 5-15,-2 11-7 0,2-11 1 0,0 0-2 16,0 9-2-16,0-9-4 0,0 0-3 0,0 9 3 16,0-9 2-16,0 0-3 0,-3 10-3 0,3-10 0 15,0 10 2-15,0-10 4 0,0 7-1 0,0-7 1 16,1 8-1-16,-1-8-2 0,0 8-2 0,0-8 1 16,0 0-8-16,-1 13-22 0,1-13 11 0</inkml:trace>
  <inkml:trace contextRef="#ctx0" brushRef="#br0" timeOffset="-43839.03">23728 12957 2 0,'0'0'40'0,"0"0"-3"0,0 0-1 0,0 0-1 0,0 0-4 16,0 0-6-16,0 0 8 0,0 0-4 0,0 0 1 15,0 0-4-15,0 0-2 0,0 0 5 16,0 0-9-16,0 0-5 0,0 0-1 0,0 0 0 0,0 0-3 15,0 0 2-15,0 0-4 0,0 0 1 16,0 0-4-16,0 0 3 0,0 0-1 0,0 0 0 16,0 0 1-16,0 0-7 0,0 0 1 0,0 0-2 15,0 0 4-15,0 0-1 0,0 0-1 0,0 0-1 16,0 0 8-16,0 0-11 0,0 0 5 0,0 0-3 16,0 0 3-16,0 0 6 0,0 0-7 0,0 0 21 15,0 0-14-15,0 0-7 0,0 0 5 0,0 0-2 16,0 0-6-16,0 0 2 0,0 0 6 0,0 0-3 15,0 0-4-15,0 0 2 0,0 0-3 0,0 0 7 16,0 0-10-16,0 0 4 0,0 0 1 0,0 0 0 16,0 0-2-16,0 0-4 0,0 0 6 0,0 0 3 15,0 0-7-15,0 0 1 0,0 0 1 16,0 0-5-16,0 0 6 0,0 0-3 0,0 0 6 16,0 0 2-16,0 0-11 0,0 0-1 0,0 0 18 0,0 0-14 15,0 0 3-15,0 0 3 0,0 0-7 16,0 0 9-16,0 0-5 0,0 0-5 0,0 0 4 0,0 0-3 15,0 0 1-15,0 0-1 0,0 0-10 0,0 0 14 16,0 0-9-16,0 0 5 0,0 0 2 0,0 0-15 16,0 0 3-16,0 0-5 0,0 0-7 0,0 0 3 15,0 0-4-15,0 0-2 0,0 0 2 0,0 0-2 16,0 0 6-16,0 0-9 0,0 0-32 16,0 0-68-16,0 0 32 0</inkml:trace>
  <inkml:trace contextRef="#ctx0" brushRef="#br0" timeOffset="-8080.07">1568 1998 81 0,'0'0'116'0,"-2"-7"-2"0,2 7 2 0,0 0 0 0,-4-12-20 16,4 12-3-16,-3-5-12 0,3 5-5 0,-7-8-4 15,7 8-7-15,-4-4-4 0,4 4-5 0,0 0-5 16,-5-3-15-16,5 3 4 0,0 0-7 0,0 0-9 16,0 0 10-16,0 0-7 0,0 0-14 0,0 0 4 15,-9 15-2-15,8-10-7 0,1 4 5 16,-1 4 0-16,1 3-1 0,-2 0-6 0,4 7 6 0,-5 2 3 16,4 4 1-16,1-2 0 0,-4 2-1 15,1 7 0-15,2 11 1 0,-2-15-2 0,2 15 3 16,1-11-1-16,-1 10 5 0,-1-1-2 0,1-11-1 15,-2 12 0-15,1-11-7 0,0 1-1 0,1-1 5 16,-1 1-2-16,0 8 6 0,3-12-7 0,-3 0 2 16,0 0-4-16,0-3-6 0,-2-1 8 0,4-1-15 15,-4-1 2-15,0 0-12 0,-2 0-13 0,2 2-6 16,-4-8-9-16,4-1-21 0,0-4-25 0,-1 2-18 16,-1-7-18-16,4 0-101 0,-2-1-241 0,2-9 106 15</inkml:trace>
  <inkml:trace contextRef="#ctx0" brushRef="#br0" timeOffset="-7294.46">1707 1852 42 0,'34'-1'81'15,"2"-2"-8"-15,1 3-10 0,16-2-4 0,0-2-9 16,1-1 1-16,-2 1-14 0,-13 1 3 0,13 0-10 16,-2 1-5-16,-12 0 4 0,17-1-6 0,-1 0 1 15,1-1-6-15,-3 1-2 0,-12 3 1 0,11-4-6 16,-13 0 3-16,-2 5 5 0,1-3-1 0,-3 1-9 15,-4 1 5-15,-3-3 0 0,-7 3-7 0,0-3-2 16,-6 3 5-16,-14 0 0 0,25 0 5 0,-15 0-3 16,-10 0 0-16,20 0-2 0,-20 0-2 15,14 0-5-15,-14 0 3 0,0 0-8 0,17 3 3 16,-17-3 6-16,11 4-2 0,-11-4-2 0,11 9 0 16,-11-9-6-16,14 13 3 0,-9-6 0 0,1 1 9 15,0 2-15-15,2 4 1 0,-1 3 10 0,0 1 3 16,-1 0 5-16,4 6 3 0,-3 2 0 0,-1 1-2 15,1 2 6-15,-2 3 8 0,0-1-5 0,1 0 3 16,-1 3 10-16,2 2-5 0,-1-2-3 0,3 11-1 16,-5-9 5-16,3-1-4 0,-1-1-11 0,-3-1 8 15,0-1 0-15,1 0-9 0,-3-1 0 0,-1-2-2 16,2-2 6-16,0 1-8 0,-4-2-2 0,2-6 1 16,-1-1 2-16,-5 5 3 0,1-6-8 15,-3 0 1-15,2-3-1 0,-6 2 5 0,1-3-7 16,-3 2 6-16,-2-3-4 0,-8 2 0 0,1-1 0 15,-5-1-1-15,-3-1-4 0,2 0 3 0,-6-2 2 16,-2-1-6-16,-1-1 7 0,0 0-9 0,-17 1 8 16,2-2-2-16,-2 0-8 0,-4 0 12 0,-1-2-5 15,-1 5 0-15,-4-3 2 0,2 1-3 0,-26-1-4 16,27 0-1-16,1-1 4 0,0-1 7 0,3 3-6 16,2 0-7-16,1-4 3 0,16 0 2 0,0-3-15 15,1 1-9-15,1-1-18 0,4 0-22 0,2-3-18 16,8 0-22-16,6-1-113 0,-1-3-232 0,2-3 103 15</inkml:trace>
  <inkml:trace contextRef="#ctx0" brushRef="#br0" timeOffset="-6852.65">1707 2552 68 0,'0'0'107'0,"0"0"-9"15,0 0 7-15,0 0-8 0,0 0-6 0,9 32-6 16,-8-21 0-16,-1-11-8 0,0 21-11 0,2-11 1 16,-2-10-8-16,0 19-6 0,0-19-5 0,2 14-4 15,-2-14 5-15,0 0 5 0,0 0 16 0,0 14 12 16,0-14 13-16,0 0 8 0,0 0 3 0,0 0-22 15,0 0 0-15,0 0-12 0,0 0-11 0,0 0-6 16,0 0-3-16,4-53-13 0,-1 35 1 0,1-1-5 16,2 0-6-16,2-3-1 0,-1-5-5 15,1 1-3-15,1 3 0 0,-1 0-4 0,3 0-1 0,-5 5-7 16,6 4 2-16,-3-2-2 0,1 3-2 0,-2 3 2 16,2 2-3-16,-3 2 0 0,-7 6-5 15,17-8-5-15,-17 8 1 0,13 0 1 0,-13 0 1 16,20 10-2-16,-9 2-1 0,-1 5 3 0,0 0 3 15,-5 0-3-15,4 7-1 0,-3-6 1 0,2 6 7 16,-2-1-5-16,-2-5 0 0,-1 2 1 0,-1-4-2 16,0 0 3-16,1 0-3 0,-1-4-10 0,0 3-19 15,-2-15-21-15,0 21-29 0,0-21-38 0,-7 16-43 16,1-6-165-16,-3-3-354 0,-1-1 157 0</inkml:trace>
  <inkml:trace contextRef="#ctx0" brushRef="#br0" timeOffset="-6256.02">1828 2487 51 0,'14'-6'97'16,"-1"3"-3"-16,4-2-11 0,-4 3 2 0,4-3-12 15,-17 5-13-15,24 3 10 0,-9-2 9 16,-6 4-6-16,3-1 1 0,-1 1 2 0,-2 0-4 15,2 2-7-15,-11-7-8 0,16 10-5 0,-10-3-4 16,-6-7-8-16,10 10 6 0,-10-10-4 0,8 7-5 16,-8-7 10-16,0 0-4 0,6 7 7 0,-6-7 6 15,0 0 6-15,3 5 2 0,-3-5 5 0,0 0-4 16,0 0-4-16,0 0-4 0,0 0-9 0,0 0-4 16,0 0-4-16,0 0-4 0,0 0-1 0,0 0-7 15,0 0 0-15,0 0-10 0,-3-35-5 0,3 26-2 16,0 9-6-16,3-19-2 0,2 8-4 0,1 0-9 15,-1 0 2-15,0-1-2 0,3-1-7 0,-1 5-2 16,3-2-2-16,-1 1-2 0,-1 3 3 0,-8 6 3 16,21-7-5-16,-9 7 8 0,-12 0-4 0,23 3-1 15,-14 4 11-15,3-2 1 0,0 6-3 16,-3-3-4-16,2 4 10 0,-3-2-4 0,0 0 2 0,-2 0 1 16,-1 1 0-16,0-2 0 0,-5-9 1 0,3 11 3 15,-3-11 8-15,0 0 8 0,6 14 6 0,-6-14-1 16,0 0 0-16,0 0-1 0,0 0-3 0,0 0 0 15,0 0-1-15,0 0-5 0,0 0 1 0,0 0-3 16,0 0-5-16,-30-22-2 0,30 22-4 0,-4-17-13 16,4 17-4-16,-2-17 6 0,2 17-7 0,3-17-2 15,-3 17-5-15,9-18-5 0,-4 10 9 16,3 1-3-16,-8 7 10 0,11-8-10 0,-11 8 2 16,13-7 4-16,-13 7 5 0,0 0-2 0,18 2 2 15,-18-2-1-15,19 11-1 0,-11-3 6 0,-2 0 2 16,4 2 0-16,-2-1 8 0,-2 1-3 0,1 0-6 15,2-2 6-15,-2 1 3 0,-7-9-1 0,9 18 4 16,-9-18-32-16,13 14-31 0,-13-14-24 0,9 11-36 16,-5-6-112-16,-4-5-252 0,0 0 111 0</inkml:trace>
  <inkml:trace contextRef="#ctx0" brushRef="#br0" timeOffset="-6015.23">2483 2223 100 0,'0'0'165'0,"0"0"-10"16,2-14-24-16,-2 14-13 0,0 0-11 0,0 0-11 0,0 0 4 15,0 0 5-15,9 37 4 0,-8-21-10 16,1 11-9-16,0 3-4 0,0 2-5 0,-4 0-4 16,4-4-4-16,-4 3-9 0,0-4-5 0,2-2-5 15,-2 2-8-15,2-2 1 0,-1-9-8 0,0 3-1 16,1-2-5-16,-3-6-13 0,3-11-15 0,-1 21-25 15,1-21-28-15,-3 15-21 0,3-15-16 0,-3 8-30 16,3-8-27-16,0 0-128 0,0 0-292 0,-14 7 129 16</inkml:trace>
  <inkml:trace contextRef="#ctx0" brushRef="#br0" timeOffset="-5799.24">2517 2312 52 0,'17'-11'100'0,"-5"8"0"0,-12 3 6 16,20-3 11-16,-20 3 4 0,19 7-3 0,-10-2-9 16,-9-5-11-16,15 10-5 0,-8-3 4 0,-1 2-7 15,-3 1-8-15,-3-10-4 0,1 13-3 0,-1-13-4 16,-7 22-4-16,2-12-5 0,-1-1-6 0,-2 0-1 16,-1 0-11-16,2-1-18 0,-2-1-18 0,-1 0-21 15,-2-1-31-15,12-6-26 0,-20 6-33 0,9-3-43 16,11-3-96-16,0 0-262 0,-29 0 116 15</inkml:trace>
  <inkml:trace contextRef="#ctx0" brushRef="#br0" timeOffset="-5462.06">2608 2085 126 0,'0'0'124'15,"0"0"-18"-15,10-4 3 0,-10 4-9 0,0 0 5 16,0 0 6-16,0 0-11 0,22 17-10 0,-16-9 4 16,1 0-11-16,-2 1-2 0,0 0-9 0,2 1-8 15,-1-1-8-15,0 1 0 0,-1-1-7 0,-5-9-6 16,9 12 0-16,-9-12-8 0,5 10-3 0,-5-10 8 16,0 0 7-16,5 12 3 0,-5-12 12 0,0 0 11 15,0 0 0-15,0 0-5 0,0 0-7 0,0 0-5 16,0 0-4-16,0 0-8 0,0 0-1 15,0 0-8-15,0 0-3 0,0 0-3 0,0 0-5 16,-1-38-3-16,4 29-5 0,2 1-5 0,-5 8-10 16,4-16-10-16,1 7-8 0,1-1-6 0,-1 2-11 15,4-4-9-15,-1 6-8 0,2-1-15 0,0 1-37 16,1 2-21-16,-11 4-26 0,20-6-37 0,-20 6-98 16,18 1-309-16,-18-1 136 0</inkml:trace>
  <inkml:trace contextRef="#ctx0" brushRef="#br0" timeOffset="-4795.8">3021 2298 6 0,'0'0'131'0,"-14"0"6"0,14 0-23 0,0 0-7 0,0 0-6 16,0 0-14-16,0 0-10 0,0 0-8 15,0 0-6-15,0 0-4 0,0 0-2 0,0 0 6 16,0 0 3-16,50 4 1 0,-20-2-2 0,5 0-2 16,5-2-6-16,18 1-4 0,-7 1-3 0,4-2-5 15,0 0-3-15,-1 1 1 0,-3-4-10 0,-13 6 4 16,15-3-1-16,-15-3-1 0,3 3 4 0,10 0 3 15,-15 0-2-15,2-3-3 0,-3 0 1 0,-3 0-4 16,-2-1-1-16,-2 2 1 0,-1-6 0 0,-8 5 2 16,-5-2 7-16,-1 2-3 0,-13 3 8 0,18 0 3 15,-18 0 7-15,13-4 0 0,-13 4 0 0,0 0-7 16,0 0 1-16,0 0-8 0,20 0 0 0,-20 0-5 16,0 0-5-16,0 0-8 0,0 0-21 0,0 0-25 15,0 0-22-15,0 0-31 0,0 0-39 0,0 0-54 16,0 0-64-16,0 0-127 0,-49-5-386 15,23 14 171-15</inkml:trace>
  <inkml:trace contextRef="#ctx0" brushRef="#br0" timeOffset="-3845.71">1458 2453 98 0,'0'0'115'0,"0"0"-1"0,0 0-5 16,0 0-4-16,0 0-17 0,0 0 3 0,0 0-13 16,-8-4-1-16,8 4-9 0,0 0 2 0,-9-3-15 15,9 3 0-15,0 0 1 0,-18-2-2 0,18 2-3 16,-18-2 6-16,6 1-8 0,-1 1 5 0,-6-3-6 15,-3 1 4-15,0 0-5 0,-5-2-4 0,0 4 9 16,-3 0-1-16,-1-1-3 0,0-1-1 0,2 2-4 16,-3 0-1-16,3 0 0 0,2 0-1 15,0-2-2-15,-1 4-6 0,1 0 1 0,4-1-3 16,2-1-1-16,21 0 2 0,0 0-4 0,-58 3-6 0,58-3 5 16,0 0-1-16,-39 3-11 0,39-3 5 15,0 0 0-15,0 0-8 0,-44 0 3 0,44 0-2 16,0 0-3-16,0 0 1 0,0 0-1 0,-35 5 3 15,35-5-11-15,0 0 6 0,0 0-2 0,0 0-3 16,0 0 3-16,0 0-1 0,0 0-2 0,0 0-1 16,0 0-7-16,0 0-13 0,0 0-17 0,0 0-18 15,0 0-10-15,0 0-16 0,0 0-18 0,-27 8-44 16,27-8-43-16,0 0-117 0,0 0-324 0,0 0 143 16</inkml:trace>
  <inkml:trace contextRef="#ctx0" brushRef="#br0" timeOffset="-2172.08">748 2413 13 0,'0'0'62'0,"0"0"-2"0,0 0-12 16,0 0-6-16,0 0-4 0,0 0 2 0,0 0-6 15,0 0-8-15,0 0 10 0,0 0-10 16,0 0-4-16,0 0 3 0,-40-15-6 0,40 15-1 15,0 0-7-15,0 0 8 0,0 0-7 0,0 0-1 16,0 0-1-16,0 0 0 0,0 0-1 0,0 0 5 16,0 0-3-16,0 0 7 0,-56 13-4 0,56-13 2 15,0 0-2-15,0 0 2 0,0 0-4 0,0 0-3 16,0 0 8-16,0 0-1 0,0 0-10 0,0 0 9 16,0 0 1-16,-34 10 1 0,34-10-11 15,0 0 8-15,0 0-2 0,0 0 6 0,0 0-6 0,0 0 5 16,0 0-3-16,0 0-6 0,0 0 3 15,0 0-6-15,0 0 5 0,0 0 0 0,0 0 0 16,0 0 4-16,0 0-7 0,0 0 2 0,0 0 0 16,0 0 2-16,0 0-8 0,0 0 5 0,0 0-13 0,0 0 10 15,0 0-2-15,0 0-6 0,0 0 8 0,0 0-1 16,0 0-1-16,0 0-2 0,0 0-2 0,0 0 2 16,-13 23 4-16,13-23 3 0,0 0-4 15,0 0 2-15,0 0 3 0,0 0-3 0,-7 30 2 16,7-30 5-16,0 0 4 0,0 0-4 0,-2 35-1 15,2-35-7-15,0 0 12 0,-3 33-3 0,3-33-3 16,0 0 4-16,-4 42 3 0,4-42-12 0,-4 33 5 16,4-33 1-16,0 32 4 0,0-32 7 0,-5 35-4 15,5-35 0-15,-2 39 1 0,2-39 3 0,-2 37-1 16,2-37 3-16,-4 44-4 0,4-44 2 0,0 36 7 16,0-36-5-16,0 43-7 0,0-43-7 0,-1 37 9 15,1-37-5-15,-3 45-3 0,3-45 2 0,0 45 12 16,0-45-3-16,0 50 4 0,-2-25 3 15,2-25 4-15,2 45-2 0,-2-45-3 0,-2 45-2 16,2-45-4-16,-2 39-1 0,2-39-1 0,-6 43 1 16,6-43-3-16,0 39 1 0,0-39-4 0,0 36 0 15,0-36-5-15,0 34 3 0,0-34-3 0,0 0-4 16,2 44 6-16,-2-44-6 0,0 0 0 0,2 33-8 16,-2-33-5-16,0 0-3 0,4 32-15 0,-4-32-9 15,0 0-10-15,8 32-17 0,-8-32-21 0,0 0-30 0,0 0-12 16,4 38-19-16,-4-38-94 0,0 0-255 15,0 0 113-15</inkml:trace>
  <inkml:trace contextRef="#ctx0" brushRef="#br0" timeOffset="-1186.29">540 3352 32 0,'0'0'80'15,"0"0"1"-15,0 0-9 0,0 0 3 0,0 0-12 16,0 0-5-16,0 0-14 0,0 0 7 0,0 0-10 16,0 0-4-16,0 0-6 0,0 0 2 0,0 0 3 15,0 0 4-15,0 0-5 0,0 0-4 0,0 0 2 16,0 0-4-16,0 0 1 0,0 0-5 0,22 72 14 15,-22-72 3-15,0 0-16 0,2 46-1 0,-2-46 3 16,2 28 3-16,-2-28-2 0,0 0-4 16,10 39-2-16,-10-39-1 0,0 0-2 0,4 33 3 15,-4-33-4-15,0 0 1 0,2 32 3 0,-2-32-4 16,0 0 7-16,0 0-7 0,7 40 8 0,-7-40 1 16,0 0 3-16,0 0-8 0,0 35-7 0,0-35 2 15,0 0 2-15,0 0-7 0,0 0 3 0,0 0-5 16,4 33 0-16,-4-33 2 0,0 0-6 0,0 0 1 15,0 0 3-15,0 0-2 0,0 0-1 16,0 0-5-16,0 0 0 0,0 0 4 0,0 0-1 0,0 0-5 16,0 0 6-16,0 0-10 0,5 31 9 0,-5-31 3 15,0 0-6-15,0 0 1 0,0 0 3 0,0 0-1 16,0 0-6-16,0 0 7 0,0 0 3 0,0 0-1 16,18 18 5-16,-18-18 0 0,0 0 0 0,0 0-1 15,0 0-2-15,40 9-6 0,-40-9 8 0,0 0 2 16,44 7-2-16,-44-7-3 0,39 3 1 0,-9-2 1 15,1 1-1-15,3-1-3 0,4-2 2 16,14 1-3-16,2 0 2 0,-1-2-1 0,3 2-1 16,-1 0 0-16,-1 0-4 0,0 2 7 0,1-4-7 15,-1 5-15-15,-15-3-1 0,0-3 0 0,1 6-4 16,-2 0-5-16,-3-1-6 0,4 2-8 0,-4-4-6 16,-1 0-19-16,-2 0-23 0,-1 0-25 0,-10 2-6 15,2 0-24-15,-6-2-79 0,-4 3-237 0,-13-3 105 16</inkml:trace>
  <inkml:trace contextRef="#ctx0" brushRef="#br0" timeOffset="351.88">1753 3511 25 0,'0'0'94'0,"0"0"-2"0,0 0-7 0,0 0 12 0,2 38-13 16,0-21-2-16,-2 2-13 0,0 5-9 16,0-3 3-16,0 8-8 0,0-3 0 0,0 7-6 0,0 2 4 15,-2-3 0-15,0 3 4 0,1-2-4 16,-2 2-7-16,2-2-4 0,-3-1-1 0,2 0-4 0,-4-2-7 16,6-2-1-16,-2-1-2 0,2-8-3 0,0 1-4 15,0-4 2-15,0 1-1 0,-4-6-5 16,4-11-13-16,-2 19-9 0,2-19-12 0,0 12-13 15,0-12-16-15,0 0-12 0,0 0-28 0,-3 12-27 16,3-12-73-16,0 0-204 0,0 0 91 0</inkml:trace>
  <inkml:trace contextRef="#ctx0" brushRef="#br0" timeOffset="921.76">1865 3482 14 0,'27'-1'98'0,"4"-2"-2"16,6 0-11-16,0-1-10 0,13 2-2 0,-12-1-6 15,2 0-6-15,0-1-8 0,-1 4-5 0,1-3 0 16,-5 2-14-16,3-2 1 0,-4 2-4 0,-2-1-1 15,0 2-5-15,-3-3 3 0,1 2-3 0,-3-1 0 16,-6 2 2-16,1 0-3 0,-4 0-4 0,-4 0-2 16,4 0 3-16,-18 0-11 0,23-1 8 0,-23 1-1 15,15 0 0-15,-15 0-8 0,14 1-2 0,-14-1 0 16,0 0 4-16,14 3-10 0,-14-3 5 0,10 6 0 16,-10-6 6-16,7 7 2 0,-7-7 0 0,4 14-2 15,-4-14-1-15,2 19-2 0,-2-9 5 0,0-10 6 16,0 27 4-16,-1-9-2 0,1-1 2 0,0 1 0 15,0 1-4-15,1 0-1 0,-1 8 2 0,2 1 1 16,0 3-5-16,0-2 3 0,-1-1-4 16,3 0-1-16,-1-2-1 0,1-1 3 0,-1-4-3 15,-2-2 0-15,2 0-2 0,-2-1 1 0,0-3-3 16,0 1 0-16,1-3-1 0,-1-1-12 0,0 0 7 16,-1-12 3-16,2 23 4 0,-2-23-3 0,-3 15-2 15,3-15 1-15,-4 16 1 0,4-16 6 0,-4 12-6 16,4-12-4-16,-15 11 0 0,6-5 2 0,-3 0 0 15,-5-1-4-15,0 1 4 0,-3-1 0 0,-7 1-5 16,5 0 0-16,-11-1 2 0,-3 3 1 0,-16-1-4 16,-2 3 7-16,0-1-3 0,-3 1 1 0,1-1-6 15,-6 1 5-15,3 0-4 0,-3-1-7 0,7 1 0 16,1-1-18-16,4 0-16 0,14-3-15 0,6 0-26 16,2-1-35-16,7-3-122 0,3 2-258 15,4-4 114-15</inkml:trace>
  <inkml:trace contextRef="#ctx0" brushRef="#br0" timeOffset="1837.12">2058 3680 16 0,'0'0'146'0,"0"0"-10"0,-16 34 3 0,12-21-5 16,-1 5-12-16,-3 10 1 0,3 3 4 0,-1-5-9 16,-1 3-12-16,2-3-1 0,-1-1-9 15,1 1-9-15,-2-7-5 0,3 0-6 0,1-2-9 16,-1-1-2-16,1 1-8 0,-1-3-5 0,2-2-4 16,-1 0-5-16,2-1-6 0,-2-2-2 0,1 1 0 15,1-4-20-15,-3 1-16 0,3-1-21 0,1-6-30 16,-8 9-26-16,8-9-25 0,-9 7-32 0,0-5-26 15,9-2-92-15,-13 0-274 0,13 0 122 0</inkml:trace>
  <inkml:trace contextRef="#ctx0" brushRef="#br0" timeOffset="2367.6">1877 3996 94 0,'10'-3'141'0,"2"-1"-12"0,-1 0-12 15,2-1-14-15,1 0-3 0,3-2-4 0,-1 0 2 16,-2-3-14-16,3 5-2 0,-3-2-1 16,0-4-18-16,1 3-4 0,-3 2-6 0,-2-1-4 15,2 0-6-15,-4-1 1 0,0-1-8 0,1 0 6 16,-5 2-5-16,4 2-5 0,-8 5-1 0,9-12-3 16,-6 4 2-16,0-1-2 0,-3 9 11 0,2-13-2 15,-2 13-3-15,0-10 1 0,0 10-11 0,0 0 1 16,0 0-2-16,-7-12-4 0,7 12 1 0,0 0-2 15,0 0-5-15,0 0 2 0,-26 16 1 16,19-7-3-16,-1 1 3 0,2 0-3 0,-1 0 2 0,2 1-2 16,1 0-4-16,0 1 7 0,2-4-7 0,-1 2 2 15,4-2-4-15,-1-8 0 0,2 14 3 0,-2-14-8 16,7 12 8-16,-1-7-3 0,-1 0 0 0,5-1-8 16,-10-4-9-16,17 2 3 0,-17-2-12 0,16 0 1 15,-16 0 1-15,19-5 2 0,-9 1-2 0,-1 1 5 16,1-2-6-16,1 0 7 0,-5 0-1 0,1-2 3 15,-7 7-9-15,11-13 1 0,-4 5 3 16,-3-3 0-16,2 3 2 0,-2-1-2 0,0 0-1 16,-2-1 8-16,2-1-2 0,-4 11 6 0,4-13-9 15,-4 13 7-15,1-12 6 0,-1 12-1 0,2-10 5 16,-2 10-5-16,0 0-3 0,0 0 5 0,0 0-1 16,0 0 0-16,0 0-2 0,0 0 5 0,-13 29-2 15,10-20-2-15,0-1-3 0,3-8 5 0,-3 14-7 16,1-3-10-16,2-11-9 0,-1 14-13 0,1-14-22 15,1 13-17-15,-1-13-14 0,3 10-3 0,-3-10 0 16,8 5 0-16,-8-5-7 0,11 3-7 0,-11-3-2 16,0 0-56-16,24-6-178 0,-14 3 78 0</inkml:trace>
  <inkml:trace contextRef="#ctx0" brushRef="#br0" timeOffset="2688.24">2324 3881 356 0,'9'-8'-26'0,"-9"8"11"0,10-17 12 0,-4 7 6 16,0 1 9-16,-6 9 7 0,7-16-1 0,-7 16 14 15,3-12 25-15,-3 12 5 0,0 0 8 0,0-14-3 16,0 14 1-16,0 0-5 0,0 0-2 0,0 0 2 15,0 0-5-15,0 0-10 0,0 0 1 16,-29 20-7-16,23-11 5 0,3 0-1 0,-2-1-3 16,0 1-8-16,5-9 1 0,-4 15-3 0,2-8-6 15,2-7 1-15,-1 11-9 0,1-11 4 0,0 0-8 0,0 0 8 16,4 15-5-16,-4-15-4 0,0 0-8 0,0 0 0 16,0 0-3-16,0 0 2 0,0 0-2 15,0 0-10-15,28-17 3 0,-28 17 11 0,4-16-11 0,-4 16 4 16,1-19 2-16,2 9-2 0,-3 10 3 15,-1-22 1-15,1 22 2 0,-3-22-12 0,2 11 3 16,-1 0 2-16,0 0 0 0,2 11 5 0,-1-16 5 16,1 16-7-16,-3-10 7 0,3 10-2 0,0 0-2 15,-1-13-3-15,1 13-3 0,0 0-4 0,0 0 5 0,0 0 1 16,0 0 1-16,0 0 1 0,0 0 0 16,0 0-12-16,0 0-18 0,11 42-35 0,-8-30-14 15,-1-1-32-15,-2-11-18 0,8 19-69 0,-6-12-209 16,-2-7 93-16</inkml:trace>
  <inkml:trace contextRef="#ctx0" brushRef="#br0" timeOffset="3172.87">2782 3716 111 0,'0'0'132'0,"0"0"-13"0,39 5-7 0,-19-3-11 0,8-2-3 15,2 1-13-15,4-1-10 0,1 0-3 16,5 0-5-16,-3-1-10 0,3-1 3 0,-2 2-8 15,3 2-12-15,9-5 0 0,-11 0-2 0,-2 2-5 16,-1 0-4-16,-1 0-2 0,-1 0 1 0,-3 1-5 16,2-3 2-16,-3 2-5 0,-1-2-3 0,-6 3 4 15,-3-2-11-15,0 0 3 0,-3 2-3 0,-5-1-14 16,-12 1-20-16,23 1-14 0,-23-1-6 0,13-3-18 16,-7 1-23-16,-6 2-30 0,0 0-76 0,0 0-206 15,0 0 91-15</inkml:trace>
  <inkml:trace contextRef="#ctx0" brushRef="#br0" timeOffset="3821.9">4042 2166 132 0,'-4'26'122'15,"-1"5"-6"-15,0 3-14 0,-3 1-8 0,2 16-10 16,1-2-6-16,-1 3-7 0,3 2 9 0,-1-3-9 16,4 4-1-16,-4-2-4 0,1 0-6 0,0 3 1 15,0-5 5-15,-1 1-10 0,3-1-4 0,-4-4-5 16,1 3-2-16,-1-1-5 0,3-2 0 0,-1-13-7 16,0 14 2-16,-2-2-10 0,3-10 3 0,-2 0-2 15,0-3-3-15,3 1-4 0,-3-3 4 0,1 0-1 16,1-3-5-16,-1-3-1 0,-2-1-5 0,4-5 2 15,-3 0 0-15,1-1-1 0,1-4-3 0,-2-2-1 16,0 0 0-16,-1-1 3 0,-1-1-1 0,1 0-2 16,-2-1 1-16,3-1-1 0,-2 0 0 0,-2 0-2 15,8-8 5-15,-11 12 0 0,6-6 1 16,-1-2-1-16,6-4-4 0,-12 8 1 0,7-2-1 0,5-6-1 16,-12 8-5-16,7-5-13 0,5-3-28 15,-14 6-10-15,14-6-12 0,-12 3-26 0,12-3-36 16,-14 2-31-16,14-2-95 0,-14-2-271 0,14 2 121 0</inkml:trace>
  <inkml:trace contextRef="#ctx0" brushRef="#br0" timeOffset="5354.46">104 2443 17 0,'0'0'50'0,"0"0"1"0,0 0-1 16,0 0-1-16,0 0-3 0,0 0-10 0,0 0 2 15,0 0 2-15,0 0-8 0,0 0-5 0,0 0-1 16,0 0 0-16,0 0-4 0,0 0 0 0,-63 0-3 15,63 0-2-15,0 0-2 0,0 0-2 0,0 0 6 16,0 0-5-16,0 0-2 0,-36 4-3 0</inkml:trace>
  <inkml:trace contextRef="#ctx0" brushRef="#br0" timeOffset="5676.73">0 2469 1203 0,'0'0'27'15,"0"0"-2"-15,0 0 8 0,0 0-12 0,76 9-5 16,-76-9 3-16,0 0 5 0,41-3-12 0,-41 3 3 16,0 0 0-16,0 0-9 0,45 0 8 0,-45 0 0 15,0 0 0-15,0 0-5 0,0 0 8 16,41-5 3-16,-41 5-10 0,0 0 5 0,0 0 1 15,0 0 4-15,0 0-2 0,0 0 6 0,0 0-4 16,0 0 2-16,0 0-5 0,32-4 3 0,-32 4 0 16,0 0-6-16,0 0-3 0,0 0 3 0,0 0 2 0,0 0-10 15,0 0 0-15,0 0-5 0,0 0-10 16,0 0-13-16,0 0-15 0,0 0-17 0,0 0-23 16,0 0-25-16,0 0-14 0,0 0-13 0,0 0-76 15,0 0-222-15,0 0 99 0</inkml:trace>
  <inkml:trace contextRef="#ctx0" brushRef="#br0" timeOffset="6471.67">443 2252 94 0,'0'0'89'16,"0"0"-5"-16,0 0-7 0,0 0-13 0,0 0 0 15,0 0-8-15,0 0-12 0,0 0 14 0,0 0-13 16,0 0-2-16,0 0-2 0,0 0 9 0,0 0-2 15,-74 46-2-15,74-46-13 0,-21 23 2 0,21-23-6 16,-21 26-1-16,21-26 0 0,-19 27 1 0,19-27 7 16,-18 32-11-16,18-32-9 0,-15 28 7 15,15-28 1-15,-11 32-3 0,11-32-4 0,-8 37 11 16,8-37-15-16,-4 37 1 0,4-37 2 0,-2 45-3 16,2-45-4-16,4 34 6 0,-4-34 0 0,10 34-9 15,-10-34 3-15,13 31 2 0,-13-31-1 0,15 26 0 16,-15-26-7-16,18 23 8 0,-18-23-4 0,19 20 1 15,-19-20-6-15,22 16 4 0,-22-16 3 0,0 0-7 16,39 13-2-16,-39-13 5 0,31 5 14 0,-31-5-15 16,0 0 1-16,0 0-1 0,51-6 1 0,-51 6 1 15,34-11-2-15,-34 11 0 0,27-13-1 0,-27 13 3 16,22-15-3-16,-22 15 7 0,30-23 2 0,-30 23-4 16,25-25 6-16,-25 25 6 0,17-28-3 0,-17 28 0 15,14-29-2-15,-14 29 1 0,9-36-1 16,-9 36-2-16,10-35 2 0,-10 35-7 0,4-36-3 15,-4 36 1-15,0-39-1 0,0 39 1 0,-6-39 0 16,6 39-1-16,-8-42 1 0,8 42-3 0,-11-35-1 16,11 35 0-16,-14-33 1 0,14 33 1 0,-16-28 4 15,16 28-7-15,-20-23-4 0,20 23 0 0,-21-17 2 16,21 17-1-16,-23-17-3 0,23 17 7 0,-28-10-8 16,28 10 0-16,0 0-3 0,-52-5-6 0,52 5-11 15,0 0-2-15,-54 10-4 0,54-10-14 16,-33 14 2-16,33-14 8 0,-32 23-18 0,32-23-9 15,-25 21-9-15,25-21-22 0,-23 27-15 0,23-27-78 0,-21 32-204 16,12-17 91-16</inkml:trace>
  <inkml:trace contextRef="#ctx0" brushRef="#br0" timeOffset="7793.46">407 2446 15 0,'0'0'75'0,"0"0"-11"0,0 0-7 0,0 0-1 15,0 0-5-15,0 0-12 0,0 0-1 0,0 0 0 16,0 0 5-16,0 0-5 0,0 0-4 16,0 0 4-16,0 0-5 0,47 63-6 0,-47-63-8 15,18 19 4-15,-18-19-9 0,20 18 1 0,-20-18 2 16,0 0 0-16,23 29-12 0,-23-29-18 0,15 14-14 16,-15-14-24-16,0 0-61 0,19 22-119 0,-19-22 53 15</inkml:trace>
  <inkml:trace contextRef="#ctx0" brushRef="#br0" timeOffset="7989.26">547 2408 38 0,'0'0'78'0,"0"0"2"0,0 0-11 15,0 0-8-15,0 0-5 0,0 0-2 0,-41 81-26 16,30-56-23-16,0-2-10 0,11-23-23 0,-23 47-45 16,17-29-79-16,-6 6 35 0</inkml:trace>
  <inkml:trace contextRef="#ctx0" brushRef="#br0" timeOffset="8729.83">493 2769 111 0,'0'0'115'0,"0"0"-12"16,0 0-1-16,0 0-10 0,0 0-11 0,0 0-3 15,0 0-10-15,0 0-10 0,0 0-4 16,0 0-7-16,0 0-10 0,0 0-1 0,0 0-7 16,0 0 4-16,0 0-19 0,0 0 15 0,0 0-6 15,0 0-2-15,0 0-5 0,0 0-1 0,0 0 2 16,0 0-14-16,0 0 13 0,0 0-4 0,0 0 5 15,0 0-11-15,0 0 2 0,0 0 10 0,0 0-21 16,0 0 5-16,0 0-5 0,0 0 6 0,0 0-9 16,0 0 8-16,0 0 1 0,0 0-12 0,0 0-5 15,33-23 7-15,-33 23-3 0,0 0-2 0,0 0 9 16,0 0-7-16,0 0 7 0,9-32 5 0,-9 32-10 16,0 0 6-16,0 0 12 0,0 0-2 0,10-30 7 15,-10 30 5-15,0 0-6 0,0 0 5 0,0 0 3 16,0 0-6-16,0 0 4 0,0 0-5 15,6-29 0-15,-6 29-1 0,0 0 1 0,0 0-7 16,0 0 5-16,0 0-13 0,0 0 7 0,0 0-5 16,0 0-3-16,0 0 7 0,0 0-5 0,0 0 5 15,0 0-2-15,0 0 10 0,21 96 4 0,-19-68 0 16,-2-28 1-16,6 54-1 0,-2-28-1 0,-4-26-3 16,3 58-1-16,1-29 0 0,-4-29-3 0,2 45 5 15,0-21 2-15,-2-24-11 0,0 37 4 16,0-37 0-16,1 33 0 0,-1-33-11 0,0 0-20 15,-3 40-24-15,3-40-6 0,0 0-29 0,0 0-19 0,-4 40-28 16,4-40-78-16,0 0-222 0,-9 26 99 16</inkml:trace>
  <inkml:trace contextRef="#ctx0" brushRef="#br0" timeOffset="8968.15">542 2811 27 0,'0'0'132'0,"0"0"-18"0,0 0 0 0,0 0-4 16,0 0-9-16,0 0-5 0,0 0-13 0,-58 45-7 15,37-25-9-15,1-1-3 0,0 3-5 16,-3-2-15-16,23-20-19 0,-36 29-22 0,18-16-29 0,18-13-19 15,-29 26-20-15,29-26-99 0,-22 18-177 0,22-18 79 16</inkml:trace>
  <inkml:trace contextRef="#ctx0" brushRef="#br0" timeOffset="9149.1">598 2795 5 0,'0'0'62'0,"0"0"2"0,0 0-11 15,47 18-25-15,-47-18-18 0,19 11-31 0,-19-11-13 16,0 0-37-16,28 18 18 0</inkml:trace>
  <inkml:trace contextRef="#ctx0" brushRef="#br0" timeOffset="10324.34">225 2284 78 0,'0'0'76'0,"0"0"-3"0,0 0-4 15,0 0-7-15,0 0 5 0,0 0-15 0,0 0-12 16,0 0 3-16,0 0-6 0,0 0 3 16,0 0-7-16,0 0 7 0,0 0-3 0,0 0-5 15,0 0 1-15,0 0-4 0,0 0-4 0,0 0-4 16,-63 43 0-16,63-43-5 0,0 0 0 0,0 0 2 15,0 0-8-15,0 0 0 0,0 0 4 0,0 0-9 16,0 0 3-16,0 0-2 0,32 57 7 0,-32-57 3 16,0 0-12-16,16 27 0 0,-16-27 6 0,0 0-3 15,11 38-1-15,-11-38-1 0,0 35 0 0,0-35 2 16,-3 39 3-16,3-39-1 0,-15 41-3 16,5-18 3-16,-3 1-6 0,13-24 5 0,-22 38-1 15,22-38-5-15,-15 32-19 0,15-32-16 0,-21 29-26 16,21-29-23-16,-16 23-77 0,16-23-171 0,-15 18 75 15</inkml:trace>
  <inkml:trace contextRef="#ctx0" brushRef="#br0" timeOffset="10989.72">572 2260 99 0,'0'0'109'15,"0"0"-7"-15,0 0-2 0,0 0-3 0,0 0 5 16,0 0 4-16,-6-54-9 0,6 54-1 0,0 0-10 16,6-46-12-16,-6 46 1 0,12-33-8 0,-12 33-5 15,7-36 0-15,-7 36-10 0,9-35-5 0,-9 35 3 16,12-33-7-16,-12 33 6 0,6-32 0 0,-6 32 1 16,0 0-8-16,7-32 3 0,-7 32-7 0,0 0-7 15,0 0-3-15,7-32-3 0,-7 32-2 0,0 0-4 16,0 0-5-16,0 0-6 0,0 0-13 0,0 0-3 15,0 0-10-15,0 0-16 0,0 0-15 0,0 0-18 16,0 0-38-16,0 0-19 0,0 0-27 0,0 0-80 16,0 0-251-16,0 0 111 0</inkml:trace>
  <inkml:trace contextRef="#ctx0" brushRef="#br0" timeOffset="12457.14">903 2039 96 0,'0'0'112'0,"0"0"-16"0,-2-10 3 0,2 10-12 16,0 0-13-16,0 0-11 0,0 0-6 0,0 0-14 16,0 0-5-16,0 0 2 0,0 0-5 15,0 0-3-15,0 0-1 0,0 0-8 0,0 0 1 16,22 23 3-16,-19-16-5 0,5 1-5 0,-5 0-9 15,4 2 9-15,-2-1-9 0,-1 0 5 0,2-1-2 16,1 2 5-16,-2-1-6 0,0-1 3 0,-3 0-2 16,2 1-8-16,-4-9 0 0,5 11-1 0,-3-4 3 15,-2-7 5-15,6 8-4 0,-6-8 1 0,4 8-2 16,-4-8 5-16,0 0-6 0,0 0 4 0,4 9-2 16,-4-9 7-16,0 0 7 0,0 0 10 15,0 0-7-15,0 0 3 0,7 5 1 0,-7-5-7 0,0 0-4 16,0 0 4-16,0 0 1 0,0 0-8 15,12-22 4-15,-12 22-5 0,5-10-7 0,-3 4 9 16,-2 6-4-16,8-16 0 0,-4 6-8 0,0 1 3 16,0 0 7-16,1-2-9 0,-1 2 0 0,2-1-2 15,-4 0 1-15,2 1 7 0,-4 9-7 0,4-17-4 16,-2 10 8-16,-2 7-9 0,2-12-1 0,-2 12-5 16,3-12 16-16,-3 12 1 0,0 0-11 0,2-12-2 15,-2 12-16-15,0 0-15 0,0 0-10 0,0 0-31 16,2-10-10-16,-2 10-9 0,0 0-8 0,0 0-72 15,0 0-191-15,0 0 84 0</inkml:trace>
  <inkml:trace contextRef="#ctx0" brushRef="#br0" timeOffset="12700.23">1142 2138 50 0,'0'0'128'16,"0"0"-5"-16,0 0-16 0,0 0-11 0,0 0-12 16,0 0-13-16,0 0-4 0,0 0 6 0,0 0-4 15,1 15-5-15,-1-15-10 0,1 12-1 0,-1-12-10 16,2 13-1-16,0-6-6 0,-2-7 3 0,3 17-11 16,-3-17 0-16,3 13-1 0,-3-13-26 0,3 18-13 15,-3-18-14-15,0 19-27 0,0-11-22 0,0 2-32 16,0-10-62-16,0 13-182 0,0-13 81 15</inkml:trace>
  <inkml:trace contextRef="#ctx0" brushRef="#br0" timeOffset="12874.9">1173 2062 104 0,'0'0'103'16,"4"-10"-10"-16,-4 10-22 0,0 0-44 0,0 0-14 16,0 0-34-16,0 0-44 0,0 0-71 15,0 0 31-15</inkml:trace>
  <inkml:trace contextRef="#ctx0" brushRef="#br0" timeOffset="14750.54">172 1957 93 0,'0'0'86'0,"0"0"4"0,0 0-8 15,0 0-15-15,0 0 10 0,0 0-10 0,0 0-9 16,0 0 0-16,0 0-1 0,0 0-1 0,0 0-4 16,0 0-6-16,0 0 2 0,0 0 1 0,0 0-7 15,0 0 3-15,0 0-5 0,0 0-2 0,0 0-8 16,0 0 4-16,0 0-18 0,0 0 20 0,0 0-15 15,0 0 0-15,0 0 0 0,0 0-5 0,0 0-10 16,0 0-4-16,0 0-16 0,0 0-16 16,0 0-27-16,0 0-34 0,0 0-103 0,0 0-210 15,0 0 93-15</inkml:trace>
  <inkml:trace contextRef="#ctx0" brushRef="#br0" timeOffset="15320.57">717 2983 78 0,'0'0'225'16,"0"0"-14"-16,0 0-15 0,0 0-14 0,0 0-23 0,0 0-14 16,0 0-16-16,0 0-24 0,0 0-33 0,0 0-44 15,0 0-45-15,0 0-56 0,0 0-52 16,0 0-95-16,0 0-237 0,0 0 105 0</inkml:trace>
  <inkml:trace contextRef="#ctx0" brushRef="#br0" timeOffset="16120.91">980 3101 9 0,'0'0'78'0,"0"0"-14"0,0 0-24 0,0 0-22 0,0 0-21 16,0 0-32-16,-5 4-37 0,5-4 16 0</inkml:trace>
  <inkml:trace contextRef="#ctx0" brushRef="#br0" timeOffset="16590.22">140 1955 5 0,'0'0'64'0,"0"0"-12"16,0 0-16-16,0 0-8 0,0 0-25 15,0 0-17-15,0 0-15 0,0 0-32 0,0 0 14 16</inkml:trace>
  <inkml:trace contextRef="#ctx0" brushRef="#br0" timeOffset="18969.8">704 407 113 0,'-9'-9'185'15,"9"9"-2"-15,0 0-14 0,0 0-13 0,0 0-18 16,0 0-15-16,0 0-16 0,0 0-7 0,0 0-16 15,0 0-5-15,0 0-11 0,0 0-5 0,0 0-8 16,0 0-3-16,0 0-4 0,0 0-6 16,0 0-4-16,22 50-4 0,-12-34-5 0,-2 1-1 15,-1-1-5-15,2 2-3 0,0-2-1 0,-3 2 7 16,1 0-5-16,-7-18-2 0,0 0-5 0,21 43-1 16,-21-43 1-16,11 20 4 0,-11-20-11 0,0 0 4 15,12 28-4-15,-12-28 0 0,0 0 0 0,0 0 1 16,0 0-2-16,13 22 6 0,-13-22-3 0,0 0 12 15,0 0 24-15,0 0 10 0,0 0 3 0,0 0-8 16,0 0 0-16,0 0-7 0,0 0-3 16,0 0 0-16,0 0 1 0,0 0-4 0,0 0-3 15,22-73-2-15,-22 73-2 0,7-36-3 0,-7 36 1 16,6-33-4-16,-6 33-7 0,5-33-1 0,-5 33-2 16,0 0 0-16,9-39 1 0,-9 39-6 0,0 0 3 15,0 0-14-15,5-28-19 0,-5 28-17 0,0 0-29 16,0 0-27-16,0 0-39 0,0 0-17 0,0 0-11 15,0 0-19-15,0 0-25 0,0 0-105 0,0 0-335 16,0 0 149-16</inkml:trace>
  <inkml:trace contextRef="#ctx0" brushRef="#br0" timeOffset="19215.48">973 552 108 0,'0'0'211'0,"0"0"-16"16,0 0-18-16,0 0-13 0,0 0-20 0,0 0-10 16,0 0-23-16,0 0-18 0,0 0-4 0,0 0-12 15,0 0-3-15,0 0-8 0,0 0-5 0,0 0-3 16,0 0-7-16,0 0-6 0,0 0-3 0,16 55-2 16,-16-55-4-16,0 0-5 0,6 30-1 0,-6-30-5 15,0 0-1-15,0 0-5 0,5 36-20 0,-5-36-23 16,0 0-23-16,0 0-32 0,5 30-37 0,-5-30-29 15,0 0-138-15,0 0-305 0,0 0 135 0</inkml:trace>
  <inkml:trace contextRef="#ctx0" brushRef="#br0" timeOffset="19393.23">1040 374 11 0,'0'0'67'0,"0"0"-36"0,0 0-50 0,0 0-19 16,0 0 9-16</inkml:trace>
  <inkml:trace contextRef="#ctx0" brushRef="#br0" timeOffset="19567.94">1265 477 5 0,'0'0'121'16,"0"0"-15"-16,0 0-8 0,0 0-10 0,0 0-17 15,0 0-47-15,55 7-25 0,-55-7-28 0,0 0-52 16,0 0-87-16,0 0 38 0</inkml:trace>
  <inkml:trace contextRef="#ctx0" brushRef="#br0" timeOffset="19710.39">1317 581 57 0,'0'0'80'0,"0"0"-14"0,0 0-29 0,0 0-28 0,0 0-51 15,0 0-45-15,0 0 21 0</inkml:trace>
  <inkml:trace contextRef="#ctx0" brushRef="#br0" timeOffset="20073.26">1550 362 168 0,'0'0'196'0,"0"0"-22"0,0 0-19 0,0 0-16 16,0 0-14-16,0 0-7 0,0 0-5 0,0 0-3 15,0 0-8-15,0 0-11 0,33 62-9 16,-33-62-9-16,14 31-10 0,-14-31 0 0,9 33-4 16,-9-33-7-16,9 31-6 0,-9-31-7 0,10 23 0 15,-10-23-8-15,0 0-2 0,13 24-2 0,-13-24 1 16,0 0-1-16,0 0 2 0,0 0-7 0,0 0 15 15,14 23 13-15,-14-23 16 0,0 0 6 0,0 0 2 16,0 0-6-16,0 0-8 0,0 0-2 0,0 0-6 16,0 0-5-16,0 0-4 0,0 0-7 0,0 0-5 15,0 0-1-15,0 0-5 0,24-72 6 0,-24 72-13 16,9-30-11-16,-9 30-11 0,12-38-10 0,-12 38-8 16,10-26-12-16,-10 26-15 0,0 0-27 0,10-26-34 15,-10 26-38-15,0 0-30 0,0 0-13 16,0 0-17-16,0 0-121 0,25-13-356 0,-25 13 158 15</inkml:trace>
  <inkml:trace contextRef="#ctx0" brushRef="#br0" timeOffset="20395.68">1838 477 46 0,'0'0'162'0,"0"0"-9"15,0 0-12-15,0 0-12 0,0 0-16 0,0 0-6 16,0 0-13-16,0 0-9 0,0 0-7 0,0 0-8 16,0 0-12-16,0 0 1 0,-33 50-8 0,33-50-5 15,0 0-2-15,0 0-4 0,0 0-2 0,0 0-2 16,0 0-4-16,26 35-4 0,-26-35-5 0,0 0-3 16,20 16-2-16,-20-16 4 0,0 0-7 0,0 0-4 15,25 14-3-15,-25-14 3 0,0 0-1 0,0 0 1 16,0 0 2-16,0 0 8 0,0 0 3 15,0 0 6-15,0 0 0 0,0 0-2 0,0 0-2 16,0 0-2-16,0 0-5 0,0 0-3 0,0 0 2 16,-40 43-6-16,40-43-25 0,0 0-16 0,0 0-21 15,-32 8-23-15,32-8-34 0,0 0-33 0,0 0-128 16,0 0-291-16,0 0 129 0</inkml:trace>
  <inkml:trace contextRef="#ctx0" brushRef="#br0" timeOffset="20584.84">2033 488 18 0,'0'0'125'16,"0"0"-12"-16,55-11-12 0,-55 11-10 0,0 0-12 15,36-7-8-15,-36 7-20 0,0 0-22 0,0 0-23 16,30-4-26-16,-30 4-24 0,0 0-12 0,0 0-38 15,0 0-103-15,0 0 46 0</inkml:trace>
  <inkml:trace contextRef="#ctx0" brushRef="#br0" timeOffset="20741.84">2166 465 14 0,'0'0'9'0,"0"0"12"15,0 0 13-15,0 0 4 0,0 0 23 0,0 0 4 16,0 0 8-16,0 0-2 0,0 0 4 0,0 0 1 16,0 0-14-16,0 0 4 0,0 0-5 0,0 0-16 15,0 0 4-15,0 0-5 0,0 0 4 0,0 0 5 16,0 0 7-16,0 0-9 0,0 0-1 0,0 0-4 15,0 0-5-15,0 0-1 0,-59 54-10 0,59-54 4 16,0 0-37-16,6 36-55 0,-6-36-41 0,0 0-95 16,0 0-208-16,11 37 93 0</inkml:trace>
  <inkml:trace contextRef="#ctx0" brushRef="#br0" timeOffset="21089.67">2428 329 93 0,'0'0'201'0,"0"0"-21"0,0 0-15 0,0 0-11 16,0 0-14-16,0 0-6 0,0 0-10 0,0 0-6 0,0 0-11 15,0 0-17-15,0 0-4 0,30 68-12 16,-30-68-1-16,7 27-6 0,-7-27-10 0,11 21-2 15,-11-21-2-15,0 0-11 0,13 30 1 0,-13-30-5 16,0 0-4-16,0 0-2 0,0 0 4 0,12 26 15 16,-12-26 16-16,0 0 12 0,0 0 3 0,0 0-8 15,0 0-6-15,0 0-6 0,0 0-6 0,0 0-7 16,0 0-8-16,0 0-3 0,0 0-4 0,0 0-2 16,0 0-4-16,21-70-3 0,-21 70-3 0,7-30-8 15,-7 30-16-15,0 0-10 0,10-39-13 0,-10 39-10 16,0 0-29-16,9-25-30 0,-9 25-58 15,0 0-54-15,0 0-199 0,0 0-439 0,0 0 194 16</inkml:trace>
  <inkml:trace contextRef="#ctx0" brushRef="#br0" timeOffset="21380.92">2678 420 69 0,'0'0'238'0,"0"0"-12"16,0 0-13-16,0 0-22 0,0 0-16 16,0 0-23-16,0 0-9 0,0 0-21 0,0 0-9 15,0 0-18-15,0 0-7 0,0 0-6 0,0 0-7 16,0 0-7-16,0 0-6 0,0 0-3 0,-2 67 0 16,2-67-8-16,0 0-4 0,-6 47 8 0,6-47 0 15,0 36-6-15,0-36 3 0,-1 37 2 0,1-37-2 16,3 35-6-16,-3-35-1 0,0 0-7 0,1 45 0 15,-1-45-2-15,3 26-6 0,-3-26-3 0,0 0 4 16,2 35-16-16,-2-35-22 0,0 0-32 0,0 0-28 16,0 0-40-16,-5 39-55 0,5-39-46 0,0 0-186 15,0 0-427-15,-23 14 190 0</inkml:trace>
  <inkml:trace contextRef="#ctx0" brushRef="#br0" timeOffset="21538.5">2740 569 114 0,'0'0'126'0,"0"0"-10"0,42-14-9 16,-42 14-43-16,0 0-34 0,0 0-50 0,0 0-70 16,0 0-97-16,30-12 44 0</inkml:trace>
  <inkml:trace contextRef="#ctx0" brushRef="#br0" timeOffset="22047.69">2051 494 6 0,'0'0'121'0,"0"0"-2"0,0 0 1 0,0 0-5 16,0 0-2-16,0 0-8 0,0 0-10 0,0 0-11 16,0 0-3-16,70-6-4 0,-70 6-13 15,0 0 1-15,38-5-8 0,-38 5-10 0,0 0-12 16,38-2-22-16,-38 2-18 0,0 0-24 0,0 0-24 16,34-6-21-16,-34 6-30 0,0 0-72 0,0 0-189 15,0 0 83-15</inkml:trace>
  <inkml:trace contextRef="#ctx0" brushRef="#br0" timeOffset="22284.19">2115 410 96 0,'0'0'134'0,"0"0"5"15,0 0 7-15,0 0-5 0,0 0-8 0,0 0-13 16,0 0-7-16,0 0-5 0,6 87-14 0,-6-87-6 16,5 34-11-16,-5-34-5 0,4 38-5 0,-4-38-8 15,2 33-16-15,-2-33-26 0,4 32-37 0,-4-32-32 16,0 0-40-16,9 36-34 0,-9-36-101 0,0 0-245 16,0 0 109-16</inkml:trace>
  <inkml:trace contextRef="#ctx0" brushRef="#br0" timeOffset="23005.6">1182 1006 16 0,'35'0'147'0,"15"-8"-15"0,8 0-5 0,6 3-18 16,1-1-3-16,31-5-15 0,-31 5-4 0,31-4-15 16,-32 3-7-16,30 3-1 0,-29-3-6 15,2 2-10-15,31 0-3 0,-35 0 1 0,30-1-7 0,-3 0-5 16,-28 4-6-16,30-7-2 0,-28 4 2 16,30 3-4-16,-32-6-6 0,29-2-7 0,-31 4 9 15,-4 1 0-15,2 2-6 0,-4-2 0 0,-5-2 1 16,-12 1-5-16,-5 2 2 0,6 2-4 0,-38 2-5 15,59-9-11-15,-59 9-4 0,31-3-7 0,-31 3 4 16,0 0-7-16,32-4-10 0,-32 4 4 0,0 0-12 16,0 0-19-16,0 0-24 0,0 0-19 0,0 0-85 15,0 0-201-15,0 0 89 0</inkml:trace>
  <inkml:trace contextRef="#ctx0" brushRef="#br0" timeOffset="23895.48">1279 552 64 0,'0'0'102'0,"0"0"-7"15,0 0 6-15,0 0-7 0,0 0 4 16,0 0-13-16,0 0 0 0,0 0-9 0,0 0-2 16,0 0-2-16,0 0-2 0,0 0-5 0,0 0-8 15,0 0 0-15,0 0-6 0,0 0-6 0,0 0-2 16,0 0-3-16,0 0-1 0,0 0-1 0,0 0-14 15,0 0 3-15,0 0 1 0,0 0-3 0,0 0-3 16,0 0 1-16,0 0-8 0,0 0-19 0,0 0-13 16,0 0-20-16,0 0-25 0,0 0-23 15,0 0-21-15,0 0-18 0,0 0-73 0,0 0-214 16,0 0 96-16</inkml:trace>
  <inkml:trace contextRef="#ctx0" brushRef="#br0" timeOffset="24061.6">1256 661 90 0,'0'0'110'0,"0"0"-8"0,0 0-10 16,0 0-22-16,0 0-33 0,0 0-36 15,0 0-39-15,90-24-40 0,-90 24-84 0,38-13 38 16</inkml:trace>
  <inkml:trace contextRef="#ctx0" brushRef="#br0" timeOffset="24623.71">1168 552 84 0,'0'0'129'0,"0"0"-7"0,0 0-7 0,0 0-13 16,0 0-5-16,0 0-12 0,0 0-2 0,0 0-9 15,0 0-1-15,0 0-10 0,0 0 6 0,0 0-5 0,0 0-3 16,0 0-1-16,0 0-10 0,0 0 0 0,0 0-9 15,57-11-3-15,-57 11-15 0,0 0-14 16,40-6-26-16,-40 6-20 0,0 0-14 0,38-8-33 16,-38 8-33-16,0 0-81 0,36-8-214 0,-36 8 95 15</inkml:trace>
  <inkml:trace contextRef="#ctx0" brushRef="#br0" timeOffset="24828.33">1234 643 37 0,'0'0'112'0,"0"0"-28"0,0 0-8 0,0 0-32 16,0 0-34-16,86 0-71 0,-86 0-66 15,0 0 30-15</inkml:trace>
  <inkml:trace contextRef="#ctx0" brushRef="#br0" timeOffset="54399">32188 13334 8 0,'0'0'8'0,"0"0"2"16,0 0-8-16,0 0 4 0,0 0-1 0,0 0-3 15,0 0 0-15,0 0 0 0,0 0-2 16,0 0-8-16,0 0-8 0,0 0 4 0</inkml:trace>
  <inkml:trace contextRef="#ctx0" brushRef="#br0" timeOffset="54422.84">32188 13334 8 0,'0'0'-2'15,"0"0"-1"-15</inkml:trace>
  <inkml:trace contextRef="#ctx0" brushRef="#br0" timeOffset="67253.86">23313 12878 12 0,'0'0'38'0,"0"0"-5"0,0 0-4 16,0 0-2-16,0 0-7 0,0 0-7 0,0 0-7 0,0 0-4 16,5-5-8-16,-5 5-8 0,0 0-13 15,0 0-29-15,0 0 13 0</inkml:trace>
  <inkml:trace contextRef="#ctx0" brushRef="#br0" timeOffset="69055.07">24100 13269 11 0,'0'0'17'0,"6"-3"-11"0,-6 3-12 15,0 0-6-15,7-2 3 0</inkml:trace>
  <inkml:trace contextRef="#ctx0" brushRef="#br0" timeOffset="71660.53">26245 12431 11 0,'0'0'11'0,"-6"5"6"0,6-5-9 15,0 0-1-15,-7 5 1 0,7-5-4 0,0 0 2 16,-6 3 5-16,6-3-10 0,0 0 2 0,0 0 0 16,0 0-1-16,0 0 2 0,0 0 0 0,0 0 0 15,0 0-1-15,0 0 2 0,0 0-5 0,-6 2 9 16,6-2-1-16,0 0-3 0,0 0-5 0,0 0-2 15,0 0 4-15,0 0-1 0,0 0-1 0,0 0-3 16,0 0 3-16,0 0 3 0,0 0-5 0,0 0-2 16,0 0 4-16,8-20 1 0,-8 20-5 15,0 0 5-15,0 0 1 0,2-7-2 0,-2 7 0 0,0 0 2 16,0 0-4-16,0 0-4 0,0 0-15 0,4-7-22 16,-4 7 9-16</inkml:trace>
  <inkml:trace contextRef="#ctx0" brushRef="#br0" timeOffset="83507.5">23365 13315 20 0,'0'0'17'15,"0"0"1"-15,0 0 0 0,0 0-3 0,-10-3-5 16,10 3 1-16,0 0-2 0,0 0 1 0,0 0 0 16,0 0-4-16,-8-3 2 0,8 3-3 0,0 0-1 15,0 0 1-15,0 0-1 0,0 0 0 0,-9-1 1 16,9 1-7-16,0 0 2 0,0 0 5 0,0 0 6 15,0 0-11-15,0 0-1 0,0 0 2 0,0 0 1 16,0 0-1-16,0 0 2 0,0 0-1 0,0 0-1 16,-14 4-2-16,14-4-1 0,0 0 2 15,0 0-3-15,-9 2 2 0,9-2 2 0,0 0-2 0,-5 3 0 16,5-3 1-16,0 0 0 0,0 0-5 0,0 0 6 16,-8 2 0-16,8-2-1 0,0 0 4 0,0 0 1 15,-9 3 8-15,9-3-8 0,0 0 3 0,0 0-2 16,0 0 1-16,-11-1-1 0,11 1-4 0,0 0 1 15,0 0-1-15,-10-3 5 0,10 3 1 0,0 0-3 16,0 0-1-16,0 0 1 0,0 0-1 0,0 0 3 16,-10-1-2-16,10 1 2 0,0 0-2 0,0 0 0 15,0 0 4-15,0 0-3 0,0 0-2 0,0 0-1 16,0 0 8-16,0 0-4 0,0 0 1 0,0 0-2 16,0 0 6-16,0 0 3 0,0 0-7 0,0 0 5 15,0 0 1-15,0 0-2 0,0 0-2 0,0 0 4 16,0 0-2-16,0 0 2 0,0 0-1 0,0 0 2 15,0 0 0-15,0 0-4 0,0 0 2 0,0 0-4 16,0 0 1-16,0 0 0 0,0 0 1 0,0 0-7 16,0 0 9-16,0 0-6 0,0 0 3 0,0 0-4 0,0 0-4 15,0 0-4-15,0 0 1 0,0 0 2 16,0 0 1-16,0 0-2 0,0 0 3 0,0 0 3 16,0 0-10-16,0 0 5 0,0 0-1 0,0 0 0 0,0 0 3 15,0 0-3-15,0 0 0 0,0 0 0 16,0 0 0-16,0 0-1 0,0 0 2 0,0 0-6 15,0 0 8-15,0 0 2 0,0 0-6 0,0 0-1 16,0 0 3-16,0 0-4 0,0 0-1 0,0 0 5 0,0 0 1 16,-13 1 2-16,13-1-2 0,-8 0-3 0,8 0 1 15,-10 0-2-15,10 0 4 0,-8 1-2 0,8-1 1 16,-9 2 3-16,9-2-5 0,-11 0 1 16,11 0 2-16,-9 0-6 0,9 0 3 0,0 0 3 0,-11 1-4 15,11-1 4-15,0 0-1 0,0 0 1 0,0 0 0 16,0 0-1-16,-12-1 1 0,12 1-1 0,0 0-6 15,0 0 13-15,0 0-10 0,0 0 1 0,0 0-3 16,0 0 8-16,0 0-3 0,0 0 3 0,0 0-3 16,0 0 4-16,0 0-2 0,0 0-1 0,0 0 0 15,0 0 6-15,0 0-8 0,0 0-2 0,0 0 5 16,0 0-2-16,38 4 1 0,-29-3 2 16,1 0 3-16,-2 1-5 0,5-2 9 0,-3 2 3 15,4-1-12-15,-3 0 5 0,2 0-1 0,0 1 6 0,1 1 1 16,-1-2 2-16,0-1-5 0,-1 1 0 0,0-1-3 15,-3 2 4-15,2-2-2 0,-3 0 1 0,0 0-6 16,-8 0 3-16,14 0-3 0,-14 0-1 0,11-2 2 16,-11 2 8-16,8 2-9 0,-8-2 2 15,8 0-1-15,-8 0 6 0,0 0 11 0,0 0 0 0,0 0 0 16,8 0 1-16,-8 0-5 0,0 0 0 0,0 0 0 16,0 0 0-16,0 0 5 0,0 0-4 0,0 0 2 15,6-6-2-15,-6 6 3 0,0 0 1 16,0 0-5-16,0 0 4 0,0 0-9 0,0 0 1 0,0 0 3 15,0 0-2-15,0 0-8 0,5-4 2 0,-5 4-4 16,0 0-1-16,0 0-10 0,0 0-20 0,0 0-11 16,0 0-14-16,0 0-16 0,0 0-6 0,0 0-12 15,0 0-78-15,0 0-175 0,0 0 78 0</inkml:trace>
  <inkml:trace contextRef="#ctx0" brushRef="#br0" timeOffset="83846.92">23364 13168 73 0,'0'0'78'0,"1"-6"-4"15,-1 6-11-15,0 0-5 0,0 0-3 0,0 0-9 16,0 0-1-16,0 0-5 0,0 0 5 0,0 0-14 16,-6 32-4-16,3-23-4 0,3 2 6 0,-1 5-6 15,0 1 2-15,-1-1-7 0,4 0 3 16,-2 1-7-16,0 2 1 0,0-1-3 0,-2 0-17 0,1 0-10 0,-2-1-15 15,1 2-15-15,-1-1-15 0,1-1-50 16,-2 2-120-16,0-3 54 0</inkml:trace>
  <inkml:trace contextRef="#ctx0" brushRef="#br0" timeOffset="91598.07">29526 13686 16 0,'0'0'47'0,"0"0"-9"0,0 0-10 0,0 0-8 15,0 0-6-15,0 0-11 0,0 0-14 0,0 0-16 16,0 0-27-16,0 0 12 0</inkml:trace>
  <inkml:trace contextRef="#ctx0" brushRef="#br0" timeOffset="94299.99">31751 13636 15 0,'0'0'27'0,"0"0"-5"0,0 0-3 16,0 0-6-16,0 0 4 0,0 0 1 0,0 0-5 15,0 0-1-15,0 0 1 0,6-4-4 0,-6 4 4 16,0 0 4-16,0 0-3 0,0 0 3 0,0 0 0 16,0 0-6-16,0 0 5 0,0 0-1 0,0 0-9 15,0 0 5-15,0 0-1 0,0 0-2 0,0 0 3 16,0 0 7-16,0 0-12 0,0 0-2 0,0 0 2 15,0 0-2-15,0 0 7 0,0 0-2 0,0 0 5 16,0 0-3-16,0 0 1 0,0 0 0 16,0 0 2-16,0 0 3 0,0 0-15 0,0 0 12 0,0 0 0 15,0 0 1-15,0 0-4 0,0 0 2 0,0 0 11 16,0 0-9-16,0 0 17 0,0 0-10 16,0 0 10-16,0 0-5 0,0 0 3 0,0 0 8 15,0 0-3-15,0 0-3 0,0 0 2 0,0 0 3 16,0 0-14-16,0 0 6 0,9-2-5 0,-9 2-4 0,13 1-4 15,-13-1-3-15,17 0 1 0,-6 0 0 0,1 0 2 16,0 0 1-16,3 0-22 0,-4 0 19 0,2 1-5 16,-2-3-2-16,2 3-7 0,-1-1 9 0,0 0-2 15,1-1-1-15,-3 2 5 0,-2-2-6 16,-8 1 1-16,15 0 6 0,-8-1 2 0,-7 1 0 16,11 0 4-16,-11 0 1 0,8-2 2 0,-8 2 1 15,0 0 0-15,9-1-4 0,-9 1 0 0,0 0 2 0,0 0-2 16,0 0-6-16,10-1 1 0,-10 1 3 0,0 0 6 15,0 0-17-15,0 0 11 0,0 0-12 0,0 0 0 16,0 0 3-16,4-4 0 0,-4 4 0 16,0 0-5-16,0 0 0 0,0 0 6 0,0 0-4 15,0 0-3-15,0 0 1 0,0 0 2 0,0 0-12 16,0 0-17-16,0 0-9 0,0 0-13 0,0 0-16 16,9 5-4-16,-9-5-21 0,0 0-12 0,0 0-81 0,-3 13-196 15,3-13 87-15</inkml:trace>
  <inkml:trace contextRef="#ctx0" brushRef="#br0" timeOffset="95740.47">29328 13552 17 0,'0'0'33'0,"0"0"-5"0,0 0 0 0,-18-8-2 15,18 8-14-15,0 0 10 0,-10 0 3 0,10 0-8 16,0 0 0-16,0 0-2 0,-14 1 5 0,14-1-5 16,-9 0 2-16,9 0-6 0,0 0 1 15,-13 0-4-15,13 0 4 0,-8 2 3 0,8-2-11 0,0 0 2 16,-9 2-4-16,9-2 8 0,0 0-3 0,-9 0 5 15,9 0-4-15,0 0 12 0,0 0-3 0,0 0 5 16,0 0-6-16,0 0-8 0,0 0-3 0,-12-2 6 16,12 2-3-16,0 0-4 0,-7-2 6 0,7 2 9 15,0 0-4-15,0 0 8 0,0 0 2 0,-6-5-7 16,6 5 2-16,0 0 7 0,0 0-5 0,0 0-1 16,0 0 0-16,0 0 0 0,0 0 1 0,0 0-3 15,-6-5-4-15,6 5-4 0,0 0-3 0,0 0 1 16,0 0-1-16,0 0 9 0,-7-4-13 0,7 4 10 15,0 0 0-15,0 0-4 0,0 0-7 0,-5-4 0 16,5 4 0-16,0 0-6 0,0 0 5 0,0 0-1 16,0 0-2-16,0 0 2 0,0 0 1 0,0 0 2 15,0 0 4-15,0 0 0 0,0 0-2 16,0 0 7-16,0 0-2 0,0 0 4 0,0 0-1 0,0 0 6 16,0 0 7-16,0 0-12 0,0 0 5 0,0 0-1 15,0 0 14-15,0 0-26 0,19-6-5 0,-11 4 21 16,3 1-15-16,3 0-6 0,4 1-9 0,0 0 12 15,1 1 2-15,2-2-7 0,7 2 5 16,-7-1-8-16,-1 1 9 0,-1 1-2 0,3-1-10 0,-2 0 7 16,1-1 2-16,-4 0-3 0,0-1-3 15,-3 2 10-15,-4-2-12 0,1 1 19 0,-3 0-12 0,-8 0 14 16,13 0-11-16,-13 0 13 0,8-1-9 0,-8 1 5 16,0 0-5-16,11-2 5 0,-11 2 1 0,0 0-8 15,0 0-7-15,0 0 17 0,0 0-1 0,0 0-14 16,0 0 5-16,0 0-3 0,0 0-9 0,0 0-13 15,0 0-4-15,0 0-15 0,0 0-9 0,-32 0-30 16,32 0 3-16,-11 4-13 0,7-1-12 0,4-3-51 16,-11 4-161-16,2-4 72 0</inkml:trace>
  <inkml:trace contextRef="#ctx0" brushRef="#br0" timeOffset="96427.53">29342 13415 2 0,'0'0'71'0,"0"0"-9"0,-3-10 0 0,3 10 8 0,0 0-26 16,-1-9-2-16,1 9 4 0,-3-6-2 16,3 6-12-16,0 0-1 0,0-9 4 0,0 9 9 0,0 0 5 15,-2-9-4-15,2 9-1 0,0 0-10 0,0 0 5 16,0 0-8-16,-3-7 8 0,3 7-15 0,0 0 8 16,0 0-9-16,0 0 6 0,0 0 2 0,0 0-1 15,0 0-5-15,0 0 0 0,0 0-6 0,0 0 3 16,0 0-1-16,-2-8-6 0,2 8 3 0,0 0 0 15,0 0-6-15,0 0 2 0,0 0-8 0,0 0 3 16,0 0 2-16,0 0-5 0,0 0 4 16,0 0-2-16,0 0-4 0,0 0 8 0,0 0-2 15,0 0-6-15,0 0-5 0,0 0 1 0,0 0 9 16,0 0 1-16,0 0-3 0,2 28 0 0,-3-21 6 0,1 2 2 16,-1 1-7-16,1-1 0 0,0 1-2 0,-1 0 6 15,1 3-3-15,-3-3 2 0,3 2 0 16,1 0-2-16,-1 0 8 0,0 0-8 0,-2 0 2 0,4 2 2 15,-4-2-1-15,2-1-1 0,-2 0 2 0,1 0-5 16,1-2 4-16,0 2 3 0,0-1 0 0,-1-1-1 16,1 0 0-16,0-9 1 0,-1 13-3 0,1-7-2 15,0-6 0-15,-2 11-4 0,2-11-3 0,-1 6 6 16,1-6-7-16,0 0 1 0,-1 10 0 0,1-10 0 16,0 0 0-16,0 0-1 0,-2 8 7 15,2-8-6-15,0 0 2 0,0 0 1 0,0 0 0 0,0 0 0 16,0 0 4-16,-1 7-1 0,1-7 5 0,0 0 1 15,0 0 9-15,0 0-4 0,0 0 0 0,0 0-2 16,0 0-1-16,0 0-7 0,0 0 4 0,0 0 3 16,0 0 4-16,0 0-8 0,0 0-1 0,0 0-2 15,0 0-4-15,0 0-3 0,0 0-6 0,0 0-19 16,0 0-14-16,0 0-25 0,0 0-23 0,0 0-21 16,0 0-8-16,0 0-15 0,0 0-6 0,0 0-81 15,0 0-232-15,-4 7 103 0</inkml:trace>
  <inkml:trace contextRef="#ctx0" brushRef="#br0" timeOffset="97467.2">29140 13615 55 0,'5'-3'43'0,"-5"3"-11"0,0 0-17 0,0 0-5 15,0 0-8-15,0 0-13 0,0 0-14 0,0 0-26 16,0 0 12-16</inkml:trace>
  <inkml:trace contextRef="#ctx0" brushRef="#br0" timeOffset="98246.67">29160 13535 33 0,'0'0'35'0,"0"0"1"16,-5-5-4-16,5 5 2 0,0 0 0 0,-6-7 8 15,6 7 7-15,0 0-9 0,-4-6 6 0,4 6-3 16,0 0-11-16,0 0 4 0,0 0 0 0,0 0-13 16,-5-6 7-16,5 6 2 0,0 0 0 15,0 0-11-15,0 0-5 0,0 0 2 0,-4-6 1 0,4 6-4 16,0 0 8-16,0 0-6 0,0 0-4 0,0 0-8 16,-8-5 2-16,8 5 10 0,0 0 0 15,0 0-9-15,0 0 0 0,0 0-5 0,0 0 6 16,0 0-5-16,-5-3 6 0,5 3 5 0,0 0-7 0,0 0 10 15,0 0 4-15,0 0-12 0,0 0 4 16,0 0 4-16,0 0 0 0,30 4 1 0,-17-1-6 0,6-3-2 16,0 3 3-16,9 1 2 0,-6-4-2 15,7 3 2-15,-10-1-5 0,4-1 1 0,-2 1 4 0,-1 0 0 16,-2-1-2-16,1 0 1 0,-2-1-3 0,-4 0-7 16,-1 0 11-16,-1 0-10 0,-3 0 0 15,3 0 1-15,-11 0-1 0,10 0-2 0,-10 0 4 16,10-1-8-16,-10 1 6 0,0 0-20 0,8-1 3 0,-8 1-3 15,0 0-5-15,0 0-16 0,0 0-13 16,0 0-12-16,0 0-8 0,-29 7-3 0,18-5-14 16,0-1-55-16,1 1-150 0,-1-1 66 0</inkml:trace>
  <inkml:trace contextRef="#ctx0" brushRef="#br0" timeOffset="98694.69">29375 13401 56 0,'-3'-5'62'0,"3"5"2"15,0 0-5-15,-5-7-2 0,5 7-2 0,0 0 5 16,0 0 0-16,-3-7-1 0,3 7-17 0,0 0 3 15,0 0-4-15,0 0-5 0,0 0-5 0,0 0 5 16,0 0 3-16,0 0 11 0,0 0-7 0,0 0 2 0,0 0 1 16,0 0-2-16,0 25-7 0,0-25-2 15,0 14-2-15,0-7 0 0,2 2 1 0,-2 1-1 16,0 1-4-16,0-1-4 0,-2-1 9 0,-1 3-2 16,1-1-5-16,-2-2-5 0,-1 1 7 0,-1 2-7 15,1 0 4-15,-2-2-7 0,2 0 0 0,1-2 0 16,-1 2-9-16,-2-2 16 0,3 1-17 0,-1-3 11 15,2-1 1-15,0 1-7 0,-1 0 0 0,4-6-1 16,-6 8 1-16,6-8-6 0,-6 7 5 0,6-7-7 16,-3 7-2-16,3-7 4 0,0 0 0 0,-3 5-2 15,3-5 3-15,0 0 0 0,0 0 0 0,-5 6-4 16,5-6 2-16,0 0 0 0,0 0 2 0,0 0-7 16,0 0 2-16,0 0-9 0,0 0-16 0,5 9-20 15,-5-9-26-15,0 0-24 0,0 0-13 0,5 5-15 16,-5-5-106-16,0 0-242 0,0 0 107 0</inkml:trace>
  <inkml:trace contextRef="#ctx0" brushRef="#br0" timeOffset="128924.67">24974 15618 124 0,'4'-5'123'0,"-4"5"-2"0,0 0-7 15,0 0 15-15,0 0-17 0,0 0-4 0,0 0-6 16,0 0-10-16,0 0 0 0,0 0-16 0,0 0-2 16,0 0-10-16,0 0-9 0,0 0-4 0,0 0-1 15,0 0-8-15,0 0 0 0,0 0-7 16,0 0-3-16,0 0-2 0,0 0-3 0,0 0-5 16,0 0-1-16,0 0-5 0,0 0-2 0,0 0 0 0,0 0 2 15,0 0 10-15,0 0-15 0,0 0 0 0,0 0-1 16,0 0 0-16,0 0-1 0,0 0 0 0,0 0-4 15,0 0 3-15,0 0-4 0,0 0 7 0,0 0-3 16,0 0-1-16,0 0-8 0,-26-1 4 16,26 1 4-16,0 0-1 0,-13 1 5 0,13-1 1 15,0 0 0-15,-10 0 3 0,10 0 0 0,0 0-1 0,0 0 4 16,0 0 2-16,0 0-1 0,0 0-2 16,-9 0 0-16,9 0-4 0,0 0 1 0,0 0 0 15,0 0 1-15,0 0 2 0,0 0 5 0,0 0-10 0,30-1 1 16,-16 0 2-16,7-1-1 0,6 1-2 15,0 1 0-15,0-3-3 0,1 3 2 0,1 0-2 0,0-3-3 16,-9 3 0-16,2-1-1 0,-3-1 1 0,0 1 0 16,-5 0-4-16,-1 1-2 0,1-1 3 0,-3 1-9 15,0 0-10-15,-2-2-12 0,-9 2-15 16,14-1-11-16,-8 0-30 0,-6 1-19 0,0 0-20 0,10-1-25 16,-10 1-11-16,0 0-105 0,0 0-286 15,0 0 126-15</inkml:trace>
  <inkml:trace contextRef="#ctx0" brushRef="#br0" timeOffset="129184.48">25143 15448 17 0,'0'0'169'16,"-5"-7"-4"-16,5 7-10 0,-4-4-7 0,4 4-14 15,0 0-4-15,0 0-7 0,0 0-22 0,0 0-10 16,0 0-12-16,0 0-2 0,-9 10 4 0,6-2-1 16,-1 4-3-16,-3 4-5 0,0 0-10 0,3 3-8 15,-2 0-1-15,1 2-7 0,1 4-1 16,-1-1-8-16,3-5-2 0,-1 6-3 0,-2-6-23 0,1 0-31 16,0 0-33-16,1 1-49 0,1-1-56 0,-3 0-129 15,1-4-313-15,-4 3 140 0</inkml:trace>
  <inkml:trace contextRef="#ctx0" brushRef="#br0" timeOffset="130060.07">28261 15701 28 0,'0'0'157'0,"0"0"-5"0,-18-17-1 0,18 17 1 16,0 0-4-16,-5-3-3 0,5 3-3 0,0 0-9 16,0 0 2-16,0 0-8 0,0 0-8 0,0 0-8 15,0 0-4-15,0 0-11 0,0 0-1 0,0 0-6 16,0 0-6-16,0 0-6 0,0 0-11 0,15-11-5 16,-1 7-7-16,5 2-1 0,8-4-9 0,3 2-3 15,3 1-1-15,-1-1-2 0,-2-2 1 0,1 2 0 16,-2 1-1-16,1 0-2 0,2-2-3 0,-12 2 1 15,-2 1 1-15,-5 1 1 0,5-3-1 0,-5 3-6 16,-2-1 4-16,2 1 1 0,-5 0-5 0,-2 1 2 16,-6 0-3-16,12-3 3 0,-12 3-8 0,8-1 1 15,-8 1-6-15,0 0-2 0,11-2 1 16,-11 2-4-16,0 0-3 0,0 0-3 0,0 0-22 0,0 0-25 16,0 0-35-16,0 0-15 0,0 0-31 0,0 0-47 15,0 0-63-15,-22 13-198 0,3-9-465 0,-11-1 206 16</inkml:trace>
  <inkml:trace contextRef="#ctx0" brushRef="#br0" timeOffset="139027.34">26090 15128 19 0,'48'22'46'0,"-4"1"-1"0,4-1-3 15,-1 0-7-15,0-5 2 0,2 3-2 0,1-2-5 0,4 0 7 16,2 1-7-16,0-2 5 0,0-3-4 16,2 4-7-16,-1 0 2 0,1-2-3 0,3-1 0 15,0 0 7-15,1 0-7 0,3-4 2 0,23 5 1 16,-25-1-6-16,2-3 5 0,31 2-10 0,-30-4 2 16,26 5 1-16,-27-4-6 0,25 2-1 0,-25-4 4 0,-2 1-5 15,29 0-7-15,-29-1 11 0,27 1-3 16,-28-3 0-16,2-1-12 0,2 0 20 0,25 4 0 15,-28-6 4-15,-3 1-6 0,4-1-6 0,2 0 3 16,-4-1-5-16,1-3 6 0,-3 2-16 0,-1-4-2 16,1 2-11-16,-3 0-3 0,-2-3-5 0,-1 2-4 15,-2-3-8-15,-2 1-6 0,-13 0-5 0,3 0-11 16,-6 0-1-16,1-1-46 0,-4-1-111 0,-2 1 49 16</inkml:trace>
  <inkml:trace contextRef="#ctx0" brushRef="#br0" timeOffset="139899.57">27995 14296 17 0,'34'-1'39'0,"1"-3"-2"0,-1 3 5 0,0-3 1 15,1 2 2-15,-2-2-12 0,5 3-5 0,0-2 3 16,14 0-1-16,-3 2-3 0,5-1-5 0,-1 1-1 16,2 1 3-16,-2 1-5 0,4 4-7 0,-3-1 1 15,2-1-4-15,3 1 0 0,1 4 0 0,-1-3 5 16,2 1-3-16,0 4-8 0,5-2-1 0,-5 3 6 15,3-1-2-15,-3 0-9 0,0 2 4 0,-3-1-10 16,-4 3 9-16,1-2-9 0,-6 1 6 0,-11-1 1 16,11 0-6-16,-14 0 5 0,-1 2-3 0,0-3 5 15,-1 3-2-15,-4 3-1 0,-2 2-1 0,1-2-2 16,-6 0 5-16,1 2-3 0,-4-1 4 0,-6-3 2 16,0 2-5-16,-4-2 1 0,-2 3 0 0,-1-1-2 15,-3 1 5-15,-4-1 0 0,-3 2 1 0,-2 5-2 16,-3 1-5-16,-6 0 12 0,0 3-10 0,-2 0 2 15,-5 2 2-15,-11 6-1 0,4 0-1 0,-4 1 1 16,-2-4 2-16,-5 0-4 0,-4 0 5 0,-3-4-3 16,1 1 2-16,-2-1 0 0,0-2-1 0,1 0-3 15,-1 0-1-15,-3-7-6 0,2 4-13 0,0-4-7 16,-2-5-36-16,-1 3-70 0,-4-5 31 0</inkml:trace>
  <inkml:trace contextRef="#ctx0" brushRef="#br0" timeOffset="201532.8">16661 16393 45 0,'0'0'41'0,"0"0"-4"0,0 0 2 0,0 0-7 0,0 0-1 16,0 0-6-16,-6 5-1 0,6-5 0 0,0 0-5 15,0 0-1-15,0 0 4 0,0 0-2 16,0 0-4-16,0 0-1 0,0 0 6 0,0 0-6 16,-10 1 6-16,10-1-7 0,0 0 8 0,-5 3-4 15,5-3-6-15,-9 1 2 0,9-1-1 0,-11 2-6 16,3 1 2-16,-1 0-1 0,9-3 3 0,-15 2-3 16,3 1 2-16,3-2 6 0,-1 1-11 15,-3 1 4-15,3-3 1 0,-3 0-6 0,3 2 8 0,-2-1 1 16,0-1 4-16,0-1 0 0,1 2 1 0,-1-1-4 15,-1-1 14-15,1 2-6 0,0-1-5 0,1 1 4 16,-2 0-9-16,1 1-14 0,1-2 19 0,1 0 0 16,2 0 8-16,8 0-9 0,-15 0 25 0,8 0-22 15,7 0 4-15,-10 0-2 0,10 0-5 0,0 0-2 16,-10 0 8-16,10 0-2 0,0 0-7 0,0 0-5 16,0 0 0-16,0 0 5 0,-12 0-5 0,12 0-7 15,0 0 2-15,0 0 4 0,0 0 2 0,0 0-6 16,0 0 3-16,0 0 6 0,0 0-8 0,23 6-1 15,-15-5 4-15,2 1-3 0,4 0 6 0,-1-1-3 16,5-1-7-16,2 3 16 0,0-4-9 0,0 3-2 16,0 0 1-16,6-2 1 0,2 2-8 0,0 0 8 15,0-1 3-15,0 1-2 0,1-2 2 0,1 1-8 16,-2 1 4-16,6-1-1 0,-1-2 0 0,3 3-2 16,-3-3 3-16,1 0-4 0,-2 1 7 0,5 0-8 15,-1 0 6-15,1 1 2 0,0 0 1 0,2-1-7 16,-1 0 7-16,2-1-8 0,12-2 0 0,-14 3 2 15,17-2-2-15,-5 2 4 0,-9 0 0 0,-4-2 1 16,3 2 1-16,15-2-6 0,-3 1 5 0,-1 0-1 16,-1-1 4-16,2 1 0 0,-2 1-4 15,3 0 1-15,0 0 1 0,-1-3-8 0,1 2 5 16,-1-1-4-16,1 2 1 0,1-3 2 0,-2 2 6 16,4 0-9-16,-3-1 1 0,-1 1 10 0,2 1-4 0,3-3 0 15,-4 1-4-15,4 1-3 0,1-1 0 16,-2 1 7-16,1-1-6 0,1 2-2 0,-6 0 0 15,6-2 4-15,-5 0 1 0,4 0-5 0,-2 0 3 16,0 2 0-16,1 0 8 0,-1-4-2 0,1 2 1 16,-1-1-2-16,1 1 2 0,-2-1-6 0,5 0 12 15,-7 2-4-15,4-2 0 0,-3 2-4 0,-1-2-1 16,2 3 2-16,-4-6-1 0,2 6 3 0,-12-4-2 16,15 3 1-16,0-3-4 0,-16 3-1 0,12-3 2 0,3 0 4 15,-4-2 2-15,-9 4 1 0,14-2 3 0,-4-1-1 16,-13 1-6-16,15 0 2 0,-4-2 3 15,-10 3-1-15,-1 1 1 0,2-1 2 0,0 0-2 16,-2 1-2-16,1-1 2 0,0 0-3 0,0 2 1 16,-2-1-7-16,2-1 8 0,-6 2-10 0,0 0 10 15,4 2-4-15,-4-2 1 0,2-1-5 0,-3 2 5 16,0 0-2-16,0 0 0 0,0-3-1 0,-3 3 3 16,0-2-3-16,-2 0 2 0,1 2-4 0,-1 0 0 15,1-1-2-15,-5 0-1 0,-1 1 7 0,-3 0-4 16,3 1-3-16,-2 0 0 0,0-1 3 0,0 0-7 15,-1-2 9-15,0 1-4 0,-5-1 0 0,3 2 3 16,-3 0 2-16,0 0 0 0,-1 0 4 0,0 0-7 16,-2 0 1-16,3 0 4 0,-1-1-1 0,0 1 1 15,-2 0 0-15,-2 1-2 0,3-1 0 0,-2 0-4 16,-1-1 7-16,-9 1-2 0,15-2-1 0,-10 1-4 16,-5 1 1-16,0 0-3 0,14 0 5 0,-14 0-2 15,7-1 2-15,-7 1 0 0,0 0 2 0,0 0 4 16,0 0 0-16,10-1-4 0,-10 1 3 0,0 0-3 15,0 0 0-15,0 0-2 0,0 0 0 0,0 0-4 16,0 0 3-16,0 0-5 0,0 0-1 0,0 0 4 16,0 0-9-16,0 0-6 0,0 0-11 0,0 0-18 15,0 0-7-15,0 0-22 0,0 0-26 0,0 0-9 16,0 0-31-16,0 0-34 0,-31 2-126 0,20-2-317 16,11 0 140-16</inkml:trace>
  <inkml:trace contextRef="#ctx0" brushRef="#br0" timeOffset="-148091.41">27963 13301 13 0,'0'0'15'0,"0"0"2"15,0 0-1-15,0 0-6 0,0 0 3 16,0 0 1-16,0 0-3 0,0 0 0 0,0 0-3 0,0 0-2 15,0 0 6-15,0 0-1 0,0 0 1 0,0 0-4 16,0 0 1-16,0 0 4 0,0 0-4 0,0 0 0 16,0 0-1-16,0 0-4 0,0 0 8 15,0 0-3-15,0 0 4 0,0 0 0 0,0 0-5 0,0 0 0 16,0 0-8-16,0 0 11 0,0 0-5 0,0 0-3 16,0 0 0-16,0 0 4 0,0 0 3 0,0 0-5 15,0 0 0-15,0 0-7 0,0 0 8 0,0 0 2 16,0 0-7-16,0 0 9 0,0 0-9 0,0 0-1 15,0 0 2-15,-15-3-1 0,15 3-2 0,0 0-1 16,0 0-4-16,-5 5 11 0,5-5-18 0,0 0 1 16,-7 4 0-16,7-4-1 0,-6 2-1 0,6-2-6 15,-4 5 2-15,4-5-1 0,-5 4 5 0,5-4-4 16,0 0-3-16,-5 6-12 0,5-6-34 0,0 0 16 16</inkml:trace>
  <inkml:trace contextRef="#ctx0" brushRef="#br0" timeOffset="-147321.56">27903 13311 39 0,'0'0'51'0,"0"0"-4"0,0 0-3 16,0 0-9-16,0 0 6 0,0 0-11 0,0 0 1 16,0 0 2-16,0 0-1 0,0 0-2 0,0 0-2 15,0 0-9-15,0 0-1 0,0 0-3 0,0 0 5 16,0 0 0-16,0 0-2 0,0 0 1 0,0 0-1 16,0 0-5-16,-23 11 0 0,23-11-3 0,-7 7-1 15,5-3-1-15,2-4 0 0,-3 10 3 0,0-6-4 16,3-4-4-16,-2 7 2 0,2-7 0 0,-2 8-2 15,2-8 1-15,0 0 1 0,0 9-2 0,0-9 0 16,0 0 0-16,0 0-2 0,0 0 4 0,2 11-3 16,-2-11 16-16,0 0-8 0,0 0 16 0,5 2-16 15,-5-2-2-15,0 0 0 0,0 0 8 0,0 0 3 16,12-9-11-16,-12 9 1 0,0 0 0 0,4-7 2 16,-4 7 1-16,0 0-5 0,1-6-1 0,-1 6 11 15,0 0-12-15,0 0 3 0,0-9-11 0,0 9 2 16,0 0 4-16,0 0 5 0,0 0-15 0,0 0 5 15,0 0 1-15,0 0-7 0,0 0 6 0,0 0 14 16,0 0-9-16,0 0-3 0,0 0-2 0,0 0 1 16,-14 12-2-16,14-12 5 0,-3 6-3 0,3-6-3 0,-5 6 2 15,5-6-1-15,0 0-3 0,0 0 8 16,0 0 1-16,2 9-9 0,-2-9-2 0,0 0 10 16,0 0 5-16,0 0 10 0,0 0-5 0,0 0-1 15,0 0 4-15,7 5 3 0,-7-5-1 0,0 0-15 16,0 0 18-16,0 0-3 0,0 0-8 0,0 0 6 0,0 0 0 15,11-15-30-15,-11 15 25 0,0 0 10 16,0-11-22-16,0 11 9 0,0 0-6 0,-3-10 5 16,3 10-4-16,0 0 0 0,0 0-3 0,0 0-4 15,-4-8 4-15,4 8 2 0,0 0 0 0,0 0 6 16,0 0-11-16,0 0 12 0,-18 10-5 0,13-5-16 0,5-5-3 16,-6 6-23-16,2 1-28 0,1-3-96 0,-1 1-174 15,4-5 77-15</inkml:trace>
  <inkml:trace contextRef="#ctx0" brushRef="#br0" timeOffset="-146835.89">27955 13336 11 0,'0'0'37'0,"0"0"-3"0,0 0-4 16,0 0-3-16,0 0 4 0,0 0-9 16,0 0-1-16,0 0-3 0,0 0-6 0,0 0-9 15,0 0-1-15,0 0-4 0,0 0-7 0,0 0-3 16,0 0 0-16,0 0-10 0,0 0-11 0,5 23-34 16,-5-23 16-16</inkml:trace>
  <inkml:trace contextRef="#ctx0" brushRef="#br0" timeOffset="-138894.18">30680 13581 41 0,'0'0'63'15,"0"0"-10"-15,0 0-3 0,0 0 2 0,0 0-10 16,0 0-6-16,0 0-5 0,0 0-5 0,0 0-5 15,0 0-11-15,0 0-13 0,0 0-17 0,0 0-6 0,0 0-37 16,-12 17-68-16,12-17 30 0</inkml:trace>
  <inkml:trace contextRef="#ctx0" brushRef="#br0" timeOffset="-134664.19">30176 13840 14 0,'0'0'16'0,"0"0"2"16,0 0 1-16,-11 1 5 0,11-1-2 0,0 0 5 15,0 0-4-15,-6 3 3 0,6-3-3 0,0 0 7 16,0 0 4-16,0 0-1 0,0 0 5 0,0 0-3 16,0 0-1-16,0 0 3 0,0 0-2 0,0 0 9 15,0 0-17-15,0 0 4 0,0 0 0 0,0 0-8 16,0 0 4-16,0 0-2 0,0 0-11 16,0 0 2-16,0 0 0 0,32-7 0 0,-15 7-9 0,4 0 2 15,-2-1 8-15,9 1-5 0,0-2 6 0,0 2-3 16,0 0 0-16,2 2 1 0,-3-5 1 0,1 3-6 15,-8 0 6-15,2-2-6 0,0 7 6 0,0-5 1 16,-2 0-6-16,-1 3 8 0,-2-5-14 0,-3 4 20 16,-1-2-1-16,-3 0-7 0,1-3-7 0,-11 3 6 15,13 1 7-15,-13-1 3 0,10 0 0 0,-10 0 4 16,9-1 1-16,-9 1 2 0,0 0-2 0,0 0-2 16,9 1-3-16,-9-1-2 0,0 0-5 15,0 0 1-15,0 0-7 0,0 0-2 0,0 0-14 0,0 0-22 16,0 0-15-16,0 0-28 0,0 0-21 0,-32 3-118 15,24-2-221-15,8-1 99 0</inkml:trace>
  <inkml:trace contextRef="#ctx0" brushRef="#br0" timeOffset="-133194.29">24391 13579 7 0,'0'0'77'0,"0"0"-2"0,0 0-9 16,0 0 0-16,0 0-6 0,0 0-7 15,0 0-4-15,0 0-6 0,0 0-4 0,0 0-6 16,0 0 1-16,0 0-7 0,0 0-1 0,0 0 3 0,0 0-10 16,0 0 4-16,0 0-6 0,0 0 2 0,0 0-4 15,0 0-1-15,0 0-1 0,0 0 12 16,0 0-9-16,0 0 6 0,0 0-6 0,0 0 4 15,0 0 0-15,0 0 5 0,0 0-9 0,-20 9 2 16,20-9-1-16,0 0-3 0,-8 2 6 0,8-2-2 0,-8 1 6 16,8-1-1-16,0 0-4 0,-9 3 10 15,9-3-10-15,0 0 3 0,0 0-10 0,-7 2 7 16,7-2-8-16,0 0 6 0,0 0-8 0,16 8 3 16,6-8 2-16,13 3-9 0,22-5-35 0,36-1-39 0,7-1-130 15,6-3-213-15,8-5 95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9:22:07.5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29328 13554 11 0,'0'0'31'0,"0"0"-9"0,4-4-1 16,-4 4 2-16,0 0-5 0,0 0 0 0,0 0-6 16,0 0-3-16,0 0 1 0,0 0 2 15,0 0-5-15,0 0-4 0,7-3-8 0,-7 3-1 16,0 0-6-16,0 0 0 0,0 0-15 0,0 0-30 16,0 0 13-16</inkml:trace>
  <inkml:trace contextRef="#ctx0" brushRef="#br0" timeOffset="1147.8">29385 13504 23 0,'0'0'37'16,"4"-6"-2"-16,-4 6-1 0,0 0 1 0,0 0 2 15,0 0-3-15,0 0 5 0,0 0 2 0,0 0-3 16,0 0 1-16,-28 14-1 0,19-8-12 0,-1 3 9 0,0-1 0 16,2 0-4-16,0-1-4 0,3 0-4 15,0 2 9-15,0-2 9 0,4 1 1 0,1-1-3 16,0-7 1-16,6 12-2 0,-1-7-5 0,2-2-4 0,3 1-1 15,3-1 0-15,1-3-2 0,0 0-12 0,2 2 6 16,-2-5-10-16,4-2 4 0,0 0 3 16,-4-1 1-16,-2-2 0 0,-2 1-8 0,-1-1 1 0,1-1 3 15,-4-2 0-15,0 3 0 0,-3-4-3 16,0 3 2-16,-2-3 1 0,-1 3-11 0,-5 1 0 0,1 2 3 16,-3-2 4-16,-6 4 0 0,3 0-1 0,-8 4 2 15,0 0 0-15,-3 5 6 0,1 0 1 0,-4 2 0 16,-2 3 5-16,1-1-1 0,4-1-1 15,4 3 3-15,2-4-3 0,5 0-5 0,2-1 1 16,1 2 3-16,2-2 1 0,3-1 3 0,2-5 3 0,2 10-8 16,-2-10 8-16,12 9-10 0,-3-4 5 0,3-4-1 15,2 0-8-15,5-1 2 0,-1-4-1 0,2-1 0 16,1 0 2-16,-1-1-4 0,-2-3-4 0,0-3 4 16,0 3 0-16,-5-2-5 0,-1-2 4 15,-4 3 2-15,-3-2 3 0,-1 0 3 0,-1 1-7 0,-3-2 10 16,0 3-3-16,-4-2-10 0,-3 3-1 0,0 0-4 15,-3 4 5-15,-2 2-2 0,-7 2 2 0,1 2-1 16,-2 2 4-16,-9 5 1 0,0 3 2 0,1 1 1 16,1 0-1-16,1 2 1 0,2-2 4 0,6-1-3 15,8-4-1-15,1 2-2 0,2-1 1 0,1 0 1 16,1 1-2-16,3-1 0 0,2-1-2 0,0-7 2 16,4 12 3-16,-1-7-1 0,3-1-3 0,1 0 0 15,1-4 3-15,2 2-3 0,4-2-2 0,4-2-2 16,-1-2 2-16,1-2 5 0,2 1-3 0,-2-4-2 15,-2 1 4-15,-2-4-10 0,-1 1 7 16,-1-1 1-16,-1-2-5 0,-3-1-5 0,-2 0 0 0,2 1 2 16,-3-1 0-16,-2 4 4 0,0 1-9 0,-3 3 3 15,2 0 4-15,-2 7-9 0,-4-12-1 16,4 12 0-16,-9-3 2 0,9 3-3 0,-18 6 2 16,4 0 2-16,-9 8 0 0,-4 1 4 0,0 2 1 15,2-2 0-15,1-1-4 0,8 0 3 0,2-4 2 0,3 1-2 16,3-3 0-16,3 3 0 0,-1-4 4 0,3 1-3 15,3-8 1-15,1 10-3 0,-1-10 6 0,5 11-3 16,3-11 1-16,2 2-1 0,2-4 1 0,7 0-2 16,-3-3 1-16,4-1 0 0,-1 0 2 0,-1-4-6 15,-4 1 6-15,0-2-4 0,-3-1 0 16,-3 1-4-16,1-3 3 0,-3-2-4 0,1 6 1 0,-5-3 2 16,-1 2 0-16,1 1-1 0,-4 1 4 0,2 9-5 15,-1-12 1-15,1 12-5 0,-10-3 2 0,10 3-4 16,-19 3 1-16,1 2 0 0,1 2 3 0,1 2-3 15,-3 1 3-15,5 0-1 0,-1 1 0 0,1 0-1 16,7-2 1-16,2-1 5 0,1 2-1 0,0-1-3 16,5-3-2-16,-1-6 2 0,9 15 2 0,-4-7 3 15,3-2 1-15,3-3-3 0,2 2 2 16,0-2-1-16,5-2-1 0,2-1-1 0,-2 0-1 0,0-2 2 16,-1-2 4-16,-3 2 1 0,-4-4-6 15,0 2 3-15,-2 0 0 0,-4-3-2 0,1 0 2 16,-3-2-4-16,0 2-1 0,-2 7 0 0,-2-11 0 0,2 11-9 15,-5-7 12-15,5 7-6 0,-11-3 3 0,11 3-1 16,-18 3-2-16,5 1 1 0,-1 3 0 0,-1 1-2 16,-1 2 4-16,4 0-2 0,0-2 2 15,5 3-2-15,0-1 4 0,3-1 0 0,2-3-2 0,-1 4-4 16,3-5 3-16,0-5 0 0,4 13 6 0,1-8 0 16,0-1 2-16,6-1-4 0,1-3 3 0,0 2 0 15,2-4-2-15,4-2 1 0,-2-1-5 0,0-1 5 16,-4 2-1-16,-1-4-1 0,-2 1 1 0,1 0 1 15,-4-1 6-15,-2-4-9 0,-1 3 0 16,-2-1 0-16,-2 1-3 0,-3-1 0 0,0 5 1 16,-6 1 0-16,-1 1-1 0,-3 3-2 0,-5 3 0 0,0 2 2 15,-9 4 1-15,2 1 3 0,1 3-7 16,-1 0-21-16,3 0-23 0,7 0-24 0,0 0-42 16,6 3-35-16,2 1-195 0,1 0-373 0,4-2 166 15</inkml:trace>
  <inkml:trace contextRef="#ctx0" brushRef="#br0" timeOffset="2132.03">31935 13541 30 0,'-4'-6'64'0,"4"6"8"0,0 0 0 0,0 0-5 16,-6-7-4-16,6 7 0 0,0 0-6 0,0 0-2 15,-2-9 6-15,2 9 1 0,0 0-15 16,0-8-3-16,0 8 0 0,0 0 2 0,-1-10 5 16,1 10-10-16,0 0 2 0,1-11-1 0,-1 11-3 15,0-10 4-15,0 10 8 0,2-7-3 0,-2 7 6 16,0 0-11-16,0-11 7 0,0 11-10 0,0 0 2 0,0-7-1 16,0 7 4-16,0 0 0 0,0 0-4 15,1-8 5-15,-1 8-2 0,0 0-6 0,0 0-1 16,0 0-9-16,0 0 3 0,0 0-13 0,0 0 8 15,0 0-10-15,0 0 5 0,0 0-8 0,0 0-3 16,0 0-2-16,0 0 1 0,0 0-2 0,0 0 3 16,0 0-2-16,1 24 0 0,0-13 1 0,-1 0-3 15,0 4 12-15,2 1-4 0,-2 0 4 0,0-1 2 16,0 2-5-16,0-1-2 0,0 0 0 0,1-1 2 16,-1-3-5-16,3 0-5 0,-5 4 3 0,2-4-2 15,0-3 3-15,2 1-4 0,-1 1 0 0,-1-1-6 16,0 0 8-16,0-3-2 0,0 2 0 0,1 1 0 15,-1-3 0-15,0 2-3 0,0-9 2 0,2 12 4 16,-2-12-3-16,0 11-2 0,0-11-2 0,1 9 3 16,-1-9 3-16,-1 9-3 0,1-9 8 0,0 0-12 15,1 7-10-15,-1-7-15 0,0 0-6 0,0 0-27 16,0 10-15-16,0-10-25 0,0 0-26 0,0 0-23 16,-1 9-134-16,1-9-304 0,-3 9 135 0</inkml:trace>
  <inkml:trace contextRef="#ctx0" brushRef="#br0" timeOffset="3215.81">29430 13830 19 0,'0'0'82'0,"0"0"-12"15,0 0-2-15,-18-2-2 0,18 2-6 0,0 0-2 16,0 0-3-16,0 0-10 0,-15-1 0 15,15 1-2-15,0 0 1 0,0 0-1 0,-21 3-2 0,21-3 3 16,0 0 3-16,-16 3-3 0,16-3 2 16,0 0-3-16,-16 0-2 0,16 0 0 0,0 0-8 15,-20 3 1-15,20-3-6 0,-18 0-4 0,8 1 4 16,-2-1 0-16,12 0-1 0,-21 2 5 0,13 0-2 0,8-2 1 16,-18 2 0-16,18-2-4 0,-14 0 2 0,14 0-5 15,-13-2 5-15,13 2-4 0,0 0 4 16,-15 2 2-16,15-2-1 0,0 0-3 0,-12-3 6 15,12 3-1-15,0 0 2 0,0 0 1 0,0 0-2 16,-12-1-6-16,12 1-5 0,0 0 0 0,0 0-2 16,0 0-5-16,0 0 2 0,0 0-2 0,0 0-5 0,44 5 7 15,-26-6-7-15,4 1 7 0,0 1-6 16,-2-1-2-16,1-1-1 0,-1 3 1 0,-2 0 0 16,2-4-4-16,-3 2 1 0,-3 2-5 0,-2-2 4 15,-1-2-1-15,-11 2 2 0,19 2-1 0,-12-2 6 16,-7 0-2-16,0 0 8 0,16 0 1 0,-16 0 3 15,0 0 5-15,0 0 0 0,11-3 1 0,-11 3-6 16,0 0-3-16,0 0-3 0,0 0-2 0,0 0 1 16,0 0-1-16,-35-4-2 0,18 4 1 0,-2-1-4 15,1-1-1-15,2 4-2 0,-2-4 3 0,2 1-5 16,2 1 0-16,4 0 1 0,10 0-1 0,-20 1-4 16,12 1 4-16,8-2 0 0,-14 1 1 0,14-1-1 15,0 0 0-15,-15 1-2 0,15-1-2 0,0 0 0 16,0 0 1-16,-8 6 0 0,8-6-5 0,0 0 4 15,0 0-7-15,0 0-2 0,29 3-24 0,-16 0-23 16,6-2-35-16,2-1-32 0,1 1-60 0,-1 2-129 16,6-3-337-16,-5 0 150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9:47:47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23150 13101 6 0,'0'0'63'0,"0"0"-14"0,0 0 0 16,0 0-14-16,0 0-4 0,0 0 0 15,0 0-3-15,0 0 0 0,0 0 3 0,0 0 3 16,0 0-6-16,0 0 1 0,0 0 7 0,0 0-2 0,0 0 8 15,0 0-11-15,0 0 9 0,0 0-8 0,0 0 5 16,0 0-5-16,0 0 1 0,0 0-7 0,0 0 5 16,0 0-7-16,0 0-6 0,0 0-1 15,0 0 3-15,0 0-7 0,0 0 0 0,0 0-3 0,0 0 0 16,0 0-4-16,0 0 5 0,0 0 1 0,0 0 1 16,0 0-9-16,0 0-3 0,0 0 2 0,0 0 2 15,0 0 1-15,0 0-1 0,0 0-5 0,0 0 6 16,0 0 3-16,0 0-10 0,0 0 4 0,0 0-5 15,0 0-1-15,0 0-6 0,0 0-6 0,0 0-2 16,0 0-9-16,0 0-2 0,0 0-11 0,0 0-2 16,0 0-18-16,0 0-73 0,0 0-141 0,0 0 64 15</inkml:trace>
  <inkml:trace contextRef="#ctx0" brushRef="#br0" timeOffset="2933.94">22630 16438 9 0,'0'0'2'15,"5"7"-5"-15,-5-7-1 0,0 0 1 0</inkml:trace>
  <inkml:trace contextRef="#ctx0" brushRef="#br0" timeOffset="19282.47">27946 13291 42 0,'0'0'54'0,"0"0"-7"0,0 0-2 16,0 0 0-16,0 0-7 0,0 0 0 0,0 0-1 16,0 0-8-16,0 0 2 0,0 0-1 0,0 0-4 15,0 0 3-15,0 0-2 0,0 0-4 0,0 0-6 16,0 0 3-16,0 0-6 0,0 0 7 0,0 0-3 16,0 0 6-16,0 0 1 0,0 0-9 0,0 0 14 15,-10 7-8-15,10-7-2 0,0 0 0 0,0 0-2 16,0 0 1-16,0 0-2 0,0 0 2 0,0 0-19 15,0 0 9-15,0 0 11 0,0 0-7 0,0 0-11 16,0 0 2-16,0 0 2 0,0 0 1 0,0 0-7 16,0 0-1-16,0 0-20 0,0 0-2 0,0 0-7 15,0 0-1-15,0 0-7 0,0 0-16 0,0 0 3 16,0 0-5-16,0 0-48 0,0 0-110 0,3 11 48 16</inkml:trace>
  <inkml:trace contextRef="#ctx0" brushRef="#br0" timeOffset="20363.8">32183 13296 9 0,'0'0'18'0,"0"0"1"0,0 0-6 16,0 0 4-16,0 0-2 0,0 0-10 0,0 0 13 15,0 0-1-15,0 0 1 0,0 0-4 0,0 0 8 16,0 0-5-16,0 0 3 0,0 0 2 0,0 0-6 15,0 0 5-15,0 0-7 0,0 0 0 0,0 0-2 16,0 0 11-16,0 0-16 0,0 0 9 0,0 0-9 16,0 0 3-16,0 0-1 0,0 0 0 0,0 0 2 15,0 0 9-15,0 0-4 0,0 0-8 0,0 0 4 16,0 0 0-16,0 0-3 0,0 0-5 0,0 0 11 16,0 0-10-16,0 0 2 0,0 0-1 0,0 0-1 15,0 0-5-15,0 0 3 0,0 0 5 0,0 0-7 16,0 0 4-16,0 0-5 0,0 0 0 0,0 0-4 15,0 0 10-15,0 0-3 0,0 0 13 0,0 0-18 16,0 0 2-16,0 0 3 0,0 0-8 0,0 0 6 16,0 0 0-16,0 0 1 0,0 0-2 0,0 0-5 15,0 0 10-15,0 0-6 0,0 0 5 0,0 0-6 16,0 0 2-16,0 0-11 0,0 0 10 0,0 0-4 16,0 0 3-16,0 0 10 0,0 0-14 0,0 0 7 15,0 0-5-15,0 0 4 0,0 0-5 0,0 0 2 16,0 0 0-16,0 0-3 0,0 0 3 0,0 0-7 15,0 0-4-15,0 0 1 0,0 0-10 0,0 0-6 16,0 0 3-16,0 0-4 0,0 0-35 0,0 0-69 16,0 0 30-16</inkml:trace>
  <inkml:trace contextRef="#ctx0" brushRef="#br0" timeOffset="24166.44">32248 13369 21 0,'0'0'12'0,"0"0"7"0,0 0-9 0,0 0 9 0,0 0-4 15,0 0-2-15,0 0-5 0,0 0-1 16,0 0-2-16,0 0 2 0,0 0 2 0,0 0-8 16,0 0 8-16,0 0-6 0,0 0 0 0,0 0 2 15,0 0-5-15,0 0 5 0,0 0-2 0,0 0-1 16,0 0 0-16,0 0 1 0,0 0-1 0,4 4-1 16,-4-4-3-16,0 0 3 0,0 0-1 0,0 0 2 15,0 0-1-15,0 0-1 0,0 0 3 0,0 0 0 16,0 0-5-16,0 0 4 0,0 0-7 0,0 0 2 15,0 0 7-15,0 0-5 0,0 0 2 0,0 0-2 16,0 0 0-16,0 0 3 0,0 0-2 0,0 0 4 0,0 0-3 16,0 0-3-16,0 0 3 0,0 0 5 15,0 0-7-15,0 0-2 0,0 0 0 0,0 0 2 16,0 0 1-16,0 0 4 0,0 0-3 0,0 0-1 16,0 0 6-16,0 0-8 0,0 0 8 0,0 0-1 15,0 0-3-15,0 0-3 0,0 0 2 0,0 0-2 16,0 0 4-16,0 0-6 0,0 0 5 0,0 0 1 0,0 0 0 15,0 0-4-15,0 0 3 0,0 0-2 16,0 0 0-16,0 0-1 0,0 0 1 0,0 0-4 16,0 0 8-16,0 0-1 0,0 0 0 0,0 0 2 15,0 0-5-15,0 0-2 0,0 0 0 0,0 0 4 16,0 0-5-16,0 0 0 0,0 0 8 0,0 0-4 16,0 0-1-16,0 0 1 0,0 0 0 0,0 0 3 0,0 0 2 15,0 0-2-15,0 0 7 0,0 0-3 16,0 0-2-16,0 0-2 0,0 0-1 0,0 0 7 15,0 0-6-15,0 0 3 0,0 0 2 0,0 0-9 16,0 0 5-16,0 0-4 0,0 0 4 0,0 0-8 16,0 0 7-16,0 0-6 0,0 0 1 0,0 0-1 15,0 0 9-15,0 0-8 0,0 0 2 0,0 0-1 16,0 0 0-16,0 0 6 0,0 0-6 0,0 0-3 16,0 0 6-16,0 0 2 0,0 0-1 0,0 0-6 15,0 0 4-15,0 0-1 0,0 0-2 0,0 0-3 16,0 0 7-16,0 0-4 0,0 0 1 0,0 0-1 15,0 0 3-15,0 0-7 0,0 0 5 0,0 0-2 16,0 0 0-16,0 0 2 0,0 0 1 0,0 0-1 16,0 0-6-16,0 0 2 0,0 0 10 0,0 0 0 15,0 0-8-15,0 0-1 0,0 0 0 0,0 0-1 16,0 0 6-16,0 0-5 0,0 0 5 0,0 0-1 16,0 0 1-16,0 0-7 0,0 0 2 0,0 0 7 15,0 0-9-15,0 0 6 0,0 0-2 0,0 0-2 16,-1 9 7-16,1-9-4 0,0 0 2 0,0 0-5 15,0 0-1-15,0 0 3 0,0 0 7 0,0 0-4 16,0 0 0-16,0 0 4 0,0 0-5 0,0 0-1 16,0 0 0-16,0 0-1 0,0 0 2 0,0 0-6 15,0 0-1-15,0 0 0 0,0 0 0 0,0 0-3 16,0 0 0-16,0 0-12 0,0 0 7 0,0 0-10 16,0 0-14-16,0 0-40 0,0 0 18 0</inkml:trace>
  <inkml:trace contextRef="#ctx0" brushRef="#br0" timeOffset="30490.22">27884 13373 14 0,'0'0'33'0,"0"0"-1"0,0 0-6 0,0 0-7 15,0 0 1-15,0 0-1 0,0 0-7 0,0 0-2 16,0 0-4-16,0 0-2 0,0 0-5 16,0 0 3-16,0 0-9 0,-3-7 0 0,3 7-3 15,0 0 2-15,0 0-1 0,0 0 3 0,0 0 0 0,0 0 1 16,0 0 0-16,0 0-2 0,0 0 2 0,2-12 5 15,-2 12-4-15,0 0 2 0,0 0 2 16,0 0 6-16,0 0-6 0,0 0 5 0,0 0-5 0,0 0 1 16,0 0 1-16,0 0 5 0,1-8-5 0,-1 8-1 15,0 0 1-15,0 0 7 0,0 0 1 0,0 0-10 16,0 0 8-16,0 0-1 0,0 0 7 0,0 0 6 16,0 0 1-16,0 0-6 0,0 0 3 0,0 0-1 15,0 0 1-15,0 0-4 0,0 0 0 0,0 0-1 16,0 0-3-16,0 0 4 0,0 0-8 0,0 0-4 15,0 0 0-15,0 0-10 0,0 0-3 0,0 0-11 16,0 0 1-16,0 0-10 0,0 0-16 0,0 0-51 16,0 0 23-16</inkml:trace>
  <inkml:trace contextRef="#ctx0" brushRef="#br0" timeOffset="34656.75">30887 13369 36 0,'0'0'42'0,"0"0"-11"15,0 0-11-15,0 0-9 0,0 0-8 0,0 0-7 16,0 0-3-16,0 0-15 0,0 0-25 0,0 0 11 16</inkml:trace>
  <inkml:trace contextRef="#ctx0" brushRef="#br0" timeOffset="35300.68">32173 13239 10 0,'0'0'31'16,"0"0"-13"-16,0 0-15 0,10-2-14 0,-10 2-11 15,13 6 5-15</inkml:trace>
  <inkml:trace contextRef="#ctx0" brushRef="#br0" timeOffset="35560.89">32401 13384 18 0,'-11'-2'27'0,"11"2"-2"0,0 0-4 0,-11 0-1 0,11 0 1 16,-11 0-10-16,11 0-11 0,-13 3-5 15,2-1-8-15,1 1-9 0,-6-1-22 0,5 1 10 16</inkml:trace>
  <inkml:trace contextRef="#ctx0" brushRef="#br0" timeOffset="97207.5">29652 13130 52 0,'6'-5'74'0,"-6"5"-6"0,0 0-5 16,0 0-3-16,0 0-9 0,0 0 11 0,0 0-6 16,3-5-2-16,-3 5-12 0,0 0 8 0,0 0-5 15,0 0-10-15,0 0 7 0,0 0-14 0,0 0 5 16,0 0-4-16,0 0 8 0,0 0-11 0,0 0 1 16,0 0-7-16,0 0 7 0,0 0 5 15,0 0-13-15,0 0 7 0,0 0-6 0,0 0 0 0,0 0 2 16,0 0-4-16,-6-13-8 0,6 13 4 0,0 0-5 15,0 0-12-15,0 0 14 0,0 0-10 0,0 0 7 16,0 0 3-16,0 0-1 0,0 0-6 0,0 0 5 16,0 0-6-16,0 0 0 0,0 0 2 0,-12 0 0 15,12 0-3-15,0 0 6 0,-14 13 1 0,8-6-2 16,-2-1 6-16,0 2-8 0,-1 1 7 0,-1-1-3 16,0 2 0-16,1-2 4 0,2 2-4 0,-6 2 0 15,4-3-5-15,1-2 2 0,-2 2 0 0,3-1-3 16,-1 0 11-16,1-2-2 0,2-1-3 0,0 0 13 15,-2 2 0-15,0-1 6 0,1-2 0 0,2 1-2 16,-1-1-1-16,5-4-7 0,-10 6 0 0,10-6 2 16,-4 6-8-16,4-6 5 0,-4 3-6 0,4-3 1 15,0 0-6-15,-3 9 7 0,3-9-8 0,0 0 5 16,7 8 2-16,-2-4-3 0,0 1-2 0,6-1 2 16,0 1-4-16,0 1-12 0,-1 0-13 0,1-1-5 15,0 1-22-15,4 2-11 0,-3-3-14 0,6 3-5 16,1-4-12-16,-1 1-12 0,1 2-9 0,1 0-78 15,6 2-204-15,2-1 91 0</inkml:trace>
  <inkml:trace contextRef="#ctx0" brushRef="#br0" timeOffset="141355.57">27836 13200 67 0,'0'0'68'0,"0"0"-6"0,0 0-9 0,0 0-7 16,0 0-4-16,0 0-6 0,0 0-2 0,0 0-2 15,0 0 2-15,0 0-15 0,0 0 5 0,0 0-4 16,0 0-6-16,0 0-8 0,0 0 9 0,0 0-13 15,0 0-5-15,0 0-10 0,0 0-17 0,0 0-13 16,18 11-39-16,-18-11-87 0,9 1 39 0</inkml:trace>
  <inkml:trace contextRef="#ctx0" brushRef="#br0" timeOffset="142149.72">32380 13464 47 0,'0'0'78'16,"0"0"2"-16,0 0-10 0,0 0-10 0,0 0-7 16,0 0-5-16,0 0 0 0,0 0-6 0,0 0-10 15,0 0-6-15,0 0-5 0,0 0 5 0,0 0-2 0,0 0-6 16,0 0 2-16,0 0-7 0,0 0-1 15,0 0-4-15,0 0-3 0,0 0 4 0,0 0-15 16,0 0 2-16,0 0-3 0,0 0-3 0,0 0 0 16,0 0-5-16,0 0-9 0,0 0-4 0,0 0 2 15,0 0-9-15,0 0-6 0,0 0-5 0,0 0-36 16,0 0-88-16,0 0 40 0</inkml:trace>
  <inkml:trace contextRef="#ctx0" brushRef="#br0" timeOffset="197548.08">27973 13343 58 0,'-1'-11'96'16,"1"11"2"-16,-4-5-15 0,4 5-7 0,0 0 2 0,-4-9-4 15,4 9-4-15,0 0-11 0,0 0 3 16,-2-6-5-16,2 6-6 0,0 0-7 0,0 0-10 0,0 0 3 16,0 0-12-16,0 0-7 0,0 0 3 15,0 0-14-15,0 0-15 0,0 0-10 0,0 0-2 0,0 0-11 16,0 0-9-16,0 0 1 0,0 0-1 0,0 0-10 16,0 0-13-16,-14 2-61 0,14-2-133 0,-13 7 59 15</inkml:trace>
  <inkml:trace contextRef="#ctx0" brushRef="#br0" timeOffset="198693.79">27404 13290 16 0,'0'0'-3'0,"0"0"-3"16,0 0 1-16</inkml:trace>
  <inkml:trace contextRef="#ctx0" brushRef="#br0" timeOffset="198967.19">28036 13392 5 0,'0'0'37'0,"0"0"-15"0,0 0-13 0,-21-6-17 15,21 6-4-15,-7 4-11 0,7-4 6 0</inkml:trace>
  <inkml:trace contextRef="#ctx0" brushRef="#br0" timeOffset="-101845.41">32451 13322 5 0,'0'0'6'0,"0"0"-3"0,0 0 2 0,0 0 1 16,0 0-1-16,0 0-5 0,0 0-1 0,0 0 1 16,0 0 7-16,0 0-1 0,0 0 1 0,0 0-1 15,0 0 0-15,0 0-3 0,0 0-1 0,0 0 2 16,0 0 4-16,0 0-6 0,0 0 4 0,0 0-6 15,0 0 4-15,0 0-2 0,0 0 4 0,-18-5-4 16,18 5 2-16,0 0 4 0,0 0-2 0,-14 4-1 16,14-4-2-16,-12 1 3 0,12-1-3 0,-11 0 2 15,11 0 1-15,-9 0 0 0,9 0-4 0,-12 2 3 16,5-2 0-16,7 0-1 0,-14 0-1 0,4-1 1 16,10 1 2-16,-15 1-1 0,7-1-1 0,-1 0 0 15,1 1-5-15,8-1 1 0,-17 1-1 0,6 0 1 16,3 1 2-16,-3 0-1 0,1-2 1 0,10 0-3 15,-17 2 4-15,6-1-1 0,-2 1-1 0,2-1 2 16,-1 1-2-16,0-2-2 0,-3 1 1 0,-3-1 0 16,0 3-2-16,-2-3-8 0,-1 0 3 0,0 1 0 15,-9-1-5-15,2 0 2 0,-1 0-4 16,-2 0 5-16,2-1-14 0,-3 2-24 0,-1-2 11 0</inkml:trace>
  <inkml:trace contextRef="#ctx0" brushRef="#br0" timeOffset="-101489.64">29725 13208 13 0,'-20'-1'13'0,"-2"-1"-2"16,2 2 0-16,4-2 3 0,-3 0-7 0,0 1 0 15,4 1-1-15,-4-1 0 0,2 1-1 0,-2 0 1 16,5-1-3-16,-6-3 4 0,0 4-3 0,1 0 2 15,-3 0-6-15,1 1 1 0,0 1 2 0,-1-4-3 0,-7 2 3 16,1 2-3-16,-2-2-2 0,1 0 1 0,1 2 1 16,0-3-9-16,-2 1-3 0,3-3-5 15,-1 3-19-15,1-1 8 0</inkml:trace>
  <inkml:trace contextRef="#ctx0" brushRef="#br0" timeOffset="-100208.64">28987 13187 26 0,'-28'-2'-5'0,"-2"-2"6"16,1 2 3-16,2 1 1 0,0-2-3 0,5 1 3 15,-1 1-3-15,3 1-1 0,-2 0 3 0,2 0 2 16,-2-1-2-16,4 1-2 0,-1 0-3 0,3 1 3 0,-3 0 1 15,7-1-3-15,-6 2 4 0,4-2-2 16,-4 1-5-16,-2 1 6 0,4 0-3 0,-4-1 0 16,0-1-2-16,0 1 1 0,1-1 1 0,1 1-3 15,0-1 3-15,1-1 0 0,3 2-2 0,1-1 4 16,0 0 0-16,0 0-3 0,1 2 3 0,12-2-2 16,-22 1-2-16,10 2 1 0,12-3 3 0,-18 1-4 0,10 1-1 15,-4 0 2-15,12-2 2 0,-17 3 5 16,7-1-9-16,-1 0 1 0,2 2-4 0,9-4 6 15,-16 4 3-15,16-4-2 0,-15 5-2 0,8-3 2 16,7-2 3-16,-10 3-6 0,10-3 7 0,-13 3-5 16,13-3-2-16,-11 5 0 0,11-5 3 0,-9 3-1 15,9-3 0-15,-13 5 1 0,13-5-2 0,-14 6 0 16,9-2 0-16,5-4 3 0,-12 7-4 0,12-7 0 16,-13 6 2-16,7-4 1 0,6-2-3 0,-18 8 0 15,18-8 5-15,-11 7-1 0,11-7 0 0,-13 6 1 16,13-6-7-16,-19 7 3 0,9-4 5 0,0 0-5 15,3 1 3-15,7-4-3 0,0 0 0 0,-17 7 1 16,10-5-1-16,7-2 4 0,-13 6-3 0,13-6 8 16,-11 6-4-16,11-6-7 0,-10 5 1 0,10-5-3 15,-7 2 3-15,7-2-1 0,0 0 3 0,-11 5 0 16,11-5-2-16,0 0 3 0,0 0 2 0,0 0 1 16,0 0-2-16,-9 3-3 0,9-3 6 0,0 0-4 15,0 0 1-15,0 0 3 0,0 0 3 0,0 0 2 16,0 0-3-16,0 0 6 0,0 0 0 0,0 0-3 15,0 0 2-15,0 0-3 0,0 0-4 0,0 0 1 16,0 0-5-16,0 0 5 0,0 0-2 0,0 0 3 16,-15-2-2-16,15 2 0 0,0 0 2 0,0 0-5 15,0 0-1-15,0 0 7 0,0 0-8 0,0 0 3 16,0 0-2-16,0 0 1 0,0 0 0 0,0 0 3 16,0 0-2-16,-14 0-2 0,14 0 3 0,0 0-3 15,0 0 5-15,0 0-5 0,0 0 6 16,0 0-2-16,0 0 7 0,0 0-4 0,0 0-4 0,0 0 8 15,0 0-6-15,0 0 9 0,0 0-4 0,0 0 0 16,0 0 3-16,0 0-1 0,0 0 2 0,0 0 0 16,0 0-1-16,0 0-3 0,0 0 10 0,0 0-6 15,0 0 0-15,0 0 1 0,0 0 2 16,0 0 4-16,0 0-6 0,0 0 2 0,0 0-1 0,0 0-1 16,0 0 15-16,0 0-8 0,0 0-1 0,0 0 1 15,0 0-3-15,0 0-9 0,0 0 11 0,0 0 9 16,0 0-21-16,0 0-5 0,0 0 4 0,0 0-1 15,0 0 3-15,0 0-6 0,0 0 3 0,0 0 1 16,0 0-6-16,0 0 0 0,0 0-1 16,0 0 5-16,0 0 1 0,0 0 1 0,0 0 1 15,0 0 2-15,0 0-1 0,0 0-1 0,0 0-2 0,0 0 7 16,0 0 3-16,0 0-5 0,0 0-1 0,0 0 6 16,0 0 1-16,0 0 2 0,0 0-3 0,0 0-7 15,0 0 15-15,0 0-6 0,0 0 0 0,0 0-2 16,0 0 2-16,0 0 6 0,0 0-4 15,0 0 7-15,0 0 1 0,0 0 1 0,0 0-4 16,0 0-1-16,0 0 0 0,0 0 0 0,0 0 3 0,0 0-2 16,0 0 8-16,0 0-8 0,0 0 7 0,0 0-9 15,0 0 6-15,0 0-4 0,0 0 1 0,0 0-1 16,0 0-1-16,0 0-3 0,0 0 4 16,0 0 1-16,0 0-6 0,0 0 0 0,0 0 1 15,0 0-2-15,0 0 0 0,0 0-2 0,0 0 2 16,0 0-1-16,0 0 2 0,0 0 2 0,0 0 0 0,0 0 1 15,0 0-2-15,0 0-3 0,0 0 2 0,0 0 2 16,0 0-3-16,0 0-2 0,0 0-4 0,0 0 8 16,0 0-4-16,0 0-1 0,0 0 0 15,0 0 0-15,0 0 1 0,0 0-3 0,0 0 1 16,0 0 3-16,0 0-6 0,0 0 1 0,0 0-2 0,0 0 1 16,0 0 0-16,0 0 3 0,0 0-6 0,0 0 1 15,0 0-1-15,0 0 3 0,0 0-4 0,0 0 0 16,0 0 1-16,0 0-1 0,0 0 2 0,0 0 0 15,0 0-3-15,0 0 1 0,0 0-1 16,0 0 3-16,0 0-4 0,0 0 0 0,0 0 0 16,0 0-1-16,0 0-1 0,0 0 2 0,0 0-5 0,0 0 3 15,0 0 0-15,0 0 2 0,0 0 7 16,0 0-5-16,0 0 3 0,0 0-1 0,0 0 0 0,0 0 2 16,0 0 1-16,0 0-4 0,0 0 3 15,0 0-3-15,0 0-1 0,0 0 1 0,0 0-3 16,0 0 3-16,0 0-4 0,0 0 0 0,0 0 2 15,0 0-2-15,0 0-1 0,0 0-2 0,0 0 1 0,0 0-2 16,0 0 1-16,0 0-2 0,0 0-1 16,0 0-1-16,0 0-13 0,0 0-10 0,0 0-18 15,0 0-17-15,0 0-20 0,0 0-13 0,0 0-18 16,0 0-9-16,0 0-54 0,0 0-13 0,0 0-154 16,0 0-366-16,0 0 161 0</inkml:trace>
  <inkml:trace contextRef="#ctx0" brushRef="#br0" timeOffset="-98079.73">32371 13454 68 0,'0'-7'102'0,"0"7"-19"0,0 0-8 16,0 0-9-16,-3-10-7 0,3 10-7 0,0 0-8 15,0 0-11-15,0 0 0 0,0 0-15 0,0 0-12 16,-5-7-15-16,5 7-10 0,0 0-17 0,-13 2-11 0,13-2-41 16,-16 2-96-16,3-2 43 0</inkml:trace>
  <inkml:trace contextRef="#ctx0" brushRef="#br0" timeOffset="-97441.85">27640 13343 15 0,'0'0'53'0,"0"0"-8"16,0 0-1-16,0 0-8 0,0 0-8 0,0 0-10 16,0 0-9-16,0 0-12 0,0 0-13 0,0 0-23 15,0 0-41-15,0 0 19 0</inkml:trace>
  <inkml:trace contextRef="#ctx0" brushRef="#br0" timeOffset="-96495.86">27379 13312 33 0,'0'0'36'0,"0"0"-13"0,0 0-9 16,0 0-17-16,0 0-15 0,1 7-18 15,-1-7 8-15</inkml:trace>
  <inkml:trace contextRef="#ctx0" brushRef="#br0" timeOffset="37749.78">22944 13118 3 0,'0'0'5'0,"0"0"-3"0,-3-7 3 16,3 7 0-16,0 0 0 0,0 0-2 0,0 0 7 15,0 0-7-15,0 0 6 0,0 0-5 0,0 0-1 16,0 0-2-16,-2-8 2 0,2 8-5 0,0 0-3 16,0 0-4-16,0 0-10 0,0 0 4 0</inkml:trace>
  <inkml:trace contextRef="#ctx0" brushRef="#br0" timeOffset="48248.41">25291 13098 3 0,'20'2'2'0,"-7"-1"5"15,5-1 0-15,0 2-8 0,-6-1 6 0,1-1-1 16,-1 1 2-16,1 1-2 0,1-1 0 0,-3 0-5 16,9 1 5-16,-9-2 2 0,2 0-3 15,-1 0-4-15,1 2 6 0,-1-1-1 0,1 0 2 0,-2-1-3 16,3-1 6-16,-3 4-2 0,-1-3 2 0,2 1-4 15,1-1 4-15,0 0-1 0,-2 0-3 0,2 0 2 16,1 2-2-16,-1-1 1 0,1 0-4 0,-2-1 2 16,5 0-1-16,-4 1 2 0,1-1-2 0,-3 2-3 15,-1-1 3-15,3-1 0 0,-1 1-3 0,-1-1 5 16,-3 1-6-16,3-1 2 0,-1 0 4 16,0 2-1-16,1-2-1 0,-4 0 3 0,2 0-1 0,2 0 1 15,-11 0 1-15,13 2 3 0,-3-2-5 0,-4 1 4 16,-6-1-6-16,14 0-1 0,-7 1 2 15,-7-1-2-15,13 0 4 0,-6 0 0 0,1 2-4 0,-8-2 4 16,16 0-4-16,-9 1-4 0,-7-1 3 0,14 0-1 16,-7 0 4-16,-1 2-1 0,-6-2 5 0,14 1-5 15,-9 0-7-15,-5-1 11 0,15 0-2 0,-15 0 5 16,11 2-8-16,-11-2 4 0,11 1 2 0,-11-1-3 16,11 1 4-16,-11-1 0 0,10 1-7 0,-10-1 7 15,9 1-6-15,-9-1 6 0,10 2-2 0,-10-2-4 16,10 1 4-16,-10-1-8 0,13 1 2 0,-8-1 1 15,-5 0 3-15,12 2-2 0,-12-2-4 0,10 1 5 16,-10-1-4-16,9 1 6 0,-9-1 6 0,9 2-1 16,-9-2 3-16,11 1-2 0,-4 0-4 0,-7-1 8 15,0 0-3-15,9 2-7 0,-9-2 1 0,9 1 6 16,-9-1 0-16,7 1-2 0,-7-1 3 0,0 0 4 16,9 0-4-16,-9 0 1 0,0 0 0 0,0 0 2 15,9 0-8-15,-9 0 4 0,0 0-4 0,0 0 4 16,0 0-4-16,11-2-6 0,-11 2 5 0,0 0-3 0,0 0 0 15,0 0 2-15,0 0-3 0,0 0-5 16,0 0 4-16,0 0-4 0,0 0 11 0,0 0-7 16,0 0-3-16,0 0 4 0,0 0-3 0,0 0-2 15,0 0-3-15,0 0 6 0,0 0-9 0,0 0 12 0,11-3 0 16,-11 3-8-16,0 0 9 0,0 0-4 0,0 0-3 16,0 0-2-16,0 0 5 0,0 0 2 0,0 0-5 15,0 0-4-15,0 0 11 0,0 0-4 16,0 0-7-16,0 0 3 0,0 0 5 0,0 0-3 0,0 0-3 15,0 0 8-15,0 0-7 0,0 0 2 0,0 0-7 16,0 0 5-16,0 0-2 0,0 0 0 0,0 0 1 16,0 0-4-16,0 0 5 0,0 0 6 15,0 0-2-15,0 0-6 0,0 0 0 0,0 0 4 16,0 0 0-16,0 0 2 0,0 0-2 0,0 0-6 0,0 0 7 16,0 0 0-16,0 0-2 0,0 0-1 0,0 0 4 15,0 0 0-15,0 0-7 0,0 0 17 0,0 0-13 16,0 0-1-16,0 0-1 0,0 0 0 0,0 0 0 15,0 0 6-15,0 0-3 0,0 0 4 0,0 0 3 16,0 0-8-16,0 0 5 0,0 0-4 0,0 0 0 16,0 0 6-16,0 0 5 0,0 0-3 0,0 0-2 15,0 0 11-15,0 0-9 0,0 0 6 16,0 0 1-16,0 0-7 0,0 0 6 0,0 0-6 0,0 0 5 16,0 0 2-16,0 0 1 0,0 0-3 0,0 0-11 15,0 0 7-15,0 0-3 0,0 0 4 0,0 0-3 16,0 0-5-16,0 0 8 0,0 0-6 0,0 0 3 15,0 0 0-15,0 0-4 0,0 0-6 0,0 0-5 16,0 0-12-16,0 0-18 0,0 0-16 0,0 0-19 16,0 0-54-16,0 0-135 0,0 0 60 0</inkml:trace>
  <inkml:trace contextRef="#ctx0" brushRef="#br0" timeOffset="52914.59">23038 13008 34 0,'0'0'33'0,"0"0"2"0,0 0-2 0,0 0-5 16,0 0 3-16,0 0-19 0,0 0 13 0,0 0-4 16,0 0-5-16,-8-8 3 0,8 8-2 0,0 0-6 15,-4-6 1-15,4 6 4 0,0 0-5 0,-9-4 1 16,9 4-3-16,0 0 2 0,-6-2 1 0,6 2 2 15,0 0-6-15,-6-6-6 0,6 6 6 0,0 0-1 16,-9-1 0-16,9 1-1 0,0 0-5 0,-12 4 7 16,12-4 6-16,-9 3-5 0,9-3-4 0,-9 3 3 15,5 1 6-15,-1 1-5 0,5-5 2 0,-6 5 3 16,6-5-6-16,-4 4 0 0,4-4 1 0,0 0 1 16,-5 5 0-16,5-5-7 0,0 0 2 0,0 0 12 15,0 0-1-15,0 0 2 0,0 0-4 0,0 0-1 16,0 0 5-16,0 0-7 0,0 0 8 0,20-1-7 15,-20 1 2-15,0 0-7 0,12-8 3 0,-8 7 0 16,-4 1 1-16,6-6 2 0,-6 6-7 0,3-5 6 16,-3 5 7-16,0 0-5 0,5-8-1 0,-5 8-3 15,1-6 4-15,-1 6-6 0,0 0-1 0,0 0 1 16,-1-11 1-16,1 11-2 0,0 0-4 0,0 0 9 16,0 0-7-16,-12-5-8 0,12 5 5 0,0 0 5 0,-9-1-4 15,9 1-6-15,0 0 5 0,-10 1-9 0,10-1 9 16,0 0-2-16,0 0-3 0,0 0 2 15,-11 3 3-15,11-3-13 0,0 0 10 0,0 0-1 16,0 0 6-16,0 0-3 0,0 0-4 0,0 0 2 0,0 0 8 16,0 0-8-16,0 0 4 0,0 0 6 0,0 0-5 15,0 0-7-15,0 0 6 0,0 0-4 0,0 0 3 16,0 0 1-16,0 0-6 0,0 0 0 0,0 0 12 16,0 0-1-16,0 0 2 0,0 0-8 0,0 0 6 15,0 0-4-15,0 0 8 0,0 0-3 0,0 0 3 16,0 0-4-16,0 0-6 0,0 0-5 0,0 0 13 15,0 0-11-15,0 0 4 0,0 0 3 16,0 0 0-16,0 0 2 0,0 0 1 0,0 0-16 0,0 0 13 16,0 0-10-16,0 0-6 0,0 0 8 0,0 0-9 15,0 0 11-15,0 0-1 0,0 0-2 0,0 0 5 16,0 0-4-16,0 0 2 0,0 0-7 0,0 0 0 16,0 0 10-16,0 0 0 0,26 3 6 0,-26-3-4 15,9 0-9-15,-9 0 5 0,9 2-1 0,-9-2-5 16,7 2 8-16,-7-2-3 0,0 0 4 0,9 0-3 15,-9 0 5-15,0 0-3 0,0 0 4 0,7-4-7 16,-7 4 8-16,0 0-5 0,0 0-5 0,0 0 5 16,8-3-9-16,-8 3 10 0,0 0-5 0,0 0 1 15,1-7-2-15,-1 7 4 0,0 0 1 0,0 0 2 16,0 0-5-16,0 0 4 0,0 0-14 0,0 0 6 16,0 0 9-16,0 0-5 0,0 0-6 0,0 0 8 15,0 0-14-15,0 0 3 0,0 0-2 0,0 0 13 16,0 0-18-16,0 0 15 0,0 0-6 0,0 0 13 15,0 0-8-15,0 0 5 0,0 0 13 0,0 0-18 0,0 0-4 16,0 0 10-16,0 0-2 0,0 0 0 16,0 0-8-16,0 0 8 0,0 0 6 0,0 0-8 15,0 0 10-15,0 0 3 0,0 0 1 0,0 0 0 16,-14 16-3-16,14-16-3 0,0 0 6 0,0 0-4 16,0 0-5-16,0 0-5 0,0 0 3 0,0 0 0 0,0 0 1 15,0 0-2-15,0 0 2 0,0 0 1 0,0 0-4 16,0 0 2-16,10-20-10 0,-10 20 14 0,0 0-10 15,0 0 2-15,0 0 5 0,0 0-10 0,0 0-5 16,0 0 12-16,0 0-2 0,0 0 1 0,0 0-6 16,0 0 2-16,0 0 3 0,0 0-2 0,0 0-3 15,0 0 3-15,0 0-1 0,0 0 8 0,-24 11-1 16,24-11 5-16,-5 3-7 0,5-3-1 0,-5 8-6 16,5-8 9-16,-3 5-7 0,3-5-13 0,0 0 16 15,0 0 1-15,0 8 11 0,0-8-14 0,0 0-13 16,0 0 23-16,0 0-12 0,0 0 9 0,8 6 6 15,-8-6-5-15,0 0-5 0,0 0 7 0,0 0-11 16,0 0 21-16,13-3-14 0,-13 3 0 0,0 0 0 16,0 0-3-16,6-7-6 0,-6 7 10 0,0 0-5 15,3-7-1-15,-3 7 4 0,0 0-2 0,2-7 5 16,-2 7-13-16,0 0 9 0,2-9 6 0,-2 9-4 16,0 0 0-16,0 0-3 0,-2-10-5 0,2 10-1 15,0 0 9-15,0 0-18 0,0 0 4 0,0 0 4 16,0 0 3-16,0 0-4 0,0 0 6 0,0 0 0 0,0 0-3 15,0 0-3-15,0 0 3 0,-20 11 10 16,20-11-8-16,-5 5-1 0,5-5-5 0,-7 4 6 16,7-4 9-16,0 0-13 0,0 0 2 0,-3 8 4 0,3-8-2 15,0 0 6-15,-3 6 0 0,3-6 3 16,0 0-4-16,0 0-7 0,0 0 6 0,0 0 0 0,0 0 0 16,0 0 2-16,0 0 2 0,0 0-8 0,0 0 7 15,0 0-5-15,0 0-3 0,0 0 9 0,0 0-10 16,0 0 10-16,0 0-3 0,0 0 0 0,0 0-2 15,0 0-5-15,0 0 8 0,0 0-3 0,0 0 4 16,0 0 4-16,0 0-10 0,0 0 1 0,0 0 1 16,0 0-4-16,0 0 8 0,0 0-4 0,0 0-2 15,0 0 2-15,0 0 4 0,0 0-1 0,0 0-6 16,0 0-1-16,0 0 0 0,0 0-2 0,0 0 12 16,0 0-5-16,0 0-5 0,0 0-11 15,0 0 19-15,0 0-7 0,0 0 7 0,0 0-5 0,0 0 0 16,0 0 2-16,0 0 0 0,0 0-5 0,0 0 8 15,0 0-3-15,0 0 4 0,4 11-3 0,-4-11-3 16,0 0-2-16,0 0 4 0,0 0 0 0,0 0-2 16,5 3 6-16,-5-3 1 0,0 0-1 0,0 0-5 15,0 0 6-15,0 0-4 0,0 0-4 0,0 0 5 16,0 0-10-16,0 0 5 0,0 0 2 0,8-14-2 16,-8 14 7-16,0 0-5 0,0 0-5 0,0 0 12 15,1-8-5-15,-1 8 0 0,0 0 0 0,0 0 4 16,0 0-6-16,0 0 0 0,0 0 0 0,0 0-1 15,0 0-2-15,0 0 6 0,0 0-9 0,0 0 2 16,0 0-2-16,0 0 5 0,0 0-1 0,0 0-8 0,0 0 9 16,0 0-1-16,0 0 12 0,0 0-14 0,0 0 11 15,0 0-14-15,0 0 3 0,0 0 5 16,0 0 2-16,0 0 0 0,2 17-4 0,-2-17 1 16,0 0 0-16,0 0-2 0,0 0 6 0,0 0 2 0,0 0 2 15,0 0-2-15,0 0 0 0,0 0 4 0,0 0-5 16,0 0 0-16,15-3 0 0,-15 3-6 0,0 0 9 15,0 0-4-15,0 0-4 0,5-8 3 16,-5 8 5-16,3-6-7 0,-3 6 4 0,0 0 2 0,0 0-7 16,3-8 2-16,-3 8-2 0,0 0 3 0,0 0-6 15,0-8 6-15,0 8-2 0,0 0-1 16,0 0 4-16,0 0-6 0,0 0-4 0,0 0 3 16,0 0-6-16,0 0 4 0,-6-9 5 0,6 9-8 0,0 0 12 15,0 0-7-15,0 0-5 0,0 0 6 0,0 0-1 16,0 0 2-16,-16 12 0 0,16-12 8 0,0 0-8 15,-2 6-3-15,2-6 5 0,0 0 5 0,-2 9-11 16,2-9 5-16,0 0-1 0,0 0 4 0,0 0-1 16,0 0-4-16,6 10 3 0,-6-10 1 0,0 0 0 15,0 0-2-15,0 0 2 0,2 5 0 0,-2-5 2 16,0 0-6-16,0 0 4 0,0 0 1 0,0 0-6 16,0 0 9-16,0 0-4 0,0 0-4 0,0 0 8 15,0 0-6-15,0 0-2 0,0 0 1 0,0 0 0 16,0 0-2-16,0 0 6 0,0 0 0 0,0 0-5 0,0 0 10 15,0 0-8-15,0 0-2 0,0 0 4 0,1-21 1 16,-1 21-6-16,0 0-6 0,0 0 8 16,0 0-4-16,0 0 2 0,0 0 4 0,0 0 1 15,-7-6-7-15,7 6-3 0,0 0 10 0,0 0-5 0,0 0 1 16,0 0 3-16,0 0-3 0,0 0-5 0,-13 10 1 16,13-10 8-16,0 0 2 0,-4 8-13 15,4-8 10-15,0 0-7 0,0 0 6 0,0 0 2 16,-4 7-3-16,4-7-6 0,0 0 11 0,0 0 11 0,0 0-11 15,0 0-11-15,0 0 12 0,0 0 0 0,0 0-2 16,0 0 5-16,0 0-8 0,0 0 2 0,0 0-2 16,0 0-4-16,0 0 3 0,23-4 5 15,-23 4 3-15,0 0-5 0,0 0 6 0,7-7-19 0,-7 7 15 16,0 0-1-16,4-4 1 0,-4 4 0 0,0 0-1 16,2-8 1-16,-2 8 1 0,0 0-5 0,1-7-1 15,-1 7-2-15,0 0 1 0,0 0 7 0,0 0-8 16,0 0 6-16,0 0 3 0,-7-10-10 0,7 10-2 15,0 0 2-15,0 0 2 0,0 0-5 0,0 0-5 16,0 0 8-16,-12 1 17 0,12-1-19 0,0 0 0 16,-10 7 7-16,10-7 0 0,0 0-4 0,-6 6 4 15,6-6-3-15,0 0 6 0,-4 5-2 0,4-5-4 16,-4 6-1-16,4-6 5 0,0 0-2 0,-4 4-1 16,4-4-2-16,0 0 5 0,0 0-2 0,0 0 2 15,0 0 4-15,0 0-1 0,0 0-1 0,0 0-10 16,0 0 6-16,0 0-1 0,5 11 1 0,-5-11 1 15,0 0 1-15,0 0 4 0,0 0-9 0,0 0 7 16,0 0-3-16,0 0-8 0,0 0 9 0,0 0-2 0,0 0 3 16,0 0 0-16,0 0-5 0,0 0 4 15,12-15-3-15,-12 15 8 0,0 0-8 0,0 0 5 16,1-8 1-16,-1 8-3 0,0 0-6 0,0 0 3 16,0 0 7-16,0 0-4 0,0 0-2 0,0 0-8 0,-6-11 5 15,6 11 3-15,0 0-2 0,0 0-1 0,0 0-3 16,0 0 1-16,0 0-6 0,-12 2 10 0,12-2-1 15,0 0 4-15,0 0-11 0,0 0 4 0,-8 7 5 16,8-7-1-16,0 0 7 0,0 0 1 0,-6 4-9 16,6-4 6-16,0 0-4 0,0 0-2 0,0 0 5 15,0 0-6-15,0 0 11 0,0 0-14 0,-5 6 4 16,5-6 2-16,0 0-10 0,0 0 11 0,0 0-4 16,0 0 8-16,0 0-7 0,0 0 0 0,0 0 6 15,0 0 0-15,0 0-3 0,0 0-11 0,0 0 12 16,0 0 3-16,0 0-20 0,0 0 21 0,0 0-6 15,0 0 1-15,0 0-1 0,0 0-1 0,0 0 5 16,0 0 3-16,0 0-13 0,0 0 6 0,0 0 4 16,0 0 1-16,0 0-5 0,0 0 0 0,0 0-1 15,0 0-1-15,0 0 5 0,0 0-8 0,0 0 7 16,0 0-5-16,0 0 3 0,0 0 3 0,0 0-13 16,0 0 10-16,0 0-3 0,0 0 5 0,0 0-2 15,0 0-6-15,0 0 5 0,0 0 3 0,0 0-2 16,0 0 10-16,0 0-10 0,0 0 0 0,0 0 2 15,0 0-8-15,0 0-1 0,0 0 12 0,0 0-3 0,0 0-6 16,0 0-1-16,0 0 7 0,0 0-5 16,0 0 6-16,0 0 3 0,0 0-5 0,0 0 10 15,0 0-15-15,0 0 3 0,0 0 0 0,0 0-3 0,0 0 4 16,0 0-5-16,0 0 5 0,0 0 2 16,0 0 2-16,0 0 2 0,0 0-6 0,0 0 3 0,0 0-1 15,0 0-6-15,0 0 3 0,0 0 1 16,0 0-2-16,0 0-5 0,0 0 4 0,0 0-7 0,0 0 14 15,0 0-3-15,0 0 3 0,0 0-3 0,0 0 1 16,0 0 4-16,0 0-6 0,0 0 4 0,0 0-11 16,0 0 3-16,0 0 5 0,0 0-6 15,0 0 5-15,0 0-6 0,0 0 4 0,0 0-5 0,0 0-1 16,0 0-2-16,0 0-2 0,0 0-2 0,0 0-6 16,0 0 3-16,0 0 2 0,0 0-3 0,0 0 2 15,0 0 0-15,0 0 12 0,0 0-16 0,0 0 11 16,0 0-5-16,0 0 1 0,0 0 0 0,0 0 7 15,0 0-2-15,0 0 0 0,0 0-1 0,0 0 10 16,0 0-11-16,0 0 5 0,0 0 6 0,0 0-6 16,0 0 6-16,0 0-1 0,0 0-3 0,0 0-2 15,0 0 0-15,0 0 6 0,0 0 3 0,0 0-2 16,0 0-1-16,0 0-1 0,0 0 0 0,-8 0-2 16,8 0 6-16,0 0-6 0,0 0 4 0,0 0-1 15,0 0-7-15,0 0 5 0,0 0-3 0,0 0 8 16,0 0-13-16,0 0 10 0,0 0 3 0,0 0-8 15,0 0 16-15,0 0-12 0,0 0 7 0,0 0-7 16,0 0-2-16,0 0 8 0,0 0-9 0,0 0 0 16,0 0 0-16,0 0 1 0,0 0-1 0,0 0 0 15,0 0 0-15,0 0 1 0,0 0-7 0,0 0 6 16,0 0-2-16,0 0 1 0,0 0 2 0,0 0-3 16,0 0-4-16,0 0 11 0,0 0 1 0,0 0-8 15,0 0 5-15,0 0 4 0,0 0-1 0,0 0 0 0,0 0 3 16,0 0-3-16,0 0-6 0,0 0 4 0,0 0-6 15,0 0 3-15,-4 8-1 0,4-8-4 16,0 0 10-16,0 0-5 0,-2 4 5 0,2-4-2 16,0 0 1-16,0 0-3 0,0 0 9 0,0 0-14 0,-3 7 9 15,3-7 3-15,0 0-10 0,0 0 4 0,0 0 1 16,0 0 3-16,0 0 1 0,0 0-3 0,0 0-3 16,0 0 3-16,0 0 2 0,0 0-6 0,0 0 5 15,0 0 8-15,0 0-12 0,0 0 2 0,0 0 9 16,0 0-12-16,0 0 6 0,0 0-2 0,0 0-2 15,0 0 0-15,0 0 2 0,0 0-2 0,0 0 6 16,0 0-5-16,7-22 0 0,-7 22 0 0,0 0 5 16,2-7-6-16,-2 7 8 0,0 0-5 0,3-7 4 15,-3 7-2-15,0 0-5 0,0 0 4 0,0-9 1 16,0 9 1-16,0 0-6 0,0 0 12 0,0 0 2 16,0 0-5-16,0 0 0 0,2-7 0 0,-2 7-2 15,0 0-1-15,0 0 1 0,0 0 2 0,0 0-1 16,0 0-2-16,0 0-8 0,0 0 11 0,0 0-7 15,0 0 3-15,0 0-1 0,0 0 5 0,0 0-9 16,0 0 7-16,0 0-7 0,0 0-2 0,0 0 7 16,0 0-5-16,0 0 1 0,0 0 4 0,0 0-2 15,0 0 0-15,0 0-3 0,0 0-2 0,0 0 1 16,0 0 4-16,0 0 4 0,0 0-6 0,0 0 0 16,0 0-3-16,0 0 12 0,0 0-10 0,0 0-11 0,0 0 15 15,0 0-9-15,0 0 6 0,0 0-3 16,0 0 1-16,0 0-2 0,0 0 2 0,0 0-5 15,0 0 5-15,0 0-7 0,0 0 7 0,0 0-8 16,0 0 2-16,0 0-6 0,0 0 3 0,2 23-2 16,-2-23 3-16,1 10 2 0,-1-10-3 0,1 6-2 15,-1-6 1-15,0 0-1 0,3 8 3 0,-3-8-2 0,0 0 1 16,2 7-3-16,-2-7-3 0,0 0-2 16,0 9 6-16,0-9-1 0,4 9 4 0,-4-9-7 0,-1 7 6 15,1-7-6-15,0 0-8 0,1 11 12 0,-1-11-13 16,0 7 2-16,0-7 3 0,-1 10 6 15,1-10-6-15,-3 9 6 0,3-9-4 0,0 9-1 0,0-9-10 16,-1 10 2-16,1-10-1 0,0 9 2 0,0-9-5 16,0 11 2-16,1-5-3 0,-1-6 2 0,3 11 1 15,-3-11 4-15,1 12 4 0,-1-12-4 0,-1 9 4 16,2-3 1-16,-1-6 0 0,1 12-14 0,-1-12-35 16,0 9 16-16</inkml:trace>
  <inkml:trace contextRef="#ctx0" brushRef="#br0" timeOffset="55993.18">23061 12963 12 0,'0'0'10'0,"0"0"3"0,0 0-3 16,0 0-1-16,0 0-4 0,0 0 4 0,0 0-5 16,0 0 5-16,0 0-5 0,0 0 4 0,0 0-7 15,0 0 0-15,0 0 7 0,0 0-4 0,0 0-5 16,0 0 7-16,0 0-10 0,0 0 0 0,0 0-2 15,0 0 1-15,0 0 0 0,0 0 0 0,0 0 0 16,0 0 0-16,0 0-8 0,0 0-12 0,0 0 5 16</inkml:trace>
  <inkml:trace contextRef="#ctx0" brushRef="#br0" timeOffset="58926.78">23084 12889 20 0,'0'0'24'0,"0"0"-6"0,0 0 1 16,0 0-2-16,2-7-1 0,-2 7-2 0,0 0 0 16,0 0-1-16,3-6 6 0,-3 6-5 0,0 0-10 15,2-5 9-15,-2 5-6 0,0 0 0 0,0 0 3 16,3-9 0-16,-3 9-5 0,3-5 5 0,-3 5-6 16,0 0-1-16,2-7 3 0,-2 7-1 0,0 0-2 15,3-6-3-15,-3 6 6 0,0 0-6 0,0 0 1 16,2-7 0-16,-2 7 2 0,0 0-2 0,0 0 2 15,2-7 0-15,-2 7 1 0,0 0-4 0,0 0-7 16,0 0 11-16,2-7-3 0,-2 7-1 0,0 0 3 16,0 0-2-16,0 0 4 0,3-6-6 0,-3 6 3 15,0 0-1-15,0 0-1 0,0 0 0 0,1-9-4 16,-1 9 4-16,0 0-2 0,0 0 4 0,4-7 1 16,-4 7 0-16,0 0-6 0,0 0 4 0,0 0-3 15,0 0 2-15,0 0 0 0,0-9-2 0,0 9 1 16,0 0-2-16,0 0-1 0,0 0-1 0,0 0-2 15,0 0 6-15,2-7-5 0,-2 7 3 0,0 0-5 16,0 0 5-16,0 0-7 0,1-6 9 0,-1 6-4 16,0 0 0-16,0 0-3 0,3-7-1 0,-3 7-3 15,0 0 6-15,0 0 0 0,0 0 1 0,0 0-1 16,0 0 0-16,0 0 0 0,3-7 1 0,-3 7-1 16,0 0 1-16,0 0 4 0,0 0-5 0,0 0 0 15,0 0 2-15,0 0 0 0,0 0 2 0,0 0-2 16,0 0 0-16,0 0 5 0,0 0-2 0,0 0-1 15,0 0-4-15,0 0 9 0,0 0 0 0,0 0-3 16,0 0-1-16,-4-11-2 0,4 11-2 0,0 0 3 16,0 0 2-16,0 0-3 0,0 0 2 0,0 0 1 15,0 0 1-15,0 0-4 0,0 0 3 0,0 0-3 16,0 0 3-16,0 0-3 0,0 0 5 0,0 0-1 16,0 0-2-16,0 0 6 0,0 0-1 0,0 0-3 15,0 0 2-15,0 0-1 0,0 0 0 0,0 0 4 0,0 0-8 16,0 0 5-16,0 0 6 0,0 0-7 0,0 0 5 15,0 0-12-15,0 0 11 0,0 0-3 16,0 0-2-16,0 0-4 0,1-8 10 0,-1 8-13 16,0 0 9-16,0 0-3 0,0 0 3 0,0 0 0 0,0 0-2 15,0 0 1-15,-3-9-1 0,3 9-2 0,0 0 4 16,0 0-5-16,0 0 4 0,0 0-2 0,0 0 4 16,0 0-2-16,0 0 0 0,0 0-2 15,0 0 3-15,0 0 1 0,0 0-11 0,0 0 7 0,0 0-4 16,0 0 8-16,0 0-4 0,0 0-3 0,0 0 3 15,0 0 1-15,-3-6-2 0,3 6-2 0,0 0 5 16,0 0-9-16,0 0 2 0,0 0 1 0,0 0 4 16,0 0-4-16,0 0 5 0,0 0-6 0,0 0 0 15,0 0 0-15,0 0-1 0,0 0 4 0,0 0-2 16,0 0 2-16,0 0-2 0,0 0 4 0,0 0-3 16,0 0 3-16,0 0-1 0,0 0-4 0,0 0 2 15,0 0 2-15,0 0-3 0,0 0-2 0,0 0 3 16,0 0-3-16,0 0 0 0,0 0 3 0,0 0-3 15,0 0 4-15,0 0-4 0,0 0 2 0,0 0 0 16,0 0 0-16,0 0 4 0,0 0-1 0,0 0-8 16,0 0 10-16,0 0-2 0,0 0-2 0,0 0 4 15,0 0 2-15,0 0-5 0,0 0-2 0,0 0 2 16,0 0-4-16,0 0 6 0,0 0 0 0,0 0 0 16,0 0-5-16,0 0 4 0,0 0 1 0,0 0 3 15,0 0-8-15,0 0 7 0,0 0-1 0,0 0 2 16,0 0-8-16,0 0-4 0,0 0 15 0,0 0-9 15,0 0-4-15,0 0 2 0,0 0 15 0,0 0-7 16,0 0-2-16,0 0 1 0,0 0 1 0,0 0 1 16,0 0-9-16,0 0-4 0,0 0 19 0,0 0-6 15,0 0-9-15,0 0 11 0,0 0-7 0,0 0 4 16,0 0-5-16,0 0 0 0,0 0 4 0,0 0-4 16,0 0 2-16,0 0-5 0,0 0 7 0,0 0-1 15,0 0 0-15,0 0-1 0,0 0 4 0,0 0-4 16,0 0 2-16,0 0 0 0,0 0 3 0,0 0-6 15,0 0 0-15,0 0 2 0,0 0 2 0,0 0-1 16,0 0-3-16,0 0 4 0,0 0 1 0,0 0-6 16,0 0 3-16,0 0-1 0,0 0 3 0,0 0-2 15,0 0 2-15,0 0-1 0,0 0-1 0,0 0 2 16,0 0-9-16,0 0 8 0,0 0-2 0,0 0 2 16,0 0 0-16,0 0-2 0,0 0-2 0,0 0 4 0,0 0-5 15,0 0-2-15,0 0 1 0,0 0 4 16,0 0 1-16,0 0 3 0,0 0-6 0,0 0 2 15,0 0-2-15,0 0 1 0,0 0-1 0,0 0 6 16,0 0 1-16,0 0-1 0,0 0-2 0,0 0 5 0,0 0-3 16,0 0 2-16,0 0-2 0,0 0 1 0,0 0 0 15,0 0 0-15,0 0-2 0,0 0 1 16,0 0-7-16,0 0 9 0,0 0 0 0,0 0-8 16,0 0 3-16,0 0 0 0,0 0 3 0,0 0-4 0,0 0 2 15,0 0-4-15,0 0 0 0,0 0-1 0,0 0 5 16,0 0 3-16,0 0-4 0,0 0 3 0,0 0 2 15,0 0-3-15,0 0-1 0,0 0 0 16,0 0 2-16,0 0-2 0,0 0-1 0,0 0 2 16,0 0-3-16,0 0 0 0,0 0-2 0,0 0 4 0,0 0 1 15,0 0 2-15,0 0 0 0,0 0-1 0,0 0-3 16,0 0 1-16,0 0 1 0,0 0 6 0,0 0-7 16,0 0 6-16,0 0-10 0,0 0 9 0,0 0-2 15,0 0 0-15,0 0-3 0,0 0 3 0,0 0 1 16,0 0 1-16,0 0-4 0,0 0 4 0,0 0-9 15,0 0 4-15,0 0 4 0,0 0-3 0,0 0-2 16,0 0 0-16,0 0 3 0,0 0-3 0,0 0 3 16,0 0-7-16,0 0 3 0,0 0 3 0,0 0-3 15,0 0 9-15,0 0-6 0,0 0 3 0,0 0 4 16,0 0-7-16,0 0 5 0,0 0-2 0,0 0-1 16,0 0 4-16,0 0-4 0,0 0 8 0,0 0-5 15,0 0-3-15,0 0 6 0,0 0-8 0,0 0 6 16,0 0-5-16,0 0-2 0,0 0 5 0,0 0-3 15,0 0 1-15,0 0 1 0,0 0 2 0,0 0-5 16,0 0-5-16,0 0-1 0,0 0 8 0,0 0-2 16,0 0-2-16,0 0-2 0,0 0 1 0,0 0 3 15,0 0-3-15,0 0 0 0,0 0-3 0,0 0-3 16,0 0 3-16,0 0 3 0,0 0-2 0,0 0 2 16,0 0-4-16,0 0 3 0,0 0-3 0,0 0 4 15,0 0-8-15,0 0 7 0,0 0 6 0,0 0-10 16,0 0 3-16,0 0-5 0,0 0 6 0,0 0-2 15,0 0 0-15,0 0 3 0,0 0-2 0,0 0 0 16,0 0 0-16,0 0 0 0,0 0 7 0,0 0-11 16,0 0 5-16,-4 23-2 0,4-23 2 0,0 0 1 15,0 0 0-15,0 0-1 0,0 0-5 0,0 0 5 16,0 0 3-16,0 0-3 0,0 0-2 0,0 0 1 16,0 0-2-16,0 0 6 0,0 0-4 0,0 0 4 15,0 0 3-15,0 0-8 0,0 0 4 0,0 0-3 16,0 0 2-16,0 0-1 0,-1 8 2 0,1-8 0 15,0 0-5-15,0 0 5 0,0 0-3 0,0 0 2 16,0 0 0-16,0 0-2 0,0 0 0 0,0 0-1 16,0 0 0-16,0 0 1 0,0 0-3 0,0 0 0 15,0 0 8-15,0 0-8 0,0 0-2 0,0 0 1 16,0 0-10-16,0 0 2 0,0 0 4 0,0 0-1 0,0 0-4 16,0 0-8-16,0 0-12 0,0 0-37 15,0 0 16-15</inkml:trace>
  <inkml:trace contextRef="#ctx0" brushRef="#br0" timeOffset="81030.62">25976 13581 1924 0,'5'0'-82'0,"1"1"251"0,3-2-316 0,2 1 427 15,7-2-302-15,9 2 50 0,3-2-17 0,3 1-37 16,5-3 60-16,0 1 0 0,1 0 41 0,1 0-105 16,-4 2 81-16,-2-2-15 0,-1 2-98 0,-3 1 113 15,-3-1-24-15,-7-1-28 0,-3 2-291 0,-5 0 264 16,-3 0 60-16,-2 0-7 0,-7 0 1 0,0 0 30 15,9-1-119-15,-9 1 29 0,0 0 63 0,0 0 25 16,-39-2-41-16,10 3-25 0,-3-1-52 16,-1 0 148-16,-3 0-174 0,-4 1 105 0,4-2-16 15,0 1-46-15,2 1 15 0,1 0-120 0,5 1 22 0,7-2-79 16,4 1-56-16,4 0-89 0,-1 0-164 0</inkml:trace>
  <inkml:trace contextRef="#ctx0" brushRef="#br0" timeOffset="82504.73">26364 13547 21 0,'0'0'95'0,"0"0"-3"0,0 0-4 0,0 0-21 16,0 0 14-16,-8-10-21 0,8 10 8 0,-7-3 6 15,7 3 1-15,-5-4-4 0,5 4-1 0,0 0 1 16,-9-6-7-16,9 6-8 0,0 0 6 0,-4-3-10 16,4 3 0-16,0 0-10 0,0 0-3 0,0 0-2 15,0 0-9-15,0 0 5 0,13-10-8 0,-13 10-1 16,8-4-4-16,-8 4 1 0,6-3-1 0,-6 3-3 16,6-3-4-16,-6 3-8 0,0 0 6 0,0 0-2 15,0 0 5-15,0 0-12 0,0 0 7 0,0 0 5 0,0 0-3 16,11-1 5-16,-11 1-15 0,0 0 3 0,0 0-5 15,0 0 10-15,0 0-3 0,0 0-1 16,0 0 3-16,0 0 3 0,-29 5 4 0,23-2 1 16,6-3-6-16,-9 1 0 0,9-1-2 0,-7 2-3 0,7-2 2 15,-6 1-1-15,6-1 2 0,0 0-6 0,0 0 6 16,0 0 1-16,0 0 0 0,13 12-5 0,-5-9 0 16,2 0-1-16,3-2 3 0,-2 1 0 0,3-1-4 15,-3 0 3-15,7 0 10 0,-7-1-2 0,0-1-1 16,-3 1 5-16,0 1 6 0,-8-1 9 0,9 0 11 15,-9 0-3-15,0 0-6 0,0 0-4 0,0 0-6 16,0 0 3-16,0 0-8 0,-22-10-1 0,0 8-1 16,-6 0-5-16,-1 2 1 0,0 0-4 0,-2 0 1 15,1 1-1-15,8 0 2 0,2-1-5 0,0 4 0 16,7-4-4-16,-1 2-1 0,5-2-2 0,0 1 0 16,1 2 0-16,8-3 1 0,-8 6-2 0,8-6 5 15,-2 7-1-15,2-7-2 0,0 0 3 0,13 11-2 16,1-9 3-16,1 1-1 0,6 0 5 0,8 0-7 15,-2-3 0-15,2 6 2 0,0-6 1 0,1-2-2 16,-11 1 1-16,4 0 0 0,-5-2 4 0,-5 1-5 16,1 2 2-16,-3 0 3 0,-4-2 4 0,-7 2-2 15,6-6-3-15,-6 6 0 0,8-6-1 0,-8 6-3 16,0 0 3-16,0 0 1 0,-17-15-3 0,9 12-3 16,-8-1 1-16,0-2 1 0,-4 4-3 0,1-1 2 15,0 2-1-15,-4 1-2 0,3-1 2 0,0 1 0 16,0 1-3-16,4 0 0 0,4-1 1 0,4 3-3 15,-1-2 4-15,5 2-2 0,4-3 3 0,-10 5-2 16,10-5 5-16,0 0-4 0,0 0 3 0,18 14-1 16,0-9 1-16,0-2 1 0,11 1-1 0,-1-3 0 15,5 1-1-15,1 0-1 0,-3-2 0 0,-2-3 1 16,-1 3-1-16,-8-2 3 0,-3 0 1 0,-3 2 0 16,-5-1 2-16,-2-1 0 0,-7 2-2 0,6-5-3 15,-6 5 0-15,0 0-3 0,0 0 0 0,-15-12 0 16,-6 11 2-16,-1-3-2 0,-8 1 0 0,-1 3 3 15,-3 0-4-15,-1-1 4 0,3-1-1 0,10 4 1 16,4-2-1-16,-2 0 0 0,9-2-3 0,-1 1-2 16,3 2 2-16,3 1-1 0,6-2 2 0,-7 4 3 15,7-4-1-15,0 0-3 0,0 0 4 0,0 0-4 16,27 11 6-16,-12-7-1 0,8-2-2 0,4 0 0 16,0-1 2-16,-5 1-2 0,-2-1 0 0,1-1 0 0,-3 1 1 15,-5-2-2-15,-2 1 1 0,-4 1 5 16,-7-1-2-16,12 0 0 0,-12 0-5 0,0 0 0 15,0 0-1-15,0 0 1 0,0 0-2 0,-39 9-9 0,19-6-18 16,-9 4-16-16,-2 1-20 0,-1 2-34 16,-1-1-28-16,1 0-39 0,1 4-134 0,-6-3-328 15,8-2 146-15</inkml:trace>
  <inkml:trace contextRef="#ctx0" brushRef="#br0" timeOffset="84054.11">23502 13373 29 0,'4'-5'66'0,"-4"5"-2"0,3-10-9 16,-3 10-2-16,2-10 0 0,-2 10-5 0,0 0 2 16,-3-12-10-16,-1 7 4 0,4 5 0 0,-9-7 4 15,3 6-2-15,-3-1-8 0,-3 0-3 0,1 0 3 16,-3 0 8-16,1 2-4 0,-1 2 0 0,3-1 8 16,0 0-14-16,0 2 0 0,4-2-5 0,1 1-1 15,6-2-4-15,-8 5 7 0,8-5-3 0,-1 7 3 16,1-7-10-16,0 0 4 0,18 9-1 0,-5-7 2 15,6-2-2-15,3 0-5 0,7-2 4 0,-1-1 0 16,0 0-9-16,-2-1 2 0,-6 0-1 0,-1 1 2 16,-4 0 6-16,-3 1 9 0,-3 0 11 0,-2 1-2 15,-2-2-4-15,-5 3-7 0,5-5-5 0,-5 5-2 16,0 0-7-16,0 0 2 0,-28-6-2 0,9 7-2 16,-2 0-2-16,-7 1 2 0,-1 1-5 0,-1 0 2 15,2-1-5-15,-1 1 0 0,7-2 3 0,2 0-2 16,3 0-5-16,3 0 3 0,2 0-2 0,5-1 1 15,7 0-6-15,-12 2 5 0,12-2-1 0,0 0-1 16,0 0-1-16,0 0 4 0,0 0-3 0,32-3 1 0,-11 1 0 16,0-1-1-16,9-3 0 0,-3 3 2 0,0-2-2 15,-7 2 1-15,0-1-1 0,-3 0-2 16,1-3-1-16,-5 5 1 0,-2 0 5 0,-3 0 8 16,-2 1 8-16,-6 1 1 0,8-3-3 0,-8 3-1 0,0 0-1 15,0 0-4-15,0 0-1 0,0 0-3 0,-31-4 0 16,14 6-5-16,-3 0 1 0,-3 0 2 0,-4 2 1 15,5-2-3-15,1 1-1 0,0 0 1 16,3-1 0-16,-1-2-3 0,6 1-5 0,3 1 6 0,3-2-4 16,0 2-3-16,7-2 5 0,-11 0-6 0,11 0 5 15,-8 3 3-15,8-3-6 0,0 0 4 0,0 0-2 16,0 0 0-16,0 0 3 0,30-3 1 0,-19 1-5 16,0-1 4-16,0 1-2 0,1-1 1 0,-3 0 3 15,2 1-3-15,-4-1 2 0,-2 0 1 0,1 0-2 16,-6 3-1-16,9-7 2 0,-9 7 2 0,5-6-4 15,-5 6 1-15,2-6-3 0,-2 6 0 0,0 0-1 16,0 0-1-16,-16-8-3 0,5 8 1 0,-1 1 0 16,-1 1-1-16,-5 4 2 0,0 2 0 0,-1 1 0 15,1 1 2-15,0-2-1 0,3 2-4 0,3-4 1 16,2 2 2-16,0 0-3 0,3 0 6 0,2 0-3 16,1-2 2-16,2 0 2 0,2-6-1 0,-2 9 2 15,2-9 1-15,0 0 0 0,8 10-2 0,-3-9 4 16,-5-1-2-16,18-1 0 0,-8 0-1 0,1-2 5 15,0 0-3-15,-1 0-2 0,1-1 5 0,-1-3-6 16,-2 2 1-16,-1-2 2 0,-3 0 1 0,2 1-1 16,-2 1 0-16,-1-2 1 0,-1 0-5 0,1-2 5 15,-2 2-4-15,-1 7-1 0,0-10 0 0,0 10 0 16,-1-10 0-16,1 10-3 0,-5-8 1 0,5 8 1 16,-8-4-3-16,8 4 2 0,-13 3-4 0,13-3 4 15,-20 7-3-15,10-1 0 0,1 0 0 0,0 1 0 16,0 0 0-16,4 2 1 0,1-2 2 0,3-1 3 15,1-6 2-15,-2 13-4 0,6-6 2 0,0-1 1 16,5-1-2-16,4 1 0 0,-2-2 3 0,7-2-3 16,0 0 5-16,-1-2-1 0,2-2-3 0,-6 2 2 15,-1-3 3-15,1-1-6 0,0-1 6 0,-2 0-3 16,-2-2 1-16,-1 1-2 0,-3 0 9 0,0 0-8 16,-1-1-1-16,-3 1 1 0,1-1 0 0,-2-3-2 15,0 10 6-15,-4-17-7 0,-1 12 3 0,0-2-5 16,-2-2-1-16,1 6 11 0,-4-1-14 0,2 2 1 0,-2 2-1 15,10 0 3-15,-21 6-5 0,11-1 5 16,0 2-3-16,-2 3 2 0,3 0-2 0,2 4 2 16,-1 1 1-16,4 1-2 0,2-4 2 0,3 5-4 15,2-5 3-15,0 0 3 0,4 2 2 0,2-1-1 0,-2-3 0 16,5-1 3-16,2-2-3 0,2 2 2 0,-1-3 0 16,2 0 0-16,-5-3-3 0,1 0 4 0,-2-1 1 15,-3 0-1-15,0-2 0 0,3-2 2 16,-11 2-2-16,10-2-1 0,-6-1 1 0,-4 3 7 15,3-9-10-15,-3 9-1 0,0 0 5 0,-8-15-3 0,3 11-1 16,0 0-2-16,-4 2 1 0,-1 0 1 0,-2-1 0 16,-2 5-2-16,1-1-2 0,-5 4 4 0,3 2-3 15,-2 0 1-15,3 5-4 0,-1 0-8 16,2 2-12-16,2 0-12 0,4 1-25 0,4 0-30 0,4 1-19 16,4 2-32-16,3-2-29 0,8 6-90 0,8-4-284 15,3-1 126-15</inkml:trace>
  <inkml:trace contextRef="#ctx0" brushRef="#br0" timeOffset="85364.08">29274 13634 55 0,'0'0'66'0,"0"0"7"15,0 0 8-15,0 0-8 0,0 0-9 0,0 0-10 16,8 0 1-16,-8 0-5 0,6-5 2 0,-6 5-5 15,9-6 5-15,-5 2-1 0,-4 4-6 0,13-11-8 16,-8 5 0-16,3 2 3 0,0-5 5 0,-1 1-3 16,1 0-6-16,-2 1 4 0,-1-2-6 0,3 2-5 15,-5 1 1-15,1-1 9 0,0 4-2 0,-4 3-6 16,4-7-2-16,-4 7-8 0,0 0 2 0,0 0-5 16,0 0-2-16,0 0 0 0,0 0-4 0,-32 20 0 15,18-10 3-15,-3 2 3 0,3 1-8 0,-1 1-2 16,2 2 2-16,2-2-1 0,3-3-1 0,-1 1-1 15,5-3 1-15,0 1 2 0,2 1-1 0,4-1 2 16,0-1-5-16,2 0-1 0,2-2 4 0,2-1-5 16,-1 1 8-16,5 0-13 0,1-4 7 0,-1 1-5 15,0-4 3-15,1 0 9 0,-1 2-10 0,-3-1 3 16,2 0 1-16,-4-1-5 0,-7 0 10 0,11-1-7 16,-11 1 2-16,6-3 10 0,-6 3-15 0,4-4-4 15,-4 4 2-15,0 0-3 0,0 0 3 0,0 0 2 16,-28-1-6-16,15 6 3 0,-3-1 0 0,-4 5 1 15,2-1 2-15,0 1-2 0,0-1 2 0,-3 7-2 16,5-2-1-16,2-2 1 0,4 1-2 0,1-2 3 16,1 0-1-16,1-1 2 0,2 1 1 0,2-2 11 0,2 0-14 15,1-2 1-15,0-6 2 0,2 14 5 16,4-10-3-16,1 0-1 0,2 1-3 0,1-2 1 16,4-1 8-16,-1-1-1 0,0-1-6 0,1-2 5 15,-2 1-1-15,1-5 5 0,-2 4-3 0,-3-3 1 16,0-2 0-16,-3 2 0 0,-1-1 4 0,-1-1-1 0,-3-3-2 15,-1 2-5-15,-2-2 4 0,-2 2-3 0,-6 0-2 16,0 0-2-16,1 2 1 0,-4 0 0 16,-1 1-3-16,-1 4 4 0,0 1 3 0,-5 1-1 15,2 3 1-15,2 1-1 0,0 0-2 0,6 1-2 16,0 1 2-16,3 1-9 0,0 0 8 0,3 1-2 0,1-6-2 16,3 9 2-16,2-3 5 0,3-1 0 15,1 2-4-15,5-4 4 0,1 2 1 0,6-3-19 0,0 0 6 16,1-3-4-16,4 1 5 0,-2-1 1 15,1-2 3-15,-2-2-1 0,0-1 0 0,-2 1 1 0,-3 0 8 16,-5-3 5-16,0 2 2 0,0-2-3 0,-3-3-2 16,1 1 5-16,-5-1-7 0,-1-1-2 15,-1-1-2-15,0 10 1 0,-5-16-2 0,-1 9 4 16,-4 2-6-16,-2-2-1 0,-3 3 3 0,-3 1-3 16,-1 0-1-16,1 0-1 0,1 3-2 0,3 3 0 0,2-3 5 15,1 6-2-15,1-3 2 0,0 5 1 0,5-3-8 16,0 2-7-16,1-1-11 0,1 0-7 0,3 2-25 15,0-8-17-15,4 17-15 0,4-8-28 16,-1-2-13-16,5 2-20 0,5 0-77 0,-2-2-244 16,4-1 107-16</inkml:trace>
  <inkml:trace contextRef="#ctx0" brushRef="#br0" timeOffset="86756.29">32243 13611 94 0,'0'0'86'0,"0"0"-8"0,0 0-4 16,-10-15 4-16,0 14-4 0,-2 2-4 16,-7 1-2-16,0 2 7 0,-3-1-15 0,-6 4-8 15,1 2 3-15,9-4-5 0,-2 3-4 0,3-3-2 16,0 0-11-16,5 0 1 0,1-1-2 0,4-2 4 0,-1 2-15 16,1-1 4-16,7-3-6 0,-10 1-3 15,10-1-3-15,-6 5-2 0,6-5 12 0,0 0-3 0,0 0-4 16,-8 1 1-16,8-1 2 0,0 0-4 15,0 0-1-15,0 0 6 0,0 0-11 0,0 0-8 16,0 0 10-16,0 0-4 0,17-12 1 0,-17 12 3 0,5-8-2 16,-5 8-3-16,4-6-2 0,-4 6-1 15,5-9 5-15,-5 9-1 0,4-7 8 0,-4 7-3 16,4-3 0-16,-4 3-2 0,0 0-1 0,0 0 0 16,0 0-4-16,0 0-3 0,0 0 6 0,0 0 0 15,0 0 9-15,-21-1-12 0,21 1-4 0,-16 4 7 16,6 0-2-16,2-1-1 0,1 0 0 0,7-3 2 0,-12 4-3 15,12-4-1-15,-9 3 2 0,9-3 2 16,-7 2-8-16,7-2 1 0,0 0 1 0,-6 2 2 16,6-2 2-16,0 0 7 0,0 0-3 0,0 0-1 15,0 0 1-15,0 0-7 0,0 0 1 0,0 0 12 16,24-11-10-16,-19 6-8 0,0 2 6 0,-1-2-2 0,1 0 5 16,-5 5-9-16,7-12 4 0,-1 6-3 0,-3 0 9 15,-1 0-8-15,-2 6-3 0,1-10 8 16,-1 10-5-16,3-10 0 0,-3 10-3 0,0 0-8 15,0 0 12-15,-9-3 0 0,9 3 5 0,-19 2-4 16,7 1 4-16,-4 5-4 0,-1 1 16 0,2-2-8 16,1 3 3-16,2-2 1 0,3 0-6 0,3 1 5 15,2-3-8-15,-1 2 3 0,4 2 3 0,1-2 0 16,0-8 0-16,2 11 0 0,3-5-5 0,-1-3 3 16,4 1 3-16,-2-1 0 0,2-1-2 0,1-2-1 15,1 0 1-15,-10 0-3 0,19-2 0 0,-10-3 2 16,0 0-5-16,0-2 1 0,-1-2-1 0,0 4 4 15,-3-5-2-15,1 1-1 0,2-3 1 0,-5 2-2 16,0 0-3-16,-2-2 3 0,4 2 8 0,-2-3-12 16,0 1 5-16,-1 2-5 0,0 4 2 0,-1-2-1 15,1 2-3-15,-2 6-2 0,0-9-1 0,0 9-5 16,0 0 4-16,0 0 1 0,0 0-1 0,0 0 4 16,0 0-2-16,-22 16 8 0,12-4 2 0,1 2 0 0,3-2 4 15,1 2-3-15,1 2 8 0,1-7-11 0,2 2 4 16,1 0 0-16,0-1 1 0,0-3-2 15,3-1-2-15,-1 0 0 0,1 0 4 0,1-1 2 16,0-1 6-16,-4-4 0 0,11 2-3 0,-11-2-2 16,14-3 4-16,-14 3-4 0,14-8-1 0,-6 3 5 15,-4-1-10-15,-1 0 6 0,1-4-9 0,-1 0 6 0,-1 0-1 16,0-1-7-16,-1-1 3 0,0 1 4 16,-1 3-6-16,0 1-4 0,0 7 1 0,-2-12-1 15,2 12 0-15,-11-8 1 0,4 7-2 0,-6 0 5 16,-4 0-4-16,-4 6 5 0,-5 0-5 0,5 1 4 15,1-2-3-15,0 5-2 0,6-2 1 0,0-1 2 16,3 0 2-16,4 2-6 0,0-2 7 0,4 1 1 16,0-1-2-16,3-6 3 0,1 14-3 0,2-7 3 15,1-2-1-15,1 1-2 0,1-2 4 0,1 1-4 16,4-1-2-16,-1 0 7 0,2-1-2 0,-3-3-2 16,2 0 4-16,-1 0-4 0,-2-2 4 0,-8 2-4 15,15-5 0-15,-8 1 4 0,-1 2-4 0,-6 2-3 16,9-8 1-16,-6 3 1 0,-3 5-8 0,0 0 6 15,0 0-2-15,-13-14 5 0,4 12-6 0,-4 4-5 16,0 0-13-16,-6 1-24 0,-5 6-3 0,-2 1-29 16,2 4-41-16,0-2-39 0,2 2-125 0,-5 1-306 15,2-1 136-15</inkml:trace>
  <inkml:trace contextRef="#ctx0" brushRef="#br0" timeOffset="88774.02">23498 12822 35 0,'0'0'109'15,"0"0"-3"-15,0 0-5 0,0 0-4 0,0 0-10 0,0 0-6 16,0 0 9-16,-12 21-14 0,12-21 3 0,-8 6-5 16,5-2 4-16,3-4-10 0,-5 4-2 0,5-4 4 15,-7 5-5-15,7-5-6 0,-6 4-7 16,6-4 2-16,-4 6 0 0,4-6 3 0,0 0 1 0,-7 4 5 15,7-4 2-15,0 0 4 0,0 0 1 0,0 0-3 16,0 0-5-16,0 0-3 0,-8 2-5 16,8-2-3-16,0 0-4 0,0 0-7 0,0 0-5 15,0 0-1-15,-7-12-6 0,7 12-2 0,0 0 1 0,0 0-3 16,-5-5 0-16,5 5 2 0,0 0 0 0,0 0-3 16,0 0-2-16,-4-6 2 0,4 6-6 0,0 0 1 15,0 0-4-15,0 0 0 0,0 0 0 0,0 0-1 16,-19 9-1-16,13-2 1 0,-2 0 2 0,2 1-1 15,-3 0-4-15,-3 5 2 0,1-2 0 0,-2 1 2 16,3-3-3-16,2 1 1 0,1-1 1 0,-2 6-5 16,-2-2 1-16,0-1 2 0,2-3-2 0,-1 1-3 15,1-1 3-15,1-1-3 0,0 1 2 0,1-2-2 16,0 0 0-16,2-2 1 0,0-1-2 0,1-1 7 16,4-3-8-16,-7 7-1 0,7-7-1 0,-5 6 4 15,5-6-3-15,0 0 3 0,-4 4-9 0,4-4 4 16,0 0-2-16,0 0 10 0,7 12 4 0,1-9-2 15,0-1-2-15,2 4 0 0,9-1 2 0,0 1-3 16,2-3-3-16,-1 4 0 0,9-1-2 0,0-1-2 16,1 0-20-16,-9-1-23 0,11-3-37 0,-1 3-25 15,-2 0-29-15,2-1-46 0,-2-2-29 0,-9 2-168 16,1-1-406-16,-2-1 180 0</inkml:trace>
  <inkml:trace contextRef="#ctx0" brushRef="#br0" timeOffset="89921.02">23536 12714 59 0,'0'0'128'0,"3"-7"-6"0,-3 7 13 0,5-7-8 16,-5 7-6-16,6-9-19 0,-2 4-2 0,1 0-10 16,-1-1 10-16,0 0-3 0,1-1-11 0,1 0-7 0,-1-1-4 15,1 0 4-15,-1-1-7 0,0 0-2 16,-3 2-6-16,5-3-2 0,-6 0-6 15,2-2 0-15,-1 2-1 0,-1-1-3 0,3-1-4 0,-2 0-8 16,-1 1-1-16,0 0-9 0,-1 1 3 0,3 0 10 16,-3 0-3-16,0 4-3 0,0 6-1 0,0-14 3 15,0 8-1-15,0 6 2 0,1-9-4 0,-1 9-2 16,0 0-5-16,-1-10-5 0,1 10-5 0,0 0 0 0,-3-7-3 16,3 7-2-16,0 0-5 0,0 0 7 15,0 0 4-15,0 0 11 0,-4 23-3 0,4-12 4 16,-5 1-5-16,1-1 1 0,-1 2-1 0,0 1-2 0,1 1-4 15,0 0 3-15,2-3-4 0,-2 0-2 0,0-1-1 16,3-1-3-16,2 1 0 0,-1-1 0 0,1-2-5 16,1 1 2-16,0-4-2 0,3 3-3 0,-1-2-12 15,5-2-8-15,1 0-20 0,1-2-16 16,3 1-19-16,-1-3-36 0,-1 2-32 0,6-4-44 0,-5 2-41 16,0 0-153-16,-6-3-404 0,2-1 179 0</inkml:trace>
  <inkml:trace contextRef="#ctx0" brushRef="#br0" timeOffset="90104.79">23580 12343 14 0,'0'0'113'16,"0"0"-24"-16,0 0-10 0,0 0-28 0,0 0-7 15,20 11-25-15,-15-7-25 0,5 2-23 0,-2 1-34 16,-1-2-68-16,-1 1 32 0</inkml:trace>
  <inkml:trace contextRef="#ctx0" brushRef="#br0" timeOffset="90681.28">23831 12636 43 0,'0'0'74'0,"0"0"4"0,0 0-2 16,0 0-6-16,0 0 5 0,0 0-7 0,0 0-1 0,0 0-5 16,0 0 3-16,0 0-1 0,0 0-1 0,0 0-1 15,0 0 0-15,0 0 2 0,0 0-11 16,0 0-3-16,0 0 7 0,0 0 0 0,0 0 0 15,0 0-7-15,0 0 8 0,0 0-18 0,0 0 6 0,0 0-1 16,0 0 8-16,0 0-6 0,0 0 5 0,-3-19 4 16,3 19-2-16,0 0-4 0,0 0-4 15,0 0 4-15,0 0-1 0,0 0-2 0,0 0-1 16,0 0 1-16,-4-8-5 0,4 8 8 0,0 0-6 0,0 0-2 16,0 0-2-16,0 0 2 0,0 0-4 0,0 0 1 15,0 0-6-15,0 0 2 0,0 0-1 0,0 0-3 16,0 0-3-16,0 0-3 0,0 0-5 0,0 0 0 15,0 0-4-15,0 0-4 0,0 0-3 0,0 0-2 16,0 0-4-16,0 0 3 0,0 0-3 0,0 0 0 16,0 0 0-16,0 0 1 0,-4 28-1 0,3-19 0 15,-1 2 0-15,0-2 0 0,2 2-2 16,-1 1 2-16,-3-1-7 0,2 0-15 0,1 1-27 0,1-2-35 16,0 1-43-16,-1 0-47 0,0 1-214 0,-2 0-415 15,-1-5 184-15</inkml:trace>
  <inkml:trace contextRef="#ctx0" brushRef="#br0" timeOffset="115022.53">23619 12954 67 0,'0'0'88'0,"-6"-2"-13"0,6 2-7 15,0 0 5-15,0 0-11 0,-9-3 0 0,9 3-2 16,0 0 10-16,0 0-6 0,-9-4-9 0,9 4-3 16,0 0-6-16,-10-2-2 0,10 2-4 0,0 0-7 15,-12 0 1-15,12 0-5 0,-9 0-11 16,9 0 6-16,-9 3-6 0,9-3-1 0,-12 4 1 0,4-4-1 16,2 2-8-16,-2 0 7 0,-2 1-11 0,-1 0 2 15,1 0 0-15,-2 0 6 0,0 0-5 16,0 0-3-16,-2 1 0 0,-1 2 1 0,0-2 2 0,-1 0-2 15,-3 2-2-15,1-1 1 0,3 1-5 0,3-1 7 16,-2 0-2-16,2-1-8 0,-1-1 3 0,1 2 3 16,1-1-9-16,-2 2 11 0,0-2-4 0,2-1 2 15,-1 2 0-15,2-1 0 0,0 0 2 0,1-1-2 16,1 1-4-16,-1-2-4 0,3-1 8 0,6-1-3 16,-12 4 0-16,6-4-1 0,6 0-2 0,-11 3-2 15,11-3 5-15,-11 1-1 0,11-1-6 0,-8 0 9 0,8 0 3 16,0 0-6-16,-12-2-3 0,12 2 2 0,0 0 3 15,-8-3 2-15,8 3-4 0,0 0 6 0,-10-4-6 16,10 4 8-16,0 0-9 0,-5-3 3 16,5 3-2-16,0 0 3 0,-9-5 1 0,9 5 0 0,-5-5-6 15,5 5 8-15,0 0 2 0,0 0 3 0,-8-4-3 16,8 4 7-16,-5-5-8 0,5 5 0 0,-6-3-8 16,6 3 8-16,0 0-5 0,0 0 9 0,-8-6-11 15,8 6 7-15,0 0-5 0,0 0 1 0,-8-3-1 16,8 3 10-16,0 0-7 0,0 0 0 0,-5-4-4 15,5 4 6-15,0 0-9 0,-5-6 6 0,5 6-5 16,-6-3 3-16,6 3-6 0,0 0 8 0,-7-8 12 16,7 8-3-16,0 0-2 0,-4-5 1 0,4 5 6 15,0 0-5-15,-3-7-3 0,3 7 4 0,0 0-10 16,-3-6 5-16,3 6-6 0,0 0 6 0,0 0-10 16,0-10 5-16,0 10-2 0,0 0 1 0,4-9 0 15,-4 9 3-15,0 0-2 0,2-8 7 0,-2 8-11 16,0 0 1-16,4-5-1 0,-4 5 3 0,0 0-2 0,0 0 3 15,2-9-1-15,-2 9-1 0,0 0 0 16,3-4 2-16,-3 4 1 0,0 0 2 0,0 0-1 0,0 0-2 16,0-9-4-16,0 9 3 0,0 0-3 15,0 0 8-15,0 0-4 0,0 0 3 0,0 0-8 16,0 0 7-16,0 0-1 0,0 0-3 0,0 0-2 16,0 0-8-16,0 0 5 0,0 0 8 0,0 0-4 0,0 0 3 15,0 0 0-15,0 0 5 0,0 0-5 0,0 0-1 16,0 0 6-16,-20 12-8 0,12-5 1 0,1 2 2 15,-1 5 1-15,-1 1-5 0,-2 1-8 16,1 1-5-16,-4 6-5 0,-1 4-12 0,1-4-6 16,-1 3-18-16,-1 1-11 0,1 2-10 0,0-1-6 0,-1 1-3 15,2 0-12-15,3 0-3 0,-1 1-53 0,2-2-165 16,1 2 73-16</inkml:trace>
  <inkml:trace contextRef="#ctx0" brushRef="#br0" timeOffset="116458.34">23084 13015 15 0,'-6'-7'18'0,"6"7"2"0,0 0 2 15,-4-8-1-15,4 8-4 0,-6-6 1 0,6 6-1 16,-5-8 3-16,1 1-5 0,4 7 1 0,-6-10 1 15,2 4-4-15,2-4 1 0,1 3 1 0,-1-3 0 16,1 0-1-16,-2-2-4 0,2 2-1 0,0-2-1 16,-2 0-4-16,1-4-1 0,0 1 5 0,1-2-2 15,1-1-4-15,-1 0 4 0,1-6-3 0,1-2 0 16,0 2 2-16,6-4-2 0,-2 2-3 0,0-2 3 0,4 1-1 16,-1-1-1-16,-2 0-4 0,3-1-1 0,2 2 0 15,-2-1-6-15,0 1 1 0,3-2-4 0,-4 1 2 16,1 1-2-16,1-2 5 0,-1 3 1 15,-3-3 1-15,2 4 6 0,-2-2 0 0,-1 2 6 0,-1 8-4 16,-3-2 1-16,1 3 5 0,-1 0-1 0,-1 1-7 16,-1 2 2-16,1-3-1 0,-2 4 2 15,2 1 1-15,0-2-3 0,0-3-1 0,0 5 2 16,-1-1-4-16,1-1 3 0,1 2 0 0,-1-3 0 0,3 4-2 16,-3-2-1-16,2-1 6 0,0 2-6 0,-1 0 6 15,2-1-3-15,-1-4-5 0,-1 4 1 0,1 0 1 16,4-5 2-16,-5 6 3 0,2-6-2 0,1 2-5 15,0-4 6-15,-1 3-2 0,-1 1 3 0,-2-1-5 16,1 1 1-16,0 3 9 0,-2-5-8 0,1 3-1 16,0 3-1-16,1-6 4 0,-1 5-2 0,3-6-1 15,1 1-1-15,-1 1 0 0,1-3 6 0,3 1-4 16,-2 2 6-16,0-1-6 0,0 0 0 0,4-2-4 16,0-5 3-16,-3 7 2 0,1-2-4 15,0 0 0-15,-2 2-1 0,2-2 3 0,-2 2-3 0,0-2 0 16,3 1-2-16,-2-1-3 0,2-7 4 0,-3 8 11 15,0-1-10-15,4-1 2 0,-5 1 4 0,0 1-1 16,-1 0 0-16,3 1 4 0,-4 0-7 0,1 0 5 16,-2 2-2-16,0-1 0 0,3-1 0 0,-3 5 0 15,2-4-2-15,-3 1 0 0,1 2 1 0,2-3-2 16,-2 4 0-16,0-3 3 0,1 2-2 0,-2 0 2 16,1 1-4-16,0 0 3 0,0-1 9 0,-1 1-7 15,3 0 0-15,0-1-4 0,-2 2 3 16,1 1-3-16,0-1 2 0,1 2-2 0,1-3 3 0,-1 0-4 15,-1 2-1-15,1-2 5 0,1 0-11 0,2-4 8 16,-2-1-1-16,1 6-1 0,-1-5-1 0,1 2 0 16,-2 2-1-16,2-3 7 0,-1 3-5 0,1-3-1 15,-3 4-1-15,5-1 2 0,-5 0 0 0,2 0-4 16,-1 0 2-16,-2 3-6 0,1-4-3 0,1 2 0 16,-2 1-2-16,1 3 3 0,-2-3-11 0,1 1 25 15,-1-2-12-15,1 1 4 0,-1 1 2 0,1-1 1 16,2 1-10-16,-2-3 13 0,-1 2-11 0,0 0-12 15,4 1 5-15</inkml:trace>
  <inkml:trace contextRef="#ctx0" brushRef="#br0" timeOffset="118287.83">26199 9773 5 0,'10'2'6'0,"1"-2"-1"0,-1 2 1 15,3-2 0-15,-4 2-1 0,1-2 3 0,2 0-4 16,2 2 0-16,-3-2 1 0,0 1 3 0,1-1-3 15,1 0 2-15,1 1 0 0,-3-1-1 0,0 1-3 16,3 0-1-16,-5-1 1 0,2 1-1 0,1-1 1 16,-2 0 3-16,1 1-2 0,1-1 5 0,-3 2-2 15,0-4-2-15,2 4-1 0,0-1 8 0,1 1-8 16,-5-2-3-16,1 2 2 0,1-2 5 0,1 0-5 16,-10 0-1-16,15 2-4 0,-7-1 5 0,-8-1-1 15,15 2 1-15,-9-2-1 0,1 1 9 0,0 0-10 16,-7-1 2-16,13 0 0 0,-6 0 0 0,-7 0-2 15,12 0 0-15,-12 0-1 0,13 2 5 0,-13-2-7 16,11 0 8-16,-4 1-6 0,-7-1 1 0,11 2 2 16,-11-2 4-16,11 0-7 0,-11 0 0 0,12-2-2 15,-12 2 4-15,8 0-2 0,-8 0 6 0,11 3-6 16,-11-3 1-16,12-1-4 0,-12 1 5 0,11 0-2 16,-11 0 3-16,11 1-1 0,-4 0-4 0,-7-1 2 15,13 1-3-15,-8 0 1 0,-5-1 4 0,12 1-1 16,-12-1 2-16,10 3-4 0,-10-3-1 0,9 0 4 15,-9 0 6-15,0 0-8 0,10 3 2 0,-10-3-3 16,0 0 3-16,8 1-3 0,-8-1 2 0,0 0 1 16,0 0-1-16,9 0 6 0,-9 0-7 0,0 0 9 15,0 0-8-15,6 2-1 0,-6-2 0 0,0 0 0 16,0 0 0-16,0 0 5 0,0 0-4 0,0 0 8 16,5 3-8-16,-5-3 0 0,0 0 7 0,0 0-4 15,0 0-1-15,0 0 1 0,5 6 2 0,-5-6-1 16,0 0 4-16,0 0 0 0,0 0-1 0,0 0 3 15,0 10-4-15,0-10-4 0,0 0 7 0,0 0-2 16,0 0-5-16,-2 11 2 0,2-11 3 0,0 0-4 16,-3 9 3-16,3-9-6 0,0 9 2 0,0-9 5 15,-2 9-3-15,2-9 2 0,-2 9 1 0,2-9-9 16,0 10 5-16,-1-3-1 0,1-7-2 0,-2 13-1 16,0-7 3-16,2-6-1 0,-2 11-3 0,-2-4 7 15,4-7-3-15,-5 14 0 0,1-4 0 0,2-2-5 16,0 1 4-16,-1 0-2 0,0 0 0 0,-1 1 3 0,2-1 5 15,-2 1-11-15,1-2 8 0,-1 1-2 16,2-3-5-16,-2 4 7 0,-2-3-7 0,2 3 10 16,1-1-1-16,-1 0-7 0,0-4 3 0,2 4-5 15,-1 0 5-15,-1-1-1 0,2 0 3 0,-3-1-5 16,3-2 2-16,1 6-1 0,-1-4-2 0,0 3 0 0,-2-2 2 16,2 0-2-16,2-2-1 0,-3 2-1 0,1 0 9 15,2-2-7-15,-4 3 5 0,2-1-5 16,0 2 2-16,-1-1 1 0,0 0-3 0,-1 1 2 15,0-1-1-15,3-2-1 0,-3 2 1 0,0 1 4 0,2-1-5 16,-3 0 0-16,0 1 3 0,1-1-2 0,1 0-2 16,-1 0 7-16,0-1-5 0,2 3 0 15,-3 0 2-15,1-2-6 0,-1-2 6 0,3 3-2 0,-3-2-3 16,3 3 0-16,-3-3 5 0,1 3-6 0,2-4 2 16,-2 3-6-16,2-2 6 0,1 3-2 0,-4-4-3 15,3 1-1-15,-2-1 7 0,1 1-4 0,1 0 3 16,0-1 3-16,2-7-1 0,-4 11-5 0,0-7 4 15,3 4 1-15,1 1-2 0,-2-2 4 16,0 0-4-16,2-7 0 0,-5 12 2 0,3-5-2 0,-1-1 2 16,3-6 3-16,-4 13-4 0,4-7-5 0,0 4 9 15,-2-3-3-15,2 1 4 0,-2 0 3 0,2-8-1 16,-2 13-2-16,-1-6-1 0,1 0-1 0,-2 1-3 16,4 0 4-16,-5 0 1 0,5-8-2 0,-1 13 0 15,1-6 3-15,-2 0-6 0,0 0 1 0,2-7 4 16,0 17-2-16,0-9 2 0,0-8-1 0,0 13 0 15,0-6-3-15,0-7 3 0,0 13 2 0,0-5-4 16,0-2-1-16,0-6 1 0,0 14 0 0,0-8-2 16,0-6 3-16,0 13-2 0,0-6 2 0,0-7-4 15,0 12 5-15,0-12-6 0,-2 14 4 0,2-14-2 16,0 11-19-16,-2-4-6 0,2-7-54 0,0 12-86 16,-4-7 39-16</inkml:trace>
  <inkml:trace contextRef="#ctx0" brushRef="#br0" timeOffset="131369.23">29527 13341 65 0,'0'0'75'0,"0"0"-4"0,0 0 1 15,0 0-5-15,0 0-1 0,0 0 5 0,0 0-5 0,0 0-3 16,0 0-12-16,0 0 0 0,0 0 0 0,0 0-11 15,0 0 16-15,0 0-11 0,24-11-10 16,-24 11 8-16,6-7 3 0,-5-1-5 0,-1 8-7 16,2-10 3-16,0 5-6 0,-2 5 2 0,1-9 3 0,-1 9 7 15,0 0-3-15,0-9-1 0,0 9-8 0,0 0-2 16,0 0-4-16,1-7-4 0,-1 7-5 0,0 0 4 16,0 0-7-16,0 0 1 0,0 0-5 15,0 0 3-15,0 0 0 0,-19 15 3 0,15-10-3 16,0 1-1-16,1-2-2 0,3-4 0 0,-6 10-2 0,4-4-5 15,2-6 4-15,-4 4 4 0,4-4-5 0,0 0 2 16,-5 7 0-16,5-7 13 0,0 0 11 16,0 0 15-16,0 0-14 0,13 4-2 0,-13-4-5 15,0 0 1-15,15-7 0 0,-15 7 7 0,12-7-2 0,-7 2-4 16,-1-1-1-16,-2 0-2 0,-1-3 0 0,2 0-3 16,0 1-5-16,-1-2-1 0,1 5 0 0,0-5-2 15,-1 1-5-15,-2 1 4 0,0 8-4 0,2-11 2 16,-2 11-2-16,-4-10 2 0,4 10-3 0,0 0-3 15,-5-5-4-15,5 5 3 0,0 0 0 0,-16 10-2 16,8-1 4-16,-2-3-5 0,-2 8 3 0,2-2-1 16,0-2-1-16,2 0 4 0,0 1-5 0,1-3 0 15,1 2 3-15,0-2-2 0,3 0-1 0,0-2 5 16,0 0-1-16,3-6-1 0,-2 10-2 0,2-10 6 16,0 8 8-16,0-8 8 0,0 0 2 0,5 6 11 15,-5-6-4-15,0 0-6 0,0 0 1 0,0 0-1 16,20-14-4-16,-13 8-1 0,-1-1-2 0,-3 1 0 15,3-5-4-15,-1 1-2 0,0 2 1 0,-1-4 1 16,0 0-4-16,-3 1 1 0,1-1-4 0,-1-1 4 16,1 2-1-16,-2-1-9 0,2 3 3 0,-2 9-2 15,2-14 0-15,-2 10-2 0,0 4-5 0,0 0 1 16,0 0-1-16,-5-8 1 0,5 8 1 0,0 0-3 16,-15 16 2-16,9-6 1 0,2-3-1 0,-3 0 0 15,3 3 3-15,-1 2-4 0,1-4 5 0,2 3-1 16,-1-2-3-16,2 1 5 0,-1-3-4 0,2-7 3 15,0 13-2-15,0-13 1 0,1 10 3 0,4-6-1 16,-5-4 0-16,5 5 5 0,-5-5-1 0,10 2-3 16,-10-2 4-16,11-2-3 0,-11 2 1 0,12-5-1 15,-7 2 0-15,0-2 5 0,1 1-5 0,-3-1-2 16,-3 5 3-16,7-12-4 0,-5 6 3 0,-2 6-1 16,3-9-4-16,-1 5 3 0,-2 4-5 0,0 0 0 15,0 0 1-15,0 0-2 0,0 0 2 0,0 0 0 16,0 0-1-16,0 0 0 0,-29 14 1 0,21-6-1 15,0 1-1-15,2-2 2 0,2-1-1 0,-1 0 0 16,3 1-1-16,-1-1-1 0,1 1 6 0,2-7-4 16,-7 9 2-16,7-3-4 0,0-6 0 0,0 0-1 15,0 11 0-15,0-11 1 0,0 0 2 0,9 4 0 16,-9-4 0-16,9 0 1 0,-9 0 1 0,0 0 1 16,0 0 6-16,12-7-8 0,-12 7-2 0,9-3 5 15,-9 3-1-15,0 0-2 0,5-2-2 0,-5 2-2 16,0 0 3-16,0 0-2 0,0 0-2 0,0 0-7 15,0 0-14-15,0 0-18 0,0 0-23 0,-8 20-26 16,4-15-45-16,2 2-27 0,-1 2-34 0,-1 0-107 16,4-9-333-16,0 0 148 0</inkml:trace>
  <inkml:trace contextRef="#ctx0" brushRef="#br0" timeOffset="146661.9">31661 13252 10 0,'0'0'76'0,"0"0"4"0,0 0-10 16,3-5 3-16,-3 5-15 0,0 0 0 0,0 0-2 15,0 0-3-15,0 0-8 0,0 0 3 0,1-8-1 16,-1 8 1-16,0 0-2 0,0 0-12 0,0 0 10 16,0 0-9-16,0 0 1 0,0 0-8 0,0 0-6 15,0 0 4-15,0 0 0 0,0 0-4 0,0 0-7 16,0 0 2-16,-10-6-1 0,10 6-3 16,0 0-3-16,0 0 2 0,0 0-4 0,0 0 11 0,0 0-11 15,0 0 4-15,0 0 2 0,0 0-1 0,0 0 2 16,0 0-6-16,0 0 14 0,0 0-13 0,0 0 5 15,0 0-4-15,0 0-1 0,0 0 1 0,0 0 2 16,0 0-7-16,0 0 4 0,0 0 2 16,0 0-6-16,0 0 3 0,0 0-1 0,0 0-6 0,0 0-2 15,0 0 17-15,0 0-14 0,0 0-5 0,0 0 7 16,0 0-7-16,0 0 3 0,0 0-2 0,0 0 0 16,0 0 2-16,0 0 6 0,0 0-7 0,0 0 3 15,0 0 2-15,0 0-10 0,0 0 5 0,0 0 0 16,0 0 2-16,0 0-1 0,14 14-1 15,-14-14 2-15,8 5-4 0,-8-5 3 0,9 6 0 0,-3-2-3 16,2 2 3-16,1-3-2 0,-3-1 3 0,3 4 0 16,-1-2 6-16,3 1-10 0,-3-2 3 0,1 0-1 15,1 1-6-15,-4 2 4 0,2-2 5 0,-3 0 1 16,2-1 0-16,-1 0-4 0,-6-3 3 0,9 5 8 16,-5-3-17-16,-4-2 3 0,6 4-2 0,-6-4 5 15,0 0-5-15,7 2 1 0,-7-2-2 0,6 3 10 16,-6-3 0-16,0 0-1 0,0 0-5 0,0 0 0 15,2 7-3-15,-2-7 6 0,0 0 0 0,2 7 4 16,-2-7-7-16,0 0 12 0,-5 12-9 0,5-12 10 16,-5 12-8-16,1-3 2 0,-1-1-1 15,-2 2-1-15,0 0 5 0,-4 3-11 0,-1 1-24 0,-1 0-22 16,-6 4-17-16,-3-1-32 0,-2-1-104 0,-3 1-218 16,-1-2 96-16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4:42:29.2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6153 4495 67 0,'0'0'100'0,"-14"-3"11"0,6 2-21 16,1-1-2-16,7 2-5 0,-16-3-3 0,9 3 3 16,7 0-6-16,-13 0-18 0,13 0 9 0,-13 0-7 15,13 0-1-15,-8-2-1 0,8 2 0 0,0 0-10 16,-9-1-4-16,9 1-8 0,0 0-6 0,0 0 3 16,0 0-7-16,0 0-1 0,0 0-4 0,0 0 0 15,0 0 3-15,0 0 7 0,0 0-4 0,45 2-1 16,-24-3 3-16,7 0-11 0,-6 2 6 0,4-2 6 15,3 1-7-15,0 0-2 0,-6 0-1 0,-4 0-2 16,-2-1-1-16,0 2-1 0,-4-1-3 0,-1 1-2 16,-1 0 0-16,0 0 1 0,0 1-5 0,-3-2 1 15,-8 0 1-15,11 1-1 0,-11-1-3 0,12 0 0 16,-12 0-3-16,6 3 1 0,-6-3 2 0,0 0-2 16,8 3 0-16,-8-3 4 0,0 0-6 0,0 0 4 15,6 1-4-15,-6-1-5 0,0 0 6 0,0 0-1 16,0 0-1-16,0 0 10 0,0 0-10 0,0 0 2 15,0 0 3-15,0 0 2 0,0 0 4 0,0 0-7 16,0 0-7-16,0 0 1 0,0 0 11 0,0 0-5 16,0 0-1-16,0 0-1 0,0 0 2 0,0 0-2 15,0 0 3-15,0 0-3 0,0 0-3 16,0 0 1-16,0 0 3 0,0 0-3 0,0 0 1 0,0 0 3 16,0 0-6-16,0 0 2 0,0 0-6 0,0 0 7 15,0 0 2-15,0 0-3 0,0 0 0 0,0 0-1 16,0 0 1-16,0 0 0 0,0 0-3 0,0 0-2 15,0 0 5-15,0 0-3 0,0 0 0 0,0 0 1 16,0 0-2-16,0 0 4 0,0 0 1 0,0 0-3 16,0 0 1-16,0 0 1 0,0 0-3 0,-13 15 3 15,8-11-3-15,-1 5 3 0,-2-3-3 0,1 2-1 16,-1-2 4-16,-1 3-3 0,-1 4 2 0,-1 0 0 16,0 1-9-16,-2 1 15 0,2 1-3 0,-6 5-1 15,4 0 1-15,-3 1 5 0,3 1-1 0,-4-3 2 16,1 2 1-16,0-1 0 0,0 3-3 0,2-8 1 15,3 0 2-15,-4 5-1 0,5-4 2 0,1-3-5 16,-1-1 3-16,2-4-4 0,0 1 1 0,4-3-1 16,-2-1-2-16,2 1 3 0,4-7-3 0,-6 6 1 15,6-6 1-15,-5 6 0 0,5-6-1 0,-3 5 3 16,3-5 5-16,0 0-1 0,0 0 3 0,-4 6 0 16,4-6 0-16,0 0-6 0,0 0-4 0,0 0 5 15,0 0-1-15,-5 3-2 0,5-3 0 0,0 0-1 16,0 0-1-16,0 0 0 0,0 0 0 0,0 0-3 15,0 0-5-15,0 0 0 0,0 0 0 0,0 0 4 16,0 0-1-16,0 0-2 0,0 0 6 0,14 6 2 16,-3-6-4-16,1 0-1 0,3 0-3 0,2 0 9 15,3 0-3-15,1-2-3 0,1 2 3 0,9-3-1 16,-5 1 1-16,-5 2-5 0,-1 0-4 0,2 0-9 16,-3 0-7-16,-1 0-26 0,3 1-38 0,-9 0-37 15,1 1-24-15,1 1-161 0,-2-3-333 0,-1 2 148 16</inkml:trace>
  <inkml:trace contextRef="#ctx0" brushRef="#br0" timeOffset="28199.97">6756 4906 42 0,'-3'-7'118'0,"3"7"8"0,0 0-1 0,-3-8 1 15,3 8-19-15,-4-8 0 0,4 8 4 0,-1-6 1 16,1 6-2-16,-5-7-11 0,5 7-9 0,-4-6-3 15,4 6-7-15,0 0 3 16,0 0 0-16,-2-8-3 0,2 8-9 0,0 0-1 16,0 0-5-16,0 0-3 0,0 0-6 0,-2-7-2 15,2 7-6-15,0 0-4 0,0 0-7 0,0 0-6 16,0 0-8-16,0 0 6 0,0 0-5 16,0 0 1-16,0 0 4 0,-5 24 1 0,6-12-1 15,-2 2-3-15,0 1 1 0,1 2-7 0,1 1-1 0,-1-6-3 16,1 5-3-16,-1 1-1 0,-1 0 5 0,0-1-7 15,3-1 0-15,-3 0 0 0,0-1-3 0,1 2 0 16,1-4 5-16,0 2 0 0,-1-4-2 0,3 2 1 16,-6-1-3-16,6-2-1 0,-3 1-1 15,1-2 4-15,-1 3 2 0,1-4-4 0,-1 1 1 0,0-3 0 16,0-6-4-16,3 13 5 0,-3-9-6 0,0-4 1 16,2 10 0-16,-2-4 5 0,0-6-5 0,2 9 6 15,-2-9-7-15,2 5-2 0,-2-5 3 0,3 7-5 16,-3-7 2-16,2 7 1 0,-2-7 0 0,0 0 7 15,11 4-5-15,-4-4 0 0,1 2 1 0,2-4 0 16,4 2-6-16,4-3-2 0,4-1-16 0,7-3-17 16,2-2-17-16,2 2-22 0,2-1-39 0,0-1-36 15,15-4-39-15,-13 4-178 0,-2 0-397 16,1 0 175-16</inkml:trace>
  <inkml:trace contextRef="#ctx0" brushRef="#br0" timeOffset="28484.42">8046 4893 76 0,'0'0'212'16,"0"0"-13"-16,0 0-17 0,0 0-15 0,0 0-13 16,0 0-19-16,0 0-8 0,5-11-17 0,4 11-11 15,2-4-9-15,6 3-8 0,1 1-11 0,4-2-10 16,-2 1-31-16,7 0-32 0,-4 0-43 0,4 1-51 16,-7 1-35-16,1-1-123 0,-3 4-275 0,1-4 122 15</inkml:trace>
  <inkml:trace contextRef="#ctx0" brushRef="#br0" timeOffset="28649.77">8158 4983 106 0,'-16'5'228'0,"4"-1"-12"0,3-1-16 0,0 1-5 16,3-1-17-16,-1-1-12 0,7-2-19 0,-9 2-15 16,9-2-11-16,0 0-14 0,0 0-6 0,0 0-8 15,0 0-12-15,26 8-17 0,-7-7-24 0,9-1-39 16,4 0-45-16,7-1-64 0,0-1-75 0,-4 0-125 0,3 1-331 15,-2-4 146-15</inkml:trace>
  <inkml:trace contextRef="#ctx0" brushRef="#br0" timeOffset="32635.75">9968 4481 86 0,'0'0'154'0,"-9"-7"3"0,7 3-10 15,2 4-2-15,-6-6-7 0,6 6-3 0,0 0-5 0,0 0 0 16,-5-7-17-16,5 7-10 0,0 0-20 16,0 0-16-16,0 0-5 0,0 0-8 0,0 0-8 15,0 0-4-15,0 0-3 0,0 0-4 0,14-5-3 16,-2 5-5-16,1 1 0 0,4-1-3 0,4 0-1 16,-1 2-2-16,1-2-2 0,7 0-2 0,0-2-1 15,-9 4 0-15,2-2-3 0,-1-2 4 0,-3 1-6 16,-3-1-2-16,-3 2 0 0,1 0 3 0,0-2 0 15,-5 1 2-15,-7 1-3 0,13 0 5 0,-13 0 0 16,10 0 1-16,-10 0-1 0,0 0-2 0,0 0 0 16,9 0-4-16,-9 0-2 0,0 0-1 0,5 3 2 15,-5-3-4-15,0 0-1 0,0 0 3 0,-15 22 3 16,5-9 4-16,-3 3-1 0,-8 2 1 0,6 4 6 16,-6 0-3-16,4 0 4 0,0 2 0 0,-2 0 1 15,-2-1-5-15,1-2 1 0,1 0-1 0,1 0 1 16,0 0 0-16,5-6 0 0,-2-1 0 0,3-1-4 0,2-2 5 15,0-1-4-15,3-3-2 0,2 0 0 16,0-4-2-16,0 2 2 0,0-2 1 0,5-3 5 16,-5 6-2-16,5-6-1 0,0 0-1 0,-4 5 0 15,4-5-3-15,0 0-1 0,0 0-4 0,19 0 1 16,-9-1 1-16,6 0 3 0,3-2-7 0,3 1 2 16,6-3-11-16,-1 3-11 0,3 0-19 0,-2 0-12 15,1 1-27-15,-3-1-22 0,-3 2-23 0,4 0-36 16,-6-1-25-16,-2-1-18 0,0 4-131 0,-1-1-355 15,-4-1 157-15</inkml:trace>
  <inkml:trace contextRef="#ctx0" brushRef="#br0" timeOffset="32839.98">10525 4715 36 0,'4'-6'192'0,"-4"6"-15"0,0 0-15 16,0 0-20-16,0 0-5 0,0 0 1 0,0 0 4 15,0 0-8-15,0 0-3 0,-3 25-8 0,2-14-12 16,-2 0-9-16,2 6-5 0,0-4-18 0,0 3-4 16,-2 0-9-16,3 0 1 0,0 0-8 0,0 0-25 15,4 0-36-15,-3-5-43 0,2 5-43 0,-1-4-51 16,1 0-183-16,-3-2-348 0,1 1 153 0</inkml:trace>
  <inkml:trace contextRef="#ctx0" brushRef="#br0" timeOffset="34569.71">10920 4251 95 0,'0'0'119'0,"-9"-5"-10"0,9 5-5 0,-4-7 6 15,4 7-3-15,-5-7-5 0,5 7 3 0,-5-5-4 0,5 5-5 16,-3-6 4-16,3 6-4 0,-6-4 0 0,6 4-3 15,0 0-12-15,0 0-7 0,0 0-9 0,0 0-5 16,-6-6-8-16,6 6-4 0,0 0-5 0,0 0 0 16,0 0-3-16,-12 17-6 0,7-6 6 15,0 1-1-15,-4 3 9 0,0 1-1 0,0 1-12 16,0 8 4-16,3-7-5 0,-1 6-2 0,2-5-2 0,1 6 1 16,2 1 4-16,1 1 2 0,1-1-3 0,1 3 9 15,0-1-13-15,-1-1-1 0,5-1-3 16,-2 2-4-16,1-2-2 0,0-1 0 0,-2-5-1 0,6 3 1 15,-6-4-3-15,-1 0-1 0,2-1 5 16,-2-2-6-16,3 2-5 0,-2-2 1 0,0-4-1 0,-2-1-3 16,3 0 1-16,-1-2 1 0,0 1-2 15,-2-1 3-15,0-2-4 0,1-1 2 0,-1-6-2 16,1 13 2-16,-1-13-6 0,1 8 4 0,-1-8-1 16,0 9 0-16,0-9-1 0,3 5 3 0,-3-5-4 15,0 0 3-15,0 0-5 0,2 6 6 0,-2-6-2 16,0 0-2-16,0 0 0 0,5 7-1 0,-5-7 1 0,9 0 2 15,2 1 1-15,-2-1-8 0,2-1-12 16,3 0-7-16,4-1-10 0,2 1-9 0,0 1-20 16,1-3-28-16,0 1-43 0,7-2-39 0,-7-1-33 15,-1 4-159-15,-1-5-390 0,0 2 173 0</inkml:trace>
  <inkml:trace contextRef="#ctx0" brushRef="#br0" timeOffset="35117.15">11494 4246 132 0,'1'-8'203'0,"1"2"2"0,-2 6-13 16,2-9-15-16,-2 9-17 0,1-8-19 0,-1 8-17 16,0 0-14-16,0 0-9 0,0 0-2 0,0 0-4 15,5 35 0-15,-3-16-5 0,-2 7-4 0,0 0-7 16,1 3 0-16,-2-2-3 0,-1 3-6 0,2-3-3 16,0 0-6-16,-3-2 2 0,1 0-7 0,2-6-9 15,2 0 0-15,-2-2-7 0,3 0-2 0,-6-1-3 16,6-4-3-16,-3 0-2 0,0-2-3 0,0-3-2 15,0-7 0-15,0 11-4 0,2-5-1 0,-2-6 4 16,0 9 7-16,0-9 3 0,0 0 14 0,1 8 9 16,-1-8 20-16,0 0-2 0,0 0-6 0,0 0 0 15,0 0-5-15,0 0-8 0,0 0-10 0,0 0-4 16,0 0-6-16,-3-27-3 0,3 18-6 16,2-4-6-16,0 3-5 0,3-6-5 0,0 5-3 0,2 1 9 15,-1-2-11-15,3 3-8 0,-1 2-4 0,0-1 0 16,0 3 0-16,0 2-3 0,2 1 6 0,-4 1-4 15,5 1-1-15,-11 0-1 0,17 6 4 0,-10-1 1 16,2 0-4-16,0 1 5 0,-2 4 2 0,2-4-3 16,-3 4 4-16,1 0-6 0,-3 2-9 0,2-3-16 15,-3 2-15-15,2-1-20 0,-2 0-13 0,-1 2-21 16,2-1-14-16,-2-1-29 0,-2-2-32 0,2 2-30 16,-1-4-18-16,1 1-25 0,-2-7-133 0,0 12-412 15,0-12 182-15</inkml:trace>
  <inkml:trace contextRef="#ctx0" brushRef="#br0" timeOffset="35305.78">11866 4578 19 0,'2'-8'192'15,"0"2"1"-15,1 1 0 0,-3 5-11 0,2-9-15 16,-2 9-20-16,3-4-16 0,-3 4-13 0,0 0-13 16,0 0-3-16,0 0 4 0,0 0-2 0,0 24-9 15,0-14-10-15,0 6-6 0,-2 1-5 0,1-2-10 16,-1-5-1-16,2 3-6 0,-2-1-7 0,1 3-5 15,-1-1-1-15,2-2-23 0,0 1-25 0,0-2-35 16,0 2-35-16,0 1-44 0,0-3-56 0,0-4-165 16,0-7-365-16,-2 16 162 0</inkml:trace>
  <inkml:trace contextRef="#ctx0" brushRef="#br0" timeOffset="35461.04">11972 4391 73 0,'0'0'78'0,"2"-6"-30"0,-2 6-21 16,0 0-44-16,0 0-19 0,9 21-37 0,-6-13 18 16</inkml:trace>
  <inkml:trace contextRef="#ctx0" brushRef="#br0" timeOffset="35802.78">12163 4693 71 0,'0'0'208'0,"11"-2"2"0,-11 2-4 0,7-4-12 16,-7 4-9-16,9-5-19 0,-5 0-5 0,1 2-14 15,3-3-17-15,-2 1-6 0,1-2-7 16,-2 2-10-16,3-4-10 0,-2 1-8 0,-1 2-9 0,-2-1-10 15,-1-3-1-15,2 4-7 0,-4-1 3 0,4 1-8 16,-4 6-5-16,-4-12-2 0,4 12-2 0,-5-12-14 16,1 10-3-16,-5-3-4 0,0 3-1 0,0 3-6 15,-5 0-2-15,1 2-2 0,-3 3 0 16,-1 4 1-16,2-1 3 0,0 4 0 0,1 0 0 0,3 2-3 16,-2-3 4-16,3 3-6 0,4 1 6 15,4-6-6-15,-1 2 2 0,4 2-7 0,3-4 0 16,0 2 2-16,3 2 4 0,7-3-5 0,3 3-5 0,1-6-16 15,9 3-17-15,1-1-34 0,1-6-26 16,1 1-46-16,0-4-59 0,-2 0-54 0,-7 2-162 16,7-3-441-16,-1-2 195 0</inkml:trace>
  <inkml:trace contextRef="#ctx0" brushRef="#br0" timeOffset="37920.11">12650 4299 222 0,'0'0'208'0,"-1"-6"-10"15,1 6-10-15,0 0-21 0,0 0-16 16,-5-5-16-16,5 5-15 0,0 0-15 0,0 0-6 16,0 0-11-16,-14 22-4 0,5-7 5 0,0 3-11 15,0 7-3-15,-4 2-5 0,1-3-8 0,3 3-2 0,-2 2-4 16,2 1-4-16,2-1 0 0,3 0-4 16,0 1-2-16,2-2-5 0,1-2-3 0,2 1-4 15,0-6-2-15,1-2-3 0,1 0-2 0,3-2 1 16,4 2-3-16,-1-5-4 0,-1-1-1 0,4 1-14 15,2-1-18-15,1-4-32 0,3 2-39 0,0-4-44 0,0-1-43 16,2 1-50-16,-4-4-130 0,4 0-379 0,-2-2 167 16</inkml:trace>
  <inkml:trace contextRef="#ctx0" brushRef="#br0" timeOffset="38399.92">13011 4385 104 0,'-6'-8'231'0,"6"8"-17"0,-4-4-16 0,4 4-15 16,0 0-18-16,-3-5-18 0,3 5-11 0,0 0-17 15,0 0-11-15,0 0-13 0,0 0-8 16,0 0-9-16,17-5-8 0,-7 5-6 0,3 0-8 15,-1 0-3-15,1 0-5 0,6 0-5 0,-2 0-3 0,-3 0-2 16,-1 1-7-16,1-1-3 0,-5 0-2 0,-3 0-2 16,-6 0 0-16,17-3-3 0,-17 3 0 15,10 2-1-15,-10-2-1 0,9-2-2 0,-9 2-5 16,0 0 1-16,10 5 1 0,-10-5-1 0,0 0-6 16,6 0 0-16,-6 0-1 0,0 0-2 0,1 9 3 15,-1-9 7-15,-3 16 9 0,-1-1 2 0,-6 0 5 0,1 9-2 16,-4 0 3-16,-3-1 6 0,1 2 2 0,-1-3-8 15,-3 2-3-15,4-2 0 0,-1-2-4 16,3 2 0-16,2-7 4 0,1-1-2 0,2-4 0 16,3-1-7-16,-1 1 9 0,1-3-10 0,0-1-2 15,3 1 1-15,-2-2-6 0,4-5 2 0,-3 7-4 0,3-7 0 16,0 0 4-16,3 10-2 0,5-6-4 0,2-2-12 16,1-1-11-16,7 1-8 0,4-2-19 15,-1-2-22-15,8-1-29 0,0 3-19 0,0-4-39 16,-2-2-32-16,3-1-14 0,-5 2-24 0,-6 1-126 15,2-1-377-15,-4 0 166 0</inkml:trace>
  <inkml:trace contextRef="#ctx0" brushRef="#br0" timeOffset="38651.08">13416 4589 59 0,'0'0'147'0,"0"0"-4"0,0 0 3 0,5-4-8 15,-5 4 3-15,0 0-6 0,11 3-8 0,-11-3-1 16,12 7-7-16,-8-3-4 0,2 3-5 0,-1 0-7 0,-1 0-9 15,1 4 4-15,-5-5-7 0,0 4 6 0,-3 3 0 16,1 3-5-16,-4-3 2 0,-3 3-12 0,-5-2-7 16,1 1 0-16,-1-1-8 0,-1-1-3 15,0-1-8-15,5-4-1 0,3 0-7 0,-1-2 0 16,2-1-6-16,0-2-7 0,1 1-7 0,5-4-4 16,-6 6 9-16,6-6-13 0,0 0-2 0,0 0-3 15,0 0-8-15,25 5-14 0,-8-6-16 0,1-2-21 16,0-1-27-16,11 0-30 0,-4-3-37 0,2-3-59 15,-6 6-44-15,-4 0-133 0,4-4-405 0,-1 2 179 16</inkml:trace>
  <inkml:trace contextRef="#ctx0" brushRef="#br0" timeOffset="38899.64">13899 4557 154 0,'-9'-4'247'0,"9"4"-4"0,0 0-8 16,-7-2-13-16,7 2-13 0,0 0-17 15,0 0-11-15,0 0-17 0,0 0-17 0,-6-4-12 16,6 4-15-16,0 0-10 0,0 0-9 0,0 0-8 16,26-1-11-16,-7-1-12 0,1 2-5 0,7-1-8 15,2 0-16-15,-2-2-12 0,2 1-22 0,-7-1-23 16,-1 3-22-16,-1-2-29 0,-2 1-28 0,0 0-27 15,-1 1-48-15,-6-2-30 0,3 1-166 0,-5-3-397 16,-9 4 175-16</inkml:trace>
  <inkml:trace contextRef="#ctx0" brushRef="#br0" timeOffset="39133.78">14129 4393 5 0,'0'0'231'0,"-5"-8"-3"0,5 8-12 0,-5-4-7 15,5 4-25-15,0 0-18 0,0 0-20 0,0 0-8 16,0 0 7-16,0 0-9 0,-11 20-5 0,9-7-5 16,1 4-8-16,1-1-5 0,-2 2 4 0,1 2-18 15,1 0 6-15,-1 6-12 0,-1-1-8 0,0-6-13 16,2 1-1-16,0-1-10 0,0-1-3 0,0-1-6 16,0 0-9-16,0-2-30 0,0 2-25 0,2-5-30 15,-2 1-40-15,3-2-56 0,-2-2-72 0,1-2-237 16,-2 0-483-16,0-7 215 0</inkml:trace>
  <inkml:trace contextRef="#ctx0" brushRef="#br0" timeOffset="39534.87">14391 4433 2224 0,'0'0'70'15,"-4"-14"-19"-15,4 14-68 0,0 0 3 0,0 0 3 16,-1-12 3-16,1 12 3 0,0 0 3 0,4-5 11 16,-4 5 0-16,11-4-1 0,-1 2 3 0,3 1 1 15,1-2-4-15,0 2 3 0,0-1 0 0,3 1-8 16,1 0 0-16,-5-1-2 0,2 2 1 0,-5 0-4 16,-1 0 7-16,3 0-3 0,-6 0-7 0,-6 0 5 15,13 2 0-15,-6 0 0 0,-7-2 3 0,7 7 13 16,-5-2 13-16,0 4 12 0,-5 0 4 0,0 5 7 15,-3 1 1-15,-4 3 7 0,-1 7-1 0,-5-2 0 16,3 0 5-16,-5 0-2 0,8-8-2 0,-5 7-1 16,1-6-1-16,2-2-4 0,0-1-4 0,1-3-4 15,6 0-4-15,-1-1-5 0,-1-1 0 0,7-8-7 16,-7 11 0-16,5-4 0 0,2-7-5 0,-5 7-1 16,5-7 3-16,0 0-5 0,0 0 3 15,7 13-6-15,-7-13 2 0,18 4-12 0,1-2-15 0,2-2-20 16,6-2-23-16,3 1-33 0,-1 0-30 0,-7-1-42 15,-2 1-36-15,7-2-62 0,-7 2-208 0,-4 0-496 16,-2-2 220-16</inkml:trace>
  <inkml:trace contextRef="#ctx0" brushRef="#br0" timeOffset="39934.03">14727 4631 60 0,'0'0'217'0,"3"-7"-11"0,-3 7-4 15,4-4 2-15,-4 4-6 0,8-5-10 0,-8 5-13 16,10-2-15-16,-10 2-13 0,11 0-12 0,-11 0-14 16,12 3-10-16,-5 1-11 0,-3 0-9 0,3 2 7 15,0 2 6-15,-3-1-10 0,1 1 3 16,-5 0 2-16,2 0-5 0,-4 1-6 0,2 1-4 16,0 0 11-16,-4-1-18 0,0 1 0 0,-4 0-7 0,3-3 0 15,-1 2-11-15,1-2 2 0,-3-1-13 0,3-1 1 16,0 0-9-16,5-5 3 0,-7 6-15 15,7-6 5-15,-3 5 7 0,3-5-19 0,0 0-3 16,-5 5-5-16,5-5-7 0,0 0 0 0,0 0 1 16,0 0-6-16,10 9 4 0,-5-7 4 0,4 3-6 0,0-1-5 15,-2 1 2-15,2 1-1 0,0 1-3 0,-2 0 11 16,2 0-13-16,-3 1 3 0,0-1-1 16,-2 1 0-16,0-1 14 0,-1-1-8 0,-2 2 5 15,0-1 4-15,-1-7 7 0,-5 14 4 0,1-11-7 16,-6 4 5-16,1-1-5 0,-2-1 4 0,-7-4-8 15,1 5 6-15,-2-5-17 0,-1-1-16 0,4-3-11 16,-4 1-27-16,4 0-18 0,2-1-38 0,1 0-30 0,2-2-36 16,0 0-54-16,0-1-55 0,4 0-214 0,0-2-540 15,5-2 238-15</inkml:trace>
  <inkml:trace contextRef="#ctx0" brushRef="#br0" timeOffset="42034.21">15067 4347 50 0,'0'0'196'0,"-1"-6"-6"0,1 6-1 0,-4-6-15 15,4 6-16-15,0 0-12 0,0 0-16 0,0 0-15 0,0 0-8 16,0 0-17-16,9-5 0 0,-9 5-8 0,19 7-2 16,-4 2-8-16,3 1 3 0,4 8 1 0,0 1-4 15,-3 2-2-15,2 3-2 0,-4 3-4 16,1 1-7-16,-6 4 2 0,-1-4-3 0,-3 1-9 16,-2 2 2-16,-3-1-7 0,-5 0 5 0,1-2-10 0,-4 2-3 15,-4 0-3-15,-1-2 1 0,-3 1-9 0,-5-5-16 16,3-2-22-16,-4-1-26 0,-2-1-29 0,0-2-43 15,5-6-50-15,2 0-42 0,-3 0-163 16,2-3-399-16,-2-2 176 0</inkml:trace>
  <inkml:trace contextRef="#ctx0" brushRef="#br0" timeOffset="42483.33">15655 4572 163 0,'0'0'192'16,"0"0"-8"-16,0 0-13 0,0 0-14 0,0 0-11 15,0 0-16-15,0 0-7 0,0 0-5 0,0 0-10 16,-26-6-3-16,26 6-4 0,-10-2-1 0,10 2-1 15,0 0 1-15,-13 4-3 0,13-4-9 0,0 0-3 16,0 0-11-16,-11-2-4 0,11 2-4 0,0 0-3 16,0 0-4-16,0 0-6 0,0 0-5 0,39-3-4 15,-18-1-4-15,0 1-2 0,2 2-8 16,4 1-19-16,-1-2-17 0,-4 2-19 0,-5 0-28 0,0 0-29 16,2 2-43-16,-7-4-41 0,-1 2-50 0,-3 2-149 15,-8-2-396-15,13-2 175 0</inkml:trace>
  <inkml:trace contextRef="#ctx0" brushRef="#br0" timeOffset="42733.3">15756 4477 1889 0,'0'0'-21'0,"-2"-16"62"0,0 8 1 0,2 8 15 16,-3-10 10-16,3 10 5 0,-2-9 3 0,2 9-5 15,-1-6-9-15,1 6-4 0,0 0-3 0,0 0-12 16,0 0-7-16,0 0-1 0,0 0-7 0,0 0 3 15,0 0-2-15,0 27 2 0,1-12-1 0,1 4 0 16,0 0 4-16,-2 0-1 0,3 7 0 0,-5-7-4 16,2 0-3-16,-1 6 1 0,4 0 1 0,-3-6-5 15,0 0-2-15,2 0-26 0,-1-2-20 0,-1 2-24 16,0-6-27-16,0-1-37 0,2-2-60 0,0 0-33 16,-1-3-184-16,0 3-421 0,1-4 187 0</inkml:trace>
  <inkml:trace contextRef="#ctx0" brushRef="#br0" timeOffset="43183.67">16180 4388 196 0,'-5'-3'213'0,"5"3"-14"0,0 0-16 16,0 0-19-16,-6-8-16 0,6 8-8 0,0 0-20 16,0 0-5-16,0 0-4 0,0 0-14 0,26 1-6 15,-13 0-7-15,8 3-8 0,-2-2-8 0,1 0-7 16,-1-2-4-16,-2 1-5 0,-3 0-6 0,-1 1-2 16,-2-2-6-16,-3 0-7 0,-2 1-3 0,-6-1-3 15,12 1-4-15,-12-1-2 0,11 2-3 0,-11-2-1 16,7 1-2-16,-7-1 1 0,5 5 6 0,-5-5 11 15,0 10 15-15,0-10 1 0,-4 18 7 0,-2-1 3 16,-2 2 5-16,-7 4-4 0,3 2 4 0,-4 0 0 16,0 0-3-16,0-3-6 0,-1 1-3 0,0-1-6 15,6-6-1-15,-1-1-5 0,2 1 2 0,1-2-3 16,0-5-2-16,2 1-7 0,1-3 1 0,3-1-4 16,0-1-2-16,-1 1-5 0,4-6 4 0,-4 8-2 15,4-8-3-15,0 0-5 0,7 11 1 0,-1-9-6 16,5 0-11-16,2 0-16 0,7-2-23 0,0-3-19 15,2 0-21-15,-2 1-19 0,8-1-19 0,-7 1-28 16,0-2-32-16,8-2-23 0,-9 3-17 0,1-1-18 16,-2-2-123-16,-5 4-391 0,2-4 173 0</inkml:trace>
  <inkml:trace contextRef="#ctx0" brushRef="#br0" timeOffset="43434.33">16576 4651 91 0,'4'-6'136'0,"-4"6"0"16,0 0-3-16,9-5 7 0,-9 5-7 0,5-2-1 15,-5 2-9-15,0 0 0 0,13 3-7 0,-13-3-11 16,10 8 1-16,-5-1 8 0,-1-2 0 0,-3 3-1 16,3 1 0-16,-3 2-6 0,-1-2-2 0,2 2-6 15,-5-1 6-15,1 2 1 0,-4-2-4 0,0 0-11 16,-3 2-3-16,1-5-8 0,1 5-8 0,-3-3-6 16,3-1-5-16,0-1-8 0,1 0-3 0,1-2-10 15,3 0-1-15,2-5-10 0,-9 5-3 0,9-5 0 16,-3 6-11-16,3-6-3 0,0 0-7 0,0 0-9 15,14 10-9-15,-3-10-24 0,3-1-24 0,3 1-30 16,6-2-30-16,4-3-45 0,-1 1-32 0,2-3-51 16,-8 1-146-16,9-3-427 0,-1 1 190 0</inkml:trace>
  <inkml:trace contextRef="#ctx0" brushRef="#br0" timeOffset="44451.96">16935 4447 47 0,'0'0'147'0,"0"0"-2"0,0 0-10 0,0 0-3 15,0 0-8-15,0 0-5 0,0 0-6 0,0 0-7 16,0 0-3-16,0 0-7 0,0 0-9 0,0 0-4 15,0 0-8-15,0 0-6 0,0 0-9 16,0 0-3-16,0 0-4 0,0 0 0 0,0 0-8 16,0 0-5-16,0 0 2 0,0 0-8 0,0 0 0 0,0 0-4 15,0 0-1-15,0 0-2 0,0 0 6 0,0 0-6 16,0 0-6-16,0 0 4 0,0 0 2 16,0 0-4-16,0 0 2 0,0 0-3 0,0 0 4 15,0 0-3-15,0 0 1 0,0 0-1 0,0 0-1 16,0 0 3-16,0 0-4 0,0 0-1 0,0 0-1 15,0 0-2-15,0 0 6 0,0 0-6 0,0 0-3 0,0 0 1 16,0 0-1-16,0 0 0 0,0 0-2 0,0 0-1 16,0 0 6-16,0 0-7 0,0 0-2 15,0 0-1-15,0 0 1 0,0 0 0 0,0 0-3 16,0 0 3-16,0 0-2 0,0 0-3 0,0 0 3 16,0 0-3-16,0 0 3 0,0 0-1 0,0 0 0 0,0 0-2 15,0 0 2-15,0 0 0 0,0 0 0 16,0 0-3-16,0 0 2 0,0 0-1 0,0 0 3 15,-7 3-6-15,7-3 10 0,0 0-6 0,-9 2-4 16,9-2 0-16,0 0 0 0,-9 1 2 0,9-1 1 16,0 0 2-16,-9 3-2 0,9-3-6 0,-8 1 9 15,8-1-2-15,-9 2 0 0,9-2 1 0,0 0-2 0,-9 0 2 16,9 0 2-16,0 0-2 0,0 0 7 0,-9 1-7 16,9-1-2-16,0 0-2 0,0 0 4 0,0 0-5 15,0 0 4-15,0 0-2 0,-10 3 1 16,10-3-1-16,0 0 2 0,0 0-3 0,0 0 1 15,0 0-1-15,30 3 1 0,-18-3 2 0,1 1-1 0,6-1-2 16,-2-1 1-16,2 1-2 0,-2 0 0 0,2 0 3 16,-1-1-1-16,-6 0-2 0,1 1 4 15,-1 0-2-15,-1-1-2 0,-3 1 0 0,3 0 2 16,-11 0-3-16,13-2 0 0,-13 2 1 0,12-1-2 16,-12 1 1-16,7 0 0 0,-7 0-4 0,0 0 2 0,9 1 1 15,-9-1 1-15,0 0-1 0,0 0-1 16,8 0 0-16,-8 0 1 0,0 0-4 0,0 0 1 15,-1 11 4-15,1-11 4 0,-9 16-6 0,2-6 4 16,-2 3 0-16,-2 3 8 0,-3 6 1 0,-3-2 1 16,6-2-1-16,-6 3 2 0,0 1 0 0,0-5 3 0,4-1-2 15,-1-2 0-15,2 1 1 0,2-3 0 0,0-2-2 16,2-1 2-16,2 1-1 0,-1-3-2 16,1 0-2-16,2-1 7 0,0-2-13 0,0 2 3 15,4-6 0-15,-3 6 0 0,3-6-3 0,0 0 4 16,-4 4-4-16,4-4 1 0,0 0 5 0,0 0-4 15,0 0-1-15,0 0 4 0,10 9-3 0,-3-7 4 0,5-2-1 16,1 1 1-16,6-1-9 0,0 1-9 0,2-2-22 16,0 1-25-16,0-1-26 0,2 0-33 0,-1 0-34 15,-1-2-46-15,0 1-41 0,-1 0-146 16,-3 1-415-16,2-3 184 0</inkml:trace>
  <inkml:trace contextRef="#ctx0" brushRef="#br0" timeOffset="44849.89">17379 4625 97 0,'5'-1'197'0,"-5"1"-2"0,14-1-9 0,-14 1-4 16,12 2-20-16,-5 0-7 0,-1 1-12 0,-6-3-8 0,11 4-5 16,-6 0-6-16,0 0-11 0,1 3-7 0,-3-1-4 15,1-1-7-15,-3 1-7 0,-1-6-4 16,0 13-1-16,-1-4-2 0,-3-1-7 0,-1 1-2 15,-4 1-8-15,0-2-7 0,0 0-7 0,-2-1-2 16,-1 1-5-16,3-1-4 0,-1-1-9 0,2 0-10 0,2-2-11 16,2 0-2-16,-1-2-6 0,5-2-3 0,-7 7-2 15,7-7-3-15,-1 6-3 0,1-6 6 16,0 0-2-16,10 12 1 0,-3-6-2 0,0-1 3 16,2 2-5-16,4 0 8 0,-3-1-4 0,1 1 0 15,0-1 3-15,-2 0 0 0,-1 1 3 0,1 0 2 16,-4-2-9-16,0 1 0 0,0 1 3 0,-2-4 0 0,-3-3 3 15,2 8 8-15,-2-8 7 0,-5 9-2 0,-1-5 4 16,-5 3-4-16,0-4 1 0,-2 1-2 0,-6 0-1 16,1-1-1-16,-2 0 1 0,2-1-4 15,1-1 6-15,-2 0-13 0,1-1-14 0,3 0-18 16,3 0-22-16,-2-1-32 0,1-1-49 0,4-2-57 0,1 1-228 16,1-1-454-16,3-1 201 0</inkml:trace>
  <inkml:trace contextRef="#ctx0" brushRef="#br0" timeOffset="45755.64">17706 4283 73 0,'0'0'177'0,"0"0"-5"15,-5-1-15-15,5 1-11 0,0 0-10 0,0 0-13 16,0 0-8-16,0 0-8 0,0 0-10 0,0 0-7 0,0 0-10 0,24 0-5 16,-14 0-7-16,1 1-4 0,3-1-8 0,-2 0-7 15,0 0 1-15,-1 0-4 0,0 0-5 0,-2-1-5 16,-9 1-1-16,16 0-1 0,-11 1 4 15,-5-1-6-15,12 0-3 0,-12 0-2 0,7 2-3 0,-7-2 0 16,0 0-3-16,9 0 1 0,-9 0-3 0,0 0 1 16,0 0-4-1,0 0-2-15,8 0-5 0,-8 0 4 0,0 0-5 16,0 0-3-16,0 0 3 0,8 7-3 0,-8-7 4 16,2 5 1-16,-2-5 4 0,3 8 0 0,-2-2 3 15,-1-6 2-15,4 10-3 0,-1-3 6 0,-1 0 5 16,1 3 8-16,-3 1 3 0,1-1-2 0,0 3 9 15,1 3-1-15,-1 0 2 0,0 1-1 0,0 2-2 16,2-1 1-16,-1 9 3 0,1 1 8 0,-2-2-4 0,0-2 0 0,2 2-2 16,-3-2 4-16,0 2 0 0,3-6-2 0,-2-1-4 15,0 6-2-15,0-4-3 0,1-2-5 0,-1-2-1 0,0 7 3 16,-1-6-7-16,0 0-1 0,0 1-2 16,0-2 1-16,2-2-4 0,-2 2 3 0,0-2 0 15,0-2-2-15,0-1-7 0,-2-1 3 0,1 0 1 16,1 1-5-16,-1-3 3 0,-2 0-2 0,2 0-5 0,-2-1 9 0,2-1 8 15,-3-1 0-15,2 0 0 0,-5 0 0 0,4-1 2 16,-4 1-6-16,1-1 13 0,-1-2-18 0,-2 2-4 16,0-1 3-16,-1 2 1 0,0-3-3 15,0 0-1-15,-1-2-4 0,1 2-2 0,10-3-4 16,-16 5 6-16,5-5-15 0,-3 1-5 0,4-1-17 0,-1-1-19 16,-1 0-21-1,2-1-24-15,-3 1-24 0,0-1-36 0,1 0-38 16,-5 1-49-16,-1-3-37 0,0 0-37 0,-2 3-174 15,-1-2-521-15,2-1 231 0</inkml:trace>
  <inkml:trace contextRef="#ctx0" brushRef="#br0" timeOffset="47899.88">9887 5243 5 0,'0'0'132'16,"-5"-5"4"-16,5 5-4 0,0 0 3 0,0 0-18 15,0 0-8-15,-4-5-5 0,4 5-15 0,0 0-4 16,0 0-6-16,0 0-8 0,0 0-2 0,0 0-2 15,0 0-1-15,0 0-4 0,0 0-3 0,-5-5-1 16,5 5-3-16,0 0-2 0,0 0 0 0,0 0 7 16,0 0-15-16,0 0-3 0,0 0-2 0,0 0-1 15,0 0-6-15,0 0-3 0,0 0-3 0,0 0-1 16,0 0-5-16,0 0-3 0,0 0-1 0,0 0 3 16,0 0-9-16,0 0-3 0,0 0 2 0,0 0 1 15,0 0-1-15,0 0 3 0,0 0 0 0,0 0 1 16,18 10 3-16,-6-6 2 0,-2-3 6 0,2 2-2 15,8 0 2-15,3 0 3 0,-3-1-1 0,14 0 0 16,1-1 1-16,0 2 1 0,2-3-4 0,1 4 0 16,1 0 1-16,13-3-7 0,2 0 1 0,-6 3-2 15,-7-2 0-15,9 1 0 0,-10-1-3 0,11-1 0 16,-12 0 4-16,0-1 5 0,0 2 1 0,15 2-8 16,-16-2 3-16,16 2-4 0,-2-4 3 0,-12 0-1 15,-2 0 5-15,16 1 0 0,-4-1-1 0,-9 0-8 16,9-1 2-16,-12 1-4 0,0 0-1 0,0 3 3 15,0-3-2-15,1 0-1 0,-3 0-3 0,0 2 1 16,-2 0 2-16,-2 0-3 0,2-2 1 0,-1 0-1 16,1 2-1-16,3 1 0 0,-6-1 2 0,5 1-2 15,0-2 1-15,2-1-1 0,-2 6-2 0,0 0 2 16,2-2 0-16,0 2-1 0,2-2 1 0,12 0 1 16,-1 1 0-16,-12-4-2 0,-1 1 0 0,12-2-1 15,-12 2 1-15,12 2-3 0,-12-2 2 0,2 1 3 16,10-1-4-16,-12-3 0 0,2 2 1 0,16 0-1 15,-4-2 1-15,-3 1-1 0,3 1 3 0,2-1 0 16,0-3-1-16,0 0-3 0,4 1 3 0,-6 2-2 16,0-2-2-16,-1 0 0 0,-13 2 3 0,16-2-3 15,-18 4-2-15,16-2 3 0,-12 0 4 0,-1 1-5 16,14 2 1-16,-16-2 0 0,-1 2 0 0,2-3-1 0,0 0-1 16,0 2 1-16,3-2 3 0,9 0-1 15,-13-1 0-15,16 3 0 0,-17-1 0 0,3-2 0 16,1 0 2-16,0 1 2 0,0 0-5 0,0 0 2 15,-2-1-2-15,0 0 0 0,-2 1 5 0,0-3-7 16,-3 4-1-16,-1-2 2 0,4 1 3 0,-3 0-3 0,1 0 1 16,-1-3 1-16,-3 2 0 0,1 1-3 0,0-3 4 15,-3 3 1-15,1 0 1 0,2-2-1 16,-3 1 0-16,1 1 0 0,-2 0 2 0,4-2 4 16,-2 1-2-16,-6-3-4 0,5 2-2 0,2-1 4 0,-1 3-3 15,1-2 1-15,-1 0 3 0,-1 2-1 0,2-2-2 16,-1 1-1-16,0-1-3 0,-8 1 12 0,1 0-13 15,5 1 2-15,2-2-1 0,-8 1 0 16,6 1 2-16,-4 0-1 0,5 0 0 0,-1-3 2 16,2 3 7-16,0-2-8 0,-1 2-1 0,0-4 1 0,0 1-1 15,1 2 2-15,1-3 1 0,-9 3 1 0,9-3-3 16,-1 4 2-16,-1-3-3 0,2 0 3 0,0 0 0 16,-3 1-3-16,3-1 4 0,-1 1 2 15,-1-1-5-15,2 1 0 0,-4-1 7 0,4 2 0 16,-2-1-10-16,0-2 6 0,0 2-1 0,-2-1-1 0,-3 1-2 15,3-2 0-15,-4 1 1 0,6 2-1 0,-1-3-2 16,-5 2 1-16,0-1 3 0,6 2 1 0,0-3 5 16,-1 2-10-16,-7 0 1 0,1 2-3 15,5-5 4-15,1 4 2 0,-5 0-5 0,0-2 1 0,5 2-1 16,-6-2 0-16,0 2 0 0,0-1 0 0,0-1 1 16,-1 1 3-16,2 1 0 0,-3 0-4 0,2 1 5 15,0 0-2-15,1 0 2 0,7-4 0 16,-8 2 7-16,1-1-6 0,-2 2-6 0,-1 1 5 0,8-2 2 15,-8 1 1-15,2 1 0 0,-2-2 1 0,1 0 5 16,0 0 3-16,1 2-6 0,1-3-4 0,-5 2 4 16,4-1-1-16,2 2 3 0,-1-2 0 0,-1 1 1 15,0-2 2-15,9 2-2 0,-9-1 3 0,9 2-2 16,-10-1-1-16,2 1 4 0,6-1-5 0,0 0 4 16,-7 1-1-16,-1-3-3 0,8 2 7 0,-6 0 9 15,7-2-12-15,2 2-11 0,-3-1 10 0,3 2-5 16,-3-2 1-16,-1 1 1 0,1-1 4 0,-1 2-3 15,-4 0 1-15,-2 0-1 0,5-1 11 0,-4 0-13 16,-1 2 5-16,7-1 2 0,-7 1 3 0,7-1 7 16,-5 2-4-16,5-4-1 0,0 2-2 0,-6-1 0 15,5 1 8-15,0 0 1 0,-5 0-1 0,0 1-2 16,8-2 2-16,-2-2-1 0,-7 3-2 0,7-1-1 16,1-2 14-16,2 3-21 0,-2 0 3 0,2 0-1 15,-3-2-1-15,1 1-8 0,1 0 6 0,-7-1-7 16,5 4 6-16,-8-2-8 0,2 0 5 0,-2 1-3 15,0-1 0-15,-1-1-2 0,-3 1-3 0,-2 0 2 16,-1 1 3-16,0-1-2 0,-3 1 2 0,-2-2 0 16,-8 1-3-16,14 0-1 0,-14 0 1 0,9 0-4 15,-9 0 7-15,0 0-4 0,10 0 0 0,-10 0-5 16,0 0 3-16,0 0-1 0,9 1 3 0,-9-1 2 16,0 0-10-16,0 0-11 0,0 0-13 0,0 0-33 0,0 0-26 15,5-7-23-15,-5 7-31 0,0 0-47 16,0 0-31-16,0 0-37 0,0 0-48 0,-14-17-31 15,8 15-228-15,-3-2-604 0,1 0 267 0</inkml:trace>
  <inkml:trace contextRef="#ctx0" brushRef="#br0" timeOffset="50883.28">10405 5540 212 0,'-1'-8'218'0,"1"8"-15"15,0 0-11-15,-3-9-15 0,3 9-17 0,0 0-16 16,0 0-14-16,0 0-18 0,0 0-14 0,0 0-6 15,0 0-9-15,0 0 1 0,0 0 0 0,4 26-6 16,-4-9 0-16,1 3-1 0,1 6-1 16,-1 2-7-16,0-3 0 0,-1-1-7 0,-2 2-1 0,0-7-4 15,4 0-3-15,-4 0-5 0,1-2-1 0,0-1-6 16,-1 0-2-16,2 0-3 0,-1-4 0 0,2 0-5 16,-1 0-2-16,0-3-3 0,0 1-2 0,0 0-2 15,0-5-2-15,0-5-2 0,2 14-2 0,-2-14-3 16,1 10 0-16,-1-10 1 0,0 6-1 0,0-6-1 15,0 0 1-15,0 0 5 0,-1 9 11 0,1-9 11 16,0 0 11-16,0 0 13 0,0 0 10 16,0 0-2-16,0 0-10 0,0 0-2 0,0 0 1 15,0 0-15-15,0 0-7 0,5-27-5 0,-1 19 3 0,0-3-11 16,1 0-10-16,1-1 8 0,-1 2-13 0,3 0 1 16,-2-1 0-16,2 2-2 0,1-1-6 0,1 1-1 15,-1 1-3-15,1 0-2 0,-1 2-2 16,0 1 0-16,1 1 0 0,-3 2 3 0,0-1-5 0,-7 3 4 15,16 1-8-15,-6 3 6 0,-4-2-7 0,1 4 0 16,0 0 3-16,-3-1-1 0,0 5 2 0,1-2 3 16,-1 3-2-16,0 0 6 0,-2 0-5 0,1 1 11 15,-2-2-11-15,3 0 4 0,-4 0 0 0,3 1 0 16,-2-3-4-16,0 2-2 0,-1-1-27 0,0-1-21 16,1 1-27-16,1-2-28 0,-2-7-35 0,-4 18-45 15,3-11-53-15,-2 2-40 0,-5-1-187 0,3-1-506 16,-1 0 224-16</inkml:trace>
  <inkml:trace contextRef="#ctx0" brushRef="#br0" timeOffset="51101.59">10805 5825 183 0,'3'-4'237'0,"-3"4"-10"0,7-3-10 0,-7 3-17 16,9-2-14-16,-9 2-4 0,0 0-4 0,0 0-2 15,6 9-5-15,-4-1-6 0,-2 0-8 0,-2 2-17 16,1 0-14-16,0-2-7 0,1 1-13 0,-4 0-14 16,3 1-6-16,0-2-10 0,-2 1-5 0,2 1-13 15,0-2-19-15,-1 2-27 0,2-2-21 0,0-8-30 16,-4 11-31-16,4-3-37 0,0-8-40 0,0 9-34 16,0-9-38-16,-1 10-187 0,1-10-439 0,0 0 195 15</inkml:trace>
  <inkml:trace contextRef="#ctx0" brushRef="#br0" timeOffset="51257.27">10796 5637 47 0,'-1'-10'146'0,"1"10"-18"0,1-8-19 15,-1 8-21-15,0 0-38 0,8-1-36 16,-8 1-37-16,0 0-71 0,11 19-100 0,-8-8 44 15</inkml:trace>
  <inkml:trace contextRef="#ctx0" brushRef="#br0" timeOffset="51584.92">10961 5928 1744 0,'6'3'108'16,"-1"-2"-49"-16,-5-1-28 0,12 5-11 0,-12-5 4 15,8 0 21-15,-8 0 17 0,9-1 10 0,-9 1 5 16,7-4 10-16,-7 4 2 0,10-3-1 0,-3-1 2 15,-2 0-4-15,-5 4-5 0,14-9-2 0,-9 4-10 16,3 0-3-16,-2-2-2 0,1 0-5 0,-1 2-1 16,-4 0-5-16,4 0-3 0,-3-1-7 0,1-1-2 15,-4 7-2-15,3-10-8 0,-2 3 3 16,-1 7 1-16,0 0-11 0,-4-12 4 0,4 12-8 0,-5-6-1 16,5 6-2-16,-8-1-2 0,8 1 0 0,-16 8-4 15,7-5 0-15,-1 4 2 0,0 1-4 0,1 2 0 16,-2-1-4-16,4 1 3 0,0 2-4 0,2-1 6 15,0-1-4-15,4 2 0 0,2-2-1 0,3 1 0 0,0-2 1 16,3 1 4-16,5-4-14 0,1 5-17 16,6-4-20-16,0-2-15 0,8 1-22 0,2-3-28 15,-7 0-31-15,5-2-34 0,1 2-47 0,-8-4-34 16,1 1-191-16,-8 0-480 0,4-2 213 0</inkml:trace>
  <inkml:trace contextRef="#ctx0" brushRef="#br0" timeOffset="53702.75">11779 5441 186 0,'-8'-12'176'0,"8"12"-14"0,0 0-3 16,-5-4-9-16,5 4-17 0,-5-4-12 16,5 4-11-16,0 0-13 0,0 0 2 0,-18 16-15 15,8-4 2-15,0 5-4 0,-7 6-7 0,3 4 3 16,-4 3 6-16,-1 13 0 0,1-1 1 0,4-8-5 0,2-3-7 16,5 2 0-16,0 1-3 0,0-2 3 15,4-2-1-15,1 2-2 0,4-4-5 0,-2-3-5 16,5-1-3-16,0-4-5 0,2 4-1 0,-1-11 0 15,1 5-5-15,4-2-3 0,5 4-6 0,-2-4-6 0,1-4 0 16,-2 0-3-16,6-1-14 0,-1-2-14 0,1-1-21 16,2-3-32-16,4 1-27 0,-6 2-42 0,4-3-47 15,-3-4-49-15,0 1-194 0,-1-4-444 16,-1 1 197-16</inkml:trace>
  <inkml:trace contextRef="#ctx0" brushRef="#br0" timeOffset="54286.11">11945 5731 115 0,'0'0'191'0,"-2"-6"-11"0,2 6-13 15,0 0-17-15,0 0-16 0,0 0-12 0,0 0-13 16,8-8-8-16,-8 8-7 0,19-4-13 0,-11 1-11 16,3 1-6-16,0 0-2 0,-1 1-5 0,3-2-9 15,1 2 0-15,-3 0-8 0,1 1-1 0,-3 0-6 16,0-1-1-16,2-2-4 0,-2 3 4 0,-9 0-9 16,13 0 4-16,-13 0-3 0,14 0 2 0,-7-1-2 15,-7 1 0-15,10 0-4 0,-10 0-1 0,10 0 7 16,-10 0-12-16,0 0 3 0,9 0-3 0,-9 0 2 15,0 0-4-15,0 0 0 0,0 0-3 0,0 0 3 16,0 0 0-16,9-3-1 0,-9 3 4 0,0 0-7 16,0 0-2-16,0 0 2 0,0 0 1 0,0 0 12 15,0 0 11-15,0 0 3 0,4 9 2 0,-4-9-2 16,0 0-1-16,2 8 3 0,-2-8 4 0,-2 10 0 16,2-10 0-16,-5 13 1 0,3-4 1 0,-2 0-1 15,-2 4-4-15,1-3-1 0,-4 4-2 0,0 1-1 16,2 1-1-16,-2-1-2 0,2 2 11 0,-2-3 2 15,-1 1-1-15,-1 1-1 0,3-1-2 0,-3-1-3 16,4-4 2-16,0 2-8 0,0-3 0 0,3 1-7 16,-2-2-2-16,0-2 2 0,4 1-5 0,-2-2-1 15,4-5-2-15,-6 8-4 0,6-8-3 0,-3 7 2 16,3-7 1-16,0 0-1 0,0 8 9 0,0-8-12 16,0 0-5-16,11 5-8 0,-3-4-9 0,3-1-12 15,0 0-18-15,3 0-17 0,5 0-17 0,-1-2-21 16,1 2-21-16,0-1-27 0,1 1-31 0,-2-4-13 15,2 1-22-15,-1 3-11 0,-2-4-148 0,-1 3-403 16,-3-2 178-16</inkml:trace>
  <inkml:trace contextRef="#ctx0" brushRef="#br0" timeOffset="54483.99">12345 5967 41 0,'4'-8'113'16,"-2"3"16"-16,-2 5 1 0,3-9 5 0,-1 2-2 16,-2 7 20-16,0-10 15 0,0 10-3 0,0-13 6 15,0 13-4-15,0-9-3 0,0 9 0 0,0 0-4 16,0-9-8-16,0 9-14 0,0 0-14 0,0 0-15 0,0 0-10 15,2-8-14-15,-2 8-10 0,0 0-7 16,0 0 0-16,0 0-3 0,0 25 8 0,0-25-8 16,-5 20 5-16,5-7-7 0,0-1-11 0,-2 3-1 15,0-3-4-15,2 4-5 0,-2 0-3 0,0-3-14 16,2 1-24-16,-2 0-30 0,-1 0-32 0,2-1-34 16,-1-3-49-16,4-1-61 0,-1-1-51 0,-1 0-197 15,3 0-490-15,-3-8 217 0</inkml:trace>
  <inkml:trace contextRef="#ctx0" brushRef="#br0" timeOffset="54716.61">12546 5867 271 0,'0'0'247'0,"0"0"-21"0,0 0-23 15,0 0-13-15,12-8-17 0,-1 6-13 16,3 1-12-16,2-2-17 0,4 2-8 0,9-2-14 16,-5 3-13-16,-1-2-26 0,4 4-21 0,-8-1-34 15,-2-1-33-15,1 0-43 0,-5 0-44 0,-1 0-47 16,-1 0-161-16,-4 0-339 0,-7 0 151 0</inkml:trace>
  <inkml:trace contextRef="#ctx0" brushRef="#br0" timeOffset="54935.53">12754 5739 138 0,'-3'-5'225'0,"3"5"-17"15,0 0-15-15,0 0-20 0,0 0-2 16,0 0-1-16,0 0-6 0,-4 17 0 0,4-7-8 16,0 2-1-16,2 4-14 0,0-1 3 0,-2 2-9 0,0 2 0 15,2-3-1-15,-2-1-14 0,1 3-2 16,-1-2-20-16,1 0-19 0,2-6 3 0,-3 7-5 15,0-6-8-15,0-1-9 0,0 2-27 0,2-2-30 16,-2 1-22-16,0-4-30 0,0 3-33 0,0-10-53 16,0 13-64-16,0-7-49 0,0-6-188 0,0 0-472 15,0 0 209-15</inkml:trace>
  <inkml:trace contextRef="#ctx0" brushRef="#br0" timeOffset="55366.62">13015 5741 144 0,'0'0'232'0,"0"0"-17"0,2-7-12 0,-2 7-20 0,8-5-17 16,-8 5-14-16,9-4-11 0,1 3-15 0,3-2-16 15,-2 1-10-15,1 0-10 0,-1-2-12 16,3 2-7-16,-1 1-7 0,2 0-5 0,-6 0-6 15,2 0-7-15,0 0-4 0,-3 0-4 0,-8 1-6 16,10-2-3-16,-10 2-2 0,9 2-6 0,-9-2-2 0,10 1 0 16,-10-1 10-16,7 5 19 0,-5 1 8 0,-2-6 7 15,2 14-6-15,-4-4 0 0,2 2 3 16,-3 3 1-16,-3-1 1 0,0 3 8 0,-2-1 1 16,-1 1-1-16,-5 3-1 0,8-4-6 0,-3 1-6 0,-4-5 10 15,1 2 3-15,1 0-8 0,-1-2-2 0,2-2-9 16,3-2 6-16,-2 0 2 0,0-1-9 0,4-1-7 15,1-3 7-15,-1 2-11 0,5-5-8 16,-6 5-2-16,1-1-2 0,5-4-11 0,-3 7 8 16,3-7 2-16,0 0-10 0,-2 6 4 0,2-6-16 0,0 0-13 15,12 5-10-15,-5-2-20 0,3-2-14 0,2 1-25 16,1-1-24-16,6 0-27 0,-2-2-31 0,2 1-24 16,-6 0-32-16,5-4-24 0,-1 1-31 0,-5 1-172 15,-5 1-479-15,4-4 212 0</inkml:trace>
  <inkml:trace contextRef="#ctx0" brushRef="#br0" timeOffset="55618.64">13283 5946 118 0,'0'0'153'16,"3"-9"0"-16,-3 9 3 0,7-6 4 0,-7 6-2 15,4-3 4-15,-4 3-9 0,0 0-11 0,7-4-10 16,-7 4-12-16,0 0-4 0,0 0 2 0,11 7 3 16,-11-7 3-16,9 7-3 0,-8 0-6 0,1-1-5 15,0 3 6-15,-2 1 5 0,0 1 3 0,-2-1 0 16,-1 1-5-16,-6 4-1 0,0-1-12 15,0-4-5-15,3 2-6 0,-2-2-6 0,0 0-5 0,3 0-11 16,-1-2 2-16,-2-2-20 0,4-1-3 0,2 2 2 16,-1-2-19-16,3-5 4 0,-6 7-5 0,6-7 2 15,0 10-5-15,0-10 1 0,0 0-18 0,4 7-9 16,3-4-11-16,5-3-19 0,-1 0-26 0,9-1-35 16,-2-1-36-16,2 2-37 0,3-4-44 0,4-2-45 15,-7-1-54-15,0 4-192 0,-3-5-535 0,2 0 236 16</inkml:trace>
  <inkml:trace contextRef="#ctx0" brushRef="#br0" timeOffset="55839.65">13584 5902 75 0,'0'0'256'16,"0"0"-16"-16,-6-3-12 0,6 3-21 0,0 0-11 15,0 0-16-15,0 0-13 0,33-4-17 0,-12 2-12 16,3 1-16-16,3 0-6 0,2-2-14 0,-1 2-10 16,-6 0-16-16,1 0-24 0,-6-1-24 0,2 1-31 15,-6 0-24-15,-1 1-36 0,-1-2-41 0,-5 2-29 16,-6 0-42-16,14-2-145 0,-14 2-347 0,4-2 153 16</inkml:trace>
  <inkml:trace contextRef="#ctx0" brushRef="#br0" timeOffset="56084.6">13780 5778 59 0,'-5'-10'242'0,"5"10"6"0,-4-5-3 15,4 5-10-15,0 0-11 0,-5-4-24 0,5 4-18 16,0 0-21-16,0 0-14 0,0 0-3 0,0 0 1 16,-4 20-1-16,2-8 8 0,0 3 8 0,0 0 7 0,2 2 0 15,0-1-12-15,0 0-15 0,2 0-11 16,-2-3-9-16,0-1-18 0,2 4 0 0,0-5-12 15,-2 1-11-15,2 1-21 0,-2-2 13 0,2 1-10 16,-1-1-3-16,1 0-11 0,0-4-39 0,2 3-38 16,-4-3-34-16,0 0-34 0,0-7-35 0,4 14-46 15,-4-8-58-15,0-6-52 0,1 7-247 0,-1-7-579 16,0 0 256-16</inkml:trace>
  <inkml:trace contextRef="#ctx0" brushRef="#br0" timeOffset="56516.75">14009 5789 163 0,'0'0'264'0,"0"0"-23"0,0 0-22 16,4-11-16-16,-1 8-20 0,5 1-15 15,4-1-13-15,-1 1-9 0,6-2-18 0,0 3-9 16,5-1-16-16,-1 1-5 0,-1-2-13 0,0 2-9 15,1 0-7-15,-8-1-6 0,5 2-9 0,-7 0-3 16,0 0-2-16,0 0-6 0,-11 0-4 0,11 0 1 16,-11 0 1-16,10 0 5 0,-10 0-1 0,9 0 5 15,-9 0-3-15,0 0-2 0,8 2-4 0,-8-2 2 16,0 0 9-16,3 9 8 0,-3-9 11 0,-5 18 9 16,-3-8-3-16,2 4 2 0,-2 3 6 0,-1-2 7 0,-7 6 2 15,5-5-18-15,0 0 11 0,-1-1-8 16,-1 0 1-16,2-2-1 0,2 3-3 0,2-6-13 15,1 0-3-15,1 1-5 0,-2-4-4 0,3 0-5 16,-1-1-7-16,1-1 5 0,4-5-15 0,-7 9 0 16,7-4-3-16,0-5-3 0,-4 8 1 0,4-8-2 15,0 0-3-15,0 10-4 0,0-10-13 0,4 7-4 16,-4-7-10-16,13 2-10 0,-4 1-25 0,3-3-21 16,1 0-34-16,5 0-23 0,0-1-25 0,-4-1-24 15,3 1-21-15,1-1-26 0,1 0-24 0,-4-1-15 0,-4 0-23 16,1 1-205-16,-3-3-528 0,-1 1 234 0</inkml:trace>
  <inkml:trace contextRef="#ctx0" brushRef="#br0" timeOffset="56917.25">14371 5967 71 0,'3'-7'151'0,"-3"7"9"0,0 0 7 0,4-9 10 16,-4 9 9-16,4-4 0 0,-4 4 5 0,9-2-9 16,-9 2 2-16,13-4-10 0,-8 1-9 0,-5 3-9 15,15 0-12-15,-7 0-9 0,-8 0-8 16,13 5-11-16,-6-2 0 0,-1 1 1 0,3 1 11 0,-4 0-2 15,2 0 0-15,-3 0-10 0,0 2 10 0,-2-1-18 16,3 2-4-16,-2 0 8 0,-3-8-5 0,0 11-5 16,0-11-4-16,-5 15-14 0,0-9 4 0,1 2-16 15,1-2 8-15,-3 0-8 0,2 0-11 0,0 1-4 16,-1-1-5-16,5-6-8 0,-6 7-19 0,3-2 16 16,3-5-7-16,-5 4-6 0,5-4-1 0,0 0-12 15,-5 3-9-15,5-3-5 0,0 0-11 0,0 0-1 16,0 0 0-16,0 0 2 0,0 0-15 15,12 8 15-15,-12-8 1 0,12 3-1 0,-8-1 4 0,2 2-10 16,1 0 9-16,-3 0-5 0,5-2 7 0,-6 3-4 16,3-1 5-16,-3 2 4 0,-3-6-10 0,6 9-2 15,-3-3 6-15,-1-1 0 0,-2-5-1 0,0 9 3 16,0-9 6-16,-3 12-3 0,-3-5 2 0,-3 1 4 16,2-2-6-16,-5 3-6 0,2-4 10 0,-1 1-4 15,-7 0-23-15,2-1 6 0,3 0-18 0,0-2-11 16,-6 1-30-16,6-2-34 0,-1 0-34 0,1-2-35 15,1 0-53-15,1-2-58 0,0-2-63 0,-1 1-192 16,3-1-591-16,9 4 262 0</inkml:trace>
  <inkml:trace contextRef="#ctx0" brushRef="#br0" timeOffset="57183.18">14755 5768 2410 0,'14'-11'65'0,"-1"-1"7"0,-5 4-24 0,-3 0-14 16,2 4-3-16,-2-1-2 0,-1 2-6 0,-4 3 1 16,11-3 12-16,-11 3 18 0,12 8 11 0,-4 2 4 15,1 5 3-15,3 10 7 0,-1 0 17 0,2 2-5 16,-3 2 3-16,-1 1 5 0,-1 2 18 0,0-1-26 16,-4 1 5-16,-2 1-10 0,0 2-5 0,-1-2-9 15,-6-1 3-15,3-1-14 0,-8 2-3 0,2-6-1 16,-4 0-9-16,0-3-4 0,-4-1-15 0,-3-2-27 15,0 0-32-15,0-3-37 0,-8-1-34 0,0-2-43 16,-5-1-48-16,-1-4-69 0,1-3-61 0,-4 0-227 16,0-3-594-16,3 0 262 0</inkml:trace>
  <inkml:trace contextRef="#ctx0" brushRef="#br0" timeOffset="59700.02">15100 6011 146 0,'0'0'171'0,"4"-5"0"15,-4 5-1-15,0 0-5 0,0 0-8 0,0 0-4 16,0 0-6-16,0 0-9 0,0 0-5 0,0 0-12 16,0 0-5-16,0 0-10 0,0 0-4 0,0 0-12 15,0 0-6-15,0 0-11 0,10 0-2 0,-10 0-11 16,10-3-5-16,0 1-7 0,9 1 0 0,0-2-8 15,9 2-4-15,0-3-2 0,0 1-4 0,2 2-12 16,-2 1-15-16,-1 0-15 0,-7 0-22 0,-2 0-24 16,-2-2-30-16,-3 4-34 0,-1-4-42 0,1 2-30 15,-3 0-142-15,-10 0-364 0,11-2 161 0</inkml:trace>
  <inkml:trace contextRef="#ctx0" brushRef="#br0" timeOffset="59952">15274 5885 135 0,'0'0'226'0,"0"0"-10"0,0 0-12 0,0 0-14 16,0 0-14-16,-4-7-20 0,4 7-13 0,0 0-12 16,0 0 17-16,0 0-1 0,0 0-7 0,4 26-3 15,-3-16-9-15,2 1-9 0,1 1-9 0,-2 4-5 16,1 0-2-16,-2-4-10 0,3 3-6 0,-2 0-10 15,2 1-6-15,-3-5-5 0,-1 2-7 0,2 3-5 16,-2-4-6-16,6 4-16 0,-5-5-34 0,2 1-23 16,-2-1-34-16,1 0-41 0,-4 0-62 0,4-2-54 15,-2 0-241-15,0-9-493 0,-2 12 218 0</inkml:trace>
  <inkml:trace contextRef="#ctx0" brushRef="#br0" timeOffset="60401.89">15703 5805 67 0,'0'0'257'0,"0"0"-24"0,0 0-26 0,2-8-21 0,-2 8-19 16,6-2-13-16,-6 2-12 0,14-3-13 15,-6 2-12-15,2-1-13 0,1 2-9 0,0-2-11 16,-1 1-8-16,1 1-3 0,2 0-11 0,-4 0-5 16,1 0-6-16,1 0-5 0,-1 0-6 0,-10 0-3 0,12 1-5 15,-12-1-2-15,9 0-3 0,-9 0-4 16,10 2-1-16,-10-2-1 0,5 3 2 0,-5-3 7 16,6 5 2-16,-6-5 7 0,2 11 7 0,-2-11 5 15,-1 15 5-15,1-5-3 0,-4 0 0 0,-1 3 3 16,-1 2 0-16,-1 1-7 0,-2-1 4 0,-2 1-1 0,1-2-2 15,-3 1-4-15,0-2 5 0,0 0-2 16,1 0 2-16,-1 0-7 0,6-4-5 0,-4 1-4 16,2-3-1-16,0 2 0 0,5-4-2 0,-1-1-8 15,0-1 2-15,5-3 0 0,-5 7-4 0,1-4-3 16,4-3 1-16,0 0-1 0,-6 7-8 0,6-7 5 16,0 0-7-16,0 0 3 0,0 0-8 0,15 5-11 15,-2-3-21-15,0-2-11 0,1 0-28 0,5-2-24 16,0 2-26-16,0 0-31 0,2-1-32 0,0 0-38 15,1-2-38-15,-1 3-196 0,-4-3-490 0,0-2 218 0</inkml:trace>
  <inkml:trace contextRef="#ctx0" brushRef="#br0" timeOffset="60616.8">16086 5988 203 0,'0'0'240'0,"0"0"-13"0,0 0-12 0,0 0-8 16,0 0-18-16,0 0-14 0,0 0-17 0,0 0-15 15,0 0 0-15,0 0-7 0,0 0 2 0,0 0-6 16,-3 21-8-16,6-15-1 0,-5 4-5 16,-2-1-7-16,3 1-6 0,2 0-11 0,-1 3-3 0,2-2-2 15,-4 0-12-15,2-1-8 0,0 2-5 0,0-2-12 16,2 2-26-16,-2-4-31 0,2 2-30 0,-2-1-32 16,2-1-47-16,-2-8-72 0,-2 11-51 15,2-11-231-15,0 0-506 0,-4 12 223 0</inkml:trace>
  <inkml:trace contextRef="#ctx0" brushRef="#br0" timeOffset="61069.08">16285 5797 165 0,'0'0'225'0,"0"0"-16"16,0 0-20-16,0 0-15 0,6-10-19 0,-6 10-11 16,18-5-16-16,-1 3-11 0,-3 0-12 0,5-1-11 15,1 2-13-15,2 0-3 0,4 0-8 0,-6-1-6 16,2 2-10-16,-5 0-5 0,0 0-5 0,-5 0-2 16,-1-2-4-16,0 2-9 0,-4 0 0 0,-7 0-5 15,13 2-4-15,-13-2 1 0,8 0 2 0,-8 0 7 16,6 5 8-16,-6-5 9 0,4 7 3 0,-4 0 1 15,-3 3 8-15,1 1 4 0,-2 3 3 0,-4 4-1 16,-6 3 0-16,-1-1 3 0,-2 2-9 0,2-2 6 16,-2 1-3-16,2-2 3 0,1-5-4 0,2 0-4 15,1-1-1-15,2-2-10 0,3-1 1 0,-3-1 1 16,0 0 1-16,2-1-8 0,4-2-3 0,-3-2-4 16,2 1-2-16,4-5-7 0,-5 9 2 0,5-9-3 15,-5 5-4-15,5-5-5 0,0 0 4 0,0 0 6 16,0 7-9-16,0-7-7 0,0 0 0 0,17 4-7 15,-4-4-4-15,1 0-10 0,2 0-16 0,4 2-12 16,1-2-26-16,-3 0-23 0,3-2-30 0,-1 1-25 16,-1 0-31-16,2-1-37 0,-3 2-22 15,-1-3-23-15,-4 2-168 0,0-1-459 0,-3 1 203 0</inkml:trace>
  <inkml:trace contextRef="#ctx0" brushRef="#br0" timeOffset="61333.82">16717 6031 133 0,'0'0'169'0,"4"-6"-3"0,-4 6-1 0,0 0-7 16,0 0-2-16,0 0-6 0,0 0-9 16,10 2-4-16,-10-2-4 0,0 0-5 0,6 14 3 15,-2-9-6-15,-3 5 6 0,1 1-1 0,0 0-4 16,-2 0-12-16,0-1-6 0,-2 1 3 0,-1 2-8 16,-2-2-4-16,2 1-5 0,-2-1-9 0,1-1-3 15,1-1-7-15,-1-2-7 0,0 1-9 0,0-3-3 16,0 1-4-16,4-6-3 0,-5 10-9 0,4-5 1 15,1-5-10-15,0 0-2 0,-3 7-1 0,3-7-4 16,0 0-2-16,0 0-8 0,6 10-9 0,-6-10-17 0,16 2-17 16,-4-2-21-16,0-2-25 0,5 2-35 15,2-2-42-15,-2-1-56 0,3 1-39 0,2-2-218 16,-4-4-502-16,-2 2 222 0</inkml:trace>
  <inkml:trace contextRef="#ctx0" brushRef="#br0" timeOffset="61584.25">17286 5924 2208 0,'0'0'109'0,"-21"-5"-58"0,15 3-20 16,6 2-10-16,-11-5 1 0,11 5 12 15,-7-2 12-15,7 2 7 0,-8-3 4 0,8 3 5 16,0 0 3-16,-7-2-3 0,7 2 3 0,0 0-9 15,0 0-3-15,0 0-7 0,0 0-3 0,21-3-3 0,-7 3-6 16,8 0-8-16,5 0-2 0,3 0-13 16,1 0-9-16,-3 0-15 0,-6-2-16 0,6 1-17 15,-9 1-25-15,0-2-29 0,-1 2-36 0,0 0-41 16,-6-1-42-16,-1 0-186 0,-6-2-439 0,-5 3 194 16</inkml:trace>
  <inkml:trace contextRef="#ctx0" brushRef="#br0" timeOffset="61821.99">17435 5793 200 0,'0'0'250'0,"0"0"-6"0,0 0-15 0,-4-4-13 0,4 4-17 16,0 0-23-16,0 0-20 0,0 0-17 16,0 0-8-16,0 0-3 0,0 19 7 0,-1-9-4 15,1 3 2-15,0 2-18 0,0 0-2 0,0 2-4 16,0 1 1-16,0-1-6 0,-1 1-12 0,2-2-4 15,-1 2-15-15,-1-4-1 0,1 3-13 0,-2-2 5 16,1-1-22-16,1 0-25 0,0 2-28 0,-3-1-32 16,1 1-39-16,-2-3-56 0,0-2-75 0,2-3-58 15,-1-1-191-15,-1 0-499 0,4-7 221 0</inkml:trace>
  <inkml:trace contextRef="#ctx0" brushRef="#br0" timeOffset="62319.81">17917 5720 90 0,'0'0'235'16,"0"0"-15"-16,0 0-14 0,0-7-14 0,0 7-15 15,0 0-11-15,0 0-21 0,0 0-12 0,0 0-11 16,9-3-9-16,-9 3-8 0,14 3-9 0,-4-3-4 16,0 1-13-16,3 3-8 0,-1-4-7 0,0 2-8 15,0 2-5-15,-1-3-6 0,0 1-3 0,0 0-3 16,-5 0-6-16,2-1-3 0,-8-1-1 0,13 2-4 16,-8 0-2-16,-5-2-5 0,13 2 1 0,-13-2 3 15,10 4-7-15,-6-2-1 0,-4-2-2 0,8 3-3 16,-8-3 8-16,3 6 10 0,0 0 15 0,-2 1 9 15,-1-7 6-15,-4 17 3 0,2-4 2 0,-5 2 4 16,0 1-1-16,-5 2 8 0,-1 4-5 16,-4-3-1-16,5-3-2 0,-3 5 0 0,2-4 7 0,-5 3-3 15,7-4-13-15,-5-3-3 0,6 1-4 0,0-6-2 16,-2 5-8-16,6-3-1 0,-2-1-3 0,3-3-6 16,0-1-6-16,5-5-5 0,-9 9 12 0,9-9-11 15,-5 7-4-15,5-7 1 0,0 0 9 0,-4 9-11 16,4-9 5-16,0 0-2 0,0 0 6 0,15 7-6 15,-3-4-14-15,1-3-12 0,7 0-21 0,2 2-18 16,7-2-23-16,1 0-30 0,-1 0-33 0,-3 0-38 16,2-2-43-16,0-2-52 0,-6 1-44 0,-3 1-180 15,-1-3-531-15,2 0 236 0</inkml:trace>
  <inkml:trace contextRef="#ctx0" brushRef="#br0" timeOffset="62835.85">18387 6014 84 0,'0'0'239'0,"0"0"-16"0,0 0-12 15,0 0-13-15,0 0-9 0,0 0-17 0,0 0-10 16,0 0-14-16,0 0-6 0,0 0-13 0,0 0-4 16,0 0-9-16,0 0-7 0,0 0-4 0,0 0-2 15,0 0-10-15,0 0-6 0,0 0-9 0,0 0-7 16,0 0-9-16,0 0-5 0,0 0-6 0,0 0-7 16,0 0-4-16,0 0-1 0,0 0-10 0,0 0-2 15,0 0-5-15,0 0-4 0,0 0 1 0,0 0-2 16,0 0-1-16,0 0-2 0,0 0-4 0,-10 15-1 15,11-8-1-15,0 2 0 0,1 0-2 0,-4 1-1 16,1 3 6-16,0-3-2 0,-3 5 1 0,-2 1-3 16,-1-1 3-16,0-2-1 0,-1 1-3 0,-5 0 3 15,2 0-3-15,-3-1 1 0,0-2 2 0,2 1 0 16,2-5-6-16,2 2 7 0,0-2-9 16,1-1 2-16,1-2 3 0,0 0-2 0,1 0-2 0,5-4 3 15,-4 5 1-15,4-5 1 0,-5 4 9 0,5-4 5 16,0 0 2-16,0 0-3 0,0 0-4 0,0 0-3 15,17 8 7-15,-3-8-3 0,4-1-5 0,2 1 4 16,8-2-5-16,4 1 0 0,-2 1-15 0,-1-1-21 16,-1-2-23-16,-7 3-25 0,-1-1-23 0,-2 2-37 15,1-3-41-15,2 0-51 0,0 2-51 0,-3-3-154 16,0 0-465-16,-5 0 206 0</inkml:trace>
  <inkml:trace contextRef="#ctx0" brushRef="#br0" timeOffset="64806.2">18826 5699 134 0,'0'0'198'0,"0"0"-5"0,-7-4-10 16,7 4-14-16,0 0-14 0,0 0-11 0,0 0-6 15,0 0-18-15,0 0-10 0,0 0-7 0,0 0-16 16,23-6-5-16,-6 6-8 0,3 0-8 0,1-1-5 16,-1 1-6-16,8-2-7 0,-6 0-6 0,-3 4-2 15,-1-4-4-15,0 1-4 0,-7 1-5 0,2 0 1 16,-4 0-5-16,-9 0-1 0,13 0-2 0,-13 0-6 16,10-1-1-16,-10 1-1 0,8 0-3 0,-8 0 2 15,5 4 12-15,-5-4 11 0,0 0 2 0,-1 9-1 16,1-9 6-16,-8 16-7 0,-3-2 6 0,-1 0 4 15,-5 6-4-15,2 0-1 0,-4 0-2 0,2-1-2 16,-3-2 2-16,1 2 2 0,-1-3 2 0,4-3-4 16,3 0-1-16,-2 0-4 0,2-1-2 0,1 1-5 15,2-5 4-15,2 1-7 0,1-1 1 0,0-2-10 16,1-1 2-16,2-1 1 0,-1 1-2 0,5-5-2 16,-4 9-2-16,4-9 1 0,-2 4-1 15,2-4 6-15,0 0-5 0,4 13 0 0,5-9-1 16,2-2-1-16,2 2 2 0,7-1-11 0,1-2-15 0,7 2-14 15,0 0-22-15,0-4-29 0,-8 2-37 0,0-1-42 16,3 3-52-16,-2-4-35 0,-4 1-171 0,1 1-451 16,-5-2 199-16</inkml:trace>
  <inkml:trace contextRef="#ctx0" brushRef="#br0" timeOffset="65189.17">19315 5893 90 0,'0'0'222'0,"18"-1"-10"16,-8 1-2-16,-2 1-6 0,1 1-11 0,1 0-7 15,-1 3-10-15,2-2-12 0,-3 1-15 0,2 0-14 16,-2 2-7-16,-2-1-6 0,-1 2-9 0,-1-2-7 16,1 0-6-16,2 4-7 0,-5-2-6 0,-2-7-1 15,2 12 1-15,-2-12-2 0,-3 13 0 0,3-13 1 16,-10 18-20-16,1-13-3 0,-1 3-5 0,-1 1-5 15,2-2-5-15,-2 1-3 0,3-3-1 0,2-2-14 16,6-3-10-16,-12 10-8 0,6-8-3 0,6-2-8 16,-8 6-5-16,8-6 2 0,0 0-1 0,-3 7-3 15,3-7 3-15,0 0-2 0,0 0 1 0,17 9-4 16,-10-6 3-16,2 1-1 0,1-1 2 0,0 3 0 16,-1-2-3-16,1 1 2 0,-1-1 1 0,-1 2 3 15,0-1-3-15,-1 1-1 0,-2 1-2 0,-5-7 7 16,4 12 0-16,-4-12 2 0,0 0 0 0,-10 16 9 0,2-8-6 0,-2-3 2 0,-1 1 3 15,-1 1-3-15,-3-1 0 0,-2-1 0 0,-3 0 0 16,2-1-10 0,-3 0-17-16,2-3-23 0,0 1-28 0,-3-1-52 15,1-1-63-15,1-2-72 0,-8-1-216 0,5 0-513 16,3-1 227-16</inkml:trace>
  <inkml:trace contextRef="#ctx0" brushRef="#br0" timeOffset="66141.3">18080 5163 81 0,'-6'-3'145'0,"6"3"-18"0,0 0 15 16,0 0-14-16,0 0-2 0,0 0-8 0,0 0-14 15,0 0 1-15,0 0-5 0,0 0-4 0,-4-7-5 0,4 7-2 16,0 0-2-16,0 0-7 0,0 0-3 16,0 0-8-16,0 0-5 0,0 0-1 0,0 0-4 15,0 0-6-15,0 0-2 0,0 0-6 0,0 0 1 0,0 0-4 0,0 0-1 16,0 0-4-16,0 0 3 0,0 0-3 0,0 0 3 15,0 0-8-15,0 0 0 0,0 0-4 0,27-3-3 16,-10 0-5-16,4 1 1 0,11 1-4 0,4-1-2 16,16-2 0-16,5 0-1 0,-1-1-6 0,4 3 0 15,8 0 3-15,-3 1-2 0,1-2-4 0,1 3 4 16,-1 0-1 0,0-1-5-16,-3 1 11 0,-2-1-11 0,-4 1-3 15,-6 0 3-15,-13 1 0 0,1-2 2 16,-1 2-3-16,-3-1 1 0,-1 0-2 0,-3 1 2 15,-1 2-3-15,-2-3 7 0,-8 1-6 0,1-1 2 16,-8-1-3-16,1 4 3 0,-2-5-1 0,-3 4 3 16,-3-2-1-16,-6 0 2 0,10 1-1 0,-10-1 4 15,11-1 0-15,-11 1-2 0,0 0 0 0,11 0-3 16,-11 0 1-16,0 0 2 0,0 0-4 0,8 1 2 16,-8-1-1-16,0 0-7 0,0 0-16 0,0 0-13 15,0 0-19-15,0 0-19 0,0 0-22 0,0 0-30 16,0 0-17-16,0 0-19 0,0 0-28 0,0 0-135 15,0 0-348-15,0 0 154 0</inkml:trace>
  <inkml:trace contextRef="#ctx0" brushRef="#br0" timeOffset="86903.09">21711 4925 76 0,'-10'-1'120'0,"-3"-2"2"0,2 2-6 0,-2-1 3 15,3 0 0-15,2 1-13 0,0-1 10 16,8 2-5-16,-15-3-9 0,15 3 1 0,-13 0-12 16,6-1-7-16,7 1-8 0,0 0-6 0,-14 0-12 15,14 0-5-15,-8-1 1 0,8 1-14 0,0 0-4 16,0 0-4-16,-9 3 7 0,9-3 3 0,0 0 5 16,0 0 3-16,31 7-3 0,-8-5-4 0,10-2-4 15,3 1-3-15,16-1-6 0,4 0-3 0,3-1-2 16,1-1-1-16,3 0-1 0,-2-1-2 0,2-1-2 15,-1 1-2-15,1-1-3 0,-3 4 0 0,-3-3 0 16,-4 1-1-16,-14 0-5 0,1-1 0 0,-3 0 4 0,3 2-2 16,-8 0-1-16,0 1-3 0,-3-2 2 0,-8 0-2 15,-1 2-1-15,-2-1 1 0,0-1 7 16,-7 2-6-16,1 0 2 0,-6 0-4 0,2-1 0 16,-8 1-4-16,0 0 7 0,14 0-8 0,-14 0 0 15,8-1-2-15,-8 1 4 0,0 0-19 0,0 0-15 16,10 0-12-16,-10 0-24 0,0 0-27 0,0 0-29 15,0 0-26-15,0 0-27 0,0 0-125 0,0 0-326 16,0 0 145-16</inkml:trace>
  <inkml:trace contextRef="#ctx0" brushRef="#br0" timeOffset="87268.25">23355 4748 42 0,'4'-5'229'0,"-1"-2"-15"0,-3 7-4 15,5-11-10-15,-5 7-6 0,0 4-9 0,3-10-3 16,-3 10-14-16,3-7-5 0,-3 7-23 0,0 0-6 16,3-6-25-16,-3 6-15 0,0 0-10 0,0 0-11 15,0 0-7-15,0 0-7 0,0 0-10 0,0 0-3 16,0 0-4-16,0 0-5 0,3 23-3 0,-3-13-3 15,0 0-3-15,0 5 1 0,-1 1-2 0,-1 1 0 16,1 1 4-16,-1-1 9 0,0 3-6 0,1-3 0 16,-3 2-6-16,4 0 3 0,-1 0-7 0,-2-2 2 15,2 0 5-15,-1 0-9 0,-1-1-4 0,4-1 0 0,-2-3-4 16,0 0 5-16,0 0-5 0,1-2 0 16,0-1-3-16,0 2-4 0,1-2 0 0,-2-1-7 15,1-8-17-15,1 13-26 0,-1-7-28 0,0-6-24 16,-1 11-36-16,1-11-35 0,1 7-28 0,-1-7-22 15,0 0-182-15,0 0-431 0,0 0 190 0</inkml:trace>
  <inkml:trace contextRef="#ctx0" brushRef="#br0" timeOffset="87489.96">23245 4510 142 0,'-3'-5'235'0,"1"-2"-17"16,2 7-11-16,-4-10-12 0,4 10-16 0,-3-10-15 15,3 10-15-15,-2-6-14 0,2 6-17 0,0 0-14 0,0 0-11 16,4-11-27-16,-4 11-24 0,0 0-37 16,0 0-39-16,0 0-38 0,24 16-50 0,-14-9-29 15,-1 1-129-15,-1 1-301 0,-1 0 134 0</inkml:trace>
  <inkml:trace contextRef="#ctx0" brushRef="#br0" timeOffset="87749.78">23706 4696 107 0,'9'8'171'16,"4"3"3"-16,-2 5-10 0,-3 0-5 0,0 1-12 0,1 1-14 15,-3-1-12-15,0 2-10 0,-2 0-8 16,-2 0-7-16,-1-1-9 0,-1 1-11 0,0-2-2 16,-1 1-9-16,-2 0-6 0,-1-3-5 0,-4 1-1 15,2-2-8-15,-4 1 1 0,-3-3-8 0,-3 1-3 16,1-2-5-16,0 0-21 0,1-1-15 0,-5-3-23 16,2 0-29-16,-2 0-31 0,-1-3-25 0,0-1-32 15,0-1-141-15,0 0-308 0,0-2 136 0</inkml:trace>
  <inkml:trace contextRef="#ctx0" brushRef="#br0" timeOffset="87983.13">23042 4653 28 0,'-27'15'187'0,"-1"4"-10"15,3 1 5-15,1 2-15 0,2 4-5 0,2 1-15 16,5 4-9-16,4-5-13 0,4 1-5 0,6 4-10 16,3-1-12-16,6-4-8 0,4 2-9 0,5-2-5 15,5 1-8-15,5-1-2 0,16 3-8 0,-1-3-7 16,8 0-34-16,-3-6-31 0,-11-3-49 0,10 4-57 16,-13-6-52-16,-3 0-125 0,-3-3-321 0,-6 1 142 15</inkml:trace>
  <inkml:trace contextRef="#ctx0" brushRef="#br0" timeOffset="95285.14">4341 7319 141 0,'0'0'137'0,"0"0"-2"0,0 0-7 0,0 0 2 15,0 0-10-15,0 0-6 0,-12-4-7 16,12 4-3-16,0 0-6 0,-11-2-3 0,11 2-6 0,-12-4-1 15,6 4-5-15,6 0 0 0,-15-3-4 0,7 3 0 16,8 0-5-16,-18 0-2 0,12 0 1 0,6 0-5 16,-11 0-3-16,11 0-7 0,0 0-6 15,-12 0-7-15,12 0 0 0,0 0-5 0,0 0-4 16,0 0-4-16,0 0 1 0,42 0-6 0,-9 0 0 16,4-3-4-16,17 0 0 0,5 0-4 0,3-1-1 0,-1-2-3 15,-2 5-1-15,0-4-1 0,-1 2 2 0,-3 2-9 16,-3-2-9-16,-17 3-16 0,-1 0-19 0,-1 0-33 15,-1 2-28-15,-1-2-43 0,-9 1-33 16,-2 0-185-16,-3-1-389 0,-3 2 172 0</inkml:trace>
  <inkml:trace contextRef="#ctx0" brushRef="#br0" timeOffset="95603.18">4639 7289 147 0,'-7'-2'171'0,"7"2"-18"16,0 0-7-16,0 0-12 0,0 0 13 0,0 0-20 15,-9 8-1-15,9-8-3 0,2 11 2 0,0 1-3 16,2 3-5-16,-1 2-13 0,-1 3-11 0,3 3-8 15,-1 4-3-15,1 0-7 0,-2 2-2 0,-1 0-7 16,2 2-7-16,-1-6-4 0,-1 5-3 16,-2-5-7-16,-1 1-4 0,1-8 2 0,4 8-8 0,-4-6 0 15,0-2-6-15,0-2-6 0,0 0-17 0,-3-1-26 16,2-3-27-16,1 0-35 0,1-2-38 0,-1-3-24 16,3 0-45-16,-2-1-151 0,-1-6-368 15,0 0 163-15</inkml:trace>
  <inkml:trace contextRef="#ctx0" brushRef="#br0" timeOffset="96103.89">4920 7373 30 0,'0'0'200'0,"4"-6"-23"0,-4 6-13 15,0 0 5-15,0 0 0 0,0 0-3 0,9 22-5 16,-9-11-10-16,1 8-12 0,-1-1-13 0,-3-1-8 15,2 1-10-15,0 1-7 0,-2 0-8 0,4 7-12 16,-2-7-7-16,1-1-6 0,-2 0-10 16,-1 0-5-16,3-5-4 0,-1 1-3 0,1-1-5 0,1-3-4 15,-1 1-1-15,1 0-4 0,-1-11-1 0,0 14-6 16,0-14 1-16,3 8-9 0,-3-8-3 0,0 0-4 16,0 10-1-16,0-10-7 0,0 0-4 15,0 0-3-15,0 0-2 0,0 0-9 0,15-2 1 16,-15 2-3-16,16-6 3 0,-5 2-2 0,2-2 2 0,1 3 2 15,0 1-1-15,3-1 4 0,-2 2 0 0,4 2 1 16,2 2 6-16,-2-1-1 0,-1 2 2 0,-1-1 3 16,4-1 2-16,-1 3 5 0,7 0 3 0,-5 0 6 15,-1-3-11-15,1-1 3 0,0-1 2 0,-3 0-5 16,3-1 4-16,1-4-4 0,-4 1 1 0,2 1 0 16,-4-3 0-16,-1 1 3 0,-3-2 1 0,2-3 1 15,0 0 2-15,-6 1 5 0,-1 1 3 0,-3-3-3 16,0 2 5-16,-1-2-8 0,-2 1 2 0,0 0-1 15,-1 0 4-15,0 2-3 0,-1-1-1 0,0 9-3 16,-4-12 0-16,4 12-7 0,-7-6-1 0,-1 6-2 16,8 0-1-16,-23 8 3 0,7 2-3 0,-7 7-3 15,1 2 2-15,3 0-5 0,3-1-22 0,4 0-32 16,4 0-48-16,0 1-59 0,7-2-55 16,1 0-188-16,8-2-440 0,2-1 195 0</inkml:trace>
  <inkml:trace contextRef="#ctx0" brushRef="#br0" timeOffset="96534.18">6282 7506 291 0,'-4'-10'295'0,"0"2"-20"0,2 1-22 0,-1 2-23 15,3 5-29-15,-1-9-18 0,1 9-26 16,0 0-16-16,0 0-17 0,0 0-11 0,0 0-11 0,0 0-3 16,13 19-3-16,-3-4-8 0,0 2-10 0,2 4 0 15,1 4-10-15,-1 4-4 0,-3-4-1 16,0 3 7-16,3-1-5 0,-1-1-1 0,-4-10-7 15,2-2 4-15,-4 3-13 0,-1-6-4 0,1 0-7 16,-3-4 0-16,2-2-5 0,0-1 5 0,0 2 4 0,-4-6 16 16,5 7 23-16,-5-7-1 0,0 0 1 0,0 0-19 15,14-11-2-15,-8 0 1 0,4-6 0 16,-1-1-6-16,4-10-7 0,1 2-5 0,3-6-7 16,-3 0-7-16,0 0-18 0,1-1-17 0,-3-2-5 15,4 3-12-15,0 3-20 0,2-1-7 0,-4 5-19 16,-4 8-21-16,-2 2-31 0,-3 6-42 0,0 1-51 0,-1 3-39 15,-4 5-26-15,7-1-222 0,-7 1-543 16,0 0 239-16</inkml:trace>
  <inkml:trace contextRef="#ctx0" brushRef="#br0" timeOffset="96852.25">6785 7572 123 0,'0'0'231'0,"3"4"-25"0,-3-4-18 15,0 0 3-15,-1 12-5 0,1-12 5 0,-4 12-2 0,0-1-13 16,0 0-13-16,1-2-13 0,-1 2-14 0,4 1-14 16,-2-1-17-16,1 1-4 0,1-1-14 0,3 1-7 15,1-3-8-15,-1 0-4 0,4 0-4 0,-1-4-5 16,4 3-10-16,2-3-5 0,5 1-2 0,-1-6-3 16,3 2-6-16,1-2 0 0,6-2-2 0,3-3-3 15,-9-1-3-15,0-5-5 0,-3 6-1 0,0-7-2 16,-3 1-1-16,-5-2-2 0,-2-3 2 0,0 0-5 15,-7-2 1-15,-3 2-4 0,-3 1-3 16,-4-1 1-16,-1 1-1 0,0 2-5 0,-3 3 6 0,3 1-6 16,-5 3-6-16,3 3-8 0,-5-1-12 0,2 4-16 15,0 4-11-15,1-1-24 0,-2 6-29 0,3 1-40 16,0 1-33-16,9 0-40 0,0 3-198 0,2-2-451 16,3-12 199-16</inkml:trace>
  <inkml:trace contextRef="#ctx0" brushRef="#br0" timeOffset="97084.83">7528 7347 132 0,'0'-8'260'16,"4"2"-11"-16,-4 6-23 0,0-11-19 0,0 11-24 15,0 0-22-15,0 0-9 0,0 0-5 0,0 0 6 16,-10 27-11-16,3-2-8 0,1 5-11 0,1 1-13 15,-1-1-9-15,-1 0-10 0,2 2-10 0,-1-2-8 16,0 5-3-16,6-5-12 0,-3-6 0 0,3 3-37 16,-2-1-25-16,2-3-23 0,4-7-33 0,-4 2-35 15,0-1-53-15,1-6-59 0,2 1-192 0,0-3-431 16,0-3 190-16</inkml:trace>
  <inkml:trace contextRef="#ctx0" brushRef="#br0" timeOffset="97316.88">7744 7393 16 0,'4'-8'262'15,"-3"-3"-11"-15,0 5-14 0,1-1-7 0,-2 7-21 16,2-9-26-16,-2 9-19 0,0 0-13 0,0 0 6 0,0 0 4 16,-2 30 4-16,-1-6 5 0,2 5-4 15,-3-3-11-15,2 2-20 0,-1 1-9 0,1 0-12 16,0 2-4-16,0 0-12 0,0-2-13 0,1-2-1 15,2-2-8-15,-2-5-15 0,0-2-8 0,1 0-16 16,-1-1-36-16,1-5-29 0,-2 0-28 0,4 0-34 16,-2-5-31-16,-2 1-49 0,2-8-46 0,0 11-42 15,0-11-195-15,0 0-491 0,0 0 217 0</inkml:trace>
  <inkml:trace contextRef="#ctx0" brushRef="#br0" timeOffset="98420.02">7607 7550 2100 0,'-1'-6'89'16,"1"6"-47"-16,-4-6-23 0,4 6-20 0,0 0 5 0,0 0-1 16,8-10 2-16,5 9-4 0,5-2 0 0,3 1 3 15,10 2 4-15,5-4-3 0,1 1 0 16,3 2 0-16,12 1 1 0,-14-4 0 0,2 4 0 16,-2-4-3-16,-2 2 3 0,-1 2-4 0,-2-3-1 0,-1 1 3 15,-3-2 0-15,-7 0 0 0,-2 2 1 0,-4 0-2 16,-5 1 8-16,-2 0 17 0,-3-1 18 0,-6 2 6 15,9-2 0-15,-9 2 2 0,7-5-4 0,-7 5 0 16,0 0-6-16,0 0 1 0,0 0-6 16,0 0 4-16,-35 5-7 0,24 1-2 0,-6 2 4 0,-1 3 1 15,-3 5-1-15,1 3 0 0,-1-1-4 0,5-4-2 16,5 1-1-16,-1 0-5 0,2 0-3 0,2 0 0 16,3-4-5-16,1 0 1 0,2 1-2 0,2-2-4 15,1-1 2-15,-1-9-1 0,5 11 0 0,3-3-5 16,1-4 4-16,2 0-3 0,2-2 2 0,0-1-10 15,4-2-6-15,-2-1 1 0,0-4-2 0,-2 2 2 16,4-4 0-16,-6 1-2 0,6 1 7 0,-4-6-8 16,-2-1 3-16,-3 3 0 0,1-2 0 0,-2-5 2 15,0 4 0-15,-5 1-4 0,2 1 2 0,-3 1 5 16,1-1-7-16,-1 7 4 0,2-3-7 0,-3 7 3 16,1-8-5-16,-1 8-1 0,0 0-2 0,0 0 2 15,0 0 0-15,0 0 2 0,0 0 1 0,-5 25-1 16,3-18 2-16,1 2 0 0,2 3-1 0,1 2 4 15,0-1-1-15,3-2 8 0,3 1 4 0,1 0 0 16,5-2 2-16,4-3 5 0,11 2-3 0,1-4 0 16,2 2-2-16,3-3 1 0,3-4-2 0,1 1-2 15,-2-4-2-15,-1 2-1 0,-2-5-3 0,0 3 4 16,-4-3-3-16,-7 0 1 0,-3 0 0 0,-1-4 3 16,-1 1-2-16,-3-3-1 0,-1 5 6 0,-4-8-2 15,-3 6 0-15,-2-2-3 0,-3-2-3 0,2 0 6 16,-3 2 4-16,-2 0 2 0,-3 1-1 0,1 1 1 15,-4-1-3-15,1 4-2 0,-6 2-4 0,1 0 3 16,0 4 1-16,-3 2-3 0,-1 4-3 0,-3 0 4 16,4 4-3-16,-2-1 1 0,3 2 3 0,0 1-3 15,5-3-2-15,2 0 4 0,2 2-5 0,1-1 5 16,2 1-2-16,2-4 2 0,1 4 0 0,2-2-2 16,2-2-4-16,2 1-3 0,3-4-4 0,2-1-4 15,1 1 0-15,3-3-1 0,0 1-3 0,-4-2-1 16,1-2 1-16,-5 1 4 0,0-3-1 0,3 3 3 15,-3-3 0-15,-3 2 3 0,1-6-3 0,-2 3 3 16,0 0 0-16,-5 5 2 0,6-7 5 0,-6 7 2 16,5-6 2-16,-5 6-6 0,5-2-8 0,-5 2 3 15,0 0 1-15,2 18 14 0,-1-1 8 0,-1 9 5 16,-1 4 7-16,-1 17 1 0,2 1 6 0,0 3 4 16,-1 3 6-16,4-4-1 0,-5 2 3 0,5-2 10 15,-1 0 2-15,-2-15 4 0,2 0 9 0,-1 15-4 16,3-18-7-16,0 4 3 0,-4-4 4 0,2-2-9 15,-1-3-7-15,-2-7-7 0,1 1-2 0,-1-3-4 16,-3-2 4-16,-2-6-5 0,-2 1-10 0,-2-4-7 16,-5 3-15-16,-1-7-14 0,-3-3-13 0,0-3-15 15,-2-5-14-15,-4-1-8 0,6-2-2 0,3-3-3 16,-4-6 3-16,4-2 1 0,4-4 3 0,4 1 2 16,4-1 4-16,4-2 6 0,7-2-4 0,2 0 8 15,6-2 5-15,4 1 1 0,8-9-1 0,6 0 5 16,3 3 3-16,1 5 0 0,-1-4 1 0,2 4-2 15,-8 9 4-15,10-9 0 0,-10 9 3 0,-2 1-1 16,14-9 5-16,-16 7 0 0,-1 0 3 0,1-1 2 16,-6 1 0-16,1 3 2 0,-5-4 2 0,-2-2 3 15,-7 9 4-15,-1-2 4 0,1 3 7 0,-4 0 5 0,0 6-1 16,1 2 12-16,-3-2-7 0,-2 5-5 16,1 6 3-16,-12-5-3 0,2 7 2 0,-4 2 1 15,-3 8 10-15,-7 6-5 0,2 5 1 0,3-3 2 16,1 6-8-16,3-3-4 0,2 1-19 0,5 2-21 15,3-9-29-15,5 3-40 0,3-2-24 0,5 6-57 0,4-9-47 16,10 1-47-16,1 0-176 0,9-3-485 0,20-2 214 16</inkml:trace>
  <inkml:trace contextRef="#ctx0" brushRef="#br0" timeOffset="99000.39">10376 7592 228 0,'-16'-9'235'15,"1"2"-14"-15,1 3-10 0,1-1-15 0,0 3-18 16,-2 4-8-16,0 1-16 0,-2 3-13 0,3 3-13 16,0 2-7-16,2 2-18 0,0 0-11 0,3 0-10 15,2 2-8-15,2-2-5 0,3-3-5 0,2 3-13 16,0-3 3-16,5 0-7 0,0 0-8 0,3-1-11 15,2-5-2-15,3 4-16 0,-2-5-1 0,3 1-1 16,3-4 1-16,-5-2-3 0,1 0 3 0,0 0-4 16,-3-4 3-16,-1-1-3 0,1 0 3 0,-3-1-3 15,0 1 7-15,-1-3 3 0,-1 1-4 0,-1-1 0 16,-2 3 7-16,1 0 5 0,-3 7-4 0,3-10 2 0,-3 10-10 16,3-6-4-16,-3 6-4 0,0 0-3 15,0 0 1-15,8 20-2 0,-6-1 7 0,1 8-1 16,-1 7 3-16,1 2 2 0,-2 11 0 0,3 2 3 15,-3-14 5-15,-1 10 2 0,0-11 5 0,0-2 5 0,-1-3-1 16,0 1-1-16,-2-4 1 0,1 0-2 0,-1-8-3 16,-1-1 1-16,-1 0-3 0,-1-2 4 15,-2-1-5-15,-3-2-3 0,-4-2 10 0,-1 2-10 16,-1-5-2-16,-2-1-2 0,-1-3-6 0,0-2-16 0,-1-2-14 16,0 0-17-16,2-4-18 0,0-2-20 15,4 0-52-15,-2-4-51 0,4-3-44 0,2 0-225 16,1-4-484-16,-1-8 215 0</inkml:trace>
  <inkml:trace contextRef="#ctx0" brushRef="#br0" timeOffset="99902.1">10862 7579 136 0,'-1'-9'239'0,"-8"0"-16"16,0 3-9-16,-2 0 1 0,-8 2-16 0,-2 1-2 15,2 8-18-15,-9-2-12 0,1 6-11 0,-2 2-9 16,2 1-12-16,3 6-14 0,2-2-9 0,1 3-8 16,7-4-10-16,2 0-10 0,3 2-8 0,2-2-8 15,1 0-9-15,3-2-5 0,5 2-4 0,3-4 0 16,1 5-7-16,0-4-3 0,6-1-12 0,1 1-7 16,3-6-7-16,2 4-10 0,1-5-8 0,3-3 3 15,0-2-4-15,-2-1-4 0,1 0-3 0,1-1 4 16,-3-7 1-16,0 0 2 0,-1 1-1 0,-4-3 5 15,0 2-2-15,-1-1 2 0,-1-2 0 0,-4-3-2 16,0 1 0-16,-4 1 1 0,-2-2 6 0,0 0 1 16,-2 2-5-16,0 1 10 0,-2 1-2 0,2 2 2 15,0 9-8-15,2-12 4 0,-2 12-5 0,0-10-2 16,0 10-3-16,0 0 1 0,0 0-1 0,0 0-3 0,0 0 12 16,-15 22-6-16,10-11-4 0,3 1 3 0,-2-1-3 15,1 2 3-15,3-3 1 0,-1 2 3 16,1-1-5-16,1 0 7 0,2-1-2 0,2 0 3 15,0-1 1-15,3-2 0 0,0 0 2 0,2-2 2 0,-1-1-2 16,2 0-1-16,4-3-5 0,-2-1 7 0,4-1-3 16,0-2-4-16,0 0 0 0,-1-4 3 15,0 2-3-15,-3-3-1 0,0 0 1 0,-3 0 7 16,-1-1-7-16,0 1-4 0,0-3 7 0,-1-2-3 0,-2-1 2 16,0 5 1-16,-2-3-2 0,-1 3 1 15,-1-1 4-15,0 4-2 0,-1-1-4 0,-1 7 8 0,2-9-9 16,-2 9-2-16,3-6-6 0,-3 6 6 0,0 0-7 15,0 0 0-15,0 0 9 0,0 0-8 0,-5 24 2 16,4-12 2-16,-1-1-2 0,0 2 1 0,0-3 3 16,2 3 0-16,0-3-3 0,2 1 4 0,2-1 2 15,-1-1-3-15,1 1 8 0,4-2-5 0,2 0 0 16,4-1 3-16,3-1-3 0,-4-2 2 0,6-2-2 16,0-1-2-16,2-1 4 0,-1 0 2 0,0-4-5 15,-2-1-2-15,1-2 0 0,-2 1 4 0,-2-1-4 16,-3 0 4-16,-2 1-3 0,1-4 1 0,-5 0-3 15,1 0 1-15,0-5-3 0,0 3 5 0,-5 2 2 16,4 0 4-16,-3-1-11 0,-1 5 4 0,-2 0-6 16,0 6-3-16,4-7 2 0,-4 7-3 0,0 0-1 15,0 0 1-15,0 0 9 0,0 0-8 0,0 0 0 16,-6 26 2-16,3-17 1 0,-1 1 1 0,2-3 2 16,0 4 0-16,0-5 0 0,-1 2-2 0,2-1 1 15,1-7 2-15,-3 10 0 0,3-10 5 0,0 12 1 16,0-12 5-16,0 0-5 0,-1 7 3 0,1-7 3 0,0 0 4 15,0 0-2-15,10 3 0 0,-10-3 4 16,0 0-7-16,14-4 1 0,-14 4 9 0,17-8-13 16,-8 4 1-16,2 1-5 0,0 1 3 0,0-2-2 15,1 4 1-15,-1 0-8 0,-4 0 6 0,3 0-6 0,1 2 0 16,-4 0 3-16,0 3-4 0,1 1 3 0,1 0-4 16,-5 0 3-16,1-1 1 0,-1 4-2 15,1 1 4-15,-2-4-19 0,-2 4-14 0,1-3-26 16,-2 3-20-16,0 1-32 0,-5-2-55 0,4 0-50 0,-4 1-224 15,-2-4-474-15,3 0 209 0</inkml:trace>
  <inkml:trace contextRef="#ctx0" brushRef="#br0" timeOffset="100070.3">11078 7452 2477 0,'-12'-15'3'0,"2"0"0"0,2 4-3 0,0 3-8 16,3-2 0-16,0 8-10 0,2-3-7 0,3 5-12 16,-7-9-11-16,7 9-9 0,0 0-32 0,0 0-12 15,0 0-39-15,0 0-186 0,0 0-352 0,33 18 156 16</inkml:trace>
  <inkml:trace contextRef="#ctx0" brushRef="#br0" timeOffset="100769.93">12523 7706 105 0,'0'-11'292'15,"0"11"-25"-15,0 0-20 0,-3-9-17 0,3 9-20 16,0 0-18-16,0 0-11 0,0 0-9 0,0 0-26 0,0 0-6 16,-22 15-5-16,13-7-9 0,-1 5-15 15,0-2-7-15,1 3-10 0,1-3-13 0,2 1-9 16,2-2-9-16,1 5-5 0,1-4-7 0,0 1-1 16,4-2-5-16,2 2-2 0,1-2-3 0,-1-3-3 0,6 3-2 15,-1-3-6-15,3-2-4 0,1 0-7 16,-1-3 4-16,2 2-13 0,-2-4-4 0,0-3-1 15,9 2-2-15,-10-3-8 0,1-2-6 0,-3-3 1 16,1-3-6-16,0 3-8 0,-2-5-5 0,-3 3 3 0,-5-7-7 16,0-2 3-16,0-5 4 0,-5 5-3 0,-1-5 2 15,-6 2 4-15,2 6-1 0,1 0 8 0,1 1 2 16,1 4 1-16,1 2 0 0,0 2 1 16,1 1 1-16,3 0-3 0,2 7 1 0,-5-6 1 0,5 6 1 15,0 0 1-15,0 0 0 0,0 0 5 0,0 0-2 16,0 0 2-16,31 3 2 0,-8 1 0 0,10-1-2 15,3-2-1-15,16-1-3 0,-2 0 1 0,4-4-4 16,-16 2 3-16,0-3 2 0,0 0-2 0,-6-4 3 16,-3 0 4-16,-2-1-1 0,-4 0 1 0,-8-1-3 15,3 0 12-15,-7-4 10 0,1 0-4 0,-4-2 1 16,-5 0 7-16,-1 2 3 0,-2-3 3 0,0 3 5 16,0-2 5-16,-2 7 0 0,-1-2-1 0,-1 5 7 15,2 0-11-15,2 7 2 0,-6-9-8 0,6 9-4 16,0 0-1-16,-10 14 1 0,1 3 7 0,0 10-1 15,-5 6 2-15,6 1 5 0,-6 21-2 0,3-8 5 16,4 3-2-16,1-1 6 0,-2-1-2 0,4-13 1 16,-1 13-9-16,1-14-2 0,2 2 10 0,0-3-12 15,4-1 0-15,-6-1 8 0,4-2-15 0,0-3 1 16,-2 1-2-16,4-7 0 0,-4-1-5 0,2-1 2 16,0-2-2-16,-1 1-14 0,1-6-23 0,1 0-22 15,-1-1-25-15,-1 0-30 0,-1-1-29 0,2-9-42 16,0 10-47-16,0-10-59 0,-5 5-206 0,5-5-523 15,0 0 231-15</inkml:trace>
  <inkml:trace contextRef="#ctx0" brushRef="#br0" timeOffset="100934.69">12830 7838 259 0,'0'0'236'0,"9"-6"-24"16,2 1-21-16,3 0-20 0,1 1-18 15,14-4-18-15,1 3-10 0,3 0-15 0,5 1-18 16,1 0-39-16,12-1-32 0,-1 2-41 0,2 2-41 0,-3-1-44 16,3 1-28-16,-2 1-108 0,1-1-259 0,3 1 115 15</inkml:trace>
  <inkml:trace contextRef="#ctx0" brushRef="#br0" timeOffset="101301.43">13919 7651 42 0,'3'-11'177'0,"-4"2"-2"0,-1 0-4 15,-2 2 4-15,0-2 1 0,-4 3-4 0,-3-1-9 16,0 4-6-16,-3 1-8 0,-5 4 2 0,-6 7-4 16,0 3-9-16,-4 5-8 0,2 2-7 0,0 2-7 15,5 3-12-15,1-1-6 0,5 0-6 0,3-1-6 16,2-3-9-16,3-2-10 0,4 0-4 16,2-5-4-16,0 1-4 0,4-1-11 0,3-2-1 0,-1 1-1 15,3-3-7-15,4 0-8 0,-2-2-1 0,5 0-13 16,3-3-6-16,-1-3-5 0,2 0-1 0,-2-3-1 15,5 0-1-15,-4-3 1 0,-1-2-3 0,1 0 0 16,-2-3-1-16,-2-1 6 0,1-2-3 0,-3 0 0 16,2-3-2-16,-2 1 6 0,0-1-1 0,-2 0-3 15,1 1 7-15,-4 1 12 0,1 1 10 0,-3 6 5 16,1-2-2-16,0 5-8 0,-3 1-1 0,-2 4-5 16,5-6-3-16,-5 6-6 0,0 0 9 0,0 0 8 15,-3 25 7-15,1-10 0 0,0 0 1 0,-1 5-11 16,-2-2-1-16,3 1 5 0,2-1-8 0,0-1-7 15,0 3-32-15,5-1-18 0,0 0-50 0,1-2-32 16,1 1-68-16,4-3-51 0,3-1-266 0,-1-3-547 16,-2-2 243-16</inkml:trace>
  <inkml:trace contextRef="#ctx0" brushRef="#br0" timeOffset="101683.23">15108 7538 15 0,'-3'-7'241'0,"3"7"-13"0,0 0-11 15,-11-6-7-15,11 6-9 0,-21 8-1 0,6 1-15 16,-5 8-5-16,0 2-10 0,0-2-7 0,1 4-10 16,4 1-14-16,4-3 0 0,-1 2-10 0,6 0-13 15,-1-4-6-15,5-1-14 0,1 3-7 0,2-1-7 16,-1 0-8-16,8-2-7 0,1 0-7 0,4-3-7 15,-3 1-23-15,12 3-30 0,-1-4-28 0,9-3-43 16,-3-1-39-16,3-2-55 0,4-3-54 0,-1-2-240 16,0-1-498-16,3-2 220 0</inkml:trace>
  <inkml:trace contextRef="#ctx0" brushRef="#br0" timeOffset="102085.71">15803 7520 143 0,'-15'-7'234'0,"-3"-1"-11"0,0 6-8 0,0 2-8 16,-2 0-11-16,0 3-9 0,0 1-16 0,0 4-16 15,-5 5-6-15,9-2-20 0,-1 4-15 0,4 0-12 16,0-2-6-16,6-2-13 0,-1 4-6 0,6-4-5 0,0 5-6 16,4 1-8-16,1-5-10 0,8 3 3 0,0-2-10 15,5-2-6-15,3-1-1 0,6 2-9 0,-6-7-2 16,2 3-8-16,0-3 0 0,-3-2-1 15,2-1-2-15,-9 0 2 0,2-4-3 0,-2 2 0 0,-4 0 1 16,0-2-1-16,0-1-2 0,-7 3 3 0,9-8 1 16,-7 5 0-16,-2 3 2 0,0-10 0 0,0 10 1 15,0 0-4-15,-10-10 3 0,4 7-2 0,-4 2 6 16,-3 2-4-16,-5-1 1 0,0 4 12 0,-4 2-5 16,-5 3 2-16,1 2 2 0,-3 0 13 0,4 3-3 15,4-4-3-15,3-1 8 0,3 4-5 16,-1-2-1-16,4 2 0 0,2-3-1 0,2 0-7 0,3 1-3 15,2-2 0-15,2 2-7 0,2-2 18 0,5 1-13 16,1-1-6-16,9 2-20 0,-1-3-13 0,13-1-20 16,2 2-23-16,2-1-33 0,4-4-30 0,0 1-39 15,-4-2-50-15,3-4-46 0,-7 2-218 0,0-2-514 16,-8 0 227-16</inkml:trace>
  <inkml:trace contextRef="#ctx0" brushRef="#br0" timeOffset="102666.62">16774 7768 84 0,'0'0'246'16,"0"0"-29"-16,0 0-23 0,0 0-23 0,0 0-11 0,0 0-4 15,0 0-9-15,0 0-1 0,-7 31-1 0,3-16-15 16,-1 3-6-16,1 1-12 0,0-1-11 15,-1-1-7-15,1-1-7 0,-2 1-10 0,2-3 1 0,1-1-16 16,1-3-6-16,0-2-7 0,1-1 1 0,0-1 0 16,1-6 11-16,-3 9 20 0,3-9 19 0,-2 5 6 15,2-5 19-15,0 0-4 0,0 0-14 0,0 0-14 16,0 0-5-16,5-24-13 0,-4 12-9 0,6-4-4 16,-1-1-8-16,4-6-13 0,3 0-4 0,-2-1-4 15,2-3-8-15,3 1-7 0,0 0 1 16,1-5-4-16,-1 4 2 0,2-1 11 0,-1 1-15 0,-1 2-14 15,0 2 5-15,-3 6 3 0,-3 1-7 0,0 4-3 16,-2 2 1-16,-3 4 0 0,-1 2-14 0,1-1 4 16,-5 5 0-16,10 3-1 0,-10-3 0 0,13 16 4 15,-8 1-4-15,1 2 4 0,2 6 7 0,1 2-3 16,-4-1 0-16,1 0 3 0,-3-2 8 0,2 2-5 16,-1 1 5-16,0-3-3 0,1-5-1 0,-1-2 1 15,0 1-5-15,-1 0 7 0,1-2-11 0,1-1-20 16,0-2-25-16,-2-2-28 0,1 1-26 0,-2-2-27 15,0 2-41-15,-1-5-51 0,0-3-47 0,-1-4-224 16,-1 12-537-16,1-12 237 0</inkml:trace>
  <inkml:trace contextRef="#ctx0" brushRef="#br0" timeOffset="103299.8">16795 7845 64 0,'0'0'185'0,"0"0"-15"15,0 0-17-15,0 0-19 0,16-14-8 0,-4 10-13 0,7 0-14 16,3-1-4-16,5-2-17 0,2 1-1 16,3 0-15-16,-1-3 1 0,3 3-9 0,-2 0 2 15,0-1-12-15,-3-1-4 0,2 1 2 0,-4 0 0 16,-5 3-2-16,-2 0 2 0,-2 1-3 0,0-2-1 0,-7 4 0 16,1 1-2-16,-4 0-10 0,2 0 1 0,-10 0 0 15,14 6 11-15,-6 1 9 0,-2 2 5 0,3 1 5 16,-5 3 9-16,1 0 0 0,-1 0-3 15,-2-2-4-15,2 3-1 0,0-1-3 0,-3-2-8 0,2-2 1 16,-1 4-4-16,1-5-5 0,-1-3-2 0,0 1 1 16,-2-6 1-16,1 10 6 0,-1-10 1 0,1 9 14 15,-1-9 11-15,0 0 10 0,1 6 15 16,-1-6 4-16,0 0-15 0,0 0-9 0,0 0-9 0,0 0-5 16,0 0-5-16,0 0-8 0,-5-31-6 15,5 24-2-15,2-2-8 0,-1-5-13 0,1 3-4 0,2-4-5 16,0-2-3-16,1 2 1 0,3-3-6 0,-1 2-6 15,3 0-1-15,-1 2-6 0,1 4 1 0,-3 1 0 16,4 3-3-16,0 1-9 0,-1 3 2 0,1 2 2 16,0 2-1-16,1 0 3 0,-2 7-3 0,0 0 8 15,0 4 0-15,-1 3-1 0,1 0-2 0,-2 1 4 16,-2-1 1-16,0 0 12 0,-1-2-12 0,0-1 3 16,-3-2-1-16,2-1-1 0,-1-1 3 0,-1-2 4 15,0-3-3-15,-2-4 8 0,2 10 1 0,-2-10 0 16,3 6 5-16,-3-6 2 0,0 0-4 0,0 0-4 15,0 0-1-15,0 0-5 0,0 0 1 0,5-21 4 16,-5 13-12-16,2-3-13 0,5-1-3 0,0-4 0 16,2-1 2-16,3 2-3 0,-2 2 0 0,2 0 3 15,2 0-2-15,-2 3 3 0,4-2 0 0,-2 2 2 16,2 6-1-16,-5 5 0 0,0-2-3 0,-1 2 2 16,1 2 0-16,-2 3 2 0,-1 1 2 0,1 4 0 15,-2 0 2-15,-1 0 1 0,1 4 0 0,0 0 5 16,-2 1-2-16,-2 0 3 0,1-1-2 0,-3 4 6 15,0-7-6-15,3 4-25 0,-4-3-40 0,0-1-44 0,0 0-59 16,0-1-56-16,-1-1-202 0,-2-3-470 16,3-7 208-16</inkml:trace>
  <inkml:trace contextRef="#ctx0" brushRef="#br0" timeOffset="103552.74">18060 7601 189 0,'4'-13'248'16,"-2"2"-1"-16,1 2-17 0,-2 2-24 0,-1 7-20 16,3-10-23-16,-3 10-2 0,0 0-4 0,0 0 7 15,0 0-4-15,6 37-5 0,-3-12 0 16,-2 4-3-16,-1 3-11 0,0 0-1 0,-1 2-10 0,-2 0 4 16,1-2-26-16,-2 0-10 0,0 1-7 0,1-1-12 15,-2-2-2-15,3 2-8 0,-2-5-8 16,0 0-9-16,0-2 2 0,-1-1-11 0,4-5-5 0,-1-1-43 15,0-3-24-15,2 1-35 0,-3-4-29 0,2-2-25 16,1-1-18-16,-2-2-35 0,2-7-18 0,-2 13-27 16,2-13-34-16,0 0-187 0,-3 4-472 0,3-4 209 15</inkml:trace>
  <inkml:trace contextRef="#ctx0" brushRef="#br0" timeOffset="103767.46">18075 7745 80 0,'11'-7'143'0,"1"0"-2"16,0 4-2-16,1 2-6 0,2 1-4 0,-2 2 2 16,5 4 0-16,-3 1-4 0,2 2 2 0,-5 4-10 15,1 1-5-15,-3-2 0 0,-1 1-4 0,-1-2-1 16,-6 0-10-16,1 2-6 0,-3 3-3 0,-3-3-12 16,1-3-4-16,-7-1-7 0,-4 4-9 0,-3-1-6 15,-1-4-15-15,-2 0-20 0,1 0-29 0,0-2-36 16,0 0-52-16,4-4-44 0,-3 0-67 0,-2-3-123 15,5 0-360-15,3-2 159 0</inkml:trace>
  <inkml:trace contextRef="#ctx0" brushRef="#br0" timeOffset="104019.5">18431 7611 147 0,'5'-5'286'0,"-3"-2"-12"15,1 1-21-15,-3 6-17 0,4-8-25 0,-4 8-20 16,0 0-16-16,3-4-28 0,-3 4-7 0,0 0-5 16,0 0-1-16,3 29 1 0,-4-14-10 0,-2 6-6 15,1 5-12-15,-1 1 0 0,0-1-12 16,3-1-2-16,-2-1-9 0,-1-3-6 0,2-3-12 0,-1 7-5 16,-1 0-8-16,3-6-3 0,0-1-10 0,-1 1-19 15,0-2-36-15,2-2-32 0,-1-1-51 0,0 1-34 16,-1-2-53-16,2-3-54 0,-1 1-236 0,0-3-514 15,0-8 227-15</inkml:trace>
  <inkml:trace contextRef="#ctx0" brushRef="#br0" timeOffset="104199.27">18610 7810 241 0,'2'-7'241'15,"2"3"-12"-15,-4 4-13 0,4-11-16 0,-4 11-14 16,5-5-23-16,-5 5-15 0,0 0-19 0,0 0-10 15,0 0-12-15,0 0-9 0,0 0-10 0,6 16-5 16,-4-5-8-16,-5 0-8 0,2-1-6 0,-1 1-24 16,1 1-32-16,0 5-23 0,-3-2-48 0,4-5-56 15,-1 0-59-15,-3 1-170 0,6-1-381 0,-5-5 168 16</inkml:trace>
  <inkml:trace contextRef="#ctx0" brushRef="#br0" timeOffset="104618.45">19089 7520 95 0,'-3'-6'225'0,"3"6"-12"0,-6-9-14 16,6 9-13-16,-10-2-6 0,10 2-4 0,-17 10-11 15,4 2-7-15,-5 10 0 0,0 4-4 0,-1 4-9 16,4 0-9-16,-7 14-9 0,9-11-3 0,1 2-11 15,1-1 1-15,4 0-7 0,-1-1-12 0,0 1-7 16,3-1-8-16,3-1-4 0,-2-3-12 0,3 0-2 16,-3-3-8-16,2-1-5 0,2-5-9 0,-1-3 7 15,2 2-9-15,-1-3 0 0,0-3-8 0,0-1-22 16,3-2-19-16,-3 2-24 0,0-4-26 0,0-1-28 16,0-7-29-16,-1 11-24 0,1-11-41 0,-2 6-56 15,2-6-206-15,0 0-481 0,0 0 213 0</inkml:trace>
  <inkml:trace contextRef="#ctx0" brushRef="#br0" timeOffset="104899.83">18779 7899 1843 0,'3'-7'16'0,"-2"1"4"0,1-2-7 0,-2 8-12 16,5-9 4-16,1 4 3 0,4 1-11 16,2 0 9-16,2 2-7 0,6-2-4 0,10 0 9 15,0 1 1-15,1 1-2 0,1-1 10 0,3 1-10 16,-1 1 5-16,-3-1-1 0,1 0 5 0,-3-1 3 0,-9 0 2 15,0 2 12-15,-4 0 8 0,-3 0 14 16,-3-2 13-16,-3 3 11 0,0-1 7 0,-7 1 3 16,12-5-4-16,-12 5 0 0,8-3-7 0,-8 3 0 15,6-2-7-15,-6 2-8 0,0 0-6 0,0 0-11 0,10-2-6 16,-10 2-6-16,0 0 0 0,4 12-5 0,-4-12-2 16,0 10 0-16,0 0 3 0,-1-1-6 0,1 5-3 15,-2-2-1-15,1-2-10 0,-1 2-21 16,0 5-21-16,0-7-29 0,1 3-28 0,-1-1-31 0,1-2-47 15,1 0-42-15,0 0-201 0,-3-3-447 0,3-7 198 16</inkml:trace>
  <inkml:trace contextRef="#ctx0" brushRef="#br0" timeOffset="105051.73">19173 7692 93 0,'-1'-9'180'0,"1"0"-15"0,-3 2-9 15,3 7-21-15,-1-10-29 0,1 10-35 0,0 0-14 16,0 0-35-16,0 0-23 0,0 0-50 0,15 21-41 16,-10-9-49-16,3 4-151 0,4 0 67 0</inkml:trace>
  <inkml:trace contextRef="#ctx0" brushRef="#br0" timeOffset="105700.58">19472 7873 175 0,'8'-4'193'0,"-8"4"-10"0,9-11-8 0,-3 7-3 16,1-4-9-16,-2 2-10 0,1-3-11 0,-1-1-17 16,0 1-8-16,-1 0-16 0,0 1-7 0,1-4-16 15,-4 2 5-15,2-2-4 0,1 2 1 0,-3 3 0 16,-1-4-11-16,-1 2-5 0,1 9 0 0,-4-14-10 0,1 9 0 0,1-3-6 0,2 8-7 0,-10-9-7 16,3 7-4-16,-6 2 1 0,1 0-4 15,-5 4-1-15,0 5 0 0,-2-1 1 0,3 3-3 16,-6 4-6-16,0 3 5 0,9-2-1 0,-1-1 11 0,4 2 0 15,1-2-5-15,3-4-1 0,1 7 0 0,1-1-1 16,1 0-1-16,3-1-2 0,2-1 5 0,3 2-3 16,0-3-6-1,4 1 2-15,2-1-4 0,4-2 8 0,-2-1-8 16,5 0-3-16,-1-3 0 0,3 1-3 0,1-4 3 16,-2 2 1-16,1-3-4 0,-2-2-1 0,4 0 3 15,-2 0-5-15,-2-4-2 0,1 1 14 0,-1-2-13 16,-1-3 2-16,1-1-5 0,-3 0 4 0,0-2 0 15,1-4-3-15,-2 2-3 0,-1 0 0 0,-2-4 0 16,2 0 1-16,-4-4 0 0,-1 3-5 0,-1-4 6 0,-2 3-5 0,-1-1-3 16,0-1 2-16,-3 1 0 0,1 4 0 0,-4 2 2 15,0 2-1-15,0 0-4 0,1 2 1 0,-1 1 0 16,2 7 1-16,-4-8 3 0,4 8-5 0,-8-7 2 16,8 7 3-16,-11-1 3 0,4-1-5 0,7 2-2 15,0 0 2-15,-14-2-1 0,14 2 4 0,0 0-2 16,-9-1-3-1,9 1 1-15,0 0 3 0,0 0-3 0,0 0 5 0,0 0-3 16,0 0 8-16,0 0-7 0,0 0-1 0,19 18 3 16,-8-17-3-16,0 1 5 0,-1-1-4 0,1 2 0 15,-1-2 2-15,-3 0 2 0,1 0-7 0,-1 0 3 16,-7-1 1-16,12 3-2 0,-7-2-2 0,-5-1 2 0,9 3-2 16,-9-3 1-16,6 9 4 0,-4-4 3 15,1 3 5-15,-3-1 7 0,1 2 0 0,-2 3 8 0,-1-2 1 16,0 3 4-16,-1 0-7 0,2-2 9 0,-2 2 0 0,0 2-14 15,0-2 1-15,0-1-3 0,1 3-17 0,1-2-22 16,-2-3-31-16,3 1-32 0,-1 1-42 0,2-2-35 16,0 1-45-16,2-3-53 0,1 2-196 0,1-4-495 15,0-1 219-15</inkml:trace>
  <inkml:trace contextRef="#ctx0" brushRef="#br0" timeOffset="105847.59">19991 8010 160 0,'0'0'256'0,"0"0"-16"15,0-8-8-15,0 8-1 0,0 0-2 0,0 0-15 16,0-9-17 0,0 9-17-16,0 0-18 0,0 0-14 15,0 0-21-15,0 0-28 0,0 0-33 0,0 0-31 0,0 0-34 16,0 0-32-16,-4-9-32 0,4 9-38 0,0 0-28 16,0 0-33-16,0 0-28 0,0 0-128 0,0 0-343 15,0 0 153-15</inkml:trace>
  <inkml:trace contextRef="#ctx0" brushRef="#br0" timeOffset="109717.88">20766 7628 18 0,'-3'-10'224'0,"3"10"-23"16,0 0-18-16,0 0-12 0,-8-2-7 15,8 2-5-15,0 0-6 0,-16 15-9 0,9-6-5 0,0 1-3 16,-2 4-13-16,2-4-15 0,1 4-10 0,1-1-11 16,1-2-8-16,0 1-5 0,4-3-10 15,1 4-4-15,2-1-4 0,-1-1-8 0,4-1-3 16,-1-1-3-16,2 0-6 0,1-3-1 0,1 2-5 0,0-3-1 15,4-2-1-15,-4 1-3 0,3-2-3 0,-1-2-1 16,-1 0 1-16,1-1-3 0,-2-2-4 16,0 0 2-16,-1-3-4 0,0 2 0 0,-2-4-3 15,2 0-3-15,-3-1 2 0,4 0-2 0,-6-2 1 0,1-1 0 16,0 3-1-16,0-4-2 0,-1 6-3 0,-2 0 6 16,-1 7-5-16,3-9-3 0,-3 9 0 0,1-6-3 15,-1 6-4-15,0 0 3 0,0 0 2 16,4-7-2-16,-4 7-1 0,0 0 5 0,0 0-3 0,10 18-1 15,-6-11-1-15,-1 2 6 0,4-3-3 0,-1 3 2 16,4 0-1-16,-1-1 1 0,3-2 0 0,5 3 3 16,-1-2-3-16,-1-2 5 0,5 1 2 0,-4-2-2 15,2-1-2-15,-1 0 2 0,-3-2-2 0,3-1 2 16,-4-1-3-16,-2-2 0 0,-5 1-2 0,3 0 0 16,-4-3-10-16,2-4-4 0,-2 3-10 0,-3 0 3 15,1-4-6-15,-3 0-12 0,-3-2-6 0,-3-3-5 16,-2 0 3-16,-6 1 6 0,1-1-3 0,-2 1 4 15,-3-4 0-15,2 5 6 0,0 2 5 0,1-1-1 16,2 2 3-16,3 2 4 0,0 1 5 0,2 1 5 16,1 3 2-16,2-1-4 0,5 4 4 0,-10-7-1 15,10 7 0-15,-5-4 0 0,5 4 1 0,0 0 7 16,0 0-5-16,0 0 2 0,32 4 0 0,-13-4 0 16,0 0-2-16,12 2-6 0,0-2 4 0,-1 1-8 15,0-2-4-15,-3 1 0 0,1-2-1 0,-7 0-2 16,2 0 0-16,-5 0-7 0,3-2 10 0,-3-1-2 0,-6 2 3 15,0 0 0-15,2-3 2 0,-2 1 5 16,-3-1 1-16,-1-1 11 0,-1 1 13 0,-2-4 0 0,0 1-1 16,-1 0 1-16,0-3 15 0,-2 3 7 0,1-2 1 15,-2 1 1-15,0 1-4 0,-1 2 16 0,0 7 5 16,3-13-2-16,-3 13-5 0,0-8-5 0,0 8-8 16,0 0-3-16,0 0 5 0,0 0 19 0,0 0 2 15,-5 35 17-15,1-10 8 0,-2 4-3 0,-5 4 1 16,0-1 0-16,-1 3-3 0,1-2-8 0,-4 11-4 15,3-11-3-15,3-2-9 0,-2 0-6 0,2 0 3 16,0-5-8-16,1 3 1 0,2-4-9 0,-3-2 0 16,6-4-2-16,2-2-10 0,-1 1-13 0,1-1-21 15,-1-1-30-15,3-5-26 0,-1 3-30 0,0-3-43 16,1-1-61-16,0-1-41 0,-1 1-198 0,0-4-480 16,3-1 213-16</inkml:trace>
  <inkml:trace contextRef="#ctx0" brushRef="#br0" timeOffset="110052.23">21636 7773 185 0,'1'-6'251'0,"-1"6"-31"16,0 0-10-16,0 0 4 0,0 0 0 0,0 0-10 0,0 0-7 15,0 0-19-15,-11 20-9 0,7-10-13 16,-1-1-12-16,2 3-11 0,0 1-11 0,2-3-14 15,1 1-12-15,1 0-5 0,2 0-10 0,2-1-10 16,0-1-1-16,4 0-9 0,3-2-7 0,3 2-3 0,4-2-3 16,3-4-11-16,-1 1 4 0,5-3-4 0,2-3-6 15,-7 2-2-15,-2-4-4 0,1 2-3 16,-2-5-1-16,-4 1 8 0,-2-1-13 0,-2-3-1 16,-3 1 6-16,-4-3-13 0,0 1 3 0,-2-6 6 0,-3 3-11 15,-5-5-6-15,-1 3-10 0,-3 0-4 0,-2 0-1 16,-3 2-3-16,-1 3-1 0,-2 0-12 0,-2 7-7 15,-5-3-12-15,4 4-9 0,0 3-18 16,-5 4-23-16,8 1-30 0,-3 0-32 0,7 1-40 0,2 0-45 16,2 0-174-16,3 1-455 0,3-2 202 0</inkml:trace>
  <inkml:trace contextRef="#ctx0" brushRef="#br0" timeOffset="110799.6">22667 7321 104 0,'0'0'215'0,"-5"-11"-6"0,1 7-17 16,4 4-11-16,-6-13-7 0,1 9-13 0,5 4-15 15,-9-6-15-15,2 4-6 0,7 2-12 0,-14 1-12 16,5 3-10-16,2 3-3 0,-5 0-10 15,2 7 6-15,-3 8-2 0,-3 0 5 0,3 6-8 0,1 1 2 16,1 4-7-16,3 1 1 0,-2 2-5 0,4-1-4 16,0 11-1-16,0-12 2 0,2 1 1 0,3-6-8 15,0-1-8-15,-2 0 3 0,2-1-1 16,-3-2-11-16,4-6 3 0,0-1 0 0,1 1-8 0,-2-1-2 16,1-1-2-16,0-5-2 0,-1 5-4 0,1-6-3 15,-1 0-3-15,1-2-1 0,0-1-2 0,-2-1-5 16,2-7-16-16,0 10-10 0,0-10-20 0,0 10-24 15,0-10-22-15,-2 5-21 0,2-5-34 0,0 0-58 16,0 0-57-16,0 0-216 0,0 0-502 0,-18-10 222 16</inkml:trace>
  <inkml:trace contextRef="#ctx0" brushRef="#br0" timeOffset="111351.46">22419 7768 43 0,'13'-4'173'0,"1"-1"-11"16,3 0 6-16,3-2-5 0,0 1-14 0,1-2-7 16,5 0-11-16,-5 5-7 0,1-4-11 0,-1 3-7 15,-1-1-14-15,-2 2-5 0,-3-4-11 0,-3 3 11 16,0-1-6-16,3-4-4 0,-5 3-7 0,-1-2 0 16,0-2-8-16,-4 1 1 0,1-1-2 0,0 3-4 15,-3-3-3-15,-3 2-9 0,-1-2 1 0,1 10 1 16,-3-13 3-16,-1 7-3 0,-3 1-4 0,7 5-6 15,-9-9-2-15,1 7 0 0,-2 2-6 0,-2 3 0 16,1 2-1-16,-4 4-1 0,0 2-2 0,0 5-2 16,2-1 4-16,1 1-4 0,3 1-3 0,2 0 2 15,1-1-3-15,2 0 1 0,0 0-4 0,4 0-2 16,5-4 3-16,0-1-2 0,4 3-6 0,2-2 7 16,5 0-2-16,1-3 2 0,1-1-6 0,3-3 1 0,0-1 1 15,7-1-2-15,0 1-5 0,-5-4 4 0,-3 0-2 16,0-1 0-16,1-5-7 0,-1 3 2 15,-2-1-2-15,1-3-3 0,-4 1-1 0,2-3 5 16,-4-3-2-16,-3 5 2 0,1-7-6 0,-2 1 4 0,1-2 1 16,-5 4-3-16,1-7 1 0,-4 7 2 0,-1-1-4 15,1-1 3-15,-4 2 0 0,2 2-1 16,-2 1-5-16,-2 2 1 0,0 1 1 0,4 5-1 16,-14-3 2-16,1 3-2 0,2 3 4 0,-3 2-1 0,2 3 0 15,-2 3 3-15,3 2 3 0,-2 0 0 0,3-1-5 16,1 1 3-16,4-1 3 0,1-1 0 0,1 1-1 15,2 0 2-15,6 0-3 0,3 3 3 0,-2-5 2 16,6 2-17-16,2-2-14 0,2 0-17 0,1-4-19 16,3 2-23-16,1-2-26 0,6-2-31 0,-7 2-21 15,8-4-14-15,-6 0-8 0,0-1 6 0,8-1-4 16,-9 0 5-16,-2-2 5 0,3 1-89 0,-2-6-281 16,-2 2 125-16</inkml:trace>
  <inkml:trace contextRef="#ctx0" brushRef="#br0" timeOffset="111734.74">23302 7813 657 0,'14'-10'-34'0,"-2"-1"22"0,1-1 24 16,-3 0 6-16,-2 1 16 0,-1 0 0 0,-2-6 36 15,-2 7 12-15,1 0 2 0,-3-2 4 0,-2 1 14 16,-2 2 2-16,-1-1 8 0,-2 0-2 16,-3 6 3-16,0-2-1 0,-3 4-4 0,-1-1 1 0,-5 6-5 15,-2 2-4-15,1 2-6 0,0 1 13 0,0 4-16 16,4-2-3-16,-2 3-4 0,3-1-8 0,1 1-6 16,4-5-8-16,1 4-3 0,2-1-9 0,0-2-4 15,2 1 1-15,3 1-5 0,1-1-5 0,1-1 0 16,4-1 1-16,0 0-7 0,1-2-5 0,3-1-5 15,1 0-5-15,1-1-6 0,0 0-2 0,1-3-10 16,1-1 0-16,0 0-7 0,-1-3 0 0,0 1-1 16,-2-3 1-16,1 0 0 0,0-3 0 0,-2-2 2 15,1 0 2-15,-1-3-1 0,0-3 2 0,0-2-2 16,-6-1 2-16,3-7 2 0,-1-1 0 0,0 0-5 16,-2 2 4-16,-1 2 3 0,3-3 1 0,-1 0 1 15,-3 5 13-15,2 3 8 0,-2 3 11 0,0 2 4 0,1 4 13 16,-2-2-12-16,1 6-3 0,-1 5-8 15,1-10-4-15,-1 10-4 0,0 0-1 0,0 0-3 16,0 0 0-16,-9 30 8 0,4-12-10 0,-4-1-5 16,-2 11 4-16,2 2-5 0,-1-1 2 0,4-1-5 0,0 1 3 15,2-3-22-15,0-1-24 0,3 0-25 16,1-7-36-16,1 1-27 0,1-1-42 0,3-5-45 16,-1 0-45-16,1-2-178 0,-1-2-473 0,2 0 209 15</inkml:trace>
  <inkml:trace contextRef="#ctx0" brushRef="#br0" timeOffset="112138.05">23688 7499 122 0,'0'-6'257'16,"0"6"-25"-16,0-10-28 0,0 10-25 0,0 0-15 15,0 0 3-15,0 0 6 0,0 0-6 16,-7 32-3-16,1-9-14 0,4 2-9 0,-2 4-9 0,-1-3-5 15,3 1-13-15,0-8-3 0,1 1-4 0,0-1-10 16,-2 0-8-16,3-3-10 0,0-3-9 0,-1-1-1 16,1-2-10-16,0-3-8 0,0-7-4 0,0 13-2 15,-1-7 0-15,1-6-6 0,-2 7 0 0,2-7 0 16,0 0-3-16,0 10-5 0,0-10-3 0,0 0-4 16,0 0-8-16,0 0-11 0,0 0 3 0,19-13-12 15,-8 7-4-15,4-3-9 0,3 0 1 16,2-1-6-16,7 0 0 0,-4 0 0 0,-5 6 0 0,0 1 1 15,0 2 0-15,-7 1 1 0,1 0-2 0,-5 3 4 16,0-1 2-16,2 3 2 0,-7 1 2 0,1 0 1 16,-3 2-1-16,0-8 2 0,-9 17 4 0,1-8 7 15,-2 0 1-15,-5 3 3 0,-2-2 1 0,-2 0 4 16,0-2-4-16,-7 1 0 0,5-1-2 0,-1-4-13 16,-5 3-17-16,6-5-19 0,2 1-27 0,3-2-26 15,2-1-36-15,1 0-46 0,3-2-37 0,3 0-37 16,2-1-132-16,5 3-419 0,-1-10 186 0</inkml:trace>
  <inkml:trace contextRef="#ctx0" brushRef="#br0" timeOffset="112484.99">24078 7622 39 0,'1'-6'236'0,"1"1"-12"0,-2 5-9 0,0 0-7 15,-11-11-1-15,3 11-4 0,8 0-9 0,-20 9 0 16,4-3-17-16,2 4-4 0,0 3 1 0,-1-2-24 0,3 0-14 15,0 3-11-15,3-1-8 0,0-3-12 0,4 0-7 16,0 1-13-16,3-1-9 0,0 0-8 0,2-3-3 16,0-7-9-16,4 13-5 0,3-6-1 15,3 1-11-15,0-3-5 0,2-2 0 0,7 0-17 16,-4-1-3-16,3-4-1 0,-4 2-4 0,0-2-1 0,-1-1-4 16,-1-2-3-16,-1-2 3 0,-1-3-3 0,0 2-1 15,-2-1 7-15,-2-2-3 0,1-2 2 0,-2 3-5 16,-1 0-1-16,-2 0 1 0,2-1 2 15,-3 5-5-15,1 0 1 0,-2 6-5 0,1-9-1 0,-1 9-4 16,0 0 3-16,0 0-1 0,0 0 4 0,0 0 3 16,-14 27 1-16,7-18-1 0,4 4 1 0,-3-1 0 15,4 0 2-15,-2 3-2 0,4-1-2 16,0-3-11-16,1 0-25 0,2-1-30 0,2 1-36 0,3 0-34 16,1-3-52-16,2-1-44 0,1 0-228 0,4-3-501 15,-3-2 222-15</inkml:trace>
  <inkml:trace contextRef="#ctx0" brushRef="#br0" timeOffset="112717.9">24436 7633 224 0,'0'0'220'0,"-4"-11"-17"0,2 7-10 16,2 4-4-16,-11-3-5 0,11 3-7 15,-16 5-5-15,4 4 3 0,1 4-9 0,-5 0-8 16,2 0-12-16,2 0-10 0,-1 2-12 0,1-2-12 15,6 0-14-15,-2 0 4 0,3 2-17 0,2-4-9 16,3 1-9-16,2-1 4 0,3 1-23 0,0-3-18 16,3 0-24-16,6 1-34 0,1-2-29 0,3-3-24 15,-1 0-26-15,0-1-35 0,3-3-18 0,-1 2-28 16,0-7-14-16,-2 3-16 0,0-2-113 0,1-3-356 16,-4-3 158-16</inkml:trace>
  <inkml:trace contextRef="#ctx0" brushRef="#br0" timeOffset="112919.45">24608 7631 51 0,'2'-18'140'0,"0"0"5"0,0 0 14 16,0 2 0-16,-1 4 6 0,1 1 11 0,0 2 5 0,-2 2-6 16,3 3-21-16,-3 4-16 0,0 0-13 15,0 0-6-15,0 0 1 0,0 0 7 0,0 0 12 16,-8 30-8-16,4-11 1 0,0 7 9 0,1 1-6 16,-3-2-11-16,2 0-8 0,-3 0-9 0,3-5-7 15,-3 3-10-15,3-2-7 0,-2-1-9 0,3-2-4 16,-1 3-9-16,1-7-18 0,2 0-23 0,1-3-30 15,-2 3-27-15,2-5-44 0,0 3-46 0,2-5-34 16,-2-7-55-16,0 10-40 0,0-10-213 0,0 0-508 16,0 0 225-16</inkml:trace>
  <inkml:trace contextRef="#ctx0" brushRef="#br0" timeOffset="113171.65">24853 7596 105 0,'7'-8'218'0,"-3"3"-19"15,0 1-15-15,-4 4-20 0,6-3-4 0,-6 3-2 16,0 0-4-16,0 0-7 0,-24 16-11 16,9-2-9-16,-7 0-13 0,-1 1-12 0,-2-1-10 0,0 2-10 15,5 2-5-15,-2-2-10 0,4-8-8 0,3 3-2 16,6-4-7-16,-1-3-6 0,2 0-2 16,3 1-5-16,-2-2 1 0,2 0-8 0,5-3-2 15,-9 5-4-15,9-5 0 0,0 0-4 0,0 0-2 0,9 11-4 16,0-7-2-16,4 1-20 0,0 0-22 0,6-1-32 15,0 1-34-15,3 2-49 0,5-2-27 0,7 0-39 16,-7-2-133-16,9-1-372 0,-4-1 165 0</inkml:trace>
  <inkml:trace contextRef="#ctx0" brushRef="#br0" timeOffset="113635.35">25159 7818 118 0,'4'-4'250'0,"3"0"-14"0,-4-3-7 16,6 3 7-16,-1-3 5 0,-3 2-9 0,5-2-19 15,-2 0-22-15,5-5-17 0,-3 5-17 0,7-1-13 16,-2-5-16-16,3 4-15 0,-3-4-15 0,4 5-7 16,2-9-6-16,-10 3-6 0,11-5-9 0,-7-1 9 15,2-1-20-15,-7 5-6 0,3 1-5 0,-3-2-11 16,-5 7 4-16,-1-2-7 0,3 5 2 0,-4-4 0 16,1 6-8-16,0 1-5 0,-4 4-3 0,2-8-5 15,-2 8-3-15,0 0-7 0,0 0-1 0,0 0 2 16,-16 21 8-16,6-7 1 0,-1 1-3 0,1-2-1 15,1 0 4-15,0 7-5 0,3-5-2 0,3 0 5 16,0-1-2-16,1-1 3 0,4 0-3 0,0 0-5 16,2-3 0-16,2-1-1 0,-1-1 0 0,6-2-1 15,0 2 7-15,2-4-5 0,6 2 0 0,-6-3-3 16,1-3 2-16,3-2-11 0,-2 2 5 0,-2-5 2 16,-2 1 2-16,3 2-3 0,-2-3 2 0,0-5-5 15,-1 4 4-15,-5-4-2 0,4-4-1 0,1-1 1 16,-2-2-3-16,-2 2 12 0,2-2-15 0,-2 2 2 0,-3 4 2 15,-2 2-3-15,2 2 2 0,-3 1 9 16,-1 6-13-16,4-10 0 0,-4 10-6 0,5-3-1 16,-5 3 10-16,0 0-6 0,0 0-1 0,0 0 1 15,-10 30 8-15,4-14 4 0,-1-1 7 0,-1 3 11 0,0 1-9 16,0-2-3-16,1-1-1 0,1 2 6 16,0-2 15-16,-1 0-21 0,3-1-3 0,2-3-27 15,-2 1-23-15,1-4-26 0,2 3-34 0,-2-5-29 16,1 5-46-16,-3-7-54 0,2-1-57 0,1 1-158 0,2-5-488 15,0 0 216-15</inkml:trace>
  <inkml:trace contextRef="#ctx0" brushRef="#br0" timeOffset="113832.4">25424 7357 2894 0,'-9'-9'-16'0,"1"-1"46"0,0 1 3 15,2 0-12-15,0 4-10 0,-1 0-5 0,5-1 2 16,2 6-9-16,-8-5 1 0,8 5 1 0,-5-8-1 16,5 8-22-16,0 0-18 0,-5-2-8 0,5 2-12 15,0 0-30-15,0 0-47 0,0 17-62 0,0-17-200 16,5 15-431-16,0-9 190 0</inkml:trace>
  <inkml:trace contextRef="#ctx0" brushRef="#br0" timeOffset="114483.15">26796 7590 36 0,'-7'-11'232'0,"-1"2"-11"0,0 0-16 0,-3 2-10 0,2 1-22 16,-5 0-14-16,1 5-11 0,-1-1-14 0,-3 5-11 16,-1 0-9-16,0 5-12 0,-2-1-12 0,3 3-5 15,2 1-10-15,2-1-11 0,3 0-5 16,0 4-2-16,5-4-13 0,-2 0-1 0,4 0-3 0,3-1-1 16,0 1-7-16,0-1-8 0,6 0-6 0,-2-1-5 15,1-3-2-15,1 0-3 0,1-2-2 16,0 0 0-16,0-3 3 0,-7 0-1 0,15-3-2 0,-6 1 0 15,0-3-1-15,0-1 7 0,-2 2-3 0,2-4 1 16,0 0-1-16,-1 2-1 0,-1-3 3 0,3 1 6 16,-4-1 0-16,-1 3 0 0,1-1-3 0,-1 4-3 15,0-3 0-15,-5 6-2 0,8-4-10 0,-8 4 5 16,0 0-4-16,9 10 0 0,-5 0 0 0,1 7 5 16,-2 3 1-16,1 7 2 0,-2 2 0 0,-2-1 7 15,0 0 2-15,1 2 1 0,-1-1 0 0,0 0 3 16,2-5-1-16,-5 4 1 0,1-3 4 0,2-7 0 15,-4-1 5-15,-1-2-6 0,2 4 2 0,-3-7 10 16,-1 3-2-16,-3-3 8 0,-4-2 0 0,0 0-3 16,-6-1-4-16,2-2 1 0,-8-1-8 0,3-1 2 15,2-3-4-15,-6-1-19 0,6-1-17 0,2-1-19 16,1-2-22-16,2-2-33 0,2 1-52 0,3-2-57 0,1-3-64 16,-4-3-182-16,5-2-475 0,2-1 211 15</inkml:trace>
  <inkml:trace contextRef="#ctx0" brushRef="#br0" timeOffset="114700.46">26930 7628 152 0,'7'-6'250'0,"-4"0"-7"16,-3 6-7-16,6-7-16 0,-6 7-16 0,3-6-24 15,-3 6-19-15,0 0-18 0,0 0-12 0,0 0-9 16,8 13-10-16,-8-13-5 0,2 19-15 15,-4-9-10-15,2 2-8 0,2 0 1 0,-2 5-13 0,0-4-5 16,-2-3-15-16,2 3-29 0,-2 2-24 0,2-3-25 16,-2-1-27-16,0-1-47 0,2 0-39 0,-3-3-44 15,1 2-173-15,-2-5-397 0,4-4 175 0</inkml:trace>
  <inkml:trace contextRef="#ctx0" brushRef="#br0" timeOffset="114838.08">26904 7428 2 0,'0'0'71'0,"0"0"-15"0,0 0-25 16,0 0-21-16,0 0-21 0,0 0-16 0,0 0-28 16,0 0 12-16</inkml:trace>
  <inkml:trace contextRef="#ctx0" brushRef="#br0" timeOffset="115149.86">27090 7603 66 0,'5'6'139'0,"1"3"7"16,-2-2 11-16,1 6 2 0,-1 3-11 0,1-5-14 16,-4 6 0-16,1 1-10 0,0 0-10 0,0-3-9 0,-2 3-9 15,-2-2-11-15,2-4-6 0,0-1-10 16,0-1-4-16,0-2-5 0,0-8-7 0,0 13-4 15,0-13 9-15,0 6 11 0,0-6 26 0,-2 8 17 16,2-8 10-16,0 0 2 0,0 0-11 0,0 0-12 16,0 0-11-16,0 0-7 0,11-17-11 0,-5 7-7 15,-1 1-5-15,0-3 3 0,4-2-11 0,-5 1-9 16,0-2-5-16,5-2-10 0,-1 0-17 0,0-1-16 0,-2 2-13 16,1-2-13-16,3 3-13 0,-1 2-18 0,-5 2-26 15,2 4-27-15,-3 1-45 0,2 0-36 0,-1 2-17 16,-4 4 0-16,0 0 2 0,0 0-127 15,9 12-366-15,-7-6 162 0</inkml:trace>
  <inkml:trace contextRef="#ctx0" brushRef="#br0" timeOffset="115385.66">27327 7770 41 0,'15'-2'163'0,"-9"-2"9"16,3-1-4-16,1 0 0 0,-1 0-8 0,-1-2-1 15,-1 0-2-15,2 0-19 0,-2 1-9 0,2-4-1 16,-3 1-13-16,2-1 2 0,-4 3-9 0,0-4-4 15,-2 5-3-15,1-3-8 0,-2 3-12 0,-1 6-5 16,0-12-5-16,0 12-8 0,-2-7-6 0,2 7-11 16,-11-4 2-16,11 4-4 0,-22 5-6 0,6 3-2 15,5-2-1-15,-2 3-3 0,-3 2-3 0,5 3 1 16,-1-1-4-16,3 0-2 0,2 2-6 0,-1-3 3 16,6 0-7-16,-1 3-16 0,6-2-26 0,1-2-29 15,7 3-45-15,0-2-47 0,7-1-48 0,7 1-216 16,-7-3-447-16,11-1 198 0</inkml:trace>
  <inkml:trace contextRef="#ctx0" brushRef="#br0" timeOffset="115668.06">27654 7808 161 0,'4'-5'227'0,"-4"5"-4"0,0 0-7 16,6-3-6-16,-6 3-6 0,0 0-4 15,0 0-17-15,0 0-8 0,0 0-6 0,3-5-10 16,-3 5-7-16,0 0-5 0,0 0-9 0,0 0 7 15,0 0-15-15,0-9-19 0,0 9-1 0,0 0-12 0,0-12-6 16,2 6-9-16,3-1-9 0,-2 0-6 16,3-2-11-16,3-3-8 0,3-2-4 0,1 1-7 15,0-1-3-15,9-4-6 0,-8 7-3 0,1-2 1 16,-2 1-11-16,-1 5-7 0,2 0 5 0,-2 1-4 0,-1 2 0 16,-1 3-4-16,0 1 3 0,0 2-11 15,2 3 0-15,-3 3 0 0,-4-1 0 0,1 3-5 16,0 2 4-16,-3 0-7 0,-1 5-16 0,1 0-14 0,0-5-31 15,-3 4-24-15,-1 0-21 0,-4 1-41 0,1 0-46 16,4-6-53-16,-1 0-222 0,1-4-516 0,-2 1 228 16</inkml:trace>
  <inkml:trace contextRef="#ctx0" brushRef="#br0" timeOffset="116634.13">28642 7490 24 0,'2'-7'223'16,"-1"0"-8"-16,-2-2-16 0,1 9-10 0,-4-13-12 15,0 5-11-15,-3 1-11 0,-2 3-17 0,-1 0-9 0,-2 4-11 16,-2 0-7-16,-4 4 1 0,-7 5-6 16,-1 4 4-16,0 3-2 0,0 1 0 0,3 0-10 15,3 1-6-15,1 4-10 0,4-2-3 0,2 3-1 16,4-4-10-16,0-3-7 0,4-1-1 0,3 2-8 0,2-1-1 15,3-1-8-15,1 0 0 0,1-7-2 16,3 3-8-16,2-4-5 0,5 4 0 0,0-2 9 16,-1-2-11-16,4-3-6 0,-4 0 1 0,2-3-2 15,1-1 1-15,-3-1-5 0,1-2 4 0,-2 0-6 0,2-5-2 16,-3 0 0-16,1-3-3 0,-2-1 2 16,-3-1-5-16,5-1-4 0,-6-4 13 0,2 0-8 15,-1 2-2-15,0 0-2 0,-1-1 10 0,-2 1-5 16,-2 4-6-16,1 0-3 0,-3 2 1 0,-1 4 2 15,0 6-4-15,5-13-1 0,-4 10-2 0,-1 3-2 0,0 0-3 16,0 0 2-16,0 0 0 0,0 0-1 0,0 0 2 16,-17 12 0-16,11-2 1 0,-1 1-2 15,0 4 4-15,0 2 1 0,0-2 3 0,1 1-5 16,1-1 3-16,1-4 2 0,1 6 2 0,1-5 7 0,2-2-7 16,0 0 0-16,2 0-2 0,1-1 5 0,2-1-3 15,1 1 3-15,2-1 5 0,2-4-10 0,2 2 9 16,3 1-6-16,-2-4 3 0,1 0 2 0,-1-2 9 15,5-1-13-15,-4 0 4 0,0-1 3 0,-4-2 2 16,11-3-1-16,-5-1 11 0,-1-1-11 0,3-3-3 16,-2 0-3-16,-2-3 2 0,1 4 3 0,3-11-3 15,-1-4 0-15,-3 6-8 0,-2-5-2 0,0 1-3 16,-3 5-1-16,-1 4 0 0,1-3 3 0,-2 3-6 16,-2 2 6-16,-1 0 0 0,0 1-1 0,0 5 5 15,-3-2 3-15,2 3-10 0,-3 5 3 0,4-9 6 16,-4 9-17-16,1-5 3 0,-1 5 2 0,0 0 2 15,0 0-1-15,0 0 0 0,0 0 3 0,0 0-2 16,0 0 3-16,-23 13-3 0,14-4 3 0,1-2 1 16,0 0-2-16,-3 1 5 0,3 1-6 0,1 0 5 15,-2 0 1-15,0-2 0 0,4 2-1 0,-1-1 1 16,1 0 1-16,4-1-1 0,1-7-4 0,-1 17 5 16,2-11-2-16,3 6 0 0,0-4 5 0,0 3-4 15,1-2-1-15,6 5 4 0,-2-4-5 0,0 0 3 16,0-2-2-16,3 4-1 0,-3-2-1 0,-2-1 2 0,2 1-3 15,-2 2 5-15,-1-3-4 0,-2-1 2 16,1 3-3-16,-3-3 1 0,-2-1-1 0,0 1 2 16,0-8 2-16,-7 13 0 0,3-6 1 0,0-3 7 15,-6-1-3-15,-2 2 1 0,1-2-2 0,-1 1 0 0,-2 0-4 16,1-3-1-16,1 1-10 0,-1-2-18 0,0 0-4 16,1 0-18-16,2 0-14 0,1-1-18 0,1-1-21 15,8 2-55-15,-13-4-45 0,13 4-43 16,-9-7-164-16,4 1-447 0,5 6 198 0</inkml:trace>
  <inkml:trace contextRef="#ctx0" brushRef="#br0" timeOffset="116818.52">29149 7659 205 0,'9'-2'256'0,"-9"2"-3"0,0 0-9 0,0 0-11 16,0 0-20-16,9 0-13 0,-9 0-22 0,0 0-20 15,0 0-17-15,0 0-15 0,0 0-13 0,0 0-26 16,0 0-38-16,0 0-25 0,0 0-33 0,0 0-27 16,10 2-27-16,-10-2-45 0,0 0-32 0,0 0-36 15,5 5-149-15,-5-5-352 0,0 0 156 0</inkml:trace>
  <inkml:trace contextRef="#ctx0" brushRef="#br0" timeOffset="118105.74">11444 9213 264 0,'0'0'245'0,"0"0"-22"0,0 0-15 15,0 0-2-15,-17 14-7 0,10 1-30 0,0 3-8 16,-7 7-15-16,1 1-6 0,1 2-19 0,-1 1-9 15,-4-4-8-15,7 6-12 0,-1-4-12 0,0 1-3 16,1-1-9-16,2-4-8 0,3-5-7 0,0-4-4 16,3 0-2-16,-1-3-4 0,1 0-5 0,-1-1-7 15,3-4 2-15,-1 0-4 0,1-6 5 0,-2 9 16 16,2-9 7-16,0 0 14 0,0 8 8 0,0-8-11 16,0 0-4-16,0 0-1 0,0 0-11 0,11-33-1 15,-4 16-2-15,0-6-7 0,4-3-4 0,-2 0-4 16,3-1 0-16,-1-3-4 0,3 0-6 0,2-3-3 15,5-9-1-15,-7 9-3 0,9-10 3 0,3 1-9 0,-1-2 3 16,-8 17-2-16,4-2 5 0,-1 3-6 16,0 2 3-16,-3 4-9 0,-5 6 8 0,0 2-1 15,-3 3-1-15,-4 2-8 0,1 3 0 0,0 3-5 16,-6 1 0-16,12 1 1 0,-3 3 3 0,-2 5-7 16,3 6 7-16,3 10 18 0,-5 0 1 0,3 4 2 15,-2 3 7-15,0 0 3 0,-1 1 9 0,-2 2 3 16,1-2 4-16,-1-1-1 0,0 0-7 0,2-2-9 0,-4-2 9 15,5-2 5-15,-3-1-15 0,-1-7 0 0,0 1-5 16,-1-2-5-16,1-2 0 0,-3-2 9 16,1-4-15-16,1 1-1 0,0 0-11 0,-4-1-17 0,4-1-33 15,-3-3-27-15,-1-5-22 0,5 10-19 0,-5-10-16 16,0 8-25-16,0-8-31 0,0 0-44 0,0 0-44 16,0 0-49-16,-20-4-185 0,11-2-550 15,1 1 244-15</inkml:trace>
  <inkml:trace contextRef="#ctx0" brushRef="#br0" timeOffset="118272.29">11429 9410 54 0,'0'0'233'0,"0"0"-27"16,-11-1-21-16,11 1-19 0,0 0-8 0,0 0-6 16,0 0-12-16,0 0-16 0,0 0-12 0,41 0-8 15,-22 0-10-15,-2 1-24 0,4 1-33 0,7-2-49 16,0 0-56-16,1 1-74 0,1-2-128 0,0-1-291 15,1-1 130-15</inkml:trace>
  <inkml:trace contextRef="#ctx0" brushRef="#br0" timeOffset="118434.92">12142 9407 170 0,'12'0'231'0,"-1"-4"-1"0,2 4-3 0,-1 0-5 16,1-6-6-16,-1 4-17 0,-1 2-21 0,2-2-15 15,1 0-15-15,5 1-20 0,0 1-13 0,-1-2-28 16,0 1-42-16,2 1-51 0,-7 1-45 0,1 1-62 16,-1-2-52-16,1 0-173 0,-7 0-365 0,-1 3 161 15</inkml:trace>
  <inkml:trace contextRef="#ctx0" brushRef="#br0" timeOffset="118599.87">12246 9493 203 0,'0'0'239'15,"-11"4"-16"-15,11-4-6 0,-5 4-15 0,5-4-7 16,0 0-10-16,0 0-8 0,-8 2-11 16,8-2 9-16,0 0-7 0,0 0-10 0,13 11-7 15,-1-8-17-15,-2-1-10 0,5 1-7 0,4-3-39 0,3-2-31 16,1 1-42-16,3 0-53 0,-5 0-52 0,8-5-77 16,-8 3-264-16,-2-2-476 0,8-2 212 0</inkml:trace>
  <inkml:trace contextRef="#ctx0" brushRef="#br0" timeOffset="119193.64">13650 9448 132 0,'0'0'218'0,"-11"0"-7"16,11 0-9-16,-15-1-8 0,15 1-11 0,-12 0-14 0,12 0-8 15,-11 0-12-15,11 0-9 0,0 0-19 0,-10 0-11 16,10 0-11-16,0 0-8 0,0 0 1 16,0 0 6-16,0 0-10 0,25 6-1 0,-7-6-8 15,2 0-3-15,9-2-10 0,0 2-1 0,3-1-3 0,-1 0 0 16,0 0-5-16,-3 1 2 0,-4 0-1 16,-3-1-7-16,-1 0-3 0,0 1 2 0,-7-1-8 0,1 1-1 15,-3 0-1-15,1 0-9 0,-5 0-2 16,-7 0-2-16,12-3-4 0,-12 3-1 0,10 1 9 0,-10-1-14 15,0 0-2-15,11 2 0 0,-11-2-5 0,0 0-2 16,0 0-15-16,0 0-20 0,0 0-17 0,9-2-24 16,-9 2-24-16,0 0-24 0,0 0-41 15,0 0-60-15,-2 10-67 0,2-10-153 0,0 0-472 0,0 0 209 16</inkml:trace>
  <inkml:trace contextRef="#ctx0" brushRef="#br0" timeOffset="119951.93">14391 9119 73 0,'0'0'255'0,"0"-10"-12"0,0 10-20 0,0-9-24 16,0 9-19-16,0 0-22 0,0 0-16 0,0 0-13 15,0 0-5-15,0 0-4 0,9 32 3 0,-9-3-1 16,1 2-5-16,-1 4 0 0,-4-1-4 0,2 2-4 16,-2-4-26-16,4 0-6 0,-3 0-8 0,1-2-1 15,3-3-8-15,-2 0-4 0,2-1-1 0,-1-9-10 16,-1-1-4-16,2-5-1 0,-1 1 0 0,0 0-4 16,1-3-2-16,1 1-7 0,-2-4 2 15,0-6-1-15,1 9-6 0,1-4 6 0,-2-5 3 0,0 0 7 16,-2 9 5-16,2-9 7 0,0 0 4 0,0 0-1 15,0 0 14-15,2 7-12 0,-2-7-3 0,0 0-8 16,0 0 0-16,0 0-5 0,0 0-13 0,0 0-4 16,8-30 4-16,-4 20-16 0,7-5-9 0,0 0-11 15,5-4 8-15,2 1-15 0,4-1 1 0,1 1 4 16,1 1-1-16,-1 1-1 0,-1 6 2 0,-3 0 4 16,-4 3-6-16,3 2 0 0,-5 2 2 0,-1 2-5 0,0 3 4 15,0 1-1-15,-2 1 0 0,-2 2 3 16,-1 2 4-16,0 3 1 0,-1 0-1 0,-1 0-2 15,-1 5 4-15,-1 0-2 0,-1 0 1 0,-2-1 7 16,0-5-5-16,2 4 1 0,-2 1-27 0,-2-4-26 0,1 1-44 16,0-2-42-16,-1 1-59 0,4-4-60 15,-2-7-237-15,0 13-539 0,0-8 239 0</inkml:trace>
  <inkml:trace contextRef="#ctx0" brushRef="#br0" timeOffset="120247.63">14999 9386 131 0,'0'-10'246'0,"-1"3"0"0,1 7-15 15,0-14-11-15,-1 9-11 0,1 5-13 0,-4-8-15 16,4 8-17-16,0 0-14 0,0 0 3 0,0 0-9 16,-14 16-4-16,7-2-7 0,-2 4-6 0,2 5-8 15,-2 3-9-15,3 0-5 0,-1-1 4 0,1 5 0 16,3-4-10-16,-2 3-6 0,4-1 8 0,-2-2-19 15,1 2-9-15,0-4 4 0,1 0-8 0,-2 0 2 16,2-7-9-16,0 4 0 0,1-2 0 16,-1-2-6-16,1-1 0 0,0 1-3 0,0-1-7 0,-2-4-19 15,0 2 8-15,2-5-4 0,0 1-3 0,0 0-6 16,2-2-30-16,-2-1-23 0,0-7-25 0,0 11-19 16,0-11-27-16,0 9-22 0,0-9-17 0,0 0-27 15,-2 9-33-15,2-9-47 0,0 0-54 0,0 0-194 16,0 0-536-16,0 0 237 0</inkml:trace>
  <inkml:trace contextRef="#ctx0" brushRef="#br0" timeOffset="120649.78">14769 9677 3 0,'0'0'174'0,"10"-3"-12"15,-1 0-11-15,5 0-7 0,4 0-11 0,0 2-21 16,1-3-6-16,0 3-10 0,3 0-9 0,-1 1-9 15,1-1-8-15,0 3-9 0,-1-1-6 0,-3-1-4 16,-4 1-4-16,-1-1-7 0,0-1-3 0,-4 2-4 16,-2-1 5-16,2 0 7 0,-9 0 9 0,16-3 5 0,-8 2 14 15,-1-2 8-15,-1 1 9 0,-6 2 4 16,13-7 14-16,-9 4-10 0,1 0-11 0,1-4-6 16,0 1-7-16,2 1 1 0,-1-3-5 0,-1 0-5 15,0 3-4-15,1-5-3 0,-2 2-2 0,1 1 0 16,-3-1 5-16,2 2 0 0,-3-1-2 0,1 0-9 15,-3 7-2-15,4-10-1 0,-4 10-5 0,0-9-1 16,0 9-2-16,-7-6-6 0,7 6 1 0,-12-2-3 16,12 2 3-16,-22 8-3 0,9 1 1 0,-3 3 1 0,0 0 3 15,2 2 1-15,0 1 0 0,1-1-4 0,4 3-4 16,-1-3-4-16,6-2-2 0,-1 2 0 16,1-1 0-16,4-3-3 0,1 1 4 0,2 1-3 15,5-5-20-15,-1 2-23 0,4-3-36 0,5 0-34 0,0-2-41 16,2 0-41-16,3-1-50 0,-2-4-58 0,1 1-233 15,8-6-557-15,-13 4 246 0</inkml:trace>
  <inkml:trace contextRef="#ctx0" brushRef="#br0" timeOffset="121034.6">15527 9305 156 0,'0'0'234'0,"-5"-8"-22"0,5 8-26 0,0 0-17 16,9-11-19-16,1 5-9 0,2 0-13 0,7 3-9 15,0-1-11-15,1 0-7 0,2 2-9 0,-1 1-6 16,1-1-6-16,-1 0-7 0,-4 4-7 0,2-2-8 16,-9 0-5-16,3 2-5 0,-3-1-6 0,-4 1 0 15,0 2 11-15,1 0 10 0,-2 2-3 0,-2 2 10 16,-3 3 11-16,-2 0-2 0,-3 8-2 0,-5 6 6 15,-3 2 8-15,-3 0-2 0,-1 3 5 0,-2-2-5 16,-3-2-2-16,0 2-11 0,2-3-2 0,1-2 3 16,1 2 0-16,0-6-5 0,5-4-8 0,1-2-3 15,3 0-6-15,1-5-15 0,4-2 0 0,-1 1 7 16,0-2-8-16,4 0-2 0,1-5 2 0,-4 6-4 16,4-6-1-16,0 0-7 0,16 4-7 0,-4-2-4 15,7-5-13-15,3 1-23 0,4-2-15 0,4-1-22 0,1 2-28 16,-1-4-28-16,1 0-35 0,2 3-27 0,-6-1-31 15,3-2-39-15,-1 0-14 0,-2 1-17 0,-7-1-170 16,-1 0-483-16,2-1 213 0</inkml:trace>
  <inkml:trace contextRef="#ctx0" brushRef="#br0" timeOffset="121303.73">16093 9474 90 0,'4'-9'163'0,"-2"-1"12"0,1 3 7 0,-3 1 5 0,3 0 4 15,-3 6-4-15,3-7-6 0,-3 7-15 0,0 0-19 16,0 0-1-16,0 0 10 0,0 0 8 0,0 0 19 15,-9 34 8-15,4-15 0 0,-5 5 2 0,4 1-4 16,-6-2-6-16,1 1-8 0,-1-2-14 0,5-4-15 16,-5 5-8-16,7-4-7 0,-1-1-7 0,0-2-12 15,3 0-5-15,0 0-8 0,2-3-4 0,-2-3-5 16,3-1-11-16,-2 1-3 0,3 0-7 0,4-4 0 16,0 1 5-16,3-1-8 0,1 0-4 0,5-3-2 15,4-1-4-15,10-1-8 0,3-2-4 0,1-3-8 16,0 0-15-16,2-2-15 0,-2-1-25 0,-3 1-24 15,3-1-37-15,-5 2-26 0,-5 1-26 0,-3 0-20 16,-5 1-30-16,-4 1-27 0,2 0-34 0,-5 1-42 16,0-1-27-16,-7 2-296 0,11 0-659 0,-11 0 292 15</inkml:trace>
  <inkml:trace contextRef="#ctx0" brushRef="#br0" timeOffset="121903.88">13909 10421 174 0,'-14'-3'221'0,"0"-1"-3"0,0 0-10 16,5 3-12-16,-1-1-10 0,2 0-18 0,8 2-14 0,-6-2-14 15,6 2-4-15,0 0 5 0,25 5-13 0,11-2-7 16,24 0-12-16,43-2-7 0,14-1-10 16,14-1-5-16,12-9-7 0,12 0-10 0,9 5-6 15,-6-6-7-15,1 4 8 0,1-2-6 0,-3 2 1 16,-9 1-4-16,-9 2-2 0,-3 1 7 0,-11-3-8 15,-10 1 3-15,-6 1-2 0,-8-1 2 0,-6 0 3 16,-32 2-3-16,0 1 1 0,-11 2-6 0,0-2-7 16,-17 1-4-16,-2 2 7 0,-2-2-12 0,-9 2-8 0,-6-1-1 15,-2 0-1-15,-3 0 3 0,-3 2-12 0,-1-2 1 16,-7 0-7-16,11 0 8 0,-11 0-11 16,9 1 7-16,-9-1-5 0,0 0-7 0,10-3-20 15,-10 3-6-15,0 0-19 0,0 0-18 0,0 0-21 0,0 0-23 16,0 0-26-16,0 0-36 0,0 0-41 0,0 0-33 15,-39 2-37-15,21-4-165 0,0 2-480 0,0-1 213 16</inkml:trace>
  <inkml:trace contextRef="#ctx0" brushRef="#br0" timeOffset="123539.43">14988 10684 246 0,'-2'-12'240'0,"1"-4"-15"0,0 1-14 0,1 3-19 0,-3 1-10 16,1 0-8-16,4 3 1 0,1-1-7 15,-2 2-8-15,-1 7-1 0,0 0-34 0,-1-12-15 16,1 12-14-16,0 0-11 0,0 0-6 0,0 0-12 15,9 19-2-15,-9-2-11 0,5 7 8 0,-1 5-8 0,-4-4 3 16,4 8-5-16,-4-1-8 0,2-4-5 16,-1 1 0-16,3-1-4 0,-1-1-1 0,-1 1-6 15,2-8 1-15,-4-4-4 0,3 1-5 0,-1-2 2 16,0-4-5-16,-2 1-2 0,0-4 0 0,2-1-3 0,-2 0-1 16,0-7 1-16,4 10 5 0,-4-10-6 0,1 7 7 15,-1-7 4-15,0 0 5 0,2 7 9 16,-2-7 7-16,0 0-6 0,0 0-4 0,0 0-7 0,0 0-4 15,0 0 1-15,0 0-2 0,4-24-2 0,2 13-13 16,-3 2 7-16,2-3-13 0,5-4-6 16,0 2-3-16,3-3-5 0,-2 1 0 0,6 3-5 15,-3 1 2-15,1 1 0 0,2 3 4 0,-5 3-2 0,1 3-4 16,-1 0 1-16,-2 2 5 0,0 4-2 0,2-1 0 16,-6 3 3-16,3 1 0 0,-2 0 2 0,0 2 9 15,-3 4-4-15,0-2 4 0,-2 1-6 16,0 0-9-16,-1 0-20 0,-1 1-20 0,-1 0-22 0,1-1-26 15,1-1-43-15,-1-1-42 0,0 0-41 0,1-3-38 16,0 3-138-16,2-4-440 0,-3-6 196 0</inkml:trace>
  <inkml:trace contextRef="#ctx0" brushRef="#br0" timeOffset="123750.49">15441 10871 56 0,'2'-6'239'0,"-2"6"-9"0,1-10-23 15,-1 10-17-15,5-5-23 0,-5 5 2 16,0 0 4-16,0 0-7 0,0 0-8 0,0 0-10 16,-10 31-13-16,7-19-8 0,-2 3-16 0,0 1-12 15,-1-1-5-15,2 1-11 0,0-4-9 0,-2 4-8 0,4-5-5 16,-2 2-32-16,2-1-30 0,2-2-22 16,-1 1-26-16,1-1-36 0,-2-1-31 0,2-1-41 15,0-8-39-15,2 11-164 0,-2-11-389 0,2 7 173 16</inkml:trace>
  <inkml:trace contextRef="#ctx0" brushRef="#br0" timeOffset="123891.73">15471 10656 92 0,'0'0'157'15,"0"-10"-15"-15,0 10-26 0,0 0-17 16,0 0-18-16,0 0-38 0,0 0-43 0,0 0-60 0,16 23-52 15,-9-8-121-15,0 2 54 0</inkml:trace>
  <inkml:trace contextRef="#ctx0" brushRef="#br0" timeOffset="124216.83">15779 10991 164 0,'9'-5'230'0,"1"2"-3"0,-2-2-4 0,-2-1-11 0,4-1-19 15,-1 4-10-15,0-4-8 0,0-2-14 0,0 4-7 16,-1-4-11-16,-1 0-7 0,2 0-12 0,-2 2-5 16,-1-4-12-16,-2 2-9 0,2 0-6 0,-2 2-2 15,-3 0-3-15,-1 7-6 0,-1-13-4 0,1 13-9 16,-10-10-4-16,1 6-3 0,-1 4 3 0,-6 3-2 16,-2 3-7-16,-1 2 11 0,-5 6 1 0,0 0 18 15,2 3-21-15,2-1 1 0,7-2-7 0,-1 2-4 16,5-2 3-16,4 2-5 0,3-1-3 0,2 0 0 15,5-2-5-15,4-1-9 0,7 3 3 0,6 2 0 16,4-4-4-16,4-3-10 0,6-1 1 0,4-4-9 16,12 1-22-16,-13-4-34 0,-1 0-34 0,1 0-35 15,-6 0-36-15,-2-1-39 0,-8 1-55 0,5-4-49 0,-11 2-260 16,-4 0-593-16,0 0 263 0</inkml:trace>
  <inkml:trace contextRef="#ctx0" brushRef="#br0" timeOffset="126205.92">20461 9971 212 0,'-6'-2'199'0,"6"2"-11"0,0 0-10 15,-12-2-18 1,12 2-11-16,0 0-16 0,0 0-15 0,0 0-7 15,0 0-12-15,0 0 9 0,0 0-18 0,40 5-5 16,-9-1-8-16,1-1-5 0,7-1-7 0,11 0-3 16,4 2-6-16,-3-1-4 0,-10 0-4 0,10-2-3 15,0 2-4-15,0-3-2 0,-11 6-2 0,12-4-1 16,-12-2-1-16,-2 2-1 0,15 0-2 0,-15-1-2 16,-3-1-2-16,-1 0-3 0,-1 0 0 0,-5 0 14 0,-6-1-18 15,-2 1 6-15,-2 0 2 0,-2-2 4 0,-3 2 5 16,-2 0 3-16,-1 0 4 0,-2-2 0 15,-8 2-2-15,15-1-1 0,-7 1-3 0,-8 0-8 0,11-3 0 16,-11 3-3-16,10-1-5 0,-10 1-2 0,8-1-7 16,-8 1-10-16,0 0-19 0,9-2-24 15,-9 2-33-15,0 0-36 0,0 0-31 0,0 0-63 16,0 0-59-16,0 0-144 0,3 10-438 0,-3-10 193 0</inkml:trace>
  <inkml:trace contextRef="#ctx0" brushRef="#br0" timeOffset="126612.39">22557 9726 65 0,'7'-4'213'0,"-2"-1"-13"0,1 0-20 0,4 2-5 0,1-1-12 0,0 2-11 0,2 2-11 0,1 0-12 16,-1 0-10-16,3 4-11 0,1 2-8 0,1 1-7 16,-8-1-9-16,5 5-10 0,-7-2-4 15,1 1-2-15,-1 1-8 0,-3 0 2 0,-1 0 9 16,-3 0 2-16,-2 0-9 0,-3 1 0 0,-3 4 4 16,-1-4-3-16,-1 1 3 0,-4-2-2 0,-3 0-6 15,1-1-3-15,0-1-1 0,-2 0-7 0,2-1-6 16,-1-2 2-16,2-1-5 0,4-1-5 0,1-1-4 15,5-1 3-15,-2 2-8 0,6-4-5 0,-8 4 0 16,8-4-2-16,-9 3 0 16,9-3 2-16,0 0-6 0,0 0 2 0,0 0-6 15,0 0 1-15,26 8-14 0,-11-7-14 0,4-1-18 16,3 0-13-16,8 0-28 0,2 0-16 0,-2-1-35 16,4-1-33-16,4 0-37 0,-3-1-34 0,-3-1-179 15,0-3-443-15,-1 3 197 0</inkml:trace>
  <inkml:trace contextRef="#ctx0" brushRef="#br0" timeOffset="126882.32">23265 9657 89 0,'0'0'158'0,"0"0"-6"15,0 0-3-15,0 0 7 16,0 0 5-16,17 14-4 0,-12-4-13 0,0 0-11 15,0 6-11-15,2 0-4 0,-2 2-3 0,-1 1-5 16,1 5-8-16,-3 1-12 0,-2-5-2 0,0-2-6 16,0 3-5-16,-4 3-8 0,2-5-4 0,-5 2-7 15,2-3 0-15,-4 0-10 0,0-1 0 0,0-2-8 16,-4-1-2-16,0 1-5 0,-8 2-14 0,1-2-26 16,-3-2-27-16,-2-1-32 0,1-1-30 0,-1 0-40 0,5-5-38 0,-1-1-37 15,-10 1-116-15,11-4-352 0,-10-2 156 0</inkml:trace>
  <inkml:trace contextRef="#ctx0" brushRef="#br0" timeOffset="127103.19">22321 9774 1892 0,'-13'-3'-6'0,"2"0"22"0,-1 3-14 15,-1 3-4-15,-3 4 13 0,-2 4 10 0,1 3 1 16,1-3 3-16,-2 11 9 0,4 0 1 0,2-3 8 16,1 5-5-16,4 3-2 0,5 0-2 0,2 0-3 15,1 0-2-15,4-3-1 0,8 1 0 0,2-1-8 16,3 0-16-16,0-4-20 0,6 0-32 0,-2-2-30 0,5-4-44 16,-2 0-38-16,1-1-160 0,-1-1-346 0,-7-3 153 15</inkml:trace>
  <inkml:trace contextRef="#ctx0" brushRef="#br0" timeOffset="130801.84">5609 11427 68 0,'0'0'156'0,"0"0"-19"0,-5-4 3 0,5 4-7 15,0 0-8-15,0 0-9 0,0 0-10 0,0 0-1 16,0 0-7-16,0 0 0 0,0 0-7 0,0 0-3 0,0 0-4 15,0 0-5-15,0 0-10 0,0 0-1 0,0 0-6 16,0 0-7-16,0 0-5 0,0 0-3 16,0 0-6-16,0 0-5 0,0 0-2 0,0 0 2 0,0 0-6 15,0 0 0-15,0 0-1 0,0 0-3 0,0 0-2 16,0 0 4-16,0 0-3 0,0 0-1 0,0 0 2 16,0 0-2-16,0 0 3 0,0 0-3 0,0 0-2 15,0 0-2-15,0 0-3 0,-8-2-3 0,8 2-1 16,0 0-7-16,0 0 4 0,-14 5 1 0,14-5 0 15,0 0-1-15,-10 2-2 0,10-2-2 0,0 0 3 16,-8 2-5-16,8-2 2 0,0 0-2 0,-8 2 2 16,8-2-3-16,0 0 2 0,0 0-3 0,0 0-2 15,0 0 0-15,0 0 1 0,0 0 1 0,0 0-2 16,0 0 2-16,0 0 1 0,19 7 1 0,2-5 1 16,7 0 0-16,6 0 1 0,2-2-2 0,4 2 0 15,14-3 4-15,-15 1 2 0,0-3-9 0,16 1 1 16,-16 4 1-16,1-4 0 0,-4 1-3 0,1 2 3 15,-3-1-22-15,-2 0-13 0,-1 0-22 0,-3 2-22 16,-5-2-23-16,-3-2-39 0,-4 4-36 0,-2-2-176 16,-5 2-380-16,-2-2 169 0</inkml:trace>
  <inkml:trace contextRef="#ctx0" brushRef="#br0" timeOffset="131084.76">5853 11414 41 0,'-9'0'173'0,"9"0"-10"0,0 0-9 0,0 0-3 0,-7 5 0 16,7-5 1-16,-2 14-4 0,1-1-2 16,1 3-6-16,1 3-8 0,-1 7-5 0,0 4-6 0,0-2-8 15,-1 4-4-15,-1-2-10 0,0 5-1 0,-2-2-6 16,0 0-6-16,2 1-14 0,-4-5-3 0,4 2-8 15,0-3-6-15,0-1-5 0,-2-3-3 0,2-4-6 16,-1-2-1-16,3 1-11 0,1-2-8 0,-3-1-16 16,-1-3-17-16,2-1-19 0,1-1-25 0,-1 1-34 15,-1-1-25-15,2-2-29 0,-1-2-22 0,0 0-32 16,1-7-148-16,0 0-374 0,2 14 165 0</inkml:trace>
  <inkml:trace contextRef="#ctx0" brushRef="#br0" timeOffset="131588.46">6118 11564 116 0,'2'-11'241'0,"-1"1"-20"0,0 4-22 0,-1 6-20 16,2-8-19-16,-2 8-18 0,0 0-3 0,0 0 7 15,0 0-11-15,6 25 1 0,-6-6-8 0,0 6-9 16,-2 4-11-16,-1 0-14 0,-1 0-6 0,0 0-10 15,2 0-4-15,-2-5-7 0,0 0-9 0,2-5-6 16,0-2-3-16,1 1-8 0,-2-7-3 0,2 1-3 16,1-1-6-16,-1-1 2 0,0-3-5 0,1-7-3 15,-4 11-1-15,4-11-3 0,0 8 0 0,0-8-4 16,-3 6-2-16,3-6-4 0,0 0 16 0,0 0-8 16,0 0-11-16,0 0-3 0,0 0-9 0,23-14 0 0,-10 8-2 15,1-3 2-15,4 4 1 0,-1 0-4 0,-1 1 4 16,-2 3-4-16,0-1 4 0,5 2 2 15,-2 0-3-15,2 2 0 0,-1 0 1 0,1 1 1 16,-1 1 1-16,0 0-1 0,1 0 9 0,-1-1-7 0,1 0 4 16,2-2 2-16,-2-1-3 0,0 0 7 0,2-3-1 15,-1-1-1-15,-2-1 8 0,-3 0-3 16,4-1 0-16,-4-1 3 0,-2 1 1 0,-2-1 5 16,-2-2-1-16,0 1-6 0,-3-2 4 0,-1 1-4 15,0-2 0-15,0 1-1 0,-1-1-2 0,0 2-1 0,-4-3-1 16,0 3 0-16,-4 2-1 0,4 7-2 0,-4-12 1 15,2 6-3-15,2 6 0 0,-12 0 3 0,12 0-3 16,-23 10-1-16,9 0 1 0,-6 7 2 16,1 1-1-16,-1-1 0 0,3 5-1 0,0-1 2 0,6-4-19 15,3-2-19-15,3 4-31 0,-1-1-49 0,4-2-67 16,4-5-61-16,1 2-203 0,6 1-481 16,3-5 213-16</inkml:trace>
  <inkml:trace contextRef="#ctx0" brushRef="#br0" timeOffset="132052.28">7784 11794 2304 0,'1'-11'44'15,"-2"-1"43"-15,-2 0-50 0,2 4-6 0,-4-3 14 16,2 1 6-16,0 2-9 0,-3 0 0 0,1 3-3 16,-1-1 6-16,1 2-2 0,-3 0 0 0,8 4-2 15,-13-4 2-15,7 4-5 0,-4 3 7 0,1 4-5 16,-2 6 4-16,0 3-1 0,-3 6 3 0,1 1-4 16,7-4 0-16,-2 6 0 0,4-7 3 0,0 1-14 15,6 0-1-15,-4-2-3 0,5 0-2 0,2 0-1 0,2-2-3 16,3-1-4-16,1-3 0 0,5 1 4 15,0-3-5-15,3-4 0 0,1 1-3 0,8-4 2 16,-7-1-1-16,2-2-2 0,7-2-2 0,-3-4 1 0,0-1 2 16,-2-1 1-16,-6-1 0 0,-2 1-3 0,1-5 0 15,-2-4 2-15,1-3 0 0,-3 1 0 16,-1-3 0-16,-7 5-8 0,-1-8 2 0,-2 0-4 16,-4 0 7-16,-6-1-9 0,3 8-3 0,-5 0 2 0,-1 3-4 15,-3-4 1-15,-1 6-3 0,2 4 2 16,-4 3-2-16,1 2-15 0,-4 2 1 0,-1 3-19 0,0 4-13 15,-7 3-24-15,-1 3-15 0,0 5-36 16,4 0-36-16,-2-1-47 0,4 4-42 0,1 4-207 0,9-9-496 16,2 2 220-16</inkml:trace>
  <inkml:trace contextRef="#ctx0" brushRef="#br0" timeOffset="132634.34">8093 11723 218 0,'1'-7'243'0,"2"2"-3"16,-3 5-9-16,4-11-18 0,-2 8-19 0,-2 3-21 0,0 0-21 16,4-6-14-16,-4 6-19 0,0 0-4 0,2 20-3 15,-4-4 3-15,1 9-10 0,-2 2-5 16,1-2-7-16,-5 1-4 0,5-1-11 0,-2 1-9 0,1-7-8 15,3-2 6-15,2-1-16 0,-1 1-4 0,1-3-8 16,1 0-2-16,1-5-5 0,1 1 10 0,3 0-14 16,3-1 4-16,-2-2-5 0,3-2-4 0,0-3 0 15,0 0 7-15,2-2-10 0,4-2 0 0,-4-1-3 16,4-5 3-16,-2 2-4 0,0-4 1 0,-1 1 6 16,-1-4-5-16,0 0-2 0,-2-2 9 0,-2 1-14 15,1-3 5-15,0-5-7 0,-5 4 0 0,3-1 4 16,-4 2-4-16,0 1-1 0,-2-1 7 0,-1 7-1 15,0 0 4-15,0 0 0 0,0 4 2 0,-2 6-8 16,2-10-6-16,-2 10-1 0,0 0-1 0,0 0 0 16,0 0-1-16,0 0 1 0,0 0 1 0,-8 34-7 15,6-18 3-15,-1 0 4 0,2 1 1 0,-2 0 0 16,5-2-2-16,2 1-2 0,-3 1 0 0,7-4-11 16,0 0-15-16,4 0-21 0,1-3-21 0,-3-1-21 15,1-2-24-15,5 0-28 0,0-2-38 0,3-2-37 0,0-4-39 16,1 1-186-16,-1-4-475 0,-2-1 211 0</inkml:trace>
  <inkml:trace contextRef="#ctx0" brushRef="#br0" timeOffset="132883.19">8760 11541 141 0,'-1'-10'276'0,"0"5"-17"0,1 5-23 0,-2-12-18 0,2 12-14 16,0 0-7-16,0 0 0 0,0 0-10 0,-14 19 2 15,8-2-9-15,-4 6-6 0,1 4-3 0,0 3-12 16,0 2-16-16,4-2-18 0,0 2-4 0,0-2-16 16,2-1-8-16,2 0-7 0,2 0-9 0,-1-2-3 15,1-1-12-15,1-7-8 0,1 5 1 0,0-6-16 16,0-7-26-16,0 6-22 0,0-5-24 0,2-2-20 16,-1-1-32-16,-2 0-28 0,1-2-29 0,-1-1-17 15,2-1-33-15,-4-5-30 0,8 5-43 0,-8-5-179 16,0 0-477-16,11-3 212 0</inkml:trace>
  <inkml:trace contextRef="#ctx0" brushRef="#br0" timeOffset="133033.07">8625 11769 189 0,'-5'-4'253'16,"1"1"-23"-16,4 3-25 0,-5-7-22 0,5 7-13 15,0 0-16-15,0 0-7 0,0 0-17 0,0 0-4 16,34 5-13-16,-13-3-18 0,12 0-26 0,5-1-33 15,1 1-41-15,12 0-46 0,2-2-41 0,5 0-43 16,-1 0-169-16,2-1-327 0,1-3 145 0</inkml:trace>
  <inkml:trace contextRef="#ctx0" brushRef="#br0" timeOffset="133471.91">9198 11539 121 0,'2'-12'259'15,"-2"3"0"-15,1 1-14 0,0-1-4 0,-1 9-15 16,2-11-20-16,-2 11-24 0,0-7-26 0,0 7-15 16,0 0-12-16,0 0-10 0,5 21-2 0,-3 5-4 15,0 6 0-15,-1 14-9 0,-2 2-4 0,-4 1-3 16,1 0-4-16,-2 0-9 0,0-13-4 0,1 9-6 15,3-11-6-15,-4-1-6 0,4 2-9 0,-2-5 10 16,0-3-17-16,0 2-4 0,-1-3-3 0,-1 0-4 16,5-1 5-16,-1-7-30 0,0 1-18 0,-1-1-13 15,2-1-18-15,-3-1-28 0,1-7-20 0,1 1-33 16,1-1-40-16,-1-2-38 0,2-7-38 0,0 9-37 16,0-9-145-16,0 0-454 0,0 0 201 0</inkml:trace>
  <inkml:trace contextRef="#ctx0" brushRef="#br0" timeOffset="133735.04">9179 11807 103 0,'4'-9'183'0,"4"4"-10"0,2-1-4 0,0 0-14 0,4 2 0 15,4 2-12-15,1 0-9 0,-1 4-15 16,3 2-11-16,-1 2-7 0,-2 0-11 0,-1 4-9 15,-6 1-11-15,3 3-5 0,-3-1-3 0,-9-2-6 16,1 6 0-16,-5-2-6 0,-4 3 0 0,-2-3-7 0,-6 0-1 16,-2 5-4-16,-2-7 0 0,-4 2-3 0,0-2-6 15,-3-1-1-15,4-4-5 0,1-1-18 0,2 1-20 16,-2-4-22-16,3-1-35 0,3-3-29 16,2 0-45-16,2 0-39 0,0-3-123 0,2 0-334 0,6-3 147 15</inkml:trace>
  <inkml:trace contextRef="#ctx0" brushRef="#br0" timeOffset="134402.29">9565 11714 208 0,'4'-3'203'0,"-4"3"-8"0,8-4-7 16,-8 4-8-16,0 0-2 0,0 0-4 0,0 0-4 15,0 17-5-15,-5-5-7 0,-3 3-9 0,1 1-13 16,0-1-10-16,1 1-8 0,0 1-16 0,1-2-5 15,0 1-9-15,4-3-9 0,2 3-10 0,-1-6 3 16,2 2-13-16,3-2-6 0,-2 1-4 0,1-4-9 16,1 1 5-16,2-1-4 0,1 0 1 0,2-4 0 15,1 1-6-15,1-3-4 0,-1-2 2 0,1 0-1 16,0-2-4-16,1-2 2 0,0 1 0 0,-3-1-3 16,1-3 8-16,0-1-10 0,-3-1-3 0,-1-1 0 15,0-3-2-15,3-1-1 0,-4 0 5 0,-2 0-2 16,-1-1-1-16,-1 0 19 0,0 5-18 0,-1 0 5 15,-1 1-1-15,0 0 0 0,1 3 2 0,-1 7-3 0,0-9 0 16,0 9-5-16,0-10-14 0,0 10 0 16,0 0-4-16,0 0 2 0,0 0 6 0,0 0-8 15,-5 26 3-15,2-9-7 0,0 2 8 0,-1-1-1 0,0 0-1 16,0 0-1-16,3 2 10 0,0-3-10 16,2-1 3-16,0-1-3 0,4 1 6 0,-1-4 1 15,1-1-3-15,2-1 13 0,-1-2-11 0,4 0-4 16,0-2 0-16,2-2 3 0,5-1-2 0,-1-1 7 0,5-2-5 15,-1-4-5-15,1 0 1 0,-1-1-3 0,0-4 4 16,-2 1 0-16,-1-3 0 0,0-2-4 0,-1 0 3 16,2-6 4-16,-1-2-8 0,-2-2 6 0,-2 0-3 15,-2 0 4-15,1-1-6 0,-5-3 2 0,-3 2 2 16,0-2-1-16,-1 0-3 0,-2 2 1 0,-4-4-1 16,3 8 16-16,2 3-15 0,-5 1 9 0,2 2 16 15,1 3 5-15,0 1 23 0,-1 2-16 0,1-1 4 16,0 10-8-16,-2-9-10 0,2 9-7 0,0 0-4 15,0 0 2-15,0 0-11 0,0 0 6 0,-5 25 13 16,0 0-3-16,1 0 10 0,2 4 1 0,-7 0 9 16,5 0 1-16,-1 2 3 0,0-2-1 0,1 1 2 15,0 0-3-15,0-6 1 0,3-3-8 0,1-2-1 16,1 0-6-16,2-2-4 0,-7-1-1 0,8 1-1 16,-2-6 3-16,3-1-11 0,-1-1 3 0,3 1-1 15,0 0-3-15,2-2-23 0,0-1-23 0,1-1-44 16,2-2-39-16,-3-2-25 0,-1-1-42 0,4-1-51 15,-1-1-41-15,-1-3-68 0,1 0-311 0,-2-2-705 16,-2-1 312-16</inkml:trace>
  <inkml:trace contextRef="#ctx0" brushRef="#br0" timeOffset="134584.69">10092 11730 2538 0,'-17'-8'40'0,"7"2"21"0,1 4-37 0,-1-1-9 0,3-1 1 15,7 4 0-15,-7-6-1 0,7 6 8 0,-9-2-3 16,9 2-3-16,-4-5 1 0,4 5 1 0,0 0 0 16,23 0-3-16,-1-3-9 0,8-1-22 0,8 2-33 15,14-2-46-15,0-2-65 0,2 2-74 0,-3-4-154 16,-13 3-417-16,-2 0 185 0</inkml:trace>
  <inkml:trace contextRef="#ctx0" brushRef="#br0" timeOffset="136566.43">11011 11882 148 0,'0'0'222'0,"-3"-13"-11"16,3 13-15-16,0 0-14 0,0 0-14 15,0-9-16-15,0 9-16 0,0 0-17 0,0 0-12 0,0 0-11 16,0 0-9-16,0 0-2 0,0 0-2 0,17 31-6 16,-9-15-5-16,2 2-4 0,1 3-1 0,0 4-4 15,0-2-5-15,-1 1-3 0,2-1-4 0,-1-5-8 16,-2-1 0-16,3 5 0 0,-1-7-6 0,-2 1-3 15,-2-5-2-15,4 2 1 0,-5-6-5 0,-1 1-6 16,2 1 5-16,-1-4-3 0,-1-2 3 0,-2 1 13 16,-3-4 15-16,6 7 20 0,-6-7 4 0,0 0-5 15,0 0-5-15,0 0-12 0,13-14-1 0,-12 7-10 16,3-3-1-16,4-6 4 0,-2 0-15 0,1-3-5 16,2-4-4-16,-1 0 3 0,4-2 0 15,-4-1-10-15,6-1-3 0,1-1-2 0,-2-2-5 0,2 1-6 16,0 1-2-16,0 3-10 0,-8 8-7 0,3 1-9 15,-6 6-8-15,0-1-21 0,1 4-25 0,-3 1-30 16,-2 6-40-16,3-8-44 0,-3 8-6 0,0 0-1 16,0 0-18-16,0 0-189 0,0 0-441 0,12 13 195 15</inkml:trace>
  <inkml:trace contextRef="#ctx0" brushRef="#br0" timeOffset="136884.87">11478 11975 118 0,'-8'7'213'0,"-1"-1"-7"16,1 1-10-16,0 3 2 0,0-1-19 0,0 0-9 15,0 1-13-15,3 0-9 0,-3 0-13 0,3-1-14 0,1 1-14 16,4-3-3-16,-2 4-14 0,2-1-5 16,2-2-9-16,0 1-9 0,0-2-5 0,3-1-5 15,4-1-7-15,-2 0-1 0,2-2-5 0,2 0-2 16,-1-1 3-16,2-2 8 0,0 0-4 0,1-4-5 0,-2 1 0 15,1-3-4-15,-1 0-3 0,-1-2-1 16,-1-2-6-16,-3-1 1 0,0 0-3 0,-3-6-3 16,0 5 1-16,-3-3-2 0,-3-2-8 0,-2 0-4 15,0 0 0-15,-3 1-2 0,-2 2 0 0,0 1-2 0,-3 3-2 16,0 4 0-16,-1-3-6 0,0 5-6 0,-2 1-13 16,-4 3-10-16,2 2-9 0,0 3-14 0,-1 2-18 15,1 1-27-15,1 2-27 0,2 2-35 16,3 0-37-16,5-4-23 0,1 3-158 0,3-5-407 0,5 2 181 15</inkml:trace>
  <inkml:trace contextRef="#ctx0" brushRef="#br0" timeOffset="137151.64">11813 11743 54 0,'4'-10'257'0,"-4"1"-8"15,3 3-9-15,-3 6-8 0,2-9-12 0,2 5-17 16,-4 4-22-16,0 0-18 0,4-5-13 0,-4 5-13 16,0 0-3-16,0 0-9 0,1 26 1 0,-1-9-12 15,-1 0-6-15,-1 9-7 0,0-1-9 0,-3 0-12 16,1 1-3-16,2 1-8 0,-3-2-8 0,0-6-6 16,-1 1-6-16,2 3-10 0,2-4-15 0,1 0-33 15,-3-1-28-15,2-3-26 0,0 0-23 0,-3 1-35 16,2-4-41-16,3-1-29 0,0-1-25 0,0 0-194 15,0-10-443-15,3 11 197 0</inkml:trace>
  <inkml:trace contextRef="#ctx0" brushRef="#br0" timeOffset="137389.1">12008 11730 224 0,'4'-11'244'0,"-3"1"-3"0,1 4-13 0,0 0-20 15,-2 6-27-15,4-7-18 0,-4 7-14 0,0 0-11 16,0 0 14-16,7 17-2 0,-7 2 2 0,-1 7 6 16,-3 4-12-16,0 0-8 0,-1-1-9 0,1 2-8 0,-6 0-11 15,7-4-7-15,-4 2-9 0,0-1-7 16,5-2-5-16,-5-2-7 0,3 1-14 0,2-8-5 16,-3 2-26-16,0-4-29 0,3-2-29 0,-1-2-23 15,0 0-24-15,0 0-28 0,1-2-27 0,0-2-49 16,2-7-20-16,-3 10-32 0,3-10-207 0,0 0-474 15,0 0 210-15</inkml:trace>
  <inkml:trace contextRef="#ctx0" brushRef="#br0" timeOffset="138533.17">11850 11891 116 0,'0'0'166'0,"0"0"-15"0,12-5-13 0,1 4-6 16,1 0-12-16,5-1-14 0,10 2-4 0,2 0-12 15,-2-3-11-15,3 3-11 0,1-2-2 0,1 0-2 16,-1 0-6-16,-1 2-1 0,-3-1-5 16,0-2-6-16,-9 1-4 0,-2 0-1 0,-5 0-9 0,-1 2 4 15,-1-1 9-15,-5 1 14 0,-6 0 8 0,12-2 11 16,-12 2-3-16,7-2-2 0,-7 2-11 0,0 0-3 16,0 0 5-16,0 0-3 0,0 0-6 0,-25-5-4 15,14 7-3-15,-3 1 4 0,3 1-6 0,-5 2 11 16,-1 3-4-16,0 0 1 0,2 2-2 0,1 0-5 15,1 2-6-15,0 1 2 0,4-5-9 0,2 2 13 16,0 0-19-16,3 1-2 0,0-2-3 0,4 1 8 16,0-1-8-16,4-1-1 0,1-1-3 0,5-1 1 15,0 0-4-15,1-4-1 0,2 1-1 0,-1-1 0 16,1-3-2-16,5 0 1 0,-3 0-7 0,-1-3 12 16,-1 1-5-16,-2-2-8 0,3 0-3 0,-3-1 2 15,1-3-2-15,-3 0 1 0,-1 0 2 0,-1-2 1 16,1 0 4-16,-2-2 4 0,-2 1-14 0,1 0-1 15,1 1 1-15,-6-1 1 0,2 3 2 0,0 0-5 16,-2 0 1-16,0 8 4 0,4-8-2 0,-4 8-2 16,2-9-11-16,-2 9 7 0,0 0-1 0,0 0 2 15,0 0-3-15,0 0 3 0,0 0 0 0,-2 29-2 16,2-17 6-16,2-2 0 0,-2 0-3 0,4-1 4 16,-2 1 0-16,3-1-2 0,1 1 3 0,1-2-4 15,3 1-3-15,1-3 3 0,11-1-2 0,-4 2 0 16,4-5-1-16,7 0 10 0,-1-2-11 0,3 2 2 15,-2-4-1-15,-6-1 0 0,-4-2-4 0,2 0 3 16,-1-1 4-16,6-6-1 0,-7 7-2 0,0-6-1 16,0 4 1-16,-3-4 3 0,-3 3-1 0,1-3 0 15,-7 1 5-15,1-1 1 0,-3 0-4 0,0-2-2 16,-2 4 10-16,-1-1 4 0,-3 0 1 0,0 0 1 16,-2 1-4-16,-2 2 7 0,1 1-2 0,-1 1-2 15,-4 2-2-15,-4 2 3 0,4 2 3 0,-4 2 2 16,-3 5-2-16,3-3 4 0,-2 3-3 0,2 3 0 0,-1 1-2 15,3 1 0-15,-1-1 0 0,2 2-5 16,3-4-4-16,1 1 4 0,1-1-1 0,3-1 3 16,4 1-4-16,-2-2 3 0,2-1-4 0,3 0-6 15,2 0-5-15,-1-3-6 0,2 2-2 0,2-2 0 0,3-1-1 16,-1-1 0-16,-1-2 0 0,3-2 0 0,-3 2-1 16,0-3 4-16,-1 0 3 0,-2-2-3 0,1 0 3 15,-3-2 3-15,2-1-6 0,-2 1 11 16,-3 2-6-16,1-4-1 0,-2 3 3 0,-2 6 1 0,4-12 4 15,-3 7 4-15,-1 5 10 0,4-9-12 0,-4 9-1 16,5-4-9-16,-5 4 1 0,0 0 7 0,0 0 9 16,4 20 10-16,-5-5 10 0,1 5 5 0,1 7-2 15,-2 4 7-15,0-1 7 0,-1 2 8 0,-1 13 3 16,1 0 7-16,-3 1-4 0,1-1-4 0,-2-9 5 16,3 10 6-16,-5 0-9 0,2-1 2 0,-2-13-9 15,3 0-3-15,-1 2 1 0,-4-2-13 0,1-3-7 16,-4-2 8-16,0 0-2 0,2-5-3 0,-6-3-4 15,4-4-1-15,-3-3-4 0,1-2 1 0,-4-1-4 16,4-2-2-16,-1-4-1 0,5-2-13 0,-3-1-16 16,3-4-10-16,0-3-16 0,2-2-5 0,-2-4-10 15,6-2-14-15,4-5 0 0,1-7-7 0,8-1-6 16,6-2 5-16,3-2-3 0,13-10-3 0,5 1 7 16,6 3-7-16,0 0 1 0,1 1 3 0,6-1 0 15,0 2 0-15,4 3 6 0,-2-2 5 0,-1 3 4 16,1-1 11-16,-2 3-1 0,-4 4 10 0,-2-3-1 15,-15 8 6-15,3 1 7 0,-8 0 7 0,-4-1 5 16,0-2 7-16,-9 7 7 0,1-2 5 0,-6-1-1 16,0 1 11-16,-2-1 5 0,-4 3 3 0,0 1 3 15,-4 4 3-15,0 1-5 0,0 0 3 0,-3 4 5 16,-2 2-1-16,-3 4-2 0,-1 4 3 0,-4 5 9 16,-3 5-10-16,0 2-3 0,6-1-5 0,3 5 3 15,5-1-2-15,2-2-4 0,6 7-7 0,2-5-6 16,5 1-23-16,8 1-37 0,-1 1-32 0,11-2-56 15,-1-1-58-15,6-3-63 0,1-3-220 0,3-5-523 0,-1-1 231 16</inkml:trace>
  <inkml:trace contextRef="#ctx0" brushRef="#br0" timeOffset="140635.47">14043 11851 133 0,'4'-11'223'0,"3"-6"-8"0,-3 5-10 0,3 2-14 0,-4-1-4 16,1 3-7-16,-2 2-14 0,3 1-13 0,-5 5-21 16,4-7-12-16,-4 7-14 0,0 0-11 15,0 0 0-15,14 14-1 0,-12 3 7 0,2 2-3 0,-1 10-4 16,-3-3-6-16,0 3-2 0,0 3-2 0,-1-1-5 16,-3-4-8-16,0 1-2 0,0-4-9 0,3 1-3 15,-6 0-4-15,5-8-7 0,-2 2-7 0,4-2 2 16,-3-1-7-16,1-6 1 0,0 2-5 0,0-3 3 15,2-1-7-15,0-8-3 0,-4 10 6 0,4-10 2 16,0 9 5-16,0-9 10 0,0 6 1 0,0-6 17 16,0 0 1-16,0 0 9 0,0 0-17 0,0 0-8 15,0 0-6-15,0 0 0 0,0-25-5 0,4 13-13 16,0 1 1-16,3-4-8 0,-1 3-8 0,4-4-14 16,-1 3 3-16,2 1-1 0,2-1-3 0,0 2-2 15,1 1 1-15,2 3-1 0,-2 1 1 0,-3 3-6 16,0 1 0-16,2 2 4 0,-1 4-10 0,-1-1 6 15,-2 0-3-15,0 3 3 0,1 2-1 0,-2 1-4 16,-2-2 3-16,1 3-6 0,-5 0 8 0,0 1-16 16,-2 0-2-16,-4-2 1 0,0 3-4 0,-1-3 4 15,-6 1-1-15,0-2 2 0,-2 3-6 0,-3-6 7 16,-2 2-2-16,4-4-3 0,-3 1-2 0,3-1-5 16,-1-3-15-16,-2-3-11 0,4 1-18 0,1 0-10 15,0-1-21-15,2 0-22 0,-1 1-52 0,4-1-15 16,1-1-33-16,6 4-175 0,-12-5-446 0,12 5 197 15</inkml:trace>
  <inkml:trace contextRef="#ctx0" brushRef="#br0" timeOffset="140983.37">14254 12215 101 0,'0'0'169'0,"13"-1"-25"0,-1 0 7 0,-1-1-16 0,9 0-7 15,-2 0-3-15,3-4-14 0,-4 3-10 0,4-1-3 16,-1-3-2-16,5-2-6 0,-6 2 1 0,-1-2 0 16,-2 0-1-16,0 0-7 0,0-2 7 0,-2 1 1 15,-1-2-7-15,-1-1-8 0,-6 1-4 0,3-3-6 16,-3 1-7-16,1-2-5 0,-4 1 0 0,-3 2-9 16,2-3 3-16,-2 5-6 0,0 1 10 0,-3-1 2 15,2 4-3-15,1 7-3 0,-6-12-5 0,2 9-7 16,4 3-5-16,-9-2 0 0,9 2-3 0,-18 10-1 15,9-2 8-15,-1 6-5 0,-5 0-7 0,4 0-1 16,2 1 2-16,-2 2-4 0,6-3-3 0,-1 3 2 16,4-5-5-16,1 3 0 0,-1-1-1 0,5-2-1 15,3 3 1-15,0-4-10 0,5 1-26 0,1 0-27 16,0-1-27-16,4-3-32 0,-2 0-35 0,3-2-37 16,3-1-34-16,-2-2-15 0,2-2-140 0,-2-1-400 15,4 0 178-15</inkml:trace>
  <inkml:trace contextRef="#ctx0" brushRef="#br0" timeOffset="141200.53">14926 11869 50 0,'0'-7'252'0,"4"0"-16"0,-1 2-23 16,-3 5-12-16,0 0-2 0,0 0 1 0,0 0 4 0,0 0-13 15,-7 37-5-15,0-11-17 0,2 0-15 16,-2-1-11-16,1 2-13 0,1-1-14 0,-4 3-12 15,5-2-6-15,-3 0-10 0,2-1-7 0,0 2-7 16,-2-3-13-16,3-6-27 0,1 0-17 0,0 0-28 0,0-2-27 16,0-1-26-16,-2-4-35 0,5-1-47 0,0-2-51 15,-2-2-33-15,2-7-173 0,-3 10-436 16,3-10 192-16</inkml:trace>
  <inkml:trace contextRef="#ctx0" brushRef="#br0" timeOffset="141734.62">14759 12059 112 0,'0'0'154'0,"12"-6"0"0,-2 2-1 0,-1 2-12 0,3 1-8 15,1 1-9-15,0 0-6 0,5 0-12 0,-5 1-4 16,0 1 4-16,0-1-8 0,3 1-1 0,-3 0-6 16,-1 2-3-16,-1 0-9 0,-2-1 1 15,1 3-4-15,-4-1-2 0,2 1 15 0,-3 1-1 0,-1 2 6 16,1 3 0-16,-3-3-3 0,0 3-6 0,0 0-4 15,-1-1-8-15,-1-2-8 0,-1 3-3 0,2-3-5 16,-1 1-7-16,0-3-4 0,2 3-4 0,0-2-7 16,1-1-3-16,1-3 5 0,0 2-3 0,1 1-9 15,4-5 0-15,0 2 4 0,1-3-3 0,2 0 7 16,0-2-5-16,3-2 1 0,1 0 1 0,3-2-5 16,-8 1 3-16,7-3-2 0,-4-1-1 0,-5 3-2 15,3-3-3-15,-3-1-2 0,0 1 3 0,-2-1-4 16,1-1-4-16,-5-1 10 0,2 0-15 0,-3 1 4 15,2 0-1-15,-1 4-4 0,0 0 0 0,-3 6-10 16,3-9 1-16,-3 9-2 0,0 0 0 0,1-5-5 16,-1 5 13-16,0 0-9 0,0 0 3 0,0 0-2 15,0 0-1-15,-10 23 2 0,10-17 1 0,0-6-1 16,0 14 3-16,3-7 1 0,0-1-1 0,1 0-1 16,0-2 2-16,1 2-2 0,1-3 6 0,2 1 8 15,4-4 3-15,1 0 1 0,1 0 8 0,-3-4 6 16,1 1 14-16,-1 0-3 0,-1-1 6 0,-1-1 1 15,0-2 1-15,-1 0-7 0,0-1-5 0,-3-3-4 16,1 3-7-16,-2-3 4 0,-2 0-7 0,0-1-10 0,-5 0-20 16,2 0-21-16,-3 0-19 0,3 1-14 0,-2 3-15 15,1 2-21-15,2 6-20 0,-4-10-27 16,4 10-28-16,-7-4-13 0,7 4-18 0,0 0-16 0,-15 6 13 16,9 2-15-16,0 1-2 0,3 2-157 0,-1-1-409 15,1-1 181-15</inkml:trace>
  <inkml:trace contextRef="#ctx0" brushRef="#br0" timeOffset="142021.46">15365 12182 14 0,'9'3'146'16,"-4"-2"-5"-16,-5-1 9 0,16-2 7 0,-8 0 2 15,2 1 3-15,3-2 0 0,-3 0-6 0,2 0-6 16,-2-2 0-16,2 0-9 0,0-1-7 0,-3 0-5 16,-1-1-10-16,3 0-12 0,-2-3-9 0,-1 2-3 15,-2-2 1-15,1 2-3 0,-4 2-9 0,0-3-7 16,-1 0-4-16,0 2 6 0,-2 7-6 0,-2-14-13 15,2 14-5-15,-3-10-1 0,-2 6-8 0,5 4 3 16,-12-4-11-16,5 4 0 0,7 0-6 0,-18 8 3 16,7-3 8-16,1 4 0 0,-2 3-8 0,3-2 8 15,1 0-6-15,-1 2-3 0,3-2 3 0,-1 0-6 16,5 2-7-16,-1-1 1 0,2-1-4 0,1 1 1 16,0-1-5-16,4-2-11 0,-2 1-26 0,7-2-14 15,-1 1-30-15,-2-3-30 0,2 1-27 0,-2 0-36 16,1-4-38-16,0 3-33 0,0-2-28 0,-1 0-178 15,0-2-470-15,-6-1 208 0</inkml:trace>
  <inkml:trace contextRef="#ctx0" brushRef="#br0" timeOffset="142335.73">15602 12250 115 0,'0'0'175'16,"11"-5"-12"-16,-5 3 5 0,1 0 3 0,3-2-5 0,-1 2-4 15,1-5-7-15,2 4-9 0,4-4-10 16,-1 0-1-16,1-1-10 0,0 0-11 0,1-1 2 15,-1 1-6-15,1-2-6 0,0 1 1 0,-3-4-9 0,-2 2-5 16,1-2-4-16,0-1-4 0,-3-1-2 0,-2 1 2 16,0 0 3-16,-5 1-12 0,0 2 1 0,-2 0-1 15,0-1 0-15,-2 5-5 0,-1-1-3 0,-3 2-5 16,0 1-7-16,5 5-15 0,-13-6 7 16,2 6-2-16,-1 4-6 0,-4 1 6 0,-2 4 3 0,1 3-1 15,1 0-1-15,0 1-7 0,4 1-3 16,1 0-7-16,2 3 0 0,1-5 3 0,2 4-3 0,4-3 3 15,2-1-4-15,2-1-12 0,3 1-6 16,1-3-26-16,3-1-26 0,4 3-20 0,-3-3-24 0,7-3-24 16,-2 3-28-16,2-4-20 0,-6 1-25 0,4-4-24 15,-2 1-24-15,6 0-26 0,-7-1-182 0,-1-2-477 16,0-2 212-16</inkml:trace>
  <inkml:trace contextRef="#ctx0" brushRef="#br0" timeOffset="142650.71">15995 12127 35 0,'5'-3'198'16,"-5"3"8"-16,0 0 11 0,0 0-1 0,0 0 3 16,6 17-5-16,-6-17-10 0,-1 9-10 0,1-9-8 15,0 15-14-15,-1-8-6 0,-1 2-3 0,1-3-11 16,1 5-15-16,0-11-10 0,-1 10-14 0,1-10-8 16,-4 10-6-16,4-10 4 0,-1 7 0 0,1-7 14 0,0 0 10 15,0 0 11-15,0 0-2 0,-1 7-10 16,1-7-6-16,0 0-12 0,0 0-11 0,0 0-11 15,0 0-8-15,0 0-8 0,8-25-7 0,-5 14-7 16,5 0-7-16,2-3-6 0,3-1 0 0,3-4-15 16,5 0-11-16,-7 6 1 0,7-3-2 0,-3 4-8 15,-1 3 4-15,1-1-7 0,-5 5-2 0,3-1-1 16,-4 4-5-16,2 2-1 0,-3 1-2 0,0 3 6 0,0 0 3 16,-2 2-11-16,-3 3 10 0,0-1-6 0,-3 3 0 15,1-1-16-15,-3 3-37 0,-1-2-32 16,-1 4-38-16,-3-3-39 0,2 4-48 0,-1-4-62 15,1-3-66-15,-3-1-255 0,1 1-647 0,0 1 286 0</inkml:trace>
  <inkml:trace contextRef="#ctx0" brushRef="#br0" timeOffset="146645.19">16971 11843 89 0,'1'-11'202'0,"-1"5"-8"0,0 6 0 0,2-14-6 0,-2 5-8 15,0 9-8-15,0-13-2 0,0 13-14 0,0-8-10 16,0 8-10-16,1-7-16 0,-1 7-10 0,0 0-5 16,0 0-20-16,1-7-13 0,-1 7-5 0,0 0-8 0,0 0 2 0,0 0-5 0,4 35 3 0,-3-16-2 15,1 5 2-15,-1 1-3 0,1 2 0 0,-4 0-8 16,-1 1 5-16,2 1-5 0,-1-3 5 0,0-1 1 15,0 1-4-15,-2-2 2 0,3-4-4 0,-1-1-6 16,0-1-1-16,0 0-2 0,2 2-2 0,0-4-1 16,2-1 7-16,-2 2-14 0,1-6-4 0,-1 1-2 15,1-2-5 1,1 3-2-16,1-4 0 0,0 0 3 0,2-1-1 16,-1-1 0-16,2-1-14 0,-1-3-25 0,1 2-10 0,-1-1-30 15,2 0-22-15,1-1-20 0,0-3-39 16,-8 0-36-16,16-3-37 0,-4-2-42 0,-3 0-175 0,0-3-467 15,2-4 207-15</inkml:trace>
  <inkml:trace contextRef="#ctx0" brushRef="#br0" timeOffset="146845.76">16928 11937 87 0,'0'0'166'0,"-9"-2"-11"16,9 2-5-16,0 0-5 0,0 0-13 0,0 0-13 16,0 0-9-16,44 1-10 0,-17 0-13 0,3-2-9 15,2 0-21-15,1 1-33 0,0 0-39 0,2-3-48 16,-3 1-44-16,-3 2-98 0,-7 0-220 0,-4 2 97 16</inkml:trace>
  <inkml:trace contextRef="#ctx0" brushRef="#br0" timeOffset="147523.5">17135 12278 80 0,'0'0'156'16,"7"8"-6"-16,-7-8-7 0,13 1-1 0,-6-1-14 0,5-1-15 0,0-2-1 31,4-4-5-31,2 0-7 0,0 0-5 0,-1-2-5 15,1-3 0-15,-3 1-11 0,2 1-6 0,-4-3-6 16,-1-2-7-16,-2 0-5 0,-1 0-11 0,2 1 6 16,-6 2-2-16,-1 0 2 0,-3-1-1 0,0 0-5 15,0 2-3-15,-2 1-1 0,0 1 0 0,-3-1-3 16,0 2-6-16,0-1 5 0,-3 4-3 0,2-1-3 16,-1 3-2-16,0-2-6 0,0 2 4 0,6 3-5 15,-17 2-3-15,7 1-1 0,-2 3 2 0,2-1-1 16,1 3-1-16,-1 1 2 0,1 1 0 0,1 4 4 15,1 0-5-15,0-1-2 0,2 1 2 0,3-2 6 16,0 2-8-16,4-3-1 0,0 0-1 0,1 2 4 16,3-1-4-16,3 2 2 0,0-5-2 0,4 3 1 15,-3-5-4-15,4 1 1 0,3-1-2 0,-1 0 4 16,3-4-5-16,2 2 1 0,-3-3 0 0,1-2 1 16,-2 0-3-16,-2 0 1 0,3-2-4 0,-2-2 4 15,1-3-1-15,-5 2 1 0,2-4 2 0,-3 2-4 16,-2-2 0-16,0-1-5 0,0-3-1 0,-1-3-2 0,-2-1 0 15,0 1 0-15,1-2 0 0,-6 2-1 16,0-1-1-16,-3-2 4 0,-2 5-2 0,1 1 1 16,0 1-2-16,-3 2-1 0,-4-4 2 0,4 5-1 15,-7-4 5-15,3 6-1 0,0 1 0 0,2 1 2 0,-1 1-1 16,1 0 0-16,2 1-1 0,6 3-4 0,-10-3 1 16,10 3 0-16,0 0-2 0,-7-3 1 15,7 3-1-15,0 0 2 0,0 0 2 0,0 0 2 16,30 12 0-16,-19-10-2 0,11 1 4 0,-2-1-4 0,-3 1 2 15,5-2-1-15,-4 0 1 0,2 2-2 0,-6-2-2 16,-4 2 1-16,-1 1-4 0,0-4 1 0,3 4-1 16,-6-1 3-16,1 4 11 0,-2 1 1 15,1 0 1-15,-4 3 4 0,1 0 6 0,-3 2 15 0,0-1-10 16,-1 5 2-16,1-1-3 0,-3-5-7 0,-1 5 2 16,4 1 6-16,-2 0-10 0,-1-1 1 0,5-1-9 15,-2 2-19-15,0-2-18 0,3-3-20 0,0 1-32 16,-1-3-23-16,1 0-37 0,4-1-41 0,0 1-38 15,0-3-200-15,0 1-454 0,1-4 202 0</inkml:trace>
  <inkml:trace contextRef="#ctx0" brushRef="#br0" timeOffset="148250.54">17843 12129 145 0,'0'0'169'0,"0"0"9"0,0 0-4 15,0 0-4-15,0 0-7 0,-9 15-5 0,6-9-15 16,3-6-8-16,-2 13-5 0,-1-4-9 0,2-3-14 16,-1 1-3-16,2-7-12 0,-2 11-6 0,2-11-7 15,-3 9-6-15,3-9-1 0,-1 6 8 0,1-6-1 16,0 0 7-16,0 9 4 0,0-9 7 0,0 0 9 16,0 0 10-16,0 0 4 0,0 0-8 0,0 0-15 15,0 0-8-15,0 0-17 0,0 0-2 0,-5-22-8 16,5 22-13-16,5-20 1 0,-2 10-14 0,3-5-2 15,0 1 0-15,2-2-8 0,1 0-12 0,1 2 0 16,1-3-2-16,1 3-6 0,0 2-1 0,-3 3-3 0,2 1-1 16,-1 2-2-16,1 1-2 0,1 2-3 15,0 3 2-15,-2 3-3 0,3-1 0 0,-3 6 3 16,0 1-1-16,2 2-1 0,-2 2 3 0,-3-3 3 16,1 5-4-16,-2-2 10 0,-1 1-12 0,-1 0 3 0,-2-2 2 15,1-2 3-15,-2-1-2 0,0 0-6 16,2-3 5-16,-3-6-1 0,0 10-2 0,0-10 3 15,1 7 5-15,-1-7 3 0,0 0 2 0,3 7-1 16,-3-7 2-16,0 0-1 0,0 0 1 0,0 0 1 0,0 0-5 16,0 0 2-16,0 0-1 0,10-24-6 0,-6 14 4 15,2-2-3-15,5 0-12 0,1-4-1 16,0 1-6-16,2-1 10 0,-1-1-11 0,2 4 1 16,0 0-4-16,-2 3 3 0,-3 3-3 0,-1 1 1 0,-1 4 1 15,-2 1-4-15,-6 1 2 0,13 0 8 0,-7 3 0 16,2 3 0-16,-3 1-2 0,0 0 1 0,0 5 1 15,-1-3 3-15,1 3 6 0,0-1-4 16,0 0-2-16,2-3 6 0,-2 2-2 0,1-1 2 16,3-1 4-16,0-2 9 0,2 1 5 0,0-2-3 0,-1-1 3 15,2-1 4-15,2-1-3 0,-1-1 4 0,0-2-1 16,-1 1-3-16,0-4 4 0,-2 3 0 16,0-5-1-16,0 0-2 0,-1-1-3 0,-1-1-3 0,-2-1-7 15,-1-2 12-15,-1 1-4 0,0-2 0 0,0-4-1 16,-4 4-4-16,1-3 0 0,-2 4 2 0,1 0 1 15,0 4-1-15,0 7 4 0,0-12-4 0,0 12-5 16,0 0-3-16,0 0-4 0,0 0-1 0,0 0 3 16,0 0 1-16,-17 19 0 0,12-10 0 0,1 4-4 15,-1 1 4-15,0 0-2 0,1-2-2 0,1 1 3 16,1-2 1-16,0 2-19 0,2 0-25 0,1-3-18 16,2 2-31-16,0-1-31 0,2-2-24 0,0 0-33 15,3-2-46-15,0 0-35 0,-2-3-184 0,-6-4-483 16,16 5 215-16</inkml:trace>
  <inkml:trace contextRef="#ctx0" brushRef="#br0" timeOffset="148420.74">18422 11790 137 0,'0'0'140'0,"0"0"-26"0,0 0-35 16,0 0-40-16,16 22-34 0,-6-8-56 0,-2 1-27 16,1 0-83-16,4 8 37 0</inkml:trace>
  <inkml:trace contextRef="#ctx0" brushRef="#br0" timeOffset="148702.31">18633 12213 146 0,'0'0'235'0,"0"0"-8"16,0 0-3-16,0 0-17 0,0 0-8 0,-8-26-14 16,8 18-15-16,2-2-12 0,1 1-12 15,2-2-7-15,3-3-15 0,1-2-8 0,0 0 0 16,4 1-9-16,-1 0-7 0,0 4-1 0,-3 3-7 0,2-1-5 16,-2 1-8-16,0 4-11 0,1-1-12 0,-3 4-6 15,0 0-2-15,5 2-8 0,-2 4-6 0,-1-2-1 16,-1 3-5-16,2 3-3 0,-2 1 3 15,-2-1-5-15,0 7-4 0,-1-6-1 0,-1 2-1 0,0 0-5 16,-3 4-10-16,3-1-18 0,-3-3-22 16,-1-1-25-16,2-2-21 0,-2 4-34 0,2-3-51 15,0 0-38-15,-1-3-38 0,0 1-175 0,3-2-454 16,1-3 200-16</inkml:trace>
  <inkml:trace contextRef="#ctx0" brushRef="#br0" timeOffset="149119.51">19166 12005 139 0,'-10'-10'230'0,"-1"5"-5"0,-4-4-9 15,3 6-8-15,-3 3-8 0,-2 0-5 0,-2 5-4 16,1 4-17-16,0 2-6 0,-5 4-9 0,9-1-15 16,0 0-14-16,1 2-8 0,4 0-13 0,2-4-5 15,0 5-10-15,4-2-9 0,1-4-6 0,4 2-6 16,1-3-15-16,3 1 0 0,2 0-7 0,5 0-1 15,-2-4-7-15,6-2 1 0,0 3-6 0,0-6-2 16,2-2-8-16,-3-2 1 0,0 1 1 0,-4-3-8 16,5 0-1-16,-5-2-1 0,-2-1 9 0,1 2-13 15,-2-4-4-15,-1 1 2 0,-2-3-3 0,1 1 1 16,-2-1-2-16,-1 1 7 0,-2 0-1 0,-1 1 3 16,1 3 12-16,0-1 0 0,-2 7 5 0,2-8-1 15,-2 8-13-15,2-7-2 0,-2 7-6 0,0 0-1 16,0 0 1-16,0 0 7 0,0 0 1 0,0 0-1 15,-15 25 4-15,11-15-2 0,0-2-3 0,-2 3 0 16,3 0 13-16,-1-1-12 0,2 2-5 0,0-2 0 16,2 1 2-16,0 0-5 0,2 2-3 0,2-2 4 15,0-2 0-15,2 0-6 0,1 1 8 0,2-2-7 16,0-4-6-16,4 1-27 0,4-1-29 0,-5-3-36 16,0 2-47-16,2-4-51 0,-1 2-49 0,0-4-56 15,-1 0-254-15,4-4-590 0,0-1 261 0</inkml:trace>
  <inkml:trace contextRef="#ctx0" brushRef="#br0" timeOffset="149354.99">19476 11812 159 0,'-1'-7'291'0,"1"7"-7"15,-1-11-18-15,1 11-22 0,-2-8-25 0,2 8-21 16,0 0 13-16,0 0 1 0,0 0 14 0,-2 33-22 15,0-13-21-15,-3 4-7 0,4 2-11 0,1-1-17 16,0 0-7-16,-1-1-5 0,-1-4-32 0,2 5 3 16,0-5-17-16,0-1-3 0,-1 7-9 0,-2-8-16 15,1 2-33-15,1-1-29 0,-2-1-33 0,-2-1-36 16,5 0-42-16,-1-1-22 0,0-3-33 0,-2 3-43 16,3-3-24-16,0-2-23 0,1 2-213 0,-2-2-507 15,4-1 225-15</inkml:trace>
  <inkml:trace contextRef="#ctx0" brushRef="#br0" timeOffset="149749.69">19505 12316 60 0,'3'-9'210'0,"2"-1"-2"0,-1 2-10 16,2-5-11-16,3 0-10 0,3 0-11 0,-2-1-13 16,3-2-15-16,6-3-5 0,1 2-12 0,1-2-10 15,2 0-9-15,1-1-4 0,-2 1-6 0,-2 1 3 16,3 1-9-16,0-1-1 0,-9 7-2 0,3 0 7 15,-6-2-2-15,-3 5-8 0,1 0-4 0,-3 0 0 16,0 0-8-16,-4 2-6 0,-2 6 0 0,1-10-9 16,-1 10-7-16,2-8-1 0,-2 8-8 0,0 0-5 15,0 0-4-15,-16 1 0 0,16-1-2 0,-18 12-5 16,9-5-4-16,-1 2-2 0,3-2 2 0,-1 2-6 16,1 0 2-16,2 1-2 0,0 0-9 0,3 2 2 15,2-2-1-15,-1 0-3 0,4 0-2 0,4 2-1 16,-2-2 1-16,-1 1-1 0,1 0-4 0,3-1 2 15,-2 0-2-15,-1 0 2 0,-1 0 10 0,1 0-16 16,-1-2 5-16,-3 0 4 0,-1-2-4 0,1 0 0 16,-2 4 5-16,-2 0 1 0,0-4-3 0,0 0 2 15,-2 1-3-15,1-2 0 0,-3 1-6 0,1-1 2 16,0 0-14-16,-3-1-8 0,1 0-23 0,2 0-19 16,-2 1-29-16,1-2-35 0,-4-1-52 0,4 0-51 15,-2-1-192-15,-4 0-466 0,13-1 206 0</inkml:trace>
  <inkml:trace contextRef="#ctx0" brushRef="#br0" timeOffset="150533.87">20716 11985 44 0,'0'0'177'0,"0"0"-8"16,12-12-7-16,-5 4-6 0,3 4-9 0,-2-2-9 15,2 0-2-15,1-3-7 0,-2 2-1 0,2-1-1 0,0 1-5 16,-3-3 0-16,1 0-11 0,2-2-9 15,-2 1-8-15,-2 1-3 0,-1 4-2 0,-1-4-1 0,1 4 3 16,-2-1-5-16,-1 1-1 0,-3 6-5 16,5-9-10-16,-2 5-5 0,-3 4-11 0,0 0-4 0,3-7-7 15,-3 7-5-15,0 0-9 0,0 0-3 16,0 0-2-16,0 0-4 0,0 0 2 0,6 21-5 16,-8-7-1-16,2 1-1 0,-1 6 2 0,1-2 5 15,-1 6-12-15,1-6 6 0,-3 8-1 0,2-3 2 0,-2 2 3 16,2-7-5-16,0 6 2 0,-2 0 2 0,2-7-3 15,-1 1-2-15,2 0 11 0,-1 0-10 16,2 6-3-16,-1-10-1 0,2 1 0 0,-2-4 0 16,1 4-5-16,0-2 0 0,2 1 1 0,-2-3 0 0,3-2 4 15,-3-1-7-15,1-2-5 0,-1 0 8 0,2 0-6 16,-3-7 4-16,1 9-2 0,-1-9 2 0,2 6-1 16,-2-6 5-16,0 0-5 0,2 7 9 0,-2-7-5 15,0 0 4-15,0 0-6 0,0 0-4 0,0 0 11 16,0 0-7-16,0 0-3 0,0 0 11 0,-18-15-14 15,12 11 1-15,6 4-3 0,-12-5 6 0,5 3-5 16,1-1 1-16,-2 1-1 0,-2-1 5 0,0-1-6 16,10 4 2-16,-13-1-3 0,6-1 1 0,7 2-2 15,-8-2 4-15,8 2-5 0,-8-2 13 0,8 2-13 16,0 0-2-16,0 0 2 0,0 0-1 0,0 0 2 16,0 0 5-16,0 0-2 0,0 0 2 0,0 0-3 15,28 7 4-15,-10-4-4 0,4-3-6 0,-1 0-12 16,0-1-17-16,9 3-25 0,-9-2-33 0,6-1-30 15,0 2-59-15,-4-3-49 0,-3 0-36 0,-2-1-155 16,4 0-457-16,-4 0 203 0</inkml:trace>
  <inkml:trace contextRef="#ctx0" brushRef="#br0" timeOffset="152768.07">22036 11985 131 0,'-8'-7'201'0,"-1"1"-10"15,-2 0-11-15,-3 3-11 0,1 1-2 16,-1 0-15-16,-4 2-3 0,0 3-11 0,-2 3-6 15,2 1-7-15,-5 8-13 0,6-5-8 0,-1 3-8 0,0 1-11 16,2 5-7-16,3-3-13 0,1 0-1 0,6 1-9 16,0 1-1-16,-2-2-8 0,7 1-4 15,1-5-4-15,2 5-5 0,5-3-3 0,0 1-1 16,0-5-5-16,2-3 1 0,2 2-3 0,1-3 0 0,2-3 0 16,-2 1-1-16,4-2-6 0,-3 0 3 0,-2-3-4 15,2-1 4-15,1-2-5 0,2 0 1 16,-4-2 1-16,-2-2-4 0,-1 0-3 0,1-5 0 15,-2 3 1-15,0 0 6 0,-2-3-8 0,2-1-2 0,-4 3-5 16,2-3 7-16,-2 0 0 0,0 4 2 0,-3 0 8 16,1 3 4-16,1 2-2 0,-3 5-4 0,3-10-3 15,-3 10-5-15,0 0 1 0,0 0 0 0,0 0-3 16,0 0-1-16,0 0-2 0,0 0 0 0,6 28 0 16,-6-17 3-16,0 1 0 0,1 4-2 0,2-1-12 15,-2 1-18-15,-1 2-10 0,4-3-22 0,0 2-35 16,-3-6-33-16,2 1-43 0,-1-2-35 0,2 0-22 15,-1 1-136-15,-1-6-392 0,1 1 173 0</inkml:trace>
  <inkml:trace contextRef="#ctx0" brushRef="#br0" timeOffset="153117.4">22208 12107 91 0,'0'0'150'0,"0"0"-3"0,4-6-1 0,-4 6 0 0,0 0 2 15,0 0-4-15,9 14-1 0,-9-14-5 16,1 12-12-16,-1-6-8 0,2 4-12 0,-2 0-3 16,1-3-3-16,-1-7-6 0,1 13-5 0,-1-7 0 15,0-6-11-15,3 8-1 0,-3-8 7 0,0 0 3 16,1 8 6-16,-1-8 5 0,0 0-1 0,0 0-10 16,0 0-7-16,0 0-8 0,0 0-5 0,14-13-10 15,-9 9-8-15,5-6-3 0,-1 1-6 0,3-4-4 0,1 0-5 16,3 2-4-16,0-3-5 0,7-3-3 0,-2 4-8 15,0 4 0-15,-2 0 2 0,-1 2-6 16,0 1-2-16,-3 0 1 0,-2 4 0 0,-2 2-3 16,0 1-6-16,-3 0 3 0,0 4 3 0,0-1-4 0,-3 3 0 15,1-2 1-15,-1 4-2 0,-2 2 12 0,1 0-10 16,-4 1 0-16,1 2-9 0,-1-2-25 0,1 0-22 16,-2 0-29-16,1 1-33 0,-1-2-54 0,1-1-46 15,-1 1-233-15,-1-2-487 0,2 0 216 0</inkml:trace>
  <inkml:trace contextRef="#ctx0" brushRef="#br0" timeOffset="153566.41">22896 11965 109 0,'-9'-3'220'0,"-1"0"-5"0,-4 2-8 16,0 5-8-16,-2 2-1 0,0 4-9 0,-2-2-8 15,0 9-6-15,-3 1-19 0,9-6-15 0,-2 5-9 16,5-5-15-16,-2 4-9 0,4 0-10 0,2-2-6 16,2 2-11-16,3-5-8 0,1 0-11 0,2 1 3 15,3-2-13-15,2 0 0 0,0-3-4 0,2-1-6 16,0 1-4-16,2-2-2 0,-2-3-5 0,3 0-2 16,-1-4 0-16,0 1-6 0,1-2-1 0,0 0 1 15,-3-4 0-15,-1-2-7 0,4-1 3 0,-2-3-6 16,-2-2-4-16,-1 0 5 0,-1-2-5 0,1-2-2 15,-4-2 3-15,2-4 1 0,-2-3-3 0,0 1-3 16,-2-1 13-16,3 1-12 0,-2-1-5 0,-3 3 5 16,1 0-5-16,2 7 10 0,-3 3 5 0,1 3 6 0,0 2 1 15,-1 3-5-15,0 7-4 0,0-10-5 0,0 10-6 16,0 0 4-16,0 0-6 0,0 0 14 16,0 0 0-16,-4 36 16 0,1-16 0 0,-4 6-2 15,2 2 1-15,0 0 19 0,0-2-15 0,1 1-2 0,-1-1-11 16,1-7 3-16,2 8-1 0,-2-4-12 15,3-3 21-15,-1-2-16 0,0 0-23 0,2 1-24 16,0-4-29-16,1 3-20 0,0-1-32 0,3-4-26 16,-3-2-36-16,2-1-43 0,2-2-45 0,-2-1-215 0,2-1-515 15,1-4 229-15</inkml:trace>
  <inkml:trace contextRef="#ctx0" brushRef="#br0" timeOffset="153886.07">23509 11954 202 0,'9'-7'215'0,"0"1"0"0,-1 4-11 15,-2-1-9-15,3 0-16 0,1 2-8 0,-10 1-13 16,13 3-13-16,-5 1-3 0,0 2-4 0,1 3-10 16,-3-1-9-16,0 5-2 0,-2-3-7 0,0 0-4 15,-4 6-7-15,-1-4-1 0,-1 5-1 0,-4-2-5 16,-3-1-4-16,-1 2-6 0,-3-1-2 0,-7 2-8 15,2-4-2-15,4-3-7 0,0-1 0 0,-3 2-9 16,4-4-2-16,3-1-2 0,0 0-10 0,0 0 0 16,5-4-9-16,-2 2-6 0,7-4-1 0,-8 7-3 15,6-4-2-15,2-3 0 0,0 0-10 0,0 0 10 16,0 0-6-16,17 10-10 0,-4-8-13 0,4-2-23 16,2 2-24-16,3-4-25 0,5-2-29 0,6 4-34 15,-2-6-29-15,1 1-39 0,1-3-42 0,-2 3-210 16,-1-3-503-16,2 2 222 0</inkml:trace>
  <inkml:trace contextRef="#ctx0" brushRef="#br0" timeOffset="154867.71">24361 12132 102 0,'7'-6'194'0,"-3"2"-6"0,2-1-2 0,-1 0-1 16,2 0-9-16,-1-2-11 0,0 0-13 0,1 0-14 15,-1-2-8-15,2 1-4 0,0-2-2 0,-3 1-2 16,4-2-5-16,-4 2-15 0,3-3-2 0,-3 1-16 16,5-4-6-16,-5 3-5 0,-1 0-2 0,1 2-1 15,0 1 6-15,-1-1-8 0,0 4 2 0,-2 0-11 16,-2 6-5-16,4-8-10 0,-4 8-7 0,4-5 8 16,-4 5-19-16,0 0 2 0,0 0 15 0,0 0-10 0,-9 30-2 15,3-16 13-15,2 3-15 0,1-1 2 16,2-4-6-16,0 3 1 0,1 3 2 0,2-2-9 0,2 0 3 15,0-5 2-15,5 0-6 0,-1-1 0 16,2-3 0-16,3 0-2 0,-1-2 0 0,7-1-5 0,-2-1 1 16,4-3-2-16,-2 1-3 0,-3-2 3 0,2-2 2 15,-1-1 1-15,-4-1-5 0,-1 1 3 16,-1-2-2-16,-2-2 1 0,-2 0-3 0,1-1-2 16,-3-1-3-16,0-1 3 0,2-1-1 0,-4-4 1 0,1 4-5 15,-2 1 6-15,0-2-3 0,-2 4-3 0,0-1 1 16,0 10-1-16,2-12 2 0,-1 7-5 0,-1 5 0 15,0 0-2-15,0 0 2 0,0 0 4 0,0 0 6 16,-22 20 5-16,13-6 3 0,1 1-2 0,-2 0-7 16,4 2 6-16,-5-1 1 0,2 1-5 0,3 0 2 15,-3 1-5-15,3-2 6 0,1 2-6 0,0-1-8 16,-1-3-26-16,0 3-5 0,1-1-35 0,1-4-29 16,0-1-36-16,0-2-26 0,-1 0-63 0,3-1-41 15,-3 1-215-15,0-3-520 0,-3 0 231 0</inkml:trace>
  <inkml:trace contextRef="#ctx0" brushRef="#br0" timeOffset="155030.96">24495 11823 1783 0,'6'-11'-5'0,"-2"-1"0"0,-3 3 11 16,2 4-41-16,-3 5-14 0,5-4 22 0,-5 4-12 0,0 0-14 15,10 11-23-15,-2 0-31 0,3 2-126 0,-2 2-251 16,13 6 112-16</inkml:trace>
  <inkml:trace contextRef="#ctx0" brushRef="#br0" timeOffset="155469.37">25403 11972 67 0,'-9'-16'226'0,"2"1"2"16,-1 4-3-16,-4 0-2 0,1 3-1 0,2 2-20 16,-4 2-15-16,-1 3-10 0,-2 1-11 0,-2 4-6 15,-3 3-8-15,3 3-6 0,-6 2-18 0,6-1-10 16,3 1-14-16,1 1-9 0,3 0-11 0,2 0-10 16,2-1-3-16,1-1-4 0,3 1-11 0,3-2-5 15,0-1-6-15,2-3 2 0,0 1-9 0,3-1-5 16,0-3-2-16,-5-3-2 0,8 6-3 0,-3-5-1 15,-5-1-1-15,14 0-3 0,-14 0-2 0,13-3-7 16,-7 0 4-16,1 0 1 0,1-2-7 0,0-2 2 16,-3 3-5-16,3-3 1 0,-2 4-3 0,1-3 1 15,1 2 1-15,-2 3-6 0,-6 1-5 0,14-2 3 16,-14 2-2-16,13 5 2 0,-8 0-1 0,1 5-1 16,0 4-1-16,-4 1 0 0,-2 4 3 0,0 6 5 15,-2 0-4-15,-1 2-1 0,-6-1 2 0,0-1-3 0,2 2 3 16,1-2 5-16,-4 0 3 0,0-1 9 0,1-6-1 15,-2-1 7-15,2 0-5 0,-1 0 1 0,-1-1 2 16,-2-2 2-16,2 0-2 0,-5-3 0 0,2 1-3 16,-1-2 10-16,-1-1-14 0,4-5-21 0,0 0-17 15,-1-2-21-15,1 1-30 0,1-2-35 16,1-1-40-16,1-4-51 0,1 1-69 0,3-2-238 16,0-4-549-16,3-1 243 0</inkml:trace>
  <inkml:trace contextRef="#ctx0" brushRef="#br0" timeOffset="155683.1">25542 12018 105 0,'3'-5'236'16,"2"1"-9"-16,-5 4-16 0,8-6-14 0,-8 6-18 16,0 0-10-16,5-2 1 0,-5 2-4 0,0 0-9 15,6 15-9-15,-6-8-13 0,2 3-8 0,-2 0-14 16,0 0-10-16,0 2-9 0,-2 0-9 0,0 0-7 15,2 0-19-15,-4 4-35 0,3-6-33 0,0 2-34 16,-2-2-38-16,1 0-59 0,0-1-58 0,-4 1-188 16,2-3-417-16,0-1 184 0</inkml:trace>
  <inkml:trace contextRef="#ctx0" brushRef="#br0" timeOffset="156122.01">25704 11978 133 0,'5'7'187'0,"-3"-2"-7"0,3 3-10 0,-1 2-9 15,-2 1-6-15,0 2-7 0,0-2-13 0,-1 5-6 16,0 0-1-16,0-3-13 0,2 3-10 0,-1-3-8 16,-2-1-13-16,2-1-9 0,0-2-5 15,-2-2-4-15,2-1-8 0,-2-6-2 0,1 9 4 16,-1-9 12-16,2 7 15 0,-2-7 19 0,0 0 11 0,0 0-10 15,0 0-11-15,0 0-8 0,0 0 9 0,22-13-19 16,-13 4-5-16,-3-1-1 0,3 1-5 16,5-2-3-16,-1-3-9 0,-1 0-7 0,6-6-6 15,2 1 0-15,-3 0-8 0,2 0-13 0,1-1-19 0,-7 5-9 16,2 1-24-16,-2 1-21 0,-1 1-26 0,-4 4-37 16,-1 1-39-16,-3 2-48 0,2 3-25 15,-6 2-7-15,0 0-9 0,0 0-147 0,0 0-422 0,-8 26 187 16</inkml:trace>
  <inkml:trace contextRef="#ctx0" brushRef="#br0" timeOffset="156366.24">25973 12151 166 0,'16'-1'187'0,"-9"-1"-1"16,7-2-5-16,-5 0-9 0,-1-1-1 0,1-3-7 16,1 2-11-16,-2-1-13 0,1 0-5 0,-4-5-9 15,6 0-7-15,-6 1-3 0,1 1-2 0,-1 1 9 16,-3-1-8-16,0 0-6 0,-2 3-3 0,0 7-1 15,-2-13-10-15,2 7-11 0,0 6-6 0,0 0-5 16,-11-6-5-16,11 6 9 0,-18 8-5 0,9-3-3 16,-2 2-6-16,-3 4-17 0,5-3 2 0,1 2-8 15,1 2-15-15,0-2-26 0,4 3-27 0,1-3-32 16,0 2-33-16,2 2-33 0,2-3-33 0,3 0-37 16,4-3-34-16,-2 3-24 0,2-5-143 0,3 1-430 15,2 2 191-15</inkml:trace>
  <inkml:trace contextRef="#ctx0" brushRef="#br0" timeOffset="156553.09">26210 12143 10 0,'4'-12'194'0,"2"2"-10"0,0-1-4 0,2-5 7 15,1 1-6-15,0 1 6 0,3 2-12 0,-2-1-1 16,-3 6-6-16,3-2-2 0,-2 3-13 0,1 2-6 16,1-1-16-16,1 4-12 0,-1 1-13 0,2 1-13 15,-3 3-6-15,0 0-10 0,-1 2-9 0,2 1-7 16,-3 0-4-16,1 2-2 0,0-1-5 0,-4 3-12 15,1 0-30-15,-1-2-26 0,0 1-38 0,1 2-39 16,-1-4-64-16,3 3-52 0,-2-2-209 0,1-3-454 16,-1-1 200-16</inkml:trace>
  <inkml:trace contextRef="#ctx0" brushRef="#br0" timeOffset="157267.06">27047 11900 227 0,'0'-9'271'0,"0"3"-15"16,0 6-17-16,-7-8-17 0,7 8-2 0,-16 0 0 15,3 4-4-15,-2 4-14 0,-3 1-13 0,1 1-2 16,2 2-8-16,-1 0-6 0,1 1-20 16,2-2-19-16,3 2-5 0,-3 0-17 0,7-1-8 15,0-2-7-15,2 0-12 0,0-1-7 0,4 1-7 16,2 0-5-16,0-1-5 0,4-1-8 0,2-2-4 0,1 0-11 15,2-1-1-15,2 0-1 0,0-1 2 16,6-3-13-16,-6 0 4 0,1 0-5 0,-1-4-5 16,1 0 2-16,-3-1-2 0,6-2-4 0,-5 2-8 0,-3-5 1 15,3 1-3-15,-1-4 0 0,-3-1-6 0,-1-3 5 16,3 2-2-16,-6-1 1 0,0 4-6 16,0-2 8-16,-1 2-15 0,-1 4 12 0,0-1 1 0,0 3 7 15,-2 5-4-15,5-9-3 0,-5 9-5 0,3-4-2 16,-3 4-4-16,0 0 5 0,0 0 1 0,0 0 12 15,-8 27 0-15,4-15 4 0,0-2 12 0,2 2-4 16,1-1 1-16,-1 4 7 0,0-2-7 0,2-1 3 16,2-2-6-16,1 1 4 0,1-1-4 0,4-1-1 15,2 1 10-15,5-1-14 0,2 0-3 0,2-2 1 16,8 0 3-16,-4-3-3 0,4-2 1 0,-4-1 0 16,-4-1 2-16,4-1 10 0,-4 0-16 15,0-2-3-15,-1-3 3 0,-2-2-1 0,0 1-3 0,-1-4 1 16,-1-1 0-16,-1-1-3 0,-1 1 0 0,-3-3 6 15,0-3-10-15,-3 0 3 0,3-1-4 0,-4 1 2 16,3 1-1-16,-6 0-3 0,-1 5 5 0,1-1 0 16,0 5 1-16,-2 1-5 0,0 7 1 0,2-11-3 15,-2 11-11-15,0-6 4 0,0 6-4 0,0 0 0 16,0 0 9-16,-19 13-3 0,12-6 2 0,-3 2 1 16,2 1 0-16,-1 4 1 0,3-3-5 0,-4 3 7 15,3-3 5-15,1 1-5 0,3 0 9 0,1 0-4 16,-3 0 2-16,3 3-7 0,2-1-4 0,2-2 2 15,1-2 7-15,0 2-6 0,1-1 8 0,0-1-7 16,0 2 1-16,1 0-2 0,-1-2 8 0,-1-1-4 0,4 1-4 16,-5 0 4-16,-2-3-5 0,4 2 6 15,-3-4 0-15,-1 3 7 0,0-8-5 0,-3 9 5 16,3-9-12-16,-8 10 9 0,2-6-6 0,0-1-13 16,-1-3-12-16,-4 2-19 0,1 0-22 0,-2 0-20 0,0-1-24 15,-1-1-28-15,4 0-23 0,-3 1-37 16,1-2-59-16,2-2-51 0,-2 1-244 0,4-3-597 15,1 2 264-15</inkml:trace>
  <inkml:trace contextRef="#ctx0" brushRef="#br0" timeOffset="157439.23">27706 12019 42 0,'0'0'241'0,"0"0"-6"0,9-1-16 15,-9 1-17-15,0 0-21 0,0 0-20 0,8-1-15 16,-8 1-22-16,0 0-32 0,0 0-26 0,0 0-27 16,0 0-43-16,0 0-56 0,0 0-49 0,0 0-154 15,0 0-284-15,0 0 126 0</inkml:trace>
  <inkml:trace contextRef="#ctx0" brushRef="#br0" timeOffset="160017.93">7027 13573 69 0,'0'-10'262'0,"0"0"-19"0,2 2-11 0,-2 8-11 15,0-11-16-15,0 11-15 0,-2-10-19 0,2 10-18 16,0 0-18-16,3-6-14 0,-3 6 2 0,0 0-1 15,9 18-5-15,-4-2-5 0,1 1-7 0,1 8-1 16,2 2-11-16,1 0-7 0,0 1-5 0,0 4-10 16,3-3-2-16,-3 0-6 0,4-2-10 0,-3-1-3 15,1-1 3-15,0-1-14 0,-5-7 1 0,1 0-2 16,1-2-5-16,1-1-21 0,-6-2-6 0,3-3-1 16,-2-1 2-16,1 0 0 0,-2-3-3 0,0 1 3 15,-2-3 0-15,-2-3 3 0,4 8 2 0,-4-8 16 16,0 0 8-16,0 0 3 0,0 0-5 0,0 0 3 15,12-13-3-15,-7 3-7 0,-2-2 2 0,3-4-7 16,-1-4 3-16,3-9-1 0,-2 2-2 0,3 0-5 16,-3-1-1-16,4-4 1 0,1 3-6 0,0-1-6 15,-2-3 8-15,4 4 3 0,-2-3-11 0,3 3 1 16,-3 1 0-16,-1 2 3 0,-2 7-1 0,7-3-11 16,-10 9-11-16,-1 2-8 0,2 2-14 0,-2 2-15 15,-2 2-31-15,2 1-21 0,-4 4-2 0,0 0-10 16,0 0-25-16,0 0-39 0,17 13-38 0,-13-1-33 15,1 4-200-15,-6 0-488 0,-3 1 216 0</inkml:trace>
  <inkml:trace contextRef="#ctx0" brushRef="#br0" timeOffset="160368.72">7560 13853 191 0,'-6'9'211'0,"1"1"-14"0,-7 4-4 16,1 1-12-16,0 1-8 0,1-1-14 0,-1 2-14 16,-1-1-11-16,4 1-9 0,1-1-14 0,1-1-8 15,-1-1-16-15,5-4-5 0,0 3-6 0,1-5-7 16,4 3-7-16,-3-3-8 0,1-2 0 0,1 1-6 16,2-2 0-16,3-2 6 0,1-1 2 0,3-1 8 15,-1-1-5-15,1-2 1 0,2-2-1 0,0 0 3 16,2-4-7-16,1 1 6 0,-7-3 1 0,4-1-4 15,-1-3-12-15,0 1 3 0,-5-4-4 0,2 2-6 16,-2-2-1-16,-3-3-4 0,-2 2-4 0,-2-1-7 16,-1-1 0-16,-2 1-4 0,-1 2-2 0,-1 1 1 15,-4 2-4-15,2 0-4 0,0 5 0 0,0 1-4 16,-2 2-3-16,0 1-21 0,-2 4-12 0,0 0-18 16,11 1-17-16,-23 7-20 0,6 2-30 0,2 1-38 15,0 0-47-15,3 2-50 0,-2-2-186 0,5 0-472 16,4-1 209-16</inkml:trace>
  <inkml:trace contextRef="#ctx0" brushRef="#br0" timeOffset="161038.81">7829 13833 144 0,'0'0'193'0,"10"-3"-12"0,-10 3-12 0,0 0-5 15,9 1-8-15,-9-1 12 0,4 10 2 0,-3-2-15 16,0-2 2-16,0 7 1 0,1-2-9 0,-1 6-8 15,-1-2-6-15,1 4-7 0,1-3-11 0,-1-3-12 16,1-1-10-16,2 1-7 0,0-1-4 0,0-1-13 16,0-1-6-16,2-1-5 0,-1 1 0 0,2-3-1 15,1 0-5-15,1-2-3 0,0-2 0 0,5 0 5 16,-2-3-5-16,2-2-2 0,-2 1 2 0,5-3-8 16,-4 0 0-16,-1-3-4 0,0 1-3 0,3-3 4 15,-4 1 11-15,-2-1-10 0,4-4 0 0,-4-1-7 16,-3-2 6-16,0 0 5 0,0-2-13 0,-1 1-5 15,2-2 0-15,-2 3-2 0,-2 0 12 0,0 7 0 16,-2-1 3-16,-1 10-3 0,5-13 1 0,-4 9-16 16,-1 4 15-16,0 0-17 0,4-13-8 0,-4 13-10 15,0 0 1-15,0 0-1 0,0 0 1 0,0 0-3 16,0 26 0-16,-2-11 6 0,-1 2 5 0,-1 1-2 16,0 1 2-16,0-1 4 0,2-1-2 0,1 1-7 15,-1-2 8-15,2-1-3 0,0-2 3 0,3-2-11 16,-1-1 8-16,1-1-6 0,1 1 7 0,0-5-1 15,5 0-5-15,2 0-1 0,1-1 10 0,7-3-10 16,-6 1 9-16,7-7-6 0,-1 2 1 0,2-2 7 16,-2-2-11-16,0-1 2 0,-1-1 5 0,-1-4-10 15,-1 1-4-15,1-1-2 0,-4-2-15 0,4-6 5 16,-6 4 0-16,0-5 12 0,1-1-16 0,-6-3 10 16,-2 3-11-16,0-1-2 0,-2-1 1 0,-2 5 0 15,-2-5 7-15,0 6 1 0,-1-2 1 0,-3 4-5 16,3 1 9-16,0 5 3 0,-1 2 6 0,1-2-4 15,0 4 14-15,0 3-19 0,3 4 1 0,-2-8 2 16,2 8-7-16,0 0 2 0,0 0 5 0,0 0-1 16,-4 34 1-16,6-16-1 0,2 7 5 0,-6 3 6 15,2 1-3-15,-2-1 11 0,2-1 5 0,2-1 2 16,-2-1-6-16,-2 1 5 0,1-7-10 0,1 0 9 16,0-1-2-16,1 0-6 0,1 0 3 0,-2-3 2 15,4-2-2-15,-3-3-2 0,2 1 3 0,-1-1-16 16,1-3-19-16,3 0-22 0,-1-1-22 0,1 0-29 15,-2-4-39-15,-4-2-33 0,9 5-42 0,-9-5-49 0,12 0-40 16,-12 0-259-16,9-5-601 0,-4 1 266 16</inkml:trace>
  <inkml:trace contextRef="#ctx0" brushRef="#br0" timeOffset="161216.37">8385 13830 2190 0,'-9'-8'71'0,"6"5"-18"0,3 3-34 0,0 0-12 15,-9-8-5-15,9 8 0 0,-6-2-4 16,6 2 2-16,0 0 0 0,0 0 6 0,0 0 4 16,0 0 0-16,0 0 0 0,0 0 2 0,28 7 1 15,-12-2-6-15,4-7-36 0,8 2-47 0,1-3-62 16,4 0-70-16,2 1-119 0,15-5-353 0,1 2 156 16</inkml:trace>
  <inkml:trace contextRef="#ctx0" brushRef="#br0" timeOffset="161416.6">9380 13791 72 0,'0'0'280'0,"0"0"-11"16,0 0-16-16,0 0-12 0,0 0-20 16,9 0-20-16,-9 0-21 0,13-1-13 0,-2 1-19 15,2-3-15-15,7 5-12 0,-2-2-14 0,4-2-30 16,-2 2-27-16,0 2-33 0,-1-4-37 0,-5 4-48 15,-1-2-42-15,-3 1-56 0,-2-2-30 0,-8 1-134 16,11 3-357-16,-11-3 159 0</inkml:trace>
  <inkml:trace contextRef="#ctx0" brushRef="#br0" timeOffset="161568.03">9389 13924 216 0,'-8'6'239'0,"1"-6"-6"0,7 0-12 16,-13 6-13-16,9-5-15 0,4-1-13 0,-5 6-6 15,5-6-3-15,0 0-7 0,0 0 0 0,19 7-24 16,0-4-11-16,3-3-13 0,7 1-16 0,3-1-43 16,-1-1-31-16,2-3-46 0,-2 3-57 0,2-4-71 0,0 3-68 15,-3-3-163-15,-3-1-410 0,-7 2 182 16</inkml:trace>
  <inkml:trace contextRef="#ctx0" brushRef="#br0" timeOffset="162838.26">10945 13466 32 0,'0'0'168'0,"-4"-10"0"16,4 10 4-16,-3-11-1 0,-1 6-8 0,4 5-7 15,-5-10-12-15,2 7-3 0,3 3-4 0,-5-7-7 16,5 7-9-16,-5-5-12 0,5 5-12 0,0 0-8 15,-2-7-11-15,2 7-6 0,0 0-12 0,0 0-5 16,0 0 0-16,0 0-1 0,0 0-2 0,5 32 7 16,-3-14 1-16,5 9-2 0,-2 2-5 0,0 1 4 15,2 3-2-15,1 12 0 0,-4-9-3 0,1 10 1 16,2 0 5-16,-1-1 1 0,2 1 19 0,-6-11-7 16,-2 0-4-16,1 11 2 0,-1-13-1 0,0 2-3 15,-1-1 10-15,4 1 1 0,-6 1 3 0,4-2 3 0,-2-2-15 16,-1 1 2-16,2-3 13 0,0 2-16 15,-3-1 2-15,4-2-6 0,1 0-9 0,-2-4 1 16,2 2 1-16,-2-9-5 0,1 11 5 0,-1-3 10 16,2 0-5-16,-2-7-4 0,0 7-9 0,-2-7 4 15,2 4-2-15,2-4 0 0,-1-2-7 0,0-1-2 16,1-3-6-16,-1 0-9 0,1-2 3 0,1 0-2 16,-2 1-4-16,1-5-2 0,0 3-12 0,2-4 15 15,0 0-2-15,0-1 1 0,2-1-3 0,2 0 3 16,2 0-1-16,3-1-3 0,3 1 3 0,-3-4-4 15,0 0 1-15,5 0-5 0,0 0-1 0,1 0-2 16,0-4-2-16,-1 4-19 0,2-4-21 0,-3 1-29 16,4-1-37-16,-3-3-40 0,2 0-45 0,0 2-40 15,-1-4-33-15,-1 2-42 0,7-8-38 0,-8 5-279 16,4-4-665-16,-2 1 295 0</inkml:trace>
  <inkml:trace contextRef="#ctx0" brushRef="#br0" timeOffset="163303.68">11741 13732 202 0,'-3'-4'206'0,"3"4"-9"0,-8-7-14 0,8 7-14 16,-4-6-18-16,4 6-12 0,0 0-14 0,0 0-8 15,-1-6-13-15,1 6-11 0,0 0-7 0,0 0-3 16,8-8 4-16,2 8-7 0,1 0-5 0,0-3-7 16,2 2-4-16,2 1-9 0,-2-2-3 0,-1 2-5 15,0-1-8-15,-3 1-3 0,0 1-5 0,-2 2-4 16,-1-3-1-16,1 3-1 0,0 3 1 0,-2 2-1 15,0 0 1-15,-1 3 7 0,-2 2 6 0,-6 4 4 16,-1 8-2-16,-1-6-3 0,-4 6 8 0,-6 0-3 16,0 2-3-16,-1-4 3 0,-1-1-4 0,2-3 23 15,-1-5 1-15,5 2-8 0,0-3 1 0,2-1-12 16,1-3 0-16,1-1-1 0,2-1-9 0,2-1 1 16,-1-1-6-16,1-1-4 0,4-4-3 0,-5 7-2 15,5-7-3-15,0 0 4 0,0 0 1 0,10 12-3 16,2-11-7-16,1 0-2 0,8-1-7 0,6-1-20 15,2 0-29-15,-1-5-31 0,2 4-35 0,0-2-44 16,-3 1-63-16,-5-1-52 0,-2 1-194 0,-2 0-503 16,3 0 222-16</inkml:trace>
  <inkml:trace contextRef="#ctx0" brushRef="#br0" timeOffset="163716.34">12154 13972 7 0,'0'0'208'0,"4"-5"0"16,-4 5-3-16,0 0-8 0,12 0-15 16,-12 0-5-16,11 4-7 0,-2-2-12 0,-1 4-1 15,1 1-2-15,-1 2-4 0,-1 0-9 0,1 4-30 16,-5-2 1-16,-1 0-7 0,-1 3-6 0,2-3-6 16,-6 2 3-16,1 2-9 0,-2-3 1 0,-5 2-4 15,0-1-3-15,-4 3-5 0,0-6-8 0,1 0-8 16,3-1-6-16,-4-3-6 0,3 0-7 0,0-1 1 15,5-2-8-15,-2 2 0 0,7-5-6 0,-7 4-9 16,7-4-3-16,-7 3 3 0,7-3-1 0,0 0-10 16,0 0 1-16,0 0-2 0,24 0-7 0,-11-1 2 15,1 2-6-15,0-2 1 0,0 2-1 0,4-1 0 16,-1 4 2-16,-5-2-3 0,0 0 1 0,1 0 3 16,-2 2-2-16,-3 0-4 0,2 0 0 0,-3 0 0 15,-2-1 3-15,2 1 3 0,-7-4-2 0,2 9 4 16,-2-9 1-16,0 0 3 0,-14 14 7 0,5-9 3 15,-3-1 0-15,-5 3-1 0,-4-1 1 0,2-2-1 16,-8 1-6-16,6-2 1 0,0-2 1 0,2 1 0 16,-2-1-9-16,1 0-23 0,-1-1-19 0,4 0-31 15,2-1-34-15,-1 1-38 0,4 0-60 0,1-3-72 16,0 2-213-16,6-1-529 0,5 2 233 0</inkml:trace>
  <inkml:trace contextRef="#ctx0" brushRef="#br0" timeOffset="164099.81">12992 13959 56 0,'-12'-4'240'0,"8"2"-2"0,4 2-7 0,-9-4-14 0,9 4-17 16,0 0-20-16,0 0-14 0,0 0-16 0,0 0-17 15,0 0-11-15,20-8-8 0,-4 6-12 0,6 0-8 16,5-1-11-16,3 3-5 0,5-2-9 16,-3 2-6-16,-1-2-6 0,-1 2-15 0,-3 0-22 0,2-3-21 15,-12 3-21-15,2-1-23 0,-2-2-39 0,-1 3-54 16,1-1-42-16,-7 0-185 0,-1-2-394 0,-5 0 175 16</inkml:trace>
  <inkml:trace contextRef="#ctx0" brushRef="#br0" timeOffset="164305.24">13203 13801 28 0,'0'0'253'0,"0"0"-14"0,-8-3-22 0,8 3-21 16,0 0-19-16,0 0 3 0,0 0 0 0,-10 18 2 16,10-4-6-16,-2 3-2 0,1 8-5 0,-1 3-6 15,0-2-9-15,2 2-7 0,-4-3-9 0,4 1-8 16,0 2-16-16,-2-10-9 0,2 8-8 0,0-5-36 15,-3-2-7-15,3 0-17 0,0 0-38 16,-5-2-33-16,1 0-39 0,2-1-34 0,-1-2-46 0,3-2-63 16,-2 0-249-16,0-2-503 0,0-1 222 0</inkml:trace>
  <inkml:trace contextRef="#ctx0" brushRef="#br0" timeOffset="165629.79">13969 13492 74 0,'-5'-10'176'0,"5"10"4"0,0 0-2 0,0 0-9 16,-2-7-9-16,2 7-9 0,0 0-9 0,0 0-6 16,0 0-7-16,-3-6-3 0,3 6-19 0,0 0-8 15,0 0-9-15,0 0-8 0,0 0-9 0,0 0-10 16,0 0-5-16,0 0-2 0,12-5-8 0,-12 5-4 15,15-1-6-15,-3 1-3 0,-1-1 0 0,2 0-6 0,3-1-1 0,-3 1-2 16,6 0-4-16,-8 1 0 0,3-2-5 0,-1 2-3 16,-2-1 0-16,0-2-1 0,-4 3-4 0,2 0 0 15,-9 0 0-15,14-1-3 0,-14 1-3 0,10 1 1 16,-10-1-4-16,7 4 2 0,-3-1 0 0,-4-3-1 16,6 11 1-16,-6-4 5 0,-2 4 6 0,-3 0 0 15,0 5 1-15,-6 1-4 0,1-1 2 0,-7 5 1 16,-1-1 2-16,1-3-1 0,-2 2 1 0,0 0 1 0,0-7 0 0,6 1-3 15,-5 1 1-15,5-4-1 0,-4 3-1 0,4-1 2 16,2-4-2-16,4-2 2 0,0 0-6 0,1 1 0 16,-2-4 0-16,4 0-3 0,4-3 0 0,-5 6 3 15,5-6 3-15,-2 6-5 0,2-6 2 0,0 0-4 16,11 10 4-16,1-9-2 0,3 1 0 0,4 0-10 16,8-3-16-1,2 6-16-15,-9-4-32 0,9 1-41 0,-6 1-49 16,4-5-48-16,-4 4-198 0,-8 0-437 0,-1-2 194 0</inkml:trace>
  <inkml:trace contextRef="#ctx0" brushRef="#br0" timeOffset="165914.59">14375 13698 84 0,'12'0'177'0,"-12"0"-13"16,8 3-4-16,-8-3-6 0,9 8 12 0,-8 1 8 15,1 1 0-15,0 1-11 0,-2 0-10 0,0 5-9 16,-4 0 1-16,-4 1-9 0,-1 0-6 0,-2-2-9 16,-2 1-12-1,1-1-5-15,0-1-8 0,-2-1-8 0,-2 2-3 0,4-5-14 16,1-1-7-16,5-2-6 0,-3-1-5 0,4-2-5 16,-2-1-7-16,7-3-1 0,-6 7-5 15,6-7-1-15,-4 5-1 0,4-5-6 0,0 0-10 16,0 0-12-16,27 0-18 0,-14-2-20 0,8-1-27 0,0 0-34 15,6-3-32-15,4-1-59 0,-3-2-36 16,3 1-200-16,-1 0-454 0,1-3 201 0</inkml:trace>
  <inkml:trace contextRef="#ctx0" brushRef="#br0" timeOffset="166369.44">14871 13516 173 0,'0'0'260'16,"-1"-12"-14"-16,1 12-5 0,0-11-13 0,0 11-18 15,0 0-20-15,-1-10-24 0,1 10-19 0,0 0-15 16,0 0-4-16,0 0-6 0,0 0-3 0,2 41-1 16,-1-21-8-16,-1 5-4 0,2 2-9 0,-4-2-10 15,2 2 0-15,-1-2-7 0,1 0 6 0,-1-2-1 16,0 3-16-16,-1-11-2 0,2 3-2 0,0-3-6 15,0-2-8-15,2 0-5 0,-4-3-2 0,2 2-3 16,0-5-8-16,0-7 4 0,0 12-9 0,0-12-7 16,-1 7 3-16,1-7 2 0,0 0 11 0,0 10-9 15,0-10 10-15,0 0 7 0,0 0 10 0,0 0-13 16,0 0-2-16,0 0-4 0,0 0 2 0,0 0-6 16,0 0-6-16,0 0-2 0,13-30-9 0,-7 18 5 15,5-4-17-15,-1 0 2 0,1 1-2 0,9-3-3 16,-7 3 2-16,1 3-9 0,1-1 4 0,-1 2-6 15,-1 5 5-15,-3-1 0 0,3 2-4 0,-1 0-3 16,1 5 5-16,0-1 0 0,-13 1 1 0,20 4 1 16,-9-1-11-16,-4 4 5 0,2-1 1 0,-4 3-1 15,0 1 16-15,-2 1-13 0,0-1 2 0,-1-1 2 16,2 7 0-16,-2-3-22 0,-4 0-29 0,0-3-22 16,2 2-36-16,-2-1-31 0,-2-2-35 0,-1 1-49 15,5-2-52-15,-2-1-239 0,2-7-559 0,0 0 248 16</inkml:trace>
  <inkml:trace contextRef="#ctx0" brushRef="#br0" timeOffset="166584.26">15341 13682 87 0,'0'0'225'0,"3"-9"-13"0,-3 9-24 15,2-5-20-15,-2 5 2 0,0 0 6 0,0 0-3 16,0 0-11-16,0 0-9 0,0 26-3 0,-2-16-12 15,4 3-11-15,-4-3-14 0,2 2-9 0,-1 0-10 16,1 0-7-16,-2-2-10 0,2 2-9 0,0 0 0 0,0-2-24 16,0-1-22-16,-1 1-28 0,-1-3-29 15,2 0-41-15,0-7-55 0,0 0-49 0,-1 14-53 16,1-14-125-16,0 0-388 0,-6 11 173 0</inkml:trace>
  <inkml:trace contextRef="#ctx0" brushRef="#br0" timeOffset="166737.24">15349 13486 153 0,'0'0'142'0,"0"0"-9"0,0 0-12 0,0 0-33 16,0 0-39-16,0 0-53 0,9 28-61 15,-9-16-39-15,1-1-110 0,2 2 48 0</inkml:trace>
  <inkml:trace contextRef="#ctx0" brushRef="#br0" timeOffset="167069.09">15514 13795 2 0,'4'3'248'0,"-4"-3"-2"0,0 0-6 16,0 0-7-16,12-1-12 0,-12 1-18 0,0 0-10 15,16-5-14-15,-11 3-6 0,2-1-8 0,2 0-10 0,2-1-18 16,1-3-8-16,3 0-7 0,-2 2-10 0,2-2 2 15,-2-2-13-15,2 0-5 0,-6 0-1 16,-1 0-10-16,0 0-6 0,-2 1-6 0,-1-2-2 16,-3 4-4-16,0 0 1 0,-2 6-9 0,-2-13-11 15,2 13-3-15,-10-8-9 0,3 5-10 0,-5 3 6 0,-2 3-1 16,-2 1-7-16,-2 5 5 0,0 2 23 16,-4 5-15-16,7-3 2 0,-4 4-2 0,7-4-3 15,3 3 6-15,1-5 0 0,4 5-8 0,1-1 0 16,3 0-7-16,0-3 0 0,5-2 1 0,4 1 0 15,6-3-7-15,0 3-3 0,2-2-27 0,1 1-20 16,2-4-31-16,-2-1-32 0,1 0-28 0,-5-1-34 16,-3-1-37-16,-2-2-44 0,1 1-47 0,-3-1-255 15,-7-1-581-15,0 0 257 0</inkml:trace>
  <inkml:trace contextRef="#ctx0" brushRef="#br0" timeOffset="167317.29">15381 13360 253 0,'-2'-10'239'0,"2"10"-24"0,-1-7-21 0,1 7-25 16,0 0-17-16,0 0-29 0,-2-9-24 0,2 9-22 16,0 0-33-16,0 0-52 0,0 0-57 0,17 17-73 15,-11-9-88-15,1-1-244 0,0 3 107 0</inkml:trace>
  <inkml:trace contextRef="#ctx0" brushRef="#br0" timeOffset="168119.87">14024 14286 50 0,'-10'0'146'0,"-2"-2"1"0,1 0-17 15,2 2 3-15,9 0 1 0,-16-2-2 0,10 1 0 16,6 1-16-16,-11 0-6 0,11 0-1 0,0 0-8 16,-9 0-5-16,9 0-3 0,0 0-6 0,0 0-7 15,-10-2-6-15,10 2-6 0,0 0-9 16,0 0-4-16,0 0-8 0,0 0-2 0,0 0 0 15,0 0-13-15,0 0 3 0,0 0 0 0,0 0 0 0,25 11 4 16,2-9-2-16,9-2 0 0,20 2-6 0,3-3 0 16,39 4-1-16,-3-5-1 0,6 4-2 0,6-1-1 15,-1 0-6-15,6-3 2 0,-1 2-9 16,0 0 2-16,-7-6 3 0,-1 4-3 0,-1 5 0 16,-7-2-4-16,-2-5-3 0,0 4 6 0,-29 0 3 0,2 0 3 15,-4-2 5-15,-2 2 6 0,-4 2 3 16,0-6 3-16,-15 2 6 0,-4 1 4 0,-1 1-3 15,-3-3 0-15,-2 3 0 0,-9-1-7 0,-4 1 2 0,-5-2 0 16,-1 2-4-16,-3-3-2 0,0 3-4 16,-9 0 0-16,13 0-8 0,-13 0-4 0,6-1 5 0,-6 1-5 15,0 0-2-15,0 0-6 0,0 0-19 0,0 0-13 16,0 0-16-16,0 0-14 0,-36 0-29 0,23-1-25 16,0 0-35-16,-4 0-46 0,-2 1-36 0,0 0-214 15,-1 1-474-15,-3-1 210 0</inkml:trace>
  <inkml:trace contextRef="#ctx0" brushRef="#br0" timeOffset="170216.46">14016 14463 147 0,'0'0'169'0,"-2"-6"-9"16,2 6-4-16,0 0-6 0,-5-7-2 0,5 7-10 16,0 0-12-16,0 0-12 0,0 0-12 0,0 0-9 15,0 0-11-15,0 0-9 0,0 0-5 0,9-7-9 0,-9 7-3 16,20 0-7-16,-7 0 1 0,1 0-7 16,4 1-5-16,4-4-2 0,-3 3-1 0,0 0-4 0,0-2 1 15,-1 3-1-15,-3-1 1 0,-3 0-4 16,0 0 0-16,0 0-1 0,-5 0-6 0,3-1-1 15,-10 1-2-15,8 1-2 0,-8-1-5 0,0 0-1 0,11 0-4 16,-11 0 1-16,5 4-2 0,-5-4 3 16,1 8 7-16,-2 0 9 0,-4 3 9 0,-4 4 5 15,-7 6 2-15,3 0 5 0,-5 1-5 0,2 3 2 16,-4-2 3-16,1 1-20 0,-4-2 7 0,2 0-6 16,1-2-2-16,2-1 2 0,5-4-7 0,-1-2 0 0,3 2-1 15,2-6-2-15,2 2 0 0,1-3-1 0,-3 2-6 16,5-3 2-16,-2-1-2 0,2 0 2 15,2 0-2-15,2-6 1 0,0 0 0 0,2 12 0 16,-2-12-3-16,11 6 3 0,-4-5-1 0,6 3-3 16,4-3-2-16,2 0 4 0,2-1-7 0,1 1-11 0,1-3-21 15,-3 1-33-15,2-2-25 0,-1 2-34 16,1 0-47-16,7-2-49 0,-8 0-182 0,-3 0-432 16,4-2 192-16</inkml:trace>
  <inkml:trace contextRef="#ctx0" brushRef="#br0" timeOffset="170499.8">14470 14683 34 0,'0'0'153'0,"9"0"0"16,-9 0-18-16,0 0-7 0,10 7 11 0,-5-3-11 15,-2 1 3-15,1 4-6 0,-4 1-9 0,0 0 1 16,0 2 2-16,-2 3 0 0,-1 0-6 0,-4 1-11 15,0 0-5-15,-1 0-7 0,0 0-7 0,-2-3-4 16,-1 1-10-16,4-6-2 0,-3 2-7 0,4-3-2 16,0-3-4-16,3 1-9 0,-3-1-7 0,6-4-1 15,-3 6-5-15,3-6-1 0,0 0-1 0,-3 8-3 16,3-8 0-16,0 0-4 0,13 3-5 0,-3-3-11 0,4 0-22 16,4-1-21-16,2 1-25 0,0-3-35 15,0-1-50-15,1 1-42 0,0-1-186 0,-4-1-405 16,12-2 179-16</inkml:trace>
  <inkml:trace contextRef="#ctx0" brushRef="#br0" timeOffset="170732.56">14769 14702 149 0,'0'0'200'0,"0"0"-9"0,0 0-19 16,0 0-9-16,0 0-15 0,0 0-2 0,0 0-16 16,0 0-7-16,26-2-14 0,-6 0-11 0,-1 2-8 15,3-2-10-15,1 2 0 0,-1 0-17 0,-1-1-4 16,-2 1-19-16,1 0-20 0,-2 0-27 0,-4 0-30 16,-3 0-35-16,3-3-49 0,-3 0-35 0,-1 1-122 15,-10 2-302-15,15-4 134 0</inkml:trace>
  <inkml:trace contextRef="#ctx0" brushRef="#br0" timeOffset="170953.5">14975 14581 202 0,'0'0'214'0,"-5"-6"-3"0,5 6-11 16,0 0-10-16,-8-4-14 0,8 4-19 0,0 0-18 15,0 0-14-15,0 0-5 0,0 0-2 0,0 0-2 16,-9 19-7-16,9-7-3 0,-4 4-9 0,3 0-3 15,-1 0-12-15,0 0-4 0,-1 0-14 0,1 2-1 16,0 0-7-16,2-2-7 0,-2 0-2 0,4 1-8 16,-2-1-28-16,-2-1-26 0,1-2-28 0,1-2-26 15,0 1-41-15,1-2-55 0,1-1-52 0,-2-1-157 16,0-8-406-16,7 8 180 0</inkml:trace>
  <inkml:trace contextRef="#ctx0" brushRef="#br0" timeOffset="171385">15328 14519 30 0,'2'-4'248'0,"-2"4"-21"0,1-10-19 0,-1 10-21 16,0 0-18-16,0 0-10 0,0 0 8 0,0 0-8 15,0 0-11-15,-1 35-3 0,-3-12-6 16,2-2-11-16,-3 4-6 0,2 0-6 0,-1-6-2 0,0-2-23 15,2 2-5-15,-1-3-9 0,1 1-6 0,2 0-5 16,0-6 2-16,-3 2-6 0,2-3-7 0,1 0 3 16,-1-3-5-16,1-7-12 0,0 11-6 15,0-11-1-15,-2 7-6 0,2-7 7 0,0 0-2 16,0 9 3-16,0-9 6 0,0 0 8 0,0 0 6 16,-1 7 3-16,1-7 2 0,0 0 4 0,0 0-8 0,0 0-5 15,0 0-1-15,0 0-10 0,0 0-9 0,10-25-4 16,-2 17-2-16,1-6-9 0,5 3 0 15,-1-3-9-15,2 2 0 0,1-1-2 0,1 3 3 16,-1 1-8-16,0 0 3 0,0 4-5 0,-2-2 4 16,-3 3-5-16,3 3-2 0,-2 2 1 0,-2 3-2 0,1 1 0 15,-3 1 1-15,1 3 0 0,-1-1-1 0,-2 2-3 16,-2 0 2-16,-1 3 0 0,-3-2 5 16,0 5 1-16,-2-2 0 0,1-1 1 0,-3-1-14 0,1-1-20 15,1-1-30-15,-3 2-34 0,2-2-35 0,0-1-40 16,-4-2-61-16,7-1-44 0,-2 0-226 0,2-6-544 15,0 0 241-15</inkml:trace>
  <inkml:trace contextRef="#ctx0" brushRef="#br0" timeOffset="171618.25">15724 14663 117 0,'0'0'226'0,"2"-9"-9"16,-2 9-30-16,0 0-17 0,0 0-22 0,0 0 1 15,0 0 7-15,0 0 2 0,4 21-9 0,-5-13-10 16,0 4-11-16,-1 1-9 0,1 2-9 16,-3 1-13-16,2-1-8 0,0-1-5 0,2-3-10 15,-1 2-10-15,-1-1-4 0,0 0-4 0,2-2-12 16,-1 1-23-16,1-1-27 0,-1-4-22 0,1-6-26 0,-2 14-28 16,1-9-36-16,1-5-38 0,0 0-27 0,-4 7-174 15,4-7-385-15,0 0 172 0</inkml:trace>
  <inkml:trace contextRef="#ctx0" brushRef="#br0" timeOffset="171763.53">15749 14467 49 0,'0'0'140'0,"0"0"-6"0,0 0-20 0,0 0-23 16,0 0-30-16,0 0-34 0,0 0-52 0,0 0-74 15,0 0-106-15,14 27 46 0</inkml:trace>
  <inkml:trace contextRef="#ctx0" brushRef="#br0" timeOffset="172103.23">15894 14755 177 0,'0'0'225'0,"1"8"-2"0,-1-8-2 16,0 0-7-16,0 0-10 0,0 0-7 15,0 0-17-15,0 0-14 0,13-1-10 0,-13 1-12 16,11-7-4-16,-2 2 0 0,0 0-12 0,3-3-12 16,-3 1 1-16,2 0-9 0,-1-1-11 0,-1 0-1 15,0-3 0-15,-1 2-17 0,-3-1-11 0,-1 1 2 0,-4 9-8 16,2-14-4-16,-2 14-8 0,-2-11-7 16,2 11-6-16,-8-9 2 0,8 9-7 0,-18 0-3 15,5 3-2-15,-4 3 7 0,-1 4 5 0,0 0-2 16,0 2 4-16,4-1-9 0,1 2 16 0,0 0-11 15,2 1-10-15,2-3-1 0,4 2-1 0,2-1-2 16,1-1 4-16,3 1-10 0,0-2 3 0,6 0 7 16,1-1-8-16,1-1 3 0,8-1-9 0,-2-1-20 15,7-2-30-15,-3-2-25 0,8 0-31 0,1-1-42 16,-5-1-30-16,-1 0-44 0,-3-3-62 0,0 1-55 16,-7 0-166-16,6-5-532 0,-7 2 236 0</inkml:trace>
  <inkml:trace contextRef="#ctx0" brushRef="#br0" timeOffset="173299.69">16736 13650 114 0,'0'0'139'0,"0"0"-10"0,0 0-17 16,11-10-5-16,-5 6-10 0,0 2-2 0,2-1-7 15,0-2-2-15,3 1 0 0,-1 0-5 0,0-1 4 16,-1 1-3-16,0 0 2 0,3 1-4 0,-2-1 3 15,0 2-10-15,-1-1-5 0,0 0-1 0,0 1-2 16,-1 0-11-16,2-1-6 0,0 2 2 0,0 0-8 16,2 1-5-16,-2-2-6 0,0 2 7 0,2 0-5 15,-1 0 1-15,2 0 6 0,0 0-2 0,-3 2 17 16,1-1-6-16,0 0-5 0,0-1-1 0,-1 2-2 16,-2-1-3-16,-8-1-3 0,13 0 1 0,-13 0-6 15,10 0-1-15,-10 0-4 0,8 2 1 0,-8-2-2 16,0 0 0-16,9 1 1 0,-9-1 3 0,0 0 7 15,0 0-1-15,0 0-1 0,9 1 0 0,-9-1 1 16,0 0 0-16,0 0-3 0,0 0-2 0,0 0 0 16,0 0-8-16,0 0 1 0,0 0-3 0,0 0-3 15,0 0-2-15,0 0 0 0,0 0-1 0,0 0-6 16,0 0 1-16,0 0 1 0,6 3-1 0,-6-3 1 16,0 0 0-16,4 8 0 0,-2-4-4 0,-2-4 1 15,4 8 3-15,-1-3 3 0,0 2-1 0,-2-1 5 16,1 4 4-16,3-1-1 0,-2 3-1 0,1-2 6 15,-2 2 2-15,2-1 2 0,-3 1-3 0,3 4 0 16,0 0 6-16,0 1-4 0,0 0 0 0,-2 3 9 16,1-2 0-16,1 7-1 0,1-1-4 0,0 2 3 15,-1 0 0-15,-2 1 14 0,5-3-16 0,-4 3 0 16,1 0-1-16,-2-3-7 0,0 6 3 0,-1-3 9 16,-1 0-7-16,0 1 3 0,0 0 0 0,-1-4 20 15,0 5-12-15,0-3-13 0,-3 0 21 0,2-3 0 16,0 2-3-16,1 0-8 0,-1-7 1 0,-1 7-7 15,3-6 7-15,-2 1-33 0,2 5 25 0,-2-6 0 16,2 5 3-16,0-3-2 0,-1-3-14 0,-1 2-3 16,2-1 3-16,0 7 3 0,0-6-5 0,0-3-24 15,0 1 20-15,2 0 1 0,-2 3 0 0,1-3-5 16,-1-3 6-16,1 6-2 0,-1-3-44 0,-1-1 8 16,2 2 5-16,-1-3 3 0,-1 2-1 0,2-1-3 0,-2-6 8 15,2 1 3-15,-1 1-1 0,0-2-3 0,0 1 7 16,-1 0-12-16,2 0 11 0,-1-1 3 15,0-1 2-15,1 0-7 0,-2 0 3 0,1 1 1 16,-1-3 8-16,1 1-4 0,0-9-7 0,-1 14 16 16,1-8-10-16,0-6 1 0,-4 13 2 0,2-7 2 0,-1-1 0 15,3-5 1-15,-7 8 0 0,4-3-2 16,3-5 4-16,-8 9-7 0,1-7 6 0,0 1 5 16,-5 1-6-16,-6 0-1 0,-1 0 3 0,-10-2-2 15,8 2-5-15,-7-3 6 0,-1-1-2 0,-2 4-13 16,-2-3 8-16,1-1-15 0,0 3-18 0,-3-4-23 0,3 2-28 15,-3 0-40-15,1 1-39 0,1 0-52 16,1-4-88-16,-2 4-291 0,2-4-646 0,1 1 286 16</inkml:trace>
  <inkml:trace contextRef="#ctx0" brushRef="#br0" timeOffset="175526.07">17505 14004 101 0,'0'0'189'0,"0"0"-9"0,-15-13-12 0,15 13 2 0,-9-2-11 15,9 2-4-15,0 0-8 0,-10-3-6 0,10 3-10 16,0 0-6-16,0 0-12 0,0 0-6 0,-9-4-13 16,9 4-8-16,0 0-4 0,0 0-12 0,0 0-5 15,0 0-6-15,0 0-8 0,0 0-4 0,28 0-5 16,-9 0-2-16,9 0-6 0,4 0-3 0,1 0-4 16,-2 0-1-16,5 0-6 0,-6-1-9 15,0 1-16-15,-2 0-20 0,-10 0-24 0,0 0-23 16,-4-2-32-16,-1 2-32 0,-3-2-20 0,-2 1-21 15,-8 1-148-15,11 0-352 0,-11 0 157 0</inkml:trace>
  <inkml:trace contextRef="#ctx0" brushRef="#br0" timeOffset="175949.76">17712 13966 135 0,'0'0'191'0,"0"0"1"16,-6 0-10-16,6 0-12 0,0 0-16 0,0 0-7 15,0 0-20-15,0 0 0 0,-5 7 7 0,3 1 1 16,1 0-7-16,-1 2-8 0,-2 6-7 0,1 2-9 16,1-1-5-16,1 4-2 0,-1-3-10 0,1 1-7 15,-2 1-5-15,0 0-6 0,0-2-1 0,3 2-13 16,-1-2-3-16,-1 1-5 0,2-2-1 0,-1-2-7 16,2 0-5-16,1-1-2 0,-1-2-5 0,-1 0 1 15,0-2-3-15,0 2-2 0,0-3-1 0,0 1-3 16,1-2 0-16,-1-8-7 0,0 12 5 0,-1-5-7 15,1-7 3-15,-1 9-4 0,1-9-1 16,0 8 4-16,0-8-3 0,-7 6 0 0,7-6 2 0,-9 5-2 16,9-5 1-16,-10 1-5 0,10-1 2 0,-13 2 0 15,6-2-3-15,7 0 0 0,-13-3 1 0,13 3 3 16,-14-1-2-16,14 1-5 0,-9-4 3 16,9 4 2-16,-8-1 0 0,8 1-3 0,-6-3 1 0,6 3-3 15,0 0 0-15,0 0 5 0,0 0-2 0,0 0 0 16,0 0 1-16,0 0 1 0,0 0 1 0,0 0-5 15,30-5 0-15,-17 4-1 0,3 1-6 0,3-1-19 16,3-1-16-16,-3 2-25 0,-1 0-27 0,2-1-42 16,-2 0-33-16,4-1-39 0,1-1-45 0,-5 1-159 15,-3 0-443-15,0 0 196 0</inkml:trace>
  <inkml:trace contextRef="#ctx0" brushRef="#br0" timeOffset="176168.42">18022 14290 188 0,'0'0'228'16,"0"0"-3"-16,2-6-1 0,-2 6-14 0,0 0-12 16,0 0-18-16,0 0-21 0,0 0-9 0,0 0-3 15,0 0 19-15,0 0 13 0,-9 28 5 0,5-17-14 16,-2 2-13-16,-3 2-10 0,4 0-21 0,0 3-10 16,-2-2-12-16,5 1-3 0,-3 0-13 0,-2-1-7 15,2 1-12-15,0-2-6 0,3 3-18 0,-1-3-30 16,2-2-30-16,-2-2-29 0,3 0-35 0,-1 1-46 15,0 1-41-15,1-3-62 0,0-2-59 0,-2-1-176 16,2-7-501-16,0 0 221 0</inkml:trace>
  <inkml:trace contextRef="#ctx0" brushRef="#br0" timeOffset="176499.7">18634 14219 70 0,'-8'-5'274'0,"4"0"-5"0,4 5-7 16,0 0-18-16,-6-5-9 0,6 5-25 0,0 0-25 16,0 0-17-16,-4-6-20 0,4 6-13 0,0 0-13 0,0 0-8 15,0 0-9-15,27 0-6 0,-13 0-11 0,4-2-9 16,4 4-11-16,-2-4-7 0,1 4-22 16,-2-2-23-16,0 0-45 0,-6 0-32 0,-2-2-46 15,-2 4-57-15,1-4-49 0,-10 2-191 0,9 0-435 16,-9 0 192-16</inkml:trace>
  <inkml:trace contextRef="#ctx0" brushRef="#br0" timeOffset="176666.49">18558 14288 28 0,'0'0'213'0,"0"10"-15"0,0-10-12 0,14 4-9 15,-3-2-13-15,4-1-16 0,2 2-7 0,2-2-22 0,2 2-6 16,0-2-12-16,-1 1-15 0,-1 0-30 0,1-1-39 15,-6-2-47-15,5 1-52 0,-1 0-51 16,-8 1-118-16,3-2-271 0,-4 0 120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9:37:42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19087 13508 53 0,'-1'-15'136'0,"0"7"1"15,0-2 1-15,-1 1-3 0,2 0-16 16,0-1-7-16,0 0-9 0,0-2 4 0,-1 2 5 0,-3 0 7 16,4 10 0-16,0-14-3 0,-1 9-3 0,1 5-6 15,0-10-7-15,0 10-2 0,0 0-9 16,-1-9-14-16,1 9-10 0,0 0-8 0,1-8-2 16,-1 8-13-16,0 0-5 0,0 0-4 0,0 0-7 15,0 0-3-15,0 0 0 0,0 0-1 0,0 0-4 0,10 27-5 16,-7-12 3-16,1 2-1 0,-2 2-2 0,1 0-1 15,-1 6 0-15,2 1 5 0,-1 1-4 0,2-2 1 16,-4 2 1-16,0 1-2 0,2 1 2 16,-2 1-3-16,0-4 0 0,-1 2 1 0,-1 1-1 15,1-3-1-15,1 1 0 0,-2 0-3 0,2-1 0 0,-1-2 0 16,2-5-18-16,0 2 3 0,1 5 0 0,1-1-1 16,0-6 1-16,-2 5-1 0,4 2 4 15,-1-1 0-15,-1-7 3 0,1 1-2 0,1 6 4 16,-2-6 2-16,-1 5-1 0,2-5 0 0,-1 7-2 15,-1-7 4-15,1-1-1 0,-1 0 3 0,0 2-4 0,-2 0-1 16,1-4 4-16,-2 1-2 0,0 0 2 0,0 2 2 16,1-1 2-16,-1 0 1 0,-1-2 1 0,1 1-1 15,-2-2 1-15,2 2 8 0,0 1-8 0,0-9-1 16,2 8-1-16,-1-7 3 0,-1 2 2 0,0-3-1 16,0 2 3-16,0-1-4 0,0-3 0 0,1 0-4 15,0 1 0-15,2-3 0 0,1 3 2 0,-4-8 2 16,5 10 3-16,-1-4 1 0,0-2 1 0,2 0-1 15,2 2 1-15,3-1-2 0,-2-3 1 0,1-2 1 0,3 3 2 16,1-2-4-16,0-1 3 0,3 0-5 0,2-1 1 16,-7 0-5-16,1-1-3 0,0 1-4 15,1 0-14-15,-2 1-18 0,-1-2-10 0,0-1-28 0,-1 3-19 16,-10 0-34-16,15-3-43 0,-15 3-25 0,15-7-33 16,-7 6-154-16,-8 1-407 0,14-8 180 0</inkml:trace>
  <inkml:trace contextRef="#ctx0" brushRef="#br0" timeOffset="700.1">19739 13417 135 0,'-2'-10'160'0,"-2"4"5"0,1-1-5 15,1 0 4-15,2 7-8 0,-5-8-4 0,5 8-13 16,-3-8-14-16,3 8-12 0,-2-6-16 0,2 6-11 16,0 0-10-16,0 0-3 0,0 0-5 0,0 0 13 15,7 36-8-15,0-17-4 0,-4 6-4 0,4 3-4 16,-2 0 2-16,-1 2-3 15,0-1-1-15,-1-3-10 0,2 2-4 0,-1-8-4 16,1-1-3-16,-2 0-2 0,0 0-5 0,-2-1-1 16,0-5-3-16,1-1-2 0,0 1-5 0,-1-4 0 15,2 1-3-15,-2-4-1 0,0-1-1 0,-1-5 6 16,0 10 5-16,0-10 5 0,3 6 13 0,-3-6 5 16,0 0 14-16,0 0 4 0,1 7-5 0,-1-7-9 15,0 0 4-15,0 0-12 0,0 0-6 16,0 0-5-16,8-27-4 0,-6 17-3 0,4-2-1 15,0 2-1-15,3-5-7 0,-1 0-11 0,1 1 1 16,2-1-2-16,-1 2-1 0,-2 3-4 0,0 1 4 16,0 2-3-16,0 0-5 0,0-2-1 0,1 4 4 15,-2 0-4-15,1 1-6 0,-1 3-1 0,-7 1 1 16,15 0 3-16,-7 1-2 0,1 5 3 0,1-1-2 16,-3 3 4-16,1 1-6 0,0-1 7 0,1 5-1 15,-3-2 0-15,-2 0 3 0,1-1-2 0,-1 0-3 16,0 3 2-16,-2 2-5 0,2-3-12 15,-1-2-21-15,-1 0-12 0,-1 1-23 0,1-4-32 16,-2 1-31-16,0-8-40 0,2 12-27 0,0-5-41 0,-2-7-147 16,2 8-425-16,-2-8 188 0</inkml:trace>
  <inkml:trace contextRef="#ctx0" brushRef="#br0" timeOffset="917.12">20161 13607 86 0,'0'0'171'0,"-1"-12"-5"15,1 12-1-15,0-9 1 0,0 9-11 0,0 0-9 16,0 0-14-16,-2-11-13 0,2 11-13 0,0 0 1 16,0 0 7-16,0 0-2 0,0 0-9 0,0 0-9 15,0 0-9-15,-7 30-10 0,7-18-6 0,0-3-8 16,0 1-3-16,0 1-7 0,1 1-8 0,-1-2 0 16,3 5-4-16,-3-2-3 0,1 1-16 0,1-3-27 15,-2-1-24-15,2 1-28 0,-2-11-24 0,1 18-18 16,0-8-26-16,-1-10-33 0,0 13-16 0,0-7-121 15,0-6-321-15,0 0 142 0</inkml:trace>
  <inkml:trace contextRef="#ctx0" brushRef="#br0" timeOffset="1075.79">20134 13390 143 0,'-2'-5'138'15,"2"5"-19"-15,-4-6-15 0,4 6-5 0,0 0-20 16,0 0-21-16,0 0-31 0,0 0-28 0,6 22-27 16,1-12-28-16,-1 5-58 0,0 3-123 0,3-1 54 15</inkml:trace>
  <inkml:trace contextRef="#ctx0" brushRef="#br0" timeOffset="1430.65">20405 13698 171 0,'0'0'189'0,"0"0"-13"0,0 0-7 16,0 0-6-16,17-7-5 0,-13 3-10 0,2 1-14 15,3-2-6-15,0-5-7 0,1 3-8 0,0-2-12 16,4-1-4-16,-1-1-9 0,-4 3-6 0,0-1 1 16,-3 1-8-16,1-1-8 0,-2 1-9 0,0-1-3 15,-2 0-5-15,-3 0-7 0,-2 0 2 0,2 9-3 16,-2-13-5-16,-3 7-7 0,-2 2-5 0,0 1-2 15,-1 2 0-15,-5 2-6 0,-1 2-1 16,-3 3-1-16,0 4-2 0,0 0-3 0,3 1 1 0,-6 6-2 16,8-4 0-16,-7 7 0 0,9-4 0 0,1 0 1 15,1 0-3-15,3 0 4 0,1-4 6 0,5 5 0 16,3-1 9-16,1-4-7 0,5 2 10 0,1-1 2 16,4 0 4-16,3-3-2 0,2-2-1 0,7 0-2 15,0-2-3-15,1-3 1 0,0-3-8 0,-1 2 1 16,0 1-5-16,-5 0-18 0,-2-3-27 0,-6 3-36 15,-2-2-49-15,-1-1-54 0,1 0-47 16,-3 0-223-16,-9 0-475 0,0 0 210 0</inkml:trace>
  <inkml:trace contextRef="#ctx0" brushRef="#br0" timeOffset="3666.6">20970 13382 126 0,'0'0'158'0,"1"-9"-4"15,-1 9-9-15,0-10-9 0,0 10-19 0,0 0-2 16,-2-10-11-16,2 10-8 0,-3-6-3 0,3 6-11 16,0 0-2-16,0 0 3 0,0 0-4 0,0 0-8 0,-22 12-5 15,16-3-6-15,-4 5-2 0,-2 2 3 16,-4 6-3-16,-1 3-6 0,3 2 4 0,-3 0 4 15,2 2-8-15,-2 1 0 0,6 1-3 0,-3 1-3 16,4-2-5-16,2 1-5 0,2-2-1 0,6 1-3 16,-2 0 1-16,2-2-5 0,5-1 0 0,2-3-2 15,1 3-21-15,-1-3 3 0,5-1-1 0,-3-4 2 16,2-3-5-16,2-2 2 0,-2 2 3 0,3-4 2 16,3 0-3-16,-2-1-3 0,-1-1 1 0,2-3-2 15,-6 1 1-15,3-2-14 0,-2 0-23 0,0-3-15 16,-2 2-29-16,1-2-19 0,-3 0-29 0,-2-2-22 15,-5-1-21-15,16-3-160 0,-11 1-353 0,0-3 156 0</inkml:trace>
  <inkml:trace contextRef="#ctx0" brushRef="#br0" timeOffset="4133.18">21137 13456 64 0,'0'0'124'0,"0"0"0"16,0 0-17-16,0 0-8 0,20-9-9 0,-9 6-7 0,2 0-3 16,5-1-4-16,1 3-10 0,0-5 9 15,-1 4-13-15,-2-1-10 0,3-1-4 0,-7 1 1 16,0 3-3-16,-3-3-2 0,0 2-2 0,-9 1-5 15,11-1-4-15,-4 1-5 0,-7 0-7 0,0 0 4 16,11 0 0-16,-11 0 25 0,5 5 13 0,-5-5-4 16,-1 14 5-16,-3 1-3 0,-2-4 2 0,-2 6-2 15,-2-1-9-15,-3 1-2 0,0 8-1 0,0-3 2 16,-2 0-6-16,5-5-4 0,-3 0-6 0,2-1 9 16,0 0-5-16,-1 0 0 0,0-4-3 0,4-1-4 15,-2-1 0-15,5-1-7 0,0-3-4 0,0 0-2 0,2-1-1 16,3-5-2-16,-4 8 0 0,4-8-1 15,-3 6-1-15,3-6-2 0,0 0 5 0,0 0-5 16,11 5 0-16,-11-5-3 0,21-6 1 0,-10 5-2 16,2-1 3-16,1-1-3 0,3-2 2 0,0 2-7 15,-4-1-6-15,5 0-19 0,-5 2-15 0,5 0-22 16,-5 0-23-16,1 0-29 0,4-1-23 0,-1 0-23 16,-4 0-10-16,1 0-18 0,-1 0-110 0,-3 1-318 15,-10 2 141-15</inkml:trace>
  <inkml:trace contextRef="#ctx0" brushRef="#br0" timeOffset="4446.99">21550 13577 14 0,'7'-5'126'0,"-7"5"1"16,0 0-13-16,12 4 3 0,-12-4-10 0,9 6-6 15,-5-2 1-15,0 1 10 0,0 5 3 0,-2-2-2 0,-2-2-1 16,-2 5-3-16,1-1-9 0,-3 1-5 15,-2 1-7-15,-2-2-7 0,0 0-3 0,-2 2-9 16,1-2-2-16,1-2-6 0,-1 1 0 0,1-1-5 16,0 0-8-16,1-5 0 0,2 3-4 0,0-2-3 15,5-4-1-15,-8 4-4 0,2-1-3 0,6-3-1 0,-5 4-10 16,5-4-1-16,0 0 0 0,-4 5-5 16,4-5-1-16,0 0 2 0,0 0-3 0,0 0-3 15,22 3 1-15,-12-3-2 0,5-2 11 0,1 2-16 16,3-1-11-16,-1 0-10 0,3 0-10 0,-2-2-19 15,1 2-25-15,-1-1-29 0,-1 1-19 0,0-2-25 16,2 1-27-16,-3 0-21 0,-3-1-101 0,-4 0-315 16,3-1 139-16</inkml:trace>
  <inkml:trace contextRef="#ctx0" brushRef="#br0" timeOffset="4668.33">21844 13517 19 0,'0'0'172'15,"0"0"-11"-15,0 0-4 0,0 0-5 0,0 0-11 16,0 0-10-16,8-10-14 0,-8 10-9 0,16-5-1 0,-4 3-17 16,7-1-13-16,3 1-3 0,-2-1-10 15,8-3-3-15,-6 2-21 0,-2-2-13 0,-4 5-25 16,-2-3-19-16,0 2-31 0,-4-1-32 0,2 3-35 15,-6-2-24-15,-6 2-79 0,0 0-234 0,10-5 104 16</inkml:trace>
  <inkml:trace contextRef="#ctx0" brushRef="#br0" timeOffset="4930.67">21948 13372 173 0,'0'0'186'0,"0"0"-9"15,-7-7-12-15,7 7-13 0,0 0-12 0,0 0-18 0,0 0-10 16,0 0-11-16,0 0-10 0,0 0 18 16,0 0 3-16,-1 22-10 0,2-11-6 0,3-1-9 15,-4 0-6-15,1 2-2 0,-2 2-8 0,1-2-9 16,-1 4-3-16,1-1-4 0,-3 0-8 0,3-1-2 16,-2-2-8-16,2 3-1 0,-3-4-3 0,3 3-1 15,-1-3-4-15,-2 0-2 0,3 1-12 0,0-1-25 16,0 1-21-16,0-12-35 0,0 22-39 0,2-15-29 15,-2-7-26-15,6 14-14 0,-2-9-150 0,-4-5-350 16,6 6 155-16</inkml:trace>
  <inkml:trace contextRef="#ctx0" brushRef="#br0" timeOffset="5314.65">22202 13331 67 0,'3'-7'133'0,"-3"7"1"0,0 0-4 0,7-1 1 15,-7 1-4-15,15 0-9 0,-4-4-10 0,3 3-10 16,2-2-8-16,2 2-10 0,0-2-4 0,-4 0-11 16,-1 0 4-16,-3 3-8 0,-1 0-8 0,-9 0-2 15,13-1-4-15,-13 1-9 0,10-1 1 0,-10 1-10 16,10 1-2-16,-10-1 9 0,4 5 21 0,-4-5-2 15,-2 15 0-15,-2-5-5 0,-5 6-2 0,1 1 3 16,-1 1-5-16,-6 2 1 0,6-2-5 0,-3 6-2 16,2-7-1-16,-1 5-2 0,2-7 0 0,0 0-4 15,3 0-1-15,-1 1-4 0,2-5-1 0,0 0-5 16,1-1-2-16,0-4-3 0,3 3 0 0,-1-3-1 16,2-6 1-16,0 11 3 0,0-11-3 0,2 8-2 15,-2-8-4-15,10 5 1 0,-2-5 0 0,1 0-3 16,4-1-1-16,3-1-1 0,-2-1-13 0,4-2-19 15,0 0-29-15,1 1-29 0,0-2-44 0,2-1-38 16,4-2-38-16,-8 3-145 0,0-1-377 0,-2-2 166 16</inkml:trace>
  <inkml:trace contextRef="#ctx0" brushRef="#br0" timeOffset="5750.48">22619 13468 143 0,'0'0'181'0,"7"-6"-4"0,-7 6-9 0,9-4-7 16,-2 3-9-16,0-1-13 0,-7 2-13 0,18 1-5 15,-10 0-7-15,1 0-10 0,0 2-6 0,-3 0-6 16,1 1-10-16,-1 1-8 0,0-1 1 0,2 2-6 16,-5 1 0-16,-1-3-6 0,1 3-6 0,-1 1 0 15,-2-1 8-15,0-7-5 0,-9 17-1 0,1-9-9 16,0 1-2-16,-3 0-5 0,1-2-3 0,0 2-4 15,2-3-4-15,1-1-6 0,1-1-1 0,0 0-2 16,1 0-4-16,0-1-1 0,5-3-4 0,-7 4-1 16,7-4 2-16,-3 4-5 0,3-4-2 0,0 0 2 15,0 0 1-15,0 0-7 0,0 0 1 0,0 0-2 16,19 2 2-16,-19-2-3 0,14 0-1 0,-8 0-3 16,2 1 2-16,1 0-1 0,1 0 1 0,-2 0-1 15,-8-1-3-15,15 4 1 0,-10 0 2 0,2-2-2 16,-1 3 0-16,0-1-1 0,-2 2 0 0,-1 0 3 15,-3-6 2-15,1 13-5 0,-1-7 3 0,0-6 2 16,-8 12 1-16,1-4 0 0,-2 1 0 0,1-2 1 16,-2 0-1-16,-2 0-2 0,3 3 3 0,-3-3-1 15,0-2-2-15,1 2-19 0,-1-2-12 0,3 0-15 16,-2-1-16-16,1 0-28 0,10-4-35 0,-16 4-29 16,10-4-45-16,-3 3-173 0,9-3-402 0,0 0 179 15</inkml:trace>
  <inkml:trace contextRef="#ctx0" brushRef="#br0" timeOffset="6046.34">22937 13222 132 0,'4'-5'175'0,"-4"5"8"15,6-3-4-15,-6 3-14 0,0 0-6 0,19 8-4 16,-9 0-6-16,2 5-9 0,6 7-6 0,-4 3-16 16,1-2-11-16,-2 5-6 0,1 0-4 0,-5 1-5 15,0 2-5-15,-4-3-10 0,0 2-5 0,-6 0-9 16,1-2-4-16,-4 1-9 0,-2 2 2 0,-2-6-10 16,-2 4-1-16,-4-1-4 0,-3-2-1 0,-1-2-3 15,2 0-9-15,-1 0-13 0,-1-1-16 0,-4-2-15 16,7-6-30-16,1 0-33 0,-8 4-42 0,8-5-39 15,2-5-44-15,-5 4-145 0,-1-4-382 0,2-3 169 16</inkml:trace>
  <inkml:trace contextRef="#ctx0" brushRef="#br0" timeOffset="8350.42">23373 13605 146 0,'0'0'174'0,"0"0"-5"0,-8 0-7 15,8 0-5-15,0 0-10 0,0 0-2 0,0 0-10 0,0 0 1 16,-9-3-8-16,9 3-13 0,0 0-10 0,0 0-8 16,0 0-9-16,22-9-8 0,-11 5-8 0,1 1-5 15,1 0-4-15,0 1-10 0,0-2-3 16,9 0-5-16,-9 2-3 0,1 0-5 0,-3-1-4 15,2 1-4-15,3 1-4 0,-4-2-5 0,1 1 0 0,0-1 0 16,1 2-29-16,-3 0-13 0,0 0-20 0,-11 1-27 16,15-2-30-16,-15 2-38 0,13 0-21 0,-13 0-27 15,7 0-122-15,-7 0-332 0,0 0 147 0</inkml:trace>
  <inkml:trace contextRef="#ctx0" brushRef="#br0" timeOffset="8614.99">23467 13481 16 0,'0'0'194'0,"-5"-5"-10"0,5 5-9 0,0 0-10 0,0 0-16 16,0 0-8-16,0 0-17 0,0 0-13 0,0 0-9 16,0 0 4-16,0 0-3 0,0 0 2 0,0 0 8 15,-4 15-6-15,4-15-8 0,0 16-6 16,0-7-7-16,0 1-4 0,-1 0-5 0,0 1-5 15,-2 0-8-15,3-3-7 0,0 3-1 0,0 0-10 0,0 1-2 16,-2-3-4-16,0 4-2 0,4-1-1 16,-2-2-8-16,0 1-1 0,0-1 1 0,0 0-18 15,0 0-18-15,0 2-20 0,0-6-29 0,0-6-34 16,0 15-55-16,0-15-40 0,5 10-39 0,-5-10-135 16,0 0-388-16,2 9 172 0</inkml:trace>
  <inkml:trace contextRef="#ctx0" brushRef="#br0" timeOffset="9065.2">23673 13411 52 0,'14'-10'158'0,"-5"7"2"0,-1-1-5 0,2-3-14 0,-1 2-4 15,1 0-12-15,-1 0-5 0,1 1-1 16,2 1-3-16,-2 0-9 0,0 0-7 0,0-1-8 0,-1 0-8 16,-2 1-6-16,-1 2-9 0,-6 1-8 0,12-3-4 15,-12 3-3-15,6-1-7 0,-6 1-1 0,0 0-7 16,0 0-3-16,10-2-4 0,-10 2-6 16,0 0-2-16,0 0 10 0,3 8 9 0,-3-8-1 0,-3 13 2 15,2-3-1-15,-2 0 2 0,0 6 3 0,-3 0-2 16,0 2 3-16,-2 0-1 0,1 0 6 0,-4 0-7 15,4-3-3-15,-3 3-3 0,-1-1-2 0,-1-1-5 16,1 0-3-16,1-3 0 0,2-3-3 0,0 1-2 16,1-2-2-16,1-1 0 0,2 0-5 0,0-3 1 15,-1 2-5-15,1-3 1 0,0 1-2 0,0 0-3 16,4-5 1-16,-3 7-4 0,3-7 6 0,-3 5-4 16,3-5-1-16,0 0-2 0,6 8 1 0,-6-8-1 15,12 4 3-15,-3-4-4 0,-3 2 0 0,5-4-15 16,1 2-14-16,0 0-19 0,-2 0-23 0,5-2-17 15,-2 0-18-15,1 1-43 0,-1-2-33 0,5 2-19 16,-5-2-14-16,-1 0-11 0,1 0-118 16,-2 1-367-16,0-4 163 0</inkml:trace>
  <inkml:trace contextRef="#ctx0" brushRef="#br0" timeOffset="9368.03">24013 13589 3 0,'0'0'114'0,"0"0"4"0,0 0-1 0,0 0-11 16,13 6-13-16,-13-6 16 0,2 7-11 0,-2-7-6 16,4 9 9-16,-1-3 36 0,-2 0 2 0,-1 3-4 15,0 0 7-15,-4 1-2 0,0 1-8 0,-3 2-8 16,-1 1-6-16,-1-5-12 0,3 0-8 0,-2-2-12 16,-2 5-4-16,0-4-7 0,2-1-7 0,1 1-5 15,1-3-6-15,1 0-8 0,0 0-3 16,1-1-7-16,4-4-5 0,-6 5-3 0,6-5-3 0,-4 7 2 15,4-7-7-15,0 0 0 0,0 0 0 0,0 0-1 16,0 0-3-16,9 9-4 0,-9-9 4 0,19-2-2 16,-8 0-1-16,5 1-6 0,0-1-8 0,2 0-7 15,1-1-10-15,2 1-17 0,-2-1-15 16,2 0-17-16,-1 0-28 0,0 1-34 0,1-3-37 0,-2 1-36 16,0-1-194-16,-2 0-426 0,1-1 189 0</inkml:trace>
  <inkml:trace contextRef="#ctx0" brushRef="#br0" timeOffset="10667.12">24382 13287 38 0,'-7'-4'150'0,"7"4"-7"0,0 0-10 0,0 0-5 16,0 0-2-16,0 0-23 0,0 0-6 0,0 0-3 15,15-7-9-15,-15 7-6 0,19-3-2 0,-7 3 3 16,-1-4-17-16,3 3 2 0,-2-1-2 0,0 2-6 16,1-3-1-16,4 2 4 0,-6 1-2 0,0-3-2 15,1 1 0-15,-1 0-6 0,-4 1-4 0,1-1-2 16,-8 2-4-16,14-2 1 0,-8 1-3 0,-6 1 1 15,9 0-2-15,-9 0 0 0,0 0-2 0,10-4-1 16,-10 4 0-16,0 0-7 0,0 0-3 0,0 0-2 0,0 0-2 16,0 0-7-16,0 0 8 0,7 7-1 15,-7-7 8-15,-5 14 2 0,1-5 1 0,-4 3-5 16,2 4-3-16,-4-1 2 0,-1 1 3 0,1 1 3 16,-4 4-2-16,-1-1 0 0,3-3-1 0,2-1-4 0,-5 4-4 15,4-4-3-15,2-2 0 0,-2 0-2 16,2-2-2-16,3-2-2 0,-3 1 2 0,2-3-3 15,1 2 3-15,1-1-4 0,0-4 1 0,1 0-3 16,2 0 0-16,2-5 0 0,-6 8-2 0,6-8-2 16,-2 5 4-16,2-5-2 0,0 0 1 0,0 0 0 15,0 0 0-15,5 11 0 0,-5-11 3 0,13 0-5 16,-3-2 4-16,1 2-5 0,1-1 2 0,-1-2 1 16,2 0-1-16,5 0-5 0,0-1-6 0,-1 1-7 15,4 2-13-15,-4-3-14 0,2 2-14 0,-5-1-17 16,1-1-28-16,5 2-28 0,-4-1-38 0,2 2-36 0,-5-1-178 15,-1-1-410-15,-1 0 181 0</inkml:trace>
  <inkml:trace contextRef="#ctx0" brushRef="#br0" timeOffset="11329.75">24833 13430 139 0,'0'0'191'0,"0"0"-1"0,-1-9-13 15,1 9-8-15,0 0-8 0,0 0-8 0,-1-8-12 16,1 8-4-16,0 0-15 0,0 0-5 0,0 0-8 15,0 0-11-15,2-9-12 0,-2 9-7 0,0 0-10 0,9-6-2 16,-9 6-6-16,11-3-7 0,-5 2-9 16,-6 1 2-16,14-3-10 0,-7 3-2 0,-7 0-7 15,15 1 2-15,-6 2-5 0,1-2-3 0,-4 1-4 16,-1 1 1-16,4 0-4 0,-4 2 2 0,1 1-4 0,0 0-1 16,-3 1-1-16,3 2 3 0,-6 1-2 15,-4-1 2-15,2-1-3 0,-2 3 2 0,-3-1-1 16,0-1 1-16,-6 4-1 0,0-3 3 0,-2 1-3 15,2 0 4-15,-3-1-5 0,5-5 3 0,-2 1-6 16,2 0-1-16,1-1 2 0,4 0 1 0,-1-2-4 16,0 1-3-16,1-1 2 0,6-3 1 0,-8 4-1 15,8-4 1-15,-7 5-6 0,7-5 3 0,-7 3 0 16,7-3-1-16,0 0 0 0,0 0 1 0,0 0 2 16,0 0-3-16,0 0-3 0,0 0 1 0,0 0-2 15,25 0 3-15,-18 0-2 0,5 0 8 0,-3 0-9 0,1 0 0 16,0 2-2-16,-1 0 2 0,2 1-1 15,0 0 0-15,-3 0 3 0,2 0-2 0,-1 1 2 16,1 1-2-16,-2-2-4 0,-1 3 3 0,1-1-3 16,-3-1 3-16,1 3 0 0,-2-4 0 0,-4-3 1 15,0 11 1-15,0-11 2 0,-1 13 6 0,1-13 5 0,-6 10 0 16,-2-3 2-16,-1-1 0 0,-3-1-2 0,0 0 5 16,-1 0-4-16,2 0 1 0,-1-1-3 0,-1-1-2 15,0 2-1-15,-5-3-2 0,6 2 0 16,-6-3 1-16,6 3-1 0,0-2 0 0,1-1-10 15,2 0-16-15,-1-1-14 0,10 0-11 0,0 0-25 0,-18 2-29 16,18-2-30-16,-11-4-43 0,11 4-35 16,-9-6-177-16,9 6-415 0,-9-5 184 0</inkml:trace>
  <inkml:trace contextRef="#ctx0" brushRef="#br0" timeOffset="11497.19">24920 13613 81 0,'5'-1'58'0,"-5"1"-23"16,0 0-26-16,0 0-40 0,0 0-33 0,0 0 15 15</inkml:trace>
  <inkml:trace contextRef="#ctx0" brushRef="#br0" timeOffset="13664.38">19739 14279 24 0,'0'0'101'0,"0"0"-12"0,0 0-2 16,0 0-16-16,-6-4-1 0,6 4 1 0,0 0 0 15,0 0-2-15,-10-2-3 0,10 2-8 0,0 0-5 16,0 0-2-16,0 0 20 0,-8-4-23 0,8 4 2 16,0 0-9-16,0 0-3 0,0 0 9 0,0 0-11 15,0 0 6-15,0 0-7 0,0 0 0 0,0 0-5 16,0 0 0-16,0 0 3 0,0 0-4 0,0 0 3 15,23-3-1-15,-13 1 2 0,5 2-1 0,-2-3-4 16,6 1 2-16,2 2 2 0,1-2-7 0,5 2 2 16,2-3-3-16,-1 0-2 0,3 1 1 0,1 0-1 15,2 0 0-15,3 1-2 0,0-2-4 0,3-1 8 16,9 3-4-16,2-1-4 0,-13-1-1 0,3 2-4 16,10-2-1-16,0 3 0 0,-13 0-2 0,16-1 3 15,-4 0 0-15,-11 0-5 0,13-1-2 0,-1 3 0 16,-12-1 2-16,13 1-2 0,-14-1-4 0,16-3 4 15,-2 3 3-15,-12 0-3 0,13-2 0 0,-2 1 4 16,3-1-2-16,-16 2-3 0,17 0 2 0,-1-1-2 16,-2 1 0-16,0-1 0 0,-12 1 0 0,14-3 2 15,-3 3-5-15,0-3 0 0,-11 2 8 0,11-2-2 16,-11 1-9-16,11 1 8 0,1-2-3 0,-15 3-1 16,17 0 3-16,-16-3 2 0,17 1 1 0,-1-1-4 15,-16 1-4-15,13 0 4 0,2 1-4 0,-3-1 1 16,-11-2 2-16,14 2 2 0,-1 0-2 0,-1-1-7 15,-13-2 8-15,12 2 2 0,-10-1-2 0,11 1-2 16,-11-1 0-16,-1 1 2 0,12 2-3 0,-14-4 7 16,15 4 2-16,-14-5-9 0,0 3 1 0,2-1 5 15,1-1-1-15,11 2-2 0,-12-1 0 0,-1 0 2 16,15-1-1-16,-4-2 1 0,-13 3 0 0,0 1 3 16,-1-2-2-16,0 0 0 0,-1 1 1 0,0-1-1 15,0 0 1-15,-4-3 4 0,1 4-2 0,0 1 4 16,-2 2-8-16,0-3 8 0,0 0-3 0,3 3-1 15,-1-5 3-15,-3 2 0 0,2 1-2 0,-2-2 2 16,-2 2-1-16,1-1 0 0,-1 1 0 0,1 0-3 16,-1 1 0-16,-6 0-1 0,7-2 3 0,0 1 0 15,-6-2-2-15,0 4 1 0,5-2 2 0,0-1-4 16,-5-1 3-16,6 1-9 0,-6 1 8 0,1 3 0 16,-3-4-3-16,2 0 3 0,1 0-1 0,4 2-1 15,-7-1 6-15,1 0-3 0,0 1-3 0,0-1 4 16,-1 1-1-16,3-2 0 0,5 2 0 0,-2-3 2 15,2 1-2-15,0 1 2 0,-6 1-3 0,-1 0 2 16,5-3 1-16,2 1-3 0,-1 0 0 0,1 0 7 16,-1 0-6-16,-5 0 5 0,7 0-5 0,-2 1-4 15,1-2 6-15,1 1-3 0,0 1 5 0,-2 0-4 16,2-1-1-16,3 1 1 0,-3 2 3 0,1-5-7 16,3 6 3-16,-4-3 2 0,2 2-4 0,1-2-4 15,-4-2 6-15,1 5-3 0,2-3 2 0,-11 4 0 16,9-3-4-16,-11 2 3 0,2-1 1 0,2-1 1 15,-4 1 0-15,-1-1-2 0,0 2 0 0,-3 0 2 16,-2 0 3-16,-2 0 2 0,0-2-2 0,-2 1 1 16,-8 1 1-16,10-4-1 0,-10 4 1 0,9-3-4 15,-9 3 2-15,0 0-3 0,11-1 4 0,-11 1-5 16,0 0-2-16,0 0 2 0,7 0-6 0,-7 0-12 16,0 0-12-16,0 0-21 0,0 0-12 0,0 0-23 15,0 0-21-15,0 0-23 0,0 0-30 0,0 0-34 16,-38 13-22-16,19-8-146 0,-10 4-383 0,5-1 169 15</inkml:trace>
  <inkml:trace contextRef="#ctx0" brushRef="#br0" timeOffset="14500.84">21769 14408 28 0,'0'0'145'0,"-8"-3"0"0,8 3 0 0,0 0-9 15,-10-3-15-15,10 3-12 0,0 0-7 0,-8-2-9 16,8 2-8-16,0 0-4 0,0 0-10 0,0 0-8 16,0 0-7-16,23-11 0 0,-15 10-4 0,1-3-7 15,3 2-2-15,0-1-1 0,0-3-5 0,-1 5-2 16,-1-1 1-16,4-2-3 0,-2 4-2 0,-3-4-2 15,0 3-3-15,-2-1 1 0,-7 2-4 16,12-2 0-16,-12 2-7 0,10-3 1 0,-10 3 0 0,8 0-4 16,-8 0-1-16,0 0-3 0,9-3-3 0,-9 3 4 15,0 0-3-15,0 0 3 0,0 0-7 0,0 0-3 16,0 0 3-16,0 0 3 0,0 0 0 0,0 0-4 16,2 10 3-16,-2-10 13 0,-5 14 4 0,1-4 2 15,0 0-4-15,-2 6 2 0,0-6-3 0,-2 3-5 16,2 3-3-16,-1-4 2 0,0 1 3 0,-2 1-4 15,2 2-4-15,1-6 0 0,-2 6 2 0,1 3 1 16,-2-3-4-16,2-1 3 0,-4 3 0 0,2-2 1 16,2-3 2-16,-2 3-4 0,-1-3 3 0,5-1-3 15,-4 1 1-15,-1 3-3 0,4-7 4 16,-2 1-4-16,3-1 2 0,-2-1-4 0,1 1 4 0,2-3-1 16,0-2 0-16,2 1-2 0,2-5 2 0,-8 8-2 15,5-5 2-15,3-3-2 0,0 0 0 0,-5 4-1 16,5-4-2-16,0 0 6 0,0 0-2 0,0 0 3 15,0 0-5-15,0 0 1 0,0 0 4 16,16 4 3-16,-6-6-3 0,4-1-1 0,-1 0 0 0,5 1-6 16,-2-2 0-16,5-2 2 0,-1 2 2 0,0 1-6 15,0 0-23-15,-2 0-19 0,2 0-26 0,-3 1-21 16,-3 2-28-16,0-4-32 0,-1 2-24 0,-3 2-21 16,3-2-100-16,-13 2-315 0,19-1 140 0</inkml:trace>
  <inkml:trace contextRef="#ctx0" brushRef="#br0" timeOffset="14831.7">22137 14653 73 0,'6'-1'154'15,"2"-1"-14"-15,-8 2 3 0,18 3-7 0,-9-2-5 0,-2-1-10 16,1 3-8-16,-2 1-11 0,0 1-2 0,-1-1 7 15,-3 3 5-15,1-2-14 0,-2 3-2 0,0 1-2 16,-1-9-6-16,-6 19-7 0,1-10-2 0,-3 1-9 16,-2 1-8-16,1-4-3 0,-1 1-4 0,2-1-3 15,-2-1-2-15,2 1-2 0,0-4-5 0,2 2-5 16,1-1-4-16,5-4-7 0,-5 6 1 0,5-6-2 16,-6 4-1-16,6-4-3 0,0 0-2 0,-6 6-2 15,6-6-2-15,0 0-3 0,0 0 4 0,0 0-5 16,0 0 2-16,17 1 0 0,-7-1-1 0,-10 0-7 15,22-5 6-15,-8 3-14 0,4 1-12 0,-1-1-18 16,0-1-27-16,-3 0-14 0,-1 2-35 0,5-1-21 16,-5 0-34-16,5-3-28 0,-5 2-142 0,-2 3-359 15,2-4 160-15</inkml:trace>
  <inkml:trace contextRef="#ctx0" brushRef="#br0" timeOffset="15147.27">22635 14547 128 0,'0'0'167'15,"-6"-2"-4"-15,6 2-3 0,0 0-9 0,0 0-4 16,0 0-16-16,0 0-5 0,0 0-1 0,0 0-7 15,0 0-3-15,0 0-3 0,0 0-10 16,0 0-6-16,0 0-10 0,0 0-6 0,0 0-9 16,13-13-10-16,-1 11-4 0,4-6-7 0,-5 5-2 15,3-1-5-15,5 0-7 0,-2 0-4 0,1-1-5 0,-1 2-3 16,0 2-13-16,0-3-9 0,-3 1-15 16,-2 1-22-16,-1 1-20 0,-1-1-31 0,-10 2-33 0,15 0-30 15,-15 0-26-15,0 0-132 0,16 0-331 16,-16 0 147-16</inkml:trace>
  <inkml:trace contextRef="#ctx0" brushRef="#br0" timeOffset="15414.1">22778 14386 17 0,'0'0'208'0,"0"0"-6"0,0 0-4 0,-2-7-16 15,2 7-15-15,0 0-14 0,0 0-13 0,0 0-19 16,0 0-16-16,0 0-2 0,0 0-7 0,0 0 6 16,0 0-11-16,0 0-8 0,4 30-6 0,-3-20 1 15,3 5-11-15,0 1-4 0,-4-3-5 0,1-1-4 16,3 6-6-16,-2-3-9 0,0-2 4 0,-1 5-7 16,0-1-2-16,0-2-2 0,1 1-10 0,-1-4-17 15,-1 4-21-15,0-4-30 0,2 0-37 0,0-1-44 16,0 0-32-16,-2 0-35 0,3-1-140 0,-3 0-360 15,0-10 159-15</inkml:trace>
  <inkml:trace contextRef="#ctx0" brushRef="#br0" timeOffset="15913.44">23164 14290 26 0,'0'0'237'0,"3"-10"-18"0,-3 10-19 16,3-5-21-16,-3 5-17 0,0 0-17 0,0 0-11 15,0 0-4-15,0 0-8 0,0 0-6 0,11 16 1 16,-10-4-1-16,0 3-7 0,1 4-8 0,-2-2-7 16,1 1-4-16,0 1-5 0,-1-2-8 0,0 0-9 15,0-1-9-15,0-5-2 0,0 0-6 0,0 1-6 16,2 3-3-16,-2-5-8 0,1-2 3 0,-1-8-5 15,0 11-2-15,0-4-6 0,0-7-2 0,1 8-1 16,-1-8-3-16,0 7 1 0,0-7-5 0,0 0 4 16,0 0-5-16,-1 11 1 0,1-11-1 0,0 0 4 15,0 0-5-15,0 0 2 0,0 8 0 0,0-8-2 16,0 0 7-16,0 0 2 0,0 0-1 0,0 0-1 16,0 0-5-16,0 0 0 0,0 0 0 0,14-20-3 15,-6 14-1-15,-1-2 0 0,2-1-4 0,-1 0-5 16,6-2 0-16,-1 0 0 0,1 1 7 0,-4 3-8 15,3 1-3-15,-2-1 5 0,0 1-1 0,0 3-1 16,-1-1-3-16,1 0 3 0,-1 1-3 16,0 2 0-16,-1 0-2 0,2 3-1 0,-2 1 3 0,0 2 0 15,-2-1 1-15,1 4-1 0,-1-2 0 0,1 1 10 16,-3 3-13-16,-3-1 1 0,3 1 3 0,-2 0 2 16,-1 1-2-16,1 0-8 0,-2 0-19 0,1-2-20 15,0 0-20-15,-1 0-27 0,-1-1-29 0,0-8-33 16,2 17-59-16,-1-12-206 0,-1-5-457 0,0 0 203 15</inkml:trace>
  <inkml:trace contextRef="#ctx0" brushRef="#br0" timeOffset="16147.62">23587 14436 103 0,'2'-8'220'0,"-2"8"-11"0,0 0-15 0,0 0-19 15,1-7-18-15,-1 7-18 0,0 0-9 0,0 0 1 16,0 0-5-16,0 0-7 0,-4 24-9 0,3-15-13 16,1 2-8-16,-2-4-8 0,4 6-5 0,-4-3-7 15,1 3-7-15,0-3-7 0,1 2-3 0,1-1-5 16,-1 0-2-16,1-2-12 0,1 1-13 0,0 0-20 16,0-1-23-16,-1-3-33 0,-1-6-41 0,1 12-46 15,0-5-37-15,-1-7-160 0,0 0-369 0,2 12 163 16</inkml:trace>
  <inkml:trace contextRef="#ctx0" brushRef="#br0" timeOffset="16317.64">23559 14292 104 0,'0'0'128'0,"0"0"-23"0,0 0-17 16,0 0-42-16,23 10-36 0,-18-5-44 0,0 1-41 16,-5-6-80-16,9 10 35 0</inkml:trace>
  <inkml:trace contextRef="#ctx0" brushRef="#br0" timeOffset="16649.93">23757 14537 167 0,'18'0'185'0,"-18"0"-7"16,12-3-7-16,-6 1-11 0,4-2-7 15,-2 2-10-15,2-6-8 0,0 3-6 0,2-1-7 16,-2-2-4-16,-1 0-3 0,-1 1-5 0,-2-1-13 16,3-1-7-16,-4 1-7 0,0-1-5 0,-2 3-9 0,-1-2 6 15,0 2-5-15,-2 6-7 0,-3-14-10 0,3 14-4 16,-5-12-9-16,1 7-2 0,4 5-7 0,-10-6-1 15,10 6-7-15,-13 0 0 0,13 0-2 16,-18 9-2-16,8-2 4 0,-1 3 9 0,-3 1-10 16,6 0 1-16,-1 2-5 0,0-1-1 0,5 1-4 0,2 2 0 15,-1-2 3-15,3-1-2 0,1 3-2 0,2-4 0 16,3 0-2-16,2-2 5 0,3 2-6 16,5-5 2-16,2 2-10 0,1-2-17 0,0 0-26 15,9-4-25-15,-1 1-43 0,-5-2-55 0,6-2-45 16,-10 2-206-16,1-1-448 0,-1-1 198 0</inkml:trace>
  <inkml:trace contextRef="#ctx0" brushRef="#br0" timeOffset="17784.62">25382 13024 67 0,'0'0'172'0,"0"0"-11"0,0 0-9 0,0 0-8 16,0 0-7-16,0 0-5 0,0 0-13 0,0 0-12 15,3-11-13-15,1 7-14 0,-4 4-1 0,19-4-7 16,-7-1-6-16,7 3-5 0,-2-1-7 0,2-1 1 16,0 2-16-16,0-2 3 0,1 1-5 0,-1-2 0 15,-6 3 1-15,1 0-4 0,1 0-3 0,-4 0-2 16,1-1 0-16,-3 3-7 0,1 0 3 0,0 0-3 16,-3-2-3-16,-7 2-2 0,11 2-3 0,-11-2 0 15,11 2-4-15,-11-2-1 0,9 1-2 0,-9-1 1 16,8 4-2-16,-3 2 2 0,0 0 9 0,-1-3 2 15,1 3 7-15,-1 4 4 0,1 0 1 0,-1 1 4 0,6 4 2 16,-6 0-2-16,1 3 5 0,1 0 20 16,1 6-3-16,-3 1 2 0,3 1 0 0,-5-1-5 15,1 1-4-15,1 4-3 0,-6-1 0 0,6 3 8 16,-2 3-5-16,1-3-6 0,1 0 2 0,-2 1-8 16,-2 2-2-16,5 1 3 0,-2-2-5 0,3 0-4 0,-6-1-6 15,4 1 3-15,-2-1-7 0,1-1 5 0,1 0-2 16,-2 0 0-16,-1 1-1 0,0-1 4 15,3-1-4-15,-2-1-22 0,2 0-3 0,-2-1 5 16,-2 1 3-16,2-2 5 0,-1 3 0 0,-1-3 2 16,0 0 1-16,6 0-5 0,-4-2 2 0,2-2 1 0,-1-5-4 15,2 5 1-15,-2-3 0 0,0-2-2 0,2-3 3 16,-1 3 0-16,1-2 11 0,-1 1-16 16,0-4 2-16,2 2 2 0,-4-6-3 0,0 2 2 15,0-3-1-15,0 1-1 0,-1-3-4 0,-1 0 4 16,1 2 0-16,2-3-2 0,-3-6 1 0,2 9 0 0,-2-9 1 15,0 7 0-15,0-7 3 0,0 0-6 16,-2 10 9-16,-3-6-2 0,-3 3-1 0,-2-5 1 16,1 0-1-16,-4 0-2 0,-1 1 2 0,-5 0 1 15,1-3-1-15,-1 1-4 0,-3-1 0 0,0 2 3 16,1-1-8-16,-6 1 10 0,0 0 2 0,7 0-18 16,-4 0 3-16,5-2-10 0,-1-2-14 0,0 4-20 15,0-4-20-15,6 1-19 0,1-2-23 0,1 3-35 16,12 0-53-16,-20-2-36 0,13-1-45 0,0 2-163 15,7 1-480-15,-12-6 213 0</inkml:trace>
  <inkml:trace contextRef="#ctx0" brushRef="#br0" timeOffset="18565.78">26077 13333 16 0,'0'0'150'0,"2"-7"-9"0,-2 7-22 0,0 0-8 15,0 0-17-15,0 0-2 0,-14-5-2 0,14 5 0 16,0 0 0-16,-8-6-2 0,8 6-7 0,0 0 1 16,-7-2-1-16,7 2-4 0,0 0-5 0,0 0-8 15,0 0 0-15,-6-5-6 0,6 5-4 0,0 0 0 16,0 0-1-16,0 0-5 0,0 0 0 0,0 0-6 16,0 0-1-16,21-5-2 0,-7 0-5 0,2 3-2 15,6 0-5-15,-1-1-2 0,10 0-3 0,-3-2-2 16,1 1-15-16,-8 2-19 0,-2 1-18 0,1-2-23 15,-7 1-30-15,0 0-22 0,-1 2-29 0,-5-1-24 16,1-1-110-16,-8 2-291 0,5-4 129 0</inkml:trace>
  <inkml:trace contextRef="#ctx0" brushRef="#br0" timeOffset="19034.66">26216 13228 27 0,'0'0'164'16,"0"0"-25"-16,0 0-6 0,0 0-14 0,0 0-1 16,0 0 6-16,0 0 0 0,0 13-6 0,0-13 4 15,2 13-1-15,0-3 6 0,1 5 2 0,-3 2 2 16,-3 0-15-16,3 2-10 0,0 2-6 0,0 3-6 16,0-5-2-16,-2 7-5 0,4-1-10 0,-2-6-7 15,-2-2-3-15,0 2-10 0,0-2 0 0,2 1-10 16,0-2-6-16,-2 0-3 0,2 1-2 0,-2-5-2 15,2 1-4-15,2-1-3 0,-2-1-2 0,0-2-2 16,0-3 1-16,0 2-9 0,0-8 2 0,0 11-3 16,4-7-2-16,-4-4 1 0,0 7-1 0,0-7 1 15,0 0 2-15,2 8-2 0,-2-8 0 0,0 0 0 16,0 0-2-16,0 0 1 0,-9 4-4 0,9-4-1 16,0 0-6-16,-15-4 0 0,15 4-2 0,-16-5-2 15,9 2-1-15,1 0 2 0,-4-2 0 0,2 2-1 16,8 3 1-16,-11-3-2 0,5 0-1 0,6 3 2 15,-10-2 5-15,10 2-4 0,0 0-2 0,-9-1 1 0,9 1-1 16,0 0 3-16,0 0-2 0,0 0 0 16,0 0 0-16,0 0 1 0,0 0-1 0,0 0 2 15,0 0 3-15,0 0-3 0,31-6 2 0,-18 3-1 16,6 2 0-16,1-1-2 0,-2-1 5 0,11 2-4 0,-2-2-15 16,0-3-15-16,-4 3-10 0,-2 1-23 0,7-2-23 15,-8 2-17-15,3 1-32 0,-1-3-20 16,-2-1-10-16,1 3-18 0,-2-2-2 0,0-1-133 15,-2 1-344-15,-3 1 152 0</inkml:trace>
  <inkml:trace contextRef="#ctx0" brushRef="#br0" timeOffset="19214.82">26695 13497 1 0,'0'0'160'0,"2"-5"-6"0,-2 5-7 0,0 0-14 15,0 0-5-15,0 0 21 0,0 0 19 16,0 0 3-16,0 0-12 0,-6 31-14 0,0-20-13 0,2 2-8 15,2 0-17-15,-5 4-4 0,5-1-12 16,-2-1-8-16,-1 2-3 0,1 1-25 0,1 1-29 0,1-4-42 16,0 0-47-16,2-3-73 0,0 1-71 0,-3-3-109 15,1 0-342-15,-2 0 152 0</inkml:trace>
  <inkml:trace contextRef="#ctx0" brushRef="#br0" timeOffset="19357.34">26771 13780 11 0,'4'-3'28'0,"-4"3"-35"0,0 0-7 0,0 0 3 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9:48:59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17209 10703 68 0,'0'0'67'0,"5"-3"-14"15,-5 3-5-15,0 0 5 0,0 0-13 0,0 0-2 16,0 0-2-16,0 0-5 0,4-6 2 0,-4 6-6 16,0 0 4-16,0 0-10 0,10 10 13 0,-10-10-3 15,5 6-6-15,-5-6 0 0,5 8-5 0,-1-4 2 16,-4-4-4-16,5 6-5 0,-5-6 4 0,5 8-5 16,-5-8 2-16,7 6 3 0,-2-2-1 0,-5-4-3 15,7 5 9-15,0-2-23 0,-7-3 24 0,19-1-6 16,-1-5-15-16,4 3 6 0,10-8-12 0,19-5-25 15,2-4-26-15,8-2-80 0,27-14-146 0,9 1 66 16</inkml:trace>
  <inkml:trace contextRef="#ctx0" brushRef="#br0" timeOffset="107258.62">19850 15019 2 0,'0'0'15'0,"0"0"-4"0,0 0-3 0,0 0-1 16,0 0 2-16,0 0-8 0,-16-1-4 0,16 1 7 15,-12 1-13-15,2-2 11 0,10 1-11 0,-17 1-8 16,10-1 5-16</inkml:trace>
  <inkml:trace contextRef="#ctx0" brushRef="#br0" timeOffset="108914.29">19329 15001 18 0,'0'0'43'0,"0"0"-10"16,0 0 2-16,0 0-4 0,0 0 0 16,0 0-4-16,0 0-9 0,0 0-3 0,0 0 6 15,0 0-5-15,0 0-3 0,0 0-4 0,0 0 1 0,0 0 2 16,0 0-8-16,0 0-5 0,0 0 12 0,0 0-6 15,0 0 1-15,0 0-1 0,0 0 4 0,0 0-1 16,0 0-1-16,22-7 1 0,-13 7 3 16,-9 0-2-16,16-1-4 0,-4 1 5 0,-1-1-2 15,1 0 2-15,1 0-7 0,-1 0 5 0,6 0-2 16,0-1 4-16,-4 2 2 0,4-1-6 0,-1 0 1 16,1 1-1-16,1-1 3 0,0 1-1 0,-1 0-2 15,2 0-4-15,2-1 6 0,-1 1 4 0,5 0 1 16,2 0 4-16,-1 0-13 0,-5 0 5 0,0 0 2 15,7 1-6-15,-1-1 2 0,0 0 2 0,0 1-1 16,-5-1 3-16,4 2-2 0,-6 0 3 0,0-2-7 16,8 2 3-16,-8 0 2 0,1-1 2 0,0 1 0 0,1 0-1 15,5 0 5-15,0 0 2 0,3-1 5 0,-3 1-7 16,4-2-6-16,-3 3-4 0,3-3 3 0,-1 1 3 16,2 0-6-16,-1 2-1 0,0-2 3 15,2-1-2-15,0 3 6 0,-1-2-2 0,0 3-4 16,2-3-5-16,0 0 5 0,1 2-7 0,-1 0 8 15,-2-1 3-15,-1-1-2 0,4 1 1 0,-2-2 1 0,1 0-3 16,1 0 5-16,-3 1 1 0,5-1 0 16,-5-1-6-16,4 2-2 0,-2-1 4 0,1 1-1 15,1 0 1-15,0 0-3 0,1-1 3 0,-2 2 0 16,0-1-2-16,-2-2-5 0,4 2 4 0,-3 1 3 16,1-2-4-16,-2 0-7 0,2-2 3 0,-1 2 10 15,-1-1-9-15,3 2 3 0,-4-2 1 0,0 1-1 16,2 0 6-16,-2 0 1 0,-1-2-18 0,1 2 12 15,1 0-1-15,-1-1 1 0,-2 0-8 0,2 1 5 16,-2-2 2-16,1 2 3 0,1-2-1 0,-4 2-2 16,3-2-1-16,0 2-2 0,0 0 17 0,1-1-13 15,2-1-6-15,-3 0 8 0,-1 3 6 0,1-2-11 16,0 2 1-16,2-2-8 0,-2-1 6 0,0 2 4 16,-3-1-9-16,2 1 8 0,-1 0-5 0,2 0 3 15,-4 0 1-15,0 1-4 0,2-2 9 0,-2 2-1 16,0 1-5-16,-7-4 9 0,8 1-2 0,-1-2-4 15,-1 5 4-15,1-2-4 0,-10 0-8 0,10 1 11 16,2-1-5-16,-2 0 8 0,1 1 6 0,-1-2-15 16,1 1 1-16,1 0-4 0,-1-1 4 0,-2 1 1 15,1 0 3-15,0-2 1 0,-7 1-6 0,8 2 6 16,-1-2 4-16,-1 0-2 0,-5 1-3 0,7-1 2 16,1 0 1-16,-1-1 2 0,-1 2-4 0,-9 0-3 15,9-1 2-15,1 1-3 0,-8 0 13 0,7-3-7 16,-1 1-7-16,3 0 5 0,-9 1-2 0,7-1 2 15,1 1-1-15,-1-1 6 0,0 0-6 0,-1 0 1 16,-7 1-3-16,3 0 6 0,4 0-7 0,1 0 3 16,-1 0 0-16,-5 1 3 0,6-1-11 0,0 0 5 15,1 1 2-15,-2 0-5 0,4 0 3 0,-3 0-4 16,0-2 10-16,3 4-10 0,-2-4 4 0,-1 4 0 16,1-2-7-16,2 0 9 0,-4 0-3 0,4-2-1 15,-2 1-6-15,-2 2 11 0,2 1-4 0,-7-1-3 16,9-2 6-16,-1-1-2 0,-1 4 1 0,0-1 9 15,3-1-12-15,-1 0 1 0,-2-1-4 0,3 1 9 16,-3-2-7-16,1 2 7 0,-2 2 0 0,0-4 0 16,1 1 3-16,2 0-4 0,-9 1 0 0,7-2-1 15,3 0 0-15,-1 1 0 0,-2 1 5 0,3 0 1 16,-1-4-1-16,-2 2-1 0,-1 2 4 0,1-1-4 16,0 1 1-16,-1-3-3 0,0 3 1 0,-1-3 3 15,-5 3-5-15,8 0 1 0,1 0-2 0,-4-2-1 16,-6 2 4-16,8-2 2 0,0 0-5 0,-9 2 0 15,7-1-2-15,-4 0 0 0,8 1 2 0,-2-3-2 16,-2 2 4-16,1-2-6 0,0 3 8 0,-1 0-2 16,1 0-4-16,-7-1 0 0,2 0-4 0,4 1 4 15,-4 0 2-15,-3 0-4 0,9-2 1 0,-8 2-2 16,-1-2 1-16,2 4 0 0,0-4 4 0,-1 1-7 16,-1 2 4-16,9-5 2 0,-9 3-6 0,-1 1 2 15,0 0-1-15,0 0 5 0,0 0-3 0,0 0-4 16,1 0 13-16,-4 0-4 0,4 0 1 0,-2-2 0 15,4 1-1-15,-4 1 2 0,0 0 3 0,-2 0-5 16,-1 0 0-16,-1-1 8 0,4 1-3 0,2-1-3 16,-5 1 4-16,-1-3-2 0,-2 2-3 0,2 1-3 15,-2-1 1-15,3 0-1 0,4 1-2 0,-3-3 7 16,-3 2 1-16,6-1-3 0,-6 2 0 0,7-2 0 16,-2 1 2-16,0-1 0 0,1 2-2 0,2 0 1 0,-2-1 0 15,-1 0-5-15,-3 1 3 0,4-1-5 16,-6 1 5-16,1-2-7 0,-3 2 6 0,2-2-2 15,1 2 1-15,1-3 4 0,-1 3 0 0,-5-1 0 16,3-1 2-16,0 2-2 0,-5 0 2 0,-7 0-1 16,16-2-3-16,-11 1-1 0,-5 1 6 0,10-1-4 15,-10 1 1-15,13-2-1 0,-5 1 2 0,-8 1-2 16,13-2 5-16,-13 2 0 0,12 2-2 0,-12-2-1 16,9-3 0-16,-9 3 0 0,8 0-3 0,-8 0 4 15,0 0 0-15,9-1-2 0,-9 1 1 0,0 0-2 16,0 0 4-16,0 0-1 0,12-1 2 0,-12 1-2 15,0 0 2-15,0 0-2 0,0 0 4 0,8-3-1 0,-8 3-2 16,0 0 2-16,0 0 1 0,7-1 4 16,-7 1-4-16,0 0 4 0,0 0-2 0,10 0-1 15,-10 0 8-15,0 0-1 0,0 0 8 0,0 0-13 16,10-1 4-16,-10 1-3 0,0 0-2 0,0 0 3 16,0 0-1-16,0 0-1 0,0 0 9 0,0 0-8 15,0 0 0-15,0 0 0 0,5-3-6 0,-5 3 4 16,0 0-5-16,0 0 1 0,0 0-6 0,0 0 11 15,0 0-11-15,0 0-1 0,0 0-2 0,0 0-19 16,0 0-19-16,0 0-26 0,0 0-34 0,0 0-21 16,0 0-19-16,0 0-43 0,0 0-52 0,-25 17-196 15,7-10-458-15,-15 0 203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9:38:29.4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6181 5247 117 0,'0'0'163'16,"0"0"-7"-16,0 0-7 0,0 0-8 0,0 0-4 16,0 0-12-16,0 0-7 0,3-7-5 0,-3 7-16 15,0 0-6-15,0 0-13 0,0 0-8 0,0 0-3 16,0 0-10-16,0 0-7 0,-18-2-6 0,18 2-1 0,-13 0-6 15,13 0-4-15,-14 3-4 0,6-2 1 0,1 0-4 16,7-1-1-16,-14 3 1 0,9-2-2 16,5-1-4-16,-11 2-3 0,11-2-3 0,-7 2 0 15,7-2-2-15,0 0 11 0,-2 6-2 0,2-6 0 16,14 6 0-16,5-5 2 0,10 1 1 0,4-4-4 16,7-2 0-16,13 1-6 0,1-3 3 0,2-2-5 15,0-1 0-15,2 2 0 0,-2 0 1 0,-7-4-5 16,3 4-5-16,-16 4-15 0,-2-3-16 0,1 2-25 15,-4 2-29-15,-3 1-22 0,-8-2-26 0,0 3-42 16,-7 0-129-16,-2 2-327 0,-1 0 145 0</inkml:trace>
  <inkml:trace contextRef="#ctx0" brushRef="#br0" timeOffset="286.95">6400 5263 40 0,'0'0'145'0,"0"0"-7"15,-8 3-16-15,8-3 1 0,0 0 3 0,-1 8 6 16,1-8-5-16,0 17-13 0,1-6-5 0,0 2-5 16,-1 6-9-16,2 11 2 0,-4-2-1 0,1 4-10 15,0 0-6-15,-2-1-4 0,2 3-3 0,-3-1-6 16,2 0-9-16,0-1-5 0,0-1 2 0,-1-4-7 15,2 1-2-15,-2-1-10 0,3 0-4 0,-1-8-4 16,1 0 2-16,0 0-11 0,0 0-20 0,0-2-22 16,0 0-22-16,0-4-31 0,0-2-26 0,1 1-32 15,1-3-25-15,1 1-144 0,-3-3-327 0,0-7 144 16</inkml:trace>
  <inkml:trace contextRef="#ctx0" brushRef="#br0" timeOffset="803.09">6602 5374 43 0,'0'-9'216'0,"-2"3"-14"0,2 6-14 16,2-11-21-16,-2 11-15 0,0-7-22 0,0 7-8 16,0 0-5-16,0 0-8 0,0 0-5 0,-2 29-7 15,2-6-2-15,0-3-7 0,0 8-7 0,-1-1-11 16,1 0-11-16,0-1-1 0,0-1-2 15,-1 0-10-15,-2 2 0 0,3-8-6 0,2-2-6 0,-2 2-1 16,0-5 0-16,1 1-4 0,0-2-6 0,0-1-1 16,-1-1 1-16,0-4-3 0,2 2-1 0,-2-9-10 15,0 11 3-15,1-6-7 0,-1-5 0 0,1 7-2 16,-1-7-3-16,0 0 0 0,4 7-5 0,-4-7 1 16,0 0-1-16,0 8-5 0,0-8-3 0,0 0 1 15,0 0 0-15,17-5-1 0,-7 4 3 0,0 1 1 16,0 0 0-16,1 0 1 0,3-2 6 0,-3 4-5 15,3 0 0-15,3 0 1 0,1 0 1 0,0 1 0 16,2-1 1-16,2-2 4 0,1 0 2 16,2 1-6-16,-3-2 4 0,5-4 1 0,-5 0 2 15,-2 1-4-15,7-6 1 0,1 3 1 0,-8 0 0 0,-2-3-1 16,0 1 0-16,-4-2-2 0,2 1 4 0,-9 0-2 16,1 0 2-16,2-4-2 0,-6 2 3 0,-1 1-3 15,-2 0-4-15,0-2 2 0,-2 1 5 0,-2 1 1 16,1-1-2-16,-2 4 4 0,-4 0 3 15,2 1 3-15,-1 3-6 0,1 2 2 0,-5 1-3 0,-1 4 0 16,-3 2 0-16,-3 7 2 0,-6 4-2 0,1 4-3 16,1 0 3-16,3 2 3 0,3 0-6 0,2 3 0 15,7-9-25-15,3 1-40 0,2 2-45 0,5-3-52 16,3 0-199-16,0-1-390 0,8-2 173 0</inkml:trace>
  <inkml:trace contextRef="#ctx0" brushRef="#br0" timeOffset="1243.33">8172 5451 45 0,'-1'-10'250'0,"0"0"-14"0,0 3-12 16,1 7-12-16,-2-11-25 0,2 11-19 0,-1-8-21 16,1 8-14-16,0 0-14 0,0 0-16 0,0 0-13 15,16 13-4-15,-6 3-3 0,-3-1 0 0,7 10-5 16,-4-2-7-16,1 1-7 0,-1-2-6 0,0 4-4 15,-1-8-9-15,-1 0-4 0,-2 0-3 0,-1-4-3 16,0-1-5-16,-2-4-2 0,2 1-2 0,1-5-1 16,-4 2-3-16,1-2 0 0,-3-5 7 0,4 6 23 15,-4-6 16-15,4 7 17 0,-4-7 0 0,0 0-3 16,0 0-15-16,12-18 1 0,-3 2-16 0,-3 1-3 16,2-4-5-16,3-7-4 0,1 0-3 0,-1 0-6 15,1-3-15-15,-1 2-9 0,0 2-15 0,-1 0-15 16,-3 1-5-16,0 7-26 0,-2 4-29 0,-1 3-44 15,-2 3-69-15,2 1-43 0,-4 6-46 0,0 0-144 16,0 0-465-16,0 0 206 0</inkml:trace>
  <inkml:trace contextRef="#ctx0" brushRef="#br0" timeOffset="1582.91">8530 5628 151 0,'0'0'184'0,"0"0"-4"0,0 9-13 16,0-9-16-16,0 0-13 0,-1 13-15 0,1-13-11 15,0 11-6-15,2-5-11 0,0 0-10 0,-2-6-5 16,4 13-11-16,-1-7-7 0,1 1-7 0,3-3-2 16,-2 1-5-16,0-2-3 0,3 0 2 0,2 1 1 15,-3-3 5-15,4-1 1 0,1-2 7 0,0-2-7 16,0-2 1-16,3-2 0 0,-5 0-4 0,0 0 1 15,-1-3-3-15,-2 2 6 0,-2-4 5 0,-1-3-4 16,-2 5-6-16,-2-6-7 0,-1 2-6 0,-3-1-5 16,-1 2-2-16,0 0-6 0,-2 5-1 0,-3-1-5 15,1 1-9-15,-1 5-10 0,-4 0-13 0,-3 3-12 16,-2 5-5-16,1 1-13 0,-1 5-22 0,-5 4-24 16,1 4-34-16,3 0-32 0,5-2-42 0,2 6-164 15,2-5-392-15,6-3 173 0</inkml:trace>
  <inkml:trace contextRef="#ctx0" brushRef="#br0" timeOffset="1817.54">8976 5311 173 0,'3'-11'238'0,"-2"6"-11"0,0-3-6 16,-1 8-18-16,1-10-21 0,-1 10-24 0,2-6-19 15,-2 6-13-15,0 0-14 0,0 0-9 0,0 0-3 16,5 34-7-16,-2-10-4 0,-1 6-12 0,-2 0-7 16,1 0-5-16,-1 1 2 0,0-1-13 0,0 1-5 15,-1 0-6-15,1 2-29 0,0-4-24 0,1-2-39 16,-1-1-39-16,2 1-32 0,-1-9-46 0,0-1-196 16,1-5-392-16,0-1 173 0</inkml:trace>
  <inkml:trace contextRef="#ctx0" brushRef="#br0" timeOffset="2050.6">9264 5327 75 0,'0'-10'262'0,"0"3"-12"0,0 7-19 0,0-12-21 16,0 12-21-16,1-5-18 0,-1 5-17 0,0 0 3 15,0 0-4-15,0 0-6 0,-3 32-3 0,5-6-10 16,-1 1-10-16,-2 2-13 0,1 0-10 0,0-2-11 15,0 1-10-15,-2 0-5 0,4 2-6 0,-4-3-8 16,4-1-6-16,0-7 1 0,0 0-29 0,-1 1-25 16,3 4-25-16,-4-7-26 0,1-4-43 0,0-2-46 15,1 1-46-15,-1-4-23 0,-1 0-28 0,0-8-132 16,-8 8-397-16,8-8 175 0</inkml:trace>
  <inkml:trace contextRef="#ctx0" brushRef="#br0" timeOffset="3131.5">9110 5473 92 0,'15'-9'133'0,"13"2"-4"15,1 1-6-15,0 0-12 0,5 0-10 0,-1 1-6 16,3 2-12-16,-1-3 2 0,0 1-16 16,-2 2 2-16,0-1-8 0,-2-3-11 0,0 3 1 0,-3 0-10 15,-8 2-1-15,1-1-5 0,-7 2-3 0,-1 1-3 16,-4-1 2-16,-3-1 7 0,-6 2 13 0,14 0 13 15,-14 0 3-15,6 0 0 0,-6 0-5 0,0 0-7 16,0 0-4-16,0 0-7 0,0 0-3 16,0 0-3-16,0 0-3 0,-29 4-3 0,20 3 5 15,0 1 0-15,-1 1-4 0,-2 3 1 0,-2 4-6 0,4 0-2 16,2-3 7-16,-1 2-4 0,-1 1-1 0,5-3-7 16,3-2 2-16,0 1-6 0,1 0-1 0,1-4-4 15,1 2 4-15,1 0-5 0,1-3 1 16,0 0 1-16,2-3-1 0,1 2-5 0,1-2-1 15,0-3 1-15,1 0 1 0,2-1-2 0,-1-2-2 16,3 0-4-16,-1-3 2 0,0 1 0 0,-1-3-3 16,-1-1 2-16,-2 0 2 0,1 0-4 0,-1-2 0 15,-2-1-1-15,1 0 1 0,-1 1 0 0,-1 1 0 16,-3-2-2-16,2 3 1 0,-2 3 0 0,-1 5 5 16,1-10-7-16,-1 10-2 0,0 0-1 0,2-8-3 0,-2 8-3 15,0 0 3-15,0 0 1 0,0 0-3 0,0 0 6 16,0 0-2-16,12 21 3 0,-9-14-2 0,1 1 3 15,1 0 1-15,1 1 1 0,2-1 0 0,2-1 3 16,2 0-2-16,5-2 3 0,4 0-2 16,10-4-3-16,4-2 1 0,0-1-3 0,1-2-2 0,2-2-3 15,-3-1-1-15,-1 1 1 0,-4-3 1 0,0 0-1 16,-9 2 1-16,-2-1 4 0,-3 0 4 0,1-2-5 16,-7 2 3-16,-1-1 4 0,1-4 5 0,-1-1-3 15,-4 3 1-15,-3 1 1 0,-1-2 3 16,-1-2-3-16,-3 3 3 0,0 0 1 0,-3 1-1 0,0 1 6 15,-1 4 0-15,0 0-5 0,-1 2 0 0,1 2-4 16,-5 1 1-16,2 5-3 0,0 1 10 0,-6 5-8 16,2 2-1-16,0 1-6 0,4 0 4 0,-1 1 0 15,3-1-2-15,3-2 1 0,1 0-3 0,3-4 0 16,1 3 2-16,1-3 1 0,1-1-3 16,0 2-3-16,3-3-2 0,0 0-2 0,5-1-6 0,-1-2-7 15,-1-1-5-15,3-2 4 0,1 0-2 0,-2 0 2 16,0 0-3-16,-2-3 3 0,-2-1-1 0,-6 4 3 15,14-6 3-15,-7 2-3 0,-2-1-1 0,0 1 9 16,0 1-1-16,-5 3 4 0,9-7 0 0,-9 7-3 16,5-4-2-16,-5 4-2 0,0 0 4 15,0 0 4-15,10 7 9 0,-4 1-1 0,-3 4 2 0,5 12 8 16,-3 3 6-16,-1 3 0 0,-1 1-3 0,-2 16 4 16,3-2 12-16,-4 2-2 0,0 1-1 15,1 1 0-15,-1-3 1 0,-1-13-4 0,-1 13-6 16,0-13 5-16,-3 0 2 0,-2-2-6 0,1 0-1 15,-3-2 5-15,-1-3 4 0,-3 1-11 0,0-6-1 0,-3-1-3 16,-4-3 2-16,4-6-4 0,-1-1-9 0,1-3-2 16,-2-3-5-16,4-3-6 0,-1 1 0 0,2-7-8 15,2-1 5-15,0-7-11 0,2 3 0 0,4-6-8 16,1-10-6-16,4-1 1 0,4-2 0 16,6-5-4-16,9-9 6 0,4-2-11 0,8 1-3 0,2-1 2 15,0 0-2-15,4-1-7 0,16-19-4 0,-16 22-7 16,-1-1-4-16,2-1 0 0,3 1-8 15,-5-3 12-15,-1 4 3 0,-1 0 3 0,-2 1 7 16,-6 2 10-16,-7 10 10 0,-3 3 13 0,-2 4 14 16,-8 5 18-16,-1 2 28 0,-2 5 0 0,-2 2 2 15,-1 2 0-15,0 7-7 0,-5-10-1 0,5 10 1 0,-18 3 1 16,2 6 6-16,-12 7 9 0,1 4-3 0,-4 4-1 16,-7 6-3-16,10-7-5 0,3 1 2 0,6 0-5 15,1-1-6-15,5 0-2 0,3 0 1 0,6-6-11 16,3 2 6-16,4-2-16 0,3 1-23 15,5 0-23-15,8 0-37 0,6-3-43 0,6-4-29 16,6 1-160-16,2-5-336 0,19 1 150 0</inkml:trace>
  <inkml:trace contextRef="#ctx0" brushRef="#br0" timeOffset="3598.23">11491 5202 147 0,'-2'-10'209'0,"-1"3"-16"16,2 0-3-16,1 7-6 0,-5-10-12 0,3 5-13 16,2 5-18-16,-3-7-16 0,3 7-13 15,0 0-16-15,0 0-11 0,0 0-6 0,-17 26 8 0,12 0-1 16,-5 6-5-16,4 3 5 0,-1 15-10 0,1 1-5 15,3 1-2-15,2 2-5 0,2 1-6 0,-1-4-5 16,5 2-2-16,-1-5-8 0,-1-12-1 16,3 13-4-16,-1-14 0 0,2-3-8 0,-5 2-1 15,3-5-4-15,-1 1 4 0,0 1-4 0,-4-4-3 0,2-1-1 16,-2-1-2-16,0-5-16 0,-1-1-10 0,0-4-21 16,-1-2-25-16,-1-2-28 0,-1 0-23 15,0-2-36-15,0-3-32 0,4-6-26 0,-10 7-179 16,10-7-406-16,-18-2 180 0</inkml:trace>
  <inkml:trace contextRef="#ctx0" brushRef="#br0" timeOffset="4099.13">11431 5805 44 0,'18'-12'135'0,"4"-3"-13"0,2 1-8 15,0 1-1-15,2-1-8 0,-1 1-6 0,-3-1-12 16,-3 4-3-16,6-2-10 0,-1-3-7 0,-6 5-2 0,4-3-4 15,-7 0-4-15,2 3-5 0,-2-5-16 0,1 5 11 16,-5-1 3-16,1-2-2 0,-4 3 4 16,1-1-2-16,-5 0-5 0,2-1 3 0,-2-1 2 15,-3 5-3-15,1-3 0 0,-4 1-11 0,4 0-2 16,-2 10 3-16,-5-16 2 0,3 11-6 0,-4-1-3 16,6 6-3-16,-6-6-3 0,6 6-3 0,-11-2-2 0,11 2-7 15,-19 12 5-15,9-5 0 0,1 6-4 16,-5 1 0-16,5 3-4 0,3 0 0 0,-2-1 2 15,4 0-4-15,4 1-1 0,0 2 3 0,2-3-1 16,1-2 2-16,9 1-1 0,-2-2-2 0,2-5 1 16,4 1-2-16,1 0 3 0,3-2 0 0,7-2 0 0,-4-4-3 15,6 0-6-15,-1-5-6 0,2 1 3 0,-2-5-4 16,-9 3-1-16,7-4 3 0,-6 1 0 16,-3 2 2-16,-2-6-5 0,-1 2 7 0,-2-4-6 15,-1 2 3-15,-6-4-1 0,1 0 2 0,-3 0 0 16,-1 0 0-16,-4 5 0 0,1-1 8 0,-3-1 3 15,-1 2-1-15,1 2 1 0,-2 1 1 0,-1 0-4 0,-1 1-1 16,2 3-6-16,6 4 3 0,-13-2-5 16,13 2 5-16,-12 11 3 0,3-1 1 0,-1 5 4 15,0-2 4-15,2 3-4 0,1 3 4 0,3-2-2 16,1 2-2-16,1-1 4 0,2-2-4 0,3 2 1 16,2-1-2-16,2 0 2 0,4-2-2 0,3 0-14 0,-1-1-26 15,5-3-32-15,3-3-36 0,3 2-41 16,5-5-27-16,-4-1-148 0,3-2-341 0,-1-4 151 15</inkml:trace>
  <inkml:trace contextRef="#ctx0" brushRef="#br0" timeOffset="4501.01">12506 5487 183 0,'-8'-7'208'0,"1"2"-8"0,-2-1-12 15,0 3-4-15,-2 3-15 0,-1 0-15 0,-1 2 3 16,-5 4-12-16,-4 7-16 0,-1 2-6 0,0 2-3 15,3 4-14-15,1-4-10 0,-2 3-12 0,8-4-5 16,3 1-11-16,-1 0-4 0,4-1-6 0,5 1-8 0,1-5-6 16,1 4-2-16,2-5 0 0,2-1-9 15,2 0 1-15,3-2-2 0,0 1-7 0,2-4-7 16,1-3-4-16,8 0-13 0,-1-2-5 0,2-3-1 16,0-1-9-16,-1-3 2 0,0 0 1 0,0-4-1 15,-6-1 2-15,6-10 1 0,-11 6 2 0,5 0 3 16,-8-3-3-16,3-7 1 0,-5 0-1 0,0-1 3 15,0-3-1-15,-4 2 0 0,0 0 3 0,-5-1 1 16,2 1 1-16,1 1 2 0,-2 1-2 0,0 2 4 16,1 7 13-16,1 0 5 0,-2 8 7 0,4-2-2 15,0 5 6-15,0 6-15 0,-4-12 2 0,3 7-12 16,1 5-5-16,0 0 1 0,0 0-3 0,0 0 6 16,0 0-8-16,3 26 3 0,-5-6 3 0,6 9 0 15,0 1 0-15,-4 2 2 0,2 0-2 0,-2 0-16 16,2 1-15-16,-1 0-15 0,3-1-28 0,0-2-37 15,2-1-41-15,2-5-26 0,-2 1-40 0,5-2-148 16,-5-6-390-16,5-5 173 0</inkml:trace>
  <inkml:trace contextRef="#ctx0" brushRef="#br0" timeOffset="4900.39">12850 5310 61 0,'0'-11'258'0,"0"4"-5"0,2 0-29 0,-2 7-27 0,0-11-22 16,0 11-17-16,0 0-22 0,0 0-13 16,0 0-5-16,0 0-2 0,-2 50-10 0,-2-21-8 15,1 2-13-15,-1 2-1 0,2-3-12 0,-3 3-4 16,1-3-9-16,1-5-8 0,1-6-1 0,2 1-6 16,-2-5-8-16,0-2-2 0,1-1-2 0,1-3 0 15,-2 0-5-15,0-3 1 0,2-6-1 0,0 10-2 16,0-10 1-16,0 0-2 0,-2 9 1 0,2-9 0 15,0 0-1-15,0 0-2 0,0 0-5 0,0 0-6 16,0 0-10-16,21-23 0 0,-9 10-10 0,-1 1-4 16,6-1-2-16,-4 3-1 0,3 0-7 0,2 2 3 15,-3-1-3-15,-4 6 4 0,3 0 0 0,-1 2 0 16,-1 1 4-16,-1 4 0 0,-2-1 2 0,3 4-2 16,-6 0 2-16,1-1 0 0,-3 6 4 0,-2-3 2 15,0 1 7-15,-4 1 7 0,0 2-2 0,-7 0 10 16,1 1 1-16,-2-1 5 0,-3 1-3 0,-3-3-3 15,3-2 0-15,-4 2-1 0,2-3-10 0,-3-1-23 16,3 1-31-16,-2-3-45 0,4-1-37 0,2 0-47 16,0-3-210-16,11-1-422 0,-17-3 188 0</inkml:trace>
  <inkml:trace contextRef="#ctx0" brushRef="#br0" timeOffset="5264.81">13270 5453 54 0,'2'-4'261'0,"1"-2"-13"0,-1 0-9 16,-2 6-18-16,0-9 0 0,0 9-27 0,0 0-16 16,0 0-17-16,-18 3-1 0,9 4-7 0,-4 4-10 15,-1 3-11-15,3 1-15 0,-2-2-9 0,1 4-9 16,1-2-13-16,4 0-2 0,-2-2-15 0,2 2-3 0,3-3-10 16,0-1-5-16,4 2-3 0,2-3-13 15,0-1-6-15,2-1-8 0,1 0-15 0,-1-2-1 16,3-2-13-16,2-1-4 0,0 0-9 0,0-1-2 15,5-2-3-15,-3-2 4 0,2-3-3 0,-2 0 5 16,0-1-2-16,1-2 4 0,-1-3 0 0,3-1-4 16,-1 1 3-16,-4-3 0 0,0 3 2 0,-2-5 3 15,-1 5 3-15,-1 3 1 0,-1-2-1 0,2 6 7 16,-2-1-2-16,-4 5 2 0,2-7-3 0,-2 7-2 16,0 0-6-16,4-4 8 0,-4 4 7 0,0 0 2 15,0 0 0-15,7 18 4 0,-5-7-2 0,-2 0-1 16,0 0 3-16,2 1-1 0,0-2-21 0,1 3-15 15,-1-2-30-15,5-1-42 0,-4-1-52 0,1 1-35 16,2-1-39-16,1-1-121 0,3-3-379 0,0-3 167 16</inkml:trace>
  <inkml:trace contextRef="#ctx0" brushRef="#br0" timeOffset="5665.8">13652 5386 119 0,'-2'-4'193'15,"2"4"-5"-15,-9-8-14 0,9 8-1 0,0 0-4 16,-17 12-6-16,7 0-1 0,1 1-7 0,-5 3-7 16,5-1-16-16,-4 0-11 0,4 2-15 0,0 0-6 15,7 0-11-15,-1 0-8 0,4-2-7 0,1 2-6 16,0-3-5-16,7 1-6 0,0-6-3 0,4 6-5 16,0-6-10-16,6 0-16 0,-1-3-24 0,8 1-18 15,-5-3-24-15,2-3-20 0,-1-4-26 0,7 1-14 16,-9-2-20-16,5-4-36 0,-5 0-4 15,-4-1-6-15,-2-3 7 0,-1 0 12 0,-2-1 14 16,-2-3 18-16,0 0 11 0,0-9 26 0,-5 8 24 0,3-10 17 16,-4 9 19-16,1-9 20 0,0 1 21 0,-2 1 9 15,-2 7 27-15,0-1 18 0,1 2 18 0,1 0 16 16,-2 6 13-16,0 2 8 0,0 3 6 0,0 6-12 16,0-10-11-16,0 10-16 0,0-7-17 0,0 7-3 15,0 0 11-15,0 0 6 0,0 0 4 0,-3 36 7 16,1-11-1-16,0 0-9 0,-2 4-9 0,0-2 1 15,-4 1-7-15,4 1-14 0,1 0-5 0,-1-2 7 16,2 1-14-16,-2 1-3 0,2 0-21 0,2-3-23 16,0-7-28-16,0 0-37 0,0 0-46 0,2-4-56 15,-2-5-59-15,0 1-236 0,4-6-494 0,-4-5 218 16</inkml:trace>
  <inkml:trace contextRef="#ctx0" brushRef="#br0" timeOffset="5948.15">14175 5295 1951 0,'6'-12'130'0,"0"2"-43"0,-2 3-36 16,-1 0-24-16,-1 2-8 0,-2 5-4 15,0 0 2-15,0 0 2 0,0 0 9 0,0 0 7 0,-36 17-4 16,20-6 0-16,-2 0 0 0,-3 7-7 0,-3-1-2 16,4-2 5-16,0 3-9 0,4-5 1 0,4 1-4 15,1-6 1-15,0-1 3 0,2 0-8 0,5 0 2 16,0-3-5-16,-1 0 7 0,5-4-7 0,-7 6 2 15,7-6 1-15,-7 5-6 0,7-5 2 0,-4 3-7 16,4-3 0-16,0 0-3 0,-2 7 4 0,2-7-2 16,0 0-2-16,4 17-3 0,0-7 6 0,1 0-3 15,4 4 0-15,2 0-18 0,0 0-8 16,3-1-12-16,-1 2-27 0,8 2-23 0,4 0-32 16,2-6-38-16,4 0-34 0,3-2-135 0,2-4-356 15,4-3 159-15</inkml:trace>
  <inkml:trace contextRef="#ctx0" brushRef="#br0" timeOffset="6217.96">14822 5276 92 0,'6'-17'235'0,"-2"0"13"0,-2 7 3 16,-2-1-5-16,4 1-10 0,-4 1-8 0,0 3-10 0,0 6-16 15,4-11-17-15,-4 11-26 0,1-7-18 0,-1 7-12 16,0 0-20-16,0 0-12 0,0 0-10 15,0 0-10-15,-1 32-9 0,-3-4-2 0,0 2-4 16,-2 1 5-16,0 1-12 0,2 1 0 0,-1-2-5 16,-1-1 0-16,1-2-3 0,3 1 0 0,-1-2-11 0,3-3-1 15,-2 0-6-15,4-5 3 0,1 0-5 0,1-3-2 16,-1 0-2-16,1-5-2 0,3 1-14 0,2-2-16 16,0-1-21-16,2-2-21 0,5 0-19 15,-3-4-32-15,7-3-23 0,-5 0-39 0,4-3-47 16,-2-1-29-16,-3-2-217 0,-4 0-495 0,5-6 219 15</inkml:trace>
  <inkml:trace contextRef="#ctx0" brushRef="#br0" timeOffset="6665.76">14681 5361 76 0,'0'0'185'0,"-9"-4"-12"0,9 4-5 0,0 0 0 16,0 0-2-16,0 0-13 0,0 0-4 15,26-2-16-15,-5-3-5 0,12 5-14 0,6-4-10 0,-2 0-11 16,14-2-8-16,-13 2-9 0,1 1-6 16,-6-1-3-16,-1 0-10 0,-5 0-6 0,-8 1-6 15,-3 3-3-15,-5-2-6 0,-2 1-6 0,-2 0-1 16,1 1-2-16,-8 0-4 0,0 0-8 0,13-1 5 0,-13 1 2 16,5 3-2-16,-5-3 0 0,-4 13 5 15,0-2 1-15,-6 3 0 0,0 1 7 0,0 1-1 16,-3 5 1-16,1-6-4 0,3 0 1 0,3 2-2 15,-1-3-8-15,4 2 2 0,0-4-8 0,0-1 4 16,6 2-7-16,0-3 4 0,0 2-3 0,4-4 1 16,2-1 2-16,2 0-3 0,5 1 2 0,4-6-3 15,-2 0 0-15,4 0 1 0,-3-4-2 0,1-1-2 16,0-1 2-16,1-1 1 0,-7-2-2 0,3 1-1 16,-2-3 2-16,-1-3 4 0,-3 1-7 0,-5-1 1 15,-3 1-3-15,3-1-1 0,-2-6 1 0,-3 2-5 16,-1-1 1-16,-6-1 1 0,1 1-2 0,-2 2 1 15,-2 1-3-15,-5 0 0 0,0 4-1 0,-2 1-5 16,-4 2-3-16,-1 4-7 0,0 1-10 0,-7 4-18 16,7 0-19-16,-1 3-24 0,2 1-33 0,4 2-55 15,-2 0-48-15,5 3-163 0,8-2-419 0,1-2 185 16</inkml:trace>
  <inkml:trace contextRef="#ctx0" brushRef="#br0" timeOffset="7053.45">16368 5174 8 0,'-5'-10'262'0,"1"2"-10"0,1 2-12 0,3 6-6 16,-2-9-26-16,2 9-21 0,-1-9-20 0,1 9-22 16,0 0-18-16,0 0-14 0,0 0-10 0,0 0-8 15,-2 25-7-15,4-4-6 0,-2 7 0 0,1 4-6 16,-2 5-6-16,1-2-7 0,-4 11-2 0,2-13 0 15,-1 14-7-15,0-14-5 0,2-3-2 0,-2-2-8 16,2 1 0-16,0-2-3 0,1 0 0 16,1-3-12-16,0-7-23 0,2 1-30 0,-1-6-25 15,0-1-38-15,-1 0-50 0,0-1-45 0,0-4-33 16,-1 0-168-16,0-6-420 0,0 0 186 0</inkml:trace>
  <inkml:trace contextRef="#ctx0" brushRef="#br0" timeOffset="7651.98">16455 5359 81 0,'27'-13'93'0,"-1"-1"0"16,-1 1 0-16,-9 5-11 0,2-1 8 0,-2 0-11 16,-2-1-3-16,-4 2 7 0,0 1-5 15,-2-2 3-15,-2 2-1 0,1-2 4 0,-2 4-1 0,0-1 6 16,-3-1 4-16,-2 7 2 0,4-10-2 15,-3 5 0-15,-1 5-8 0,0 0-7 0,4-9-7 0,-4 9-10 16,0 0-5-16,3-6-14 0,-3 6-2 0,0 0-7 16,0 0-4-16,0 0-4 0,0 0-3 15,0 0 0-15,0 23-2 0,-3-7-6 0,2 3-1 16,-3 7 0-16,2 2 0 0,-2-1 2 0,-1-1-6 16,0 0 5-16,1 1-3 0,0-3 1 0,-1 2-2 15,0-7-1-15,1-2-1 0,-1 2-2 0,1-2 3 16,0-1-1-16,0-3-19 0,2-3 5 0,-1-2-2 15,2-1-7-15,1-7 4 0,-3 11-6 0,3-11 4 16,-1 7 3-16,1-7 2 0,0 0 9 0,-1 7-3 16,1-7 6-16,0 0 5 0,0 0-6 0,0 0 5 15,29-12 1-15,-19 6 3 0,3 2-2 0,5 0 4 0,2 2-2 16,-3-2 4-16,3 3 1 0,-2-1 2 0,3 4-1 16,0-1-1-16,8 0-3 0,-10 1 6 15,12-2-3-15,-10-2-1 0,1 1 0 0,7 0-1 16,1-1-1-16,-5-2 1 0,5 0-2 0,-2-3 1 15,-6 2-2-15,-2-1 0 0,1 0 4 0,-4-1 1 16,0-1 0-16,1-1 5 0,-4 0 7 0,-5-1 9 16,0 2 2-16,-3-3 4 0,1-1 4 0,-4 2-6 15,0-3-2-15,-4 1-2 0,-1-3-3 0,-3 1 7 16,2 3-4-16,-4-1 1 0,2 2-5 0,-3 1-5 16,-2 2-7-16,1 4 0 0,-1-1-8 0,-4 8 1 15,-3 2-1-15,-1 4 5 0,-5 6 1 0,8-3-14 16,-4 5 2-16,6-1-2 0,3-1-1 0,-2 6-4 0,6-6-22 15,2 1-20-15,7 0-11 0,2-1-25 16,4 0-20-16,9 4-28 0,7-4-25 0,7-2-22 16,18 0-26-16,8-3-16 0,3-2-161 0,2-3-406 15,31-2 181-15</inkml:trace>
  <inkml:trace contextRef="#ctx0" brushRef="#br0" timeOffset="8033">17887 5618 197 0,'-3'-9'239'0,"3"9"-14"0,1-11-11 15,3 1-22-15,1 0-9 0,1 1-20 0,2-3-9 16,3-3-6-16,1 0-8 0,2 1-10 0,-1-2-2 15,5-4-6-15,-8 6-6 0,1-2-10 0,1 0-3 16,3-6-8-16,-6 5-9 0,0 1-5 0,-1 0-3 16,0-1-8-16,-2 2 3 0,-2 2-5 0,-1-2-6 15,-1 3-8-15,0 0-2 0,-2 2 4 0,2 0-10 16,-2 3 3-16,0 7-5 0,2-11-3 0,-2 11 0 16,-1-7-13-16,1 7-10 0,0 0-2 0,0 0-3 15,0 0-1-15,-13 18-3 0,6-4 2 0,1 4-2 16,1 1 1-16,0 4-1 0,2-3 2 0,2 1-2 15,1-4-1-15,4 3 3 0,1-2-3 0,3 1-21 16,2-2-18-16,2-3-15 0,2 0-25 0,1-1-21 16,7 2-20-16,-4-5-45 0,1-2-43 0,0-2-33 15,0-3-42-15,-1 2-143 0,0-3-454 0,0-4 201 16</inkml:trace>
  <inkml:trace contextRef="#ctx0" brushRef="#br0" timeOffset="8206.84">18070 5120 98 0,'-6'-1'162'0,"-3"0"-14"0,9 1-24 16,-13 1-10-16,13-1-12 0,-8 5-10 0,3-1-6 16,5-4-15-16,0 13-26 0,7-4-39 0,-1 0-25 15,7 2-54-15,3-1-87 0,2 1-172 0,11 0 76 16</inkml:trace>
  <inkml:trace contextRef="#ctx0" brushRef="#br0" timeOffset="8464.9">18505 5114 73 0,'1'-6'255'16,"2"1"-5"-16,-3 5-1 0,2-11-6 0,-2 11-10 15,1-7-17-15,-1 7-21 0,0 0-22 0,0 0-18 16,0 0-11-16,3-6-30 0,-3 6-10 0,0 0 1 15,-5 23-2-15,2 2-4 0,-2 7 2 0,-1 1-5 16,-6 13-1-16,5 3-8 0,-4 0-6 0,1 1-6 16,1-2-6-16,-2-3-11 0,2 0-2 0,1-12-5 15,0 1-1-15,3 0-7 0,-2-2 2 0,3 2-12 16,0-4-4-16,1-2-13 0,1-2-24 0,2 0-26 16,-1-9-30-16,1 0-30 0,0 0-39 0,2-1-48 15,-1-7-38-15,3 1-33 0,0-4-201 0,-4-6-489 16,11 6 218-16</inkml:trace>
  <inkml:trace contextRef="#ctx0" brushRef="#br0" timeOffset="8700.91">18732 5457 173 0,'5'-18'257'0,"-1"6"0"0,-3 2-3 16,1-2-4-16,0 5-8 0,-1 0-23 0,-1 7-10 15,2-12-26-15,-2 12-17 0,2-5-20 0,-2 5-15 16,0 0-8-16,0 0-5 0,-2 37 12 15,-1-12-2-15,2 2-11 0,-3 2-8 0,-1 0-11 0,3 2-7 16,-4-1-12-16,4-1-14 0,-2 1 6 0,1-1-13 16,2-1-5-16,1-8-4 0,-1 4-4 0,-1-5-26 15,2-1-26-15,0-1-29 0,0-2-31 0,0 1-34 16,-1-3-26-16,1-2-37 0,-2 1-35 16,0-2-36-16,2-10-36 0,-7 12-169 0,7-12-474 0,-8 4 209 15</inkml:trace>
  <inkml:trace contextRef="#ctx0" brushRef="#br0" timeOffset="8918.27">18639 5392 62 0,'6'-16'191'16,"6"0"-11"-16,-3 2 2 0,1 2-11 0,1 1-13 0,0 2-9 16,1 2-12-16,1 4-7 0,1 1-9 0,5 0-6 15,-1 4-14-15,-1 0-5 0,1 1-9 0,-7 2-7 16,5 4-9-16,-6-5-5 0,0 5-4 0,-1 2 6 15,-4-1 4-15,0 1-2 0,-3 0-2 16,-2 0-9-16,-3 6-4 0,-3-3-6 0,-3 1-5 0,1 1-3 16,-4-3-17-16,0-2-19 0,2 1-23 0,-3 1-33 15,-5-1-52-15,8-4-49 0,-4 2-66 16,-4-2-144-16,5-3-393 0,1-1 174 0</inkml:trace>
  <inkml:trace contextRef="#ctx0" brushRef="#br0" timeOffset="9283.34">19519 5223 1819 0,'0'-15'168'0,"0"2"-105"0,-1-3-7 0,0 3 28 16,0 2-44-16,-1-1 11 0,2 3 17 0,-1 2 1 15,1 7 4-15,-1-12 3 0,1 12-10 0,0-8-8 16,0 8-7-16,0 0-11 0,0 0-5 0,0 0-7 16,0 0-5-16,0 0 1 0,0 0 9 0,5 38 6 15,-5-13 1-15,-1 2-1 0,2-1-3 0,-2 5-7 16,2 1 2-16,-1-4-2 0,-1 3-1 0,4-3-3 15,-1 0-4-15,0-1-2 0,0 0 3 0,1-2-3 16,-3-4-5-16,4-4-28 0,-2 2-19 0,-2-3-24 16,1 1-32-16,3-1-41 0,-3-4-53 0,3-1-41 15,-3-3-25-15,0 2-141 0,-1-5-422 0,0-5 187 16</inkml:trace>
  <inkml:trace contextRef="#ctx0" brushRef="#br0" timeOffset="9465.25">19348 5304 166 0,'14'-4'154'0,"6"-1"-14"0,8 1-20 16,5 0-6-16,1-1-13 0,7 4-20 0,9-2-27 16,-10 2-24-16,-1 2-38 0,0 2-42 0,-2 2-25 15,-2 2-64-15,-5 0-148 0,-5 4 66 0</inkml:trace>
  <inkml:trace contextRef="#ctx0" brushRef="#br0" timeOffset="9985.04">19770 5595 79 0,'0'0'152'0,"0"0"1"15,19-6-5-15,-10 0-8 0,1 0 3 0,3-1-7 16,1-4-2-16,1 3-6 0,0-5-7 0,-3 2-5 15,2-2-7-15,-2 0-10 0,1-5-8 0,-3 3-11 16,-1-3-6-16,3-7-9 0,-6 8-5 0,-1 0-2 16,-1 0 0-16,-2-2-6 0,-2 4 1 0,0-2-2 15,-1 5 2-15,0 3-3 0,-3-1-3 0,1 1-6 16,1 2-1-16,-1 1-9 0,3 6-4 0,-5-7-5 16,5 7 2-16,-11-3-4 0,11 3-4 0,-17 6-4 15,5 2 2-15,0 6 2 0,-6 4-5 0,4 4-4 16,0 0 1-16,2 0-2 0,2 1 2 0,2-5 1 15,4 0-2-15,2 1-3 0,1-1 3 16,1-3 0-16,1 3-1 0,3-3-1 0,2 0 2 0,0-5-2 16,2 0 0-16,1 0 1 0,5 2 1 0,0-6-2 15,3 1 5-15,-4-4-1 0,6 1-2 0,-6-2 0 16,2-2 0-16,0 0 0 0,-1 0 1 0,-2-4 1 16,-2-1-3-16,1-3-5 0,-2 1-2 0,0-3 1 15,2 0 0-15,-5-4-3 0,-2 1 3 16,1-2 1-16,0-2-5 0,-2 2-5 0,0-2-5 0,0-1 3 15,-2 0 0-15,2 2 2 0,-1 0-2 0,1 5 1 16,-1 0 0-16,-2 5-3 0,3-2 4 16,-3 8-1-16,3-11-3 0,1 7-1 0,-4 4 4 15,7-5-1-15,-7 5-4 0,12 1-1 0,-12-1 4 16,9 9 0-16,-6-4 2 0,4 4 2 0,-1 5 2 0,-2 0-1 16,0 3 1-16,-2-2 6 0,2 2-2 0,0-1 2 15,-3-1 0-15,1 0 2 0,1 1-1 0,-3-2-31 16,0 1-46-16,2-3-39 0,-2-2-60 15,0 0-200-15,0-10-405 0,1 14 180 0</inkml:trace>
  <inkml:trace contextRef="#ctx0" brushRef="#br0" timeOffset="10737.29">20299 5367 86 0,'0'0'201'0,"0"0"-21"15,0 0 6-15,0 0 7 0,0 0-3 16,0 0-21-16,0 0-12 0,3 34-17 0,-3-22-11 0,1 0-14 16,0 5 4-16,1-2-5 0,-2 1-17 0,0-3-6 15,2-2-10-15,-2-2-8 0,1 1-4 0,-1-10-10 16,-1 13-2-16,1-7-8 0,0-6 1 16,1 10-3-16,-1-10 9 0,3 6 14 0,-3-6 7 15,0 0 1-15,0 0-12 0,0 0-2 0,0 0-6 0,0 0-6 16,0 0-7-16,-14-24-7 0,12 15-3 0,0-1-14 15,1-2-5-15,1-6-7 0,2 3-3 0,-1-4-8 16,5 0 0-16,4-4-9 0,-3-1 1 16,1 7-5-16,0 2-3 0,2 0-3 0,2-1 2 15,-1 5-5-15,2 0 4 0,0 1 0 0,-1 4 2 0,1 4-4 16,0 0 1-16,1 4 2 0,-1 0 6 0,3 6-4 16,0 2 0-16,-5-1 2 0,-1 5 4 15,2-1-5-15,-2 3 11 0,-1 0-4 0,-4-1 4 16,2 0-1-16,-1 1-1 0,-1 0 5 0,-2-5-1 15,-1-1-1-15,1 0 2 0,-2 0 0 0,0-6 3 0,-1-4-2 16,3 10 7-16,-3-10-2 0,0 9 2 16,0-9-2-16,1 6 14 0,-1-6 5 0,0 0 8 15,0 0-5-15,0 0 2 0,0 0-4 0,0 0 0 16,0 0-4-16,0 0-3 0,0 0-6 0,0 0-2 16,-1-29-5-16,4 19-11 0,0 0 0 0,4-5-2 15,0-2-5-15,2 1-1 0,3 0-3 0,-1 0 1 0,2 1 0 16,4 2 4-16,-6 3-5 0,1 3 3 0,-1 0-2 15,0 3 8-15,0 3-9 0,-1-1 3 16,-1 2-5-16,1 3 8 0,-1 1-4 0,0 1 6 16,1 3-1-16,-2-1 3 0,0 2 2 0,-2-2 1 15,3 2 2-15,-3-1 1 0,3 1 3 0,0-3 1 16,0-2-3-16,0 2 13 0,3-2-12 0,-2-2 11 0,2-1-11 16,-2-1 5-16,1-3 1 0,1 0 0 0,-2-1-3 15,0-1 2-15,-1-1-2 0,-4 1 3 0,3-2-3 16,1-3 2-16,-4 4 0 0,0-3-4 0,-1-1 2 15,0 0 1-15,-3-1 0 0,2 0-1 16,-1 1 0-16,-2 4 12 0,0 6-2 0,0-13 9 0,0 13-9 16,3-9 0-16,-3 9-8 0,0 0 1 0,0-7-1 15,0 7 3-15,0 0 4 0,0 0 2 0,0 0 0 16,-12 25 3-16,8-13-3 0,1-1 2 16,-3 4-5-16,2 0 3 0,2 1-7 0,-1-3 6 15,3 2-3-15,2 1-12 0,-1-3-27 0,1 2-36 16,5-1-40-16,-3-2-49 0,4-3-60 0,0-1-234 15,1-1-484-15,0-2 214 0</inkml:trace>
  <inkml:trace contextRef="#ctx0" brushRef="#br0" timeOffset="10898.99">20951 5065 1977 0,'-10'-15'84'0,"2"6"-22"15,-1 1-48-15,3 0-6 0,0 4-25 16,1 0-11-16,5 4-18 0,0 0-6 0,0 0-8 16,-14 10-23-16,14-3-28 0,0-7-29 0,8 23-128 0,-3-6-291 15,8 7 129-15</inkml:trace>
  <inkml:trace contextRef="#ctx0" brushRef="#br0" timeOffset="11168.88">21084 5470 157 0,'0'0'223'0,"1"-13"-1"0,-1 2-2 15,1 2-24-15,2-3-11 0,1 1-14 16,1-3-11-16,1-3-16 0,6 0-13 0,-2 1-12 16,8-3-7-16,-3 5-12 0,0 1-9 0,1 1-11 15,-1 2-1-15,-2 4-10 0,-1-1-14 0,-1 4-2 0,-2 1-8 16,1 1-8-16,1 2-2 0,0 3-4 0,-2 1-6 15,1 3-2-15,-1 4 1 0,-3-1-1 16,0 0-4-16,1 6 1 0,-3-2-3 0,1 3-2 16,-1-2 0-16,0-5-23 0,-4 5-25 0,4-3-22 15,-1 2-42-15,0-2-62 0,3-3-53 0,-1 0-177 16,2-1-422-16,2-4 188 0</inkml:trace>
  <inkml:trace contextRef="#ctx0" brushRef="#br0" timeOffset="11566.93">21674 5249 55 0,'-6'-11'220'0,"-3"5"-5"0,-1 1-14 0,-2 1-5 0,-2 4-5 16,-6 2-1-16,-5 7-14 0,4-2-5 16,-8 4-7-16,4 6-16 0,2 1-14 0,2 1-6 15,1 0-14-15,7-2-8 0,2-2-12 0,2-2-10 16,2 0-6-16,2 2-11 0,3-6-1 0,2 3-7 0,3-2-7 15,3 2-2-15,1-4-8 0,5 0-3 16,4-2-10-16,5-3-3 0,-1-1-2 0,7-2-9 16,1-2 4-16,-6 0-10 0,0-1-1 0,-3-5 1 15,-1 2 1-15,-3 1-5 0,0-6 2 0,0-1-4 16,-5-1 6-16,1 0-4 0,-3 1 0 0,0-2 1 16,0-2-2-16,-4 6 0 0,-1-2-5 0,1 1 3 15,1 0 3-15,-5 6-5 0,1-2 2 0,2 1 1 16,-3 6-2-16,2-8 0 0,-2 8-1 0,0 0-3 15,0 0-1-15,0 0 1 0,0 0 12 0,0 0 0 16,0 0 1-16,-2 29-4 0,1-18 4 0,-2 0-3 16,0 3 2-16,2-1-3 0,1 2 4 0,1 0-7 15,1-1-9-15,0-3-12 0,3 0-17 0,2 1-17 16,-1-2-27-16,2 0-37 0,1-1-43 0,1-2-58 16,0-2-45-16,-1-1-135 0,2-1-428 0,1-3 190 15</inkml:trace>
  <inkml:trace contextRef="#ctx0" brushRef="#br0" timeOffset="11787.34">21958 5070 123 0,'0'-11'298'0,"0"2"-1"0,1 2-13 16,-1 7-14-16,-1-9-24 0,1 9-26 0,0 0-26 15,0 0-20-15,0 0-16 0,0 0 0 0,0 0-10 16,-4 36-10-16,4-11-9 0,-1 3-16 0,1 2-6 15,-2 3-6-15,4-1-15 0,-2-1-7 0,1 2-5 16,4-1-2-16,-1 4-12 0,0-3-20 0,1-2-27 16,3-1-28-16,-5 0-39 0,3-2-44 0,-4 1-52 15,-1-10-71-15,2 0-64 0,-4 0-176 0,-1-3-497 16,1-3 221-16</inkml:trace>
  <inkml:trace contextRef="#ctx0" brushRef="#br0" timeOffset="14621.5">21930 5612 155 0,'0'0'183'0,"6"-16"-23"0,2 9-9 16,-1-1-6-16,1-2-10 0,2-2-13 0,7 0-8 15,-3-1-11-15,1-2-8 0,1 4-6 0,2-8-4 16,-3 5-3-16,0 2-1 0,-2-4-1 0,1 3-3 15,-4-3 0-15,-1 3-7 0,1-3 1 0,-6 4-7 16,4-2-5-16,-3-2-2 16,-3 3-1-16,0 2 11 0,-1 2 0 0,-1-1-8 15,-1 1-6-15,0-1-3 0,-2 3-8 0,3 7-2 16,-4-12-7-16,0 7-2 0,4 5-5 0,-5-5-1 16,5 5-8-16,-6-3-1 0,6 3-5 15,0 0-2-15,0 0 3 0,-17 6-2 0,14-1-3 16,-1 0 2-16,4-5-2 0,-7 10-4 0,6-3-8 0,1 2-5 15,0 0-1-15,0 1-5 0,1-3-1 0,2 4 3 0,2-2-1 16,1 0 4-16,2 1-2 0,5 0-1 0,0 3 0 16,1-4 0-16,-5 1 3 0,2 1-1 0,0-4-1 15,0 2 1-15,-2 1 0 0,1 0 2 0,-2-3 2 0,-1 1 1 16,-1 0-2-16,0 0 3 0,-5 1 1 16,0-2 0-16,-1-7-4 0,-2 12-1 0,-1-2 1 15,0-5-2-15,-3 3 3 16,-1-1-2-16,-1 0-12 0,-3 0-9 0,0 0-18 15,2-2-23-15,-1 1-21 0,2-1-30 0,2-2-34 16,0 0-37-16,-3 1-114 0,9-4-333 0,-12 2 148 16</inkml:trace>
  <inkml:trace contextRef="#ctx0" brushRef="#br0" timeOffset="14967.13">22646 5240 1650 0,'12'-13'121'0,"1"-1"-73"0,0 3-26 0,-4 2-6 16,-2 1-8-16,2 1 1 0,0 2 1 0,2-2 3 16,-2 4 1-16,2 1 0 0,-1 1 12 0,2 1 0 15,-2 3 13-15,0 2 8 0,-1 1 7 0,4 2-2 0,0 3 8 16,-4 2 1-16,-2 2-1 16,-3-3-5-16,-1 4 2 0,-3 3 0 0,-3 0-6 0,-5 4-4 0,-4 1 0 15,-3 1-8-15,-6-2-1 0,1-3-1 0,-4-1-6 16,0 1 1-1,-1-4-4-15,-4-3-6 0,7 3-20 0,3-6 2 16,2-2 2-16,1-1-4 0,4 0-3 0,3-2 5 16,3-3 0-16,0 1-2 0,6-3-2 0,-11 4-2 15,11-4-1-15,-8 2 0 0,8-2-2 0,0 0-8 16,0 0-4-16,0 0-2 0,27 0-6 0,-8-2-12 16,3-1-17-16,8-1-19 0,2 2-39 0,4-3-38 15,4-3-30-15,8 0-17 0,-7 5-141 0,-3-3-365 16,11-2 161-16</inkml:trace>
  <inkml:trace contextRef="#ctx0" brushRef="#br0" timeOffset="15382.47">23658 5169 38 0,'0'0'201'0,"-13"-8"-14"0,3 4 1 0,-1 3-5 15,0 0 0-15,-3 2-12 0,-4 2-15 0,0 2-5 16,-1 4-16-16,2 3-5 0,-2-1-12 0,-3 7-8 16,6-7-12-16,-1 9-10 0,3-8-8 0,4 2-5 15,0 0-10-15,2 0-4 0,4-3-7 0,2 0-6 16,0-1-2-16,2-1-5 0,2-1-2 0,1 0-5 16,4 1 0-16,0-2-12 0,0-2 0 0,3-1-4 15,0 1-13-15,6-5 1 0,-3 3-2 0,-1-3 3 16,2 0-3-16,0-1 1 0,0-3-2 0,-2-1 5 15,2 0-4-15,-5 1 1 0,1-2 7 0,-2-3-8 16,1 0 1-16,0-5-4 0,-2 6 5 0,0-2-3 16,-3 0-1-16,1 1 1 0,-1-1 1 0,-1 0 0 15,-1 4-5-15,-2 6 8 0,5-12 4 0,-4 8-5 16,-1 4-2-16,2-7-5 0,-2 7-2 0,0 0-3 16,0 0 0-16,0 0-1 0,0 0 1 15,0 0 4-15,4 20-1 0,-5-10-1 0,0 6 2 0,-1-1 4 16,2 2 0-16,-2-1 0 0,-1 0 4 0,3 1-4 15,0-2-25-15,-2 2-12 0,4-4-32 0,2 3-53 16,0-5-41-16,0-1-34 0,1-1-184 0,-2 1-410 16,3-2 181-16</inkml:trace>
  <inkml:trace contextRef="#ctx0" brushRef="#br0" timeOffset="15764.9">23902 5270 149 0,'0'0'171'0,"4"-4"13"0,-4 4 13 16,0 0-1-16,0 0-16 0,3 15-16 0,-4-7-1 15,1-8-5-15,-1 17-9 0,-2-5-8 0,3 1-14 16,-2-2-11-16,2-2-8 0,-3 1-15 0,2-1-5 16,1 0-4-16,-1-2-13 0,1-7-3 0,-2 10-8 15,2-10-5-15,-1 7-1 0,1-7-4 0,0 0-7 16,0 0 3-16,-1 10 9 0,1-10 8 0,0 0 3 15,0 0-4-15,0 0-3 0,0 0-7 0,0 0-7 16,0 0-6-16,0 0-9 0,5-36-1 0,-1 25-10 16,2-5-9-16,2 0-6 0,1 1-7 0,0 0 1 15,3 2 1-15,0-1-2 0,-3 5-3 0,4-3 1 16,-4 3 0-16,0 2-1 0,1 2-1 0,-1 1-11 16,-3 1 5-16,2 2-2 0,1 1 4 0,-9 0 0 15,14 5 0-15,-6 1 3 0,-1 2 1 0,-1 3-2 16,1-2 3-16,-1 7 1 0,-2-3-16 15,1 2-16-15,0 3-20 0,-2-3-38 0,-1-3-43 16,2-1-48-16,-1 1-34 0,2-1-23 0,-1 2-141 16,2-5-415-16,4 0 185 0</inkml:trace>
  <inkml:trace contextRef="#ctx0" brushRef="#br0" timeOffset="16214.98">24449 5260 188 0,'-4'-10'212'0,"-1"0"-4"0,-3 2-3 0,2 0-7 16,-3 0-9-16,0 3-16 0,-1 0-12 0,0 4-11 16,-1 1-8-16,-3 3-9 0,1 0-5 0,-7 4-9 15,2 0-11-15,-4 8-5 0,4-3-12 0,3-3-7 16,0 6-13-16,4 1-3 0,0-3-11 0,5-4-3 16,-2 6-4-16,3-3-3 0,2-2-7 15,2 0-1-15,1-1-8 0,1 2 0 0,3-3-3 0,1-1-5 16,3 0-10-16,2-1 1 0,2-1-8 0,0-4-2 15,6 1-2-15,-5-2-5 0,2 0 0 0,-2-4-8 16,2 0 3-16,-2-4-3 0,-1 3-2 16,-2-3 2-16,-1-1 3 0,2-5-2 0,0-1 4 0,-5-1 3 15,0-3-6-15,-3 2-2 0,1-2 8 0,-2-1-2 16,-2-5-1-16,2 1 0 0,-1-3 1 0,-2 1 2 16,-1 3 0-16,2 2 1 0,-1 1 6 0,1 1-2 15,-1 1 5-15,1 2 6 0,0 5 4 0,-3 0 7 16,3 4 4-16,0 7-6 0,-1-11-4 0,1 11-5 15,0-8-6-15,0 8-4 0,0 0-3 0,0 0 2 16,0 0-2-16,0 0 0 0,0 37 3 0,0-13 4 16,-1 2 5-16,0 1-3 0,2-1 1 0,-2-1-1 15,0 1 2-15,-1 0-1 0,2-2 5 0,0 0-3 16,3 2-6-16,-1-7-9 0,2-2-20 16,-3 1-22-16,3 1-42 0,-2-3-49 0,2 0-66 15,-1-3-40-15,-1-1-184 0,2-1-462 0,-4-11 204 0</inkml:trace>
  <inkml:trace contextRef="#ctx0" brushRef="#br0" timeOffset="16683.03">25107 5196 2145 0,'6'-14'36'0,"-2"1"-20"0,0 3 9 0,-3-3 11 15,4 4 0-15,-3-3 2 0,3 2 2 0,1-2-6 16,-1 1 3-16,4 2 3 0,-5 0 11 0,3 1-2 16,-2 1-3-16,1 1-5 0,-1 1-6 0,0 3-3 15,-5 2-7-15,12-3-7 0,-12 3 2 0,16 5-5 16,-8 0 2-16,-3 1 0 0,0 1-4 0,0 2 0 16,0 4 10-16,-3-3 4 0,0 1 1 0,-4 0 8 15,0 1-4-15,-4 3 3 0,0-3 0 0,-1 2-4 16,-1 0-2-16,-2-2 4 0,1-1-8 0,0-3 4 15,3 1-7-15,1-4-8 0,-1 1-8 0,3-1-9 16,3-5 0-16,-8 8-8 0,8-8-6 0,-2 5-8 16,2-5 2-16,0 0 0 0,0 8 5 15,0-8-5-15,11 4-1 0,2-1 4 0,-4 2 3 0,8 0 1 16,0-1 1-16,-1-2-1 0,-3 3 1 0,2 1 5 16,-1 0-2-16,-3 0 1 0,0-1 0 0,-4 1-1 15,2 4-1-15,-5-3-1 0,0 2 7 0,2 0 3 16,-6 1 6-16,0 0 12 0,-7-3 3 15,0 2 9-15,0 0 6 0,-4-1 1 0,-4 2-3 0,1-2 0 16,-8-1-1-16,3 1-1 0,-6 0-3 0,4-2-3 16,-7 1-1-16,1-2-5 0,-2-1-18 0,2-2-14 15,5-3-22-15,2 0-23 0,-1-2-27 0,2 0-45 16,0 0-74-16,5 1-48 0,-4 0-152 0,8-2-442 16,10 4 196-16</inkml:trace>
  <inkml:trace contextRef="#ctx0" brushRef="#br0" timeOffset="19365.8">25673 5460 151 0,'0'0'212'0,"2"-11"-12"15,-2 4-12-15,3-1-14 0,1-2-12 16,0 0-1-16,-2-1-24 0,2 0-7 0,1 1-9 15,0-2-10-15,4-5-6 0,-5 6-5 0,3 0-8 16,-2 1-4-16,2-1-5 0,-3 0 0 0,-1-1-20 16,3 2-2-16,-2-6-2 0,-1 6-8 0,-1-1 3 15,2 0-1-15,-4 0-5 0,5 2-7 0,-5-1-2 16,0 0-5-16,0 10 1 0,2-10-5 0,-2 10-2 16,0-9-7-16,0 9-1 0,0 0-7 0,1-9 1 15,-1 9-7-15,0 0-7 0,0 0-1 0,0 0-1 16,0 0-2-16,0 0-1 0,0 0 6 0,-8 31-3 15,3-19-2-15,4 0 4 0,-2 3-2 0,3-3 5 16,0 1-3-16,2-1 1 0,0-1-2 0,0 1 3 16,6-1 4-16,-3-2-4 0,3-1-2 0,1 1 2 15,1-3 0-15,-1 0 1 0,1-3-3 0,0-1 2 16,-1-1-4-16,2-1 2 0,0-1-2 0,0 1 4 16,-4-3-4-16,1-1 6 0,2 0-3 0,-4-1 2 15,3 0 1-15,-4-2 0 0,0 1-1 0,0-3 0 16,-1 0-6-16,0 2 6 0,0-2-3 0,-1 0 3 15,-1-2-3-15,0 5-1 0,0-2 3 0,-2 8 5 16,0-11-7-16,2 4-3 0,-2 7 8 0,0-7-9 16,0 7 5-16,0 0-11 0,3-9 0 0,-3 9 3 15,0 0-2-15,0 0 4 0,0 0-2 0,0 0 5 16,-5 28 1-16,1-16 2 0,0-1-2 0,3 5 1 16,-3 0 3-16,0 1 1 0,0-1-4 0,3-4-10 15,-3 4-17-15,4 1-4 0,-6-1-19 0,5-3-24 16,-2-2-32-16,3 3-34 0,-4-4-31 0,2 0-35 15,-3 1-152-15,-1 0-386 0,-1-5 171 0</inkml:trace>
  <inkml:trace contextRef="#ctx0" brushRef="#br0" timeOffset="19548.25">25690 4981 88 0,'0'0'102'0,"0"0"-9"15,16 21-37-15,-7-12-32 0,2 4-33 0,4 3-15 16,7 3-31-16,-3 0-61 0,8 2 27 0</inkml:trace>
  <inkml:trace contextRef="#ctx0" brushRef="#br0" timeOffset="20018.2">26559 5175 91 0,'6'-3'190'0,"-2"-3"8"0,-4 6 7 0,7-7 7 0,-5 1-10 16,-2 6-5-16,2-7-18 0,-2 7-16 0,-2-10-8 16,2 10-18-16,-9-8-9 0,9 8-12 0,-12-3-6 15,2 3-12-15,-1 2-5 0,-6 5-6 0,2 0-10 16,-3 1-7-16,3 2-4 0,-4 0-9 0,3 0 3 15,1 0-12-15,6 0-10 0,-1-3-15 0,2 7-5 16,3-6 2-16,3 2-2 0,0-5-5 0,0 2-16 16,2-7-4-16,0 11-4 0,2-4-5 0,-2-7-2 15,6 8-6-15,-1-6-4 0,2 2-2 0,-7-4 3 16,14 0 5-16,-6 0 2 0,-8 0 2 0,13-6 3 16,-5 4 2-16,-2-2 3 0,1 0 1 0,-1-1 1 15,0 1-1-15,2-2 1 0,-1 0 0 0,-1-1 3 16,-1 2-2-16,0 0 6 0,-1 1-3 0,-4 4-2 15,7-6 0-15,-7 6 1 0,6-2-1 0,-6 2-5 16,0 0 2-16,11 11 0 0,-3-1 4 0,1 4 12 16,-1 11 3-16,2 5 4 0,-4 4 3 0,1 0 3 15,-3 1 0-15,-2 12 1 0,1-1 1 0,-6-10 1 16,-1 13-2-16,2-15 2 0,-5 0-1 0,5-3-1 16,-5 1 3-16,0-6-2 0,-1 2-2 0,-3-5 0 15,-1 0-2-15,1-7 1 0,0 1-5 0,-5-4 3 16,-2 0-3-16,4-3-1 0,1-2 2 0,-5-3-7 15,5-3-19-15,-1-2-13 0,5 0-19 0,9 0-32 16,-25-7-30-16,14-5-43 0,-1-1-27 0,4-1-38 16,1-4-178-16,1-6-423 0,1-3 188 0</inkml:trace>
  <inkml:trace contextRef="#ctx0" brushRef="#br0" timeOffset="20249.48">26787 5224 1540 0,'13'-11'162'0,"1"0"-83"16,-5 4-34-16,-3-1 1 0,-2 3 16 0,1 0 8 16,-2 0 4-16,-3 5 3 0,5-6 7 0,-5 6 3 15,4-5 7-15,-4 5-8 0,0 0-2 0,4-5-12 16,-4 5-6-16,0 0-10 0,0 0-8 0,5-5-11 16,-5 5-3-16,0 0-2 0,0 0-5 0,0 0-6 15,4 15 0-15,-4-15-15 0,0 13-16 0,2-6-17 16,-2 0-3-16,2 2-22 0,0 2-21 0,-2 0-27 15,0 0-36-15,4 0-31 0,-2 0-44 0,0-4-157 16,-2-7-397-16,-2 21 175 0</inkml:trace>
  <inkml:trace contextRef="#ctx0" brushRef="#br0" timeOffset="20404.64">26796 5023 8 0,'0'0'65'0,"0"0"-21"0,0 0-3 0,0 0-20 0,0 0-30 15,0 0-20-15,18 18-30 0,-12-11 13 0</inkml:trace>
  <inkml:trace contextRef="#ctx0" brushRef="#br0" timeOffset="20685.68">26980 5163 80 0,'9'10'122'0,"-7"-5"-11"0,-2-5 1 0,11 13-3 15,-8-5 3-15,1 2-8 0,-4-10-12 16,7 14-3-16,-7-8-3 0,4-1-14 0,-4-5 2 16,4 12-2-16,0-9-5 0,-4-3-5 0,2 5 7 15,-2-5 4-15,4 6 12 0,-4-6 11 0,0 0 9 16,0 0 11-16,4 6 0 0,-4-6-9 0,0 0-6 15,0 0-11-15,13-14-5 0,-5 7-11 0,-4 0-7 16,5-3-5-16,2 0-8 0,1-3-7 0,-3 4 6 16,5-5-15-16,-4 2-22 0,-1-1-20 0,3 1-18 15,-3 3-23-15,-3 1-26 0,1 0-26 0,-3 3-39 16,1 0-30-16,0 2-28 0,-5 3-9 0,0 0-111 16,0 0-339-16,0 0 150 0</inkml:trace>
  <inkml:trace contextRef="#ctx0" brushRef="#br0" timeOffset="20936.97">27202 5257 74 0,'0'0'149'0,"0"0"-1"0,14-8 2 15,-14 8-5-15,11-7 1 0,-7 3-10 16,1-2-3-16,0 2-4 0,-1-3-8 0,-1 2-8 16,1-1-13-16,0 0-2 0,-4-1 0 0,4-1-3 15,-4 8-5-15,1-12-12 0,-1 4-3 0,0 8-2 16,-3-12-5-16,3 12-1 0,-2-8-5 0,2 8-1 15,-4-8-9-15,4 8-3 0,-4-5-7 0,4 5-7 16,0 0-5-16,-13 2-2 0,3 2-6 0,3 3-1 16,-1 0-4-16,-2 1-8 0,5 3-11 0,-3 1-19 15,6-2-10-15,-3 1-32 0,0 2-23 0,7 4-28 16,-2-6-24-16,5-1-26 0,-2 2-21 0,3 0-134 16,0-2-345-16,1-3 153 0</inkml:trace>
  <inkml:trace contextRef="#ctx0" brushRef="#br0" timeOffset="21135.1">27375 5263 66 0,'5'-11'164'16,"-1"0"-8"-16,5-3-8 0,0 0-4 0,-2 0-6 0,2-2-3 15,3 2-5-15,0 2-2 0,-5 1-10 16,3 3-8-16,-2-2-7 0,-1 3-8 0,2 1-2 16,-2 1-10-16,0 3-16 0,-1 0-5 0,-6 2-8 15,18 1-4-15,-9 2-9 0,-2 1-3 0,1 2 1 16,2 3-9-16,-3 1 5 0,-1 0-5 0,1 2-3 15,-5 0-5-15,6 4-27 0,-6-6-25 0,-2 9-36 16,2-9-45-16,0-1-38 0,-2 3-176 0,0-2-350 16,4 0 155-16</inkml:trace>
  <inkml:trace contextRef="#ctx0" brushRef="#br0" timeOffset="21851.89">28173 5014 76 0,'0'0'203'0,"-17"0"-7"0,5 4-3 0,-4 5-14 16,-2-2-10-16,1 5-8 0,3-2-12 0,0 6-11 16,1-3-12-16,1 1-14 0,1 0-9 0,5 1-11 15,1 0-5-15,1 1-12 0,3-6-6 0,1 3-5 16,1-3-8-16,3 0 2 0,1 1-8 0,1-3-2 15,3-1-11-15,3-1-3 0,2-2-1 0,0-1-10 16,-1-2 2-16,2 0-9 0,-2-2-2 0,5-3 0 16,-5 3-5-16,-4-3 3 0,2-1-2 0,-2-2-1 15,0 1-8-15,-3-3 7 0,2 2-4 0,-3-3 1 16,-1-1 0-16,0-1 1 0,-2 2 1 0,2-1 1 16,-1 0 1-16,-3 1-3 0,5-3 4 0,-4 3 1 15,-1 0 0-15,3 4 3 0,-3 6 0 0,-2-10 0 16,2 10-3-16,2-8-2 0,-2 8-8 0,0 0 0 15,0 0-3-15,0 0-1 0,0 0 3 0,0 0 0 16,0 0 2-16,-12 29 3 0,6-18-1 0,4 0 2 16,0 0-3-16,-1 2 5 0,1-2-2 0,0 0 1 15,2 0-2-15,2-3 0 0,0 2 4 0,1-1-2 16,3-2 0-16,1 0 3 0,2-2 1 0,1 1-1 16,4-2 1-16,-1-3-2 0,3 0 0 0,3-1-2 15,2-2 4-15,-4-1-4 0,2-4 1 0,-4 2 1 16,0-3-5-16,1-1 3 0,-2 1-1 0,-1-3 1 15,-3 1-6-15,0-3 0 0,0-1-1 0,-1-2-2 16,0-1-2-16,-5 2 2 0,4-1-3 16,-5 0 2-16,1 0 2 0,0 5-3 0,-1-1 0 0,-2 2 1 15,1 3-5-15,-2 0 5 0,0 7-2 0,3-9-1 16,-3 9-2-16,0-8-2 0,0 8 1 0,0 0-1 16,0 0 0-16,0 0-1 0,-15 13 1 0,10-5 0 15,-1 0 3-15,2 3 2 0,1 0-1 0,0 1 8 16,1-2-6-16,2 4 2 0,1-2-3 0,1-1 3 15,2 6-2-15,-1 0 0 0,5-7 1 0,-3 2 1 16,1-2 1-16,0 1 0 0,1 1-1 0,-3-3 1 16,-4 1-1-16,5-2 4 0,-3 1-1 0,0-2 0 15,-1 3-2-15,-1-4 5 0,0-6 0 0,-4 16 4 16,0-7-1-16,-2-1 4 0,-3 0-2 0,-4-2 2 16,1 1-5-16,1 0 2 0,-3-3-12 0,1 0-6 15,-1 0-27-15,3 1-8 0,0-1-35 0,0-2-50 16,11-2-51-16,-16-1-220 0,16 1-432 0,-12-5 192 15</inkml:trace>
  <inkml:trace contextRef="#ctx0" brushRef="#br0" timeOffset="22014.24">28858 5125 203 0,'7'-1'201'0,"-7"1"-14"15,0 0-18-15,0 0-19 0,9-1-15 0,-9 1-32 16,0 0-38-16,0 0-51 0,0 0-53 0,0 0-35 16,9 2-112-16,-9-2-201 0,0 0 89 0</inkml:trace>
  <inkml:trace contextRef="#ctx0" brushRef="#br0" timeOffset="24467.72">13324 7132 119 0,'-5'-10'152'0,"1"1"-3"0,2 1 5 16,-1 0-13-16,1-1-1 0,0 3-11 0,2 6 0 16,-4-13-4-16,2 8-5 0,2 5-13 0,-3-8-9 15,3 8-13-15,0-7-9 0,0 7-9 0,0 0-3 16,0 0 2-16,0 0-3 0,0 0 0 0,0 0-5 16,15 25 6-16,-8-10-8 0,3 4-5 0,1 4-2 15,-3 5-2-15,6-1 1 0,-1 4-8 0,-5-2 0 16,3 1-4-16,-2-2 3 0,5 0-4 0,-6 1-3 15,1-1-4-15,5 0 2 0,-8-3-5 0,5-2-2 16,-4-6-1-16,3-2-2 0,-6 1-3 0,5-2-2 16,-5-5-1-16,0-1 0 0,2-2-2 0,-6 1 4 15,0-7-2-15,4 7-3 0,-4-7 12 0,2 6 13 16,-2-6 3-16,0 0-1 0,0 0-6 0,0 0-2 16,15-19-10-16,-12 7 3 0,0-5-3 0,3-6 0 15,1-2-6-15,1 1 0 0,-1-1-2 0,3 0-1 16,-2-4-5-16,-1 3 25 0,3-4-6 0,0-2-3 15,-3 4-2-15,1 1-3 0,0-2-3 0,-1-1 2 16,-3 12-7-16,3-11 3 0,-1 4-4 0,-1 6 3 16,-2 4 3-16,1 2-10 0,-2 1 1 0,2 6 0 15,-4 1-11-15,1-3-5 0,-1 8-14 0,2-8-13 16,-2 8-8-16,2-6-14 0,-2 6 1 0,0 0-7 16,0 0-13-16,0 0-24 0,0 0-23 0,0 0-25 15,14 17-21-15,-10-7-25 0,1-1-21 0,-3 4-132 16,0-3-379-16,2 5 168 0</inkml:trace>
  <inkml:trace contextRef="#ctx0" brushRef="#br0" timeOffset="24816.12">13872 7279 1 0,'0'0'193'0,"0"0"-10"0,-1-12 2 15,1 12-2-15,-4-12-10 0,4 12-10 16,-4-5-2-16,4 5-10 0,-4-8-8 0,4 8-14 16,0 0-16-16,0 0-8 0,-2-7-12 0,2 7-14 15,0 0-9-15,0 0-6 0,0 0-8 0,-9 19 0 0,5-5 11 16,-2 4-3-16,-1 6-5 0,1 2 2 16,-1-1-5-16,0 3-5 0,2-2-7 0,1 1 5 0,0 1 7 15,0-1-2-15,3 1-4 0,-1-2-3 16,0 1-2-16,2 0 1 0,0-1 0 0,-2-2-1 15,0 2-1-15,4-10-1 0,-2-1-6 0,0 2-5 0,-2-2-4 16,2 0-1-16,0-3 1 0,0 0-2 0,-5 1-3 16,5-3 1-16,-1 5-4 0,-1-4-13 15,0-1-24-15,-2 2-4 0,0-3-17 0,-1 1-24 16,1-3-23-16,0 0-36 0,-2-1-30 0,0 0-33 16,6-6-22-16,-7 6-38 0,1-5-149 0,6-1-424 0,0 0 189 15</inkml:trace>
  <inkml:trace contextRef="#ctx0" brushRef="#br0" timeOffset="24983.37">13676 7625 79 0,'0'0'160'0,"3"-5"-14"16,-3 5-17-16,4-9-1 0,1 5-7 0,0 0-6 16,-5 4-10-16,17-4-12 0,-8 0-8 15,5 0-8-15,1 1-4 0,4 0-23 0,3-1-37 16,7-4-45-16,-1 2-46 0,-2 0-133 0,-3 2-228 0,4-3 100 15</inkml:trace>
  <inkml:trace contextRef="#ctx0" brushRef="#br0" timeOffset="25162.49">14315 7407 92 0,'8'-2'226'0,"-8"2"-1"16,0 0-3-16,0 0-8 0,9-1-17 15,-9 1-12-15,0 0-20 0,0 0-19 0,10-4-13 16,-2 1-13-16,1 2-13 0,3-2-14 0,3 1-25 0,1-2-37 16,-2 3-36-16,0 0-39 0,-2-1-47 0,1 1-33 15,-1 1-32-15,1 1-145 0,-4 2-326 0,-2-3 145 16</inkml:trace>
  <inkml:trace contextRef="#ctx0" brushRef="#br0" timeOffset="25352.99">14344 7496 48 0,'-4'4'174'0,"-4"-1"-3"0,8-3-2 16,-8 2-8-16,8-2-2 0,-7 4-10 15,7-4-13-15,0 0 2 0,0 0 1 0,0 0 0 0,0 0-10 16,25 6-2-16,-8-7-17 0,2 0-15 0,10-2-8 16,-2-1-7-16,2 1-25 0,0-3-33 0,-4 4-40 15,-3-2-45-15,5 1-65 0,-4 1-52 16,-5-1-137-16,0-2-343 0,-1 1 152 0</inkml:trace>
  <inkml:trace contextRef="#ctx0" brushRef="#br0" timeOffset="27015.87">15611 7074 73 0,'-9'0'138'0,"9"0"14"0,0 0-13 0,0 0-9 15,0 0-4-15,-10-1-13 0,10 1-10 0,0 0-6 16,0 0-10-16,0 0-9 0,0 0-9 0,0 0-8 16,0 0-1-16,0 0-8 0,0 0-4 15,0 0 0-15,0 0-6 0,34-4-4 0,-15 0 0 16,0 2-6-16,3-2 0 0,-1 2-12 0,1 0 6 0,-2 0 1 15,1-2-7-15,-3-3 2 0,-6 5 1 16,1 2-8-16,0-2 1 0,-4-1-1 0,-3 3 4 16,-6 0-2-16,13-3-3 0,-13 3-5 0,9 2-1 15,-9-2 1-15,0 0 4 0,8-2-4 0,-8 2-1 0,0 0-3 16,0 0-3-16,0 0-3 0,10 3 8 0,-10-3 3 16,-3 15 16-16,0-1 7 0,-5 5 0 0,-2 7 5 15,-4 3 15-15,-4 0-2 0,-1 4-7 16,-8 6-2-16,-1 1-2 0,7-13 0 0,1 4-1 0,-2-7-11 15,4 0 3-15,2-4-6 0,0 0-2 0,4-4 0 16,6-7-3-16,-3 2 0 0,3-2-3 0,-2-1-1 16,5 1-2-16,-3-3-1 0,4-2-1 0,2-4-4 15,-4 9 3-15,4-9 1 0,0 7-2 0,0-7 1 16,0 0 3-16,15 5-1 0,-3-5-1 0,1 0-1 16,1-2 2-16,6 0-1 0,2-2-4 0,1 0 0 15,-4 2-1-15,8-3 1 0,-5 2-3 0,-1 2-14 16,0-4-16-16,2 4-22 0,-2-2-21 0,1-1-22 15,-3 1-22-15,3 1-18 0,0-2-20 0,-2 1-9 16,-1 1-10-16,-1-1-12 0,0-1-115 0,-5 4-320 16,-2-6 142-16</inkml:trace>
  <inkml:trace contextRef="#ctx0" brushRef="#br0" timeOffset="27299.18">16101 7341 11 0,'0'0'135'0,"11"0"-4"0,-11 0 0 16,16 2-11-16,-6 1-4 0,0 1 9 0,0 0 1 16,-2 3 4-16,0 2-7 0,-1-1-10 0,1 1-6 15,-2-3-11-15,-2 5-5 0,1 0 3 0,-2-2-3 16,-2 2-4-16,-1 0-6 0,-1 0-4 0,-2-1-3 16,-1 0-4-16,-1 0-3 0,-2 0-9 0,-1 0-3 15,2-1-5-15,-1-3-4 0,-2 3-3 0,5-5-1 16,-1-1-7-16,0 1-1 0,5-4-7 0,-5 6 0 15,5-6-3-15,-5 5-2 0,5-5-5 0,0 0-4 16,-4 4-2-16,4-4 3 0,0 0-1 0,0 0 0 16,0 0-1-16,10 8-9 0,-2-6-14 0,3-1-27 15,2-1-22-15,5-1-26 0,3 1-39 0,0-4-30 16,9 2-37-16,-2-4-156 0,-6 2-377 0,6-3 166 16</inkml:trace>
  <inkml:trace contextRef="#ctx0" brushRef="#br0" timeOffset="27784.67">16543 7065 190 0,'-3'-8'231'0,"1"4"-3"0,2 4-19 0,-1-12-17 16,1 12-22-16,-2-6-19 0,2 6-16 0,0 0-16 15,0 0-13-15,0 0-9 0,0 0-2 0,9 29-2 16,-6-11-7-16,-1 6-5 0,1 1-6 0,1 0-5 16,-1 0-2-16,3 0-6 0,-4-2 2 0,2 2 2 15,-1-5-2-15,-1-1-7 0,2-1-9 0,-1-2-4 16,-1-4-4-16,-1 1-2 0,1-2 2 0,0 0-8 16,-1-2-3-16,1-1-2 0,-1-3-5 0,0 2-1 15,-1-7-1-15,0 11 0 0,0-11-2 0,0 8 6 16,0-8 4-16,2 6 14 0,-2-6 2 0,0 0 20 15,2 7-4-15,-2-7 7 0,0 0 2 0,0 0 0 16,0 0-2-16,0 0-11 0,0 0-4 0,0 0-4 16,0 0-3-16,0 0-8 0,0 0-9 0,-5-28-21 15,6 17-9-15,2-2-6 0,2 3-3 0,3-6-5 16,2 4 0-16,-1-2 2 0,-3 4 3 0,3 2-3 16,1 1-3-16,-1 0-1 0,2 3 8 0,-1-2-5 15,-1 3 1-15,-1 3-2 0,2 0-4 0,-1 3 4 16,0 1 1-16,-2 0 2 0,2 2 3 0,-1 1 1 15,0 2 0-15,0 0 1 0,-1 1-1 0,-2 0 5 16,0-1 3-16,0 2-6 0,-1-2-24 0,-1 3-21 16,2-5-31-16,-3 4-34 0,2-3-41 0,-4-8-44 15,4 16-31-15,-2-9-223 0,-2-7-494 0,3 9 218 16</inkml:trace>
  <inkml:trace contextRef="#ctx0" brushRef="#br0" timeOffset="27999.77">16991 7235 33 0,'3'-8'207'0,"-3"8"-15"15,3-5-19-15,-3 5-12 0,0 0-12 0,0 0-3 0,0 0-2 16,0 0-6-16,0 0-9 0,4 28-13 16,-4-17-7-16,-3 5-9 0,3-4-8 0,0 1-8 15,-1 4-5-15,1-1-10 0,0-1-1 0,2 2-9 16,0-7-8-16,-1 3-28 0,0-3-32 0,0 0-30 15,1 2-34-15,-1-3-44 0,0-2-53 0,1-1-149 0,-2-6-347 16,0 0 154-16</inkml:trace>
  <inkml:trace contextRef="#ctx0" brushRef="#br0" timeOffset="28167.91">16949 7046 177 0,'0'0'167'16,"0"0"-17"-16,0 0-25 0,0 0-18 0,0 0-30 0,0 0-32 15,0 0-29-15,0 0-49 0,22 24-41 0,-14-15-53 16,-1 2-136-16,4 4 60 0</inkml:trace>
  <inkml:trace contextRef="#ctx0" brushRef="#br0" timeOffset="28514.76">17220 7320 12 0,'12'0'201'0,"-12"0"-7"0,0 0-5 0,13-2-5 16,-8-1-12-16,-5 3-10 0,7-4-9 0,0 2-6 16,-2-1-7-16,-5 3-9 0,9-7-11 0,-3 1-9 0,-2 2-1 15,4-4-11-15,-5 3-6 0,0-3 4 0,0 1-8 16,-1 1-4-16,1-3-7 0,-2-1-7 15,-1 1-9-15,0 1 5 0,0 8-7 0,-2-14-1 16,0 8-11-16,0-1-8 0,2 7-2 0,-4-9-3 0,4 9-8 16,-7-5 2-16,7 5-9 0,-14 0-3 15,4 4-1-15,-1 1-5 0,-5 7 0 0,1-1 0 16,2 4 0-16,-6 6 4 0,8-6-6 0,0 2 2 16,4-2-3-16,-1 2-4 0,3 0 5 0,2-5 2 15,3 3-7-15,3-2 2 0,2-2 0 0,0 1-3 0,5-2 5 16,-1-1-7-16,5-1-14 0,3 0-14 15,2-1-19-15,-2-2-18 0,3-1-23 0,-3-1-38 16,-3-2-47-16,3 0-42 0,-6 0-211 0,-3-1-460 16,-8 0 204-16</inkml:trace>
  <inkml:trace contextRef="#ctx0" brushRef="#br0" timeOffset="29149.45">15642 7864 66 0,'0'0'183'0,"-10"-1"-6"0,10 1-3 0,0 0-11 16,-10-3-23-16,10 3-8 0,0 0-18 15,0 0-5-15,0 0-16 0,0 0 2 0,0 0 4 0,32 9-3 16,-2-5-3-16,10-3-6 0,22-1-7 0,30-1-2 15,4-5-10-15,-4-4-3 0,-1 3-10 16,1 2-7-16,-1 0-1 0,-25 0-3 0,25-5-7 16,-26 4-3-16,26-1 1 0,-27 3-5 0,28-1 4 0,-2-2 7 15,-24 1-14-15,26-3-1 0,-3 5-1 0,-25 0 1 16,0 0-2-16,-3 0-2 0,1-1-3 0,-7-1-1 16,-4 3 0-16,-13 3-1 0,-3-4 3 15,-5 1 2-15,-2 0-5 0,-8 2 3 0,-6 1-5 16,-2 0-2-16,-1 0-2 0,0-2 0 0,-4 2 4 0,-7 0-1 15,9-1-3-15,-9 1 0 0,0 0-7 0,0 0-14 16,0 0-18-16,0 0-21 0,0 0-33 0,0 0-25 16,-29 10-34-16,17-6-29 0,-9 1-38 0,-7 3-147 15,2 2-384-15,-3-3 169 0</inkml:trace>
  <inkml:trace contextRef="#ctx0" brushRef="#br0" timeOffset="30451.21">15895 8258 9 0,'-12'0'158'0,"12"0"-16"0,0 0-9 0,0 0-4 16,0 0-20-16,0 0 0 0,0 0-4 0,0 0-8 15,34-3-2-15,-20 2-7 0,6-2-7 0,8-1-8 16,-1-1-7-16,1 2-8 0,-7 0-3 0,-1 0-5 16,1 1-13-16,-5-1 12 0,-2 0-4 0,-1 0-5 15,-3 5 3-15,-2-4-7 0,-8 2-1 0,13-2 6 16,-8 1-6-16,-5 1 2 0,10-2-2 0,-10 2 1 15,0 0-4-15,10-2 2 0,-10 2-1 0,0 0-7 16,7-1-1-16,-7 1-7 0,0 0 1 0,0 0 9 16,-3 14 11-16,-2-4-8 0,-3 1-1 0,-2 7 0 15,0-1-5-15,-8 5 3 0,4 1-4 0,-3 3 4 0,-2-2 0 16,3 0-4-16,-1-2 2 0,-1-1-1 0,5 1-1 16,1-6 0-16,0-3-4 0,4 0 2 0,0-4-1 15,1 3-3-15,-1-2-5 0,2-3 2 0,2-1-2 16,-1-2 2-16,3 2-6 0,2-6-1 0,0 0 1 15,-8 7-2-15,8-7 3 0,-3 4-2 0,3-4-3 16,0 0 2-16,0 0-2 0,0 0-1 0,12 9 1 16,-12-9 0-16,15 2-2 0,-2-2 4 15,3-3-6-15,1 3-10 0,2 0-13 0,2 0-18 0,-2 0-22 16,1-1-23-16,2 0-37 0,-3-2-20 0,2 2-25 16,-3-2-28-16,-1 2-141 0,-4 1-363 0,0-2 160 15</inkml:trace>
  <inkml:trace contextRef="#ctx0" brushRef="#br0" timeOffset="30752.83">16312 8483 96 0,'0'0'171'0,"11"0"-10"16,-11 0-13-16,13 4-4 0,-5-1 10 0,-3 0 5 15,1 1-14-15,-1 2-12 0,0 0-10 0,0-2-7 16,-1 2-8-16,-1 1-8 0,-3 2-3 0,1-1-7 15,-4 3-8-15,1-1-2 0,-4 1-10 0,1 1-5 0,-3-2-7 16,-1-1-4-16,0 3-6 0,0-5-5 16,0 3-2-16,3-3-5 0,-2 0 2 0,4-2-13 15,0-1 0-15,4-4 3 0,-6 6-7 0,3-2-3 16,3-4-4-16,0 0-2 0,-5 3-6 0,5-3 10 16,0 0-6-16,0 0-2 0,0 0-3 0,12 8-4 15,-3-7-10-15,5-1-13 0,1-2-7 0,7 1-15 16,-1-3-16-16,8 0-17 0,-1-1-23 0,-1-1-18 15,1 2-23-15,-3-4-27 0,-4 4-27 0,-2-1-103 16,0-1-322-16,1 0 142 0</inkml:trace>
  <inkml:trace contextRef="#ctx0" brushRef="#br0" timeOffset="30981.44">16693 8406 7 0,'0'0'192'0,"-6"-3"-3"0,6 3-8 0,0 0-8 16,-6-6-8-16,6 6-19 0,0 0-12 0,0 0-11 15,0 0-6-15,0 0-1 0,0 0-16 0,18-2-5 16,-7 3-9-16,2-2-10 0,-1 2-9 0,4-2-15 16,1-1-15-16,2 1-29 0,-5 1-23 0,-1-2-30 15,6 2-25-15,-6-3-23 0,-2 2-27 0,2 0-18 16,-3-2-127-16,-4 2-285 0,-6 1 127 0</inkml:trace>
  <inkml:trace contextRef="#ctx0" brushRef="#br0" timeOffset="31184.6">16826 8293 171 0,'0'0'166'0,"0"0"-10"0,0 0-11 0,0 0-18 16,0 0-3-16,0 0 11 0,0 0 11 0,0 0 0 15,-7 23-10-15,7-14-1 0,0 4-16 0,-1 2-11 16,2 3-11-16,-1-7-7 0,1 8-8 0,-2-3-11 0,2-1-3 16,1-2-7-16,-1 3-5 0,0 0-9 15,2 0-26-15,-1-3-36 0,3-2-38 0,-2-1-64 16,1 0-34-16,0 0-195 0,-2-1-373 0,-2-9 165 16</inkml:trace>
  <inkml:trace contextRef="#ctx0" brushRef="#br0" timeOffset="31632.4">17098 8159 251 0,'0'0'253'0,"0"-10"-16"0,0 10-21 15,1-8-25-15,-1 8-18 0,0 0-9 0,0 0-21 16,0 0-8-16,0 0-12 0,0 0-6 15,8 29-11-15,-6-12-5 0,1-1-5 0,-3 3-11 16,1 0-5-16,3 5-7 0,-4-3-5 0,1-4-3 0,0 9-10 16,1-6-1-16,-2-2-6 0,1 0 1 0,-1-2-8 15,0-7 1-15,0 4-7 0,0-3-4 0,0 0-6 16,-1-2 1-16,1-8-3 0,1 10-1 16,-1-10 1-16,-1 10 4 0,1-10 2 0,0 0 10 0,1 7 6 15,-1-7-2-15,0 0-4 0,0 0-8 0,0 0 0 16,0 0-3-16,0 0-6 0,0 0-2 0,-4-26 0 15,5 16-5-15,2 0-6 0,-1-1-6 0,1-1 1 16,5-2-12-16,-1 2-1 0,0 3 2 0,0 0-3 16,0 2 4-16,3-1-2 0,-2 2-5 0,-1 0 12 15,0 3-8-15,0-1-2 0,1 4 0 0,-8 0-2 16,16 5 4-16,-6 0-4 0,-4-1 5 0,4 1 6 16,-3 3-5-16,3-1 3 0,-1 7 1 0,-4-6-3 15,1 2 2-15,1-3-1 0,-5-1-12 0,2 5-24 16,-1 0-27-16,-1-2-25 0,1-1-35 0,-1 0-34 15,2-4-27-15,1 4-25 0,-1-3-17 0,0-1-144 16,-4-4-406-16,0 0 181 0</inkml:trace>
  <inkml:trace contextRef="#ctx0" brushRef="#br0" timeOffset="31818.6">17496 8303 197 0,'2'-4'220'0,"-2"4"-10"16,4-8-12-16,-4 8-15 0,0 0-20 15,0 0-15-15,0 0-2 0,0 0-6 0,0 0-10 16,0 0-4-16,5 22-9 0,-5-12-6 0,-2 2-11 16,2-1-9-16,-1 6-11 0,0-2-4 0,2 2 0 15,-2-2-13-15,1-3-8 0,0-2-19 0,0 3-28 16,1-1-27-16,0 0-42 0,1-2-52 0,0-2-49 16,-1 1-49-16,-1 1-141 0,0-10-380 0,0 0 168 15</inkml:trace>
  <inkml:trace contextRef="#ctx0" brushRef="#br0" timeOffset="31980.37">17530 8138 88 0,'0'0'111'0,"0"0"-34"0,0 0-40 0,0 0-30 15,0 0-61-15,0 0-58 0,11 23 26 0</inkml:trace>
  <inkml:trace contextRef="#ctx0" brushRef="#br0" timeOffset="32314.83">17687 8358 135 0,'0'0'199'0,"0"0"-4"0,18-7-2 16,-12 6-7-16,2-2-7 0,1 1-11 0,0-1-10 15,0-3-12-15,2-1-2 0,-2 3-12 16,3-4-8-16,-2 4-8 0,-3-3-6 0,2 0-9 0,-1-2-9 16,3 2-9-16,-4-1-6 0,-1-2-4 0,0 2-1 15,-3 2-9-15,0 1 1 0,-1-3-8 0,-2 8-2 16,0-10-10-16,0 10 2 0,-5-11-11 0,5 11 0 16,-10-7-4-16,5 7 3 0,5 0-12 0,-18 2 1 15,9 3-1-15,-3 0 3 0,-4 5 0 0,2 2 5 16,-5 7 8-16,7-5-5 0,-6 5 1 0,4-5-5 15,3-1-1-15,2 5-5 0,1-3-1 0,4 0-4 16,3-4 1-16,0 0 1 0,3 0 1 0,2 1 4 16,3-3-9-16,5 2-5 0,6-4-8 0,1 0-23 15,2-5-20-15,10-3-27 0,-2 1-31 0,-1-1-54 16,0-3-49-16,0-2-52 0,-6 2-215 0,-3 1-505 16,3-2 225-16</inkml:trace>
  <inkml:trace contextRef="#ctx0" brushRef="#br0" timeOffset="37933.18">18230 7174 89 0,'0'0'113'0,"0"0"-3"16,0 0 5-16,0 0-5 0,0 0-17 15,0 0-5-15,0 0-6 0,0 0-5 0,0 0-6 0,0 0-9 16,0 0-3-16,0 0 1 0,0 0-1 0,-31 3-5 16,31-3 1-16,-15-3-11 0,7 3 3 0,8 0-3 15,-10 0 5-15,10 0-4 0,0 0 0 0,-14 0-7 16,14 0 0-16,0 0-2 0,-9 0-2 15,9 0-11-15,0 0 2 0,0 0-7 0,0 0 3 0,0 0-2 16,0 0-6-16,29-5 0 0,-7 0-2 0,7 0-2 16,3-3-11-16,0 0-4 0,4 1-9 15,-3 0-24-15,-1-1-16 0,-1 1-22 0,-2 2-22 16,-7 2-16-16,-5-1-17 0,-4 1-90 0,-7 3-240 16,2-2 107-16</inkml:trace>
  <inkml:trace contextRef="#ctx0" brushRef="#br0" timeOffset="38351.25">18397 7073 27 0,'0'0'100'0,"0"0"12"0,0 0 1 16,-6 10-10-16,5-5 13 0,1 6 3 0,-2 1-4 15,2 5 1-15,0 1-10 0,0 3-5 0,2 4-13 16,-1 1 2-16,3-1-9 0,-3 2 1 0,2-2 0 15,-2 0-7-15,1-4-3 0,3 3-8 0,-3-6-8 16,0 1-4-16,0-2 1 0,0-1-11 0,1 1 0 16,-3-5-9-16,0 0-1 0,2 0-4 0,-2-1 0 15,0-3-4-15,2 0-3 0,-1-1-1 0,-1-7-4 16,1 13 4-16,-1-13-3 0,2 10 1 0,-1-5-4 16,-1-5 0-16,-4 9 0 0,4-9-3 0,0 0 3 15,-5 5 0-15,5-5-1 0,-11 3-4 0,4-2-2 16,7-1 0-16,-12-1-1 0,12 1 3 0,-12-4-1 15,4 2-5-15,8 2 4 0,-10-4-5 0,3 4 3 16,7 0-2-16,-9-2-2 0,9 2 3 0,0 0 2 16,-10-2-3-16,10 2-1 0,0 0 0 0,-7-3-1 15,7 3 2-15,0 0-4 0,0 0 2 0,0 0 8 16,0 0-9-16,0 0 9 0,0 0 2 0,0 0-4 16,34-3-4-16,-19 0-2 0,2 1-4 0,2-1-25 15,2 0-17-15,-1 0-17 0,8 1-41 0,0-4-28 16,-9 3-41-16,2 3-152 0,-7-3-351 0,-1 2 155 15</inkml:trace>
  <inkml:trace contextRef="#ctx0" brushRef="#br0" timeOffset="38550.41">18741 7415 202 0,'0'0'239'0,"4"-4"-16"0,-4 4-23 0,0 0-17 0,0 0-17 16,0 0-3-16,0 0-1 0,0 0-9 15,5 13-11-15,-5-13-10 0,0 18-11 0,1-6-16 0,-1 1-5 16,2 6-14-16,-1-1-9 0,0 0-5 16,2 1-10-16,-1 0-23 0,4 4-39 0,1 4-39 15,-2-8-37-15,0 5-46 0,2-7-50 0,0 8-198 16,-4-8-400-16,1 0 176 0</inkml:trace>
  <inkml:trace contextRef="#ctx0" brushRef="#br0" timeOffset="41698.44">8197 9597 70 0,'0'0'160'0,"-12"0"-2"0,12 0-4 0,-18 4-7 16,7 2-4-16,-6 1-7 0,0 2-5 15,0 1-10-15,0-1-9 0,-6 6-11 0,5-4-4 16,4 0-12-16,-1 1-8 0,2 1-10 0,1-3-8 0,2 0 0 15,3-1-6-15,1 1-7 0,1 0-5 0,4-2-1 16,1 3-8-16,1-2-4 0,3 0-2 16,4 1 1-16,1-1-4 0,6 1-6 0,-1 0 3 15,3 1-5-15,1-2-3 0,9 1 3 0,-8 0-5 0,1-1 2 16,3 1 0-16,-4 1-4 0,-2-3 0 0,2 2-3 16,-4-1-1-16,-1 0-1 0,-6-2 4 0,1 4 0 15,-3-3-2-15,1 2 1 0,-2-2-2 0,-5 3 15 16,-3-4 9-16,-2 3 5 0,-1-2 2 0,-6 1 2 15,-2-1-1-15,-3 3-3 0,-2-3 2 0,-9 2 5 16,2-2-5-16,-4 0-7 0,3-3 0 0,-2 0-3 16,6-1-2-16,-3-3-3 0,5 1 2 0,2-2-5 15,1 2-12-15,2-2-23 0,6 0-18 0,-3-2-30 16,6 2-37-16,7 0-32 0,-7-8-29 0,7 8-22 16,3-9-14-16,-3 9-126 0,20-17-353 0,-6 3 156 15</inkml:trace>
  <inkml:trace contextRef="#ctx0" brushRef="#br0" timeOffset="41999.08">8470 9820 82 0,'0'0'143'0,"4"5"-8"0,-4-5 5 16,5 7-1-16,-4-2-10 0,-1-5-8 0,4 9-7 15,-1-1-16-15,-1-4-11 0,-2-4-10 0,7 11-1 16,-3-6-2-16,1-1-1 0,1 0 10 0,3 1-2 15,0-1 1-15,1-1 0 0,2-1-4 0,-1-1-5 0,1-1-2 16,2 0 0-16,-3-3 2 0,1 1 3 16,-2 0 0-16,-1-2 0 0,-3 0 0 0,4-1-3 15,-4-1-8-15,1 0-4 0,-3 0 1 16,0-2-6-16,-3 1-10 0,2-1-4 0,-3 8-4 0,-8-21-6 16,3 10 0-16,-3 1-6 0,-2-2 0 0,-5 1-5 15,4 4-3-15,-4-2-6 0,2 3 0 0,-2 0-2 16,1 4-10-16,0 0-15 0,1 5-11 0,-3 3-21 15,3-3-20-15,-1 7-30 0,-2 2-31 0,4 1-33 16,-2 9-40-16,2-7-195 0,1 2-429 0,4-1 189 0</inkml:trace>
  <inkml:trace contextRef="#ctx0" brushRef="#br0" timeOffset="42198.06">8896 10013 114 0,'4'7'221'0,"-4"-7"-5"16,0 9-10-16,0-9-14 0,-7 10-12 16,3-3-17-16,-1-2-14 0,3 2-18 0,-2 0-14 0,-1 5-7 15,0 0-13-15,-3 2-5 0,-1 0-26 0,1-4-29 16,1 5-44-16,-2 1-42 0,0-1-59 0,1 0-58 16,-4 0-128-16,1-1-318 0,1-2 141 15</inkml:trace>
  <inkml:trace contextRef="#ctx0" brushRef="#br0" timeOffset="42664.75">9918 9436 216 0,'-2'-12'228'0,"-1"2"-17"0,-1 5-21 15,0-1-15-15,-1 0-8 0,0 2-15 16,5 4-10-16,-9-6-7 0,9 6-10 0,-13 3 3 16,5 2-12-16,-2 5-7 0,0 3-1 0,-6 10-4 15,3 1-5-15,-1 4-10 0,5 2-2 0,-1 2-13 16,1 0-2-16,2 0-8 0,3 1-4 0,3 1 2 16,0-2-16-16,1 3-4 0,2-4 9 0,0 2-15 15,0-4-2-15,3 2-1 0,-1-1-4 0,1-4-2 16,-3 1-2-16,-1-1-4 0,1-7-1 0,1-1-2 15,-2 0 2-15,-1-1-5 0,2-3-17 0,-2-1-17 16,0-1-14-16,-2 2-22 0,2-3-15 0,-2-1-23 16,-1-3-25-16,1-1-26 0,2-6-29 0,-9 6-29 15,9-6-35-15,-12 4-127 0,12-4-395 0,-13-5 175 16</inkml:trace>
  <inkml:trace contextRef="#ctx0" brushRef="#br0" timeOffset="43184.57">9733 9888 63 0,'27'-11'149'0,"-1"-2"-5"0,4 4-1 0,0-2-8 0,1-1-6 15,1 2-11-15,-1-2-12 0,-1-1-5 16,0 2-1-16,-11 4-15 0,7-1-4 0,-9 1 0 0,1-1-7 16,-1 1-7-16,-3-1-3 0,-4 0 0 0,-1 3 3 15,-1-3-3-15,-3 0-4 0,1 0-7 16,-3-2-5-16,-2 3-6 0,-1-3 0 0,-2 1-4 15,-2-1-2-15,0 1-5 0,-2 1-1 0,-1 0-4 0,-1 1 3 16,0 2-2-16,1 0-2 0,-4 2-1 0,-1-3 0 16,3 6-5-16,0 0 2 0,0 4-6 0,-2 2 1 15,-1 6 0-15,0 0-3 0,-1 2 3 16,4 2-2-16,4 1 0 0,-3 2-2 0,3-4 1 0,2 2-3 16,5-2 0-16,-1 0-2 0,4 2-1 0,3-2 4 15,2-2-2-15,3 0 1 0,3-1-2 0,1-5 1 16,3 1 0-16,1-4 3 0,-1 1-6 0,9-4 1 15,-3 0-4-15,-3-3-9 0,-2-2-5 0,4-1 0 16,-3 0-5-16,-3 0-1 0,-1 0 3 0,0-5 1 16,-3 3-3-16,1-1-2 0,-5 1 2 0,1-4 7 15,-3 1-5-15,-3 1 2 0,-2-3-1 0,1 3-1 16,-4-1 11-16,-1-3-7 0,0 3-2 0,-1 0 6 16,-2 2 0-16,1 0-1 0,2 8 11 0,-7-11 3 15,2 6 3-15,1 1-1 0,4 4 0 0,-10-3-2 16,3 3 1-16,7 0-1 0,-16 5 4 0,6 3 6 15,1 1 2-15,1 2-5 0,-2 1 1 0,4 2-1 16,-2 1-2-16,4 1 1 0,0-1-2 0,4-3 1 16,0 3-4-16,2-2 0 0,3-1 1 0,-1-1-5 15,5 3-23-15,0-5-20 0,3 4-29 0,4-5-36 0,-1 0-31 16,4-3-32-16,-1-1-25 0,3 0-128 16,-2-4-347-16,1 0 154 0</inkml:trace>
  <inkml:trace contextRef="#ctx0" brushRef="#br0" timeOffset="43638.75">10716 9676 133 0,'-6'-4'190'0,"6"4"1"0,-14-4 2 16,7 1-5-16,-1 2-16 0,-3 2-6 0,0 2-9 15,-2 0-6-15,-4 4-13 0,3 3-9 0,-2-1-12 16,3 3-10-16,0-2-7 0,1 2-12 0,4-1-8 15,2 1-7-15,0 1-6 0,2-2-9 0,1 0-1 16,-1 0-8-16,4-3-5 0,2 1 2 0,-1-3-11 16,1 0-5-16,2 1 1 0,1-3 0 0,4 0-6 15,0 1 1-15,2-3-10 0,0 2-4 0,-1-5 0 16,2 1-9-16,-1-2-2 0,-1-1-4 0,-1-1-1 16,1-2 4-16,-3 0-7 0,1-2 5 0,-1 0 2 15,0-2-2-15,-1-1 2 0,-1-4-1 0,-1-1-2 16,-3 0 2-16,3-1 1 0,-3-1 1 0,-2-2-4 15,0-3 3-15,0 3 3 0,2-5 2 0,-2-1-4 16,-1 1 4-16,0 1 0 0,-1 5 10 0,1 1 8 16,2 0 5-16,-2 6 8 0,2 0 5 0,-1 5-2 15,1 7-1-15,0-14-5 0,0 14-8 0,-1-8-3 16,1 8-5-16,0 0-6 0,0 0 4 0,0 0-2 16,6 35-4-16,-6-10 2 0,0 1-4 0,0 4 1 15,0 3-4-15,-1-3 2 0,1 0 1 0,1 1 0 16,-2-1-1-16,1-1-7 0,1-3-18 0,0 0-26 15,-1 0-29-15,-2-7-47 0,1 7-49 0,3-8-40 16,-1 2-55-16,-1-2-140 0,0-7-438 0,2-1 194 0</inkml:trace>
  <inkml:trace contextRef="#ctx0" brushRef="#br0" timeOffset="47352.16">10902 9497 37 0,'-8'-7'168'0,"2"3"-7"0,0 1-1 15,1-2-4-15,5 5-6 0,-8-5 1 0,8 5-3 0,-5-8-5 16,5 8-11-16,-5-4-10 0,5 4-9 0,0 0-13 16,-7-5-8-16,7 5-10 0,0 0-18 15,0 0-4-15,0 0-6 0,0 0-5 0,0 0-9 16,-5 16 3-16,5-4-4 0,-1 5-3 0,0 1-2 0,1 2-4 16,-2 5-6-16,4 1 4 0,-2-2-5 0,1-5-4 15,-1 6-1-15,0-1 1 0,3-5-1 0,-1-1 1 16,-1-1-5-16,2 0 0 0,-3-2-3 0,2-4 2 15,-2 0-7-15,0-4 5 0,0-1-3 0,0-6 5 16,3 11 5-16,-3-11 7 0,0 8 4 0,0-8 11 16,0 0 1-16,0 0 3 0,0 0-3 15,1 6-1-15,-1-6-11 0,0 0 2 0,0 0-5 0,0 0-2 16,0 0-4-16,0 0-1 0,7-24-2 0,-2 16-2 16,3-1-11-16,-1 3-3 0,5-3-4 0,0 1-3 15,6-1-4-15,-1 2 3 0,1 1 0 0,2 1 6 16,-4 1-8-16,1 3 1 0,0 2 1 0,-4-1 0 15,-2 3-3-15,0 0 6 0,0-1-2 0,-2 3 1 16,0 0-1-16,-3 0 7 0,1 0-8 0,-5-1 7 16,1 4-3-16,-3-8 3 0,-3 13 0 0,-2-3 1 15,-1 0-2-15,-6-2 2 0,2 0-2 0,-8 1 1 16,1 0 0-16,0 0 0 0,-4-2-1 0,3-2 0 16,0 3-9-16,0-3-11 0,5-1-11 0,0-1-19 15,0-1-8-15,5 0-19 0,-2-2-17 0,10 0-29 16,-13 2-28-16,13-2-31 0,-6 0-23 0,6 0-122 15,0 0-356-15,0 0 158 0</inkml:trace>
  <inkml:trace contextRef="#ctx0" brushRef="#br0" timeOffset="47732.73">11255 9705 118 0,'4'-6'177'0,"-2"0"5"15,-2 6 12-15,5-10 4 0,-5 4-19 16,0 6-18-16,0 0-14 0,-7-12-16 0,7 12-7 0,-12-5-9 15,12 5-6-15,-15 5-10 0,2-1-5 0,2 1-11 16,-1 3-7-16,1 0-4 0,-1 3-5 16,1 1-11-16,3-1-3 0,0-2 2 0,3 1-10 15,0 0-5-15,1-1-2 0,0 0-9 0,4-3 3 0,0-6-5 16,4 14 0-16,1-8-6 0,0 0 2 0,1-3-3 16,0 0-2-16,0-1-1 0,6 0 2 0,-2-2-10 15,0 0 1-15,0-2-3 0,-1 0-2 0,0 0-2 16,2-2-1-16,-2-2-1 0,1 1 2 0,-5 2-3 15,2-4 1-15,0-1 4 0,-3 1-5 16,0 0 3-16,-2 0 8 0,3-1-10 0,-3 2-1 0,0-4-2 16,-2 10 0-16,3-11-1 0,-3 5 3 0,0 6 2 15,0 0-4-15,1-13-6 0,-1 13 6 0,0 0-5 16,0 0-2-16,0 0 1 0,0 0 2 0,0 0 3 16,0 0-1-16,6 20-11 0,-4-10-13 0,0 0-15 15,1-1-25-15,-1 1-24 0,2-1-43 0,1 1-3 16,2-1-35-16,-1-1-15 0,2 1-142 0,-2-3-356 15,1-1 159-15</inkml:trace>
  <inkml:trace contextRef="#ctx0" brushRef="#br0" timeOffset="48168.24">11527 9674 14 0,'-2'-6'160'0,"2"6"13"0,-6-11-6 0,1 8-12 16,5 3-11-16,-7-4-10 0,7 4-5 0,0 0 2 15,-16 4-1-15,9 3-9 0,-1 3-1 0,0 0-4 16,2-1-7-16,1 2-6 0,-1 3-5 0,3-1-6 16,0-2-15-16,1 1-4 0,2-1-6 0,1 0-7 15,1 0-6-15,3-1-6 0,-2-1-1 0,5-2-5 16,0 0-2-16,2-2-6 0,1 0 0 0,3-5-14 16,-1 1-12-16,5-2-11 0,0-3-8 0,0-1-10 15,-1 0 3-15,0-2 5 0,-1 1-3 0,-1-5 0 16,-3 3 1-16,0-4-1 0,-4 1 4 0,-2-2 0 15,3-3 4-15,0 0 4 0,-2-1-5 0,-4 0-2 16,-1-1 5-16,0-8-3 0,0 7 3 0,-2 0 5 16,2-7 2-16,-2 7 5 0,2 3 14 0,-4 0 4 15,2 5 13-15,0 2-3 0,0 9 5 0,0-13-10 16,0 13-3-16,0-9-7 0,0 9-3 0,0 0-1 16,0 0 13-16,0 0 12 0,0 0 7 0,5 37 5 0,-2-17 9 15,-2 6-5-15,-2 1 1 0,-2 0-6 0,3-2 2 16,0 2 0-16,3-1-3 0,-2-2-3 15,-1 4-9-15,-1-8-1 0,-2 4-4 0,2-5-5 16,6-2 1-16,-5 0-18 0,5-5-19 0,-5 1-22 0,0 2-24 16,0-1-24-16,3-3-33 0,-2-2-44 0,-1-9-45 15,4 15-30-15,-3-10-22 0,-1-5-150 0,0 0-436 16,0 0 193-16</inkml:trace>
  <inkml:trace contextRef="#ctx0" brushRef="#br0" timeOffset="48432.07">11905 9590 57 0,'0'0'157'0,"3"-5"-4"0,-3 5 6 15,0 0-5-15,0 0-4 0,0 0-13 0,0 0-9 16,0 0-10-16,-17 16-14 0,8-8-10 0,-5 0-10 16,7-1-10-16,-4 2-6 0,-5-1-9 0,8 0-1 15,-3-3-10-15,-1 1-4 0,4-2-1 0,3 0-6 16,-1-1-4-16,-2 0 2 0,8-3-5 0,-6 4-2 15,6-4 0-15,-5 3-10 0,5-3 4 0,0 0 4 16,0 0 5-16,0 0-3 0,5 15 2 0,-5-15-4 16,8 11-1-16,-2-6 1 0,3 2-1 0,1 2-3 15,4 2-8-15,-5-4-4 0,4 1-24 0,3 0-28 16,-5-2-31-16,1 0-35 0,1 1-40 0,-4-2-185 16,5 1-361-16,3 2 159 0</inkml:trace>
  <inkml:trace contextRef="#ctx0" brushRef="#br0" timeOffset="48849.12">12751 9307 265 0,'-6'-10'251'0,"1"3"-19"0,1 0-21 16,-1 2-19-16,5 5-21 0,-9-7-15 0,9 7-7 15,-15 10 0-15,3 2-10 0,3 5-21 0,-5 8-9 16,1 1-6-16,3 6-8 0,0 4-6 0,3 12-2 15,0-2-5-15,3 2-4 0,4-12-5 0,2 9-6 16,-1 0 0-16,0-10-5 0,4 11-3 0,-1-11-9 16,0-3 0-16,-3 3-1 0,4-2-4 0,-5 0-6 15,4-2-5-15,-4 1-5 0,2-6 0 0,0-1-6 16,-2-6-19-16,1 1-4 0,-1-1-3 0,-1-4-13 16,-1-2-21-16,0 2-20 0,2-3-24 0,-4-4-31 15,-1-1-20-15,2 1-20 0,3-8-23 0,-2 8-36 16,2-8-186-16,-11 0-430 0,11 0 191 0</inkml:trace>
  <inkml:trace contextRef="#ctx0" brushRef="#br0" timeOffset="49465.85">12556 9726 115 0,'11'-7'158'16,"6"-2"0"-16,2 6-4 0,-1-1 1 0,-1 4 0 0,4 1-8 15,0 2-18-15,-2 0-5 0,0 1-9 0,-1 5-8 16,0-1-10-16,0 0-8 0,-3 3-7 0,1-1-7 16,-7-1-7-16,0 1-6 0,-2 1-5 15,-2 2-7-15,-1-3-3 0,-4 0-3 0,0 0-8 0,-4 1-1 16,1-3-10-16,-4 1-4 0,-2-2-4 0,1 0-5 16,-1-2 3-16,-1-3-5 0,1 1 0 0,1-3 4 15,8 0-4-15,-16-3-2 0,11-1 1 16,5 4-10-16,-7-10-1 0,7 3-6 0,0-2 3 0,3-1-4 15,1-1-5-15,5-2 1 0,1-1-3 0,2 1 2 16,2-1-2-16,6-5-2 0,-1 0 4 0,4 3-3 16,-2 0 3-16,4-1 3 0,-10 4 2 0,8-4 0 15,-5 6 2-15,-5-2-2 0,3 3 7 0,-7 2-4 16,0 3 1-16,1-3 2 0,-4 3 2 0,-1 1-4 16,-1 0 3-16,-4 4 8 0,8-5 0 0,-8 5-1 15,3-5-3-15,-3 5 1 0,0 0 8 0,0 0 3 16,0 0 3-16,0 0 0 0,-16 25 5 0,10-14 4 15,-2 4 2-15,0 1 2 0,3-3-4 0,-3 2 2 16,3-4-7-16,0 1 3 0,1 0 0 0,2-1-5 16,1 1-1-16,1-1-2 0,0-4 0 0,3 2-1 15,-3-3-1-15,4-1-4 0,1 1 2 0,0-1-1 16,1-3 0-16,1 1-1 0,-7-3-6 0,18 0-2 16,-7-2-5-16,-2 0 1 0,2 0-5 0,0-3 2 15,-2 0 1-15,3-3 0 0,-3 1-1 0,1-1 1 16,0 0 2-16,-6-1-3 0,3 0 3 0,-3-1 1 15,1 3 1-15,-2-5 2 0,1 4 3 0,-4 0-4 16,2 1-1-16,-2 7 0 0,3-11 3 0,-3 11-4 16,0-8-6-16,0 8 1 0,0 0 0 0,0 0 1 15,0 0-1-15,0 0 2 0,0 0 3 0,10 23-5 0,-7-12 3 16,1-1-2-16,1 3 5 0,0 1-5 16,-1 1-28-16,-2-1-28 0,7 0-38 0,-3-3-53 15,0 1-31-15,0-1-156 0,-1-2-367 0,3 0 162 16</inkml:trace>
  <inkml:trace contextRef="#ctx0" brushRef="#br0" timeOffset="49699.1">13468 9588 191 0,'-7'-7'205'0,"0"4"-4"0,3-1-16 0,4 4-14 16,-12 0-4-16,1 1-12 0,0 5 1 0,-3 3-16 15,-1 6-6-15,-1-1-7 0,1 8-14 0,1-6-9 16,5 1-6-16,1-1-10 0,0 1-9 0,3 0-11 16,3 2-6-16,2 0-6 0,0-2-5 0,5-2-4 15,-1 1-8-15,2-4-22 0,2-1-19 0,1-2-23 16,3-1-22-16,3 0-33 0,5-2-34 0,0-3-38 16,1-1-33-16,8-4-157 0,-7-1-370 0,5-3 164 15</inkml:trace>
  <inkml:trace contextRef="#ctx0" brushRef="#br0" timeOffset="49933.36">13704 9474 104 0,'2'-10'243'16,"-4"0"-3"-16,2 3-5 0,0 7-20 0,2-11-16 16,-2 11-16-16,0-7-26 0,0 7-15 0,0 0 14 15,0 0 3-15,6 27-8 0,-6-9-4 0,3 8-9 16,-3 0-8-16,0 3 2 0,0-2-13 0,0 4-14 15,0-4 5-15,0-2-26 0,2 0-1 0,-2 0-7 0,2-1-7 16,-2-5-9-16,-4 1-8 0,4-1-1 0,0-1-27 16,0 0-23-16,0-1-25 0,0-6-26 15,0 1-22-15,0-2-32 0,0-1-33 0,0 0-35 16,0-9-30-16,0 10-35 0,0-10-192 0,-1 7-463 0,1-7 206 16</inkml:trace>
  <inkml:trace contextRef="#ctx0" brushRef="#br0" timeOffset="50218.78">13562 9710 14 0,'0'0'163'0,"10"-11"-10"0,-4 7-5 16,5 3-19-16,1-2-4 0,1 2-7 0,5-3-11 16,0 0-14-16,2 0-1 0,1 0-8 0,0-1-7 0,6 0-5 15,-6 1 2-15,-2-1-4 0,0 1-9 0,-1 2 3 16,-7-2-2-16,0 1-7 0,1 2-3 0,-5 1-4 15,-7 0-4-15,10 0-8 0,-10 0-1 16,10 0 3-16,-10 0 14 0,9 4 16 0,-5 0 14 0,0 1 8 16,1 0-6-16,-3 4 0 0,3 0 1 15,-2 2-3-15,-2 2-9 0,0-1-3 0,-1 1-5 16,0 3-9-16,0-4-6 0,2 3-5 0,-2 2-19 0,0 0-20 16,0-6-17-16,0 2-21 0,0 2-23 0,2-2-39 15,0-4-45-15,2 4-47 0,-1-3-36 0,1 0-161 16,0 0-414-16,4-6 184 0</inkml:trace>
  <inkml:trace contextRef="#ctx0" brushRef="#br0" timeOffset="50375.64">13832 9468 109 0,'-3'-5'104'0,"3"5"-26"0,0 0-26 0,0 0-39 16,0 0-37-16,17 14-32 0,-9-7-59 0,5 1 26 16</inkml:trace>
  <inkml:trace contextRef="#ctx0" brushRef="#br0" timeOffset="50952.43">14180 9618 159 0,'-7'5'209'0,"2"0"-14"0,-3 2-5 0,2 0-5 16,0 2-8-16,-3 0-2 0,3 2-10 0,-1 4-10 16,0-1-13-16,4-4-12 0,-1 3-14 0,2-3-13 0,0 3-11 15,0-1-7-15,2-2-6 0,0 0-7 16,4 1-8-16,0-3-4 0,-1 2-6 0,2-2-6 16,-1-1-1-16,3 0-4 0,-1-3-7 0,3-2 0 15,1 0-4-15,0 0-3 0,1 1-7 0,-1-5-2 0,-1 1-6 16,0 1 3-16,0-4-4 0,-2-3-3 15,1 1-3-15,-1-2 0 0,0 0 1 0,-2-1-2 16,-1-2 1-16,0-1-1 0,-2 2-7 0,-1-3 5 16,-1 1-7-16,2-4-1 0,-2 0-7 0,2 0-2 0,0 4 2 15,1 1 0-15,-1-2 3 0,-1 4 3 0,3 3-2 16,-2 1 0-16,-2 5-1 0,7-7-5 16,1 5 7-16,-8 2 0 0,17 6 0 0,-5-1 1 15,0 3-1-15,2 2 7 0,-4 3 6 0,0 1 1 0,-1 1 1 16,1-2 0-16,-3 0 5 0,0 1-4 0,-2-1 7 15,2 1-5-15,-5-5 3 0,0 2 1 0,2-1-1 16,-2-4 1-16,1-2 7 0,-3-4 14 0,5 9 1 16,-5-9 2-16,0 6 6 0,0-6 4 0,0 0-2 15,0 0 0-15,4 4-11 0,-4-4 2 0,0 0-5 16,0 0-6-16,6-23 0 0,-1 13-8 0,0-1 1 16,4-6-4-16,0 1-2 0,4-6-3 0,3-1-4 15,-1-1-2-15,5-1-6 0,2 1 4 0,-3 5-3 16,5-2 0-16,-5 6 1 0,-1 3 7 0,0 3-7 15,-7 3-3-15,7 2 3 0,-1 4 3 0,-3 2-9 16,2 3 4-16,-3 0-1 0,1 2 0 0,0 3 0 16,-3 1 1-16,-1 4-5 0,-2 1 4 0,-2-3 5 15,-1 4-5-15,-1 1 3 0,-3-1-2 0,1 2-3 16,-4-1-26-16,0-1-31 0,1 1-34 0,-3-1-44 16,0 2-56-16,1-2-74 0,1 0-210 0,2 0-516 15,1-5 228-15</inkml:trace>
  <inkml:trace contextRef="#ctx0" brushRef="#br0" timeOffset="51444.55">15620 9563 212 0,'0'-13'239'0,"-1"4"-9"0,1-3-2 15,0 5-6-15,0 7-16 0,-1-12-18 0,1 12-27 16,0 0-18-16,1-7-16 0,-1 7-12 0,0 0 0 16,0 0 7-16,4 44-4 0,-3-14-1 0,1 0-3 15,0 4-9-15,-1 1-4 0,4 11-2 0,-3-1-2 16,-1 1-11-16,-1-13-5 0,2 1-2 0,1 12-11 15,-2-14-4-15,-1 0 4 0,3 1-22 0,-2-2 0 16,-1-1-3-16,3-3-10 0,-1 1 15 0,-2-4-5 16,3-6-17-16,-1-2-3 0,-2 0-18 0,5-5-17 15,-3 2-17-15,0-1-15 0,-1-3-18 0,1-2-9 16,-1-1-24-16,2 0-25 0,-3-6-22 0,-2 10-23 0,2-10-30 16,2 8-7-16,-2-8-21 0,0 0-187 15,0 0-444-15,0 0 196 0</inkml:trace>
  <inkml:trace contextRef="#ctx0" brushRef="#br0" timeOffset="51916.59">15619 9583 75 0,'7'-24'178'16,"5"0"-12"-16,1 0-5 0,0 3-12 0,3 0 5 15,-2 6-2-15,-1 0-16 0,-1 2-11 16,2 1-7-16,-5 5-18 0,1 1-9 0,3 1-8 0,-2 4-10 16,2-1-5-16,-3 4-2 0,-1 0-10 0,5 4 0 15,-5 1 5-15,-1 1-1 0,1 3 5 0,-6 1-8 16,1 0-1-16,-2 4-3 0,-2 1-1 16,-3 0-5-16,-2 0-5 0,-4-1-7 0,1-1 2 0,2-1-5 15,-2-4-3-15,2 1 1 0,-2-4-7 0,4-1-4 16,1 0-2-16,-1-1-4 0,4-5 6 0,-5 8-8 15,5-8-3-15,-5 6-9 0,5-6-5 0,0 0-6 16,0 0-3-16,0 0 0 0,12 7 7 0,-1-9-5 16,3 2 5-16,-3 0-1 0,8 2 1 0,2-1-1 15,-2 0 2-15,0 1 0 0,-7 0 1 0,0 3-2 16,6 2-1-16,-4 3 2 0,-1-4-3 0,-3 1 6 16,-2 2 1-16,0 0 2 0,-2 0 12 0,-5-1-2 15,1 0 7-15,-4 3 3 0,-2-4 0 0,-1 2-1 16,-2 0 3-16,-2 1-2 0,-3-3-3 0,-3 4 0 15,1-1-1-15,-5 1 0 0,2-3-4 0,0 1 0 16,-2-4 1-16,1 2-5 0,4-3-1 0,2 0-13 16,1 1-12-16,0-2-27 0,4 1-35 0,0-2-38 15,7-2-55-15,-8 4-38 0,8-4-153 0,0 0-396 16,-9 6 175-16</inkml:trace>
  <inkml:trace contextRef="#ctx0" brushRef="#br0" timeOffset="52154.18">16641 9684 85 0,'0'0'271'0,"11"-1"-11"0,-11 1-9 15,0 0-4-15,0 0-24 0,0 0-10 0,0 0-20 0,10 0-16 16,-10 0-10-16,0 0-13 0,10-1-17 0,-10 1-5 15,15-3-21-15,-3 2-12 0,1-1-7 16,-2 0-24-16,8-1-25 0,-6 3-29 0,-1-3-34 16,-1 2-45-16,-1-1-54 0,-2 1-62 0,0-1-49 0,-8 2-157 15,9-1-420-15,-9 1 186 0</inkml:trace>
  <inkml:trace contextRef="#ctx0" brushRef="#br0" timeOffset="52333.06">16621 9836 12 0,'-5'6'232'0,"-1"-2"-12"16,2 1-9-16,0 0-13 0,4-5-10 0,-5 5-11 16,5-5-16-16,-2 8-1 0,2-8 2 15,0 0-3-15,8 9-15 0,2-6-12 0,3-2-12 0,5-1-17 16,2-4-27-16,-1 4-28 0,2-1-35 0,1-2-41 16,6 0-58-16,-8 0-61 0,1-1-75 0,-1-2-118 15,-2 2-366-15,-5 0 162 0</inkml:trace>
  <inkml:trace contextRef="#ctx0" brushRef="#br0" timeOffset="55351.53">17613 9350 209 0,'0'0'216'0,"0"-14"-5"15,0 14-8-15,0-13-11 0,0 13-16 0,-2-12-14 0,2 12-19 16,3-6-17-16,-3 6-16 0,0 0-9 0,0 0-13 15,13 4-7-15,-4 4-11 0,-2 3-8 16,4 3 1-16,3 8-9 0,0 2-5 0,1 1-4 0,0 1-2 16,1 0-3-16,-5 0-5 0,3-2-1 0,-2 0-2 15,-3-7-3-15,-2 1-3 0,2-2-6 16,-1-1 1-16,-2-3-3 0,1-1-2 0,-1-2 3 16,-2 0-2-16,0-1 0 0,0-3-6 0,-2 0 15 0,-2-5 14 15,3 7 19-15,-3-7 9 0,4 3-2 0,-4-3 9 16,0 0-6-16,0 0-10 0,0 0-1 0,14-19-6 15,-12 9-6-15,3-2-5 0,0-5-3 16,2-2-7-16,-1 2-5 0,4-7-4 0,-3 0-2 0,2-2-5 16,1 2-4-16,-2-2-2 0,1 1-5 0,-2 1 0 15,2-2-5-15,1 3-5 0,-2 0-2 0,0 5 0 16,-3 4-5-16,-1 3-6 0,-3 1-10 0,2 5-14 16,-1-1-24-16,-2 6-25 0,3-7-10 0,-3 7-9 15,0 0-18-15,0 0-28 0,6 14-31 0,-5-2-27 16,1 4-184-16,-4 1-432 0,1 2 193 0</inkml:trace>
  <inkml:trace contextRef="#ctx0" brushRef="#br0" timeOffset="55653.17">18262 9467 259 0,'2'-6'267'0,"1"-1"-20"0,-3 7-22 15,-1-12-7-15,1 12-12 0,-3-13 6 0,1 8-22 16,2 5-13-16,-4-9-15 0,4 9-12 0,-4-5-14 0,4 5-17 16,0 0-15-16,0 0 0 0,0 0-11 15,-19 14-9-15,12-3-5 0,-2 4-11 0,-2 9-5 16,5-5-2-16,-3 7 0 0,1-1-7 0,3 2-1 16,-2-1-3-16,5-1-9 0,1-1-2 0,-1-5 2 0,0 6 2 15,0-6 0-15,1-2-7 0,1 0-4 0,1-2-3 16,-1 1-5-16,0 0-2 0,0-5 1 15,0 2-11-15,0-2-16 0,0-3-13 0,0 1-21 16,0-2-19-16,0-7-19 0,-1 12-23 0,1-12-25 0,0 10-23 16,0-10-27-16,-4 7-35 0,4-7-36 15,-6 3-195-15,6-3-476 0,-10 0 211 0</inkml:trace>
  <inkml:trace contextRef="#ctx0" brushRef="#br0" timeOffset="55832.82">18066 9683 170 0,'0'0'189'0,"5"-4"-21"0,-5 4-13 16,12-5-7-16,-4 3-9 0,3-1-5 0,-1 1-16 15,8-3-14-15,-5 4-6 0,6 0-14 0,0 1-8 16,3 0-5-16,0-1-18 0,-4 3-34 0,2-1-47 16,1 2-44-16,-5 1-48 0,1 1-131 0,-7-2-273 15,0 2 121-15</inkml:trace>
  <inkml:trace contextRef="#ctx0" brushRef="#br0" timeOffset="56215.32">17407 10152 230 0,'0'0'214'0,"0"0"-21"0,0 0-12 0,0 0-9 15,55 6-10-15,-19-5-6 0,22-1-8 0,4-1-8 16,0-2-7-16,5-2-11 0,-1-3-11 0,2 5-9 15,-3-4-6-15,-1 1 1 0,-4-1-9 0,-2 2-7 16,-6-1-4-16,-12 1-1 0,-2 1-7 0,2-1-4 16,-4 0-5-16,-3 1-7 0,-3 1-2 0,-1-2-5 15,-9 2 3-15,-1 1-7 0,-6 1-9 0,1-2-7 16,-3 0 6-16,-2 3-32 0,-1 0-22 0,-8 0-29 16,11 0-32-16,-11 0-26 0,4 6-37 0,-4-6-33 15,0 0-58-15,-17 12-143 0,5-6-412 0,-6 4 183 16</inkml:trace>
  <inkml:trace contextRef="#ctx0" brushRef="#br0" timeOffset="56635.41">17706 10439 56 0,'0'0'263'0,"-5"-7"-17"16,5 7-26-16,-4-5-20 0,4 5-20 0,0 0-20 15,0 0-17-15,0 0-16 0,0 0-14 0,0 0-9 16,0 0-6-16,14 32-7 0,-2-8-3 0,-1 0-7 16,2 4-4-16,-3 1-4 0,2-3-2 0,-2 2-4 15,5 0 3-15,-3-1-5 0,0-1-3 0,0-4-5 16,-6-4-7-16,3-3-3 0,1 2 6 0,-3-7 0 15,-2 0-2-15,1-1 2 0,-2-2 5 0,1-1 12 16,-1-3 20-16,0 2 18 0,-4-5 12 0,5 3-12 16,-5-3-4-16,0 0-11 0,13-11-14 0,-7 3-1 15,1-1-8-15,2-7-10 0,-2 3 0 0,3-1-7 16,-2-2-10-16,1-2 2 0,4-5-3 0,1 0-9 16,-1-1-2-16,0-1-17 0,3 0-12 0,-2 0-10 15,0-3-9-15,3 3-11 0,-4 1-3 0,1 0-9 16,-5 6-7-16,-2 5-6 0,0 1-5 0,-2 4-21 15,-1 4-32-15,-2-3-38 0,-2 7-38 0,0 0-28 0,0 0-9 16,0 0-9-16,0 0-32 0,-11 31-175 16,-2-15-476-16,1 6 211 0</inkml:trace>
  <inkml:trace contextRef="#ctx0" brushRef="#br0" timeOffset="56948.39">18144 10813 94 0,'2'4'212'16,"-2"-4"0"-16,1 7 2 0,-1-7-11 0,-3 11-5 16,1-5-7-16,-1 3-9 0,2-2-16 15,-2 3-14-15,1-3-17 0,-1 2-12 0,2-2-13 16,1-7-10-16,-1 13-8 0,1-8-10 0,0-5-4 0,3 11-4 16,1-6 2-16,0-2 7 0,3-1-5 15,-7-2 2-15,17 2-5 0,-6-4-2 0,0 0-6 0,3 1-5 16,2-8-1-16,-1 2-3 0,-1-2-6 0,-3 1 0 15,2-3-7-15,-1-2-5 0,-3-1 1 0,-3 4-4 16,-1-2-2-16,-2-4 0 0,-1 3-14 0,-2 1-2 16,-2-3 0-16,-2 2-3 0,0-2 0 0,-2 8-14 15,-2-2-7-15,-3 3-21 0,2 0-10 16,-2 3-16-16,-8 2-17 0,3 2-22 0,-1 2-21 0,0 4-31 16,1 2-36-16,-2-1-31 0,4 2-44 0,-1 2-177 15,3-4-467-15,3-3 207 0</inkml:trace>
  <inkml:trace contextRef="#ctx0" brushRef="#br0" timeOffset="57370.37">18372 10708 147 0,'0'0'250'0,"6"-5"-17"16,-6 5-17-16,5-4-18 0,-5 4-13 0,5-3-14 15,-5 3 3-15,0 0 3 0,8 11 12 0,-7-5-22 16,2 2-8-16,1 3-4 0,-3 1 0 0,1 0-18 15,1 4-16-15,-2-5-16 0,1 2-2 0,0 0-8 16,1-1-8-16,2 2-6 0,-2-3-13 0,0-2-1 16,2 0-2-16,2 1-14 0,2-5 0 0,-1 2-2 15,3-3-5-15,-1-1-3 0,3-2 10 0,0-1-7 16,-2-1-6-16,2-2 1 0,0-1 6 0,-3-3-8 16,3 2 7-16,1-4-10 0,-1-4-9 0,-4 3 2 15,0-3-11-15,-1 2 2 0,-1-3-5 0,-2-2 2 16,0 0-3-16,-1-1 4 0,-1 4-6 0,-3 0-5 15,1 3-1-15,0-2 7 0,-1 1-8 0,0 5 1 16,0 6-3-16,0-11 2 0,0 11 2 0,0-10-7 0,0 10-4 16,0 0-5-16,0 0 7 0,0 0 4 15,0 0-2-15,-14 28 6 0,9-15 0 0,0 4 4 16,-3-2 1-16,2-1-2 0,2 2-2 0,1-5 2 16,5 2 4-16,0 0-6 0,2-1 9 0,0-3 9 0,3 1-13 15,0 0-3-15,3-2-10 0,0-2-1 16,2-1-36-16,5 0-29 0,-4-3-35 0,0 0-46 15,0-1-49-15,-1 2-49 0,-2-3-57 0,-10 0-233 16,14-3-584-16,-9 1 259 0</inkml:trace>
  <inkml:trace contextRef="#ctx0" brushRef="#br0" timeOffset="57651.21">18860 10559 160 0,'0'0'272'0,"4"-9"-12"15,-4 9-10-15,2-8-7 0,-2 8-18 0,0 0-18 16,4-6-27-16,-4 6-9 0,0 0-2 0,0 0 5 16,0 0 3-16,8 24-9 0,-7-12-1 0,2 4 4 15,-1 3-17-15,0 0-8 0,-1 5 0 0,0-5-3 16,-1-1-8-16,1 2-10 0,-1-2-12 0,0-1-6 16,2 2-14-16,-2-2-11 0,1-1-1 0,3-5-7 15,-3 1-10-15,2-1-8 0,0 0-4 0,1-4-4 16,-2-1-10-16,0 0-20 0,2 0-25 0,-1-1-34 15,-3-5-31-15,11 3-27 0,-11-3-33 0,10 2-33 16,-10-2-35-16,13-3-25 0,-4-4-40 0,-3 3-25 0,-2-2-240 16,0 1-572-16,0-5 254 0</inkml:trace>
  <inkml:trace contextRef="#ctx0" brushRef="#br0" timeOffset="57801.54">18814 10684 8 0,'-10'0'189'0,"-2"-1"-16"15,12 1-6-15,-10 0-4 0,10 0 3 0,-10 0-11 16,10 0 0-16,0 0-5 0,-6 3-14 0,6-3-5 0,0 0-15 16,0 0-14-16,44-4-31 0,-13-5-28 15,1 1-48-15,5-3-52 0,11-6-64 0,-2 2-170 16,3-2-315-16,-16 3 141 0</inkml:trace>
  <inkml:trace contextRef="#ctx0" brushRef="#br0" timeOffset="58098.14">19447 9875 139 0,'-11'-4'288'0,"11"4"-12"0,-7-4-20 0,7 4-18 16,0 0-15-16,-7-6-14 0,7 6-14 0,0 0-15 15,0 0-16-15,0 0-13 0,0 0-14 16,20-6-11-16,-7 3-14 0,6 0-33 0,2 0-15 16,7 1-23-16,-6 0-35 0,-1 2-30 0,-2-2-40 0,-3 1-50 15,-2 1-47-15,-1 0-50 0,0 0-174 0,-7 0-418 16,1 1 185-16</inkml:trace>
  <inkml:trace contextRef="#ctx0" brushRef="#br0" timeOffset="58265.55">19455 9969 50 0,'-8'2'211'0,"8"-2"-3"0,0 0-3 0,-7 3-4 15,7-3-12-15,0 0-9 0,0 0-11 0,0 0-6 16,0 0-20-16,41-3-13 0,-22-1-14 0,4 2-17 15,4-2-18-15,2 1-28 0,0-1-33 0,-1 2-31 16,-3 2-53-16,4-3-45 0,-8-1-47 0,-2 2-157 16,-1-2-340-16,0 1 151 0</inkml:trace>
  <inkml:trace contextRef="#ctx0" brushRef="#br0" timeOffset="60682.84">21269 8949 21 0,'0'0'163'0,"-15"1"-7"0,10 0 5 16,5-1-4-16,0 0-10 0,-12-1-12 0,12 1-11 15,0 0-11-15,0 0-13 0,0 0-12 0,-11 1-1 16,11-1-13-16,0 0-8 0,0 0-6 0,0 0-9 16,28 4-1-16,-16-3-6 0,1-1-6 0,5 2 1 15,-1-4-4-15,2 0-6 0,-1 2-2 0,1-2 1 16,-2 1-7-16,-5 1-3 0,0-1-1 0,1 0-1 15,-7 1 1-15,-6 0-6 0,14 0-1 0,-9-2-2 16,-5 2-2-16,12 0 1 0,-12 0 3 0,6 3 11 16,-6-3 0-16,1 8 7 0,-1-8-2 0,-2 13-3 15,-3-2 4-15,-4 4-4 0,-8 7 5 0,-2 4 3 16,-2 0-4-16,0 3 5 0,0-3-6 0,1 4 4 16,-2-4-5-16,3-2-2 0,2-1-3 0,1-2 4 15,6-4-3-15,-2-2-7 0,3-1 0 0,3-4-2 16,1 0-1-16,-1-3 2 0,1-1-4 0,2 0 0 15,0-1 1-15,3-5 2 0,0 9-1 0,0-9 2 0,0 0-1 16,9 6-5-16,-4-4 2 0,7-4 0 16,2 1-3-16,4 1 2 0,2-4-6 0,8-1-14 15,-6 1-11-15,5-1-24 0,-6 4-29 0,0-1-24 16,-1 0-23-16,1-1-33 0,-1 1-37 0,-1-1-148 0,2-1-368 16,-1 3 163-16</inkml:trace>
  <inkml:trace contextRef="#ctx0" brushRef="#br0" timeOffset="60998.16">21678 9235 154 0,'0'0'182'0,"13"-3"-11"0,-6 3-3 0,-7 0-7 15,15 3-5-15,-5 1-11 0,-3-1-7 0,2 1-15 16,-1 2-5-16,0 2-4 0,-2 0 1 0,-1 1-10 15,-1-1-8-15,-3 3-9 0,-1-2-2 0,-1 2-8 16,-2-1-5-16,-2 3 4 0,-2-2-9 0,-4 2-10 16,2-2-1-16,-1-1-3 0,-2 1-5 0,1-3-6 15,1 1-4-15,1 1 1 0,1-6-8 0,1 3-8 16,-1-3 1-16,3 0-4 0,5-4 0 0,-6 6-7 16,6-6 2-16,-4 4 0 0,4-4 0 0,0 0-5 15,0 0-4-15,23 7-14 0,-10-7-18 0,7-2-24 16,1 1-28-16,5-1-30 0,4-3-46 0,0 0-31 15,0 1-35-15,-3 0-138 0,-1-2-386 0,2-1 170 16</inkml:trace>
  <inkml:trace contextRef="#ctx0" brushRef="#br0" timeOffset="61448.05">22152 8950 28 0,'-4'-11'238'16,"2"3"-9"-16,-1 0-15 0,2 3-11 0,1 5-18 16,-1-10-25-16,1 10-17 0,0 0-12 0,0 0-15 15,0 0-7-15,0 0-6 0,-4 34-3 0,4-15-3 16,0 12-6-16,0-1-6 0,0 2-8 0,1-3-6 16,2 1 1-16,-1 2-4 0,-1-3-6 0,2-2-5 15,-2-2-6-15,1-6-5 0,0 0-3 0,1-5-5 16,-2 2-1-16,4-1-3 0,-4-3-3 0,2-1-3 15,-3-2-3-15,0-1-7 0,1-3 3 0,-1-5 0 0,0 13-1 16,0-13 0-16,1 7 13 0,-1-7 12 16,0 0 21-16,0 0-5 0,0 8 9 0,0-8-5 15,0 0-6-15,0 0-5 0,0 0-6 0,0 0-10 16,0 0-6-16,0 0-8 0,0-35-1 0,3 24-10 0,2-1-5 16,0 2 3-16,3-7-8 0,2 5 1 15,-1-2-2-15,0 4-6 0,1 1 10 0,0 2-18 16,2 1 4-16,-1-1 0 0,0 3-4 0,-1-1 1 15,0 4-2-15,0-1 4 0,1 2-4 0,-1 2 4 0,-1 2-3 16,0 1 1-16,1 1 4 0,-4 1-4 16,1 1 6-16,-1 1-1 0,-1 1 3 0,0-3-4 15,-1 5 1-15,-1-3-22 0,-3 1-13 0,1-1-24 0,2 1-26 16,-2 0-35-16,-1-1-44 0,0-2-42 0,1 0-38 16,-1-7-182-16,1 11-467 0,-1-11 208 0</inkml:trace>
  <inkml:trace contextRef="#ctx0" brushRef="#br0" timeOffset="61649.5">22552 9220 115 0,'0'-7'248'0,"0"7"-12"16,2-12-13-16,-2 12-18 0,1-8-22 0,-1 8-15 16,0 0-25-16,0 0-15 0,0 0-9 0,0 0-12 15,0 0-3-15,0 0 1 0,0 0-10 0,6 30-2 16,-6-18-12-16,1-1-5 0,1 4-7 0,-1-2-6 15,-1 3-7-15,0-3-1 0,1-2-9 0,0 4-24 16,2 1-23-16,-2-4-21 0,-1 2-32 0,2-4-48 0,-2-1-46 16,1 1-48-16,-1 0-174 0,0-5-401 15,0-5 179-15</inkml:trace>
  <inkml:trace contextRef="#ctx0" brushRef="#br0" timeOffset="61820.38">22560 8986 163 0,'0'0'155'0,"-4"-8"-17"0,4 8-21 0,0 0-29 16,0 0-29-16,0 0-42 0,0 0-45 0,10 28-91 0,-6-18-128 15,1 0 57-15</inkml:trace>
  <inkml:trace contextRef="#ctx0" brushRef="#br0" timeOffset="62166.7">22800 9292 87 0,'0'0'203'0,"9"-4"-1"0,-3 2-7 15,-6 2-10-15,12-8-6 0,-7 5-12 0,4-3-9 0,-3-2-8 16,-2 3-6-16,5-2-7 0,-4-3-7 0,0 4-7 15,3-2-6-15,-3 0-7 0,0-3 0 0,-1 2-13 16,-1-2-15-16,-3 3-4 0,1-2-7 0,0 0-2 16,-1 10-13-16,-1-11-2 0,1 11-2 0,-5-11-7 15,1 7-8-15,4 4-1 0,-9-6-2 0,-1 6-6 16,10 0-4-16,-25 6-3 0,10 4-1 0,-2 1 2 16,0 1-1-16,-1 7-3 0,2-4-3 0,1 5 5 15,0 0-4-15,6-3 2 0,2 1-4 0,0-2-5 16,4 0 4-16,3 1-1 0,0-1 0 0,4-1-2 15,4-4 2-15,-1 0-10 0,5 0-11 0,3-1-16 16,5 0-14-16,1-4-23 0,7 0-18 0,-1 1-24 16,-9-4-37-16,2 1-55 0,-2-1-18 0,0-2-36 15,-6 1-133-15,-1 1-414 0,0 0 183 0</inkml:trace>
  <inkml:trace contextRef="#ctx0" brushRef="#br0" timeOffset="62664.57">21210 9765 19 0,'-11'2'167'0,"11"-2"-11"0,-5 2 9 0,5-2-2 0,0 0 7 16,0 0-4-16,21 6-5 0,0-4-8 0,13-1-8 15,20 2-10-15,12-6-4 0,31-6-13 0,6 5-6 16,2-5-10-16,12-1-9 0,7 0-5 0,0-3-6 16,9-1-5-16,-4 2-10 0,-4 3-3 0,-5-3-3 15,-6 1-1-15,-4 0-4 0,-8 3 3 0,-6 4-7 16,-5-5-2-16,-26 4 5 0,-2 0-5 0,-6-1 2 16,-2 3-5-16,-4 0-4 0,-15 1 2 0,-5 0-7 15,-3 0 5-15,-6 0-1 0,-3 0 1 0,-4 2-3 16,-3 0-2-16,-2-1-6 0,0 1 13 0,-10 0-9 15,12 0 0-15,-12 0-10 0,10-3 3 0,-10 3-4 16,0 0-7-16,0 0 0 0,7 0-14 0,-7 0-17 16,0 0-28-16,0 0-23 0,0 0-34 0,0 0-43 15,-35 3-46-15,22 0-43 0,-5 1-59 0,-2-1-147 16,-7 3-472-16,-1-3 209 0</inkml:trace>
  <inkml:trace contextRef="#ctx0" brushRef="#br0" timeOffset="64916.7">20831 10094 173 0,'-3'-5'195'15,"2"-1"0"-15,1 6-18 0,-4-11-16 0,4 11-16 16,-3-5-21-16,3 5-11 0,0 0-8 0,0 0-12 15,0 0 0-15,4 32 6 0,-1-13-3 0,-1 9-9 0,0 4-6 16,-2 0-7-16,0 0-5 0,0 0-6 16,-2-2-6-16,1 1-4 0,2-1 0 0,2-3-6 15,-3 1 0-15,1-9-8 0,-2 0 2 0,2-2-10 16,-1-5 3-16,0 4-4 0,0-5-3 0,0-2-2 16,3-2-4-16,-3 2 3 0,0-9-2 0,1 10 1 15,-1-10 8-15,0 6 5 0,0-6 13 0,0 0 6 16,0 0 4-16,0 0-10 0,0 0 0 0,0 0-5 15,0 0-5-15,0 0-5 0,0 0-5 0,0 0-3 0,0 0-2 16,-4-27-3-16,7 16-4 0,2-1-4 16,0-3-5-16,0 0-3 0,3-1-1 0,2-1-3 15,-2 4-3-15,2-1-4 0,1 2 3 0,1-1-4 16,1 2-1-16,-2 4 2 0,-1 0 0 0,4 3-4 0,-5-2 3 16,3 5 0-16,1 0-3 0,-2 2 1 0,1 1 4 15,-1 3 0-15,1 1-1 0,-5 0-1 0,2 3 3 16,-1 0-3-16,-2 0 6 0,0 2-3 0,-3-1 0 15,4 2 0-15,-4 1 2 0,4-1-1 0,-4-1 3 16,-1 1-18-16,1-1-22 0,-1 0-28 0,1-1-29 16,-1-1-37-16,1 2-31 0,-2-4-38 15,0 0-26-15,-1-7-142 0,0 11-401 0,0-11 178 16</inkml:trace>
  <inkml:trace contextRef="#ctx0" brushRef="#br0" timeOffset="65117.16">21222 10403 210 0,'0'0'214'0,"-2"-9"-4"16,2 9-13-16,2-10-13 0,-2 10-21 0,0 0-18 15,0 0-17-15,0-9-15 0,0 9-13 0,0 0-3 16,0 0-3-16,0 0-8 0,9 29-6 0,-9-16-3 16,2-2-7-16,2 3-6 0,-1 2-8 0,-1 1-2 15,-1 0-10-15,1-5-2 0,2 2-4 0,-1 1-25 16,0-1-24-16,1 1-28 0,-3-5-27 0,0 3-39 15,1-3-36-15,-1-1-36 0,-1 0-147 0,-1-2-350 0,1-7 155 16</inkml:trace>
  <inkml:trace contextRef="#ctx0" brushRef="#br0" timeOffset="65281.91">21174 10207 98 0,'4'-4'132'0,"-4"4"-32"0,11 0-34 0,-11 0-43 15,17 10-44-15,-5 1-46 0,-4-2-72 0,4 4 33 16</inkml:trace>
  <inkml:trace contextRef="#ctx0" brushRef="#br0" timeOffset="65605.35">21457 10519 119 0,'5'-2'187'0,"0"-2"-9"15,3-2-4-15,1-1-16 0,0 1-8 0,1 0-4 16,0-1-11-16,-1-1-9 0,-1-1-12 0,0 1-3 16,0-1-10-16,0 1-9 0,-3 1-4 0,-1-4-4 15,0 3-9-15,-2-1-2 0,0 2-8 0,-1 0-4 16,-1 7-5-16,-4-11-8 0,4 11-4 0,-9-8-8 15,4 5 0-15,-4 0-2 0,-2 3-6 0,-1 3-3 16,-1 0-3-16,2 3 1 0,-5 1-1 0,-1 3-5 16,0 1 13-16,4 3-4 0,0 0 0 0,1 2-2 15,0 6-5-15,4-7-1 0,1 2 4 0,6-1-4 16,-1 1 0-16,4-3-5 0,1 0 2 0,6-1 3 16,0 0-4-16,5 0-1 0,8 1 2 0,-2-5-7 15,7 0-22-15,3-5-21 0,-2 3-32 0,0-3-37 16,-1 1-42-16,-6-4-40 0,1 1-50 0,-5-2-121 15,1-3-385-15,-4 2 170 0</inkml:trace>
  <inkml:trace contextRef="#ctx0" brushRef="#br0" timeOffset="65865.52">21865 10250 205 0,'-3'-7'250'0,"3"7"-15"15,-5-8-13-15,5 8-16 0,0 0-15 0,-11 0-5 16,11 0-10-16,-12 14-3 0,5-4-10 0,-3 7-11 0,3 7-5 16,-4 2 2-16,4 1-8 0,-2-2-10 0,2 0-10 15,4-1-2-15,0-4-9 0,2 0-9 16,-1 5-4-16,2-6-8 0,3 0-13 0,-2 0-8 16,4-1-3-16,2 0-8 0,-2-4-7 0,2-1-21 0,1-2-25 15,1 3-35-15,0-5-28 0,0 0-39 0,0 1-39 16,1-2-53-16,2 0-61 0,-1 0-241 15,-1-3-532-15,2-2 236 0</inkml:trace>
  <inkml:trace contextRef="#ctx0" brushRef="#br0" timeOffset="66234.14">22059 10296 154 0,'-4'-3'223'0,"4"3"-22"0,0 0-23 0,0 0-17 16,8-16-14-16,-2 11-8 0,3 1-14 0,0-2-10 15,2 2-9-15,1 0-14 0,-2 1-6 0,3 2-9 16,-3-2-10-16,-1 2-4 0,0 1-9 0,-9 0-5 16,15 0-3-16,-8 3-6 0,0-1-4 0,-2 1 7 15,-1 1 15-15,2 5 9 0,-4-1 2 0,-1 4 2 16,1 4 4-16,-6 0 8 0,-3 4-3 0,-4 3 8 15,-2-1-17-15,3-5 0 0,-3 0-5 0,2 4-6 16,-1-5-4-16,2-2-5 0,4-3-4 0,-1-1-1 16,2-1-6-16,-4-1-4 0,5-2-5 0,2-1 0 15,-1 0 1-15,3-5-8 0,-2 9-5 0,2-9 1 16,0 0 0-16,-2 7-4 0,2-7 4 0,0 0-1 16,13 3-5-16,-2-2 3 0,1-1-16 0,2-1-18 15,3 0-23-15,-2 0-28 0,-2 1-28 0,6-1-46 16,-2-2-39-16,2 0-47 0,-4 0-42 0,-2 2-157 15,-3-2-462-15,0-1 204 0</inkml:trace>
  <inkml:trace contextRef="#ctx0" brushRef="#br0" timeOffset="66489.77">22427 10422 95 0,'14'1'178'0,"-6"2"2"0,-3 0-4 0,0 1 12 16,0 2-1-16,1 2-12 0,1 0-5 15,-5 2-5-15,0 3-5 0,-1 3-12 0,-5-1-8 16,0 0-9-16,-2 1-6 0,-2-1-10 0,-1 1-9 0,0-4-1 16,-1 1-6-16,2-2-6 0,1-4-10 0,0 2 0 15,0-3-15-15,2-2-7 0,5-4-6 0,-7 9-5 16,5-5-5-16,2-4-8 0,-6 5-3 16,6-5-3-16,0 0-3 0,0 0-11 0,0 0 0 0,11 11-16 15,-4-11-18-15,5 2-21 0,2-2-20 0,6-5-32 16,2 2-33-16,4-2-39 0,3 2-47 15,1-4-46-15,-4 1-144 0,-4 0-433 0,-2 0 191 16</inkml:trace>
  <inkml:trace contextRef="#ctx0" brushRef="#br0" timeOffset="66699.6">22659 10356 87 0,'-7'-5'215'0,"7"5"-8"0,0 0-7 16,-6-5-10-16,6 5-22 0,0 0-9 0,0 0-15 16,20-4-13-16,-7 3-16 0,6-1-7 0,1 2-9 15,0-3-17-15,8 2-28 0,-8 1-25 0,-2-2-24 16,1 2-36-16,0 0-41 0,-7-2-39 0,-2 2-32 16,-2-2-130-16,-8 2-296 0,10-2 131 0</inkml:trace>
  <inkml:trace contextRef="#ctx0" brushRef="#br0" timeOffset="66914.81">22787 10243 142 0,'-4'-4'203'0,"4"4"3"0,0 0-10 0,0 0-18 16,-5-6-17-16,5 6-18 0,0 0-11 0,0 0-3 16,0 0 14-16,-2 26 0 0,-3-10-2 0,2 2 5 15,-1-1-1-15,2 10 1 0,-2-9-9 0,3 2-9 0,-2-3-11 16,0 2-15-16,2-1-6 0,0 0-12 0,-2-1-4 15,3 0-14-15,0-1 1 0,0 0-12 16,-1-1-18-16,4 0-29 0,-2-1-28 0,1-3-28 16,1-2-40-16,-2 2-50 0,4-2-74 0,-1-2-65 0,-1-3-148 15,-3-4-461-15,9 9 205 0</inkml:trace>
  <inkml:trace contextRef="#ctx0" brushRef="#br0" timeOffset="67266.53">22974 10242 115 0,'4'-2'183'0,"-4"2"-12"0,15-7-10 16,-3 5-9-16,0-3-8 0,6 2-12 0,-4 2-5 15,5-3-15-15,-6 3-10 0,1-1-7 0,-1 1-11 16,-2 1-7-16,-3 0-4 0,-8 0-7 0,14 1-8 15,-6 0 2-15,-3 2 13 0,-1 2 5 0,0 4 11 16,-3 0 0-16,0 3 1 0,-2 5 0 0,-4-1 7 16,-2 1-14-16,-3 5 1 0,1-3-2 0,-4 3 7 15,2-5-16-15,1 0-1 0,-2 0-5 0,1-3-11 16,1 0-6-16,2-1 0 0,0-1-8 0,2-3 3 16,0-1-9-16,0 1 0 0,2-3-4 0,2 0-4 15,-1-1-7-15,3-5 0 0,-3 10 2 0,3-10 0 16,3 9-4-16,-3-9-4 0,8 6-8 0,-1-4-18 15,3-2-17-15,2 1-25 0,0-2-37 0,5 1-38 16,-3-1-40-16,5-3-55 0,-2 1-35 0,2-1-178 16,-9 1-472-16,10-4 209 0</inkml:trace>
  <inkml:trace contextRef="#ctx0" brushRef="#br0" timeOffset="67649.39">23342 10383 17 0,'3'-4'205'0,"-3"4"-1"0,7-4 4 0,-2 1-11 16,-5 3-10-16,10-1-5 0,-10 1-7 16,12 1-13-16,-5 2-16 0,1-1-8 0,-3 3-8 15,2-3-12-15,-1 5-7 0,-1-2-12 0,0 0-5 0,0 2-7 16,-2-1-6-16,0 2 2 0,-3-1-3 0,0 1-5 16,0-8 2-16,-4 15-11 0,-1-6-3 0,-3 1-8 15,2-3-4-15,-1 0-5 0,1 0-1 0,1-2-12 16,-1-1-1-16,0 2-5 0,1-3 1 0,5-3-10 15,-5 6-8-15,5-6-11 0,-4 3-6 0,4-3-1 16,0 0 2-16,0 0-1 0,0 10 2 0,0-10-3 16,0 0 1-16,12 6 1 0,-6-4-2 15,2 1-1-15,-2 0 0 0,3 1 0 0,-1 1 3 0,1-2-1 16,-2 2 1-16,1 3 0 0,-3-5 3 0,0 3 1 16,2 0-4-16,-4-1 2 0,1 1 2 0,-4-6 2 15,4 11-1-15,-4-4 8 0,0-7 7 0,-5 11-1 16,0-5-1-16,-4 1 0 0,0 2-2 0,0-4 2 15,-2 3-3-15,0-4 5 0,0 2-3 0,-3-2-7 16,4 1-17-16,-2-3-15 0,1 2-21 0,0-3-32 16,2 0-46-16,-2-1-52 0,11 0-58 0,-15-3-197 15,7 0-470-15,3-1 208 0</inkml:trace>
  <inkml:trace contextRef="#ctx0" brushRef="#br0" timeOffset="67918.77">23655 10082 67 0,'4'-5'216'16,"1"2"-16"-16,-5 3-11 0,11 1-7 0,-2 7 3 16,-2 1 4-16,6 7-3 0,-3 1-8 0,3 10-13 15,-1 3-11-15,0 1-12 0,-1-1-5 0,-4 3-7 16,-1-2-9-16,-1 1-13 0,-1 2-6 0,-1 1-8 15,-4-1-9-15,-1-1-10 0,-2-1-4 0,-2-3-8 16,-4-3-7-16,-6 2-2 0,3-3-8 0,-7 1 1 16,1-3-16-16,1-5-23 0,0 1-19 0,-2 1-24 15,-2-2-32-15,5-4-40 0,1-3-58 0,1-2-54 16,-2-1-228-16,0-1-483 0,1-4 215 0</inkml:trace>
  <inkml:trace contextRef="#ctx0" brushRef="#br0" timeOffset="69934">24238 10373 199 0,'-9'-2'233'0,"9"2"-10"0,0 0-12 16,-9-4-14-16,9 4-19 0,0 0-19 0,-5-3-14 0,5 3-12 15,0 0-15-15,0 0-14 0,0 0-7 0,0 0-14 16,22-4-3-16,-12 0-13 0,4 3-5 16,3-1-7-16,3 0-4 0,-1 0-9 0,0 1-15 15,0-1-23-15,-6 1-26 0,5 1-31 0,-5 1-45 0,0-2-28 16,-2 1-25-16,-3 1-35 0,-8-1-120 16,13 0-331-16,-13 0 147 0</inkml:trace>
  <inkml:trace contextRef="#ctx0" brushRef="#br0" timeOffset="70166.52">24363 10228 178 0,'0'0'199'0,"-2"-9"-9"16,2 9-16-16,0 0-15 0,0 0-10 0,0 0-2 0,0 0 7 16,0 0 0-16,0 0-8 0,6 23-5 0,-5-11-11 15,1 5-3-15,-1-2-4 0,2 3-11 0,-2 0-9 16,1-1-3-16,-2 0-11 0,0 2-8 15,0-2-7-15,0 0-9 0,0 0-6 0,0 1-4 0,0-1-4 16,0-1-6-16,0 1-15 0,0-6-25 16,0 2-17-16,1-1-32 0,-1-1-50 0,2-1-57 15,-2-2-38-15,0-8-50 0,1 12-147 0,3-9-417 16,-4-3 185-16</inkml:trace>
  <inkml:trace contextRef="#ctx0" brushRef="#br0" timeOffset="70550.98">24616 10180 1746 0,'0'-7'69'0,"0"7"-6"0,-1-12-24 16,1 12-19-16,1-11-10 0,-1 11-6 0,0 0 7 16,0-11-1-16,0 11-5 0,10-7 9 0,1 2 5 15,1 1 2-15,6 1-2 0,4-2 4 0,6 1-2 16,-1 0 1-16,-5 0 2 0,-1 0-5 0,-3 1 1 15,-1 3 1-15,-4 0-3 0,-2 0-3 0,0 1 0 16,0 1-2-16,-5 2 14 0,0 0 15 0,-1 2 10 16,-4 4-5-16,1 2 8 0,-3 4 6 0,-3 0 3 15,-5 8-1-15,1-5-4 0,-5 4-6 0,2 2 4 16,-3-2-4-16,1-1-2 0,-1 1-2 0,-1-3-1 16,6-4 7-16,-3-1-16 0,1-1-3 0,2-4 5 15,3-1-11-15,-1 0-3 0,2-1-6 0,1-2 2 16,3 0-2-16,-1-1-3 0,2-5 7 0,0 0-13 0,-2 8 5 15,2-8-4-15,0 0 1 0,9 9-1 0,-2-8 0 16,3-2-4-16,3 1 10 0,0-3-17 16,4 3-16-16,4 0-17 0,-3 0-22 0,5-3-29 15,-4 2-39-15,-5-2-41 0,5 2-36 0,-4-2-25 0,1 2-212 16,-5-3-471-16,2 2 210 0</inkml:trace>
  <inkml:trace contextRef="#ctx0" brushRef="#br0" timeOffset="70833.5">25091 10364 4 0,'9'-6'182'0,"-9"6"3"0,8-3-5 15,-8 3 6-15,12 1-14 0,-12-1 7 0,9 5-3 16,-6-1-6-16,1 4-5 0,0 1-12 0,-4 0-8 16,2 1-9-16,-4 3-3 0,2-1-3 0,-5 1-10 15,1 2-3-15,-2 0-7 0,-1-1-8 0,-1 0-5 16,0-4-3-16,0 1-11 0,1-1-2 0,-2-1-9 15,4-1-9-15,-2-1-7 0,0-2-5 0,5 0-3 16,2-5-6-16,-6 7-3 0,6-7-4 0,-3 6-1 16,3-6-6-16,0 0-4 0,0 0 5 0,0 0-10 15,0 0-5-15,17 2-2 0,-17-2-28 0,26-8-21 16,-9 3-19-16,4 0-32 0,-1 0-28 0,4-2-36 16,2-3-37-16,1 2-49 0,-7 0-29 0,5-6-152 15,-8 4-451-15,8-2 199 0</inkml:trace>
  <inkml:trace contextRef="#ctx0" brushRef="#br0" timeOffset="71281.39">25326 10039 11 0,'-8'-2'215'0,"8"2"-5"0,-9-5-12 16,9 5-13-16,-8-3-11 0,8 3-16 0,0 0-14 16,0 0-12-16,0 0-11 0,0 0-13 15,17-10-3-15,-1 6-8 0,2 3-13 0,4-3-6 16,3-1-7-16,-3 1-5 0,0 2-7 0,5-1-3 0,-6 3-6 16,-5-1-4-16,-1 1-3 0,-3-1-8 0,-2 0-2 15,2 1-6-15,-5 1-2 0,-7-1-6 16,13 1 2-16,-13-1-3 0,9 6 4 0,-7-3 5 15,1 3 3-15,-1 3 3 0,-4 1 2 0,-1 7-1 0,-1-1 12 16,-6 4 5-16,4 4-8 0,-7 1 0 0,1 2 2 16,-3-3 0-16,1 1-2 0,-1 0 2 15,0-4 10-15,-2 1-12 0,3-7 5 0,1 5-3 0,0-4-3 16,-1-3 0-16,3 1-1 0,1-5 5 0,4 1-15 16,-1-1-2-16,3-4-3 0,-3 1 3 0,5-2-4 15,2-4-6-15,-5 8 3 0,5-8-11 0,-5 6 19 16,5-6-16-16,0 0-1 0,0 0 1 0,9 11 0 15,-3-11-8-15,4 0-6 0,3 0-8 0,6-3-11 16,-1 0-17-16,2 2-13 0,0-3-29 0,-1 1-24 16,0-1-32-16,0 1-35 0,3-1-31 0,5-2-30 15,-5 1-33-15,-5 3-152 0,4-4-449 0,-3 0 198 16</inkml:trace>
  <inkml:trace contextRef="#ctx0" brushRef="#br0" timeOffset="71752.53">25751 10271 186 0,'0'0'226'0,"0"-10"-9"16,0 10-7-16,0 0-13 0,5-6-15 0,-5 6-14 16,11-3-11-16,-11 3-11 0,11-1-10 15,-11 1-16-15,14 1-4 0,-3 0-13 0,-2 3-8 16,-3-1-10-16,0 2-3 0,2 1-9 0,-5-1-6 0,5 2-1 15,-4 0-1-15,-1 3 3 0,-1-1 2 0,1 1-1 16,-3-2 6-16,-3 4-7 0,1-3-5 16,-3 1-1-16,-1-1-1 0,0-1-3 0,-1 2-2 15,-3-3-8-15,3 1-11 0,-1-1 1 0,-1-3 0 0,4 2-4 16,-2-3 6-16,7-3-10 0,-6 6-16 0,1-3 4 16,5-3 1-16,0 0-6 0,-6 6-9 0,6-6-2 15,0 0 4-15,0 0-4 0,0 0-3 0,15 7-1 16,-8-7 1-16,4 2-5 0,-2-1 1 0,2 3 4 15,3-2 7-15,-5 1-10 0,2-1 2 0,-1 0-7 16,-4 2 3-16,0-1-4 0,1 3 9 16,-3-2-3-16,2 2 0 0,-4-1 3 0,2 1 2 0,-4-6 2 15,0 0 5-15,-6 15-2 0,0-11 1 0,-2 3 0 16,1-2 16-16,-3 0-11 0,-1 0 2 0,1-1-3 16,-1 0-1-16,1 0-2 0,-3 0 2 0,-1-1-5 15,3-2 15-15,1 1-17 0,-2-2 2 0,3 2-4 16,-4-1-14-16,6-1-11 0,7 0-26 0,-16-1-24 15,16 1-41-15,-14-2-40 0,9 0-46 0,5 2-65 16,-8-3-217-16,3-2-522 0,5 5 230 0</inkml:trace>
  <inkml:trace contextRef="#ctx0" brushRef="#br0" timeOffset="73292.53">27093 9426 23 0,'-8'0'143'0,"-3"-2"-6"0,0 1-7 0,0 1 0 16,-3 0-1-16,0 0-8 0,1 1 3 0,0-1 0 16,-1 2-3-16,3-2-9 0,3 0-3 0,-6 2-6 15,14-2-8-15,-11 1-6 0,4-1-6 0,7 0-5 16,0 0-5-16,-7 4 5 0,7-4 3 0,0 0-2 15,0 0-3-15,43 0-3 0,-14-2-4 0,7 0-5 16,20-1-4-16,3-3-5 0,4 0-6 0,4-1-2 0,23-3-3 16,-28 6-5-16,-3-1-7 0,4 0 2 15,-7-2-6-15,-1 5 0 0,-15-1-4 0,-1-1 0 0,-3 0 0 16,-2-1 0-16,0 1-3 0,-5 2 0 0,-7-1 0 16,-4 1 3-16,3 0 3 0,-8-1 5 15,-5 2 4-15,2 1 3 0,-3-1 8 0,-7 1 11 16,11-1 1-16,-11 1 1 0,9-1 1 0,-9 1 7 0,6-3-6 0,-6 3-5 15,0 0 6-15,0 0-20 0,0 0 3 16,10 0-5-16,-10 0-3 0,0 0-7 0,0 0-13 16,0 0-18-16,0 0-22 0,7-3-31 0,-7 3-28 15,0 0-38-15,0 0-41 0,0 0-50 0,0 0-38 16,0 0-31-16,0 0-181 0,0 0-498 0,0 0 220 16</inkml:trace>
  <inkml:trace contextRef="#ctx0" brushRef="#br0" timeOffset="76582.86">28467 9204 145 0,'0'0'171'0,"0"0"-2"0,-4-5-7 16,4 5-6-16,0 0-10 0,0 0-11 0,0 0-10 15,0 0-11-15,0 0-5 0,0 0-7 0,0 0-6 16,-7-8-3-16,7 8-9 0,0 0-5 0,0 0-1 16,0 0-7-16,0 0-3 0,0 0-3 0,0 0-1 15,0 0-3-15,0 0 1 0,0 0-3 0,0 0-2 16,0 0-3-16,0 0-1 0,0 0-4 0,0 0 1 15,0 0-2-15,0 0-3 0,0 0-2 0,0 0-5 16,-2-6-6-16,2 6 2 0,0 0 2 0,0-11-10 16,0 11-5-16,0 0 5 0,0 0-3 0,-2-7-7 15,2 7 2-15,0 0-1 0,0 0 0 0,0 0-1 16,0-9-1-16,0 9 2 0,0 0-6 0,0 0 2 16,0 0-3-16,0 0 1 0,0 0-2 0,0 0 3 15,0 0-5-15,0 0 0 0,0 0 0 0,-1-9-2 16,1 9-2-16,0 0-3 0,0 0 3 0,0 0 1 15,0 0 1-15,0 0 1 0,0 0 3 0,0 0-2 0,0 0-2 16,0 0 1-16,0 0-3 0,0 0 3 0,0 0-4 16,0 0 2-16,0 0-1 0,0 0 7 0,0 0-7 15,0 0 4-15,0 0-4 0,0 0 1 0,0 0 1 16,0 0-1-16,0 0-3 0,0 0 1 16,0 0 6-16,0 0-5 0,0 0-1 0,0 0 2 0,0 0 3 15,0 0 1-15,0 0 0 0,0 0 0 0,0 0 3 16,0 0 2-16,0 0 1 0,0 0 2 0,0 0 3 15,1-8-2-15,-1 8-9 0,4-5 12 16,-4 5-13-16,4-5-2 0,-4 5 1 0,9-5-1 0,-4-1 3 16,3 3-3-16,-1-1 9 0,2 0-12 0,3-2-4 15,-2 3 2-15,0 0-2 0,2 3 11 0,-2-1-13 16,-1 0 1-16,1-1 1 0,-10 2-2 0,17 7-1 16,-8-6 0-16,-4 4 4 0,1-1-3 0,-1 4-2 15,-1 0 5-15,-1 1-3 0,-2 3 2 0,0-1 0 16,-2-1 0-16,-1 4 1 0,-2-4 0 0,1 2-3 15,-3-1 3-15,-1 0 0 0,1 0-2 0,1-2 7 16,-3-1-8-16,2 1 2 0,-1-1-6 0,1-2 1 16,2-3 2-16,0 2-4 0,4-5 2 0,-6 7-4 15,6-7 5-15,-4 5-2 0,4-5 3 0,0 0-8 16,-4 6-1-16,4-6 1 0,0 0-1 0,0 0 2 16,8 8 1-16,-8-8 2 0,9 5-3 0,-4-3 6 15,1 3-3-15,1-2 0 0,2 3 2 0,-4-3 0 16,4 3 7-16,-4-2-6 0,1 2-1 0,-1-2-1 15,1 2 4-15,-3 1-2 0,2-1 7 0,-1-2-4 0,-2 4-1 16,0-4-1-16,-1 3 2 0,-1-7 2 0,-3 13 1 16,1-6-2-16,-4 2 2 0,1-3-4 15,-2-1-3-15,0 3-5 0,-2-3-5 0,-1 0-11 0,2 0-3 16,-2 0-16-16,-2-2-13 0,2 1-18 0,-2-2-22 16,0 1-22-16,5-2-30 0,-2 0-18 15,9-1-28-15,-15 0-178 0,15 0-406 0,-10-5 180 16</inkml:trace>
  <inkml:trace contextRef="#ctx0" brushRef="#br0" timeOffset="76850.17">28835 9141 176 0,'6'-2'181'0,"-6"2"-10"0,10-2-3 16,-10 2-3-16,0 0 7 0,13 10-3 0,-7-2 0 15,-2 2-7-15,1 8-12 0,-1 0-8 0,-1 1-11 16,-2 0-10-16,-1 0-5 0,-1 1-12 0,-3 6-11 16,2-6-6-16,-4 5-10 0,1-6-8 0,-2-1-4 15,-3 6-6-15,3-6-7 0,-3 0-3 0,-5 3-5 16,3-5-11-16,-2 0-17 0,1-2-12 16,-1-1-12-16,-2 0-20 0,-1-1-27 0,-1-2-26 0,1 0-32 15,1-3-39-15,-1 0-24 0,-1-4-35 0,1 1-143 16,3-3-383-16,-2-1 170 0</inkml:trace>
  <inkml:trace contextRef="#ctx0" brushRef="#br0" timeOffset="77069.55">28362 9186 152 0,'0'0'191'0,"-8"-2"4"16,8 2-1-16,0 0-7 0,-15 19-4 15,8-3-18-15,1 0-5 0,-1 0-9 0,1 11-13 16,4-8-9-16,0 6-11 0,4-1-11 0,-1 1-6 16,3-1-12-16,1 1-9 0,4 0-9 0,2-5-5 0,3 2-4 15,1-1-18-15,2-7-27 0,2 5-21 16,-3-8-26-16,0 1-33 0,4 5-38 0,-4-8-29 16,1 2-40-16,-3-1-181 0,-7-3-380 0,2 1 170 15</inkml:trace>
  <inkml:trace contextRef="#ctx0" brushRef="#br0" timeOffset="82382.64">8558 12094 116 0,'-1'-8'179'0,"1"8"-9"15,-3-7-5-15,3 7-10 0,0 0-18 0,0 0-20 16,0 0-13-16,0-10-14 0,0 10-9 0,0 0-6 16,0 0-3-16,0 0-2 0,0 0 5 0,-7 26-2 15,2-14-4-15,2 5-10 0,-3-1-1 0,1 3-3 16,-2 4-6-16,3-4-3 0,-3 6-4 0,0-2-5 0,1-4-5 15,2-4-2-15,0 2-2 0,2 0-3 16,-2-2 1-16,1-2-3 0,0 2-4 0,-1 1 0 16,0-4-1-16,3-2-8 0,-2 2 5 0,-1-3 2 0,4 1-3 15,-2-3 0-15,0 0-1 0,0 0-3 16,2-7-2-16,-4 10 3 0,1-5-2 0,3-5 1 16,0 0-3-16,-1 8 10 0,1-8-1 0,0 0 9 15,0 0 2-15,-1 8 11 0,1-8 20 0,0 0-2 0,0 0-5 16,0 0-5-16,0 0-4 0,0 0-7 15,0 0-1-15,2-32-3 0,0 20-3 0,3-4-4 16,-1 0-2-16,-1-1-2 0,3-7-7 0,0 5-5 16,2-7-3-16,0-1-3 0,2 0-3 0,0-1-3 0,2 2-4 15,-3 1 1-15,3 1-3 0,1-5 0 16,-2 3 3-16,1 1-3 0,1 1 4 0,-1-1-2 16,0 3-1-16,1-1 3 0,-4 7-2 0,1 0 2 15,-1 0 1-15,-3 6 0 0,-1 1-1 0,3 2 0 16,-4 1-2-16,0 1 0 0,-1 2-2 0,-3 3 1 0,12-3 1 15,-3 4 1-15,0 2 1 0,-1 5 2 0,4 3 3 16,-2 2 4-16,1 4 5 0,3 5 2 0,-5 3 8 16,0 0 1-16,-1 2 6 0,-1-3-2 15,-2 1-3-15,-2 1 4 0,-1-1-3 0,1 1 1 16,-2 0-2-16,4-7 0 0,-2 0-3 0,0 0-1 0,1 1-1 16,-1-3 3-16,-1 1-4 0,1-3-3 0,0-3 1 15,0 0-5-15,0 1 4 0,1-1-3 16,-3-1-2-16,2-3-20 0,-2 3-14 0,0-3-17 15,-1 1-18-15,0-2-32 0,0-7-30 0,-1 12-32 0,1-12-27 16,-3 8-32-16,3-8-169 0,-9 3-417 0,9-3 185 16</inkml:trace>
  <inkml:trace contextRef="#ctx0" brushRef="#br0" timeOffset="82784.55">8459 12314 148 0,'0'0'146'0,"0"0"-19"0,44-6-5 16,-16 1-17-16,3-1-4 0,5 0-17 15,0-2-28-15,3 3-21 0,1-1-19 0,10-4-19 0,-13 3-8 16,-1-1-13-16,-4 2-8 0,1-2-1 0,-3 3 1 16,0-3-7-16,-3 3 3 0,-6-1 5 0,-4 1 4 15,-5 2 4-15,2-2 10 0,-7 1 10 0,-2-1 15 16,-5 5 9-16,13-8 14 0,-13 8 2 15,5-8 29-15,-2 2 8 0,-3 6 19 0,0-7 3 0,0 7-10 16,-1-10-1-16,1 10 2 0,0 0 7 0,-2-11 2 16,2 11 2-16,0 0-1 0,-2-6-12 0,2 6-8 15,0 0-9-15,0 0-7 0,0 0-7 0,0 0 2 16,0 0 19-16,0 0 0 0,6 22 3 0,-5-8-3 16,-1 6-3-16,2 7 0 0,-1 3-3 0,0-1-5 15,1 1-5-15,-2-3-8 0,0 1-5 0,-2-1-3 16,2 1-3-16,-1 0-6 0,1-2 3 0,-1 1-3 15,1-2-8-15,1-7-18 0,-2 1-16 16,-1 0-27-16,0-2-22 0,1-1-27 0,-1-5-19 0,1 0-30 16,1-1-30-16,0-3-19 0,0-7-22 0,-1 12-146 15,-2-7-380-15,3-5 169 0</inkml:trace>
  <inkml:trace contextRef="#ctx0" brushRef="#br0" timeOffset="83017.07">9099 12158 128 0,'16'-8'154'0,"1"4"-7"0,0-1-2 0,-3 4 0 16,0 2-4-16,-1 4 2 0,5 0-4 0,-7 3-14 16,2 2-9-16,-3 5-2 0,-3-1-9 0,0 2-5 15,-7 2-3-15,3 1-4 0,-8 1-8 0,1-2-12 16,-3 0-5-16,-4 3-3 0,-2-4-10 0,0-3-13 15,-1 0-16-15,3 0-21 0,-2-1-28 0,1-5-29 16,3 1-42-16,2-2-35 0,-3 0-49 0,1-3-129 16,2-2-330-16,1 0 146 0</inkml:trace>
  <inkml:trace contextRef="#ctx0" brushRef="#br0" timeOffset="83231.85">9324 12187 148 0,'0'0'183'0,"0"0"2"0,0 0 16 0,0 0 4 16,0 0 1-16,10 21-8 0,-10-6-5 0,0 2-8 15,1 2-13-15,-2 2-16 0,1 4-13 0,-1-6-14 16,-2 7-5-16,2-7-15 0,-2 6-8 0,3-6-11 16,-1 0-10-16,1 0-7 0,-1 7-6 0,1-9-8 15,-2 0-33-15,2-1-30 0,-1-4-24 0,1 4-39 16,-1-5-34-16,0 3-42 0,-3-3-45 0,3-1-55 0,-3 0-134 15,0-4-408-15,0-1 181 0</inkml:trace>
  <inkml:trace contextRef="#ctx0" brushRef="#br0" timeOffset="83465.5">9324 12213 8 0,'10'-8'202'15,"4"-2"-15"-15,-5 2-8 0,3 2-6 0,-1 2-2 16,2 2 0-16,0 2-6 0,1 0-13 0,-3 0-17 16,1 3-11-16,-1 1-6 0,-3 0-14 0,1 2-4 15,0 2 3-15,-5 1-6 0,-2 1-3 0,-1 1-7 16,-2-1-8-16,-3 6-8 0,-1 0-4 0,-4-3-6 16,0 1-19-16,-1 0-21 0,-1-1-18 0,-2-2-32 15,1 2-36-15,1-4-44 0,3-2-51 0,-2-1-63 16,-2-1-132-16,3-1-384 0,9-4 169 0</inkml:trace>
  <inkml:trace contextRef="#ctx0" brushRef="#br0" timeOffset="83700.25">9551 11890 214 0,'3'-6'223'0,"0"1"-16"0,-3 5-23 0,0 0-5 15,5-4 15-15,-5 4-5 0,0 0-5 0,12 19-4 16,-7-2-10-16,2 8-9 0,-2 2-6 0,-1 1-13 16,-3 0-10-16,0 3-14 0,-2-3-6 0,-3 2-17 15,0 1-9-15,2-2-11 0,-1-1-32 0,3-2-29 16,0 1-36-16,-4-1-40 0,3-9-50 0,1 2-62 16,0-3-56-16,0 0-180 0,1-5-444 0,-1-3 197 15</inkml:trace>
  <inkml:trace contextRef="#ctx0" brushRef="#br0" timeOffset="84318.64">9738 12153 162 0,'0'0'207'0,"5"-4"8"0,-5 4-2 16,0 0-7-16,0 0-10 0,0 0-12 15,11 16-14-15,-8-10-17 0,2 0-13 0,-1-1-16 16,1 4-11-16,0-4-10 0,2 0-9 0,2 2-9 0,-2-1-6 15,2-2-3-15,3-1-11 0,-2-3-1 0,1 0-6 16,-2-1-9-16,2-1-1 0,3-2 0 16,-5 1-4-16,-2 0-3 0,1-2 7 0,-2 2 1 15,-1-2-1-15,-1 0-3 0,-4 5-2 0,5-9-6 16,-5 9 0-16,6-10-10 0,-6 10 4 0,2-8-3 0,1 4-3 16,-3 4 1-16,0 0-9 0,0 0-4 0,5-5-3 15,-5 5-2-15,0 0 2 0,3 18 7 16,-1-1 8-16,-1 3 3 0,0 8 3 0,-2 4 3 15,0 3 4-15,1 0-4 0,1-2-6 0,-1 2 1 0,0 1 5 16,1-2-4-16,1 0-3 0,-5-1 2 0,2-1 1 16,-2 1-6-16,-1-5 4 0,-2 0 5 15,1-3-2-15,0 0-13 0,-4-7 1 0,-4 4 1 16,3-5-2-16,-2-3-8 0,0-2 1 0,-1-2-2 16,-1 0-13-16,2-3-1 0,-2-2 2 0,3-3-2 0,-1 0-2 15,-1-4-3-15,4 0-18 0,-1-6-2 0,3 0-5 16,-2-6-7-16,3-2-1 0,5-3-1 15,4-6-1-15,1-1-1 0,5-2 6 0,5-3-1 16,1 0 2-16,3 1 2 0,0-1 5 0,6-9 2 0,-5 12-1 16,3 1 4-16,-2 2 6 0,3-5-1 15,-1 4 5-15,-1-1-2 0,0 2 7 0,1 1-1 16,0 0 3-16,-8 2-2 0,-3 7 2 0,1 1 3 16,-5-2 0-16,1 1 2 0,-3 5 10 0,0-1 3 15,-3 2 2-15,-1-1 1 0,0 3 6 0,-1 7 4 0,1-12 4 16,-1 12 1-16,2-9-4 0,-2 9-2 0,0-7-1 15,0 7 4-15,0 0-13 0,0 0 1 0,0 0-1 16,0 0-1-16,-14 21 0 0,9-7 4 16,3-1 1-16,-2 1 0 0,3 5 5 0,-3 0-6 15,2-2 0-15,0 2 3 0,4-2-10 0,-1 0-30 0,0 0-23 16,2-1-25-16,-3-3-32 0,4-1-48 0,-2-2-48 16,3-1-44-16,4 0-226 0,-6-4-508 15,-3-5 225-15</inkml:trace>
  <inkml:trace contextRef="#ctx0" brushRef="#br0" timeOffset="84481.82">10074 11994 6 0,'3'19'24'15,"-1"8"-29"-15,3 2-6 0,2 0 2 0</inkml:trace>
  <inkml:trace contextRef="#ctx0" brushRef="#br0" timeOffset="85114.67">10188 12354 149 0,'0'0'185'0,"0"0"-20"0,0 0 8 0,0 0-6 15,0 0-3-15,4-19-14 0,-2 11-11 0,1-3-6 16,-1-1-2-16,5-6-4 0,-1 1-6 0,2 2 0 15,-2-2-6-15,4 2 1 0,2 1-6 0,-6 4 0 16,3 1-16-16,1 1-5 0,-2 0-13 0,2 4-5 16,2 0-14-16,-3 4-5 0,1 3-7 0,1 2 0 15,1 3-6-15,-3-2-4 0,2 8-3 0,0-1 1 16,-4 0-6-16,-3-1-4 0,1-1-2 0,3 7 0 16,-3-3-1-16,0 1-16 0,-1-4-18 0,1-2-23 15,0-1-22-15,1 0-20 0,2-1-25 0,0-1-29 16,1-3-16-16,2-2-15 0,1 0-11 0,2-4 13 15,6-1 12-15,7-4 13 0,-6 2 11 0,4-7 14 16,-7 5 9-16,1-3 9 0,-3-1 18 0,-2 3 12 16,-3-7 19-16,1 4 11 0,-3-4 8 0,-3 4 10 15,-2-2 30-15,0-1 23 0,1-3 5 0,-5 6 2 16,-3-1 13-16,3-1 21 0,-1 4 13 0,-2-1 14 16,0 3-2-16,-1 0-1 0,-1 1-1 0,5 6-5 15,-9-5-2-15,1 5-6 0,8 0 3 0,-15 6 0 16,7-1 0-16,-2 4-9 0,1 0-3 0,1 3-7 15,2-2-8-15,-2 0-7 0,3-1-2 0,1 3-5 16,0-2-10-16,3-1-1 0,1-1-7 0,0-1 1 16,0-7-3-16,4 12-1 0,0-7 0 0,0-2-7 15,-4-3 3-15,10 6-5 0,-5-4-3 0,-5-2 2 16,10 3-7-16,-10-3-1 0,8 3-2 0,-8-3-1 16,9 1-2-16,-9-1-3 0,7 3-3 0,-7-3 2 15,9 3 3-15,-2 1-7 0,0 5 3 0,0 0 1 16,2 5-1-16,0 4-4 0,2 7 1 0,-2 0 6 15,-2 4-3-15,0 3 6 0,1 0 1 0,-3 2 10 16,-1 12 2-16,-2-1 2 0,-2-10 9 0,-1-1 4 16,-1 0 2-16,-2-4 3 0,-3 0 3 0,-2 1 9 15,-2-5 0-15,2 0-7 0,-6-1 8 0,-1-5 1 16,4-3-6-16,-3-4-2 0,-1-1-5 0,3 0 7 16,-2-4-9-16,-1 1-4 0,-1-2 1 0,1-7-22 15,1 3-18-15,-2-4-37 0,-1-1-37 0,2-1-38 16,-2-3-50-16,0 0-65 0,5-2-48 0,0-3-253 15,1-5-575-15,5 1 255 0</inkml:trace>
  <inkml:trace contextRef="#ctx0" brushRef="#br0" timeOffset="85298.11">11001 12396 55 0,'3'4'236'0,"4"1"-4"0,-3 1-4 15,-3 0-5-15,1 0-12 0,0 1-14 0,-2 2-15 16,0-9-20-16,2 11-16 0,-3-2-14 0,1-3-12 16,0 4-13-16,0-10-28 0,-1 15-34 0,-1-9-45 15,0 1-56-15,-1-1-75 0,-2 2-84 0,5-8-111 16,-13 13-353-16,4-7 157 0</inkml:trace>
  <inkml:trace contextRef="#ctx0" brushRef="#br0" timeOffset="88649.28">11744 12016 60 0,'-1'-5'182'0,"1"5"-11"16,-4-12 5-16,4 12-4 0,-1-8-1 0,1 8-14 16,-5-6-15-16,5 6-17 0,0 0-17 0,-3-7-12 15,3 7-6-15,0 0-4 0,0 0 16 0,0 0-4 16,4 39 0-16,-2-20-4 0,-2 9 1 0,0 2-9 16,-4-2-4-16,0 3-11 0,1-3-5 0,-1 2-5 15,2-4-7-15,-3 3-5 0,2 2-2 16,3-4-7-16,-4-1-1 0,3-3-8 0,0 2 0 0,-1-5-4 15,2-1 2-15,-1-2-14 0,2 0-14 0,-2-1-24 16,2 0-26-16,-2-4-35 0,1-2-45 0,0 0-45 16,0-4-19-16,1 4-15 0,-1-10-141 0,-5 8-378 15,5-8 168-15</inkml:trace>
  <inkml:trace contextRef="#ctx0" brushRef="#br0" timeOffset="89254.72">11725 12223 39 0,'16'-16'116'16,"4"-2"-7"-16,-5 4-12 0,4-3 0 0,-1 3-5 15,-5 1-2-15,5 0-4 0,-5 2-16 0,0-2-2 16,-1 2 5-16,-3 3 2 0,0-1-5 0,-1 1 10 16,-2 2 2-16,1-1 8 0,-5 1 2 0,2 0-9 15,0 0-4-15,-4 6-14 0,4-10-2 0,-3 4-2 16,-1 6 0-16,3-8-4 0,-3 8 1 0,0 0-7 15,0-9-3-15,0 9-11 0,0 0-3 0,0 0-4 16,0 0 0-16,0 0-3 0,0 0-4 0,-12 30 4 16,7-13-2-16,1 1-3 0,-1 2 2 0,0 6-4 15,-3-1 2-15,3 3-7 0,1-4 1 0,-2-5-3 16,3 0 2-16,1 0-2 0,0 0-2 0,0-2-1 16,-3 0 1-16,4 0-3 0,-3 0 1 0,0-7-1 15,3 1-3-15,1-1 2 0,-2-3-1 0,2-7-3 16,-2 12 2-16,2-12-4 0,0 9 4 0,0-9-3 15,0 0 3-15,-1 8 0 0,1-8-3 0,0 0 0 16,0 0-5-16,0 0 1 0,0 0 2 0,22-14-3 16,-13 10 1-16,3-2-4 0,-1 3 3 0,1 1 0 15,1 0-1-15,0-1-2 0,1 3 3 0,2 0 1 16,-2 0-4-16,4 3 2 0,0-1 4 0,0-2 0 16,1 1 0-16,-2 0 0 0,1 1-1 0,-2-2 3 0,4 0 0 15,-4 0-2-15,1-4 1 0,0 0 1 16,-5-1 2-16,2 2 0 0,-2-3-3 0,-1-1 2 15,2 1-2-15,-6 0 4 0,1-2-4 0,-3 0-2 16,3 1 4-16,-6-2 1 0,0-1-1 0,0 0 0 16,-2-1 0-16,0 1-3 0,-2-1 2 0,-2-2-4 15,-2 4 1-15,2-1 2 0,-3 0 1 0,1 1-2 16,-1 1 3-16,0 3-3 0,2-1 0 0,-1 4-3 16,6 2-1-16,-9-2-1 0,9 2 5 0,-16 12 2 15,7 1 1-15,-1 2-3 0,2 2 2 0,-1 6 0 0,3 3 3 16,2-2-4-16,5-5-9 0,4 6-29 0,1-2-31 15,3 1-37-15,7-3-41 0,3-2-40 16,1-1-148-16,2-4-362 0,5-1 161 0</inkml:trace>
  <inkml:trace contextRef="#ctx0" brushRef="#br0" timeOffset="89731.43">13130 12139 121 0,'-8'-2'174'0,"1"1"-8"0,7 1 0 16,-18 7-2-16,9-1-12 0,1 4-4 0,-4 3-12 15,3 2-12-15,-2 9-9 0,2-5-7 0,4 0-16 16,1-2-5-16,4 2-10 0,-3-3-8 0,3 2 0 16,3-1-10-16,6-3-6 0,2 0-4 0,-2-2-4 15,7-1-4-15,0-3-2 0,2-2-7 0,1 0 4 16,2-6-1-16,2 0 1 0,4-3-6 0,-6-1-1 15,0-1 4-15,0 0-4 0,-4-3 0 0,1 1 6 16,0-4-4-16,-4 0 3 0,-1-2-5 0,-7-1-4 16,2 2-3-16,-6 1-3 0,2-6-1 0,-4-1 0 15,-4 0-4-15,0 1 1 0,-4 1-4 0,-3-3 1 16,0 3-7-16,-5 2 5 0,1 1-6 0,1 2 0 16,-1 2-10-16,3 4-10 0,-1 1-16 0,-3 0-10 15,5 5-13-15,-2 2-25 0,1 0-11 0,-1 3-12 16,3 2-48-16,-3 5 5 0,7 4-21 0,-1 1-160 15,-1 6-354-15,4-3 157 0</inkml:trace>
  <inkml:trace contextRef="#ctx0" brushRef="#br0" timeOffset="90102.11">13365 12520 90 0,'6'-6'177'16,"1"-3"-3"-16,4 0-6 0,-2-3-9 0,-2 1-12 15,5-6-13-15,1 2-12 0,1-7-9 0,-4 7-4 16,6-7-7-16,0 0-4 0,-3-5-6 0,1 5-12 16,-3-4-4-16,5 0-5 0,-5-1-7 0,2 0-5 15,-1 3-7-15,-3-1-5 0,-3 8-5 0,-2-1 0 16,2 1-2-16,-2 4-1 0,0 3 1 0,-2 0-3 0,-2 3-4 16,1 1-5-16,-1 6-5 0,2-9-4 15,-2 9-3-15,0 0-1 0,0 0-1 0,0 0-3 16,-23 13-2-16,14-6-12 0,1 3-7 0,3 1-8 15,-5 3-5-15,4-3 1 0,4 0-6 0,2 3-2 0,0-4 2 16,4 2-1-16,1-1 0 0,4 0 2 16,0 1-4-16,0 1 5 0,3-1-5 0,0 0-1 15,-5-2 6-15,2-3-5 0,-2 2 10 0,0 1-1 16,-1-1 6-16,1 2 1 0,-5-3 3 0,0 2 0 16,-2 0 4-16,0 1-5 0,-4 0 1 0,0-1-19 0,-1-1 3 15,-1-1-14-15,-1 1-1 0,-1-2-20 16,0 1-34-16,1-3-21 0,1 1-28 0,-2 0-91 15,8-6-256-15,-8 6 113 0</inkml:trace>
  <inkml:trace contextRef="#ctx0" brushRef="#br0" timeOffset="90986.61">13949 12062 213 0,'0'0'226'16,"-14"6"-13"-16,5-1-7 0,0 3-8 0,-2 4-18 16,1 2-8-16,-2 0-14 0,0 1-15 0,3 2-12 15,3-2-14-15,-1 1-12 0,5 1-9 0,2 0-10 16,2-2-9-16,2-3-6 0,3 2-7 0,-1-2-7 16,6-1 0-16,3-1-6 0,1-2-6 0,0 1-6 15,0-4 1-15,4-2-8 0,0-2-1 0,1 0-2 16,0-3-2-16,-2 1-5 0,-1-1-3 15,0-3 1-15,-2-3-3 0,-1 1-3 0,-6 2 3 0,5-6-6 16,-3 4 2-16,1-7 0 0,-2 2-2 0,-5 2 1 16,-1-2-2-16,1 0-5 0,0-3 2 0,-3-2-1 15,0 5 4-15,-2-4-4 0,0 6 3 16,-4-2-1-16,4 1 2 0,0 1 0 0,-1 3-4 0,1 7 2 16,-3-12-1-16,3 12-5 0,-1-11 2 0,1 11-5 15,0 0 1-15,-1-7 3 0,1 7-4 0,0 0-5 16,0 0 2-16,0 0 2 0,1 29 0 0,0-15 0 15,3-2-1-15,-4 5 2 0,4-1-4 0,0 0 1 16,-1-1 8-16,3-1-1 0,-1-1-6 0,4 0 3 16,-3 0-2-16,1-2 1 0,-2-2 4 0,3 1-3 15,0-3 5-15,1 0-2 0,2 0 3 0,-2-4-5 16,2 0 6-16,-1 0-3 0,3-2 2 0,-2-2 1 16,2-2-2-16,0 0 1 0,0-2 0 0,-1 0 0 15,-1-4-4-15,3-3 4 0,-9 3-3 0,6-7 3 16,-5 1-1-16,2 0-2 0,0-1 2 0,-3 0-7 15,-1-1 3-15,5-8-5 0,-4 7-1 0,-1-1-1 16,-2 0-4-16,0-2 0 0,-1-4 1 0,-1 7 5 16,-1-2-3-16,-1 3-1 0,1 0 3 0,0 0-1 15,-3 6 5-15,4-1 1 0,0 6 6 0,-3-2-3 16,3 8 3-16,-2-11-6 0,2 11-2 0,0 0-2 16,0 0 5-16,0 0-5 0,0 0 4 0,0 0-6 15,5 41 4-15,-5-16 0 0,-3 2 3 0,3 1 2 0,-2 0 6 16,2 1 2-16,0-2 5 0,2-1-1 15,-4-1 5-15,7 0 2 0,-3 1-2 0,1-6-5 16,0-2-1-16,2 0-1 0,0-4 1 0,3 1-2 16,-2-6 1-16,0 1-1 0,1-1-2 0,1 0 0 15,4-3 2-15,-1-2 1 0,0 2-5 0,1-6 0 16,3 0 0-16,3-2-1 0,-2-3 1 0,0-1 1 16,-1-3 1-16,4 1-3 0,-5-5-2 0,5-6 0 15,-8 2-1-15,5-3 4 0,-7 2-7 0,0-7-5 16,-3 8-2-16,0-8-3 0,-3-1 2 0,0 6-1 15,-3-5-7-15,0-1 5 0,-1 9 7 0,-2-2-5 16,2 1-4-16,-3 0 4 0,2 6 2 0,1 2-3 16,-2 0 1-16,1 5-2 0,2 5 2 0,-1-12-3 15,1 12-1-15,0 0-2 0,0 0 1 0,0 0-1 0,0 0 6 16,-13 25 0-16,10-8 7 0,1 1-4 16,-7 5-3-16,4 2 3 0,3-2 1 0,0-4 0 15,0 8-3-15,-1-9-28 0,3 0-21 0,-2 3-33 16,2 2-54-16,2-3-50 0,1-3-52 0,-3-2-166 15,4 0-446-15,-2-2 197 0</inkml:trace>
  <inkml:trace contextRef="#ctx0" brushRef="#br0" timeOffset="91482.28">15021 12133 224 0,'0'0'249'15,"0"0"-11"-15,2-7-10 0,-2 7-13 0,0 0-12 16,0 0-12-16,-3-12-13 0,3 12-15 0,0 0-12 16,0 0-14-16,0 0-12 0,0 0-3 15,-4-7-20-15,4 7-10 0,0 0-5 0,0 0-7 0,-19 10-8 16,10-1-1-16,-4 1-12 0,2 0 3 0,0 4-10 15,-3 1-1-15,3-1-5 0,2 5-3 0,1-4-5 16,3 3-2-16,0-3-8 0,1-3 2 0,1-2-5 16,1 2-2-16,-1-2 0 0,1 1-1 15,7-3-4-15,-4 3-3 0,2-6-3 0,-1 0 1 0,1 1 9 16,3-2-10-16,1-1-3 0,-1-2-1 0,-6-1 0 16,17 0-7-16,-8-4-10 0,2 1 7 0,-2-1-2 15,1-4-3-15,2 3-2 0,-5-6 1 16,2-1 4-16,3-3-4 0,-5 1 4 0,1 0 6 0,-3 3-8 15,0-2-1-15,2-1 4 0,-6-1-2 0,-1 2-1 16,1 2 1-16,2 1 0 0,-2 0 3 16,-1 5 7-16,0 5-3 0,0-12-4 0,0 12 2 15,0 0-4-15,2-7-4 0,-2 7 3 0,0 0 1 16,0 0 1-16,0 0 3 0,0 0-1 0,4 29 1 0,-4-17 2 16,0 5 2-16,0 2 1 0,0-2 0 0,2 1-4 15,-2-1-1-15,0-2-14 0,0 2-37 0,2 0-33 16,-2-6-38-16,3 0-45 0,-1 0-45 0,2-1-37 15,-1-1-183-15,-3-9-468 0,9 12 207 0</inkml:trace>
  <inkml:trace contextRef="#ctx0" brushRef="#br0" timeOffset="91732.13">15384 12011 185 0,'1'-7'289'0,"-1"0"-9"0,0 7-15 0,1-10-23 16,-1 10-19-16,0 0-25 0,0 0-14 0,0 0-1 16,0 0-3-16,0 0-12 0,0 40-8 0,-2-24-2 15,-3 5-16-15,5 3-8 0,-1 1-6 0,-2 3-11 16,0 2-17-16,3-5-4 0,-2 1-7 0,-2 1-11 16,3-1-9-16,-2-7-17 0,2-2-22 0,1 2-26 15,-2-2-23-15,2-2-33 0,-1-2-42 0,0-2-27 16,-1-2-32-16,2 0-43 0,0-9-29 0,0 10-19 15,0-10-198-15,-2 7-478 0,2-7 211 0</inkml:trace>
  <inkml:trace contextRef="#ctx0" brushRef="#br0" timeOffset="92004.12">15262 12226 80 0,'0'0'148'0,"0"-9"-12"0,0 9-2 0,9-6-17 16,0 2-6-16,5-2-15 0,3 3-4 0,3-4-4 0,2 1-13 15,4 2-17-15,1-2 4 0,-4 3-4 16,-2-2-2-16,7 0-4 0,-2-2 1 0,-4 3-5 16,-2 2-1-16,-2-1-10 0,-4 3 3 0,-2 0-8 15,0 0 3-15,-1-2 5 0,-11 2 22 0,11 2-1 16,-6 0-1-16,3 1 13 0,-8-3 3 0,6 9 5 16,-2-4 10-16,-1 5-1 0,-1-1-9 0,1 1 5 15,-2 1-11-15,0-1-6 0,3 7-5 0,-3-5-6 16,1 2 0-16,-1 3-11 0,-2-5-8 0,2 0-17 15,-1 0-29-15,1-2-28 0,-1-1-31 0,1 1-50 0,3-1-57 16,1 0-243-16,-3-5-450 0,-2-4 200 16</inkml:trace>
  <inkml:trace contextRef="#ctx0" brushRef="#br0" timeOffset="92167.25">15717 11962 14 0,'0'0'148'0,"0"0"-30"15,-15 10-35-15,14-4-44 0,1-6-53 0,-2 16-51 16,6-9-71-16,0 3 32 0</inkml:trace>
  <inkml:trace contextRef="#ctx0" brushRef="#br0" timeOffset="92733.25">15927 12111 104 0,'-9'3'239'0,"6"2"-7"16,0 0-18-16,-1 3-7 0,1 3-14 0,1-1-18 16,-2 2-12-16,3 0-18 0,-1 0-13 0,2 4-13 15,0-6-12-15,3 2-5 0,-2 2-13 0,2-2-8 16,3-2-7-16,-1 0-3 0,0-2-12 0,0 1-4 15,1-5-3-15,0 2-2 0,2-2-2 0,-3-3 2 16,-5-1-5-16,13 4-3 0,-6-2-2 0,-7-2-2 16,14-2 3-16,-9-2-7 0,2-1-7 0,-1 2 1 15,0-4-3-15,0-2 0 0,-3 1-4 0,1-3 1 16,1 3-17-16,-1-5-3 0,0 2-7 0,-1 0 2 16,0-5-3-16,-4 5 1 0,2 0 2 0,3-1-3 15,-1-1-3-15,2 3-4 0,-1 1 4 0,0 1-1 16,-1 2 9-16,0 1-9 0,3 0 2 0,1 3-3 15,-7 2 2-15,15 2-2 0,-7 0 1 0,2 5 4 16,-1-2-2-16,1 5 7 0,-1 3 6 0,0-1 3 0,-1 1 1 16,-3-3-1-16,0 3 4 0,-1-3-2 15,1 1 1-15,-1-2 0 0,-2 0 2 0,0-3-1 16,-2-6 8-16,3 11 7 0,-3-11 16 0,3 8 3 16,-3-8 10-16,0 6 0 0,0-6-3 0,0 0-3 0,0 0-4 15,0 0-10-15,0 0 2 0,0 0-7 0,0 0-8 16,0 0 9-16,-11-19-16 0,11 19-2 15,2-14-5-15,3 4-6 0,0-2-4 0,2-1 3 16,2-5-3-16,2 5-4 0,1-1 2 0,-1 0-5 0,3 2 5 16,-1 1-8-16,-3 4 2 0,4-3 2 0,-3 7-5 15,0-1 1-15,-1 3 7 0,0 1-4 16,1 2-3-16,-4 1 5 0,2 2-2 0,-4 2 2 16,3 2-1-16,-3-1 3 0,-1 4 4 0,-3-2-6 0,1 6-7 15,-1 1-22-15,-1-1-40 0,-3 0-42 0,-1 2-62 16,3-3-61-16,-4 1-247 0,4-3-529 0,2 0 234 15</inkml:trace>
  <inkml:trace contextRef="#ctx0" brushRef="#br0" timeOffset="93164.66">17266 11969 111 0,'-6'-6'247'0,"1"1"-11"0,1 0-11 0,4 5-12 16,-9-7-16-16,3 6-16 0,6 1-12 0,-18 4-9 15,6 2-10-15,-3 4-12 0,-1 3-7 0,-1 6-10 16,1 0-8-16,1 2 0 0,1 2-6 0,1 0-10 16,6-3-8-16,-1 3-2 0,4-3-8 0,-1-1-5 15,5 6-4-15,2-1-2 0,1-5-7 0,3-1-9 0,2-1-5 16,1 0 3-16,4-1-8 0,0-3-7 15,3 0 0-15,2-4 2 0,1 1-9 0,8-3 1 0,0 2-16 16,1-7-21-16,-1 3-30 0,1-3-34 16,-8 0-42-16,2 0-55 0,-1-4-51 0,0 1-55 0,0-2-177 15,-3 3-489-15,0-1 217 0</inkml:trace>
  <inkml:trace contextRef="#ctx0" brushRef="#br0" timeOffset="93773.46">17528 12451 100 0,'0'0'209'16,"0"0"-6"-16,18-15-9 0,-14 10-8 0,0 0-14 16,2 1-6-16,1-4-14 0,2 1-10 0,-3-2 0 15,6-2-12-15,-1-3-6 0,1 3-2 0,-2-5-7 16,0 2-4-16,-2-2-4 0,-3-1-13 0,2 0-5 16,-3 1-7-1,1-3-7-15,-3 2-7 0,-1 2-3 0,0-5-8 16,-3-4-7-16,-1 4-7 0,-1 2 0 0,0 3-7 0,-2 0 1 15,1 3-3-15,-2 2-3 0,1 0-3 0,-1 1-1 16,0 2-1-16,-1 1-3 0,2 0-3 16,-2 2-9-16,8 4 5 0,-10-4-6 0,10 4-2 15,-9-3 0-15,9 3-3 0,-5-4-2 0,5 4 1 0,0 0 1 0,0 0-5 16,0 0-5-16,0 0-2 0,0 0 10 0,22 17-13 16,-10-13 2-16,3-3 1 0,2 3 1 0,4-1-2 15,-1-1 4-15,-1 1-1 0,-2-1 0 0,-3-1-1 0,-1 3 1 16,-4-2-4-16,2 0 1 0,-2 2 1 0,-1-2-1 15,1 4-4-15,-4-2 10 0,0 1-5 16,2 4 3-16,-5-1 7 0,2 2 5 0,-3 0 6 16,1 3 2-16,0-3 2 15,-1 1-1-15,1 1-3 0,-1 0-4 0,0-1 0 16,0 2 3-16,1-3-5 0,2 0-2 0,-3 1 10 16,4-1-7-16,-1-2-2 0,2 1 4 0,3-2 4 15,-4-3-8-15,4 3 2 0,3-4-3 0,1-1 0 16,-2 1 5-16,4-1-4 0,-2-4-3 0,2 0 2 0,0 1 4 15,-1-2-1-15,-3-3-6 0,1-1 11 0,-1 0-11 16,-1-2 4-16,1 3-2 0,0-7 0 0,-3 0 1 0,1-4-1 16,-2 2 0-16,-3 3-3 0,-1-3 1 0,-1 4-3 15,1-1 1-15,-3-5-3 0,0 7 1 0,-1-3 5 16,1 3 3-16,0 3 16 0,0 7-11 0,-3-10-1 16,3 10 2-16,-1-9-7 0,1 9-5 0,0 0 1 15,0 0-1-15,0 0 1 0,0 0 0 0,0 0-3 16,-4 28 1-16,4-17-1 0,-1 2 4 0,1-1-2 0,1 3-4 0,0-1 9 15,0 3-2-15,3-1 0 0,0 0-2 0,0-4-10 16,2-1-28-16,2 5-27 0,-4-7-33 0,1 1-36 16,1-1-59-16,2-3-47 0,0 1-246 0,-2 0-525 15,-3-1 232-15</inkml:trace>
  <inkml:trace contextRef="#ctx0" brushRef="#br0" timeOffset="93978.43">17995 11891 225 0,'-8'-6'224'16,"2"3"-29"-16,1 0-18 0,5 3-18 0,-11-1-15 15,11 1-18-15,0 0-25 0,-9 8-37 0,9-8-38 16,0 10-42-16,0-10-48 0,16 12-61 0,-10-3-81 15,6-4-224-15,5 5 100 0</inkml:trace>
  <inkml:trace contextRef="#ctx0" brushRef="#br0" timeOffset="94332.38">18484 11875 88 0,'-1'-12'223'0,"0"3"-4"0,1 9-5 0,-2-17-5 0,2 11-5 16,0 6-8-16,-1-9-15 0,1 9-11 15,0 0-23-15,0-10-18 0,0 10-17 0,0 0-11 0,0 0-11 16,0 0-8-16,8 20-1 0,-6-4 7 15,2 8-7-15,1 2-7 0,0 2 3 0,-2 1-4 0,-2-3-1 16,-1 4-10-16,0-2 0 0,-1-3-6 0,2 1-5 16,-2-2 5-16,1 5-14 0,1-7 1 0,-2-1-8 15,-3-2 1-15,4 1 5 0,-2-5-20 0,-1 4-19 16,-1-3-23-16,3 0-24 0,-2 0-20 0,3-6-27 16,0 1-42-16,-1-2-56 0,0-1-45 0,1-8-205 15,-1 12-475-15,1-12 210 0</inkml:trace>
  <inkml:trace contextRef="#ctx0" brushRef="#br0" timeOffset="94485.89">18443 12057 52 0,'13'-4'105'0,"1"3"-29"0,7 1-42 15,-2-2-56-15,1 2-20 0,10 0-44 0,-11 0 21 16</inkml:trace>
  <inkml:trace contextRef="#ctx0" brushRef="#br0" timeOffset="95103.16">18626 12337 11 0,'0'0'218'0,"0"0"-5"0,0 0-8 0,23-7-17 16,-13 3-11-16,2-3-13 0,3 1-9 0,-1-7-11 0,3 4-7 16,3-7-17-16,-2 4-3 0,4-5-10 15,-8 6-11-15,0-4-8 0,-2 0-4 0,-2 2-11 16,-1-4-8-16,-2 1 1 0,0 0-12 0,-5-1-2 16,0 2-7-16,-4 2-10 0,2 2-2 0,-2 1 3 15,-1 1-10-15,-1-2-3 0,-2 4-4 0,-3-2 0 16,1 4-3-16,1 1-6 0,-5 2 4 0,1-1-6 15,-1 4-1-15,1 1 0 0,0 1 5 0,0 3-4 16,-2 1 1-16,3 2-1 0,0 2 5 0,-2 2 4 0,5 1 1 16,-1 0-4-16,0 2 0 0,5 0-4 15,0-2 3-15,4-2 2 0,1 0-3 0,1 0-1 16,2 0 1-16,0-5-1 0,6 6-2 0,-4-4 2 16,3 0 0-16,1-2-6 0,0-2 7 0,7 0-3 0,-5-2-1 0,5 0 0 15,0-1 1-15,0-1-1 0,-4 0 2 0,5-3-4 16,0 0 2-16,-4-2-3 0,3 0 3 15,-5-1-2-15,0 0 0 0,0 0-1 0,2-4-2 16,-4 2 0-16,0 1 5 0,-2-4-2 0,0 1-6 16,-3 0-3-16,-2-1-3 0,1-2-1 0,-3 3 0 15,1-3-3-15,-2 1 1 0,-1-2 0 0,-1-2-1 16,0 2-7-16,-1 1 7 0,-1-4-1 0,1 5 4 16,1 1-1-16,0 1 0 0,1 1 4 0,0 8-3 15,2-15 2-15,1 6 2 0,2 3-5 0,-1 2 3 16,2-2 8-16,2 0-5 0,2 2 1 0,0 1-1 15,2 0 1-15,1 2 2 0,-3-1-2 0,1 4 2 16,1-2-1-16,-1 4-5 0,1-1 1 0,-1 1-2 16,0 4 3-16,0-1 1 0,-3 1-3 0,-1 1 6 15,-1-1-1-15,-1 3 5 0,1-1 9 0,-2 0 0 16,-3 2 2-16,2 0-1 0,-2 0-2 0,-1 0-1 16,1 0 0-16,-1-1 0 0,0-2-5 0,2 2-10 15,-2-1-22-15,-2-1-27 0,2 1-27 0,0-2-35 16,0-8-47-16,0 11-40 0,2-5-37 0,-2-6-139 15,0 0-409-15,0 0 182 0</inkml:trace>
  <inkml:trace contextRef="#ctx0" brushRef="#br0" timeOffset="95390.43">19397 11804 88 0,'1'-10'249'0,"-1"2"2"0,0 0-11 0,0 8-10 16,0-10-5-16,0 10-22 0,1-9-25 0,-1 9-18 16,0 0 6-16,0 0-5 0,0 0 2 0,3 32 3 15,-2-15 0-15,-1 4-14 0,0 3-9 0,1 2-1 16,1 0-10-16,-4-1-10 0,5-6 6 0,-4 0-25 16,2 7-8-16,-1-6-11 0,0-1-2 0,1 0-15 15,-2-2 0-15,1 2-13 0,0-2-5 0,0 0-2 16,0-6-4-16,1 6-18 0,-2-5-27 0,2-1-25 15,-1 0-30-15,2-1-18 0,-2-3-30 0,1 0-26 16,-1-7-24-16,0 0-32 0,0 18-24 0,0-18-23 16,-1 9-30-16,1-9-192 0,0 0-493 0,0 0 218 15</inkml:trace>
  <inkml:trace contextRef="#ctx0" brushRef="#br0" timeOffset="95681.9">19307 12086 25 0,'0'0'163'0,"0"0"-16"0,5-10-12 16,-5 10-7-16,12-5-10 0,-3 3-9 0,8-3-7 16,2 1-5-16,1-2-12 0,-1 2-1 15,3 3-2-15,-2-3-4 0,1 0-1 0,-1-1 4 0,-3 4-7 16,-3-2 7-16,-1 1-7 0,-2 2 0 0,-3-2-2 16,-2 1-5-16,-6 1-2 0,11-4 3 0,-11 4-9 15,8-1 1-15,-8 1-10 0,9 0-2 0,-9 0 0 16,0 0 15-16,8 8 6 0,-4-5 3 0,-4-3 7 15,4 14-3-15,-3-7 4 0,0 4-13 0,1-1-3 16,-2 2-8-16,0-1-4 0,-2 5 5 0,1-4-17 16,1 1-2-16,-1-2-12 0,1 1-26 0,-3 1-27 15,3-2-33-15,-1 1-38 0,-2 1-64 16,5-4-58-16,-5-1-218 0,3-8-473 0,-4 13 209 0</inkml:trace>
  <inkml:trace contextRef="#ctx0" brushRef="#br0" timeOffset="96419.96">19822 11983 77 0,'-7'4'211'0,"0"0"-4"15,0 2-1-15,-1 1-6 0,-1 0-5 0,0 3-9 0,1-1-10 16,1 0-13-16,0 2-2 0,0 4-15 15,2-5-16-15,1 1-14 0,1-1-10 0,2 1-9 16,1 0-10-16,1 0-9 0,2-3-5 0,1 3-8 0,1-4-4 16,1 0-6-16,4-1-6 0,0 1-3 15,2-4-7-15,1 0 9 0,0-2-12 0,1-1-2 16,0 0-6-16,0-1-4 0,-1-2 2 0,-3 2-5 16,2-3 0-16,-1-2-3 0,-6 1 2 0,1-2-7 0,1 1 0 15,-4 0-2-15,0-5-2 0,-2 3-1 0,-1-2-1 16,0 1 3-16,-1-1-3 0,0 0-5 15,-2 1-1-15,2-1-5 0,0 1-3 0,1 9 2 16,1-14 4-16,-1 14-3 0,0-13 1 0,2 9-3 16,-2 4 5-16,7-7-3 0,-7 7 2 0,11 0-4 15,-11 0 3-15,16 4-2 0,-9 1 5 0,1 2-4 16,2 1 4-16,-3-1 0 0,-1 2 0 0,-1 1 9 16,3 0 9-16,-4 0-6 0,-1-1 0 0,0 3 2 15,0-3 0-15,-3 2 0 0,0-2 3 0,0 0 5 0,0-9 6 16,-2 14 6-16,2-14 5 0,-4 7 5 0,4-7 0 15,-5 6-7-15,5-6-5 0,-7 0-3 16,7 0 1-16,0 0-7 0,0 0-4 0,0 0 0 16,-11-12-8-16,11 12-2 0,6-14 2 0,-1 5-8 0,6-5-5 15,1 0 5-15,6-5-3 0,0-2-6 0,2 2 2 16,3 1 2-16,-1 1-4 0,5 0 8 0,-2 4-11 16,-6 3 14-16,-1 1 19 0,0 3-11 15,0 1 2-15,-5 3 7 0,-2 1 1 0,2 2 1 0,-3 1-1 16,-2 1-5-16,3 1 2 0,-4 4-1 0,-2 1 7 15,0 3 7-15,-2-2-3 0,-2 3 2 0,-4 2 1 16,1 2-5-16,-3-2 1 0,-1 3-3 16,1-4-3-16,-1 3-20 0,1-4-35 0,-3 1-43 0,2 0-56 15,-2-5-66-15,4 1-75 0,-2-1-314 0,2-4-634 16,4-5 280-16</inkml:trace>
  <inkml:trace contextRef="#ctx0" brushRef="#br0" timeOffset="97036.74">21194 11968 129 0,'0'0'191'0,"0"0"6"0,0 0 8 15,0 0 1-15,0 0-8 0,-8 39-9 0,1-16-15 16,0 1-16-16,3-5-13 0,-1 1-9 0,0-1-8 15,4 5-11-15,-2 2-13 0,-1-10-11 0,2-2-3 16,0-1-12-16,0-1-9 0,-2-3-9 0,3-3-5 0,1-6 2 16,0 12-6-16,0-12 6 0,-2 9 2 15,2-9 9-15,0 0 18 0,-2 6 7 0,2-6-4 16,0 0-7-16,0 0-9 0,0 0-8 0,0 0-6 16,4-24-8-16,-2 12-2 0,5 0-9 0,-2-4 5 0,0 0-11 15,0-1 3-15,1-2-6 0,2-7-3 16,1-1-5-16,0 2-3 0,2-3-3 0,-2 2-5 15,-2-2-5-15,1-1 5 0,-1 1-5 0,-1 3 0 16,1 1 1-16,-3 5 3 0,0 2-9 0,1 2 1 0,1 3-6 16,-2 5 4-16,1-4-2 0,1 4 0 0,0 4 1 15,1 0-4-15,-7 3-4 0,18 4 2 0,-8 0-7 16,4 8 8-16,0-1 13 0,0 6-16 0,1 3-1 16,1 4 12-16,-3-2 10 0,1 2 7 0,-4 0 1 15,2-1-4-15,-3-5 4 0,0 5-3 0,-3-5-2 16,2 0 1-16,2-1-3 0,-4-1 4 0,2 2-4 15,2-2 0-15,-2-2-4 0,-1 3 4 0,1-4-6 16,1 0-32-16,-4-3-30 0,0 0-32 0,-1-1-22 16,1 1-47-16,-2-1-40 0,-1-3-46 0,0 1-35 15,-2-7-234-15,-2 11-551 0,2-11 244 0</inkml:trace>
  <inkml:trace contextRef="#ctx0" brushRef="#br0" timeOffset="97199.36">21309 12144 50 0,'0'0'162'0,"16"-12"-11"0,-3 11-23 0,5-4-9 15,2 2-11-15,9-3-18 0,0 2-17 0,2 1-31 16,1-3-22-16,1 0-32 0,0-2-31 0,-2 3-9 0,-1-2-21 16,1 0-55-16,-4-2-138 0,-8 4 62 15</inkml:trace>
  <inkml:trace contextRef="#ctx0" brushRef="#br0" timeOffset="97399.01">21810 11951 7 0,'2'-10'97'16,"1"-1"10"-16,-2 2 10 0,2-1 6 0,-1 3 12 0,-1 0 3 16,-1 7 6-16,3-12 5 0,-3 12 0 15,1-10-12-15,-1 10-16 0,0-8-17 0,0 8-13 16,0 0-2-16,0 0 7 0,0 0 12 0,9 19 23 16,-5-1-11-16,0-1-6 0,1 2 1 0,-1 2-15 0,-2 4-10 15,1 0-9-15,-2-1-7 0,2 0-4 16,-3-5-7-16,1-1-5 0,0 1-7 0,-1-1-2 0,3 2-14 15,2-4-21-15,-4 1-28 0,3-5-30 16,-1 1-29-16,0-2-30 0,-1-1-46 0,4-2-51 0,-2-2-216 16,1 2-451-16,-2-3 200 0</inkml:trace>
  <inkml:trace contextRef="#ctx0" brushRef="#br0" timeOffset="97817.15">21875 11821 84 0,'4'-13'222'0,"1"2"-15"0,1 2-7 15,2 0-8-15,1 1-12 0,2 1-10 0,-1 1-19 16,3 3-10-16,0 3-8 0,1 0-12 0,0 2-11 16,4 0-7-16,-5 1-9 0,-2 3-6 0,2-1-7 15,-3 1-6-15,-1 2-8 0,-2-1-7 0,0 0-5 16,0 2-3-16,-5 0-3 0,1-2-6 0,-2 2-4 15,-1-1-4-15,0-8-3 0,-5 16-1 0,1-8-5 16,0-2 3-16,-2 2-5 0,2 0-15 0,-1-3-11 16,1 1-13-16,0-2-7 0,4-4-7 0,-4 7-7 15,4-7 2-15,-3 9 0 0,3-9 4 0,0 0-7 16,6 10 2-16,-6-10 9 0,8 6 3 0,-8-6 1 16,9 3 0-16,-3 2 0 0,-1-3 3 0,3 2 3 15,-2 0-1-15,1 0 5 0,-1 1 2 0,0 0-1 16,0-1-1-16,0 2 5 0,-2-2 7 0,-2 1 4 15,3 2 19-15,-2-2 8 0,-3-5 7 0,0 12 7 16,0-12 1-16,-4 11 2 0,-2-6 4 0,2 0-4 16,-4 0 0-16,-2 1-7 0,-1 1-3 0,2-4-5 15,-2 1-2-15,1 1-21 0,2-2-20 0,-2 1-23 16,1-2-28-16,3-1-47 0,-2 2-37 0,8-3-52 16,-11 1-202-16,11-1-432 0,0 0 191 0</inkml:trace>
  <inkml:trace contextRef="#ctx0" brushRef="#br0" timeOffset="98014.78">22447 11919 205 0,'8'-4'232'0,"0"0"-2"0,1 1-13 0,0-1-19 15,1 1-13-15,1 0-19 0,0-1-13 0,1 2-18 16,2 0-11-16,-2-1-9 0,1 0-15 0,1 3-29 15,-4-2-34-15,1 2-32 0,-3 0-39 0,-8 0-54 16,13 0-11-16,-13 0-32 0,10 2-18 0,-7 3-130 16,-3-5-302-16,0 0 134 0</inkml:trace>
  <inkml:trace contextRef="#ctx0" brushRef="#br0" timeOffset="98167.47">22462 12053 131 0,'-6'4'181'0,"6"-4"3"16,-6 7-1-16,6-7-8 0,-5 2-16 0,5-2-16 15,-5 5-16-15,5-5-1 0,0 0-1 0,0 0-5 16,0 0-13-16,24 2-8 0,-11-2-10 0,3-2-13 16,6 0-23-16,11-5-28 0,-1 3-35 0,3-1-38 15,-1-2-49-15,2 0-47 0,-3-2-157 0,-2 1-326 16,1-1 145-16</inkml:trace>
  <inkml:trace contextRef="#ctx0" brushRef="#br0" timeOffset="98381.62">23097 11685 244 0,'0'0'262'0,"0"-10"-11"0,0 10-23 0,0-8-18 15,0 8-25-15,0 0-17 0,0 0 7 0,0 0 14 16,0 0-6-16,1 27-10 0,-2-10-9 0,1 7-14 16,0 3-10-16,0-1-13 0,-2 0-12 0,2 3-5 15,3-3-18-15,-2 1-3 0,2-2-12 0,2 1-18 0,-1 0-15 16,1-7-42-16,-2 0-32 0,1 0-34 0,-1 0-36 15,1 1-41-15,-2-2-52 0,2-1-53 16,-4-2-199-16,-1 3-480 0,0-2 213 0</inkml:trace>
  <inkml:trace contextRef="#ctx0" brushRef="#br0" timeOffset="100748.07">23467 12110 101 0,'8'-3'220'0,"-8"3"-9"0,6-3-14 0,-6 3-17 16,0 0-14-16,7-4-16 0,-7 4-15 0,0 0-15 16,0 0-13-16,0 0-11 0,0 0-10 0,0 0-5 15,-2 21-7-15,0-12-5 0,-4 2-13 0,0 1-12 16,0 0-23-16,1 5-35 0,0 1-41 0,-2-3-48 15,1 0-46-15,0 0-151 0,-1 1-323 0,1-2 144 16</inkml:trace>
  <inkml:trace contextRef="#ctx0" brushRef="#br0" timeOffset="101448.96">24225 11749 22 0,'0'0'201'0,"0"0"-13"15,1-6-16-15,-1 6-14 0,0 0 1 0,0 0-2 0,0 0-14 16,-11 26-8-16,4-10-12 0,2 0-12 16,1 1-9-16,1-2-14 0,0 2-3 0,-1 0-12 15,7 0-8-15,-2-4-3 0,0 3-5 0,2-3-4 16,1-2-9-16,0-2-5 0,1 2 0 0,1 0-6 0,-1-4 0 15,4 0-4-15,-4-2-3 0,4-1-3 16,-2-1 3-16,0 1-6 0,1-3 2 0,-2 0 4 16,-6-1-6-16,13-1 5 0,-5-1 2 0,-8 2-5 15,10-6 2-15,-5 1-1 0,-1 0-1 0,1-1-5 16,-1-1 2-16,1-2-3 0,-1 0-1 0,-2-2-2 16,2 0 0-16,-1 2 1 0,-2-3-4 0,2 2-3 15,-2 0 5-15,3 4-2 0,-4-2-2 0,0 8-4 16,2-11 1-16,-2 11-4 0,0-9 2 0,0 9-9 0,0 0 3 15,0 0-5-15,0 0 4 0,0 0 0 0,0 0 3 16,0 0-5-16,11 22 7 0,-9-15-3 0,1 2-1 16,-1 1 2-16,2 0 1 0,-2-3-6 0,1 0 6 15,0-2-3-15,2 4 3 0,0-4 2 0,0 0-1 16,3-1 5-16,-1-1 0 0,1-1 1 0,-8-2 6 16,18-1-3-16,-8-1 4 0,-1 0 1 0,0-4 7 15,-1 2 8-15,0 0 0 0,-2-5 1 0,3 1 1 16,-2 0-5-16,0-2 0 0,-2-2-4 0,-1 1 1 15,-2-1 0-15,3-3 2 0,-2 4 4 16,2-2-12-16,-1 2-1 0,-3-4 8 0,2 2-14 0,-1-2 1 16,0 3-2-16,-2 1-1 0,-2 1-7 0,4 0-5 15,-2 10-8-15,-2-11-16 0,2 11-19 0,0-9-22 16,0 9-33-16,0 0-23 0,0 0-15 0,0 0-12 16,0 0-15-16,0 0-12 0,-20 23-9 0,12-7-6 15,3 1-125-15,1 2-345 0,3-2 152 0</inkml:trace>
  <inkml:trace contextRef="#ctx0" brushRef="#br0" timeOffset="101716.35">24648 11894 73 0,'10'-4'138'0,"1"-2"-4"0,-2 0-2 0,1-1 2 16,0-1-4-16,-4 1-4 0,3-1-3 0,-1-1-8 16,-2 0-1-16,1 0 1 0,-5 0-5 0,2 0 7 15,-1 1 1-15,-1 1-9 0,-2 7-3 0,0-12 5 0,0 12 1 16,0-9-8-16,0 9-10 0,-6-7-5 0,6 7-2 15,-14 2-2-15,2 4-1 0,-3 3-4 16,-2 2 2-16,-2 6-9 0,-1 1-5 0,6-4-6 16,-6 7-7-16,7-1-3 0,2-4-5 0,5-2-4 0,1 0 0 15,2 3-9-15,4-5-4 0,6 3 2 0,3-1-15 16,4-2-8-16,5-3-23 0,4 3-17 0,7-4-20 16,0-1-26-16,4-2-29 0,-2-1-38 15,1-1-25-15,-4-2-33 0,2-1-41 0,-11 2-149 0,2-2-425 16,-4-2 189-16</inkml:trace>
  <inkml:trace contextRef="#ctx0" brushRef="#br0" timeOffset="102549.05">25406 11717 37 0,'-1'-10'241'0,"-1"0"-16"0,-4 0-9 16,0 1-3-16,-5-5-14 0,5 6-4 0,-4 2-17 15,-2 2-13-15,1 2-13 0,-2 2-14 0,-6 6-8 16,1-1-16-16,0 4-6 0,0-1-12 0,-2 2-10 16,4 2-6-16,2 1-12 0,3 1-5 0,2-2-8 15,3 4-3-15,0-6-8 0,5 2-2 0,1 0-3 0,4 0-3 16,2-2-13-16,2-1-5 0,0-1-7 0,1-1-1 15,3-3-6-15,-1 0-1 0,1 0-1 16,1-2 0-16,0-4-3 0,1 1 4 0,-1-3 2 16,-1 1-2-16,-3 0-1 0,-1-3 6 0,2 3-7 15,-2-4 3-15,1 1-5 0,-4 2 1 0,2-2 3 16,-4 1-4-16,-3 5 0 0,8-7 11 0,-8 7-13 16,5-5-2-16,-5 5-1 0,8-2-1 0,-8 2 2 15,7 8 0-15,-2 1 5 0,1 6 3 0,-1 0 10 0,0 10 2 16,1 2-3-16,-1 3 3 0,0 1 2 0,-2-1 2 15,-2 4 3-15,3-4 0 0,-6 6 0 0,-1-4 2 16,-1 0-4-16,0 0 2 0,-6 1-1 0,2-1-4 16,-1-3 2-16,-1-2-4 0,0-2-3 0,-2-3 2 15,1-5-1-15,2-3-2 0,-4-1 1 0,3-4 0 16,0-2-4-16,1-2 3 0,1 0 0 0,-2-1-2 16,2-4-3-16,0 0 2 0,8 0-5 0,-16-4-10 15,7-3-9-15,3 1-7 0,-2-5-8 0,2 0-3 16,2-5-10-16,4-9-4 0,1 7-3 0,4-8-5 15,9 2-4-15,-3 1-1 0,9-5-2 0,0-1-3 16,3 1 0-16,12-9-1 0,-1 2 0 0,2 2 5 16,-9 6-2-16,9-4 9 0,-7 6 4 0,-2-1 6 15,0-2 6-15,-4 3 4 0,-1 0 3 0,-6 1 4 16,2 1 3-16,-5 0 5 0,-7 9 10 0,4-2 8 16,-7 4 2-16,1 0 6 0,-4 1-2 0,0 0 9 15,-3-2 5-15,1 5 5 0,-2-1 3 0,-5 2 10 16,0 2-2-16,4 1 3 0,-8 1 5 0,2 2 2 15,-1 2-1-15,-2 4-2 0,3 1-4 0,-3 2-1 16,4 1-7-16,3 0 3 0,-3 6-5 0,2 1 0 16,4-1-5-16,3-3 1 0,2 5-13 0,7-2-23 15,0 1-26-15,3-1-37 0,2-4-48 0,5 2-48 16,2-5-48-16,0-2-150 0,7-1-399 0,-4-1 177 16</inkml:trace>
  <inkml:trace contextRef="#ctx0" brushRef="#br0" timeOffset="102766.6">26012 11546 215 0,'2'-6'232'0,"-2"6"-20"0,0-8-25 0,0 8-16 16,0 0 14-16,0 0-2 0,0 0 1 0,0 30-5 15,-2-11-11-15,0 5-19 0,-3 1-15 0,5 3-4 16,-3-1-18-16,1-1-9 0,2-1-16 0,0 1-1 15,2-1-33-15,-4-5-28 0,5 4-24 0,-3-6-34 16,0 0-39-16,2-4-58 0,0-3-52 16,-2 1-215-16,0-1-430 0,0-1 191 0</inkml:trace>
  <inkml:trace contextRef="#ctx0" brushRef="#br0" timeOffset="102914.65">25985 11737 149 0,'17'-7'141'0,"2"-1"-4"16,6-1-18-16,-4 3-20 0,7 0-28 0,-3 0-31 15,-3 3-50-15,-1 1-62 0,-4-2-41 0,2 3-121 16,-6 1 53-16</inkml:trace>
  <inkml:trace contextRef="#ctx0" brushRef="#br0" timeOffset="105350.18">13407 13772 202 0,'0'0'208'0,"-5"1"-8"0,5-1-14 0,-8 3-6 0,8-3-14 16,0 0-7-16,0 0-13 0,-5 4-8 0,5-4-19 16,0 0-8-16,0 0-14 0,0 0-4 0,0 0-4 15,0 0-5-15,0 0-7 0,32-4-5 0,-13 1-6 16,8 3-10-16,1-4-1 0,3-1-6 0,-2-1-4 16,7 2-11-16,-2 1-9 0,2-1-28 0,-4 2-41 15,1 1-52-15,-1-6-65 0,-1 4-64 0,-11 3-130 16,0 0-384-16,-1-3 169 0</inkml:trace>
  <inkml:trace contextRef="#ctx0" brushRef="#br0" timeOffset="105817.58">13988 13343 164 0,'-1'-12'245'16,"1"3"-3"-16,-1 2-7 0,1 7-18 0,-2-11-24 16,2 11-19-16,-2-9-20 0,2 9-12 0,0 0-16 15,0 0-4-15,0 0-8 0,9 30 5 0,-5-12-12 16,2 11-3-16,-2 2-3 0,-2 2-3 0,0-3-9 16,0 1-8-16,1 0-3 0,-3-2-8 0,-1 0-8 15,-1-4 3-15,2 3-8 0,0-4-3 0,-2 2-7 16,2-7 1-16,0-2-9 0,0 1 0 0,0-5-7 15,-2-1 1-15,0 0-7 0,2-2 2 0,-2 0 4 16,2-2-13-16,-2-2 0 0,1 1-2 0,1-7-1 16,-2 9-2-16,2-9 2 0,0 7-1 0,0-7 3 15,0 0-8-15,-3 10 5 0,3-10-2 0,0 0 6 16,0 0 0-16,0 0-1 0,0 0-1 0,0 0-7 16,0 0 1-16,10-22-2 0,-6 10-1 0,3-6-2 15,7-4-8-15,-1-2 1 0,2 1-4 0,3 1-1 16,-1 3-7-16,4-1 2 0,-9 6 1 0,1 3 6 15,2-2 2-15,-5 5-3 0,1 1-3 0,1 2 2 16,-1 0-3-16,2 4 4 0,-3 1 2 0,-2 3-6 16,1 1 3-16,2 3 1 0,-8 2 0 0,8 4 0 15,-4-2 1-15,-3 3 4 0,-1 4-2 0,1-1-1 16,0 3-22-16,-4 4-28 0,1-6-27 0,-2 2-50 16,1 6-64-16,0-6-68 0,-2-1-231 0,2-3-532 15,4 1 235-15</inkml:trace>
  <inkml:trace contextRef="#ctx0" brushRef="#br0" timeOffset="106252.05">14618 13528 196 0,'0'0'250'0,"-7"-11"-11"0,4 8-11 0,3 3-14 16,-10-6-17-16,5 5-18 0,5 1-13 0,-16 4-18 15,9 3-6-15,-3 3-2 0,-2 7-9 0,1 4-1 16,-2 3-4-16,3 4-3 0,2 1-7 0,1 1-1 16,4-2-11-16,-4 6-5 0,5-1-2 0,0-5-5 15,4 5-1-15,-4-3-7 0,0-2 3 0,4 2-14 16,-2-3 0-16,2-2-5 0,-2-4-16 0,0-2-1 16,2 1-9-16,1-2 4 0,-3 0-11 0,1-1-33 15,-1-5 8-15,0 4-12 0,0-4-16 0,0-1-12 16,0 2-15-16,-4-4-19 0,2 1-22 0,2-2-22 15,0-8-30-15,-4 13-26 0,1-7-40 0,3-6-34 16,-6 6-27-16,2-3-166 0,4-3-467 0,-9 0 207 16</inkml:trace>
  <inkml:trace contextRef="#ctx0" brushRef="#br0" timeOffset="106731.35">14374 13891 105 0,'4'-2'127'0,"2"-1"-18"0,1 0-7 0,4 1-13 16,1 0-22-16,1-2-26 0,1 2-5 0,3-2-21 15,3 4-14-15,-2-3-11 0,-6 3-4 0,2 2-18 16,1-1-2-16,-4 1 4 0,-1 0 4 0,0 0 4 16,-3 2 1-16,-1-4 5 0,2 3 6 0,-2 0 9 15,-6-3 9-15,7 4 7 0,-7-4-2 0,6 5 1 16,-6-5-2-16,4 4 21 0,-4-4-10 0,0 0-1 15,6 3 14-15,-6-3 22 0,0 0 7 0,0 0 6 16,0 0-9-16,13-7 3 0,-6 3 6 0,4-3 1 16,3-1-2-16,4-2-8 0,0-1 2 0,0 1-4 15,6-4 1-15,-1-2 4 0,-1 2-6 0,-3 3-6 16,-4-2 2-16,1 1 6 0,-5 1 9 0,3-3-4 16,-5 5-1-16,-1-1 2 0,-1-1 2 0,0 1-6 15,-1 0 2-15,-1 0 5 0,-3 3 0 0,-1 1 5 16,-1 6-7-16,-5-16-8 0,3 12-4 0,-3-1-4 15,5 5-5-15,-15-4 0 0,5 6 4 0,-3 0-2 16,-5 3 0-16,4 2 1 0,-1 2-1 16,-1 4 9-16,1-2-5 0,-4 7 1 0,6 3-2 0,4-5-4 15,0 1-3-15,2 0-3 0,5 0-4 0,0 2-3 16,2-2-6-16,4 0 5 0,-1-2-7 0,5 1-6 16,3-4-5-16,1-2-25 0,4 1-19 0,1-5-28 15,1 3-26-15,0-3-33 0,1-2-45 0,3-2-42 16,-3-1-53-16,0 2-184 0,-2-2-474 0,2-3 210 15</inkml:trace>
  <inkml:trace contextRef="#ctx0" brushRef="#br0" timeOffset="107098.09">15145 13535 1519 0,'0'0'24'15,"-3"-12"8"-15,3 12-5 0,1-9-20 0,-1 9-2 16,0-9 2-16,0 9 0 0,8-7 2 0,-3 2 0 16,4 1 14-16,1 1-3 0,-1-2 7 0,2 1-2 15,1 0 1-15,-1 2 0 0,-1-3 2 0,0 5-4 16,-1-2 4-16,-2 1-5 0,-7 1-3 0,11-2-6 16,-11 2 1-16,10 2 11 0,-6 1 17 0,-1 4 16 15,-1 1 15-15,-2 2 6 0,-1 3-1 0,-2 5 2 0,-2 0 7 16,-5 8-3-16,-4-1-2 0,1 6-1 15,-3-5-4-15,0 3-1 0,0-1-3 0,1-1-3 16,-2-1-2-16,1-3-10 0,4-5-1 0,1-1 0 16,5-2-13-16,-3-3-1 0,4-2-8 0,0 0-2 15,2-4-2-15,-1 1-6 0,3-1 1 0,1-6-5 16,0 0 2-16,4 11 1 0,-4-11-4 0,20 1-1 16,-6-2-10-16,5-3-5 0,8 0-18 0,3-4-14 15,-6 0-32-15,3-1-30 0,2 1-40 0,-2 0-49 0,1-2-64 16,-2 1-243-16,-9-2-523 0,3 2 232 0</inkml:trace>
  <inkml:trace contextRef="#ctx0" brushRef="#br0" timeOffset="107414.75">15590 13602 30 0,'0'0'223'0,"0"0"-15"16,0 0-16-16,0 0 8 0,0 0 0 0,0 0-3 15,0 0-7-15,4 23 3 0,-4-11-12 0,-2 1-8 16,4 5-15-16,-5-1 2 0,4 9-7 0,-3 0-9 0,-1 1 4 16,0-1-5-16,1-2-9 0,-3 1-6 15,3-6-3-15,1 0-11 0,0 2-10 0,-2-6-10 16,2-3-9-16,1 2 1 0,0-5-17 0,0 2-7 16,0-3-1-16,0-8-21 0,1 12 5 0,-1-6 0 0,0-6 5 15,0 9 4-15,0-9-20 0,5 7 18 0,-1-4 0 16,-4-3-4-16,17 0 1 0,-3-2-8 15,4-4 0-15,9-3-6 0,-2 1-15 0,5-2-14 16,-1 1-15-16,-1-2-22 0,0 1-22 0,-2-2-26 16,-8 4-22-16,1 0-25 0,-6 2-30 0,3 1-30 0,-3 1-34 15,-1 1-54-15,-2 0-41 0,-4 3-189 16,-6 0-544-16,0 0 242 0</inkml:trace>
  <inkml:trace contextRef="#ctx0" brushRef="#br0" timeOffset="108066.95">13499 14576 25 0,'-9'-3'143'0,"-4"2"0"0,3 0-7 16,2-1-3-16,8 2-1 0,-13-1-6 0,13 1-10 15,-10-1-11-15,10 1-7 0,-9 0-10 0,9 0-7 16,0 0-5-16,0 0 0 0,0 0-6 0,19 12 0 15,7-9-1-15,13-1-5 0,19-2 1 0,7-2-3 16,34 1-9-16,4-5-3 0,1-1-7 0,3 0-2 16,0 0-2-16,-1 1 1 0,7-1 1 0,-1-2 0 15,3 7-1-15,-2-6 3 0,-8 1 3 16,3 0 6-16,4-2 1 0,1 1 3 0,5 3-2 0,-6-2-3 16,6 0 0-16,-7 0-5 0,-4-1 3 0,-3 1-6 15,-3 4 1-15,-8-3-1 0,-3-1 1 0,-25 3-1 16,-3 0-20-16,29-4-1 0,-31 5 4 0,0 0-1 15,-5-2 6-15,-15 2-3 0,-3 1 2 0,-2-2-3 16,-6 3 1-16,-2-2-3 0,-11 4-4 0,-4-2 4 16,-2 2 2-16,-2-2-6 0,-8 1-5 0,9-1-2 15,-9 1-17-15,0 0-20 0,0 0-16 0,0 0-21 16,0 0-24-16,-35-3-35 0,22 4-38 0,-1 1-40 16,-4 0-41-16,-2 2-172 0,-2 0-442 0,-5 4 196 15</inkml:trace>
  <inkml:trace contextRef="#ctx0" brushRef="#br0" timeOffset="111050.87">14553 14702 1 0,'0'0'218'0,"-5"-10"-1"0,4 5-17 0,1 5-9 16,-5-10-11-16,2 5-12 0,3 5-13 0,0 0-18 15,-2-10-13-15,2 10-16 0,0 0-14 0,0 0-13 16,0 0-6-16,0 0-6 0,7 28 5 0,-3-1-1 16,-2 3-5-16,1 2-3 0,1 3-5 0,-4-1-6 15,2 1-5-15,-1-1-6 0,1-1-2 0,2-3-4 16,-4 3-2-16,4-5-6 0,-1-2 0 0,-1-7-6 16,2 0 1-16,-2-2-5 0,2-5 0 0,-2 1-1 15,0-3-2-15,2-1 3 0,-3-3-5 0,0 1-3 16,-1-7 0-16,2 9 3 0,-2-9-5 0,2 7 3 15,-2-7 9-15,0 0 8 0,3 7 9 0,-3-7 9 16,0 0-1-16,0 0-2 0,0 0-2 0,0 0-6 16,0 0-7-16,0 0 7 0,6-22-16 0,0 11-4 15,-2 0-3-15,3 0-8 0,-1-2-4 16,3-3-2-16,2 2-5 0,1-1-3 0,2 2 1 16,-1 0-3-16,0 1-1 0,1 2-3 0,-3 3 4 0,5-1-3 15,-5 4 1-15,-1 0-1 0,2 2 0 0,-1 1 5 16,1 2-1-16,-6 2 0 0,6 4 2 0,-6 1-3 15,4-2-1-15,-3 5 7 0,-1-2-2 0,-1 4 3 16,2-2 2-16,-3 2-2 0,0 3 0 16,-1-4-29-16,-1 0-18 0,0 3-26 0,0-4-19 15,2 2-40-15,-1-5-47 0,-1 2-45 0,0-4-154 0,-2-6-414 16,7 9 184-16</inkml:trace>
  <inkml:trace contextRef="#ctx0" brushRef="#br0" timeOffset="111249.88">15016 15027 28 0,'0'-10'200'0,"0"10"-15"0,0 0-14 15,2-8-16-15,-2 8-15 0,0 0-10 0,0 0-5 16,0 0-1-16,0 0 4 0,0 0-7 0,5 23-10 16,-3-15-9-16,-2 2-12 0,0 0-5 0,1 3-9 15,0-1-10-15,1 0-4 0,-2-1-5 16,2-1-6-16,1 2-13 0,-2-1-23 0,2 0-25 15,0-1-30-15,1 0-43 0,0-1-43 0,0-2-46 0,-4-7-134 16,1 12-330-16,-1-12 147 0</inkml:trace>
  <inkml:trace contextRef="#ctx0" brushRef="#br0" timeOffset="111735.26">15286 15090 94 0,'0'0'170'0,"8"-2"-12"16,-3-2 3-16,4-1-12 0,-1-4-8 0,4 2-4 16,-1-2-2-16,-2 0-5 0,1-1-2 0,-2 1-5 15,5-4-7-15,-4 2-5 0,0-1 0 0,-3 2-8 16,-3 2 2-16,3 2 6 0,-2 0-2 0,-4 6-19 15,0-11-7-15,0 11-9 0,-4-9-12 0,4 9-7 16,-12-4-2-16,2 5-4 0,-4 2 0 0,-1 5 3 16,-3 3 0-16,-4 5 6 0,2 1-2 0,7-1-1 15,-2 5-8-15,3-5 1 0,2-1-5 0,5 2-7 16,2-4-2-16,5 4-1 0,1-1-5 0,0-5-2 16,8 3 0-16,3-2 11 0,3-1-15 0,6-1-5 15,5-5-22-15,2 2-20 0,0-2-27 0,2-3-43 16,-2-2-43-16,-2-1-64 0,1-3-56 0,-9 2-193 15,0 0-488-15,-6-1 217 0</inkml:trace>
  <inkml:trace contextRef="#ctx0" brushRef="#br0" timeOffset="112483.89">17438 14145 157 0,'0'0'295'0,"0"0"-13"0,6-1-10 0,-6 1-9 16,0 0-6-16,0 0-18 0,0 0-7 0,0 0-16 16,0 0-19-16,0 0-9 0,0 0-18 0,0 0-13 15,6-4-22-15,-6 4-1 0,0 0-21 0,0 0-14 16,0 0-12-16,0 0-6 0,0 0-8 0,0 0-4 16,0 0-5-16,0 0-4 0,0 0-15 15,0 0-26-15,0 0-21 0,0 0-49 0,0 0-24 0,0 0-27 16,0 0-33-16,0 0-55 0,0 0-55 0,0 0-273 15,0 0-560-15,0 0 248 0</inkml:trace>
  <inkml:trace contextRef="#ctx0" brushRef="#br0" timeOffset="117366.62">17798 13514 161 0,'-5'-3'202'0,"5"3"-12"15,-10-6-10-15,10 6-15 0,-11-4-19 0,11 4-12 16,0 0-12-16,0 0-12 0,0 0-9 0,0 0-12 15,0 0-7-15,0 0-6 0,30 0 6 0,-11 0-5 16,2-1-8-16,9 1-5 0,1 0-6 0,0-2-5 16,0-1-7-16,-1 2-4 0,-1 0-2 0,-6 0 1 15,-4 0-6-15,-2 0-4 0,1 0-3 0,-8 1-4 16,-1 0-3-16,0 0-2 0,-9 0-1 0,11 0 0 16,-11 0 2-16,10 0-11 0,-10 0 7 0,7 3 5 15,-7-3 9-15,-1 10 3 0,1-10 3 0,-14 24 3 16,5-10 2-16,-8 5-3 0,-1 1-2 0,-1 2-3 15,-1-1 2-15,0 3-5 0,3-4-1 0,0-1-4 16,0 3 1-16,5-6-9 0,-1-2 5 0,3 2-4 16,1-3-2-16,1-6-5 0,3 2 2 0,1-2-3 15,-1 1 2-15,1 2-3 0,1-4-1 0,3-6 2 16,-1 9-3-16,1-9 0 0,4 8 3 0,-4-8 0 16,9 6 4-16,-1-6-6 0,4 1-2 0,0-1 2 15,6 0 0-15,-1 0-22 0,2-1-18 0,1 1-24 16,-3 0-35-16,1 0-39 0,-2-2-56 0,3 1-31 15,-6-1-34-15,0 4-127 0,0-4-410 0,-2 2 181 16</inkml:trace>
  <inkml:trace contextRef="#ctx0" brushRef="#br0" timeOffset="117650.08">18394 13727 167 0,'5'1'170'0,"-5"-1"-3"0,12 4-7 16,-6 1-9-16,-3-1 5 0,4 5-3 0,-6-2-2 16,2 2-9-16,-1 1-7 0,-4 1-7 0,-1 1-6 15,1 0-10-15,-5 3-6 0,-1-2-7 0,-3 1-8 16,1-1 0-16,-2-2-10 0,2-2-7 0,1 0-1 16,1-2-7-16,2 0-4 0,0-3-9 0,1 2-3 15,1-1-4-15,4-5-8 0,-5 6-1 0,5-6-4 16,0 0-2-16,-7 4-6 0,7-4 1 0,0 0-3 15,0 0-5-15,0 0-14 0,17 5-17 0,-6-5-19 16,3 0-25-16,4-3-31 0,0 1-45 0,4-2-48 16,-2-2-52-16,1 3-151 0,-1-4-416 0,10 1 184 15</inkml:trace>
  <inkml:trace contextRef="#ctx0" brushRef="#br0" timeOffset="118086.83">18878 13462 263 0,'0'0'254'0,"1"-9"-16"0,-1 9-23 16,0-9-22-16,0 9-24 0,0 0-20 0,0 0-13 16,0 0 5-16,0 0 2 0,1 24-12 0,-1-5-9 15,-2 1-13-15,3 4-4 0,-1-5-10 0,0 6-3 16,0-6-5-16,-1 0-7 0,0 2-4 0,-1-5-2 15,2 2-9-15,-1 1-7 0,0-7-6 0,-1 0-4 16,1-1-4-16,0 1-5 0,1-3-1 0,-1-3-4 16,1-6-4-16,-3 13-2 0,3-13-2 15,0 10-1-15,0-10 1 0,-1 5-2 0,1-5 13 0,0 0 2 16,0 0 2-16,0 0 8 0,0 10 11 0,0-10-6 16,0 0-1-16,0 0-3 0,0 0-7 0,0 0-8 15,0 0-10-15,15-29-1 0,-5 18-7 0,3-2-4 16,0-1-1-16,1 3-6 0,0-1-2 0,-4 4-2 15,4-2-5-15,-3 3 7 0,1 1-3 0,0 2 2 16,-1 0-6-16,1 3-3 0,-3-1 7 0,2 4-5 16,2 0 0-16,-4 2-8 0,-1 2 12 0,1 4-8 15,-2-3 5-15,0 5-2 0,-2-3-4 0,1 5 0 16,-1-1 6-16,-2-2 3 0,-1 1-24 0,1-1-29 16,-2 1-24-16,2 0-30 0,-2-2-43 0,0 2-53 15,2-1-61-15,0-3-243 0,-3-8-547 0,2 14 242 16</inkml:trace>
  <inkml:trace contextRef="#ctx0" brushRef="#br0" timeOffset="118298.96">19291 13636 76 0,'0'0'228'15,"1"-7"-26"-15,-1 7-21 0,0 0-13 0,0 0 13 16,0 0-4-16,0 0-11 0,0 0-14 0,-4 33-11 15,2-18-2-15,0 2-15 0,1 0-12 0,0 0-12 16,-2 0-9-16,2 2-8 0,1-1-5 0,-3-1-8 16,2 0-21-16,-2-2-31 0,3-2-25 0,-1-2-33 15,2 2-42-15,-1-13-47 0,0 15-49 0,0-7-172 16,-1-1-380-16,1-7 169 0</inkml:trace>
  <inkml:trace contextRef="#ctx0" brushRef="#br0" timeOffset="118459.75">19204 13404 75 0,'0'0'141'0,"0"0"-39"15,0 0-54-15,10 23-40 0,-6-11-71 0,0 0-68 16,5 5 32-16</inkml:trace>
  <inkml:trace contextRef="#ctx0" brushRef="#br0" timeOffset="118781.28">19503 13741 6 0,'14'-2'226'0,"-14"2"-1"15,8-2-13-15,-8 2-14 0,10-6-11 16,-5 2-11-16,2 0-10 0,1-1-11 0,0 1-7 15,3-1-9-15,-2-1-4 0,0 0-5 0,-1-1-5 16,0-1-6-16,-2 3-8 0,-2-3-8 0,-2 1-12 16,0-2-4-16,-1 0-6 0,-1 1-9 0,0 8-8 15,-4-13-6-15,0 7-9 0,0 0-5 0,4 6-3 16,-16-9-6-16,6 8-2 0,-2 4-6 0,-3 2 3 16,-1 3 2-16,0 1 2 0,-2 5 2 0,4 0-2 15,-5 4 2-15,7-3-3 0,3 1-4 0,-1 1-2 16,8 0 6-16,0 0-12 0,5 0 4 0,4-3-6 15,4-1-2-15,3 0 4 0,11 1-6 0,2-3 2 16,4-2-18-16,-1-4-29 0,2 0-24 0,-1-1-24 16,-3-1-32-16,-5 0-41 0,-5-2-53 0,0 2-49 15,-5-1-218-15,-2-1-509 0,-3 0 226 0</inkml:trace>
  <inkml:trace contextRef="#ctx0" brushRef="#br0" timeOffset="119318.31">17740 14376 32 0,'0'0'173'15,"0"0"-2"-15,0 0-2 0,0 0-1 0,48 4-16 16,-14-4-9-16,5-3-7 0,18-1-9 0,32 0-25 16,3-2-1-16,2-3-17 0,4 5-1 0,3-6-12 15,-2 1-4-15,5-2-4 0,1 2-9 0,3-1-2 16,-1-1 0-16,-1 0-1 0,-1-1 0 0,-2 3 6 0,3 0 4 16,3-3 9-16,-4 2-1 0,1 1-4 15,0-1 0-15,-5 4-2 0,-4-1-5 0,-6-2-1 0,-29 4 0 16,5 3-5-16,-6-5 3 0,2 2 0 15,-6 1-2-15,-3 1-4 0,-14 0 1 0,-3 0-6 16,-3 1-1-16,1 0-2 0,-15 0 2 0,-1 1-9 0,-6-2-5 16,0 4-4-16,-5-2 3 0,-2 0-7 15,-6 1 3-15,10-3-4 0,-10 3-6 0,0 0-26 16,0 0-19-16,0 0-22 0,0 0-28 0,-24-5-41 16,5 6-47-16,-3 0-60 0,-7 5-223 0,-5-1-489 15,0 0 217-15</inkml:trace>
  <inkml:trace contextRef="#ctx0" brushRef="#br0" timeOffset="120249.77">17279 14950 98 0,'-2'-10'183'0,"-2"-7"-3"0,1 9 12 0,1-4-4 16,0 4-2-16,0 1-15 0,2 7-8 0,-4-12-13 15,4 12-16-15,-1-9-16 0,1 9-17 0,0 0-11 16,0 0-10-16,0 0 0 0,0 0-5 0,12 38 5 15,-6-13-7-15,-1 0-4 0,-4 4 0 0,0 0-2 16,2-1-8-16,-1 0-3 0,0-4-4 0,-1 1-3 16,-1-6 6-16,2-2-12 0,0 1-4 0,-2-2-1 15,1 0-5-15,-1-3 6 0,0-4-10 0,0-1 0 16,0-1-8-16,0-7 1 0,1 11 0 0,-1-11 1 16,0 7-3-16,0-7 0 0,0 0-3 0,1 8 2 15,-1-8 1-15,0 0 7 0,0 0 2 16,0 0-2-16,0 0-8 0,0 0-2 0,0 0-2 0,0 0 3 15,15-20-5-15,-9 10-7 0,5-3-7 0,-2-2-2 16,4 3-4-16,1-2-4 0,2 1 0 0,0-1-1 16,-2-1 1-16,4 5 1 0,-4 2 6 0,2 0-8 15,-4 2-3-15,0 2 4 0,-1 2-3 0,2 0 2 16,-1 3-2-16,-1 2 12 0,1 0-10 0,-3 2 12 16,1 4-9-16,-4-1 0 0,3 0 4 0,-5 4-4 15,5 1 3-15,-5-1-8 0,0 2-17 0,-1-1-17 16,-1 3-27-16,-2-6-42 0,0 3-45 0,1-4-38 15,0 0-40-15,-1-9-150 0,-2 18-422 0,2-18 187 16</inkml:trace>
  <inkml:trace contextRef="#ctx0" brushRef="#br0" timeOffset="120453.9">17756 15090 98 0,'0'0'217'0,"0"0"-15"0,1-5-21 0,-1 5-17 16,0 0-18-16,0 0-5 0,0 0 1 16,0 0-5-16,0 0-11 0,-1 30-10 0,-3-19-10 0,5 0-7 15,-2 4-13-15,1 2-7 0,0-1-6 0,0-4-4 16,1 4-16-16,2-7-24 0,-2 3-19 16,0 1-32-16,-1-13-37 0,5 23-56 0,-2-14-51 15,-2 1-153-15,-1-10-345 0,0 0 152 0</inkml:trace>
  <inkml:trace contextRef="#ctx0" brushRef="#br0" timeOffset="120609.36">17747 14873 5 0,'0'0'3'0,"22"25"-5"0,-19-15-1 0</inkml:trace>
  <inkml:trace contextRef="#ctx0" brushRef="#br0" timeOffset="120948.07">17941 15190 121 0,'6'3'155'0,"-6"-3"5"0,7 0 0 0,-7 0 1 16,11 0-6-16,-11 0-5 0,18-5 4 0,-9 1-8 16,3 0-3-16,-3 0-1 0,0-3-7 0,0-1-7 15,1 0-11-15,-3 2-5 0,0-4 1 0,-2 1-16 16,1-1-5-16,-3 0-12 0,-1 1-3 0,-2-1-1 16,0 4-6-16,0 6-10 0,-3-14 0 0,3 14-7 15,-3-10-2-15,3 10-9 0,-7-5-5 0,7 5-5 16,-17 4-3-16,4 1-1 0,0 5-5 0,0 3-2 15,-3 2 0-15,-2 3 6 0,9-3-7 0,-3 3-8 16,5-3 10-16,-2 2-14 0,5 1 5 0,1-2-4 16,2 1 0-16,4 0 0 0,1-6 1 0,2-1 1 15,3-2-5-15,1 1-10 0,4 0-24 0,5-1-20 16,2-6-26-16,1-2-26 0,8 0-27 0,-2-2-43 16,-1-3-32-16,-5 5-29 0,-2-3-165 0,-8 0-428 15,1 0 189-15</inkml:trace>
  <inkml:trace contextRef="#ctx0" brushRef="#br0" timeOffset="121403.83">18607 14867 133 0,'3'-6'244'16,"-3"6"-21"-16,2-4-16 0,-2 4-23 0,0 0-14 0,0 0-5 16,0 0-12-16,-11 16-5 0,4 0-3 0,-2 0-7 15,0 9-6-15,2 2-9 0,0 1-7 16,-2-1-4-16,4-1-2 0,3 3-12 0,2-1-4 16,0 2-8-16,1-3-4 0,4 1-3 0,-1-4-3 15,6 2-9-15,-4-2 1 0,0 1-9 0,0-6-5 16,9 1-3-16,-7-3-7 0,0-3-5 0,2-2 2 15,-4-1-4-15,7 0-18 0,1 0-29 0,-2-3-28 16,3-1-32-16,-2-3-37 0,-1 1-42 0,0-2-47 16,1-3-38-16,1 1-216 0,-14-1-486 0,19-4 216 15</inkml:trace>
  <inkml:trace contextRef="#ctx0" brushRef="#br0" timeOffset="121784.67">18820 15003 64 0,'16'-9'175'0,"-5"6"-5"0,0-3-8 0,1 1-2 16,-2 0-9-16,3 2-9 0,0 0-9 0,-1-2-10 15,-1 4-4-15,-1-2-14 0,-3 3-6 0,-7 0-15 16,11-3-7-16,-11 3-9 0,8-2-6 0,-8 2 12 15,6 6 23-15,-3-1 11 0,-2 6 4 0,2-2 3 16,-3 3-2-16,-4 3 4 0,-1 6-2 0,-1-2-8 16,-5 4-5-16,0 0-6 0,-2 0-2 0,0-2-14 15,3-4-7-15,-2-1-5 0,2 1-3 0,0-3-7 16,-2 1-7-16,5-4-6 0,0 0-4 0,3-1-1 16,0-5-7-16,4-5-3 0,-8 12-7 0,6-8 2 15,2-4 0-15,0 0-1 0,-5 9-6 0,5-9 1 16,0 0-2-16,0 0 0 0,19 5 3 15,-7-5 0-15,2-2-1 0,4 0-17 0,4-2-16 0,-3-1-28 16,0 2-33-16,3 0-35 0,-2-2-41 0,-1 1-42 16,2-1-47-16,-3-1-39 0,-6 3-197 0,-1-3-515 15,0 0 228-15</inkml:trace>
  <inkml:trace contextRef="#ctx0" brushRef="#br0" timeOffset="122081.36">19144 15145 6 0,'0'0'193'0,"0"0"7"0,0 0-5 0,18 8-19 15,-13-3 8-15,0-2 2 0,1 6-11 0,-2 0-12 16,0-4-6-16,0 4-21 0,-3-2-8 0,2 4-3 16,-3-1-7-16,0 0-5 0,-2 0-9 15,-2 1-5-15,1-5-11 0,0 5-3 0,-1-4-8 0,-1 2-6 16,-1 0-2-16,2-4-7 0,1-2-2 0,3-3-6 15,-5 10-5-15,5-10-3 0,-4 4-4 0,4-4-5 16,-2 6-3-16,2-6 5 0,0 0-11 16,0 0-4-16,0 0-5 0,0 0 0 0,0 0-1 15,15 5 7-15,-3-5-11 0,-12 0-5 0,23-2-15 16,-9 2-18-16,0-3-28 0,0 1-23 0,-1 0-27 0,2 0-41 16,-2-1-47-16,-2-1-33 0,1 0-38 0,-12 4-132 15,14-6-424-15,-14 6 189 0</inkml:trace>
  <inkml:trace contextRef="#ctx0" brushRef="#br0" timeOffset="122281.36">19397 15079 19 0,'0'0'180'0,"0"0"-5"0,0 0-12 0,14-6-16 15,-3 3-14-15,1 2-9 0,-1-2-11 0,8-1-12 16,2 0-12-16,-2 0-6 0,2 1-22 0,-2-1-31 16,-5 4-34-16,-4-3-40 0,3-1-40 0,-3 1-30 0,-4 2-82 15,-6 1-211-15,11-6 93 0</inkml:trace>
  <inkml:trace contextRef="#ctx0" brushRef="#br0" timeOffset="122517.12">19535 14944 140 0,'0'0'175'0,"0"0"-12"0,0 0 20 15,0 0 3-15,0 0 8 0,9 25-2 0,-7-14 1 16,-1 0-10-16,3 5 1 0,-2 0 8 0,0 1-3 16,0 1-10-16,-2-1-12 0,1-1-13 0,0 1-16 15,2 0-15-15,-1-1-9 0,1 1-15 0,-2-2 6 16,2 1-23-16,-3-5-11 0,0 1-13 0,0-2-26 15,0 2-40-15,0-12-28 0,0 16-53 0,0-16-40 16,-4 16-59-16,4-16-68 0,-5 9-209 0,5-9-504 16,0 0 223-16</inkml:trace>
  <inkml:trace contextRef="#ctx0" brushRef="#br0" timeOffset="122998.93">19916 14912 155 0,'-13'0'176'0,"5"1"-4"0,8-1-8 15,-11 0-16-15,11 0-8 0,-10-1-1 0,10 1-18 16,0 0-8-16,0 0-8 0,0 0-9 0,0 0-3 16,0 0-12-16,0 0-5 0,21-10-7 0,-2 6-6 15,-1 2-2-15,1-1-5 0,-1-1-3 0,0 1-4 16,-5 0-6-16,-2 2-1 0,0-2-7 0,-4 3-4 16,1-2-6-16,-8 2 1 0,10-1-5 0,-10 1-8 15,8 0 2-15,-8 0-4 0,5 6 1 0,-5-6 20 16,3 12 9-16,-5-3 8 0,-1 6 3 0,-3 3 6 15,0-1-2-15,-2-1-4 0,-2 6 2 0,-3 0-2 16,4-4 1-16,-1-2 7 0,1 1-10 0,0-1-6 16,0 1 0-16,2-3 0 0,-1 0-8 0,1-5 1 15,0 4-2-15,3-3-8 0,0-2-2 0,0 2-6 16,2-4 2-16,1 1-2 0,1-7-1 0,-2 11 0 16,2-11-1-16,4 10-2 0,0-7-1 0,2 0 1 15,2-1 1-15,1 2-8 0,1-3-10 0,3 1-23 16,0-1-24-16,1-1-29 0,-1 1-39 0,1 0-56 15,4-3-44-15,-6-1-47 0,1 2-163 16,-1-2-462-16,4-2 204 0</inkml:trace>
  <inkml:trace contextRef="#ctx0" brushRef="#br0" timeOffset="123399.19">20276 15067 166 0,'9'-3'199'0,"-9"3"-3"0,6-1-20 0,-6 1-11 0,0 0-21 16,13 0-6-16,-13 0-4 0,10 4 2 0,-5 1-8 15,-1-2-1-15,0 4-12 0,0-3-9 0,1 1-11 16,-2 2-7-16,-3 2-4 0,1-3-12 0,-1 4-2 16,0-10-5-16,-1 14-5 0,-3-6-7 15,1-3-5-15,-1 1 0 0,2-1-9 0,-2 0-5 0,4-5 0 16,-5 10-5-16,4-5 1 0,1-5-5 0,-3 7-8 15,3-7 0-15,0 0-4 0,0 0-3 16,-5 12 3-16,5-12 2 0,0 0-4 0,9 4-2 0,-9-4-1 16,6 5-2-16,1-2-2 0,-1-2 6 15,-6-1-6-15,12 5 2 0,-9-4-4 0,4 2 0 16,-7-3-3-16,9 3 3 0,-9-3-4 0,10 6 4 0,-6-3-4 16,-4-3 3-16,5 7 0 0,-5-7 0 0,0 6 2 15,0-6 1-15,-7 9-4 0,7-9 2 0,-11 7 0 16,3-3 0-16,-1 1 1 0,-2-1 0 0,11-4 0 15,-17 5 0-15,6 0-1 0,1-4-11 0,-1 2-17 16,11-3-15-16,-15 3-23 0,15-3-28 16,-14 2-35-16,14-2-46 0,-10-1-44 0,10 1-156 0,0 0-402 15,-18-9 178-15</inkml:trace>
  <inkml:trace contextRef="#ctx0" brushRef="#br0" timeOffset="123699.13">20500 14718 78 0,'0'0'183'0,"9"0"-4"16,-9 0 2-16,19 8-9 0,-6 5 6 15,-2 1-5-15,7 10-8 0,-4 4-12 0,0 1-11 16,0 3-12-16,-1 0-6 0,-2 0-6 0,2-1-7 15,-3 1-11-15,-1 1-5 0,-2-2-9 0,2-2-5 16,-3 1-2-16,-3 1-6 0,-3-5-11 0,0 1-1 16,0-6-8-16,-3-2-4 0,-5 4-6 0,0-5 0 15,-1 0-7-15,-1-1 3 0,-10 4-5 0,10-5-6 16,-4-1-13-16,0-3-19 0,0 1-25 0,4-4-31 16,-1-3-28-16,0 1-50 0,1-2-50 0,3-4-49 0,-4 0-150 15,11-1-419-15,0 0 185 0</inkml:trace>
  <inkml:trace contextRef="#ctx0" brushRef="#br0" timeOffset="124131.39">20871 15054 81 0,'-5'-1'187'0,"5"1"-6"0,-8-5-10 0,8 5 1 15,-8-1-2-15,8 1 1 0,0 0-4 0,-7-6-9 16,7 6-7-16,0 0-9 0,0 0-9 0,0 0-14 16,0 0-8-16,0 0-11 0,0 0-12 0,0 0-7 15,15-7-9-15,-3 4-4 0,1 1-12 0,6-1-3 16,2 0-4-16,0 1-13 0,-2-2-12 0,1 2-20 15,1 0-21-15,0 2-26 0,-3-1-28 0,0 0-55 16,-5-2-41-16,3-1-40 0,-3 3-146 0,-2-1-381 16,-11 2 168-16</inkml:trace>
  <inkml:trace contextRef="#ctx0" brushRef="#br0" timeOffset="124382.01">21052 14848 19 0,'0'0'211'0,"0"0"-11"0,-5-3-13 16,5 3-17-16,0 0-23 0,0 0 3 0,0 0 8 15,0 0 3-15,2 28 3 0,3-12-3 16,-5 2-14-16,4 7-1 0,0 0-14 0,-3-2-13 0,2 2 2 16,-1-5 0-16,0-1-14 0,-1 6-11 0,0-6-7 15,2-2-11-15,-2 1-3 0,-1-1-3 16,1 0-9-16,2-4-12 0,-3 1-22 0,2-3-30 15,-2-1-30-15,2 0-40 0,-2-10-36 0,2 16-46 16,-2-16-62-16,3 9-218 0,-3-9-469 0,0 0 208 16</inkml:trace>
  <inkml:trace contextRef="#ctx0" brushRef="#br0" timeOffset="124768.32">21357 14754 71 0,'13'-4'173'0,"-4"1"-2"0,4-1-1 0,0 0-18 16,-2 0-9-16,3 2-8 0,-1-1-6 0,-2 1-6 16,1-3-4-16,-4 4-11 0,-3 0-6 0,-5 1-8 15,12-3-5-15,-12 3-2 0,8 0-10 0,-8 0-10 16,0 0-5-16,9 3 3 0,-9-3 20 0,5 9 6 0,-4-2 3 15,-2 4-2-15,1 2 2 0,-4 5 4 0,2-1-8 16,-6 10 6-16,0-2-1 0,-1 2-4 0,-1-4-9 16,-1 1 0-16,-1-1-15 0,5-4-3 15,-1 0-2-15,0-1-14 0,-1-3-2 0,3 1-1 16,0-1-2-16,3-4-6 0,-2 0 1 0,1-1 0 16,3-4-10-16,-3-1-4 0,3 2 1 0,1-7-4 15,-4 10 0-15,4-10 2 0,0 0-4 0,9 10-7 16,-4-6 5-16,1-2 0 0,5-3-10 0,1 0-19 15,0-2-20-15,2 0-30 0,0 0-39 0,-1-1-40 16,1 1-44-16,-3-3-44 0,6-2-33 0,-4 3-223 16,-2-1-524-16,1-1 232 0</inkml:trace>
  <inkml:trace contextRef="#ctx0" brushRef="#br0" timeOffset="125035.4">21698 14999 64 0,'0'0'178'0,"9"-1"-11"16,-9 1-9-16,12 1-3 0,-12-1 4 0,13 4-6 16,-6-2-2-16,-3 5-5 0,1-3-2 0,2 3-4 15,-5 4 0-15,2-1 2 0,-3 2 11 0,-2-1-13 16,-3 2-4-16,-1 2-1 0,-1-1-11 0,-5 2-16 16,4-1-6-16,-2-5-3 0,1-1-6 0,-2 4-2 15,-4-2 0-15,6-3-12 0,3 0-7 0,0-4-8 16,1 1-9-16,4-5-6 0,-6 7 0 0,3-3-8 15,3-4 1-15,0 0-5 0,0 0-3 0,7 9-7 16,-7-9-8-16,19-2-15 0,-6 1-23 0,6-3-28 16,0-2-27-16,1 0-43 0,1 0-46 0,6-4-65 15,-9 1-55-15,-3-2-186 0,4 1-507 0,-4-1 225 16</inkml:trace>
  <inkml:trace contextRef="#ctx0" brushRef="#br0" timeOffset="125436.09">21950 14741 20 0,'-6'-6'193'16,"6"6"-21"-16,0 0-7 0,0 0-15 0,0 0 3 15,0 0-13-15,0 0-10 0,16-9-6 0,-5 6-9 16,3 2-2-16,-4-1-12 0,4 0-2 0,-4 4-13 15,2-2 0-15,-1 0-6 0,-1 1-6 0,-2-2-6 16,-8 1-7-16,14 1-8 0,-9 1-1 16,0 2 0-16,1 0 3 0,-4 5 12 0,1 1 13 0,-2 2 7 15,-2-1 5-15,-3 7-3 0,-1-2-3 0,-2 1-7 16,0 2-1-16,-2-1-3 0,-3 4-5 0,3-7-10 16,-2 3-1-16,1-3-4 0,0 2 0 0,0-2-5 15,-1 1 0-15,4-5-2 0,0-3-5 0,-1 1-4 16,6-3-3-16,-2-1-6 0,0 0-1 0,4-5-5 15,-5 9 1-15,5-9 6 0,-4 6-12 0,4-6 1 16,0 0-9-16,6 10 10 0,-6-10-4 0,12 5-4 16,1-4 1-16,3-1 0 0,5 0-10 15,-1-1-17-15,1-2-22 0,2 1-28 0,-2-1-28 16,1-1-32-16,-2 0-35 0,2 1-33 0,-1-4-39 0,-1 1-36 16,-2 1-191-16,-7 1-496 0,6-3 220 0</inkml:trace>
  <inkml:trace contextRef="#ctx0" brushRef="#br0" timeOffset="125834.68">22390 14845 81 0,'9'-2'200'16,"-2"0"-6"-16,-7 2-8 0,11 2-8 0,-4 0-14 16,1 2 4-16,2 1-9 0,-2 2-9 0,0-2-11 15,-2 2-11-15,2 2-12 0,-2-2-7 0,-1 0 3 16,0 2 0-16,0 1-9 0,-2-5-2 0,-1 0-6 15,-2-5 0-15,-2 13-5 0,1-6-1 0,-2 2-6 16,-2-1-7-16,-1 0-9 0,-2 1-5 0,-1-2-8 16,1 0-7-16,1-1-6 0,-1 0 0 0,2 0-4 15,1-2-5-15,-1 0-7 0,4 3-10 0,2-7-6 16,-5 8-6-16,5-8 3 0,1 10 3 0,-1-10-7 16,8 10-2-16,-3-6 0 0,1 1-2 15,2 2 2-15,1-2-3 0,-1 3 2 0,0-3-2 0,1 1 1 16,-2 1-1-16,0-3 3 0,0 2-1 0,-2-1 0 15,-1 1 2-15,0 0-4 0,-4-6 4 16,1 10-4-16,-1-10 4 0,-1 12-2 0,1-12 3 0,-10 10 1 16,2-3 1-16,0 1 1 0,-2-1 5 15,-3-1-4-15,1 0 2 0,-3 2-2 0,-4-2 1 16,2 1-2-16,1-1 1 0,3-2-11 0,-4 1-19 0,1-1-22 16,2-1-36-16,-5 0-41 0,1 0-63 0,0-2-54 15,-3 0-213-15,3-3-490 0,-1 0 217 16</inkml:trace>
  <inkml:trace contextRef="#ctx0" brushRef="#br0" timeOffset="128717.4">22514 13743 98 0,'0'0'192'0,"0"0"-11"16,0 0-17-16,0 0-12 0,0 0 1 0,0 0-15 16,0 0-11-16,-23-7-3 0,23 7 0 0,-13-2-7 15,13 2-1-15,-10 0-6 0,10 0-6 0,-13-2-8 16,13 2 0-16,-8 0-9 0,8 0 12 0,0 0-4 15,-10 2-5-15,10-2-7 0,0 0-10 0,0 0-4 16,0 0-6-16,-11 0-8 0,11 0-4 0,0 0-5 16,0 0-7-16,0 0-5 0,0 0 0 0,0 0-3 15,0 0 1-15,0 0-3 0,37-2-2 16,-16 4-9-16,1-4 3 0,5-2-5 0,1 3-3 0,-2 2-10 16,-6-1-19-16,0-2-18 0,0 1-23 0,-1 2-29 15,-6 3-38-15,1-4-46 0,-3 1-43 0,1 2-32 16,-5-3-132-16,-7 0-406 0,13 0 180 0</inkml:trace>
  <inkml:trace contextRef="#ctx0" brushRef="#br0" timeOffset="128931.33">22495 13866 166 0,'-8'3'167'0,"8"-3"-9"15,0 0 1-15,0 0 4 0,-3 6-4 0,3-6-7 16,0 0-14-16,17 4-14 0,-4-4-8 0,6 2-11 16,0-2-12-16,2 1-6 0,7 0-26 0,1-1-16 15,-1-1-27-15,0 0-30 0,2 1-32 0,3-2-41 16,-2-2-55-16,0 0-132 0,-2-1-295 0,1-1 131 16</inkml:trace>
  <inkml:trace contextRef="#ctx0" brushRef="#br0" timeOffset="129248.97">23578 13407 228 0,'-1'-8'250'0,"1"8"-12"0,-1-13-14 0,1 13-10 15,0-7-13-15,0 7-13 0,0 0-17 0,1-10-16 16,-1 10-19-16,0 0-16 0,0 0-11 0,-4-7-12 16,4 7-5-16,0 0-3 0,0 0 5 0,0 0-9 15,-1 28 4-15,2-10 12 0,-1 2-1 0,3 5-1 16,-3 1-2-16,-3 2-3 0,3 0-10 0,-2-1-6 16,2 0 4-16,0 1-16 0,-3 1-10 0,3 0-6 15,-2-1-7-15,2 1 6 0,0 0-23 0,-2-4-30 16,6 0-28-16,-2 0-29 0,-2-4-35 0,1-2-39 15,-2 1-57-15,-1-1-66 0,1 0-247 0,-2 0-547 16,-2-1 243-16</inkml:trace>
  <inkml:trace contextRef="#ctx0" brushRef="#br0" timeOffset="172300.23">8358 16245 30 0,'0'0'110'16,"-2"-11"0"-16,2 11 12 0,-1-10-11 0,1 10 3 15,-1-9-7-15,1 9-9 0,-1-10 5 0,1 10 24 16,-2-9 3-16,2 9 0 0,-2-8-17 0,2 8-4 16,-3-11-14-16,3 11-4 0,-4-8-8 0,4 8-11 15,-4-9 2-15,4 9 1 0,-5-7-1 0,5 7-3 16,-3-8-3-16,3 8-9 0,0 0-5 0,0 0-9 16,0-9-2-16,0 9-6 0,0 0-6 0,0 0-3 15,0 0-3-15,0 0-3 0,0 0 2 0,-4 31 5 16,3-12-2-16,1 7 2 0,0 1-5 0,-3 4 3 15,0 3 0-15,2 0-4 0,1-2-22 0,-1 1-1 16,-1 2 4-16,1-4-2 0,1 2 3 0,1-1 0 16,1-1 4-16,-2-4-3 0,1 1 4 15,0-3-3-15,3-7-3 0,-1 0 1 0,1-1-2 0,1 1 4 16,-5-3 0-16,2-5-2 0,1 0 2 0,-2-1-5 16,-1-9 4-16,3 14-4 0,-1-8 2 0,-2-6 0 15,0 0 0-15,3 13 9 0,-3-13 8 0,0 0 6 16,5 8 11-16,-5-8 4 0,0 0 0 0,0 0-4 15,0 0-2-15,0 0-4 0,0 0-3 16,0 0 5-16,0 0-11 0,2-43-2 0,1 32-5 16,2-5-6-16,1 1-7 0,2-2-3 0,-3 1-2 15,5-2-1-15,1 1-5 0,-1 2 6 0,1 1-5 16,2 1-2-16,-1 0 1 0,0 4-3 0,-1 0-1 16,0 4 3-16,3-2 1 0,-2 4-4 0,3 3 1 15,-3-2 2-15,3 4 1 0,-4-1-2 0,2 4 1 16,0 0-2-16,0 7 4 0,-1-3 2 0,-1 0 1 15,-3-1 1-15,2 5 2 0,-1 0-4 0,-4-1 1 16,-1-1 2-16,-2 1-2 0,2 2 4 0,-3 0 0 16,3-4-13-16,-3 1-21 0,0 0-16 0,1 0-22 15,-2-11-35-15,0 17-49 0,2-12-50 0,-2-5-40 16,2 14-128-16,-2-14-403 0,0 0 179 0</inkml:trace>
  <inkml:trace contextRef="#ctx0" brushRef="#br0" timeOffset="172534.57">8810 16509 76 0,'0'0'149'0,"0"0"7"0,0 0-2 16,0 0-6-16,0 0-7 0,0 0-11 15,9 25-9-15,-10-12-10 0,2 2-5 0,-1 2-6 0,0 1-10 16,0-2-8-16,3 1-8 0,-3 1-9 15,2 0-4-15,-2-1-8 0,3-1-8 0,-3 1-29 16,1-6-25-16,0 6-17 0,-1-6-36 0,1 0-29 16,2-1-27-16,-2 0-30 0,-1-10-90 0,0 17-257 15,0-17 114-15</inkml:trace>
  <inkml:trace contextRef="#ctx0" brushRef="#br0" timeOffset="173068.34">9040 16706 89 0,'6'3'173'0,"-6"-3"-3"0,0 0 2 0,16 2-2 15,-16-2-7-15,18-5-6 0,-9 1-11 0,1 0-6 16,1-2-2-16,1 0-4 0,3-4-8 0,-2 0-12 15,2 1-6-15,-2-3-9 0,0-3-9 0,1 4 1 16,-1-5-9-16,-3 2-6 0,-1 1-5 0,-3 3 0 16,0 0-4-16,-3 2-5 0,1-1-3 0,-4 9-1 15,4-9-10-15,-4 9-5 0,0 0-5 16,0 0-3-16,-18-9-11 0,18 9 2 0,0 0-6 16,-36 18 1-16,20-6-5 0,-4 4-2 0,0 3 1 15,0-1 7-15,4 3 11 0,-3-1-5 0,9-3 4 16,0-3 0-16,-1 2-2 0,4-1-4 0,-1 0-2 15,4 1-1-15,2-3-4 0,2-3-5 0,2 3 6 16,-1-3-9-16,3 0 1 0,4-2 0 0,0 1 2 16,4-5-3-16,5 2 0 0,5-1-3 0,11-2-14 15,-5-3-11-15,0-4-22 0,4 1-24 0,3 0-28 16,-3-3-37-16,-4 1-38 0,0 2-52 0,-6-3-45 16,-4 3-157-16,1 1-454 0,-4-2 200 0</inkml:trace>
  <inkml:trace contextRef="#ctx0" brushRef="#br0" timeOffset="174284.83">9830 16162 35 0,'-4'-11'136'0,"4"11"-9"0,-2-7-9 15,2 7-6-15,0 0-10 0,0 0-6 0,0 0-14 16,0 0 5-16,0 0 11 0,-25 15-5 0,18-4-9 15,-4 5 1-15,1 1-2 0,0 7-2 0,-3 2-2 16,2-2-11-16,0 3 3 0,0 2-1 0,3 1 10 16,1 2-6-16,3-1-2 0,-3 2-4 0,2-4-3 15,3 2 8-15,0 3 2 0,4-4-7 0,0-2-2 16,3 2 0-16,0-2 2 0,2 0-4 16,3-1 0-16,1-2-5 0,4-1-3 0,-1-2-5 15,-2-1 2-15,0-6-6 0,2 2-1 0,-1-3-6 16,1 1-6-16,0-2-1 0,0-1 0 0,-5-3-9 15,1 1 4-15,-1-2-7 0,0-2-2 0,0 2-7 0,0-3-8 16,-2 3-22-16,-1-3-22 0,-6-5-22 0,9 6-24 16,-9-6-26-16,6 4-16 0,-6-4-31 0,0 0-33 15,0 0-42-15,0 0-123 0,0 0-386 16,0 0 170-16</inkml:trace>
  <inkml:trace contextRef="#ctx0" brushRef="#br0" timeOffset="174717.07">9940 16376 93 0,'0'0'150'0,"2"-12"-6"16,-2 12-6-16,0 0-7 0,16-3-8 0,-16 3-10 15,18-3-12-15,-18 3-5 0,23-1-9 0,-23 1-10 16,20 1-4-16,-20-1-5 0,18-1-1 0,-18 1-5 16,15 1-7-16,-7 0 0 0,-8-1-2 0,13 3-2 15,-13-3-3-15,11 3-6 0,-11-3-1 16,12 5-5-16,-12-5 0 0,5 10 1 0,-5-10 6 16,2 10 7-16,-3 0 8 0,1-10-4 0,-6 27 3 15,-2-10-7-15,0 1 6 0,-3 6-2 0,-2-3 0 0,-1 1-1 16,2 0 0-16,2-6-2 0,1 2-3 0,0-1-3 15,2-1-4-15,-3-1-4 0,4-3-6 16,3-1 0-16,-4 3 0 0,3-4-6 0,3-1-2 16,1-9 1-16,-4 13 6 0,3-6-13 0,1-7 2 15,0 0-5-15,9 16 1 0,-4-12-1 0,5 0-1 16,3-1 2-16,4-3-4 0,0 2 1 0,2-4-10 16,1 1-20-16,7-4-22 0,-9 0-35 0,3 2-44 15,1 0-34-15,-3-5-58 0,2 0-205 0,-1 4-449 16,-1-5 198-16</inkml:trace>
  <inkml:trace contextRef="#ctx0" brushRef="#br0" timeOffset="174953.09">10408 16590 71 0,'0'0'209'0,"0"0"2"16,0 0 13-16,-4 25-8 0,4-25-17 0,-5 18-12 15,1-7-14-15,0 1-9 0,1-1-12 0,3 6-14 16,-2 1-13-16,-1-7-9 0,2 6-13 16,1-4-9-16,-1 2-7 0,-1-1-8 0,1-2-11 15,2 0-4-15,-1 7-13 0,0-9-32 0,2 0-24 16,0 2-29-16,1-3-35 0,-2 1-42 0,2-3-33 16,4 3-37-16,-7-10-34 0,12 10-118 0,-6-8-359 15,-6-2 160-15</inkml:trace>
  <inkml:trace contextRef="#ctx0" brushRef="#br0" timeOffset="175350.31">10592 16615 168 0,'0'0'185'0,"5"-9"-11"15,-5 9-5-15,9-4-19 0,-9 4-10 0,18-7-14 16,-1 4-11-16,-4 0-6 0,8-2-16 0,-3 0-6 15,1 1-13-15,0-1-9 0,0 2-24 16,-1-1-13-16,-1-2-26 0,-3 3-22 0,-4 0-31 0,-10 3-2 16,15-4-21-16,-15 4-7 0,13-6-13 0,-13 6-4 15,10-7-6-15,-10 7 2 0,8-9 10 0,-8 9 7 16,6-10 9-16,-6 10 13 0,4-14 16 16,-4 14 18-16,1-17 22 0,-1 17 1 0,0-19 12 15,0 19 2-15,-4-16 21 0,4 16 0 0,-5-11 8 16,5 11 18-16,-5-12-8 0,5 12 12 0,0 0 9 15,-7-13 10-15,7 13 1 0,-3-6-5 0,3 6-9 16,0 0 2-16,0 0 18 0,0 0 11 0,0 0 12 16,-6 26 13-16,4-15-4 0,1 5-2 0,0 0-10 15,2 2 6-15,-1 1 0 0,0-1-15 0,1 2-2 16,3-3-13-16,-2 1-5 0,-2-1-9 0,2 2-7 16,1-2-7-16,-3 0-20 0,2 0-19 0,0-1-42 15,-1 1-37-15,-1-4-54 0,0-13-69 0,1 21-227 16,-5-10-449-16,4-11 198 0</inkml:trace>
  <inkml:trace contextRef="#ctx0" brushRef="#br0" timeOffset="175783.87">11269 16350 27 0,'5'-6'148'0,"-5"6"-17"0,10-5-9 15,-2 1-10-15,1 2-3 0,-1-1-10 0,-1 2-9 0,-7 1-7 16,14-2-8-16,-14 2-7 0,14 1-11 0,-6 0 10 15,-8-1 8-15,12 4 7 0,-9 1-8 16,2-2 1-16,-2 3-6 0,1 3 9 0,0 0-2 16,-4-9-11-16,-4 30 3 0,1-10 10 0,1 3-8 15,-8 2 4-15,-2-2-4 0,-1 3-5 0,0-4-3 16,-2 2-5-16,0-1 0 0,1-1 1 0,3-6-9 16,1-4 1-16,-1 2-9 0,3-5-4 0,3 0-3 15,1-2-1-15,0-2-10 0,4-5 1 0,-7 11-3 16,5-8-1-16,2-3-3 0,-1 9 0 0,1-9 1 15,9 5-5-15,-3-3 1 0,6-4-3 0,2 1-5 16,8 1-12-16,-4-4-22 0,3 0-24 0,5-2-29 16,-7 1-40-16,1-1-39 0,0 0-36 0,0-1-176 15,-2 1-401-15,-4-1 179 0</inkml:trace>
  <inkml:trace contextRef="#ctx0" brushRef="#br0" timeOffset="176051.26">11597 16619 179 0,'0'0'186'15,"9"7"-1"-15,-9-7-18 0,7 9-17 0,-1 0 0 16,-3-4-4-16,2 4-6 0,-5-9-10 0,2 15-6 0,-2-5-10 16,0-10-8-16,-2 20-3 0,-1-12-4 15,1 3-5-15,-1-2 0 0,-2 1-6 0,1-2-4 16,4-8-2-16,-8 11-11 0,8-11-7 0,-3 10-5 15,3-10-8-15,0 0 3 0,-2 9-15 0,2-9 3 16,0 0-5-16,0 0 0 0,0 0-7 0,4 14 2 16,-4-14-20-16,10 3-21 0,-10-3-20 0,18-2-26 15,-18 2-29-15,31-6-50 0,-13 1-49 0,2-1-36 16,-9 1-154-16,1-2-404 0,1-5 179 0</inkml:trace>
  <inkml:trace contextRef="#ctx0" brushRef="#br0" timeOffset="176251.3">11880 16505 129 0,'15'-3'169'0,"-2"0"-13"0,2-1-16 0,3 2-13 15,1-3-18-15,4 0-6 0,-5 2-23 0,0 0-31 0,1 0-16 16,-6 0-31-16,1 2-22 0,-2 0-25 15,0-1-25-15,-12 2-14 0,11-4-63 0,-11 4-159 16,0 0 72-16</inkml:trace>
  <inkml:trace contextRef="#ctx0" brushRef="#br0" timeOffset="176454.18">12048 16376 5 0,'-10'-9'105'15,"10"9"9"-15,0 0-2 0,-11-6 2 0,11 6 9 16,0 0-13-16,-8-4-14 0,8 4 11 0,0 0 6 15,0 0 19-15,-4 19 9 0,4-19-6 0,0 22-5 16,0-9 1-16,0-2-11 0,2 5-5 0,0 0-8 16,-2-3 2-16,2 3-11 0,0-1-1 15,0 2-16-15,1-5-3 0,-2 4-9 0,1-5-6 0,2 0-8 16,-2 0-11-16,1 0-29 0,0 1-31 0,0-2-31 16,-1 1-40-16,0-1-76 0,-2-10-59 15,1 17-142-15,-1-17-395 0,0 0 175 0</inkml:trace>
  <inkml:trace contextRef="#ctx0" brushRef="#br0" timeOffset="176897.92">12370 16329 98 0,'8'-4'152'0,"3"-1"-20"0,-1 0-10 0,1 2-12 16,-2 0-1-16,3 0-16 0,-1 1 3 0,-3 0-22 15,2-1 7-15,-10 3-3 0,10-2-4 0,-3 0-10 16,-7 2-9-16,9-1-3 0,-9 1-1 0,0 0 9 15,12 7 10-15,-12-3 6 0,4 3 3 0,-4 2 2 16,0 7-1-16,-4 1-5 0,0 2 1 0,-1 0 0 16,-5 10-5-16,1-5-2 0,-1 3-6 0,0-4-3 15,1-5-4-15,0 0-10 0,2-1-1 0,-1-2-3 16,3-3-2-16,-2 2 4 0,3-4-1 0,-3 0 3 16,3 1-9-16,1-5-2 0,-1-1-5 0,2 3-3 15,1-2-7-15,1-6 2 0,-2 9-1 0,2-9-2 16,0 0 1-16,0 0 2 0,12 12-7 0,-12-12 0 15,16 4-14-15,-4-4-14 0,2-1-26 16,0 1-34-16,4-3-46 0,0 0-59 0,2 1-69 16,-7-1-146-16,5-1-425 0,-2-2 188 0</inkml:trace>
  <inkml:trace contextRef="#ctx0" brushRef="#br0" timeOffset="177297.84">12740 16554 11 0,'0'0'204'16,"0"0"-2"-16,0 0-13 0,15 3-10 0,-15-3-8 15,13 8-16-15,-3-5-11 0,-1 2-8 0,-4-1-18 16,4 4-5-16,-5-1-13 0,1 2-4 0,-1-4-12 16,-4-5-4-16,4 19 5 0,-4-13-10 0,0-6-2 15,-8 18-5-15,3-6-4 0,-3-4-3 0,2-1-8 16,-2 3-3-16,1-3-7 0,1-1-1 0,6-6-7 15,-8 9-3-15,8-9-9 0,-4 8-1 0,4-8-6 16,0 0-2-16,-7 6-4 0,7-6 0 0,0 0-1 16,0 0-5-16,0 0 5 0,0 0-3 0,19 7-5 15,-19-7 1-15,13 2-1 0,-2 0 2 16,0-2-6-16,-11 0 1 0,14 3-1 0,-5 1 1 16,-9-4 0-16,15 7 0 0,-10-3-5 0,-5-4 2 15,8 9 3-15,-2-4 0 0,-6-5 2 0,4 12-1 16,-4-12 9-16,0 14 8 0,0-14-1 0,-10 17 8 15,4-10-5-15,-3-1 4 0,0 4-3 0,0-1 0 16,-2-1-3-16,-4 0 1 0,3-1-1 0,-3 3-7 0,3-7-24 16,1 4-18-16,-5-1-36 0,3-3-38 15,0 0-37-15,13-3-75 0,-21 4-177 0,21-4-428 16,-22-2 189-16</inkml:trace>
  <inkml:trace contextRef="#ctx0" brushRef="#br0" timeOffset="177565.64">13122 16234 30 0,'0'0'218'0,"14"4"-3"0,-3 5-12 0,0 3-3 15,3 10-5-15,-4 5-9 0,-1 3-17 0,-1-1-12 16,1 6-12-16,-3-2-8 0,-2-2-5 0,-1 2-19 15,-3-1-9-15,2 2-6 0,-4-4-8 0,-3 2-11 16,3 2-6-16,-7-6-9 0,0 0-5 0,-2 2-4 16,2-6-6-16,0 2-1 0,-3-3-8 15,2-5-17-15,-7 4-21 0,6-6-29 0,-1-2-34 16,0 2-34-16,-1-4-50 0,3-3-47 0,-1-2-202 16,-4 2-428-16,5-4 190 0</inkml:trace>
  <inkml:trace contextRef="#ctx0" brushRef="#br0" timeOffset="178568.58">13894 16469 81 0,'0'0'113'0,"0"0"-6"0,0 0-7 0,0 0 4 0,0 0-1 16,0 0 1-16,0 0 3 0,0 0-3 16,0 0-2-16,0 0 7 0,0 0-5 0,0 0-7 0,0 0-8 15,0 0-5-15,0 0-4 0,0 0-4 0,0 0-6 16,0 0 2-16,0 0-6 0,0 0 2 16,0 0-5-16,0 0-6 0,0 0-3 0,-40-2 2 15,40 2-5-15,0 0-3 0,0 0-2 0,0 0-3 16,-14-1-5-16,14 1-8 0,0 0 5 0,0 0-10 0,0 0 0 15,0 0-2-15,0 0-6 0,0 0 0 16,0 0 2-16,0 0-8 0,37-4 4 0,-20 2-4 16,4 2 4-16,1-3-8 0,-4 0 4 0,3 2 0 15,-2 0-15-15,0 0-22 0,-1 1-24 0,-3 0-23 16,-15 0-41-16,27 0-26 0,-18 0-28 0,-9 0-31 16,16 1-117-16,-16-1-342 0,0 0 152 0</inkml:trace>
  <inkml:trace contextRef="#ctx0" brushRef="#br0" timeOffset="178818.36">14024 16322 42 0,'0'0'188'15,"0"0"-12"-15,0 0-14 0,0 0-4 0,0 0 13 16,0 0-3-16,0 0-7 0,0 0-2 15,1 37-10-15,-1-17-11 0,2-4-4 0,-4 4-16 16,2-1-5-16,-1 0-10 0,1 5-10 0,-2-5-4 16,-2 0-11-16,4 0-9 0,-4 0-7 0,4-1-4 15,-1 1-7-15,1 0-8 0,-2-2-13 0,2 2-21 16,2-2-18-16,-2-2-24 0,-2-3-41 0,2 1-33 16,0-13-44-16,3 17-34 0,-3-11-176 0,0-6-391 15,0 0 174-15</inkml:trace>
  <inkml:trace contextRef="#ctx0" brushRef="#br0" timeOffset="179283.89">14470 16186 78 0,'12'-6'166'0,"-12"6"-13"0,15-4-7 0,-6 1-17 16,-9 3-2-16,20 0-4 0,-9 0-14 0,-11 0-11 15,22 0-8-15,-11 2-1 0,-11-2-9 16,19 1-4-16,-11-1-9 0,-8 0-9 0,12 1-2 16,-12-1-9-16,13 4-2 0,-6-2-6 0,-1 1 0 15,-1 0-2-15,3 1 5 0,-4 0-2 0,2 0-1 16,-1 2 7-16,-1-2 6 0,-2 1 3 0,2 3-4 15,-1-2-3-15,-2 2-1 0,-1 1-4 0,0 2 1 16,-1 2-3-16,-6 2-1 0,3 3-4 0,-2-2 3 16,-2 2-3-16,-3 0 0 0,0 3-2 0,-2 1 0 15,-3-2-4-15,1 2-4 0,2-8 1 0,0 1-1 16,-2 5-4-16,2-7-1 0,1-1-1 0,1 0-3 16,2-2-1-16,-1 1 0 0,4-3 1 0,-1-1-6 15,3 1-1-15,4-8-2 0,-6 12 1 0,6-12 0 16,-1 10 0-16,1-10 1 0,0 0-2 0,9 13 0 15,0-10 1-15,2 0-1 0,5 1-1 0,4-2-2 16,-2 0-16-16,11-2-16 0,2-4-22 0,-1 0-34 16,-1 1-37-16,2-3-40 0,-3 0-53 15,-8 2-178-15,-1 1-422 0,0-3 187 0</inkml:trace>
  <inkml:trace contextRef="#ctx0" brushRef="#br0" timeOffset="179516.53">14947 16493 16 0,'0'0'212'0,"0"0"-15"0,0 0-10 0,6 12 2 16,-6-12 3-16,0 14-5 0,0-14-9 0,0 16-8 16,3-4-4-16,-6-2-8 0,3 1-12 0,3 0-13 15,-3 2-12-15,0 3-14 0,1-4-6 0,-1-1-9 16,2 2-15-16,-2-1-2 0,0-2-7 0,0 3-21 15,2-2-25-15,-1 1-25 0,-2 1-31 0,1-13-30 16,0 21-53-16,0-21-51 0,1 18-58 0,-1-9-146 16,0-9-402-16,0 0 177 0</inkml:trace>
  <inkml:trace contextRef="#ctx0" brushRef="#br0" timeOffset="180000.21">15320 16270 1912 0,'-6'-12'7'0,"6"12"44"16,0-7-42-16,0 7-6 0,0 0-1 15,-3-8-12-15,3 8 4 0,0 0 5 0,13-11-2 16,-4 8 2-16,2 0-2 0,2-1-10 0,4 0 12 16,-3 1 2-16,2-1-3 0,3 2-1 0,-2 0 1 0,-2 0 2 15,-2 2 1-15,0-2 6 0,0 2 1 16,-3 0 2-16,-1-1-5 0,-9 1 3 0,13 1-1 16,-8 1 4-16,-5-2 4 0,12 4-3 0,-8-1 5 15,0 4-1-15,-1 4 12 0,-3-2 10 0,-3 8 12 16,-1 0-26-16,-7 5 3 0,2 4 7 0,-3 0 0 15,0-2 4-15,-1 3 4 0,1-3 0 0,-3-1 1 16,2 2-5-16,1-2 8 0,1-7 0 0,4 0-5 16,-4-1 0-16,4 1-5 0,0-2-2 0,2-4 2 15,1-1-5-15,-1-1-3 0,5-8-1 0,-3 12-4 16,3-12 1-16,-2 10-3 0,2-10 5 0,0 0-6 16,3 12-4-16,-3-12 3 0,14 3-5 0,-3-2 3 15,3-2 2-15,4 2-12 0,1-6-12 0,4 1-14 16,4-1-18-16,-5 0-33 0,-2 1-36 0,-2 0-51 15,3-3-35-15,-2 0-51 0,-8 3-130 0,1 0-405 16,-1-1 179-16</inkml:trace>
  <inkml:trace contextRef="#ctx0" brushRef="#br0" timeOffset="180270.6">15849 16556 87 0,'8'6'205'0,"-5"-1"-10"0,-3-5-14 16,6 8-2-16,-6-8-4 0,4 14-4 16,-4-14-6-16,2 17-17 0,-2-11-2 0,0-6-8 15,-2 21-6-15,-1-11-6 0,2 1-1 0,-3-1-6 16,1 1-1-16,-2-2-5 0,0 0-11 0,-1 0 1 16,6-9-19-16,-7 13-9 0,3-7-6 0,4-6-7 15,-5 9-2-15,5-9-10 0,0 0-5 0,-4 10-4 16,4-10 0-16,0 0-1 0,0 0-3 0,8 12 1 15,-8-12-11-15,18 2-12 0,-7-2-14 0,-11 0-16 16,32-6-14-16,-9 3-22 0,-2-1-35 0,1-3-42 16,3-2-50-16,3 0-55 0,-1-1-217 0,-9 1-486 15,8-2 216-15</inkml:trace>
  <inkml:trace contextRef="#ctx0" brushRef="#br0" timeOffset="180750.27">16594 16094 18 0,'0'0'198'0,"0"0"-6"16,0 0-12-16,0 0-8 0,-31 41 0 0,15-15-4 16,0 3-10-16,0 5-5 0,-6 8-12 0,2 1-5 15,4 2-8-15,2 0-7 0,-1 0-3 0,7-13-8 16,6-1-9-16,0 1-11 0,2-1-7 0,4-2-10 16,8 2-7-16,-1 0-3 0,3-8-12 15,6 4-7-15,2-3-19 0,3-4-25 0,-1-2-17 16,2-1-24-16,0-1-33 0,3-3-40 0,0-2-36 15,-1-1-42-15,1-3-171 0,-14-3-392 0,5-1 174 16</inkml:trace>
  <inkml:trace contextRef="#ctx0" brushRef="#br0" timeOffset="182834.5">17018 16261 104 0,'-2'-7'208'0,"2"7"-19"0,0 0-23 16,0 0-19-16,0 0-11 0,0 0 5 15,0 0 3-15,2 27-1 0,-2-11-11 0,0 3-28 16,-1 5-14-16,-4 2-7 0,4 0-1 0,1-1-11 16,1-1-2-16,-1-4-9 0,0-1 0 0,1 2 0 15,-1-2-11-15,3 5-1 0,-2-6-9 0,3-1 0 16,-4-1-5-16,0 0-2 0,1-1 1 0,-1-2-20 16,1 0-22-16,-2-1-23 0,1-12-46 0,-2 22-49 15,0-13-49-15,0-1-167 0,2-8-371 16,-9 18 165-16</inkml:trace>
  <inkml:trace contextRef="#ctx0" brushRef="#br0" timeOffset="183047.91">17216 16518 50 0,'10'-3'200'15,"0"0"-16"-15,0-1-10 0,3 1-20 0,5 0-15 16,-1-1-17-16,1 1-14 0,3 1-4 0,-2 0-10 16,0 0-15-16,-1-1-32 0,-6 3-28 0,-1 0-43 15,2 0-33-15,-13 0-41 0,14-2-26 0,-14 2-72 16,0 0-211-16,0 0 94 0</inkml:trace>
  <inkml:trace contextRef="#ctx0" brushRef="#br0" timeOffset="183266.46">17367 16323 67 0,'0'0'168'15,"-4"-7"-15"-15,4 7-27 0,0 0 18 0,0 0 12 16,0 0 1-16,0 0-5 0,0 31 0 0,2-17-10 16,-1 5-2-16,0-2-8 0,2 3-12 0,-2-2-11 15,2 1-6-15,-1-1-12 0,1 1-7 16,1 1-5-16,-3-2-12 0,3 1 0 0,-3-1-19 15,1-3-33-15,0-2-44 0,-1 2-37 0,-1-3-37 0,1 0-56 16,1-2-52-16,-2-10-107 0,0 19-344 0,0-19 153 16</inkml:trace>
  <inkml:trace contextRef="#ctx0" brushRef="#br0" timeOffset="183682.18">17652 16304 142 0,'0'0'226'0,"0"0"-29"0,3-9-11 15,-3 9 4-15,0 0 0 0,0 0-6 0,-3 33-4 16,3-14-17-16,-1 7-10 0,-2-1-10 0,1-1-7 16,2 2-6-16,1-5-10 0,-3-4-8 15,0 2-9-15,2 0-10 0,-1-4-7 0,0 0-5 16,2 1-7-16,0-3-5 0,-2-3-9 0,1-10-3 0,1 18-6 15,-1-18-5-15,-1 12-6 0,1-12-3 0,-1 8-1 16,1-8-2-16,0 0 0 0,0 0 1 0,0 13 12 16,0-13-3-16,0 0 8 0,0 0 3 15,0 0 2-15,0 0-5 0,0 0-8 0,0 0-16 16,0 0 1-16,19-28-10 0,-8 15-9 0,1-3-4 16,-1 0-11-16,7-2-4 0,-5 3-4 0,-3-1 2 15,3 5-1-15,2-1 4 0,-2 2-1 0,-1 4 4 16,-1 0-1-16,1 5-2 0,-2-2-3 0,-10 3-1 15,23 7 2-15,-12 1 1 0,-2 1 3 0,-1 1 0 16,2 4 5-16,-3 0-6 0,-1 4 6 0,-2-1-3 16,-3-1-11-16,1 1-20 0,0-1-22 0,-2 0-15 15,-1-4-32-15,1 3-43 0,0-15-32 0,-1 17-45 16,2-8-51-16,-1-9-154 0,0 0-464 0,5 17 206 16</inkml:trace>
  <inkml:trace contextRef="#ctx0" brushRef="#br0" timeOffset="183981.01">18252 16370 112 0,'-3'-5'208'0,"3"5"-5"0,-10-6-1 0,10 6-11 0,0 0 0 16,-17 3-3-16,17-3-7 0,-18 15 4 0,9-6-8 15,2 7-7-15,-5 1-6 0,3 0-11 0,3 0-6 16,-3 2-7-16,5-1-1 0,-1 7-6 15,0-6-10-15,1 0-8 0,4-2-15 0,-1 3-3 16,1-1-1-16,1 0-3 0,2-2-5 0,-2 2-4 16,0-3-13-16,2 1 0 0,-2 1-8 0,2-2-7 15,-1 0-4-15,0-5 1 0,-1 2-8 0,0-1-3 16,-1 0-8-16,0-1-9 0,-1 1-13 0,1-12-13 16,-4 19-10-16,0-9-20 0,0-1-17 0,-1-2-19 15,0 1-27-15,5-8-25 0,-13 13-34 0,4-7-38 0,3-3-63 16,6-3-39-16,-15 5-198 0,15-5-531 15,0 0 235-15</inkml:trace>
  <inkml:trace contextRef="#ctx0" brushRef="#br0" timeOffset="184143.24">18178 16603 131 0,'16'-6'125'0,"0"1"-7"0,0-1-29 0,2-1-40 16,0 1-60-16,-3 3-73 0,-5 1-90 0,-10 2 39 15</inkml:trace>
  <inkml:trace contextRef="#ctx0" brushRef="#br0" timeOffset="184452.84">18358 16662 21 0,'8'3'174'0,"-8"-3"-8"0,0 0-4 16,0 0-7-16,19-4 5 0,-19 4-10 0,10-7 2 15,-10 7-7-15,12-7-6 0,-4 0-4 0,0 0-7 16,-3 1 0-16,3-3-10 0,-8 9-6 0,5-15-2 16,-1 6-10-16,-2 2-2 0,-2 7-10 0,3-16-4 15,-2 10-8-15,-1 6-7 0,0 0-3 0,-5-16-12 16,5 16-2-16,-8-8-7 0,8 8-1 0,-11-2-12 15,11 2 1-15,0 0 4 0,-23 15-2 0,14-8 1 16,1 2-3-16,0 2-2 0,-2 3 5 0,4-3 3 16,-1 3-1-16,4 3-2 0,-4-3-3 15,5-2-2-15,-1 0-3 0,3 1-1 0,0-3-3 16,3 1-12-16,-1 1-10 0,3-3-21 0,2-1-31 16,-3-2-29-16,3 2-37 0,-7-8-55 0,19 10-54 15,-8-6-244-15,-11-4-509 0,12 4 225 0</inkml:trace>
  <inkml:trace contextRef="#ctx0" brushRef="#br0" timeOffset="184769.16">18721 16202 159 0,'2'-5'235'16,"-2"5"-16"-16,9-7-11 0,-9 7-15 0,17 3-8 15,-6 3-6-15,6 7-6 0,3 7-8 0,2 2-10 16,-2 5-10-16,-1 0-8 0,0 0-6 0,-4 3 0 16,0 0-9-16,-6 1-8 0,1 1-13 0,-3-2-8 15,-5 1-7-15,-3-2-8 0,2-1-8 0,-5 0-7 16,2-1-5-16,-6 0-2 0,2-2-10 0,0-6-16 15,-1 0-12-15,-3-2-7 0,-2-1-17 0,3 0-11 16,-4-2-20-16,-2 3-32 0,3-5-49 16,-2-1-51-16,3-1-59 0,-4-3-226 0,2 0-490 0,-5-3 217 15</inkml:trace>
  <inkml:trace contextRef="#ctx0" brushRef="#br0" timeOffset="185634.83">19168 16484 95 0,'0'0'90'0,"0"0"-2"0,0 0-9 0,0 0 5 16,0 0-7-16,0 0 5 0,0 0-7 0,0 0 6 16,0 0-10-16,0 0 1 0,5 14-11 0,-5-14 2 15,-6 4-5-15,6-4-6 0,-7 5-5 0,7-5 2 16,-5 5-6-16,5-5 4 0,-5 3-4 0,5-3 6 16,0 0 2-16,-8 6-2 0,8-6 0 15,0 0 0-15,-12 4 2 0,12-4-3 0,0 0 4 16,-9 4-3-16,9-4 1 0,0 0 3 0,-9 2-4 15,9-2-2-15,0 0-2 0,0 0 1 0,-8 1-1 16,8-1-2-16,0 0 2 0,0 0-2 0,0 0 2 16,0 0-7-16,0 0 2 0,0 0-2 0,0 0-5 15,0 0-2-15,0 0-4 0,0 0 4 0,0 0 0 16,0 0-4-16,27-3 1 0,-13 0 0 0,3-1-1 16,0 2 2-16,3-2-7 0,0 3-1 0,-2 1-2 15,-1 0-4-15,-2-3 1 0,0 0-3 0,4 1 0 16,-6 0-2-16,1-1-1 0,-2 3-14 0,1-1-15 15,-1-1-17-15,-12 2-23 0,0 0-30 0,0 0-31 16,26-2-48-16,-26 2-39 0,0 0-154 0,0 0-389 16,0 0 172-16</inkml:trace>
  <inkml:trace contextRef="#ctx0" brushRef="#br0" timeOffset="185898.91">19269 16348 66 0,'0'0'173'0,"0"0"-4"0,0 0 14 15,0 0-5-15,0 0-2 0,0 0-4 0,0 0-6 16,9 41-6-16,-8-23-9 0,2-1-7 16,-1 0-9-16,-2 0-4 0,0 1-10 0,-1 0-8 15,0-1-9-15,1 1-13 0,-2-2-4 0,0 1-13 0,1 0-6 16,1 1-4-16,-2-3-11 0,1 2-3 0,1 1-5 15,0-7-19-15,-1 1-22 0,1-1-20 16,2 0-11-16,-2-11-38 0,2 20-34 0,-2-20-47 16,1 13-41-16,1-7-38 0,-2-6-132 0,0 0-386 15,7 13 170-15</inkml:trace>
  <inkml:trace contextRef="#ctx0" brushRef="#br0" timeOffset="186316.96">19735 16320 174 0,'17'-7'174'15,"2"0"-8"-15,-1 2-13 0,-3-1-9 0,-3 1-16 16,3 4-1-16,-3-4-10 0,-1 2-5 0,-2-1-10 15,-9 4-8-15,13-2-8 0,-13 2-11 0,14-4-9 16,-14 4-8-16,0 0-1 0,13 5 18 0,-13-5 7 16,6 11-1-16,-6-3 0 0,0-8-2 15,-5 31-1-15,-1-14-3 0,-3 7-4 0,-1 3-6 16,-1-2-1-16,-2 0-4 0,1 0-7 0,2-1 0 16,1-6-4-16,-4 3 1 0,3-4-12 0,2-3-4 0,-1 2-2 15,1-2-5-15,3-3 3 0,0-3-5 0,1 3 2 16,2-5-7-16,-1 2 1 0,-1-1-4 15,4-7-1-15,-3 8 2 0,3-8 3 0,0 0-9 16,0 14 2-16,3-10-1 0,-3-4 1 0,12 5 0 16,-2-4-2-16,4 0-4 0,-1-1-15 0,7 0-24 15,-2-1-23-15,3 0-30 0,-1-1-38 0,-2-2-37 16,1 0-44-16,-1 0-33 0,-5 1-159 0,-2-1-427 16,2-1 189-16</inkml:trace>
  <inkml:trace contextRef="#ctx0" brushRef="#br0" timeOffset="186600.19">20197 16527 110 0,'5'5'194'16,"1"1"4"-16,1 1-11 0,0 2 2 0,-3 0-12 16,0 1-7-16,-1 2-2 0,-1-2-16 15,-3 3-8-15,0 2-6 0,-5 0-6 0,3 1-9 0,-5-1-8 16,-2-1-6-16,-2 1-5 0,0-4-12 15,0 2-6-15,3-4-11 0,-1 1-5 0,5-3-7 16,-3 2-6-16,2-3-8 0,-1 1-8 0,7-7-4 16,-7 7-1-16,7-7-7 0,-4 9-1 0,4-9-3 0,0 0-1 15,0 0 0-15,7 13-3 0,-7-13-1 16,16 7 1-16,-6-5-5 0,8-2 0 0,0 1-2 16,0-1-7-16,3 0-20 0,0-3-17 0,1 0-19 15,-1-2-27-15,9-2-37 0,-2 4-44 0,2-4-37 16,0-1-42-16,2 0-164 0,0 0-431 0,1-2 191 15</inkml:trace>
  <inkml:trace contextRef="#ctx0" brushRef="#br0" timeOffset="187132.16">20836 16201 90 0,'-8'-4'202'0,"8"4"-16"0,0 0-11 0,0 0-22 0,0 0-10 16,-8-3-17-16,8 3-12 0,0 0-15 16,0 0-5-16,0 0-9 0,0 0-4 0,31 0-6 15,-19-1-6-15,2 1-9 0,-1 1-2 0,2-1-7 16,-4-4-3-16,2 4-6 0,-4 0-1 0,-1 0-4 16,-8 0-5-16,14 0-6 0,-14 0-2 0,9 0-5 15,-9 0-1-15,6 3 0 0,-6-3 1 0,7 5-4 16,-6 2 3-16,-1 3 18 0,-1 1 10 0,-5 2 1 15,-1 4 0-15,-2-2 0 0,-3 4 3 0,-2 2-4 16,-4 1 1-16,4-1 1 0,-2 0-1 0,4-7-14 16,1 2 6-16,0 1 3 0,1-1-6 0,4-1-2 15,-4-3-3-15,3-1-1 0,2-1-1 0,1-2-6 16,0 0 2-16,1-1-3 0,0-1-1 0,3-6 2 16,0 14-6-16,0-9 0 0,0-5-2 0,8 11-3 15,-8-11 3-15,9 9 0 0,0-5 0 0,6-1-3 16,-5-1-13-16,3 1-20 0,1-3-28 0,0 0-27 15,4 0-37-15,0-1-33 0,1-1-51 0,-4 1-29 16,-2-3-167-16,1 2-426 0,-1-3 189 0</inkml:trace>
  <inkml:trace contextRef="#ctx0" brushRef="#br0" timeOffset="187537">21203 16421 11 0,'0'0'155'0,"14"-2"5"15,-14 2-2-15,14 0 7 0,-14 0-10 16,18 3-6-16,-8 0 4 0,2 1-8 0,-2 2-4 16,0 0-13-16,0-2-1 0,0 5-12 0,1-2-2 0,-4-1-4 15,-1 1-14-15,1 2-7 0,-3-1-6 16,-2-1-4-16,-2-7-4 0,3 17 6 0,-6-7-4 0,3-10-2 16,-9 18-5-16,4-10-7 0,-5-1-7 15,1 2-3-15,0-3-4 0,3 1-7 0,-3-1 5 16,9-6-16-16,-10 7-1 0,4-2-9 0,6-5-6 15,-6 8-6-15,6-8-5 0,-6 5 1 0,6-5 0 16,0 0-1-16,0 14-1 0,0-14-1 0,7 9 2 16,-7-9-4-16,9 10 4 0,-2-7-4 0,0 4 6 15,2 1-7-15,-2-4 4 0,-1 3-7 0,1 1 4 0,0-1 1 16,-2 2-1-16,0-4 0 0,0 0-2 16,-5-5-3-16,6 10 6 0,-6-10-1 0,3 12 6 15,-3-12-2-15,0 12 5 0,0-12 5 0,-9 10-2 16,3-4 5-16,-4-1 1 0,0-1 0 0,-2 1 1 15,3 0-6-15,-5-2 1 0,1-1 0 0,3 3-3 16,-3-2-15-16,2-2-14 0,11-1-19 0,-23 1-27 16,23-1-34-16,-24-1-47 0,24 1-35 15,-21-4-66-15,8 2-165 0,13 2-446 0,-20-11 197 16</inkml:trace>
  <inkml:trace contextRef="#ctx0" brushRef="#br0" timeOffset="187762.34">21806 16373 161 0,'11'-3'207'0,"-2"-1"-12"15,-9 4-10-15,13-4-16 0,-3 0-17 0,2 0-14 16,-2 1-15-16,1 2-12 0,-11 1-13 0,22-5-8 15,-10 4-10-15,-12 1-23 0,14-3-37 0,-14 3-35 16,0 0-60-16,15-3-49 0,-15 3-23 0,0 0-91 16,0 0-258-16,0 0 115 0</inkml:trace>
  <inkml:trace contextRef="#ctx0" brushRef="#br0" timeOffset="187947.87">21715 16532 22 0,'0'0'202'0,"0"0"-6"0,0 0 6 0,0 0-11 16,0 0-11-16,0 0-18 0,23 8-14 15,-13-8-13-15,-10 0-14 0,30-2-26 0,-16-2-33 16,1 2-36-16,-1 0-42 0,3-3-50 0,-3 0-58 16,4 3-132-16,-1-4-278 0,0-1 123 0</inkml:trace>
  <inkml:trace contextRef="#ctx0" brushRef="#br0" timeOffset="188383.21">22503 16205 7 0,'0'0'218'0,"-16"0"-3"0,16 0-8 16,-13 3-4-16,3 1-6 0,1 3-6 0,-3 0-8 15,2 1-8-15,1 2-13 0,-1 3-12 16,2-2-6-16,0 2-6 0,-1 1 2 0,1 2-7 16,0 2-3-16,2 0-11 0,-1-1-8 0,4-1-12 15,-3 3-5-15,4-3-11 0,-1 0-4 0,3-4-7 16,0 0 5-16,2 0-12 0,-2-2-5 0,3 3-7 0,3-2 0 16,1-1-5-16,1-2-2 0,3 0-9 15,0-1 7-15,6 0-9 0,-1 1 6 0,3-4-1 16,3-3-4-16,-3 1-5 0,3-4-1 0,-1 2 19 15,0-1-22-15,7-4 6 0,-6 1-6 0,-4-3 9 16,1 0-4-16,1-2 0 0,-3 0 6 0,2-1 9 16,-6-3-4-16,1-2-6 0,-4-1-3 0,0-2-8 15,-3-1 0-15,-1 0 4 0,-3 0-8 0,-1-10 3 16,-4 12-8-16,-4-1-1 0,0-2 1 0,-5 6-3 16,2-1-2-16,-2-1 1 0,-5 5-2 0,-1 2-1 15,-2 1-3-15,-8 1 1 0,0 4-9 0,-2 3-6 16,-3 4-24-16,0 2-23 0,1-1-41 0,2 5-36 15,1-2-38-15,4 5-49 0,7-5-48 0,3 2-71 16,0 0-218-16,5-1-601 0,1-2 267 0</inkml:trace>
  <inkml:trace contextRef="#ctx0" brushRef="#br0" timeOffset="189699.68">7618 16312 98 0,'0'0'101'0,"0"-9"9"15,0 9-2-15,-5-9 0 0,5 9-4 0,-4-9-6 16,4 9 0-16,0-10-3 0,0 10-5 0,-3-5 9 16,3 5-6-16,-1-9 0 0,1 9-20 0,-3-8 0 15,3 8-8-15,0 0 3 0,-4-9-4 0,4 9 1 16,-3-6-8-16,3 6-7 0,-7-4-2 0,7 4-5 16,-3-7-4-16,3 7-3 0,-4-8-1 0,4 8-5 15,-5-8 7-15,2 2-4 0,3 6 1 0,-4-10-2 16,4 10-2-16,-4-9-3 0,2 4 0 0,2 5-6 15,-4-10-3-15,4 10-1 0,-3-9 7 0,3 9 0 16,-1-7 1-16,1 7-5 0,-2-7 2 0,2 7-8 16,0 0 1-16,0 0-5 0,0 0-4 0,0 0-5 15,0 0 5-15,0 0-1 0,0 0 3 0,6 32-4 16,-2-4 7-16,1 4 8 0,1 17 11 0,1 2 6 16,-2 6 3-16,5 23 1 0,-8-23 0 0,1 2 2 15,-2 21-3-15,1-24 3 0,-2 1 4 0,1 0-6 16,-1 1 2-16,1-1-1 0,2 0 38 0,-3-3-10 15,5-5-1-15,-3-4-14 0,2-10-4 0,3-2-17 16,-1 0 7-16,0-2 6 0,1-2-13 0,2-2-2 16,-4-8 0-16,1 0-6 0,2 4-5 0,-2-8 4 15,2 1-2-15,-4-5-1 0,1 0-8 0,1-3-17 16,-3 3-17-16,1-2-26 0,-3 0-27 0,-1-9-35 16,5 13-40-16,-5-13-37 0,-2 10-73 15,2-10-211-15,0 0-509 0,0 0 225 0</inkml:trace>
  <inkml:trace contextRef="#ctx0" brushRef="#br0" timeOffset="199383.91">7579 16067 39 0,'0'0'98'0,"0"0"-8"0,0 0 3 15,0 0 0-15,0 0-9 0,0 0-7 0,-7-1 2 0,7 1 0 16,0 0-12-16,0 0 1 0,0 0-10 0,0 0-4 15,0 0-5-15,0 0-6 0,0 0-7 16,0 0-1-16,-8-4-2 0,8 4-3 0,0 0-4 16,0 0-3-16,0 0 5 0,0 0-8 0,0 0-5 15,0 0 2-15,0 0-8 0,0 0-3 0,0 0 2 16,0 0-3-16,0 0 3 0,0 0-4 0,0 0 4 16,0 0-1-16,0 0 5 0,23-5-10 0,-14 4 5 15,2-1 0-15,0 0 10 0,1 1-13 0,1-3-6 16,0 1-1-16,0 3 6 0,0 0-1 0,1-1 0 15,-1-1 1-15,0 1 1 0,0 0 1 0,5-1-2 16,-1 2-5-16,1-2 5 0,0 2-8 0,-1-1 8 16,1 1 1-16,2 1 21 0,-1-1-5 0,1-1 0 0,7 1 0 15,-5-1 9-15,8-1-18 0,0-1 1 16,-1-1 0-16,2 1 0 0,1 0-3 0,0 0 0 16,1 0-3-16,-2 0 1 0,2 2-2 0,1-2 3 15,3 0-3-15,0-1 9 0,3-1-9 0,-1 1 1 16,13-1-4-16,-14 1 1 0,15-1 2 0,-16 0 1 15,2 1-5-15,12-1 3 0,-12 1-8 0,0 0 8 16,-2 1-4-16,3 0-2 0,0 0 4 0,0-1-3 16,-4 3 5-16,0-3-3 0,0 4 4 0,-2-1-5 15,5 1 1-15,-4-3 3 0,1 0-3 0,-2 1 5 16,-1 1-6-16,1 1 0 0,-2-3 1 0,2 2 3 16,-1 1-5-16,-1 0 1 0,0-1-2 0,1 1 5 15,-1-2-1-15,-2 2-3 0,1 0-1 0,0-2 0 16,-3 1 6-16,-1 1-3 0,-6 0 0 0,9-2-1 15,-9 2 1-15,1-1-1 0,1 1-2 0,-2-1 1 16,-1 1 2-16,1-3-1 0,-1 4-3 0,-3 1 1 16,2-2 1-16,-6 0 2 0,6 0 3 0,-6-2-6 15,6 2-1-15,-6 2 2 0,2-2-3 0,-2-2 9 16,6 2-4-16,-1-1 4 0,0-1-5 0,-1 2 3 16,0 0-5-16,2-1-1 0,-2 1 0 0,3 0 4 15,-1-3-2-15,0 1 2 0,1 0 0 0,-1 2-1 16,0-1 3-16,2 1 0 0,-3 0-3 0,3-2 9 15,-2 1-12-15,4 1 1 0,-3-1-2 0,1 1 13 16,-4-2-8-16,5 1-2 0,6 0-2 0,-8 1 3 16,8-3 2-16,-2 1-2 0,-4-1 1 0,1 2 2 15,3 0-7-15,3-2 4 0,0 3-5 0,-8-1 5 16,1-2-2-16,0 2 7 0,6 0-7 0,0-2-1 16,-2 2 5-16,2 0 0 0,0 1-4 0,3-2 2 15,-2 0-1-15,1 1 2 0,-1-1 0 0,2 0 4 16,-2 2-5-16,3-2 3 0,-1 2-5 0,-1 0 4 15,0-1 1-15,2 1-2 0,0 0-1 16,-3 0 1-16,3 0-1 0,-3 0 3 0,4 0-4 0,-2-2-1 16,1 1 1-16,2-1 2 0,-1-1 2 15,-1 3-1-15,2-2-1 0,2 2-2 0,-7-2-3 0,7-1 6 16,-1-1 1-16,-2 2 5 0,0 0-5 0,0-1 2 16,3 2-5-16,-3-1 3 0,1-1-7 0,1 0 5 15,-1 0-6-15,-1 3 8 0,1-3-7 0,1 3 8 16,-1-1-7-16,2-2 1 0,-4 2 5 15,8-1-2-15,-6 0 2 0,2 1-2 0,-1 1-1 16,1-4 1-16,-2 1-3 0,0 1 4 0,3-1-5 16,0-1 4-16,14 1 8 0,-14 0-5 0,-1 0-4 15,4-2 3-15,-2 2-3 0,3 0 1 0,10-4 0 16,-12 4 0-16,1-1-3 0,-2-1 8 0,0-1-6 0,14 0 0 16,-16 2 2-16,16 1 1 0,-17 1-5 15,1-1 0-15,-2 1 0 0,-1-1 6 0,6 0 1 16,-3 0-2-16,2-1-4 0,0 2 3 0,-2-1 0 15,1-2-2-15,14 2 2 0,-13 0 9 0,-2-1-7 0,0 1-4 16,4-1 5-16,-2 0-6 0,3 2 0 0,8-3 2 16,-10 5 4-16,-1-4-9 0,0 0 8 0,0 0-4 15,1 3 2-15,-1-2 2 0,0 0-5 16,0 0 3-16,-1 0-2 0,0-1 1 0,4 2-1 16,10-3 6-16,-17 2-2 0,4-1-5 0,2-1-2 15,-5 1 3-15,5 2 0 0,-3-3 3 0,0-1-1 16,1 3-2-16,2-1 0 0,-3 2 0 0,0-2-1 0,3 0 0 15,-1 1 3-15,0 1 10 0,-4 1-12 0,3-2-1 16,-3-3 0-16,4 3 2 0,-2 2-3 16,0-4 3-16,-3 4 3 0,2-2-6 0,0 2 2 15,-2-1 1-15,-1 0-4 0,3 1 7 0,0 0-3 16,0-1 13-16,0 0-12 0,1 1-2 0,-2-2 3 16,3-1 0-16,-4 3 0 0,3-1-1 0,-1 1 3 15,2-1 7-15,-1 1-2 0,-3-3-4 0,3 3-1 16,-4-1 2-16,3 0-1 0,1-1 3 0,-3 3-1 15,2-2 4-15,-3 2-5 0,2-2 7 0,-2 2-4 16,0-1 4-16,2 0-1 0,-1 0-4 0,-1-3 2 16,3 2 2-16,-1 2-3 0,1-1-1 0,-3 0-1 15,3 1 3-15,1-2-5 0,0 2 3 0,0-2-4 16,1 2 3-16,-1-1-6 0,1 1 6 0,1 0-1 16,-2-3-1-16,-1 2-2 0,-2 1 3 0,-1 0-2 15,2-3 1-15,2 2 0 0,-4 0-1 0,2 1 1 16,-5-2-1-16,1 2 0 0,4-2 0 0,-4 2 0 15,0-1-3-15,1 1 3 0,1 0-1 0,-2 0 0 16,1-2-1-16,-1 2 1 0,-3 0 0 0,5 0 3 16,-4 0-8-16,1 0 4 0,-2 0 3 0,1 0-2 15,-1 0-3-15,0 2 4 0,-7-2-3 0,2 1 2 16,0-2-2-16,6 3 1 0,-7-1-3 0,9 2 3 16,-11-2-2-16,8-1 2 0,-7 1-5 0,2 1 4 15,-3-4 1-15,2 4 1 0,-3-2 0 0,2 0-3 16,0 0 3-16,7 0-2 0,-8 0 1 0,1 0 1 15,-3 1 0-15,1-1-6 0,-1 0 7 0,1 3-2 16,1-3 8-16,0 1-3 0,-2-2-2 16,1 4 1-16,0-3 2 0,-5 0-1 0,7 0-3 0,-3 2 0 15,1-2-1-15,1 2 3 0,-2-2-4 0,1 3-1 16,-2-2-1-16,2 2 3 0,-1-3-2 0,1 0 5 16,-1 1-3-16,-1 0 1 0,2-1-2 0,-1 0 0 15,0 0 3-15,-4 2-6 0,4-2 3 0,-1 1 2 16,1 0 4-16,0 1 2 0,-1-1 0 0,-2-2-2 15,4 2-2-15,-6-1-2 0,1 0-2 0,4 1 10 16,-1-1-8-16,-4 1 1 0,6-1 2 0,-3 2-5 16,-2-2-3-16,4 2 9 0,-4-2-5 0,0 2 0 15,7-4 1-15,-4 2 6 0,2-1-7 0,0 1-1 16,-3 1 0-16,2-3-1 0,-4 2 2 0,4 1 1 16,0-1-1-16,0-1 2 0,0 1-1 15,-4 0 0-15,3 0 2 0,2 0-3 0,-5 1-1 16,-3 0-1-16,3 1 4 0,0-2 0 0,4 1 1 15,1 0-5-15,-1-1 0 0,-2 1-2 0,3 0 3 0,-6 0 0 16,4 1 1-16,-2-1 0 0,2 1-1 16,0-1-2-16,-3 0 1 0,-1-1 1 0,1 2 0 15,-1-2 5-15,2 0 1 0,-2 1-1 0,5 0-3 16,-3-1 1-16,-1 3 2 0,2-3-2 0,1 2 2 16,0-2-3-16,2 4-1 0,-2-1-1 0,2-3 2 15,-5 1-2-15,0 0 2 0,5-1-1 0,0 1 1 0,-3 2-1 16,0 0 1-16,5-1-5 0,-1 1 4 0,-1-2 0 15,2 0 5-15,-3 1-6 0,5-1-2 0,-4 1 4 16,9-1 1-16,-7-1-3 0,0 3 3 16,2-3 2-16,-5 2-6 0,10 0 1 0,-5-3 2 15,4 3-1-15,0-1 0 0,2 0 2 0,-2 3-1 16,1-3-3-16,1 2-1 0,1-2 4 0,-2-1-2 16,0 1-2-16,2 1 1 0,-2-2 0 0,-1 3-3 15,1-2 3-15,-1 1 1 0,-6 0 0 0,9 0-3 16,-7-1 4-16,5 1-1 0,3 0 4 0,-2 0-2 15,3-1 1-15,-3 2-2 0,1 0-2 0,0-1 3 16,2-2 1-16,2 1-1 0,-3 1-1 0,-4 0 4 16,7-1-5-16,-5 2-2 0,3 0 2 0,1-2 1 15,-1 0 0-15,0-1-1 0,0 3 2 0,0-3-1 16,-1 1 0-16,-1-2-2 0,0 2 2 0,0 1 0 16,1-2-1-16,-2 0-2 0,0 2 1 0,-3-1 1 15,2-1 1-15,-1 2-2 0,1 0 1 0,-1-2 0 16,1 3-2-16,-6-3 3 0,1 2 0 0,6-2 0 15,0 3 0-15,0-1-1 0,-8 0 0 0,1 1-3 16,0-3 4-16,0 3 0 0,1-3-4 0,-1 3 5 16,-3-1-4-16,1-2 1 0,8 3 1 15,-1-2 0-15,-5 0-2 0,-2-1 3 0,3 2-3 0,6-2 2 16,-3 3-1-16,-5-2-1 0,-1 0 2 0,3-1 1 16,-1 1 0-16,5-1-5 0,-8 0 3 0,1 1-1 15,0-1-1-15,0-1 4 0,0 2-2 0,1-1 2 16,-2 0-1-16,1 2-3 0,0-4 3 0,1 0 0 15,-1 2-5-15,0-1 5 0,-1 0-5 0,0 1 5 16,-1-2-2-16,3 1-1 0,-5-1 3 16,6 2-2-16,-2 0 2 0,1-1-1 0,-1 0 1 0,2 0-2 15,-4 2 1-15,1-2-4 0,-1-2 4 0,0 2 0 16,1-1 1-16,-1 0-2 0,3 0-1 0,-2-1 3 16,0 3-5-16,0-4 3 0,3 2 0 0,-4 0 0 15,3-1 2-15,-3 1-2 0,3-1 2 0,0 2 1 16,-4-1-4-16,2 0 2 0,-1 0 0 0,0 0-2 15,0 1 0-15,-5-2 0 0,6 1-2 16,-1-1 3-16,0 3 1 0,-4-1-2 0,4 0-3 0,-6 1 5 16,6-2 1-16,1 1-2 0,-6 0 2 0,0 1-4 15,1-1-1-15,-1-1 0 0,5 1 4 16,-7 2 1-16,3-3-1 0,-2 0-1 0,1 1 1 16,-2-1-2-16,3 0-1 0,-2 2 2 0,2 0-2 15,-5-2 0-15,3-1 0 0,-4 3 4 0,0-1-3 16,-8 1 0-16,18-1 3 0,-8-1-1 0,-1 0-1 15,-2 2-1-15,1-2-1 0,2 0 0 0,1 1-2 0,-1 1 4 16,-2-3 1-16,2 2-3 0,-1-1 4 0,-2 0-2 16,-7 2-4-16,14-1 2 0,-7 0 1 0,-7 1 1 15,11-3-1-15,-3 3 1 0,0-3-3 16,-8 3 2-16,12-1 0 0,-4-1-9 0,-8 2-2 16,15-1-7-16,-7 1-6 0,-1-3-11 0,-7 3-1 15,12-2-3-15,-12 2-5 0,10-1-2 0,-10 1-2 16,11-1 0-16,-11 1-3 0,11-3 1 0,-11 3 0 15,9-2 4-15,-9 2-2 0,8 0 1 0,-8 0 2 16,7-4 0-16,-7 4 4 0,0 0 0 0,9-3 1 16,-9 3 7-16,0 0 1 0,0 0 3 0,7-3 3 15,-7 3 6-15,0 0 0 0,0 0 4 0,6-2-1 16,-6 2 7-16,0 0 0 0,0 0 7 0,5-4 4 16,-5 4 6-16,0 0 2 0,0 0 4 0,0 0-1 15,0 0 4-15,0 0 2 0,0 0-4 0,0 0 10 16,5-7-1-16,-5 7 5 0,0 0 0 0,0 0 4 15,0 0-3-15,0 0 3 0,0 0-1 0,0 0-3 16,0 0-2-16,0 0 0 0,0 0-2 0,0 0-1 16,0 0-1-16,0 0-5 0,0 0-3 0,0 0 1 15,0 0-4-15,0 0 0 0,0 0 0 0,0 0-3 16,0 0-4-16,0 0 4 0,0 0-6 0,0 0 2 16,0 0-1-16,0 0-1 0,0 0 3 0,0 0-2 15,0 0 3-15,0 0-3 0,7 12 2 0,-7-12-2 16,0 0-2-16,1 7-1 0,-1-7 1 0,0 0 0 15,4 10 2-15,-3-6-3 0,-1-4 0 0,1 10 3 16,1-4-1-16,-2-6 1 0,1 12-1 0,0-7 1 16,-1-5 1-16,0 14-1 0,-1-6-3 0,1 2 3 15,0-1 1-15,0 1 3 0,0-1 9 0,1 3-5 16,1 0 5-16,-4-1 7 0,2 2-10 0,0-3 3 16,2 4-4-16,-1 1-1 0,2 0 2 0,-1 2 2 15,3-4 2-15,-5 4-5 0,4-1-1 0,-2 0 3 16,2 0 0-16,1-1-3 0,-1 0 2 0,1 3 2 15,-1-4 0-15,5 4-1 0,-4-6 2 0,2 5 1 16,-1-1-2-16,4 7 1 0,-1 2 2 0,2-2 0 16,-3-5-5-16,0 0 1 0,0 1-4 0,6 3 2 15,-7-4-2-15,1-2 2 0,4 6-4 0,-4-3 1 16,0-3 3-16,0 3-34 0,0-4 4 0,-1 3 3 16,1-1 2-16,1 1 2 0,-4 1 1 0,3-1 3 15,-3 7 5-15,0-6 1 0,-1 0 0 0,2 4 2 16,-2-4-2-16,0-1 4 0,-1 2-3 0,1 0 4 15,0-2-2-15,0 1 2 0,-1 6-2 16,-1-6 1-16,1 1 2 0,-1-1-2 0,3 5 5 16,-2 0-4-16,-1-4 4 0,0-2-2 0,0 2-3 0,5 4 3 15,-7-6-3-15,1 2 1 0,0-2-1 16,2 2 1-16,1 3-3 0,-2-4 0 0,2-2 4 16,1 0-5-16,-2 3 7 0,-2-4-7 0,2 4 4 15,-2-1 32-15,1-2-10 0,2 2 0 0,-1-2 0 16,-2 2-2-16,0-2-4 0,2-1 0 0,1-1-6 15,-2 4 0-15,2-4 3 0,-4 4-1 0,0-3-6 16,1 3 4-16,1-2-7 0,-1 0 4 0,0 1-1 16,-1-1-3-16,3 1 2 0,-3-3-5 0,1 1-9 0,-1-1 12 15,-1-1-1-15,2 2 0 0,-1-5-2 16,1 5 3-16,-2 0-1 0,2-6-1 0,-2 2-6 16,0-1-1-16,1-11-3 0,-1 23 7 0,1-14-10 15,0 3 11-15,0-12 1 0,-2 17 3 0,1-10-4 16,1-7 4-16,-1 20 0 0,1-11-1 0,0-9-6 15,-3 14 4-15,3-14-3 0,-2 10-3 0,2-10 5 16,0 11-2-16,0-11 0 0,-2 11 2 0,2-11 0 16,-5 9 1-16,5-9-5 0,-4 9 2 0,4-9 1 15,0 0 4-15,0 0-7 0,-2 11 4 0,2-11-3 16,0 0 0-16,-5 8 3 0,5-8-6 0,0 0 9 16,-7 6-4-16,7-6 1 0,-6 5 0 0,6-5 0 15,-15 5 2-15,6-2 2 0,-5 0-2 0,1-1-8 16,0 0 3-16,13-2-2 0,-33 4 5 0,12-2 0 15,0-1-2-15,-7 4 0 0,-2 1-2 16,-2-4-1-16,0 3 3 0,-2-2 0 0,-2-1 2 0,-1 4 0 16,-3 0 1-16,-14-1-4 0,1 2-6 15,-3 1 8-15,3 1 2 0,-3-4 0 0,-2 0-11 16,2 2 16-16,-6 1-4 0,-28 1-26 0,28-2 6 16,-5 0-1-16,-24 2 8 0,-1-1-6 0,28-3 8 15,-26 2 2-15,23 0 5 0,-25 2 0 0,0-1 1 0,1 2 5 16,-1-2-4-16,-1-1 4 0,-1 3 1 15,4-2-1-15,25 0 3 0,-31 4 4 0,3-4 6 0,2 0-6 16,-6 5-8-16,1-6 17 0,2 4 2 16,-1-1-3-16,-2 0-6 0,6 0 2 0,-1 1 0 15,-1-2 3-15,1-2-3 0,-7 4 2 0,3-3 2 16,-4-4-5-16,6 5 5 0,1 3-8 0,1-4 3 16,-4 1 0-16,-2-3 4 0,6 2-3 0,0-2-3 15,0 2 2-15,-4-2 2 0,31-1-4 0,-34 3-5 16,3-2 3-16,2-1-1 0,4-1-5 0,26-1 5 15,-28 0-2-15,3 1-3 0,-1-1 2 0,25 1-2 16,-27 0 4-16,28-1-4 0,-34 0 0 0,33 1-1 16,-35-1-18-16,34 2 22 0,-29 0-6 0,4-1-3 15,25-1 1-15,-30-2 5 0,4 5-1 16,1 0-10-16,29-3 7 0,-33 2-1 0,2-2 4 16,25 1 2-16,-28 1-5 0,3 0-1 0,2-1-4 0,1 1 6 15,24 0 1-15,-28-2-13 0,2 2 8 0,1 1 4 16,25-2-6-16,-27 0 9 0,4 3-6 0,0-1-5 15,22-2 8-15,-26 3-1 0,2 0-5 0,28-2 1 16,-30 4 3-16,27-3-2 0,-29-1-2 16,30 0 4-16,-23 3 2 0,23-3-10 0,1 0 4 15,-27 5-6-15,26-2 4 0,-32-2 4 0,32-2 0 16,0 5-2-16,-26 2 5 0,24-6-2 0,-22 1 2 16,26 2-8-16,-27-2 11 0,25-2-9 0,-27 6 3 15,27-5 2-15,-27-1-5 0,29 2 1 0,-27 3 8 16,27 0-3-16,-27-4 5 0,27 2-12 0,-2 0 11 15,-25 3-15-15,25-3 12 0,-23 3-4 0,23-3 1 16,-2 1 0-16,2-1 2 0,-32 1-4 0,32 1 6 16,0-5-5-16,-2 1 4 0,-26 5 1 15,28-4-4-15,-22 4 7 0,22-6-8 0,0 1 0 16,-2 1 6-16,-25 2-15 0,28-3 2 0,-2 1-3 16,-1 0 11-16,-23 3-2 0,25-5 5 0,-1-1 0 15,2 1-4-15,-26 5 4 0,0 2-11 0,29-9 2 16,-4 3 4-16,-27 2-6 0,25-2 1 0,-22 1 0 15,27-1 2-15,2-2 0 0,-32 2 1 0,30 0 6 16,-4-1-6-16,-28 4 3 0,29-4-6 0,-26 2 1 16,27-2-1-16,-28 3 6 0,31-1-5 0,-3-2 4 15,1-1 4-15,3-1-4 0,-5 3 2 0,0-1-3 16,1-1 3-16,0 2 3 0,-27 2-6 0,31-3-1 16,0-1 8-16,-1 1-8 0,-6-1 3 0,2 2-4 15,3-1 4-15,-2-1-4 0,1 0 8 0,4 0-5 16,-3 3-4-16,4-3 0 0,-1 1 6 0,4-2 9 15,-1 0-19-15,0 0 14 0,2 1-14 0,2 0 1 16,1-1 0-16,11-2 3 0,-15 2 2 0,17 0-4 16,-15-2-3-16,16 2 6 0,0-2 2 15,37 0 5-15,-73 2-5 0,38-2-8 0,0 1 6 16,35-1 0-16,-66-1 5 0,34-1-5 0,32 2 3 16,-58-1-9-16,58 1-7 0,-44-3-6 0,44 3 4 15,-39-6-21-15,39 6-14 0,-34-6-10 0,34 6-7 16,-30-7-4-16,30 7-35 0,0 0-3 0,-36-14-16 15,36 14-32-15,-23-11-25 0,23 11-31 16,0 0-37-16,-33-20-171 0,33 20-460 0,-28-20 204 16</inkml:trace>
  <inkml:trace contextRef="#ctx0" brushRef="#br0" timeOffset="200217.01">7602 17427 2 0,'-4'-14'108'0,"4"14"1"0,2-8 3 16,-2 8-19-16,0 0-13 0,-2-8 6 0,2 8-5 15,0 0-11-15,0 0-9 0,0 0-6 16,2-8 0-16,-2 8 0 0,0 0 0 0,0 0-8 0,0 0-1 16,0 0-7-16,18 12 4 0,-16-7 12 0,5 4 10 15,-2 0-11-15,1 4-1 0,1 2 2 0,-2 1-2 16,2 3 2-16,1 3-7 0,-2 7 2 15,2-2 1-15,2 1-3 0,-1 3 1 0,2 2-4 0,-1 0-9 16,1 11 15-16,-2-8-5 0,1 7-3 16,-2-8-2-16,0 0 1 0,-1 11-3 0,7-1-9 15,-5-12 2-15,0 1-6 0,0-1 7 0,1 2-3 16,3 8-4-16,-4-14-2 0,3-1 2 0,-2 4-6 16,3-6 6-16,-4 1 0 0,2 1 0 0,-3 1-5 15,-1-1-1-15,4 2 5 0,-2-2-1 0,0-1-22 16,0 2 3-16,-9-29 3 0,12 54-1 0,-8-29-1 15,4 0 2-15,-8-25 11 0,9 44-5 16,-9-44-1-16,12 36 2 0,-12-36-2 0,12 35-2 16,-12-35-4-16,12 30 2 0,-12-30-1 0,10 22 1 15,-10-22-1-15,0 0 1 0,14 34-6 0,-14-34 3 16,11 21-1-16,-11-21-6 0,0 0 9 0,9 30-7 16,-9-30 5-16,0 0-5 0,8 28 1 0,-8-28 1 15,0 0-2-15,0 0 0 0,9 28-3 0,-9-28 3 16,0 0-1-16,0 0-4 0,0 0 9 0,0 0-2 15,16 27 2-15,-16-27-2 0,0 0-5 0,0 0 9 16,0 0-4-16,0 0 4 0,20 19 1 0,-20-19 0 16,0 0-3-16,0 0 17 0,0 0 2 0,33 2 0 15,-33-2-1-15,0 0-11 0,51-9 5 16,-51 9-4-16,63-12 1 0,-26 5 1 0,11-3 0 16,-9 2-4-16,14-3-7 0,0 0-17 0,3 1-26 15,-4 4-31-15,2-5-34 0,1 4-31 0,2-3-54 16,0 7-227-16,-18 0-448 0,17-4 198 0</inkml:trace>
  <inkml:trace contextRef="#ctx0" brushRef="#br0" timeOffset="205167.8">25479 15884 157 0,'0'-11'210'0,"0"11"-17"16,0-7-12-16,0 7-21 0,0 0-15 0,0 0-16 16,0 0-9-16,0 0-5 0,0 0 0 0,0 0-11 15,0 0-7-15,-9 22-14 0,7-12-4 0,0 7-6 16,2-4-10-16,3 3-4 0,-3-4-7 0,2 0-3 16,6 6-3-16,-1-4-4 0,-2-3-7 0,6 4-3 15,0-4-1-15,-2-3-5 0,0 1 2 0,4-2 0 16,1-2-8-16,-5-2 2 0,7-1-2 0,0-2-3 15,-2 0 0-15,3-4 34 0,-1 1-1 0,-5 0-2 16,0-2-6-16,0-3-2 0,-2 1-1 0,-2-1-2 16,3-3-4-16,-2 1-3 0,-1-5 0 15,-3 3-3-15,0-3 2 0,2 3-5 0,-4 1-3 0,0-2-1 16,0 3 5-16,0 4 6 0,-1-1 7 0,-1 7 1 16,4-12-1-16,-4 12-11 0,0-8 3 0,0 8-10 15,0 0-4-15,0 0-13 0,0 0 11 0,0 0-3 16,0 0 0-16,4 30-5 0,-4-14 0 0,0 1 5 15,0 9-7-15,0-8 1 0,-4 8 5 0,4 0-1 16,0-1-6-16,0 0 1 0,2-4 2 0,-2-3-20 16,0 1-26-16,2 0-16 0,-2-3-19 0,0-1-39 15,0-4-43-15,0 0-47 0,0-2-50 0,0 3-167 16,-2-7-455-16,2-5 202 0</inkml:trace>
  <inkml:trace contextRef="#ctx0" brushRef="#br0" timeOffset="205401.13">25946 15932 14 0,'0'0'175'0,"12"3"-3"16,-12-3-10-16,9 16 14 0,-5-5 0 0,1 6-11 16,0 2-11-16,-1 5-14 0,-2 2-8 15,0-2-13-15,1 3-12 0,-3-2-11 0,2-6-4 16,-4 0-9-16,0 2-9 0,2 3-8 0,-3-4-2 15,-1-2-10-15,-4 7 0 0,4-9-25 0,-5 1-23 16,-4-2-32-16,-1-2-34 0,-1 1-41 0,-7-1-43 16,3-4-51-16,-8 3-103 0,5-5-322 0,1-5 143 15</inkml:trace>
  <inkml:trace contextRef="#ctx0" brushRef="#br0" timeOffset="205598.87">25327 15993 162 0,'-9'15'201'0,"0"-1"-8"0,-1 14-20 0,2-3-7 16,3 0-15-16,3 2-12 0,-3 1-16 16,8-2-8-16,-1 0-12 0,1 1-7 0,5-8-13 0,4 1-15 15,-4-3-32-15,5 1-25 0,4-4-50 0,-2-2-40 16,4-1-42-16,1-3-143 0,-3 0-285 0,2-4 126 15</inkml:trace>
  <inkml:trace contextRef="#ctx0" brushRef="#br0" timeOffset="207864.48">23626 17190 55 0,'-11'-6'128'0,"11"6"-11"0,-7-8 7 16,2 5 0-16,5 3-8 0,-7-3 2 0,7 3-13 15,0 0 4-15,-6-3-13 0,6 3-9 0,0 0-4 16,0 0-11-16,0 0-7 0,0 0-9 0,0 0 9 15,0 0-4-15,0 0-2 0,20-1-1 16,-3 3-1-16,-3-2-3 0,14 2-4 0,3-2-4 16,1 0-7-16,1 0 30 0,1 0-2 0,2 0-5 0,0-3-9 15,-1 4 0-15,0-2-4 0,1 1-6 0,-1 0 1 16,-2-1-5-16,-1 0-2 0,-2 1 2 0,-1 0-9 16,-9-2 3-16,0 0-2 0,0 2 0 15,-8-1-7-15,4 2 6 0,-6-2-7 0,-4 2 0 16,2-1 1-16,-8 0-8 0,13 1 1 0,-13-1-1 15,10 1-1-15,-10-1-3 0,0 0 2 0,7 2-6 16,-7-2 2-16,0 0-2 0,0 0 2 0,0 0 3 16,0 0-2-16,-15 18 2 0,8-11 5 0,-3 0 4 15,-1 4-9-15,2-3 7 0,-2 1 3 0,-1 3-5 16,3-4-13-16,1 4 14 0,-2 0-7 0,0 0 4 16,1 0-4-16,4-3 1 0,-1 2-17 0,1 0-17 15,1 0-18-15,-1-1-28 0,0-1-24 0,5-9-30 16,0 0-28-16,-3 20-36 0,3-20-17 0,3 10-7 15,-3-10-127-15,7 7-364 0,-7-7 161 0</inkml:trace>
  <inkml:trace contextRef="#ctx0" brushRef="#br0" timeOffset="208049.06">24271 17173 53 0,'-10'-22'149'0,"6"3"-2"15,-6-5 1-15,2 6 4 0,0 1 5 16,1 1-9-16,-7-8-13 0,5 7-8 0,0 3-1 15,-2 0-7-15,3 3-7 0,0 0-2 0,0 6-8 16,8 5-7-16,-10-16-9 0,10 16-14 0,-8-10-6 16,8 10-12-16,0 0-17 0,-5-8-14 0,5 8-22 15,0 0-24-15,0 0-34 0,0 0-57 0,0 0-61 16,0 0-134-16,0 0-334 0,37 25 148 0</inkml:trace>
  <inkml:trace contextRef="#ctx0" brushRef="#br0" timeOffset="208833.09">24864 16923 174 0,'0'-10'255'0,"0"10"-25"15,0-7-7-15,0 7-16 0,0 0-19 16,0 0-14-16,-9-4-20 0,9 4-7 0,-20 9-8 15,7 1-9-15,-5 2-3 0,4 3-12 0,-5 4-21 16,2 1-1-16,-2 1-4 0,7 2-11 0,2 0-1 16,-3 0-11-16,6 3-5 0,3 1-7 0,4-8-7 15,2 5 3-15,1-5-8 0,3-2 0 0,-2 3-7 0,3-4-5 16,3 1-1-16,0-3-3 0,2 0-2 0,4-2 5 16,-3-3-7-16,5-1 2 0,0-1-5 15,7-2-5-15,-3-3 8 0,6 1-7 0,-6-4-3 16,5 0-1-16,-8 1 2 0,0-4-4 0,-3-2 4 15,3 3-3-15,-8-2 3 0,1-3-5 0,-3 2 1 16,0-2-9-16,-3 0-5 0,0-2-10 0,-2-1 9 16,-2 0-2-16,-2-1 0 0,-5 0-4 0,3 1 2 15,-4-2-1-15,-3-1 4 0,0 5-4 0,2-1-8 16,-4 3 10-16,1 1 5 0,-1 0-4 0,0 1-1 16,0 0 2-16,-1 2 1 0,12 3-3 0,-13-6 1 15,13 6 0-15,-10-2 0 0,10 2-11 0,0 0 15 16,0 0 0-16,0 0 1 0,0 0 0 0,0 0 0 15,0 0 0-15,0 0 6 0,37 1-7 0,-18-1 5 16,0 0-8-16,-1-2 7 0,2 1-1 0,-1 0 1 16,-1 0-2-16,-5 2 4 0,0-2-3 0,-13 1 1 15,19 0-3-15,-11 1 0 0,-8-1 1 0,14 0-1 16,-14 0 1-16,13 5 1 0,-10 1-5 0,3 1 5 16,-6-7-4-16,5 17 3 0,-4-7 4 15,2 2 0-15,-2-1 1 0,-1 0 4 0,0 6 4 16,-1-2-1-16,1-2 0 0,0-1 4 0,1 1-5 0,0-2-1 15,2 1 3-15,-3-2-1 0,4 0-1 0,-2 1 0 16,2-3-6-16,1-2 5 0,4 1 0 16,-1-3-2-16,2 1 1 0,2-2 0 0,3 0 2 15,-1-3-4-15,1 0-1 0,6-3 4 0,-4-1-1 16,4 0 0-16,-4 0-5 0,2-2 1 0,1-1-1 16,-3-1 3-16,0-1-2 0,1 0 7 0,-5-4-6 0,-1 1-1 0,-1 3 1 15,-5-7-2-15,1 0-4 0,-4 5 1 0,-2-8-5 16,-2 2 2-16,-2 4 1 0,-1-3 2 0,-7 4-7 15,6 2 6-15,0 0 1 0,5 10-2 0,-13-11-13 16,13 11 16-16,-14-5-5 0,14 5 2 0,-21 6 1 16,10 0 1-16,3 4-3 0,-1 1 0 0,3 1 1 15,-2-1 1 1,6 5-5-16,2-1-24 0,0 2-26 0,2-6-29 16,6 1-38-16,-6 0-37 0,6 1-41 0,1-3-46 15,3-2-156-15,1 3-438 0,-2-5 193 0</inkml:trace>
  <inkml:trace contextRef="#ctx0" brushRef="#br0" timeOffset="209664.47">25646 17199 50 0,'2'-15'208'0,"-2"15"-1"16,2-11-12-16,-2 11-12 0,0 0-17 0,0-11-20 15,0 11-5-15,0 0-1 0,0 0-14 0,0 0-2 16,0 0-7-16,14 25-1 0,-10-15-9 0,1 1-12 15,-5 1-9-15,4 2-4 0,-3-1-8 0,0-2-5 16,2 2-8-16,-3-1-6 0,4-1-7 16,-4-11-6-16,2 15-2 0,-2-15-4 0,0 12 0 15,0-12-7-15,0 9-1 0,0-9 1 0,0 0 0 16,0 0 3-16,0 0 0 0,4 8 0 0,-4-8-6 16,0 0-2-16,0 0-3 0,0 0-10 0,0 0 8 15,13-29-7-15,-9 22 2 0,0-2-1 0,3-5-4 16,0 0-1-16,2-2-5 0,0 1-2 0,1-3-5 15,0 3-4-15,1 1 0 0,0 0 3 0,-4 3 0 16,2 3-1-16,0 2 0 0,-3 1-3 0,2 0 1 16,-8 5 5-16,13-3-2 0,-13 3 2 0,18 6-3 15,-9 0 3-15,-3 1 4 0,3 2-5 0,1 1 2 16,1 2 4-16,-2 1 0 0,2-2 5 0,-2 0-1 16,4-1 5-16,-3-1 0 0,-1 0 0 0,3-3 2 15,0 1 16-15,1-4-3 0,1 2-1 0,-1-3-2 16,0-2 3-16,1 3-2 0,-1-4-4 0,1-3-2 15,0 1 6-15,-3 0-6 0,0-2 5 0,-2 1-6 16,1-3 0-16,-1 0-1 0,-1-2-3 0,-4-1-1 16,4 1 1-16,-4 0-1 0,-3-2-3 15,-1 0-4-15,1 0-2 0,-1 11-6 0,0-29 4 16,-2 14-4-16,2 15 3 0,-6-20-3 0,0 9-3 16,6 11 3-16,-6-15-1 0,2 9 2 0,4 6-1 0,-7-9-2 15,7 9 0-15,-10-4 0 0,10 4-2 0,0 0-3 16,-19 10 6-16,10-4-3 0,-1 5 2 0,4-1 3 15,-1 1-4-15,-4 4-1 0,6 2 10 16,1-2-1-16,0 0 4 0,1 3 2 0,3-6 0 16,1 0 1-16,1 4 4 0,2-5-3 0,2 0-7 15,6 1 9-15,-7-4-1 0,5 2 2 0,4-1 2 16,2 0-1-16,-2-6-6 0,5 1 8 0,-3-1 0 16,2 0-9-16,2-3 2 0,1 1 2 0,-8-2 0 15,5 0-2-15,-7-1-8 0,3 0 9 0,-5 0 4 16,2-4-7-16,1 1 2 0,-4-1-2 0,1-1 0 15,0 0-7-15,-4-3 6 0,-2 0-3 0,-1 0 0 16,-2-3-8-16,0 13 0 0,-2-28-4 16,-1 12 1-16,0 4 4 0,1-3-5 0,-2 3 4 0,4 12-2 15,-1-23-2-15,1 23 5 0,0-18-5 0,0 18-5 16,3-13 6-16,-3 13-12 0,9-15 10 0,-9 15 3 16,11-8-6-16,-2 3 4 0,1 4 1 0,-10 1 1 15,19-2-2-15,-7 6-1 0,-12-4-3 16,17 7 6-16,-10 0 0 0,3 2-2 0,-2-1 0 15,-1 2-7-15,-1 1 13 0,2 0 1 0,-4-2 0 16,3 3-1-16,-5 0 0 0,2-2-2 0,-2 4-6 16,1 1-28-16,2-5-10 0,-5 3-28 0,2-4-32 15,-2-9-40-15,4 18-46 0,-1-11-45 0,-3-7-182 16,4 14-457-16,-4-14 203 0</inkml:trace>
  <inkml:trace contextRef="#ctx0" brushRef="#br0" timeOffset="210082.19">26859 17054 112 0,'-13'-6'229'0,"3"6"-9"0,10 0-8 0,-32 6-4 16,15 1-8-16,-2 2-13 0,-5 2-8 0,6 1-20 15,-4 3 3-15,6-2-17 0,0 0-12 0,7 1-13 16,-2 0-13-16,6-1-10 0,-1-1-8 0,4-1-22 15,2 0 7-15,0-11-6 0,4 19-4 0,0-9-6 16,3-3-5-16,2-1-5 0,0-1-4 16,4 1-10-16,-3-5 0 0,3 0 5 0,1 0-8 15,-3-2-4-15,-11 1-5 0,23-5 2 0,-13 0-3 16,1-2-2-16,-1 0 2 0,-1-3-5 0,5 1 5 16,-8-3-4-16,1 2 0 0,-3 0-3 0,0-3-2 15,1-1 2-15,-3 1 0 0,1 2 0 0,-1 2 5 16,0-2 1-16,-2 11 1 0,1-11-2 0,-1 11-3 15,0 0-4-15,2-12-3 0,-2 12-1 0,0 0-5 16,0 0-3-16,0 0 7 0,0 0-3 0,0 0-1 16,2 30-3-16,-2-30 3 0,0 23 1 0,2-8-1 15,0 3-1-15,0-1-1 0,1-2 2 0,3 2-11 16,-2-2-23-16,4 2-28 0,1-4-23 0,-3-2-22 16,1 0-40-16,2-2-38 0,2-3-50 0,-2 1-229 15,-2 0-498-15,-7-7 221 0</inkml:trace>
  <inkml:trace contextRef="#ctx0" brushRef="#br0" timeOffset="210315.15">27168 16911 25 0,'0'0'278'0,"0"-12"-20"0,0 12-28 0,0 0-23 16,0 0-25-16,0 0 12 0,0 0 13 0,0 0-17 15,0 0-5-15,0 0-28 0,15 53 3 0,-11-29-13 16,-4 2-16-16,2-1-8 0,0 1-16 0,-2 1-9 16,2-1-10-16,1 0-10 0,-2 0-5 0,-2-1-10 15,3 0-7-15,0-8-20 0,-2 2-21 0,0-1-29 16,4-1-36-16,2 1-39 0,-6-3-49 0,4-2-62 16,-2-2-75-16,-2-11-146 0,0 22-455 0,2-11 202 15</inkml:trace>
  <inkml:trace contextRef="#ctx0" brushRef="#br0" timeOffset="210714.56">27715 17094 73 0,'13'-10'178'0,"2"-3"-8"16,-3 2-15-16,0-1-1 0,-1-1-12 0,-3-1-6 16,0-2-2-16,-2 0-12 0,-3 4-7 0,0-3-8 15,-5-2-3-15,1 6-2 0,-4-5-9 0,1 6-4 16,-2-1-5-16,-1 1-2 0,-1 3-8 0,0 0 3 16,-2 4-4-16,-1 1-6 0,-3 2-8 0,0 2 1 15,-4 7 2-15,1 2 0 0,-4 5-1 0,1 4-10 16,3 1 8-16,0-1 0 0,4 5-3 0,5-1-1 15,0-1-6-15,6-4 5 0,-1 0-9 0,6-1-5 16,2 0-11-16,2-1 3 0,2 0 1 0,1 1-1 16,6-6-4-16,-3 1 2 0,6 0-7 0,-4-5-18 15,10 2-19-15,-3-4-15 0,6 1-20 0,-7-2-22 16,7-2-14-16,-6-1-20 0,6-2-17 0,-8-3-27 16,1 2-8-16,-4-2-29 0,4-3-7 15,-4 0-4-15,4-2-130 0,4-1-354 0,-2-5 158 0</inkml:trace>
  <inkml:trace contextRef="#ctx0" brushRef="#br0" timeOffset="211148.86">28202 16943 142 0,'0'-16'164'0,"0"16"-3"0,-4-21-9 15,-2 12-3-15,-1 4 9 0,0-1-7 16,-2 0 2-16,-5 6 1 0,14 0-8 0,-28 9-3 16,11 0-3-16,-8 4-6 0,0 5 0 0,1 0-7 15,3 1-11-15,1 3-21 0,5-3 0 0,3-2-9 16,4-2-12-16,-1 1-1 0,4-4-11 0,4 4-4 15,1-5-9-15,1 1-3 0,1-3-3 0,3 1-1 16,5-4-4-16,-1 0-4 0,1-2-3 0,3 0-2 0,0-2-4 16,1-2-4-16,2-2-1 0,-2 1-12 15,-2-2 9-15,2-1 2 0,-3-3-4 0,-2 2-3 16,3-4 1-16,-3 2-1 0,-1 0-1 0,-3-2-7 16,3 0 8-16,-2-2-7 0,-2 0 2 0,2 1 1 15,-3-3-3-15,1 4 1 0,0 1 0 0,-4 8 0 16,5-13-2-16,-5 13-5 0,3-7-2 15,-3 7-13-15,0 0 9 0,0 0 3 0,0 0 12 16,0 0 7-16,0 0 2 0,3 36-2 0,-6-13 10 0,-1 3 5 16,0 0 1-16,-2 0 0 0,1 3 3 0,-1 0-6 15,2-3 1-15,1-1 1 0,0-6-7 0,0 1 0 16,-2-4-2-16,5 3-2 0,-3-7 3 0,3-1-7 16,-1 1-1-16,1-3-16 0,-3-3 14 0,3-6-4 15,0 9 3-15,0-9 4 0,0 9 0 0,0-9-1 16,0 0 6-16,7 4-5 0,-7-4 5 15,12-4-1-15,0 0-1 0,3-5-18 0,0 3-29 0,3-4-1 16,7-3-17-16,-9 3-41 0,10-4-29 16,-3-1-40-16,2 1-51 0,4 0-72 0,-5-2-225 15,-1-4-545-15,4 3 242 0</inkml:trace>
  <inkml:trace contextRef="#ctx0" brushRef="#br0" timeOffset="211532.53">28290 16522 60 0,'0'0'201'16,"0"0"-9"-16,19 12-11 0,-12-2-15 0,5 2 0 15,-3 5-11-15,0 0-13 0,2 1-10 0,-2-1-7 16,-3 1-5-16,1-4-4 0,-2-2-15 0,-1 0-7 15,-1-3-13-15,1-1-7 0,-4-4-1 0,0-4 14 16,5 7 3-16,-5-7 6 0,1 8 16 0,-1-8-7 16,0 0-11-16,0 0-4 0,0 0-14 0,0 0-8 15,0 0-8-15,0 0-3 0,-2-33-6 0,2 22-4 16,1 0-9-16,3-4-1 0,3-3-13 0,2-2-2 16,2 0-1-16,5-2-8 0,-3 6-1 15,1 3-3-15,4 0 0 0,-8 1-5 0,0 4-1 0,1 4-4 16,-1 1 1-16,3 2-1 0,-6 3 0 0,3 4-1 15,1 1 2-15,-1 5-4 0,-1 2 0 0,0 2-23 16,-1 3-14-16,-1 0-21 0,3 8-18 16,-8-1-27-16,2-1-43 0,-3-7-52 0,1 6-47 15,-2-3-164-15,-2-3-446 0,2 0 198 0</inkml:trace>
  <inkml:trace contextRef="#ctx0" brushRef="#br0" timeOffset="211887.97">29034 16637 45 0,'0'0'264'15,"1"-10"-19"-15,-1 10-15 0,1-8-16 0,-1 8-19 16,2-7-17-16,-2 7-13 0,0 0-8 0,0 0-1 15,0 0 2-15,-28 26-9 0,16-10-11 0,-3 5-5 16,2 3-3-16,-5-1-9 0,10 2 4 16,-3 5-16-16,5-2-3 0,-2-1-2 0,0 3-6 0,4 0-2 15,2-1-8-15,-3-1 0 0,4 4-5 0,-2-5-6 16,0 1-8-16,6-2-11 0,0 0 0 0,-2-7-2 16,-1 0-1-16,2 6 19 0,-4-6-13 0,4-4 0 15,-4 2-32-15,4-6-16 0,-2 2-29 0,-2-1-20 16,1-3-23-16,-1 2-25 0,2-11-29 0,-2 19-20 15,0-13-34-15,2-6-27 0,-7 10-38 16,7-10-34-16,-12 4-215 0,12-4-522 0,0 0 231 16</inkml:trace>
  <inkml:trace contextRef="#ctx0" brushRef="#br0" timeOffset="212350.18">28714 17048 134 0,'0'0'168'0,"2"-14"-9"16,-2 14-16-16,15-9-1 0,-1 3-15 15,0 2-6-15,5 1-6 0,10-4-5 0,2 2-15 16,0 2 3-16,2-4-16 0,0 1 7 0,-2 1-13 16,0 1-10-16,-3 0-1 0,0-2-9 0,-7 5-3 15,-2-4 1-15,-7 3-3 0,0-1 8 0,-2 1 12 16,-10 2 8-16,13-4 6 0,-13 4 2 0,6-3-8 16,-6 3-7-16,0 0-4 0,0 0 0 0,0 0-1 15,2-11-13-15,-2 11 4 0,0 0-9 0,0 0-1 16,0 0-3-16,0 0 5 0,-32 11-2 0,24-2-3 15,0 2 1-15,-3 1-4 0,-1 3 2 0,2-4-11 16,2 5-2-16,3-6-2 0,0 0-16 0,3 2 0 16,0-3 14-16,2-9-8 0,-1 17 3 0,4-6-3 15,-3-11-5-15,7 14 4 0,1-7-13 16,-2-1 9-16,1-2-12 0,-7-4 13 0,19 5 2 0,-10-4-3 16,1-1-3-16,-10 0 3 0,22-3-8 15,-12 1 0-15,0-3 4 0,-1 2-8 0,-1-3 5 0,2-1-4 16,-2-1-3-16,-4 3-2 0,5-4-3 0,-2-1-3 15,1 1-1-15,-2-1 0 0,-1 1-14 0,2 3 22 16,-2-2-7-16,-5 8 8 0,8-9-6 0,-8 9-2 16,5-8-3-16,-5 8 0 0,0 0 2 15,7-5 3-15,-7 5-2 0,0 0 2 0,0 0-1 16,0 0 2-16,9 16 0 0,-9-16 0 0,7 6 1 16,-7-6 2-16,5 11-12 0,-5-11-24 0,2 11-20 15,-2-11-21-15,6 10-30 0,-6-10-49 0,6 8-42 16,-1-3-41-16,-5-5-189 0,11 4-466 0,0-4 207 15</inkml:trace>
  <inkml:trace contextRef="#ctx0" brushRef="#br0" timeOffset="212598.81">29712 16686 255 0,'6'-15'304'0,"-6"15"-26"15,0 0-21-15,3-12-36 0,-3 12-22 0,0 0-5 16,0 0 8-16,0 0 3 0,0 0-7 0,6 36-12 16,-5-18-14-16,0 7-9 0,-3 3-13 0,3-1-14 15,-4-1-11-15,2 0-14 0,0-1-10 16,1 2-10-16,1-1-10 0,-2 0-18 0,-3-6-1 16,-3 4-27-16,5-8-33 0,1 1-28 0,-3-2-29 15,-1 2-27-15,-2-2-33 0,5-2-31 0,2-13-43 16,-5 15-46-16,2-9-41 0,3-6-169 0,-4 8-482 0,4-8 214 15</inkml:trace>
  <inkml:trace contextRef="#ctx0" brushRef="#br0" timeOffset="213148.72">29697 16925 16 0,'8'-17'148'0,"1"2"-2"0,-3 1-3 0,3 0-13 16,4 0 10-16,-5 1-15 0,1 4 0 0,3-2-2 15,-3 1 2-15,3-2-2 0,0-1-2 0,-3 4-4 16,1 1 1-16,0-1 11 0,-4 3 1 0,0-4-1 15,1 2-23-15,0 0 8 0,-3 0-15 0,1 2-3 16,-5 6-5-16,7-9 2 0,-7 9-8 0,4-9-10 16,-4 9-13-16,0 0-7 0,5-9-7 15,-5 9-8-15,0 0-8 0,0 0 3 0,0 0-9 16,0 0 0-16,0 0-2 0,6 31-5 0,-6-31 1 0,1 29 2 16,-4-12-9-16,1 2 4 0,2 0-6 0,-1-2-1 15,0 2-1-15,0-2-1 0,1-4-7 0,-2-2 8 16,2 2 2-16,0-1-1 0,-2-4-5 0,2-8 0 15,-3 13-13-15,3-13-2 0,-1 9 0 16,1-9-23-16,0 0 9 0,0 0 9 0,0 0-1 16,4 14 3-16,-4-14 3 0,0 0-4 0,16 0-13 15,-16 0 15-15,22-7-3 0,-3 0 5 0,-6 4 0 16,4 0 4-16,0-2-1 0,0 0 4 0,1 5 2 16,0-2-1-16,-4 4 2 0,-4-2-1 0,4 3 3 15,0 0 8-15,4-2-3 0,-1 3 5 0,1 0-3 16,-6 0 3-16,5 0-7 0,1-2 2 0,1 2 1 15,-6-3-2-15,5 1 2 0,-5-1-2 0,6-4 2 16,-3 3 3-16,-2-1-4 0,-1-3 0 0,-1-1 1 16,-2-2 5-16,0 0 0 0,-5-3 0 0,4 0 2 15,-2-1-1-15,-2 0 0 0,-4-5-2 0,0 5-1 16,-1 11 10-16,3-23 7 0,-3 12 3 0,0 11-3 16,-4-21 1-16,4 21-3 0,-4-11-10 0,4 11 8 15,-6-9-2-15,6 9-4 0,0 0-7 16,-19 0 0-16,19 0 3 0,-18 13-1 0,8-5-3 15,2 2-22-15,-1 7 1 0,1-1-34 0,1 3-28 16,1-2-36-16,1 0-41 0,1 1-65 0,1 0-59 16,-1 1-188-16,-1-2-500 0,-2 1 222 0</inkml:trace>
  <inkml:trace contextRef="#ctx0" brushRef="#br0" timeOffset="213744.63">25536 18149 149 0,'-42'35'217'0,"27"-14"-20"0,-4 2-9 16,5 0-11-16,14-23-13 0,-15 36-11 0,15-36-19 16,-5 38-4-16,5-38-9 0,2 35-6 0,-2-35-6 15,24 30-9-15,-1-13-1 0,-23-17-4 0,48 19-8 16,-19-11-1-16,-29-8 1 0,58 5-3 0,-24-4 2 0,-34-1-6 15,62-14-7-15,-28 4-5 0,-6 0-7 0,-2-2-5 16,-2-1-3-16,-24 13-10 0,30-24 3 0,-30 24-7 16,22-25 4-16,-22 25-11 0,7-29-5 0,-7 29 7 15,2-33-8-15,-2 33-4 0,0 0-3 0,-32-57-4 16,13 38-1-16,-4 0-1 0,-2 5-4 0,-1-2-2 16,0 4-9-1,26 12-1-15,-53-14-8 0,31 10-1 0,22 4-21 16,-50 4-16-16,50-4-14 0,-53 16-22 0,28-2-33 15,2 3-34-15,0 2-49 0,4 2-62 0,1 3-132 16,2 1-427-16,0 4 189 0</inkml:trace>
  <inkml:trace contextRef="#ctx0" brushRef="#br0" timeOffset="214164.56">25741 18684 92 0,'29'-26'209'0,"-5"9"-9"0,-2 0-11 16,1-4-14-16,-1 1-11 0,0-5-11 16,3 3-6-16,-2-2-13 0,0-1-7 0,-2-4-15 15,2-1-2-15,4-8-2 0,-10 10-12 0,2-2-7 16,-5-1-9-16,-1 0-8 0,1 0-6 0,-9 5-4 16,-5 26 3-16,8-37 3 0,-8 37 0 0,0 0-4 15,0-37-5-15,0 28-9 0,0 9-5 0,0 0-3 16,0 0-10-16,0 0-2 0,0 0-4 0,0 0 1 15,0 0-7-15,-83 26-1 0,83-26-5 0,-29 28 1 16,29-28-3-16,-20 31-4 0,20-31 1 0,-12 28-1 16,12-28 0-16,2 33-4 0,-2-33 0 15,0 0 2-15,25 41 3 0,-6-23-1 0,-19-18-5 16,37 21-2-16,-16-12 3 0,8 2 0 0,-5 3-3 16,3-5 1-16,-27-9-1 0,32 13 0 0,-32-13-1 15,25 13 2-15,-25-13-3 0,0 0 1 0,35 13 1 16,-35-13-8-16,0 0-5 0,0 0 1 0,14 21 2 15,-14-21 1-15,0 0 0 0,0 0-6 0,0 0-3 16,0 0-4-16,-43 44-16 0,43-44-15 0,0 0-13 16,-31 17-22-16,31-17-29 0,0 0-41 15,-27 11-45-15,27-11-182 0,0 0-415 0,0 0 183 0</inkml:trace>
  <inkml:trace contextRef="#ctx0" brushRef="#br0" timeOffset="-214431.28">26497 18183 168 0,'0'0'192'0,"0"0"-9"0,0 0-3 16,0 0-8-16,0 0-14 0,0 0-6 15,-70 36-5-15,70-36-16 0,-23 33-7 0,23-33-12 16,-13 33-8-16,13-33-10 0,-8 39-7 0,8-39-11 15,2 36-6-15,-2-36-7 0,0 0-4 0,11 39-5 16,-11-39-6-16,20 23-2 0,-20-23-7 0,27 15-3 16,-27-15-2-16,32 8-4 0,-32-8 1 0,36 2-6 15,-36-2 0-15,0 0-2 0,48-8-1 0,-48 8 0 16,0 0-5-16,32-16-2 0,-32 16 1 0,20-14 2 16,-20 14-6-16,0 0 1 0,23-28-2 0,-23 28-2 15,11-25 0-15,-11 25 0 0,0 0-2 0,7-37-2 16,-7 37 2-16,0 0-2 0,2-38 3 0,-2 38 0 15,0 0 4-15,0 0 4 0,0 0 3 0,-2-33-9 16,2 33-3-16,0 0-7 0,0 0 5 0,0 0-5 16,0 0 3-16,0 0-1 0,0 0 1 15,0 0-1-15,0 0 2 0,0 0-3 0,0 0 1 16,0 0 3-16,0 0 2 0,0 110-2 0,0-110 0 16,0 0 0-16,5 35-1 0,-5-35 4 0,0 0-2 15,13 28 3-15,-13-28 3 0,0 0 3 0,21 17 7 16,-21-17 0-16,0 0 3 0,0 0-4 0,37 4 1 15,-37-4-5-15,0 0 0 0,0 0-2 0,0 0 0 16,53-22-2-16,-53 22-5 0,19-18 5 0,-19 18-1 16,16-25-8-16,-16 25-7 0,13-30-1 0,-13 30 4 15,12-35-5-15,-12 35-3 0,5-36 1 16,-5 36 0-16,8-40-4 0,-8 13-1 0,0 27 1 16,5-53 1-16,-3 27 3 0,0 7 1 0,2 0-1 15,-4 1 0-15,2 4 8 0,-2 14 13 0,4-18 0 16,-4 18-2-16,0 0-2 0,2-18-3 0,-2 18-5 15,0 0-2-15,0 0 1 0,0 0 6 0,0 0 1 16,0 0 4-16,0 0-4 0,0 0-1 0,8 92 3 16,-5-66 5-16,-3-26-5 0,0 51 4 0,0-51 3 15,4 36 4-15,-4-36-1 0,6 37 2 0,-6-37 0 16,3 28 1-16,-3-28-1 0,0 0-4 0,12 35 1 16,-12-35-2-16,0 0 2 0,13 23 3 0,-13-23-2 15,0 0 0-15,22 15 5 0,-22-15-2 16,0 0-1-16,0 0-3 0,43-1 2 0,-43 1-1 15,0 0 2-15,0 0-4 0,0 0-5 0,49-19 2 16,-49 19-5-16,19-18 5 0,-19 18-15 0,0 0-3 16,15-32-8-16,-15 32 5 0,4-32-6 0,-4 32-4 15,3-36 4-15,-3 36-4 0,1-36-1 0,-1 36 0 16,-1-37-3-16,-6 19-6 0,7 0 12 0,-2 1-4 16,2 17 6-16,0-20 0 0,0 20 4 0,-3-16 1 15,3 16 2-15,0 0-6 0,0 0-1 0,0 0-1 16,0 0 3-16,0 0 2 0,0 0 6 0,0 0 1 15,0 0-1-15,0 0 4 0,0 0-3 0,0 0 3 16,0 102 0-16,0-102-4 0,3 36-1 0,-3-36 3 16,6 33 0-16,-6-33-3 0,5 25-25 15,-5-25-17-15,0 0-16 0,12 33-30 0,-12-33-33 16,0 0-34-16,23 26-39 0,-23-26-47 0,0 0-187 16,28 12-464-16,-28-12 205 0</inkml:trace>
  <inkml:trace contextRef="#ctx0" brushRef="#br0" timeOffset="-214064.6">27391 18090 82 0,'0'0'227'16,"0"0"-3"-16,0 0-11 0,0 0 0 0,0 0-8 16,-63 29-11-16,63-29-14 0,-27 29-6 0,14-14-11 15,13-15-20-15,-23 39-12 0,23-39-12 0,-13 33-11 0,13-33-12 16,-7 34-11-16,7-34-6 0,0 0-8 15,3 33-6-15,-3-33-4 0,0 0-7 0,0 0-4 16,21 27-3-16,-21-27-1 0,0 0 0 0,0 0-14 16,32 8 3-16,-32-8-6 0,0 0 4 0,0 0-10 15,0 0-2-15,0 0-6 0,54-30 2 0,-54 30-2 16,0 0-4-16,24-26 0 0,-24 26-2 0,0 0-5 16,11-30-2-16,-11 30-2 0,10-25-1 0,-10 25 1 15,0 0 0-15,0 0 4 0,11-29-5 16,-11 29-1-16,0 0 2 0,0 0-5 0,0 0-4 0,0 0 0 15,0 0 5-15,0 0 2 0,0 0 3 16,0 0 2-16,0 0-5 0,0 0 2 0,0 0-1 16,0 0 1-16,0 0 2 0,0 0-10 0,0 0-19 15,9 83-22-15,-9-83-26 0,11 27-30 0,-11-27-22 16,0 0-33-16,20 26-21 0,-20-26-42 0,19 12-169 16,-19-12-425-16,0 0 187 0</inkml:trace>
  <inkml:trace contextRef="#ctx0" brushRef="#br0" timeOffset="-213802.69">27689 17945 129 0,'0'0'268'0,"0"0"-26"16,0-15-24-16,0 15-22 0,0 0 12 0,0 0-5 15,0 0 10-15,0 0-1 0,0 0-21 0,0 0-8 16,15 104-18-16,-13-78-3 0,-2-26-10 0,4 55-18 15,-4-30-12-15,0-25-4 0,4 50-18 0,-8-21-9 16,4-29-9-16,-4 36-1 0,4-36-12 0,0 34-3 16,0-34-19-16,0 0-31 0,-5 41-23 15,5-41-16-15,0 0-23 0,0 0-24 0,-5 28-14 0,5-28-9 16,0 0-8-16,0 0-10 0,0 0-17 0,0 0-32 16,0 0-27-16,0 0-33 0,0 0-187 15,0 0-440-15,0 0 195 0</inkml:trace>
  <inkml:trace contextRef="#ctx0" brushRef="#br0" timeOffset="-213428.46">27606 18209 149 0,'0'0'154'0,"0"0"4"0,0 0-2 15,0 0-13-15,0 0-11 0,0 0-13 0,0 0-10 16,0 0-10-16,0 0-6 0,0 0-8 0,42-36 0 16,-42 36-1-16,39-8-11 0,-39 8-10 0,36-6 1 15,-36 6-11-15,38-5 1 0,-38 5-9 0,0 0-9 16,35-2-3-16,-35 2 2 0,0 0-8 0,0 0 21 15,0 0 18-15,38 12 0 0,-38-12 5 16,0 0 7-16,17 19-1 0,-17-19-4 0,0 0-3 16,12 32 0-16,-12-32-13 0,0 0-1 0,9 30-5 15,-9-30-6-15,0 0-6 0,13 26-5 0,-13-26 3 16,0 0 2-16,22 20-8 0,-22-20-7 0,0 0 0 16,0 0 2-16,25 12 4 0,-25-12-1 0,0 0-9 15,0 0 7-15,0 0 2 0,0 0 4 0,0 0 10 16,0 0-4-16,58-24-2 0,-58 24-7 0,0 0-3 15,13-26-3-15,-13 26 2 0,0 0-1 0,3-34-7 16,-3 34-1-16,0 0-12 0,0 0-5 16,-18-60-12-16,18 60-16 0,-15-20-17 0,8 11-14 15,7 9-20-15,0 0-33 0,0 0-33 0,-32-18-17 16,32 18-32-16,0 0-16 0,0 0-12 0,0 0-8 16,-51 33-119-16,51-33-378 0,-18 32 168 0</inkml:trace>
  <inkml:trace contextRef="#ctx0" brushRef="#br0" timeOffset="-213027.89">27909 18370 47 0,'0'0'144'15,"0"0"-4"-15,42-19 2 0,-42 19-7 0,26-13-2 0,-26 13-7 16,27-16-3-16,-27 16-2 0,32-23-12 0,-32 23-8 16,27-22-3-16,-13 7-5 0,-14 15-8 0,24-28-7 15,-24 28-5-15,20-33-5 0,-12 15-2 16,-8 18-1-16,14-31-9 0,-11 14 2 0,-3 5 3 15,0 12 0-15,2-22 4 0,-2 22-6 0,-5-18-6 16,5 18 0-16,-13-17 3 0,13 17-5 0,-12-10-1 16,12 10-5-16,-17-4-2 0,17 4-10 0,-23 0 4 15,23 0-5-15,0 0-6 0,-23 8-4 0,23-8-7 16,0 0 3-16,0 0 1 0,0 0-3 0,0 0-3 16,0 0 0-16,0 0 2 0,0 0-1 0,0 0-1 15,0 0 0-15,0 0-3 0,0 0-2 0,0 0 1 16,0 0-1-16,77 27-3 0,-77-27-4 15,0 0-1-15,0 0-1 0,39 3 5 0,-39-3-2 16,0 0-4-16,0 0 7 0,29 16 10 0,-29-16 19 16,0 0 16-16,11 31 22 0,-11-31-3 0,4 32 3 15,-4-32 0-15,0 37-16 0,0-37 1 0,-4 39-6 16,4-39-4-16,-1 49-7 0,1-49-1 0,1 43-14 16,-1-43-25-16,8 36-27 0,-8-36-40 0,14 33-39 15,-14-33-45-15,18 31-64 0,-18-31-68 0,20 21-193 16,-20-21-516-16,21 11 228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9:51:13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17491 8442 16 0,'0'0'26'0,"0"0"-7"16,0 0 0-16,0 0-4 0,0 0-1 0,0 0-4 15,0 0 3-15,3-6-2 0,-3 6 0 0,0 0-2 16,0 0 1-16,0 0-2 0,0 0-4 0,0 0-1 16,0 0-6-16,0 0-3 0,0 0-12 0,0 0-10 15,19 6-28-15,-19-6 13 0</inkml:trace>
  <inkml:trace contextRef="#ctx0" brushRef="#br0" timeOffset="902.77">19100 7710 3 0,'0'0'-1'0</inkml:trace>
  <inkml:trace contextRef="#ctx0" brushRef="#br0" timeOffset="1360.51">19100 7710 2 0,'0'0'0'0,"0"0"2"0,0 0-1 0,0 0 0 16,0 0 0-16,0 0 0 0,0 0-3 0,0 0 1 15,0 0 1-15,0 0 0 0,0 0 1 16,0 0-1-16,0 0 1 0,0 0-3 0,0 0-1 0,0 0 7 16,0 0-2-16,0 0-2 0,0 0-2 0,0 0 6 15,5-4-3-15,-5 4 4 0,0 0-4 0,0 0-1 16,0 0 4-16,0 0-5 0,0 0 5 0,0 0-2 16,0 0 1-16,0 0-6 0,0 0 5 0,0 0 0 15,0 0 4-15,0 0-2 0,2-7-1 0,-2 7-3 16,0 0 0-16,0 0 1 0,0 0-2 0,0 0 6 15,0 0-8-15,0 0 0 0,0 0 6 0,0 0-3 16,0 0 0-16,0 0 2 0,0 0-2 0,0 0 2 16,0 0-5-16,0 0 3 0,0 0-1 0,0 0-2 15,0 0 1-15,0 0 4 0,2-7-2 0,-2 7 0 16,0 0 2-16,0 0-1 0,0 0-1 0,0 0 1 16,0 0-4-16,0 0 3 0,0 0-3 0,0 0 2 15,0 0-3-15,0 0 5 0,0 0-1 0,0 0 4 16,0 0-6-16,0 0 3 0,0 0-3 0,0 0 7 15,0 0-6-15,0 0 4 0,0 0-2 0,0 0-1 0,10-2 1 16,-10 2-5-16,0 0 4 0,0 0-5 16,0 0 1-16,0 0 5 0,7-4-1 0,-7 4 2 15,0 0 1-15,0 0-1 0,0 0-5 0,0 0 2 16,0 0 3-16,5-3-2 0,-5 3 1 0,0 0-2 16,0 0 0-16,0 0 0 0,0 0-3 0,0 0 7 15,0 0-1-15,0 0-1 0,0 0 0 0,0 0-2 16,0 0 4-16,0 0 0 0,6-2-6 0,-6 2 3 15,0 0 0-15,0 0 4 0,0 0-3 0,0 0-3 0,0 0-6 16,0 0-8-16,0 0 29 0,0 0-12 0,0 0-8 16,0 0-5-16,0 0 3 0</inkml:trace>
  <inkml:trace contextRef="#ctx0" brushRef="#br0" timeOffset="2702.58">19099 7767 2 0,'0'0'0'0,"0"0"2"16,0 0 2-16,0 0-1 0,6-6-6 0,-6 6 3 15,0 0 0-15,0 0 0 0,0 0 2 0,0 0-4 16,0 0 5-16,0 0-3 0,0 0 2 0,0 0 2 15,0 0 6-15,0 0-4 0,0 0 3 0,0 0 5 16,0 0-9-16,0 0 5 0,0 0 2 0,0 0-6 16,0 0 4-16,0 0 1 0,0 0 0 0,0 0-5 15,0 0 4-15,0 0-3 0,0 0 4 0,0 0-6 16,0 0 3-16,0 0-5 0,0 0 6 0,0 0-5 16,0 0 1-16,0 0-1 0,0 0 2 0,0 0 0 15,0 0-3-15,0 0-3 0,0 0 0 0,0 0 2 16,7-5-2-16,-7 5 4 0,0 0-2 0,0 0 1 15,0 0-2-15,0 0 2 0,0 0-2 0,4-5-3 16,-4 5 0-16,0 0 2 0,0 0 0 0,0 0 4 16,0 0-3-16,0 0-1 0,0 0-2 0,0 0 0 15,0 0 3-15,0 0-4 0,0 0 4 0,0 0-4 16,0 0-1-16,0 0 5 0,0 0 2 0,0 0-4 16,0 0 1-16,0 0-2 0,0 0 1 0,0 0 3 15,6-4-1-15,-6 4-2 0,0 0 5 0,0 0-4 16,0 0 2-16,0 0 0 0,0 0-3 0,0 0 0 15,0 0-2-15,9 0 4 0,-9 0-1 0,0 0-1 16,0 0-1-16,0 0-2 0,0 0 7 0,0 0-6 16,0 0 4-16,0 0 5 0,0 0-5 0,0 0 1 0,0 0-5 15,0 0 3-15,0 0 2 0,0 0-6 0,0 0 9 16,0 0-2-16,0 0-8 0,0 0 4 16,0 0 0-16,0 0 3 0,0 0-4 0,0 0 4 15,0 0 0-15,0 0-3 0,0 0-1 0,0 0 1 16,0 0 2-16,0 0 1 0,0 0 0 0,11 4-3 15,-11-4-2-15,0 0 5 0,0 0-4 0,0 0 4 0,0 0-7 16,0 0 6-16,0 0-3 0,0 0-1 16,0 0 4-16,0 0 2 0,0 0-8 0,0 0-3 0,0 0 7 15,0 0 4-15,0 0-1 0,0 0-1 0,0 0-1 16,0 0 0-16,0 0 2 0,0 0-1 0,0 0 1 16,0 0-3-16,0 0 2 0,0 0-3 15,0 0 2-15,0 0 3 0,4 6-3 0,-4-6 1 0,0 0-3 16,0 0 2-16,0 0 0 0,0 0 2 0,0 0-9 15,0 0 7-15,0 0 0 0,0 0-4 0,0 0 2 16,0 0 1-16,0 0-1 0,0 0-3 0,0 0 1 16,0 0 2-16,1 7-3 0,-1-7 1 0,0 0-4 15,0 0 9-15,0 0 1 0,0 0-1 0,0 0-4 16,0 0-1-16,0 0 4 0,0 0 2 16,0 0-5-16,0 0 3 0,0 0-1 0,4 5 3 0,-4-5-1 15,0 0-2-15,0 0-4 0,0 0 5 0,0 0-7 16,0 0 0-16,0 0 2 0,0 0-6 0,0 0-12 15,0 0-24-15,0 0 11 0</inkml:trace>
  <inkml:trace contextRef="#ctx0" brushRef="#br0" timeOffset="4156.1">13482 8185 44 0,'0'0'41'0,"0"0"-5"0,0 0-3 15,0 0-8-15,0 0 0 0,0 0 0 0,0 0-5 16,0 0-7-16,0 0 3 0,0 0-5 0,0 0 6 15,0 0 1-15,-23-8-7 0,23 8 2 0,0 0 2 16,-9-3-9-16,9 3 2 0,0 0-3 0,-10-4-2 16,10 4 6-16,-6-3-4 0,6 3 0 0,0 0 2 15,-9-6-6-15,9 6 8 0,-8-2-7 0,8 2 5 16,0 0 0-16,-10-5-8 0,10 5 15 0,-5-2-2 16,5 2-2-16,0 0 4 0,-8-4 2 0,8 4 2 15,0 0-4-15,0 0 1 0,0 0-3 0,-5-5-2 16,5 5 4-16,0 0-5 0,0 0 6 0,0 0-11 15,0 0 9-15,0 0-5 0,0 0-1 0,0 0-4 16,0 0 1-16,0 0-2 0,0 0-2 0,0 0-7 16,0 0 7-16,0 0-5 0,0 0-3 0,0 0 13 15,0 0-3-15,0 0 4 0,0 0 7 0,32-1 6 16,-15 2 0-16,12-1-6 0,1 0 12 0,-1-1 3 16,5 2-7-16,-1-1 1 0,1-1-4 0,5 0 0 15,-3-2 0-15,1 1-8 0,3 1 4 0,-3-1 0 16,1-2-1-16,-2 1-6 0,-2 1 10 0,-3-2-9 0,0 1 0 15,-3 1-4-15,-8 0 6 0,-2-1-4 16,-4 0-3-16,-1 2 11 0,-3-1-15 0,-2 1 5 0,1 1 1 16,-9 0 4-16,13-2 2 0,-13 2 6 0,10-2 11 15,-10 2 2-15,8-2 3 0,-8 2 10 0,7-1 2 16,-7 1 1-16,0 0 8 0,0 0 1 0,0 0-2 16,10 0 1-16,-10 0-8 0,0 0 5 15,0 0-9-15,0 0 1 0,0 0-4 0,0 0-9 0,0 0-1 16,0 0 0-16,0 0-7 0,0 0 1 0,0 0-5 15,0 0 3-15,0 0-13 0,0 0 5 0,0 0 2 16,0 0-10-16,0 0 7 0,0 0-4 0,0 0-3 16,8-1-2-16,-8 1-5 0,0 0-10 0,0 0-12 15,0 0-6-15,0 0-11 0,0 0-10 0,0 0-19 16,0 0-20-16,0 0-22 0,0 0-24 0,0 0-92 16,0 0-246-16,0 0 108 0</inkml:trace>
  <inkml:trace contextRef="#ctx0" brushRef="#br0" timeOffset="10924.7">15838 10149 6 0,'0'0'27'0,"0"0"-4"0,0 0-4 0,0 0-8 16,0 0-3-16,0 0-1 0,0 0-7 0,0 0-3 15,0 0-14-15,-4 6-17 0,4-6 7 0</inkml:trace>
  <inkml:trace contextRef="#ctx0" brushRef="#br0" timeOffset="13078.48">18210 11109 29 0,'0'0'50'0,"0"0"-6"0,0 0-7 0,0 0-1 15,0 0-3-15,0 0-7 0,0 0-6 0,0 0 9 16,0 0-10-16,0 0-2 0,0 0-2 0,0 0 2 16,0 0-2-16,0 0-2 0,0 0-4 15,0 0-7-15,0 0 3 0,0 0-2 0,0 0-2 0,0 0 0 16,0 0 0-16,0 0 3 0,0 0-8 0,0 0 11 16,0 0-8-16,0 0 2 0,0 0 4 0,0 0-4 15,0 0-14-15,0 0-6 0,0 0 1 16,0 0-4-16,0 0-3 0,0 0 4 0,0 0-6 0,-15 17-22 15,15-17-52-15,-5 2 24 0</inkml:trace>
  <inkml:trace contextRef="#ctx0" brushRef="#br0" timeOffset="14854.48">20339 7417 37 0,'0'0'120'0,"0"0"-6"0,0 0-4 15,0 0-7-15,1-7-4 0,-1 7-8 0,0 0-5 16,0 0-14-16,0 0-3 0,0 0-17 16,0 0 3-16,0 0-14 0,0 0-3 0,0 0 10 0,0 0-8 15,0 0 1-15,6 19-2 0,-3-13-12 0,-3-6-3 16,2 10-1-16,0-5 0 0,-2-5-2 0,1 11-4 15,0-5-1-15,-1-6 4 0,2 7 1 0,-2-7 1 16,2 9-1-16,-2-9-5 0,1 6 1 0,-1-6 0 16,0 0-3-16,4 7 3 0,-4-7-3 0,0 0 0 15,0 0 8-15,0 0 5 0,2 8-3 0,-2-8 4 16,0 0 0-16,0 0 4 0,0 0 1 0,0 0-2 16,0 0 0-16,0 0 4 0,0 0-5 0,7 2 1 15,-7-2-5-15,0 0-2 0,19-11-1 0,-3 2-5 16,-1 1 1-16,4-3-3 0,9-2-8 0,3-6-14 15,2-1-11-15,12-5-21 0,6-4-18 0,4 1-25 16,27-16-25-16,-2 5-37 0,1-2-130 0,-2-4-296 16,7-2 131-16</inkml:trace>
  <inkml:trace contextRef="#ctx0" brushRef="#br0" timeOffset="16309.75">19344 10792 70 0,'-1'11'106'0,"1"-11"-7"16,-2 4-6-16,2-4-8 0,0 0-8 0,0 0 1 16,-3 9-6-16,3-9 2 0,0 0 7 0,3 10-8 0,-3-10 1 15,2 7-2-15,-2-7-9 0,0 7-1 16,0-7-8-16,0 0-11 0,0 0 6 0,1 9-3 0,-1-9-1 16,0 0-6-16,3 5 4 0,-3-5-5 0,0 0-1 15,0 0-8-15,4 5 5 0,-4-5-3 0,0 0-3 16,0 0-1-16,0 0-5 0,0 0-4 0,0 0 3 15,0 0 0-15,0 0 1 0,0 0-1 0,0 0 1 16,0 0 1-16,0 0-2 0,0 0-1 0,0 0 2 16,0 0 0-16,0 0-3 0,0 0 0 0,0 0-2 15,9 1-3-15,-9-1 4 0,0 0-7 0,0 0 0 16,16-8-11-16,-8 2 8 0,1 1-14 0,1-3-5 16,8-1-9-16,0-1-18 0,6-5-13 0,2-3-20 15,2-5-28-15,12-6-12 0,-11 5-22 0,11-4-126 16,2-7-282-16,-1 3 125 0</inkml:trace>
  <inkml:trace contextRef="#ctx0" brushRef="#br0" timeOffset="18614.57">15715 10361 30 0,'0'0'68'0,"0"0"-13"0,0 0 9 0,0 0-12 15,0 0 2-15,0 0-11 0,0 0-2 0,0 0 2 16,0 0-9-16,0 0-9 0,0 0-7 0,0 0 11 16,0 0-9-16,0 0-5 0,0 0 7 0,0 0-10 15,0 0 6-15,0 0 0 0,0 0-14 0,0 0 6 16,0 0 0-16,0 0 4 0,0 0 2 0,0 0 0 15,0 0-3-15,0 0 3 0,0 0-13 0,0 0 0 16,0 0 6-16,0 0-1 0,0 0-6 0,-13 16 5 16,13-16-7-16,-10 6 12 0,5-4-6 0,5-2-6 15,-9 5-2-15,4-1-1 0,5-4-2 0,-9 6 1 16,1-3 3-16,3-1-1 0,-3 2-4 0,3-2 7 16,-1 2-7-16,6-4 5 0,-13 5-1 0,7-4-1 15,6-1 6-15,-9 2-2 0,9-2 4 0,-9 3-4 16,9-3-5-16,-7 2 1 0,7-2 12 0,0 0-3 15,0 0-5-15,-6 4 6 0,6-4-4 0,0 0 10 16,0 0-5-16,0 0 2 0,0 0 14 0,0 0-9 16,0 0-1-16,0 0-8 0,0 0 6 0,0 0 1 15,0 0 2-15,31-6-3 0,-19 5 1 0,8-2 4 16,-4 1-1-16,1-3 4 0,4 3-9 0,-1-1 5 16,0 0-15-16,2-1 3 0,-3 2 6 0,4 0-5 15,-1-1 2-15,-1 1 1 0,-3 2-1 0,3-5-5 16,-2 3-3-16,-1 1 7 0,1 1-3 0,-2 0 3 15,-3 0-6-15,-3 0-3 0,2 0 11 0,-3 0-9 0,0 0-1 16,-10 0 2-16,13 0 0 0,-13 0 8 16,12 0-13-16,-12 0 19 0,7 1 16 0,-7-1 1 15,0 0 7-15,0 0 7 0,8 2 6 0,-8-2-4 16,0 0 1-16,0 0 5 0,0 0-14 0,0 0 6 16,0 0-7-16,0 0 1 0,0 0-9 0,0 0-1 0,0 0-3 15,0 0-3-15,0 0-1 0,0 0-4 0,0 0-1 16,0 0-7-16,0 0-6 0,0 0-12 0,0 0-10 15,0 0-8-15,0 0-22 0,0 0-14 16,0 0-25-16,0 0-6 0,0 0 0 0,0 0-17 0,0 0-11 16,0 0-68-16,0 0-205 0,0 0 90 0</inkml:trace>
  <inkml:trace contextRef="#ctx0" brushRef="#br0" timeOffset="22431.96">23011 9345 9 0,'0'0'-2'0,"0"0"-2"16</inkml:trace>
  <inkml:trace contextRef="#ctx0" brushRef="#br0" timeOffset="24721.32">23573 10781 69 0,'0'0'74'0,"0"0"8"16,0 0-12-16,0 0-7 0,0 0-12 0,0 0 3 16,0 0-2-16,0 0-4 0,0 0-6 0,0 0-3 15,0 0-2-15,0 0-4 0,0 0-1 0,0 0-1 0,0 0-10 16,0 0-6-16,0 0-3 0,0 0 11 16,0 0-12-16,0 0 2 0,0 0-1 0,0 0-3 15,0 0-1-15,0 0 3 0,0 0-2 0,0 0 2 0,0 0-9 16,-11 11-7-16,11-11-1 0,0 0-14 0,0 0-7 15,0 0-16-15,0 0-10 0,0 0-18 0,0 0-48 16,-2 9-128-16,2-9 57 0</inkml:trace>
  <inkml:trace contextRef="#ctx0" brushRef="#br0" timeOffset="25489.77">25159 10604 47 0,'0'0'104'0,"0"0"-11"0,0 0-12 15,0 0-11-15,0 0-21 0,0 0-4 0,0 0-14 16,6-14-11-16,-6 14-20 0,0 0-16 0,0 0-27 16,0 0-38-16,0 0-86 0,0 0 38 0</inkml:trace>
  <inkml:trace contextRef="#ctx0" brushRef="#br0" timeOffset="26430.6">26239 10689 24 0,'0'0'91'0,"0"0"3"0,0 0-10 0,0 0-6 16,0 0 2-16,0 0-16 0,0 0-8 0,0 0 7 15,0 0-12-15,0 0 4 0,0 0-4 0,0 0 0 16,0 0-4-16,0 0 1 0,0 0-5 0,0 0-9 16,0 0 7-16,0 0-1 0,0 0 4 0,0 0-6 15,0 0 0-15,0 0-7 0,0 0-5 0,0 0 0 16,0 0-5-16,0 0 4 0,0 0-9 0,0 0 2 16,0 0-3-16,0 0-3 0,0 0 7 0,0 0-2 0,4 5-8 15,-4-5 8-15,0 0-7 0,0 0 2 16,0 0 1-16,0 0 1 0,0 0-5 0,0 0 6 15,0 0-12-15,0 0 8 0,0 0-3 0,0 0 4 0,0 0-7 16,0 0 4-16,0 0-3 0,0 0 1 0,0 0-7 16,0 0 2-16,0 0-1 0,0 0 3 0,0 0-2 15,0 0 1-15,0 0 0 0,0 0 0 0,0 0 1 16,0 0 6-16,0 0-12 0,0 0 4 0,0 0-2 16,0 0 0-16,0 0-3 0,0 0 6 0,0 0-1 15,0 0 4-15,0 0-6 0,0 0 3 0,0 0 0 16,0 0-3-16,0 0 3 0,0 0-2 0,0 0 0 15,0 0 0-15,0 0 5 0,0 0-3 0,0 0-1 16,0 0 1-16,0 0-1 0,0 0 1 0,0 0-6 16,0 0 9-16,0 0-4 0,0 0 2 0,0 0-9 15,0 0 2-15,0 0 5 0,0 0 2 0,0 0-7 16,0 0 5-16,0 0-1 0,0 0-3 0,0 0 0 16,0 0 4-16,0 0-5 0,0 0-1 0,0 0 10 15,0 0-1-15,0 0-11 0,0 0 9 0,0 0-3 16,0 0 1-16,0 0 3 0,0 0-4 0,0 0-3 15,0 0 7-15,0 0 0 0,0 0-3 0,0 0 3 0,0 0 0 16,0 0 1-16,0 0-4 0,0 0 0 0,0 0 3 16,0 0-3-16,0 0 0 0,0 0 3 0,0 0-3 15,0 0 1-15,0 0-1 0,0 0-8 16,0 0-3-16,0 0-8 0,0 0-2 0,0 0-16 0,0 0-9 16,0 0-3-16,0 0-16 0,0 0-10 0,0 0-22 15,0 0-17-15,0 0-86 0,0 0-213 0,0 0 95 16</inkml:trace>
  <inkml:trace contextRef="#ctx0" brushRef="#br0" timeOffset="33598.6">25429 12415 86 0,'0'0'73'0,"0"0"2"0,0 0-20 16,0 0 7-16,0 0-7 0,0 0-13 0,0 0-2 15,0 0-5-15,0 0-2 0,0 0 2 0,0 0-11 16,0 0-1-16,0 0-5 0,0 0 1 0,0 0-18 15,0 0-9-15,0 0-18 0,0 0-20 0,0 0-7 16,0 0-38-16,0 0-98 0,0 0 43 0</inkml:trace>
  <inkml:trace contextRef="#ctx0" brushRef="#br0" timeOffset="33925.17">26248 12364 8 0,'0'0'73'0,"0"0"-11"0,0 0-10 0,0 0-11 16,0 0-7-16,0 0-20 0,0 0-9 0,0 0-33 15,0 0-16-15,0 0-47 0,0 0 21 0</inkml:trace>
  <inkml:trace contextRef="#ctx0" brushRef="#br0" timeOffset="37888.39">21149 12450 52 0,'0'0'65'0,"0"0"-5"0,0 0 5 15,0 0-8-15,0 0-8 0,0 0-7 0,0 0-9 16,0 0 2-16,0 0-5 0,0 0-11 0,0 0 9 16,0 0-6-16,0 0-2 0,0 0 5 0,0 0-5 15,0 0-8-15,0 0-9 0,0 0 7 0,0 0-1 16,0 0 3-16,-22-10 0 0,22 10-3 0,0 0 0 16,-13 0-1-16,13 0-8 0,-12 0 3 0,12 0 9 15,-9 0-7-15,9 0-3 0,0 0-1 0,-14 1-3 16,14-1 6-16,0 0 0 0,-8 2-2 0,8-2 0 15,0 0 10-15,0 0-3 0,0 0 9 0,-8 0-5 16,8 0-1-16,0 0-4 0,0 0-2 0,0 0 4 16,0 0 0-16,43-2 0 0,-15 0-10 0,4-1-8 15,2 0-19-15,6 0-22 0,11-1-27 0,1 1-39 16,2-2-124-16,-2-3 55 0</inkml:trace>
  <inkml:trace contextRef="#ctx0" brushRef="#br0" timeOffset="46480.98">22579 13728 29 0,'0'0'58'0,"0"0"4"0,0 0-5 0,0 0-10 16,0 0 4-16,0 0-6 0,0 0-1 0,0 0 3 0,0 0-13 15,0 0-1-15,0 0-9 0,0 0-3 0,0 0 1 16,0 0-5-16,0 0 1 0,0 0 6 0,0 0-6 15,0 0-2-15,0 0 1 0,0 0 0 16,0 0-2-16,0 0-2 0,0 0-2 0,0 0-8 16,0 0 2-16,0 0 10 0,0 0-6 0,0 0-2 0,0 0 5 15,0 0-7-15,0 0 0 0,0 0-1 0,0 0 7 16,0 0-2-16,0 0 10 0,0 0 2 0,0 0-8 16,0 0-2-16,0 0-2 0,0 0-4 0,0 0 9 15,0 0-11-15,0 0 9 0,0 0-3 0,9-2-3 16,-9 2 4-16,18 1 1 0,-12-3-7 0,6 0 2 15,-1 2 1-15,2-2 4 0,-2 1 1 0,1-1-4 16,1 1 6-16,-3-1-1 0,-2 2 8 0,-1-1-1 16,-7 1-7-16,12-1-6 0,-12 1 1 0,13-2 7 15,-13 2 5-15,7 0-6 0,-7 0 8 0,0 0-7 16,9-3 6-16,-9 3-3 0,0 0-4 0,0 0-1 16,0 0 2-16,0 0-2 0,0 0-2 0,8-1-2 15,-8 1 1-15,0 0 0 0,0 0-6 0,0 0 9 16,0 0-8-16,0 0-6 0,0 0-1 0,0 0 0 15,0 0-14-15,0 0-21 0,0 0-23 0,0 0-2 16,0 0-21-16,0 0-17 0,0 0-66 0,4 7-178 16,-4-7 79-16</inkml:trace>
  <inkml:trace contextRef="#ctx0" brushRef="#br0" timeOffset="47074.32">22589 13944 74 0,'0'0'86'0,"0"0"-3"0,0 0-4 0,0 0-5 16,0 0-3-16,0 0-4 0,0 0 4 0,0 0-15 0,0 0-2 15,0 0-11-15,0 0 2 0,0 0 2 16,0 0-11-16,0 0 4 0,0 0 2 0,0 0 1 15,0 0-4-15,0 0-3 0,0 0-2 0,0 0 0 16,0 0 0-16,0 0-6 0,0 0-1 0,0 0-4 0,0 0 5 16,0 0-8-16,0 0-7 0,0 0 7 0,0 0-4 15,0 0-3-15,0 0 1 0,0 0-3 16,0 0-5-16,0 0-1 0,16-12-2 0,-9 11 6 16,5 0-3-16,0-3 2 0,5 2-9 0,-4-1 5 0,6 0-3 15,-1-1 0-15,0 2 0 0,0-1 2 0,1-1 2 16,0 1 0-16,0-1-2 0,0 2 2 0,-2 0 0 15,0-1-6-15,-4 2 4 0,-1 0-3 0,1-3 0 16,0 1 6-16,-3 2-1 0,-2-1-4 16,-8 2 0-16,14 0 3 0,-14 0-3 0,10-2 6 0,-10 2-2 15,6-1 0-15,-6 1-1 0,0 0 5 0,0 0 2 16,0 0 3-16,12-1 2 0,-12 1-7 0,0 0 0 16,0 0 2-16,0 0-4 0,0 0-1 0,0 0-10 15,0 0-8-15,0 0-27 0,0 0-14 0,0 0-25 16,0 0-13-16,0 0-20 0,0 0-92 0,0 0-219 15,0 0 97-15</inkml:trace>
  <inkml:trace contextRef="#ctx0" brushRef="#br0" timeOffset="61833.5">29022 17971 76 0,'0'0'153'0,"11"0"-14"0,-11 0 1 16,0 0-3-16,0 0-3 0,0 0-13 0,12-1-3 16,-12 1-2-16,0 0-9 0,0 0-3 0,0 0-3 15,0 0-2-15,0 0-5 0,0 0-10 0,0 0-7 16,0 0-2-16,0 0-4 0,0 0-8 0,0 0-6 15,0 0-3-15,0 0-5 0,0 0-2 0,0 0-8 16,0 0 1-16,10 4 4 0,-10-4-3 16,0 0-1-16,0 0 7 0,9 3-3 0,-9-3-8 15,10 4 11-15,-10-4-3 0,19 4-8 0,-7-4 6 16,9 0 7-16,-1 0-6 0,9-4 1 0,3 0-17 16,1-4 7-16,18-3-3 0,2-3-2 0,4-1-7 15,-1-5-1-15,30-6-13 0,-25 2-16 0,30-5-32 16,-8-4-34-16,-4-3-37 0,0-3-47 0,-1-4-85 15,-28 13-156-15,32-21-432 0,-4 1 193 0</inkml:trace>
  <inkml:trace contextRef="#ctx0" brushRef="#br0" timeOffset="76076.67">7527 16590 33 0,'0'0'60'16,"0"0"-4"-16,0 0 6 0,0 0 1 0,0 0 1 15,-29-3-5-15,29 3-5 0,-12 0-6 0,12 0 1 16,-10 2 7-16,1-1-7 0,-1-1 4 0,1 0-5 0,-4 2 1 15,0 0-3-15,-1-1 5 0,-5 5-8 0,-1-3-4 16,0 1 1-16,-8 0-1 0,1 2-11 0,-2-1 12 16,-2 1-3-16,1 0 4 0,-2-1-5 15,-5 2 1-15,6-2-3 0,1-1-3 0,-2 1-5 16,2 0 2-16,3-1-6 0,5-1 3 0,2 0-4 16,3 0-5-16,3-2 5 0,1 2-8 0,2-3 5 15,0 3-10-15,3-3-14 0,8 0-22 0,-18 0-12 16,13 0-23-16,5 0-25 0,-12 0-17 0,12 0-98 0,-14-3-219 15,14 3 98-15</inkml:trace>
  <inkml:trace contextRef="#ctx0" brushRef="#br0" timeOffset="76478.92">6880 16481 88 0,'0'0'82'0,"0"0"2"16,0 0 3-16,0 0 1 0,0 0-7 0,0 0-1 15,0 0-12-15,0 0 3 0,0 0 2 0,0 0-3 16,-13 26-1-16,13-26 3 0,-6 12-7 0,2-6-3 15,0 1 0-15,-2 0-6 0,0 3 0 0,-1-2-8 16,1 2 5-16,1-2-7 0,-3 1-1 0,2-1 0 16,-1 2-11-16,1-3 1 0,-2 3-5 0,2-2 1 15,1-1-9-15,-2 0-2 0,3 1 1 16,1 1-6-16,3-9-3 0,-8 15 5 0,7-9-1 16,1-6-4-16,0 14 0 0,0-14 2 0,1 13-4 15,-1-13-1-15,8 13-1 0,-5-10 3 0,5 4-2 16,1-1-12-16,1-1-12 0,2-1-13 0,-2 1-16 0,4 0-6 15,-1-1-17-15,5-1-9 0,-5-1-24 16,1 1-3-16,-3-2-16 0,1 2-95 0,-1-1-233 16,-11-2 103-16</inkml:trace>
  <inkml:trace contextRef="#ctx0" brushRef="#br0" timeOffset="77166.89">3781 16412 59 0,'-5'-9'112'0,"5"9"-4"0,0 0-3 0,-6-5-16 0,6 5-8 16,0 0-1-16,0 0-11 0,0 0-4 16,-7-6-14-16,7 6 12 0,0 0-5 0,0 0 1 15,-5 13-3-15,3-2-2 0,-1-1 2 0,-2 7 1 0,4 1 0 16,-2 1-5-16,-2 6-1 0,1-5-16 16,2 0 3-16,-5 5-7 0,5-6 1 0,0 0-2 0,0-2-10 15,0-2 0-15,1-4 2 0,0 0 1 16,1-2-8-16,-1-1-2 0,-1-1 3 0,2-7 0 0,-5 13-2 15,4-7-3-15,1-6-1 0,0 10-2 16,0-10 4-16,-1 7 2 0,1-7-2 0,0 0-7 16,0 0-6-16,0 11 14 0,0-11-5 0,0 0-2 15,0 0 2-15,0 0-5 0,7 3 6 0,-7-3-13 16,0 0-13-16,21 0-16 0,-7-1-24 0,4-3-24 16,2 0-24-16,2 2-35 0,5-4-92 0,-9 6-250 15,2-7 110-15</inkml:trace>
  <inkml:trace contextRef="#ctx0" brushRef="#br0" timeOffset="77455.98">4424 16405 34 0,'0'0'137'0,"-10"-3"4"0,10 3-3 0,0 0-8 16,-20 3-8-16,20-3-2 0,-17 7-8 0,6 0-3 16,-4 4-1-16,2 0-7 0,-2 3-8 0,2 0-11 15,0 1-2-15,3 0-8 0,1 1-9 0,0 1-5 0,2-2-5 16,2-1-4-16,2-2-9 0,3-1-1 0,1 0-3 16,3 0-3-16,0-1-3 0,5-1 0 15,-1-3-19-15,7 2-7 0,1-2-18 0,4-3-24 16,0 0-27-16,8-2-27 0,0-2-10 0,0-2-36 15,-7 2-125-15,-3-1-285 0,0 0 127 0</inkml:trace>
  <inkml:trace contextRef="#ctx0" brushRef="#br0" timeOffset="77846.48">3559 17087 146 0,'0'0'152'16,"0"0"2"-16,0 0-16 0,0-13-13 0,0 13-4 15,0 0-17-15,0 0-16 0,0 0-10 0,0 0-6 16,0 0-8-16,0 0-9 0,0 0-3 0,0 0 4 16,0 0-3-16,-4 41-10 0,1-26-4 0,2 2 2 15,-1 2-9-15,0-1-1 0,1 0-6 16,0-5-16-16,-1 2-21 0,1 3-2 0,0-1-22 15,0-5-19-15,-1-1-20 0,1 0-18 0,0 1-25 16,-1-2-95-16,1-1-230 0,1-9 101 0</inkml:trace>
  <inkml:trace contextRef="#ctx0" brushRef="#br0" timeOffset="78139.95">3594 17034 73 0,'11'2'104'0,"-11"-2"-8"0,9 8-5 0,-5-3-13 16,-4-5-2-16,-2 17-3 0,2-17-6 0,-3 18-2 16,-3-7-3-16,1 0 3 0,1-2-11 0,-2 2 0 15,1-2-1-15,0 0-3 0,5-9-12 0,-8 13 4 16,4-7-12-16,4-6-3 0,0 0 2 0,-6 10-5 15,6-10-3-15,0 0-1 0,0 0-1 16,1 11-7-16,-1-11 5 0,0 0-1 0,17 6 0 16,-5-2-3-16,1 0-5 0,6 0-9 0,1-2-17 15,1 0-30-15,2-2-29 0,5 2-24 0,1-4-91 16,-9 2-207-16,-1 0 92 0</inkml:trace>
  <inkml:trace contextRef="#ctx0" brushRef="#br0" timeOffset="78358.28">4071 16975 104 0,'-11'6'126'0,"-3"3"0"0,1 3-2 16,1 1-5-16,-3-2-3 0,6 2-11 15,1 2-13-15,0-2-10 0,2 1-2 0,4-1-14 0,1-1-2 16,2 4-6-16,0-4-7 0,3-1-7 15,1 4-17-15,3-5-12 0,3 0-27 0,0-3-27 16,4 1-28-16,0-1-23 0,3-3-23 0,0-4-67 16,1 3-195-16,-5-3 86 0</inkml:trace>
  <inkml:trace contextRef="#ctx0" brushRef="#br0" timeOffset="78708.23">4530 17008 6 0,'0'0'168'0,"0"0"-5"0,0 0-12 0,0 0-14 16,0 0-12-16,-34 19-10 0,30-8-4 0,0 5-8 15,0-4-12-15,-1 5-4 0,4-1-13 0,-1-4-5 16,4 3-5-16,-1-4-9 0,4 1-4 0,0-3-4 15,0 0-7-15,2-1-3 0,0 0-2 0,2-4-6 16,0-1 4-16,2-3-8 0,-11 0-3 0,21 0 4 16,-12-3-4-16,1-1 3 0,-1-4-6 0,0 3 5 15,1-4 1-15,-3-1-6 0,-1 2 2 0,-1-2 2 16,-2-3-8-16,1 5 3 0,-4-2-4 0,0 10-1 16,-4-22 4-16,-1 13-6 0,-2-2-13 0,7 11-24 15,-16-16-11-15,4 8-16 0,2 3-13 0,-4 3-13 16,14 2-26-16,-25-3-8 0,8 3-16 0,-1 3-19 15,5 1-81-15,-1 1-248 0,-1 2 110 0</inkml:trace>
  <inkml:trace contextRef="#ctx0" brushRef="#br0" timeOffset="79082.64">4641 17160 11 0,'16'-13'121'0,"-9"5"-7"0,2 0-3 16,-4-3-8-16,2 2-6 0,-7 9 3 0,7-22-4 16,-4 10-6-16,2-3-5 0,-4 5-16 0,-1-6-5 15,0 16 5-15,-5-25 0 0,4 14-2 0,1 11 6 16,-5-21 0-16,1 12-2 0,4 9 3 0,-3-16-8 16,3 16-4-16,-5-9-7 0,5 9-7 15,0 0-7-15,0 0-3 0,-5-11-5 0,5 11-3 0,0 0-1 16,0 0-12-16,0 0-8 0,0 0-1 0,0 0-9 15,0 0-1-15,0 0 2 0,0 0-8 0,0 0-5 16,12 42-2-16,-5-32 6 0,1-3 4 16,0-1-10-16,1 1 7 0,-9-7 1 0,14 11-9 15,-14-11 3-15,9 10 3 0,-6-3 3 0,-3-7 1 16,6 13-2-16,-5-7 5 0,-1-6 0 0,1 17 4 16,-1-17-8-16,-4 19 5 0,0-10-4 0,-2 2 8 15,1 0-7-15,-5-1-7 0,-1 4-11 0,4-4-15 16,-1-2-15-16,1 0-22 0,1-3-32 0,0 3-16 15,6-8-110-15,-13 9-253 0,13-9 113 0</inkml:trace>
  <inkml:trace contextRef="#ctx0" brushRef="#br0" timeOffset="80500.62">4832 16973 5 0,'0'0'127'0,"0"0"-6"0,0 0 0 0,-32 17-9 0,25-5 3 16,-3 1-11-16,1 1-10 0,3 1-5 16,-2 1-6-16,2-4-15 0,2 4 0 0,0-2-6 15,3-1-10-15,2-1-5 0,-2-1 1 0,1-11-9 16,2 19-1-16,1-11-6 0,1-2-3 0,-4-6-4 16,15 9 5-16,-6-5-5 0,-9-4-2 0,19-3-2 15,-19 3 0-15,22-8-1 0,-11 1-4 0,4-3-3 16,-4 3-3-16,2-7 1 0,-2 1 4 0,1-1-8 15,-2 0 8-15,-2-1-7 0,2-2 1 0,-4 2 5 16,1 1 0-16,-6 2-8 0,3 0 10 0,-3 1 2 16,-1 11-5-16,3-21 7 0,-3 21-8 0,2-11 1 15,-2 11-4-15,0 0-3 0,1-14 3 16,-1 14-1-16,0 0-4 0,0 0-1 0,0 0-3 0,0 0 6 16,0 0 1-16,0 0 2 0,0 0-2 0,0 0 2 15,-1 42-3-15,1-42-4 0,-2 25 9 0,2-13-8 16,5 0 2-16,-3 0 1 0,-2-12 3 0,7 19-3 15,0-7 1-15,-2-4-2 0,-5-8-4 0,16 9 8 16,-9-6-2-16,-7-3 0 0,19 1-3 0,-19-1 4 16,22-2-4-16,-8-5-4 0,-2 3 6 15,3-4-2-15,-6-1-3 0,5-3 5 0,-4 0 8 16,-2 0-3-16,1-2 6 0,0 0 2 0,-1-2-3 16,-3-2 2-16,1 1-5 0,-1-2 0 0,2-1 5 15,-4-6-7-15,3-1-3 0,-3 8 2 0,-1-1-5 16,0 2 2-16,0 1-2 0,-1 0-2 0,-1 7 7 15,0 10-3-15,2-20-3 0,-2 20 3 0,2-13-8 16,-2 13 5-16,0 0-7 0,2-11 2 0,-2 11-4 16,0 0 12-16,0 0-2 0,0 0-1 0,17 33-1 15,-13-15 1-15,0 8 0 0,-2 1 2 0,2 0 2 16,-4 0-2-16,2-1-4 0,-2 2-1 0,0-3 0 16,2-6 7-16,1-1-6 0,0-2 0 0,0-5 4 15,0 1 0-15,4-2-3 0,-2 0 0 0,4-2 5 16,-3-2-5-16,-6-6 3 0,13 5-1 0,-4-2-5 15,-9-3 7-15,18-3 1 0,-9-1-4 0,2 0-2 16,0-4 2-16,-2 1-1 0,-1-4 3 16,1-1-4-16,-1-3 2 0,2 1-2 0,-5-2 0 15,2-1 2-15,-3-3-2 0,-4 2-3 0,1 0 2 16,-1-6-1-16,-1 5 1 0,-2 1-9 0,-1 0 1 16,2-1 3-16,-3 0-5 0,-2 3 2 0,5 7-2 15,-2-4 2-15,4 13 0 0,-4-14-2 0,4 14-1 16,0 0 1-16,-3-13-4 0,3 13 3 0,0 0 1 15,0 0-7-15,0 0 15 0,0 0 3 0,9 42 4 16,-5-18-1-16,3 1 0 0,-4 4 2 0,4-7-1 16,-5-2-8-16,2 6 8 0,0-6-6 0,-1-2-14 15,2 0-10-15,-2-3-15 0,3 2-15 0,-2 0-17 16,-2-6-15-16,2-2 2 0,-4-9-18 0,9 14-14 16,-9-14 8-16,11 8 1 0,-11-8 8 0,15 3 1 15,-15-3 9-15,20-9 16 0,-20 9-1 0,20-12 9 16,-11 5 2-16,2-3 12 0,-1-2 15 0,-3-2 14 15,1-1 0-15,0 1 14 0,-1 0 7 16,-3 1 9-16,0-2-1 0,-4 15 5 0,3-23 18 16,-3 23 9-16,0-16 10 0,0 16-2 0,0 0-2 15,-7-19-2-15,7 19 2 0,0 0-1 0,-15-3 2 0,15 3 7 16,0 0-7-16,0 0 0 0,-31 22 3 16,24-13 1-16,0-1-7 0,-2 7-1 0,5-4-9 0,-1-1 2 15,3 3-7-15,2-13-2 0,-4 19 2 0,4-19-1 16,-1 13-11-16,1-13 6 0,0 0 0 0,5 16-5 15,-5-16 0-15,6 8-6 0,-6-8 2 16,0 0 0-16,18 0-7 0,-18 0 6 0,0 0-3 16,18-14-2-16,-18 14 2 0,14-13-5 0,-9 6-1 15,0-1 7-15,-5 8-6 0,10-18 3 0,-7 6 3 16,-3 12-10-16,4-16 3 0,-4 16-3 0,1-20-1 16,-1 20 2-16,0-12 1 0,0 12 0 0,0 0 2 15,0-13-6-15,0 13-5 0,0 0 8 0,0 0-8 16,0 0 8-16,0 0-3 0,0 0-5 0,0 0 11 15,0 0 0-15,0 0 0 0,14 28-3 0,-14-28 7 16,9 15-5-16,-5-8 0 0,-4-7 2 0,9 13-3 16,-9-13 4-16,10 9 1 0,-2-4 0 0,-8-5-4 15,12 3 0-15,-12-3 2 0,0 0-4 0,25-5 4 16,-25 5-5-16,18-14 3 0,-8 6-3 0,-10 8 3 16,14-16-2-16,-8 6 3 0,3 1-2 0,-9 9 2 15,11-27 2-15,-6 12-4 0,-1 0-4 16,-4 15 6-16,5-29 6 0,-4 16-2 0,3-4-2 15,-2 3 2-15,-2-4-2 0,0 2 1 0,-2 0-3 16,-2 0 2-16,4 16 4 0,-4-20 2 0,4 20 10 0,-1-11 1 16,1 11-3-16,0 0-1 0,-4-12-3 0,4 12-7 15,0 0 9-15,0 0 4 0,0 0 9 16,0 0 4-16,0 0 5 0,1 52-4 0,-3-34 5 16,-2 10 2-16,3-3-12 0,-2 1 2 0,-1 0-1 15,3-6-9-15,-2 5 4 0,2-7-4 0,1-3-1 16,-1 4-4-16,1-3-5 0,1-4-11 0,-1-12-21 15,1 23-17-15,-1-23-13 0,1 17-20 0,-1-17-23 16,0 0-25-16,3 16-1 0,-3-16-22 0,0 0-10 16,0 0-16-16,0 0 14 0,0 0-7 0,0 0-80 15,0 0-258-15,0 0 115 0</inkml:trace>
  <inkml:trace contextRef="#ctx0" brushRef="#br0" timeOffset="80978.32">5730 16943 530 0,'0'-13'-31'16,"0"13"0"-16,1-22 20 0,-1 22 1 0,0-23 13 15,0 23 5-15,2-19-10 0,-2 19 7 16,4-15 0-16,-4 15 8 0,0 0-7 0,3-13 4 0,-3 13 5 15,0 0 4-15,0 0 9 0,10-11 4 0,-10 11 7 16,0 0 9-16,0 0-1 0,0 0 7 0,0 0 3 16,0 0-2-16,34 11 2 0,-34-11-1 0,9 10-11 15,-9-10-2-15,0 0-4 0,14 13 10 16,-14-13-5-16,9 7 0 0,-9-7 1 0,10 8-11 0,-10-8 3 16,0 0 1-16,16 5 5 0,-16-5-3 15,0 0 4-15,0 0 5 0,0 0-7 0,29-11 4 16,-29 11 10-16,0 0 0 0,10-9-5 0,-10 9-5 15,5-10-3-15,-5 10-3 0,3-13-2 0,-3 13-5 16,0 0-2-16,-3-19-6 0,3 19-7 0,0 0 3 16,-8-20-4-16,8 20-3 0,-9-8-12 0,9 8-16 15,-12-8-13-15,12 8-13 0,0 0-8 0,0 0-6 16,-23-2-5-16,23 2-13 0,0 0-4 0,0 0-9 16,0 0-5-16,-11 24-4 0,11-24-3 0,3 19 2 15,-3-19 1-15,0 0 12 0,4 27 6 0,-4-27 10 16,11 14 10-16,-11-14 7 0,10 10 15 0,-10-10 2 15,11 6 13-15,-11-6 17 0,0 0-2 0,18 4 18 16,-18-4-8-16,0 0 10 0,0 0 5 0,0 0 10 16,30-10 3-16,-30 10-4 0,8-8 3 0,-8 8 5 15,9-11-4-15,-9 11 11 0,13-11-3 16,-13 11 0-16,11-11-2 0,-11 11 2 0,12-9-3 16,-12 9 1-16,9-9-3 0,-9 9 2 0,12-5-1 15,-12 5-5-15,13-3 8 0,-13 3 6 0,0 0 2 16,22 7-6-16,-22-7 1 0,11 11-6 0,-7-3-4 15,0 2 3-15,0 0-9 0,-4-10-10 0,4 22-30 16,-4-22-47-16,1 23-44 0,-1-11-183 0,0-12-308 16,-8 22 137-16</inkml:trace>
  <inkml:trace contextRef="#ctx0" brushRef="#br0" timeOffset="81884.61">6107 17267 47 0,'-22'19'138'0,"-5"-3"-5"15,1 1-19-15,-4 0-14 0,-2-4-2 0,-2 7-5 16,2-2-17-16,-21 3 4 0,4 0-10 0,-1-2-8 15,-6 3-1-15,-2-3-9 0,-3 1-7 0,-27 4 0 16,25-12-9-16,-28 6 5 0,26-6-8 0,-27 0 1 16,-5 6 0-16,2-8-7 0,3-3-1 0,2 0-8 15,-6-1 3-15,1 0-8 0,-2 2 6 0,-1-4-12 16,3 1 7-16,-1-5-3 0,-1-4-3 16,4 3 3-16,-2-1-5 0,2-1-1 0,1-7-3 0,-3 2 1 15,5 3 0-15,-1-7-1 0,26 1-8 0,-26-1 8 16,26 1 3-16,2-4 2 0,-25-9 3 0,30 6-11 15,2 0-4-15,4-7 4 0,-1 0 1 16,1-2-8-16,0-2-3 0,7-3 6 0,4-4 1 0,1-7-5 16,11-5 7-16,2 1-3 0,4 0 1 15,4-4-3-15,5-2 14 0,2-1-7 0,7-3-4 16,5 4 0-16,3 1 3 0,8-2-7 0,3 4-2 16,7-5 3-16,4 2 2 0,20-19-1 0,-8 25-11 15,25-22 6-15,5 5-1 0,3 4 4 0,11 0-3 16,2 5-2-16,8-1 6 0,9 5 7 0,8 6 2 15,3 1-4-15,6 3 5 0,-1 3 4 0,0-1-8 16,3 8 5-16,-6 1-3 0,2 2 5 0,1 3-3 16,-2 4-3-16,-2 2 2 0,-2 3 0 0,-4 2-3 15,1 3 0-15,-3 4 3 0,2 1 2 0,4 8-4 16,-5 2 7-16,-1 3-6 0,0 8 1 0,-3 1 0 16,-4 2-5-16,-1 3 8 0,1-1-4 0,-1 5 5 15,-3 1 1-15,4-1-4 0,-5 2-5 0,-3-1 11 16,-28-6-7-16,23 9-1 0,-25-6 2 0,-4 1 2 15,-1 8 0-15,-6 2-4 0,-3-2 0 16,-7 7 2-16,-1 2-4 0,-7 1-1 0,-6 0 8 0,-4 6-2 16,-8 1-4-16,-6 0 2 0,-3 2 3 15,-11 5 1-15,-1 2 3 0,-7-2-1 0,-14 20 6 16,5-22 0-16,-19 32 6 0,-6-14-1 0,1 2 7 16,-9 1-4-16,-7-4 1 0,-3-6 4 0,-6 2 2 15,-1-6-1-15,-8 0 7 0,3-3-1 0,-1 3-10 16,0-4 4-16,-7-4-3 0,2 2 1 0,-3-2-6 15,-5-5 0-15,4-1-2 0,-5-8-3 0,-3 0-6 16,4-4-11-16,-1-1-8 0,5 2-6 0,-1-10-12 16,27-8-8-16,2-6-33 0,4-3-15 0,6-4-32 15,14-3-30-15,3-7-109 0,3-4-274 0,7-8 121 16</inkml:trace>
  <inkml:trace contextRef="#ctx0" brushRef="#br0" timeOffset="82161.52">6597 15776 137 0,'3'3'175'0,"-3"-3"-18"16,9 5-23-16,-5-1-5 0,1 1-13 0,3 1-11 15,-3-3-10-15,4-1-12 0,-9-2-5 0,17 3-7 0,-7-5-8 16,9-1-24-16,9-6-29 0,4-5-62 16,3-4-35-16,12-8-123 0,0-1-226 0,4-4 101 15</inkml:trace>
  <inkml:trace contextRef="#ctx0" brushRef="#br0" timeOffset="82305.42">7734 15281 2 0,'-1'12'-1'16</inkml:trace>
  <inkml:trace contextRef="#ctx0" brushRef="#br0" timeOffset="210368.27">10102 17198 3 0,'0'0'30'0,"0"0"-4"16,-5-8 2-16,5 8 7 0,0 0-3 16,0 0-1-16,0 0-5 0,0 0 5 0,0 0 0 15,0 0-9-15,-6-5 5 0,6 5 0 0,0 0-1 0,0 0 1 16,0 0-2-16,0 0 1 0,0 0-13 0,0 0 8 15,0 0-2-15,0 0 4 0,0 0-6 16,0 0 0-16,0 0 3 0,0 0 6 0,0 0-5 0,0 0 1 16,0 0 4-16,0 0 2 0,0 0-8 15,0 0 2-15,0 0 4 0,0 0 2 0,0 0-8 16,0 0 16-16,0 0-14 0,0 0-13 0,0 0 5 16,0 0-5-16,0 0 3 0,0 0 0 0,14-14-6 15,-14 14 9-15,17-4-4 0,-5-1 0 0,1 1-1 16,0 0 9-16,5-1-1 0,1 1 1 0,-5 0-6 15,-1 1-3-15,2-3 6 0,3 4-1 0,-7-2-2 16,2 0-2-16,0 1 1 0,1 0 6 0,-1 2 2 16,-4-2 0-16,-9 3 3 0,17-4-7 0,-9 3 2 15,-8 1-4-15,14-2 3 0,-14 2 0 0,0 0-1 16,10-3 8-16,-10 3 5 0,7-3-5 0,-7 3 7 16,0 0-2-16,0 0 2 0,9-1 1 0,-9 1 1 15,0 0-6-15,0 0 4 0,0 0 0 0,0 0-6 16,0 0 0-16,0 0-1 0,0 0-3 0,0 0-7 15,0 0 6-15,0 0-16 0,0 0-8 16,0 0-22-16,0 0-19 0,0 0-32 0,0 0-17 16,0 0-21-16,0 0-14 0,-27-2-85 0,27 2-230 0,0 0 102 15</inkml:trace>
  <inkml:trace contextRef="#ctx0" brushRef="#br0" timeOffset="210866.39">11099 16987 41 0,'0'0'71'0,"0"0"-17"0,-14 0 1 0,14 0 2 16,0 0-6-16,0 0 2 0,0 0-11 15,0 0 5-15,0 0-17 0,0 0 1 0,0 0-5 16,0 0-2-16,0 0 5 0,0 0 6 0,0 0-3 15,0 0 10-15,0 0-9 0,36 0 11 0,-19-3-6 0,3 2 6 16,1-2-6-16,0-1 3 0,7 1-6 0,-11-1-3 16,2 0 5-16,1 2-3 0,-2-2-4 0,3 1 6 15,-6 1 2-15,-1 0-6 0,-4-1-2 16,2 3-3-16,-5-2-6 0,1 0 6 0,-8 2-4 16,13-1-4-16,-13 1-2 0,6 0 3 0,-6 0-4 15,0 0 4-15,0 0-13 0,13 0 0 0,-13 0 1 16,0 0 1-16,0 0-3 0,0 0 6 0,0 0-1 15,0 0 2-15,6-4-7 0,-6 4 0 0,0 0-22 16,0 0-16-16,0 0-18 0,0 0-21 0,0 0-25 16,0 0-16-16,0 0-82 0,0 0-209 0,0 0 92 15</inkml:trace>
  <inkml:trace contextRef="#ctx0" brushRef="#br0" timeOffset="211254.3">12284 17103 23 0,'0'0'100'0,"0"0"-2"0,0 0-6 16,0 0-6-16,0 0 10 0,0 0-23 0,0 0 3 15,0 0-7-15,0 0-2 0,0 0-14 0,0 0 0 16,0 0-9-16,0 0 5 0,0 0 5 0,0 0-1 15,0 0-4-15,21 4 4 0,-8-5-5 0,-13 1-3 16,27-3 1-16,-10 1-7 0,4-1-5 0,0 1-3 16,3 2-13-16,-4-2-34 0,11-1-50 0,-1 2-57 15,-10 0-85-15,9-2-224 0,-3-2 99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28:46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28820 5489 8 0,'2'34'16'0,"3"0"1"16,-3 2-4-16,1-2 1 0,0-1-1 0,0 0 5 15,4 2-4-15,-6 0 2 0,0-3-8 0,1 1 2 16,-2-2 0-16,0 2 0 0,-2-1-3 0,-2-3 2 15,1 1 2-15,-2 1-7 0,1-1 10 0,0 0-2 16,-1 1 5-16,3-1-3 0,-1 1 0 0,0-4-2 16,-3 3 2-16,3 0-5 0,-1 0 3 0,2-2-3 15,-3 2-2-15,2-1 1 0,0-2 1 0,1-1 2 16,-1 0-8-16,2-1 2 0,0 1 4 0,-2-9-5 16,2 0 1-16,1 0-3 0,-1 1 3 0,1-18-2 15,2 28 3-15,-2-14-6 0,4 2 0 0,-4 0 5 16,0-16-4-16,1 34 4 0,-2-16-2 0,-3 0 0 15,3 1-6-15,-1-1 3 0,-3 2-1 0,2-4-1 16,-2 4 0-16,0-2 2 0,2 0-2 16,-1-3-2-16,-2-2-5 0,1 4-2 0,5-17 6 15,-7 19-4-15,7-19 1 0,-6 12-6 0,6-12-1 0,-7 11-6 16,7-11 0-16,0 0 1 0,-11 13-26 16,11-13-49-16,0 0 22 0</inkml:trace>
  <inkml:trace contextRef="#ctx0" brushRef="#br0" timeOffset="1018.33">28031 4580 13 0,'16'29'16'0,"4"1"0"0,2 10-2 0,-4-8-5 15,4 10 3-15,-1 3 6 0,1-5-10 0,-2 4 8 16,-5-12-8-16,2 11 8 0,1-11-4 0,1 13-1 16,0-4-3-16,-4-7 3 0,3 12 5 0,-4-2-4 15,-1 4-6-15,1 3 5 0,-5-1-5 0,-4 0 5 16,0 1 0-16,-2 1-7 0,-4 0 8 0,-4 1-2 16,2 0 4-16,-1-1-6 0,-4-2-5 0,3-1 7 15,0 0-3-15,1-3 2 0,0 2 4 0,3 0-4 16,0-2-1-16,0 2 1 0,1-3 2 0,1 2-1 15,1-11-3-15,1 10 0 0,0-10-2 0,5 10 0 16,-4-10-4-16,0 0 7 0,0-2-4 0,-1 2 3 16,3 9-5-16,-2-13 0 0,-1 3-1 0,2-1 2 15,-1 1 3-15,-2-3-5 0,-2 4 15 0,0 9-13 16,0-12 6-16,1 1-5 0,-1 1 0 0,0 1 1 16,0 9-4-16,1-9 5 0,2 0-5 0,2 0-4 15,0 11 6-15,-2-11 0 0,4-1-4 0,0 11 6 16,-3-10-3-16,-1-1 3 0,1 0 1 0,1 10-2 15,0-11 0-15,-3 0-7 0,3 0 2 0,0 13 0 16,0-15 9-16,-2 4-7 0,2-4 1 0,1 4 9 16,0-4-8-16,-1 2-6 0,1 0 5 0,-2-1 0 15,1-1-6-15,1-1 2 0,-2 1 1 0,2 1-2 16,1-1 4-16,-1-1 1 0,2 0 2 0,-2 0-3 16,1 0-1-16,-1-3 2 0,-1 3-1 0,1-2-5 15,-2 3 6-15,0 0 4 0,-2-1-5 0,1-3 2 16,1 4 3-16,-3 1-8 0,2-3 3 0,-3 2-2 15,0 0 2-15,0-1-4 0,4 0-2 0,-6 0 3 16,2 1-1-16,0 0 4 0,-2-2 2 16,2 0 3-16,-1 1-4 0,-1-3 1 0,0-1-1 0,0 1-4 15,1-2 1-15,-2-1 0 0,1-5 6 0,-2 5-8 16,2 1 6-16,-1-2-1 0,-2 3 1 0,4-8-3 16,0 0 1-16,-1-2-4 0,2 8 1 0,0-7 0 15,-1 6 6-15,0-5-7 0,2 4 4 0,-1 2 1 16,0-4-2-16,0-1 3 0,0-1 3 0,-1 2-3 15,2-4-7-15,-1 1 7 0,1 1-8 0,-2 1 6 16,1 0 1-16,-3 4-1 0,0-4 0 0,-3 4-4 16,1-6 2-16,-2 2-10 0,0-1-2 0,-2 5-7 15,0-5 10-15,0-1-3 0,-2 5-7 0,2 0 0 16,-2 2-7-16,0-1-4 0,0-2-1 0,4-3 8 16,0 0 0-16,-2-2-4 0,2-1-1 0,-3 3 1 15,2-3-15-15,1 2-46 0,-1 0 21 0</inkml:trace>
  <inkml:trace contextRef="#ctx0" brushRef="#br0" timeOffset="2774.36">28648 7669 25 0,'8'56'17'0,"2"1"-1"15,-4 1-1-15,2-1 0 0,2 2-2 0,-2-4-4 16,-1 1 0-16,0-1-2 0,2 0 4 0,-2 1-4 16,0 3 2-16,1-1 1 0,2 1-4 0,-1 22 2 15,-4-28-1-15,-2 4-1 0,3 1 3 0,0-1-1 16,-1-1-4-16,2-3 1 0,-2 0-1 0,-3-3 2 16,5 3-4-16,-1-5-2 0,-3 0-4 0,2 0-12 15,-3-12 5-15,1 10-23 0,-4-13-35 0,-3 1 16 16</inkml:trace>
  <inkml:trace contextRef="#ctx0" brushRef="#br0" timeOffset="3577.45">29785 5569 25 0,'92'-3'25'0,"0"1"-5"0,-1 2-3 16,-27 0 0-16,27 2-4 0,-29 0-2 0,30 6 3 15,-28-2-7-15,2 1 4 0,-3-1-1 0,0-1 1 16,-2 4-3-16,-4-1-2 0,-8 3-4 0,1-3 3 15,-17 1 1-15,-1-1 0 0,-1 2 0 0,-4-3 0 16,1 2-3-16,-4 1 4 0,-5-3-7 0,-2 2 3 16,0 0 0-16,-3 1-3 0,2 0-1 15,-3 2 3-15,0-1-6 0,-3 2 5 0,-1-1-4 0,0 3 3 16,-5-3 2-16,1 4 3 0,0 2-7 0,-2-1 3 16,-1 2 9-16,0 1-9 0,-1 4 4 0,1 3 0 15,-2-1-4-15,0-1-2 0,0 3 2 0,5 3 2 16,-2 0 0-16,1 3 2 0,2 1 3 15,3 10-5-15,-2-12 5 0,3 13-13 0,-2-12 9 16,2 14 3-16,1-2-5 0,2-1-1 0,-3 0 1 0,-1-9 2 16,0 10 2-16,-2-1-2 0,3 3 2 0,-1 0-6 15,-3-2 3-15,2 7-6 0,-2 0-2 0,-5 2 0 16,2 1-1-16,-4 1-5 0,-2 3 1 0,4-4-5 16,-3 1 6-16,-1-2-6 0,3-1 1 15,-2-3 6-15,2-1-11 0,1 1 4 0,4 1-18 16,-5-1 32-16,0-1-11 0,1 2-13 0,2-3-27 0,-1 2 86 15,-2 1-42-15,2-1-1 0,0 3 3 0,-2-4-8 16,-1 1 14-16,2-2-5 0,-5 1-6 16,2 0-11-16,-3 1 5 0</inkml:trace>
  <inkml:trace contextRef="#ctx0" brushRef="#br0" timeOffset="3736.84">31291 9128 5 0,'-3'33'24'0,"1"2"-4"0,0-2 2 15,1-1 5-15,0 1-5 0,1-1-1 0,0-3-4 16,1 2 2-16,0-3-2 0,1 1-3 0,-1-1-3 16,3 0-1-16,-3-2 3 0,0 0-13 0,2 1-5 15,1 0-4-15,-2 3-4 0,0-5-1 0,-2 2-5 0,-2-1-12 16,-3-8-33-16,-1 6 15 0</inkml:trace>
  <inkml:trace contextRef="#ctx0" brushRef="#br0" timeOffset="4714.89">29044 9926 22 0,'0'0'35'0,"0"0"3"0,0 0-7 0,0 0-4 16,0 0-1-16,-2 9 7 0,2-9 0 16,0 0-8-16,0 0 0 0,0 0 0 0,0 0-2 0,0 0-6 15,0 0-2-15,-12-2 2 0,12 2-4 0,0 0-5 16,-11 0 6-16,11 0-2 0,0 0-9 0,-11-4 9 15,11 4-6-15,-6-3 3 0,6 3 2 0,0 0-10 16,0 0 1-16,-10-4 1 0,10 4 3 0,0 0 0 16,-8-4-6-16,8 4 2 0,0 0-1 0,-6-2-1 15,6 2 2-15,0 0 2 0,0 0-4 0,0 0 1 16,0 0-2-16,0 0 7 0,0 0-4 0,0 0-4 16,-12 5 4-16,12-5-3 0,-5 5-1 0,5-5 5 15,-6 10-9-15,2-4 12 0,1-1-6 0,3-5 3 16,-5 11-4-16,3-5 3 0,-2 1 2 0,-3 1 2 15,4 1-9-15,-3 0 7 0,-1 1-5 0,3 1 1 16,0-1 3-16,-2-1-1 0,3 0 2 0,-1 1-2 16,0 1-3-16,2-1-1 0,-1-2-1 0,1 1 5 15,2-2 0-15,0-7-1 0,0 16-6 0,1-11 8 16,0 2-3-16,-1-7 6 0,3 13 0 0,3-5 1 16,-3-3-3-16,1-1 0 0,3 2 1 0,0 0 7 0,3 1-3 15,-1-2-11-15,4 3 8 0,2-2 2 16,3 2-2-16,2 0 5 0,6-4-6 0,4 2 0 15,5-1-3-15,1-1-3 0,1-3 4 0,0-1-2 16,3 2 2-16,-2-1-14 0,13-2 4 0,-11 2-7 0,-3-1 10 16,1 1-11-16,-1-2-2 0,4 1 4 15,10 0-6-15,0-1 8 0,2 2-5 0,-14-4 7 16,15 1-2-16,-3 2 10 0,0-7-15 0,0 4 10 16,-1-3-1-16,1 1 0 0,-11 4 1 0,12-3 3 0,-12 3-1 15,10-3 5-15,1 1-3 0,-13 0-2 16,14 0 5-16,0-2-4 0,1 2 4 0,-1 1 1 15,-1 1 4-15,-13-1-9 0,13-1 5 0,-12 1 1 16,1 2-12-16,-4-2 1 0,1 0 0 0,-2 1-6 0,-2 2-7 16,-2 1-3-16,-1 0-36 0,0 0-65 0,-3 1 28 15</inkml:trace>
  <inkml:trace contextRef="#ctx0" brushRef="#br0" timeOffset="8468.51">29008 5779 45 0,'-7'-9'55'0,"7"9"-12"0,-3-10-2 0,-1 5-5 0,4 5-3 16,-2-10-6-16,2 10 2 0,-3-11-4 0,1 6-11 16,2 5 7-16,-3-10-9 0,3 10 7 0,-1-9-2 15,1 9 4-15,0-9-1 0,0 9-5 0,0 0-1 16,-1-12-5-16,1 12 4 0,0 0-3 0,0-7 2 16,0 7-5-16,0 0-2 0,11-5 1 0,2 1 0 15,8 0 0-15,14-4-4 0,15-2 8 0,7 2-3 16,6-3-1-16,2 3-1 0,26-6-5 0,0-3 2 15,5 3 2-15,-7 3 1 0,-1-5-5 0,-23 7 1 16,26-3-2-16,-24 4-2 0,-2 0 3 0,1 1-14 16,-5-2-4-16,-5 5-14 0,-4 0-8 0,-14 2-43 15,-1-1-89-15,0 0 40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9:58:03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2078 3121 109 0,'0'0'111'0,"0"0"-4"0,0 0-3 0,0 0-7 15,0 0-2-15,-4-16 2 0,4 16-12 0,0 0 0 16,0 0-1-16,0 0-5 0,0 0-4 16,-4-9-2-16,4 9-10 0,0 0-2 0,0 0-4 0,0 0-3 15,0 0-10-15,-4-9 6 0,4 9-4 0,0 0-2 16,0 0-6-16,0 0-6 0,0 0 0 0,0 0-11 16,0 0 2-16,0 0-4 0,0 0-2 0,0 0-5 15,0 0-1-15,0 0 3 0,0 0-1 16,0 0-6-16,0 0-2 0,-3 29 0 0,3-17 7 15,-1 1-5-15,0 5-3 0,2-1-1 0,-3 2 0 16,0 0-3-16,0 0 5 0,0 5-3 0,-1-6 4 16,3-1-4-16,-2 1 2 0,4 0-4 0,-4 0 6 15,2-1-2-15,0 0-5 0,0-1 4 0,0-3 4 16,2-1-5-16,-2 1 2 0,0-4-9 0,0-9-3 16,-2 20-21-16,2-20-5 0,0 13-22 0,0-13-22 15,2 11-30-15,-2-11-30 0,-2 8-110 0,2-8-269 16,0 0 120-16</inkml:trace>
  <inkml:trace contextRef="#ctx0" brushRef="#br0" timeOffset="441.72">2400 3195 118 0,'-2'33'124'0,"1"-1"-11"0,-3-1-6 0,-1-1-5 0,-2-4-19 16,-4 2-3-16,2-2 1 0,-2-3-20 15,-1 2-4-15,-3-4-2 0,0-2-2 0,3-6-5 16,-1 2-7-16,0-2-13 0,0-1-21 0,1-1-14 16,-1-2-27-16,0 0-19 0,4-2-23 0,-4-1-89 15,2-2-179-15,-2-1 79 0</inkml:trace>
  <inkml:trace contextRef="#ctx0" brushRef="#br0" timeOffset="653.79">1571 3231 28 0,'-15'22'155'0,"0"3"-13"16,1 0-6-16,5 2-11 0,-1-1-13 0,6 0-4 15,1 1-18-15,4-2-8 0,5 0-5 0,3-2-8 16,2 1-6-16,4-2-17 0,4 0-24 0,3-2-40 15,5-5-52-15,0 2-125 0,0-5-210 0,5-3 92 16</inkml:trace>
  <inkml:trace contextRef="#ctx0" brushRef="#br0" timeOffset="857.31">1911 2902 64 0,'-2'-5'182'0,"2"5"-19"0,-4-8-19 0,4 8-13 15,0 0-13-15,-1-8-11 0,1 8-20 16,0 0-15-16,0 0-27 0,0 0-15 0,0 0-44 16,15 17-60-16,-8-8-103 0,-1 1-190 0,1-3 85 15</inkml:trace>
  <inkml:trace contextRef="#ctx0" brushRef="#br0" timeOffset="1476.29">3797 2960 51 0,'0'0'204'0,"-6"-7"-8"16,6 7-42-16,0 0-12 0,-2-7-14 0,2 7-11 16,0 0-18-16,0 0-9 0,0 0-5 0,0 0 6 15,0 0 2-15,-3 19 4 0,2-1-9 0,-2 7-3 16,2 1-12-16,0 5 2 0,-2-2-7 0,1 0-5 15,-2 1-7-15,1 0-2 0,1 1-2 0,-2 1-8 16,-1-1 3-16,0-2-9 0,2-1-6 0,-1-1 1 16,-2-3-4-16,3-5-1 0,1 0-3 15,-1-2-4-15,1-1-21 0,0-3-23 0,1-3-18 0,1 0-31 16,0-10-35-16,-2 16-39 0,2-10-38 16,0-6-131-16,0 0-340 0,0 0 151 0</inkml:trace>
  <inkml:trace contextRef="#ctx0" brushRef="#br0" timeOffset="1913.53">3542 3281 62 0,'19'-7'118'0,"12"2"-11"15,2-2-10-15,4-2-10 0,0-1-5 0,12-2-10 16,-13 1-6-16,-1 3-7 0,-1 3 2 0,-4-2-5 15,0 2-5-15,-10 2-9 0,-1 2-2 0,2-1-2 16,-10 1-7-16,2 0 3 0,-13 1-9 0,18 2 0 16,-10 2 8-16,-3 1 10 0,0 2-6 0,-3 2-5 15,-2 2 6-15,0-11 4 0,-3 27 9 0,-1-9-7 16,-1-1 2-16,-2-1-8 0,1 0 3 0,2-5-4 16,0 2-1-16,0-1-1 0,2-1-4 0,-1 1-3 15,2-3-3-15,1-1-3 0,0-8 3 0,4 12-1 16,-2-4-4-16,-2-8 3 0,15 8-4 0,-4-4-2 15,2-4-1-15,2-2 0 0,0-2 1 0,4 0 1 16,-2-4 13-16,1-3-3 0,-1 0 2 16,-1-2-4-16,2-6-8 0,-4 5 4 0,2-7-2 0,-4-1-1 15,-5 5-1-15,-3-2-4 0,-2 0 0 0,0-5-4 16,-5 5 3-16,-1 1-3 0,-2 0-2 0,-2 3-6 16,-2-4-1-16,-2 6 2 0,3 3-2 15,-1 2-2-15,0 0 1 0,-2 2-3 0,-2 3-16 16,1 3-9-16,-2 0-2 0,0 5-16 0,-2 2-14 15,3 1-31-15,-1 1-20 0,2 3-27 0,2 2-39 16,0 0-89-16,7-3-287 0,-2 1 128 0</inkml:trace>
  <inkml:trace contextRef="#ctx0" brushRef="#br0" timeOffset="2178.29">4483 2952 98 0,'5'-7'130'0,"-5"7"-5"0,0 0 4 15,0 0 12-15,0 0 1 0,8 17-1 0,-6-1 0 16,-1 1 0-16,5 11-11 0,-4-5-12 0,1 5-8 16,-2 0-10-16,1 0-10 0,1 1-5 0,-3 3-10 15,2-3-5-15,-2-1-9 0,0-2-4 16,0 0-4-16,2-7-8 0,-4 1-2 0,2-2-2 15,0 2-19-15,-1-3-20 0,1-2-30 0,0-3-25 0,-1-1-35 16,1-11-38-16,0 17-31 0,0-10-24 0,0-7-96 16,-5 10-298-16,5-10 132 0</inkml:trace>
  <inkml:trace contextRef="#ctx0" brushRef="#br0" timeOffset="2668.99">4397 3200 67 0,'31'-3'116'0,"-1"-1"-1"0,5-1-1 0,-3 2-7 15,1 0-4-15,-1-1-7 0,-1 0-17 0,-1-2 7 16,0 2 1-16,-3-3-9 0,-6 3-3 0,-1 0-1 16,0 1-9-16,-8-1-1 0,0 2-2 0,-5 0 3 15,-7 2 7-15,13-3 5 0,-13 3 0 0,0 0-3 16,11-3-7-16,-11 3-3 0,0 0-8 0,0 0-4 15,0 0-3-15,0 0-4 0,0 0-1 0,-33 11 3 16,19-1-6-16,0 1 2 0,0 0-1 0,-1 2 0 16,-1 3-4-16,0 7 2 0,3-8-7 0,1 2-1 15,2-1-1-15,1 3-5 0,2-3-6 0,2-1-2 16,4-3 3-16,0-2-7 0,1 2-2 0,1-2-3 16,3-2 5-16,0-1 2 0,3-2-3 0,4 2 0 15,-1-4 2-15,0 0-2 0,4-4 0 0,3-2-1 16,2-1-4-16,-1-3 7 0,-4 0-10 0,-3 0 2 15,1 0-2-15,-2-3 0 0,-2 0-3 0,-1 1-1 16,2-4 1-16,-4 0-3 0,-1 3 0 16,-2-2-1-16,-1 1 0 0,2 3 1 0,-3 8 1 15,2-13-1-15,-2 13-2 0,0 0-5 0,0-12-1 16,0 12 1-16,0 0-1 0,0 0-3 0,0 0 4 16,0 0 2-16,0 0 1 0,0 0 0 0,-8 36-5 15,8-21 6-15,0-1-2 0,0 1 5 0,2-2 3 16,0-2-4-16,1 3-11 0,1-3-22 0,1 0-29 15,-2 1-34-15,3-2-26 0,0 0-37 0,0-3-13 16,6 2-25-16,-2-3-106 0,-10-6-331 0,19 4 147 16</inkml:trace>
  <inkml:trace contextRef="#ctx0" brushRef="#br0" timeOffset="2873.97">5169 2996 5 0,'1'-9'233'0,"1"3"-21"0,-2 6-20 0,1-10-19 16,-1 10-26-16,1-6-14 0,-1 6-8 0,0 0-4 16,0 0 9-16,1 30-2 0,-1-5-6 0,0 4-9 15,-1 2-7-15,1 3-11 0,-2 1-7 0,-2-1-7 16,0 14-3-16,1-2-13 0,0-12 1 0,-1 1-21 16,0 1-27-16,0-2-34 0,-1-1-45 15,0-1-57-15,2-2-49 0,-3-2-186 0,2 0-381 16,0-3 168-16</inkml:trace>
  <inkml:trace contextRef="#ctx0" brushRef="#br0" timeOffset="3160.27">5515 3359 2544 0,'12'-23'52'0,"3"1"2"0,-8 6-31 15,0 2-1-15,0 7-11 0,-4-3-9 0,0 5-9 16,0-1 1-16,-3 6 0 0,6-7-3 0,-6 7 5 16,0 0 14-16,0 0 8 0,15 16 8 0,-10-4 6 15,-3 7-1-15,3 6 4 0,-3 5 9 0,-3-1-5 16,2 2-7-16,-1 0 0 0,-3 2-3 0,-1-1-1 16,0-2-1-16,1 0-9 0,1 1 5 0,-2-2 2 15,1-1-20-15,1-1-18 0,3-2-21 0,-3-5-28 16,2-1-23-16,-2-6-15 0,0-1-28 0,0 2-18 15,2-4-23-15,-2 0-23 0,2-10-20 0,-4 12-120 16,4-12-359-16,0 0 159 0</inkml:trace>
  <inkml:trace contextRef="#ctx0" brushRef="#br0" timeOffset="3372.32">5678 3152 37 0,'11'-7'162'15,"-1"0"-11"-15,3 2-5 0,0-1-14 0,-1 3-6 16,-1 2-12-16,0 2 0 0,0 3-11 0,-2-2-2 16,2 3-1-16,-2 2 2 0,0 3-6 0,-4-2-4 15,-1 2 2-15,0 2-5 0,-5-1-9 0,-2 5-3 16,-5-1-8-16,-1 2-7 0,-1-2-15 0,-3 2-17 16,-5 1-26-16,-2 1-38 0,1-2-35 0,2-5-44 15,3 1-44-15,-1-2-136 0,-1-1-317 0,4-4 141 16</inkml:trace>
  <inkml:trace contextRef="#ctx0" brushRef="#br0" timeOffset="3738.01">5950 2974 91 0,'0'0'141'16,"0"0"5"-16,0 0 9 0,0 0 13 0,0 0-5 0,11 27 2 15,-8-3-9-15,-3 3-13 0,1 6-12 0,-1-2-11 16,0 2-8-16,0-1-12 0,1 2-8 16,-1-1-16-16,0 0 0 0,-2-3-8 0,3-3-9 15,-1-2-5-15,0-9-6 0,-1-4-2 0,2 0-5 16,0-2 1-16,-1-3-6 0,2-2-2 0,-2-5-1 16,1 12-1-16,-1-12 23 0,0 0 11 0,0 8 11 15,0-8 0-15,0 0-11 0,0 0-5 0,0 0-15 16,0 0-4-16,10-26-5 0,-6 10-6 0,4-2-5 15,-2-1-6-15,4-3-9 0,-2 5 0 0,3 1-4 16,1 3-2-16,-2-1-1 0,-1 3-2 0,0 4-4 16,0 0 0-16,0 5 4 0,0 1-6 0,-9 1 3 15,19 8-1-15,-9 0-2 0,-2 1-21 0,0 5-13 16,1 1-21-16,-4 0-26 0,0 3-15 0,-1 0-27 16,0 0-24-16,1 1-30 0,-3-2-27 0,3 0-157 15,-1-2-394-15,1-5 175 0</inkml:trace>
  <inkml:trace contextRef="#ctx0" brushRef="#br0" timeOffset="4469.21">6423 3206 146 0,'0'0'157'0,"-16"3"2"0,5 2 0 0,-3 4-3 15,-2 4-10-15,0 0-14 0,3 3-10 0,-1 0-11 16,1 1-5-16,4-2-13 0,0 0-9 0,3 1-9 15,2-5-7-15,2 0-5 0,2 0-3 16,0-1-5-16,1-3-6 0,1 1-9 0,2-1 14 0,0-3 1 16,1-1-7-16,-5-3-2 0,14 1-5 15,-2-3-5-15,0-3-3 0,4-3-4 0,-3 2-7 16,1-5 7-16,-3 3-7 0,2-4-3 0,-3-2-1 16,-2 1-5-16,-1-1 6 0,-1 1-10 0,-1 0 3 15,-3 0-2-15,0-3-2 0,-1 3-2 0,2 4 0 16,-2 1 7-16,-1 8 4 0,1-11-1 0,0 6-5 0,-1 5-5 15,0 0-3-15,3-6-2 0,-3 6 2 16,0 0 6-16,0 0 0 0,-4 26-1 0,3-16 1 16,-2 3 2-16,1 2-4 0,2-2 4 0,1 3-1 15,0-1 0-15,1-3 4 0,-1-2-2 0,1 0-1 16,3-1 3-16,-2-2 1 0,3 0 13 0,1-2 12 16,2-2-1-16,2 1 0 0,-1-4-1 0,6-1-2 0,0-5-7 15,2 3 0-15,-1-6-5 0,1 2 0 0,1-3-3 16,-4 0 2-16,-1-2-1 0,-2 1-1 15,-3-2-8-15,2 1-1 0,-3-3 1 0,-2-1-5 16,-2 5 0-16,0 0-7 0,-1 0 2 0,-1 0-2 16,-1 2-2-16,1 5-2 0,-2 4-3 0,2-10-5 15,-2 10-6-15,0 0 4 0,0 0 1 0,0 0-3 16,0 0 4-16,5 27 1 0,-5-9 1 0,-2 7-3 16,-3 1 6-16,3 3-2 0,-3-2 2 0,3 3 6 15,-1-2-6-15,2-1 4 0,0-4 7 0,-2-4-6 16,2-3 3-16,1-2-2 0,-3-4 2 0,3 0 1 15,-1-5 3-15,1-5-4 0,1 12 7 0,-1-12 0 16,-1 7-1-16,1-7 11 0,0 0 4 0,0 0-3 16,0 0 2-16,0 0-6 0,0 0-4 0,0 0 0 15,10-19-3-15,-3 8-3 0,0-2-1 0,6 0-5 16,-1-5 3-16,5 1-5 0,1-4 1 16,1 1-2-16,-2 0 0 0,2-2 0 0,-2 0-3 0,-2 2 2 15,0-2 1-15,-4 5 0 0,-2 1 1 0,-2 0-1 16,-2 0 2-16,-1 5 1 0,-1 3 14 0,-2 1 2 15,-1 0-6-15,0 7 4 0,0 0 5 0,-6-11-3 16,6 11-3-16,-17 4-1 0,8 1 0 0,-6 7 2 16,-2 2-2-16,1-2-2 0,-2 7-1 15,0 0-5-15,2 1-18 0,5-3-15 0,5 2-38 16,1 0-38-16,2 0-55 0,7-1-60 0,7 4-247 16,6-2-505-16,12-3 223 0</inkml:trace>
  <inkml:trace contextRef="#ctx0" brushRef="#br0" timeOffset="4890.25">7361 3682 10 0,'9'-23'221'0,"5"0"-22"15,3-4-21-15,3 0-18 0,-1-5-13 0,8-9-11 0,0 1-13 16,0-2 17-16,-2 0-15 0,-1 0-10 0,2-1-12 16,-4-1-9-16,-8 13-10 0,2-13-8 15,-2 12-10-15,6-11-4 0,-9 14-7 0,-1 1-7 16,-4 3-3-16,1 9 4 0,-3 2-9 0,-2 4 1 16,1 0-5-16,-2 5-6 0,-1-2-3 0,0 7-5 15,0 0-4-15,0 0-1 0,0 0-4 0,-10-3 2 16,10 3-6-16,-14 16-2 0,6 0 3 0,2 3-4 0,-2 5 2 15,3 2 0-15,5-1-2 0,0-6 0 0,3 1 0 16,2 5 1-16,1-8-2 0,2 2 1 16,4 5-3-16,0-3 2 0,-3-4-5 0,5 5 4 15,-2-6-2-15,-3 1-1 0,3 0 1 0,-3-2 0 16,-2 0-1-16,-1 2 1 0,1-1 2 0,-1-2-2 16,-4 1 1-16,-2-3 1 0,-2 3-1 0,-4-4 0 15,1 4-11-15,-2-4-17 0,-1-1-31 0,-1 3-37 16,-1-5-46-16,1 1-46 0,0-3-168 0,-2 0-381 15,4-4 168-15</inkml:trace>
  <inkml:trace contextRef="#ctx0" brushRef="#br0" timeOffset="5390.18">7960 3003 154 0,'0'-5'186'0,"3"-2"-22"0,-3 7-21 0,1-8-18 15,-1 8 4-15,0 0 9 0,0 0 11 0,8 25 5 16,-6-6-10-16,0 11-5 0,0 0-14 0,-1 6-8 16,-1 10-11-16,2-1-6 0,-4-11-10 0,5 0-9 15,-3-1-8-15,0-2-7 0,1-3-4 0,2 0-5 16,-2-9-6-16,0 0-3 0,1-3-6 0,-1-4-1 16,-1-4-5-16,2 3-2 0,0-5-4 0,-2-6 1 15,1 9-4-15,-1-9 5 0,1 7-1 0,-1-7 3 16,0 0 0-16,0 0-3 0,0 0-6 15,0 0-2-15,14-22-8 0,-3 6-2 0,0 0-7 0,3-9-1 16,1 0-4-16,1 5 3 0,2 1-3 0,-5 5-4 16,2 3 2-16,-2 0-6 0,-2 4 1 15,-2 1-3-15,0 4 2 0,-3 1 2 0,4 1-4 16,1 3 0-16,-1-1 3 0,0 3 1 0,-1-1-1 16,1 4 4-16,1-3 0 0,-2 1 0 0,-4-2 2 15,0 1 4-15,0-1 0 0,1-1 2 0,-6-3 0 16,11 2 1-16,-5-1 3 0,-6-1-5 0,0 0 1 0,14-6 3 15,-9 1-3-15,-5 5 0 0,6-9 2 16,-2 0-2-16,0-1-2 0,0 0 3 0,1 1-3 16,-4-1-1-16,1 3 1 0,-2-1-1 0,0 8 2 0,1-9-3 15,-1 9-4-15,1-9-4 0,-1 9-2 16,0 0 1-16,0 0-5 0,0 0 6 0,0 0-3 16,0 0 7-16,9 23-4 0,-8-11 5 0,3-2-1 15,-1 7-12-15,-2-1-21 0,2 0-35 0,-1 0-36 16,3 3-46-16,-2-4-66 0,-1 1-196 0,1-3-447 15,0-4 199-15</inkml:trace>
  <inkml:trace contextRef="#ctx0" brushRef="#br0" timeOffset="5546.04">8363 3133 1472 0,'-8'-12'13'0,"3"2"-3"0,1 0-13 0,4 10-6 0,-6-10-30 15,6 10-22-15,-7-6-9 0,7 6 7 0,0 0-13 16,0 0-14-16,0 0-91 0,0 0-196 0,0 0 87 16</inkml:trace>
  <inkml:trace contextRef="#ctx0" brushRef="#br0" timeOffset="5788.49">8693 2994 30 0,'0'0'229'0,"-2"-15"-14"15,-2 6-14-15,-1 3 0 0,1 1-13 0,-2-1-18 16,0 2-16-16,6 4-9 0,-12-3-18 0,12 3-7 0,-14 10 0 16,1 1 0-16,3 6-1 0,-3 12 0 15,2 4-18-15,0 1 2 0,-4 11-6 0,5 6-4 16,0-4-1-16,3 0-5 0,4-11-9 0,-1 9-6 16,2-11-1-16,-1 2-14 0,1-4 0 0,4 0-7 15,-4-2 6-15,2 0-14 0,0-3-21 0,-1-8-23 16,1 1-21-16,-1-3-25 0,-1-1-26 0,-1-4-31 15,-2-2-37-15,0 2-20 0,-1-5-44 0,-1 0-32 0,0-1-152 16,7-6-421-16,-23 0 186 0</inkml:trace>
  <inkml:trace contextRef="#ctx0" brushRef="#br0" timeOffset="5917.22">8438 3401 46 0,'22'-4'113'0,"-8"4"-17"15,0 0-8-15,4-1-20 0,4 1-29 0,-2-1-28 16,8-2-29-16,0-1-57 0,1 1-79 0,-3-4 35 16</inkml:trace>
  <inkml:trace contextRef="#ctx0" brushRef="#br0" timeOffset="6115.52">8833 3130 128 0,'1'-13'195'0,"-2"2"5"0,1 6-1 16,0 5-18-16,1-13-16 0,-1 13-20 0,0 0-18 15,0 0-11-15,0 0 0 0,0 0 7 0,0 0 6 16,-7 47-1-16,0-18-8 0,1 5-5 16,1-1-8-16,-2 14-7 0,1-14-10 0,-2 13-7 15,3-12-7-15,3-4-10 0,-1 1-5 0,2-1-12 0,2-2-30 16,0-2-15-16,-1 0-30 0,3-10-31 0,-3 2-25 16,1-6-50-16,1-1-48 0,-4-2-52 0,2-9-124 15,-6 13-385-15,6-13 171 0</inkml:trace>
  <inkml:trace contextRef="#ctx0" brushRef="#br0" timeOffset="6269.64">8652 3352 145 0,'2'-6'188'0,"-2"6"-11"0,0 0-17 0,14 1-14 15,-5-1-16-15,4 2-15 0,5 0-9 0,0 0-15 16,10 1-35-16,1 0-44 0,2-2-71 0,1 0-153 15,-3 1-229-15,3-2 102 0</inkml:trace>
  <inkml:trace contextRef="#ctx0" brushRef="#br0" timeOffset="6714.59">9870 3384 140 0,'0'0'257'0,"-7"-4"-10"0,7 4-17 15,0 0-25-15,0 0-18 0,0 0-25 0,0 0-14 16,-11 5-11-16,11-5-7 0,-9 11 0 0,0-1-4 15,0 4-3-15,1 1-9 0,-2 1-9 0,2 3-11 16,2-1-9-16,2 0-8 0,-1 0-7 0,2-1-8 16,5-2-2-16,-1-2-3 0,3-1-2 15,1-1-9-15,4-1-5 0,2-2-1 0,3 3-1 16,4-5 0-16,-1-1 6 0,3-3-2 0,2-2 12 0,-1 0 3 16,0-2-1-16,1-2 7 0,2-4 2 0,3-2-11 15,-9 2 3-15,-4-3-3 0,-3-2-11 0,2-2 2 16,0-1-9-16,-4-8-5 0,-4 5 0 15,-2 0-26-15,-6 0 19 0,-2 0-3 0,-1 2-1 16,-5 0-2-16,0 0-11 0,-6-4-5 0,3 9-11 16,-1-4-5-16,2 7-20 0,-1-2-15 0,-3 5-30 15,2-1-33-15,1 4-29 0,0 2-34 0,-6 1-39 0,7 1-44 16,-5 3-240-16,0 2-539 0,5-2 238 16</inkml:trace>
  <inkml:trace contextRef="#ctx0" brushRef="#br0" timeOffset="7035.14">10128 3215 125 0,'0'0'231'0,"0"0"-12"0,-3-10-9 16,3 10-10-16,0 0-19 0,0 0-11 0,0 0-18 16,0 0-7-16,0 0-18 0,0 0-7 0,0 0-11 15,0 0-8-15,0 0-11 0,0 0-5 0,5 29-9 16,0-20-7-16,3-2-4 0,2 2-7 0,-1-3-4 15,4-1-6-15,4 0-6 0,-1-2 0 0,3-2-2 16,-5 1-5-16,4-2-3 0,3 0 2 0,-5-3-8 16,-2-1 7-16,-2 0 2 0,1 0 5 0,-4 0 11 15,-2-3-9-15,0-1 1 0,-1-1 0 0,-3-1-5 16,-2-4 0-16,-2-2-12 0,-4 0 5 0,-2-1-1 16,-1 1-17-16,-1 0 1 0,-4-1-4 0,2 0-2 15,-3 3-6-15,1 3-4 0,2 3-15 0,-6 2-16 16,-3-1-15-16,1 5-12 0,-2 4-14 0,-7 7-20 15,9 1-28-15,-5 0-46 0,1 6-49 16,2 5-208-16,2-1-461 0,3 1 205 0</inkml:trace>
  <inkml:trace contextRef="#ctx0" brushRef="#br0" timeOffset="7614.31">10709 3524 284 0,'0'0'264'0,"0"0"-24"0,0 0-23 0,-1-10-23 0,1 10-19 15,0 0-11-15,0 0-9 0,0 0-10 0,0 0-13 16,-14 27-15-16,9-18-11 0,2 3-10 0,1-1-9 15,0 0-10-15,1 0-9 0,2 0-8 0,2-2-3 16,1 0-7-16,0 0-2 0,1-4 0 16,4 3-5-16,1-4-4 0,0-1-5 0,3-3-5 15,0 2-3-15,4-7 2 0,-4 1-4 0,5 0 0 16,-2-4 1-16,-1-1-5 0,-2-2 1 0,-1 0 1 0,-1-1 2 16,-4 2 0-16,-1-6 4 0,-1 1-2 0,0 4-2 15,-2 0 0-15,-3-6-1 0,0 1-2 16,0 4-3-16,-5 3-3 0,4 1-8 0,1 8 5 15,-4-13 3-15,3 9-7 0,1 4-2 0,-2-9 1 16,2 9-4-16,0 0-1 0,-3-8-16 0,3 8-8 16,0 0-12-16,0 0-2 0,0 0 4 0,0 0 2 15,0 0 1-15,0 0 4 0,0 0 1 0,24 17-3 0,-12-6 6 16,3 3 1-16,-2-3 1 0,1 4 1 16,-1-1 3-16,1 3-1 0,2 2 2 0,-3-2 2 15,-4-1 1-15,0 1 0 0,1 0 3 0,-1-4-1 16,-4 3 3-16,3-6 1 0,-5 0 0 0,-1-1 4 15,1-2 2-15,-2-1 5 0,1 1 6 0,-2-7 14 0,3 7 10 16,-3-7 14-16,2 5 15 0,-2-5-5 16,0 0-1-16,0 0-5 0,0 0-3 0,0 0-1 15,0 0-5-15,0 0-9 0,0 0-4 0,2-25-17 16,2 16-10-16,-2-1-18 0,5 2-25 0,-1-1-40 16,3 0-46-16,0 0-62 0,5 1-67 0,-1 3-223 15,-3-1-515-15,4 4 228 0</inkml:trace>
  <inkml:trace contextRef="#ctx0" brushRef="#br0" timeOffset="8021.44">11541 3643 61 0,'0'0'399'0,"5"-5"-34"15,-5 5-38-15,4-5-26 0,-4 5-24 0,7-6-21 16,-4 3-22-16,-3 3-21 0,10-5-24 0,-10 5-24 15,8-4-16-15,-3 2-24 0,-5 2-19 0,14-4-10 16,-7 4-15-16,-7 0-8 0,15 2-12 0,-7 1-18 16,-2 0-12-16,-1 7-4 0,1-1-64 0,-2-2 5 15,-1 1-4-15,0 2-11 0,-2-1-6 0,2 3 5 16,-6-2 6-16,0 0-1 0,1-1-11 0,-2 1-12 16,4-1-2-16,-2-1-4 0,-1-3-4 0,3-5-7 15,-3 13 6-15,3-13-6 0,0 0 14 0,0 13-2 16,0-13 9-16,0 0 5 0,6 12 7 0,-6-12 5 15,7 6 5-15,-7-6 2 0,10 6 5 0,-5-3 0 16,-5-3 3-16,7 8 4 0,-7-8 1 0,11 7 6 16,-11-7-4-16,7 8 8 0,-4-3 6 15,-3-5 16-15,6 10 18 0,-6-4 0 0,0 1 4 0,0-7-1 16,-2 12 3-16,-2-6 3 0,4-6 1 0,-3 12-2 16,-2-7 0-16,-2 1-5 0,1-2-2 0,-3 2-5 15,3-2 0-15,-4 1-12 0,3-3-16 0,-1 2-25 16,-4-3-30-16,12-1-43 0,-13 3-54 0,5 0-181 15,8-3-368-15,-17 1 163 0</inkml:trace>
  <inkml:trace contextRef="#ctx0" brushRef="#br0" timeOffset="8385.4">11945 3617 151 0,'0'0'246'0,"3"-7"-16"0,-3 7-16 16,0 0-22-16,5-4-18 0,-5 4-22 0,0 0-18 16,0 0-17-16,0 0-9 0,0 0-12 0,-14 41-13 15,2-10 12-15,-2-5 12 0,3-2-8 16,4-6-12-16,3-1-7 0,-3 2-8 0,3-1-9 16,0-1-4-16,3 0-9 0,2-1-7 0,-1-3-6 0,2-1-3 15,2-2-2-15,-1 1-3 0,3-2-2 0,0-1-4 16,2-1-2-16,0-2 1 0,0-2-2 0,2-1-3 15,-2 0 4-15,0-2-1 0,-1 0-6 0,-7 0 1 16,14-5 0-16,-9 3 0 0,0-4-3 16,-2 1-3-16,2-1-3 0,-5 6 1 0,3-12 0 15,-5 5-7-15,2 7 2 0,-4-16-2 0,2 12-2 0,-3-1-1 16,5 5 3-16,-13-5-3 0,13 5-8 0,-18 1-1 16,8 1-10-16,-2 0-12 0,1-1-17 0,11-1-16 15,-17 6-31-15,8-4-36 0,9-2-41 16,-13 5-34-16,8 0-164 0,5-5-404 0,-9 9 179 15</inkml:trace>
  <inkml:trace contextRef="#ctx0" brushRef="#br0" timeOffset="8619.59">12075 3859 190 0,'7'5'181'0,"-7"-5"-9"15,0 0-12-15,2 6-8 0,-2-6-13 0,0 0-5 16,8 5-6-16,-4-2-3 0,-4-3-7 0,11 4-4 15,-2-4 8-15,4 1 0 0,-2-1-6 0,7-1-2 0,0-3-7 16,-4 0 4-16,-1 3 7 0,1-1-1 16,-3 0-6-16,-4-4-4 0,4 0-18 0,-4 2 2 15,-3-3-12-15,1 1-2 0,-1-3-12 0,-4 3-6 16,0 6-7-16,2-11-18 0,-2 11-25 0,-2-13-24 16,-3 7-29-16,1 0-32 0,-4-1-47 0,-5 0-59 15,5 1-62-15,-3 3-195 0,-7-3-474 0,3 3 210 16</inkml:trace>
  <inkml:trace contextRef="#ctx0" brushRef="#br0" timeOffset="8945.19">12285 3638 66 0,'6'-4'198'0,"-6"4"-6"15,0 0-21-15,0 0-10 0,0 0-16 0,0 0-13 16,0 0-14-16,0 0-9 0,0 0-13 0,0 0-6 15,11 7-8-15,-11-7-6 0,9 5-1 0,-4-4-4 16,1 3-6-16,-1-2-7 0,4 2-3 0,-2-2-7 16,0 0-2-16,1 0-4 0,-8-2-4 0,16 3 1 15,-9-3 3-15,1 0 8 0,-8 0 11 0,12-1 5 16,-12 1 2-16,7-5 7 0,-7 5-9 0,6-7-4 16,-5 1 1-16,-1 6-9 0,0-11-2 0,0 3-1 15,0 8-4-15,-5-17-17 0,-1 8 0 0,-1-2 0 16,-3 2-2-16,0-3-10 0,3 4 4 0,-3-1-8 15,1 3-2-15,1 0-12 0,-2-1-5 0,3 6-13 16,-1-2-11-16,-1 1-19 0,-3 3-18 0,3 1-17 16,-3 4-33-16,-2 5-25 0,2 1-47 15,1 2-51-15,0 3-125 0,2 0-394 0,3 2 174 0</inkml:trace>
  <inkml:trace contextRef="#ctx0" brushRef="#br0" timeOffset="9110.41">12542 3985 239 0,'0'0'250'16,"10"3"-8"-16,-10-3 0 0,9 4-5 0,-9-4-7 15,0 0-19-15,0 0-23 0,8 4-22 0,-8-4-20 0,0 0-14 16,0 0-36-16,0 0-39 0,0 0-44 0,0 0-66 16,0 0-95-16,0 0-227 0,-25 6-406 0,25-6 180 15</inkml:trace>
  <inkml:trace contextRef="#ctx0" brushRef="#br0" timeOffset="9763.79">1698 4643 197 0,'3'-8'216'0,"-3"8"-16"0,1-5-8 0,-1 5-25 16,0 0-16-16,0 0-14 0,0 0-17 0,0 0-5 15,0 0-8-15,0 0 1 0,0 0-2 16,-3 38-8-16,1-21-8 0,-1 8-11 0,1-1-4 16,-2 3-8-16,-5 0-5 0,6-1-9 0,-1 1-31 15,2-2-23-15,1-6-14 0,1-2-14 0,-2 2-47 16,5-2-43-16,-3-5-31 0,1-1-179 0,-2 1-357 0,1-12 159 15</inkml:trace>
  <inkml:trace contextRef="#ctx0" brushRef="#br0" timeOffset="9962.32">1901 4706 86 0,'4'-8'192'0,"-4"8"-16"16,0 0-18-16,0 0-9 0,0 0 0 0,0 0-5 15,0 0-6-15,0 0-4 0,-13 31-14 0,8-15-12 16,1-1-9-16,0 2-13 0,1 1-9 0,1 0-4 16,-2 0-7-16,4 1-13 0,2-1-20 0,-2-1-19 15,2 0-39-15,-2-1-45 0,3-4-47 0,-2-2-33 16,2 1-133-16,-1-2-305 0,-2-9 135 0</inkml:trace>
  <inkml:trace contextRef="#ctx0" brushRef="#br0" timeOffset="10161.06">2117 4773 56 0,'7'16'174'0,"-6"2"-10"0,3 2-13 0,-3-1-14 0,-1 1-9 15,1 3-9-15,-2-2-12 0,-2-3-12 0,0-3-10 16,-3 1-10-16,0-1-21 0,-3-4-30 15,0 2-28-15,1-4-35 0,-3-1-49 0,-3 0-119 16,-8-2-224-16,3-4 101 0</inkml:trace>
  <inkml:trace contextRef="#ctx0" brushRef="#br0" timeOffset="10353.9">1395 5014 90 0,'-2'26'181'16,"4"-7"-19"-16,-2 1-13 0,4 0-9 0,2-2-15 15,3-1-15-15,2 0-12 0,0-2-8 0,2-3-32 16,2-1-36-16,-1-1-44 0,-2-7-37 0,6 1-41 16,-3-2-74-16,7-6-189 0,-3-1 83 0</inkml:trace>
  <inkml:trace contextRef="#ctx0" brushRef="#br0" timeOffset="10529.49">1752 4506 102 0,'-6'-8'151'0,"6"8"-19"15,0 0-12-15,-4-7-10 0,4 7-21 0,0 0-11 16,0 0-19-16,0 0-24 0,0 0-41 0,8 29-31 15,-4-17-32-15,4 3-59 0,-2-3-137 0,3 2 60 16</inkml:trace>
  <inkml:trace contextRef="#ctx0" brushRef="#br0" timeOffset="13957.88">4434 4859 167 0,'0'0'158'0,"0"0"-13"0,0 0-15 16,0 0-12-16,-6 33-9 0,3-19-16 0,-1 3 10 15,-2 1-19-15,1-2-4 0,1 2-6 0,2-2 1 16,-2-1-8-16,2-4-12 0,-2-3 0 0,3 0-1 16,-1-3-6-16,2-5 3 0,-4 12 12 0,4-12 7 15,0 7 7-15,0-7 6 0,0 0 8 0,0 0-8 16,-4 6-6-16,4-6-10 0,0 0-3 0,0 0-9 15,0 0-5-15,0-34-8 0,3 17-2 0,-1 0-4 16,6-9-6-16,-3-1 24 0,4 0-3 0,1-3-7 16,0 0-7-16,8-14-4 0,-5 12-2 0,1-1-3 15,7-9-5-15,-6 9-6 0,5 2-3 0,-4 5-5 16,0-1 1-16,-2 3-3 0,-3 7 1 0,-2 3-4 16,-3 6-4-16,1-2-2 0,-3 5 2 0,3 2-4 15,-7 3 2-15,11 1 0 0,-11-1-4 0,14 14 4 16,-7-3 1-16,2 4 1 0,2 10 0 0,-2 1 0 15,-2 0 0-15,-1 2 1 0,1-1 3 0,0 3 0 16,-3-5-2-16,1 2 1 0,0 1 0 0,1-2 1 16,-3-7 0-16,2 6-7 0,-2-6-24 0,-2-1-27 15,1 0-35-15,1-7-52 0,-2 3-58 0,1-2-211 16,-4-2-444-16,2-10 197 0</inkml:trace>
  <inkml:trace contextRef="#ctx0" brushRef="#br0" timeOffset="14142.65">4502 4859 1877 0,'-1'-13'-3'0,"1"13"4"0,2-12-13 15,-2 12-18-15,7-9 9 0,0 7 19 0,5-4-18 16,1 0-5-16,4 1 2 0,2 0 5 0,10-1-3 16,-2 0-4-16,-1 1-7 0,3-1-13 0,-3 2-3 15,4 0-9-15,-2 0-15 0,1 1-9 0,-2-1-12 16,1 4-9-16,-9-2-8 0,-1-2-63 0,-4 2-188 15,0-1 83-15</inkml:trace>
  <inkml:trace contextRef="#ctx0" brushRef="#br0" timeOffset="14313.97">4961 4731 532 0,'7'-7'-24'0,"1"0"14"0,-2-3 30 0,-2 4 19 16,-1-3 19-16,-2-2 3 0,-1 11 25 0,1-13 12 15,-1 13 13-15,-1-15 7 0,1 15 1 0,1-10-10 16,-1 10-12-16,0 0-12 0,0 0-10 0,0 0-11 16,0 0 1-16,0 0 10 0,0 0 7 0,0 0 0 15,0 38-2-15,-2-10 0 0,-1-1-11 0,1 2-3 16,-1 1-8-16,-6 2-5 0,8-6-4 15,-3 3-5-15,3-1-6 0,0 0 1 0,-2-3-15 0,0 0-21 16,2-7-26-16,1 0-25 0,-4-1-39 16,3-1-37-16,0-3-35 0,-2 0-35 0,-1-1-125 0,-2-4-345 15,4-1 153-15</inkml:trace>
  <inkml:trace contextRef="#ctx0" brushRef="#br0" timeOffset="14680.39">5018 4542 130 0,'9'-15'147'0,"1"6"-2"0,-1 1-4 15,2 3-9-15,1-2-6 0,-1 2-4 16,0 3-13-16,3 0-8 0,-1 2-9 0,1 0-7 0,-1 4-10 16,5 1-8-16,-7-1-8 0,1 1-1 15,-2 2-10-15,-2 3-2 0,-1 0-5 0,-2 0 0 16,0 3-9-16,-3 2 1 0,-4 1-5 0,-1-2-8 15,-2 2-13-15,1-1 0 0,0-3-7 0,-3 0-9 16,1-1 0-16,2-1-7 0,-1-1-8 0,3-1-8 16,2-8-9-16,-6 10 3 0,6-10 1 0,0 9 6 15,0-9-2-15,0 9 11 0,0-9 3 0,6 10-2 16,-6-10 4-16,5 8 2 0,1-3 1 0,-2-1 10 16,-2-1 5-16,4 1 4 0,-6-4 2 0,6 8 5 15,-3-3 0-15,-3-5 13 0,2 8 0 0,-2-8 14 16,0 11-1-16,0-11 3 0,-6 13-6 0,-1-6 0 15,1 1-5-15,-3-1-4 0,1 0-11 0,2 0-18 16,-2 1-29-16,1-3-31 0,0 0-45 0,-1 2-40 16,1-1-103-16,0 0-271 0,7-6 120 0</inkml:trace>
  <inkml:trace contextRef="#ctx0" brushRef="#br0" timeOffset="14855.4">5546 4778 14 0,'10'-1'99'0,"-10"1"-18"15,17 0-3-15,-17 0-27 0,14 2-15 0,-6 0-15 16,-3 0-21-16,-5-2-14 0,5 10-5 0,-5-3-10 16,-1 1-24-16,-2 1-58 0,-3 1 25 0</inkml:trace>
  <inkml:trace contextRef="#ctx0" brushRef="#br0" timeOffset="14974.87">5570 4861 147 0,'-7'7'14'0,"-1"-1"23"16,3 0 9-16,0-1 13 0,1 1 8 0,-1-1 8 15,1 0 0-15,4-5 10 0,-9 7-7 0,9-7 2 16,-4 5 1-16,4-5-8 0,0 0 5 0,-4 5-4 16,4-5 3-16,0 0 4 0,0 0-3 0,9 9-5 15,0-6-9-15,1-3-3 0,-10 0-33 0,34-2-24 16,-11 1-46-16,9-2-33 0,3-3-53 0,0 3-87 16,5-3-234-16,9-4 104 0</inkml:trace>
  <inkml:trace contextRef="#ctx0" brushRef="#br0" timeOffset="15172.34">6465 4578 259 0,'0'0'238'16,"5"-8"-20"-16,-4 4-13 0,-1 4-22 0,0 0-14 0,0 0-19 16,0 0-1-16,0 0 3 0,13 19-6 0,-12 0-5 15,-2 9-11-15,-1 3-14 0,0 4-7 16,-1 0-8-16,-1 14-11 0,2-3-25 0,-2-10-30 15,2 1-34-15,-5 8-32 0,0-13-34 0,-1 2-41 16,2 0-49-16,-2-5-56 0,-7 1-138 0,2-3-376 16,-4-6 166-16</inkml:trace>
  <inkml:trace contextRef="#ctx0" brushRef="#br0" timeOffset="15534.68">5230 4221 73 0,'0'0'138'0,"0"0"-4"0,9 15 14 16,-6 2-5-16,0 12 1 0,-3 5-21 0,2 14-6 16,-3 5-14-16,-3 0-7 0,-1 4-7 0,-3-1-4 15,-3 25-14-15,2-26-7 0,4 1-19 0,-5-1-30 16,4-3-1-16,1-2-29 0,1-5-15 0,2-10-10 0,0 0-31 15,4-3-26-15,-2-2-21 0,1-2-88 16,-4-4-222-16,5-6 99 0</inkml:trace>
  <inkml:trace contextRef="#ctx0" brushRef="#br0" timeOffset="15796.19">4274 4378 152 0,'-7'23'142'0,"0"1"-16"0,2 10-11 0,-1 14-9 16,1 4-3-16,-5 5-7 0,-2 25-5 0,6-21-11 15,-1 21-19-15,3-24-13 0,-3-1-31 0,8 1-39 16,-1-2-18-16,0-1-37 0,3 5-90 0,-6-2-180 0,2-1 80 16</inkml:trace>
  <inkml:trace contextRef="#ctx0" brushRef="#br0" timeOffset="19766.24">5179 6006 129 0,'0'0'206'0,"3"-6"5"16,-3 6-6-16,0 0-19 0,0-11-14 0,0 11-16 15,-5-7-8-15,5 7-8 0,-4-8-13 0,0 4-7 16,4 4-9-16,-6-6-6 0,-2 3-7 0,8 3-13 16,-15-4-9-16,6 4-14 0,-4 0-3 0,3 0-6 15,-4 4-4-15,-2 2-5 0,-3 1 3 0,-4 7-6 16,-3 1 3-16,2 2-4 0,1 1-1 0,4 7-1 15,-3-3-2-15,2 1 6 0,2 0-2 0,3 0-1 16,-1 1 0-16,4-7 3 0,1 6-2 0,4-5 2 16,-1-1-7-16,6 0-5 0,-2-5-22 0,4 2 1 15,1-4-1-15,2 3 8 0,2-1-9 0,5 2 3 16,1-3-4-16,5 0 0 0,-2-3 2 0,6 0 2 16,7 0-2-16,-6-4-6 0,9 0-21 0,-3-3-13 15,0-1-28-15,2 2-32 0,-1-2-24 0,-5-3-36 16,7 1-52-16,-3-3-20 0,-1 0-173 0,-5 2-428 15,6-4 190-15</inkml:trace>
  <inkml:trace contextRef="#ctx0" brushRef="#br0" timeOffset="20246.34">5647 5981 70 0,'0'0'209'16,"-12"-7"-10"-16,2 5-12 0,-2 3-6 0,0 0-8 16,-7 4-13-16,1 2-2 0,-1 0-12 0,-5 6-4 15,3 2-9-15,3-4-6 0,0 1-16 0,5 3-3 16,1 0-12-16,-2 0-10 0,5 0-4 0,1-1-9 16,2-3-6-16,2 1-8 0,1-1-6 0,1 1-4 15,2-1-7-15,1 0 0 0,2-2 0 0,3 0-10 16,1-1-2-16,3-1 1 0,0 1-2 0,2-4-4 15,1-1-3-15,3-1 0 0,-4 0-1 0,7-2-6 16,-6 0-2-16,1-2 2 0,0 0-2 0,-3 2 1 16,0 0-3-16,-3-2 3 0,-8 2-5 0,13-1 5 15,-7-1 6-15,-6 2-2 0,8-4-2 0,-8 4 2 16,5-4 2-16,-5 4 1 0,0 0-5 0,0 0 0 16,0 0 3-16,0 0-6 0,0 0-2 0,0 0 0 15,-23-2-2-15,10 7 0 0,-6 2-3 0,1 3 5 16,-6 3 6-16,-2 2 5 0,2 2 1 0,-2 0 12 15,3 1-6-15,-1 1 5 0,5 0-3 0,3-6 2 16,3 1-1-16,2-1-6 0,1 1 12 0,2-4-4 16,3 2-10-16,0-3-5 0,3 1-2 0,2 0-2 15,1 0-2-15,1-5 2 0,4 2-2 0,4 0 3 16,1 0-7-16,7-2-9 0,0-1-22 0,10-3-24 16,2 1-25-16,0-3-30 0,1 2-42 0,-3-2-45 15,1-2-57-15,-1 1-262 0,-7-2-549 0,1 1 244 16</inkml:trace>
  <inkml:trace contextRef="#ctx0" brushRef="#br0" timeOffset="21623.45">6347 6218 57 0,'0'0'190'0,"-2"-8"-6"0,2 8-3 0,0 0-19 0,0 0-13 16,0 0-20-16,0 0-11 0,0 0-7 0,0 0-4 15,0 0-4-15,0 0-2 0,-13 24-13 0,7-8-6 16,1 1-8-16,-1-2-7 0,1 3-2 16,0-4-22-16,1-1-2 0,2 3-4 0,-2-4-3 0,1 0-6 15,2-1-4-15,0-3 0 0,0 2 1 0,-1-4-5 16,2-6-1-16,-1 10 1 0,1-10-2 16,-3 6 9-16,3-6 7 0,0 0 9 0,-1 7 8 15,1-7 10-15,0 0-6 0,0 0-3 0,0 0-7 16,0 0-5-16,0 0-7 0,-4-23 4 0,6 12-9 15,-1-7-6-15,3-1 1 0,0-7-6 0,1 0 0 0,4-3-3 16,-3-1-2-16,2 4 1 0,2-5-4 0,0-1-7 16,0 2-2-16,-1 2 2 0,3-2-1 15,-1 1 1-15,-2 3-4 0,1 8-3 0,-1 1 6 16,2 1-3-16,-4 6 2 0,0 1-2 0,-3 0-5 16,2 6-2-16,-1 1 5 0,-5 2-2 0,17 4-2 0,-10 2 0 15,1 4 2-15,2 6 3 0,-2 3-1 0,1 5 10 16,0 6 7-16,-5 2 6 0,2 2 5 0,-5-2 0 15,1 1-4-15,-2-3 4 0,2 1-1 16,-2-2-1-16,0 0-8 0,0-2 9 0,0 0-8 16,0-1-4-16,1-7 0 0,1-2 3 0,-2-1-11 15,0-3-20-15,2 2-11 0,-2-4-17 0,2 0-21 0,-1-1-17 16,0-2-20-16,-1-8-12 0,0 0-10 16,1 14 6-16,-1-14-5 0,0 0-14 0,2 5-20 15,-2-5-18-15,0 0-6 0,0 0-96 0,0 0-300 16,-14-26 133-16</inkml:trace>
  <inkml:trace contextRef="#ctx0" brushRef="#br0" timeOffset="22263.47">6274 6301 101 0,'-5'-2'104'0,"5"2"-19"0,-8-6 6 16,8 6 2-16,0 0-4 0,0 0 6 16,20-7-8-16,-2 5 9 0,1-1-5 0,10-8-12 15,2 8-6-15,1-5 0 0,1 3-9 0,1-1-1 16,-5 0-2-16,2 2-4 0,-2-2-1 0,-1 3-3 0,-6 2-7 15,-2-2 1-15,1 3-7 0,-4-1 0 16,-4 2-2-16,1 2 2 0,-2 0-1 0,-1 2-2 16,1-1 1-16,-4 1 6 0,-1 3 4 0,0 2 5 15,-1-1-2-15,-1 2-3 0,1-1 2 0,-3 2-7 16,-2-2 3-16,1 2-7 0,-2-1 1 0,1 1-3 16,-1-2-7-16,0 0 3 0,-1-1 1 0,-1-2-2 0,2-7 9 15,-1 11-9-15,0-6 6 0,1-5 5 16,-3 8 7-16,3-8 3 0,0 0 0 0,0 0-6 15,-5 5-3-15,5-5-9 0,0 0 1 0,0 0 1 16,0 0 2-16,-15-16-12 0,14 9-6 0,-1-2-8 16,1-2-1-16,1 0-4 0,3-1-2 0,-2-6-4 0,4 5-3 15,2-5-6-15,1 4 3 0,3-2-4 0,0 3-2 16,2 3-1-16,1 1 0 0,1 0-1 16,-3 3-2-16,2 2 6 0,-1 3-3 0,0 2 2 15,5 3 1-15,-5 1-3 0,3 1 3 0,-1 5 1 16,-4 1 1-16,3 1-2 0,-2 0 2 0,-3 3 3 0,1-1-2 15,-5-4 1-15,2 5-1 0,-5-4 3 16,1-2 2-16,-2 1 0 0,0-1 2 0,-1-1-4 16,-2-2 6-16,2-7 0 0,-5 12 2 0,-1-8-1 15,1-1 4-15,-2 1-2 0,0-2 3 0,7-2-3 16,-10 0 0-16,10 0-3 0,-13-2 2 0,13 2-1 16,-6-7 0-16,3 1-5 0,3 6-1 0,0-15-6 15,2 5 2-15,0-1-1 0,2 0 2 0,4-7-4 0,1 2-4 16,0 1-1-16,8-3 4 0,-4 3-2 15,2 1 1-15,1 2-1 0,0 3 1 0,0 3-1 16,-2 0 3-16,-1 4 1 0,-2 2 2 0,3 0-4 16,-3 2 9-16,0 2-2 0,-1 4-4 0,-1 0-3 0,-2 1 4 15,0 5-1-15,-2-2 5 0,0 0 0 16,-2 0-1-16,-2 4 2 0,1 0-2 0,0 2 3 16,-4-2 3-16,-1 1-3 0,0-1-2 0,1 0-28 15,1-4-28-15,-2 4-36 0,2-5-42 0,-1-2-50 16,1-2-30-16,0 3-144 0,1-10-388 0,0 0 172 15</inkml:trace>
  <inkml:trace contextRef="#ctx0" brushRef="#br0" timeOffset="22520.26">7408 6061 225 0,'1'-8'227'0,"1"-2"-21"0,-2 10-16 16,0-11-22-16,0 11-17 0,2-7-10 0,-2 7-4 15,0 0 3-15,0 0-2 0,0 0 5 0,-2 54 4 16,-5-27-7-16,5 5-1 0,-2-2-9 0,-1 4-9 16,1-2-8-16,-1-1-6 0,1 1-6 0,-1-1-7 15,2 1-9-15,-2-1-6 0,3-3-11 0,-2 2-2 16,0-4-6-16,1-1-3 0,1-6 2 0,-1 0-12 16,3 0-37-16,0-2-19 0,-1-5-33 0,-3-1-24 15,4 2-17-15,-1-1-20 0,1-2-31 0,0-10-32 16,-4 15-22-16,4-15-24 0,-1 12-17 0,-3-10-148 15,4-2-407-15,0 0 181 0</inkml:trace>
  <inkml:trace contextRef="#ctx0" brushRef="#br0" timeOffset="22724.18">7440 6213 90 0,'15'-7'160'0,"-1"3"-5"0,-2-1-15 16,0 4-7-16,-2-2-6 0,-10 3-1 0,15 4 1 15,-10 1 6-15,3 2 1 0,-4 1 2 0,-1 0-7 16,-1 3-5-16,-4 1-14 0,-1 5-3 0,-1-1-3 16,-6-1-15-16,-1 0-9 0,1 2-17 0,-4-1-12 15,2 0-24-15,-1-3-22 0,0 0-28 0,0-2-32 16,3-2-48-16,-1-2-40 0,1-2-54 0,0-2-109 16,0-1-330-16,10-2 147 0</inkml:trace>
  <inkml:trace contextRef="#ctx0" brushRef="#br0" timeOffset="23071.82">7467 5881 1408 0,'9'-17'7'16,"-2"3"7"-16,-3 2 7 0,0 6-19 0,0-1-4 16,-1 3 6-16,3 1 3 0,-6 3-1 0,10 0 15 15,-10 0 14-15,17 5 30 0,-7 1 6 0,-2 3-2 16,2 4-3-16,1 0 12 0,0 1-4 0,-2 4-2 15,1-1-4-15,-1 1-8 0,-2-2 1 0,0 1-2 16,-2-2 1-16,-3-3-7 0,1 0-1 0,-2-1-2 16,1-3 0-16,-2-1-3 0,0-7 4 0,-2 14 3 15,2-14 3-15,-4 7 12 0,4-7-11 0,-7 5-3 16,7-5-9-16,0 0 10 0,0 0-14 0,-19-13-8 16,15 7 8-16,1-5 1 0,1 3-6 0,0-4 3 15,2-5-11-15,0-1 2 0,2 3-6 0,3-2-1 16,1 0-6-16,1 1-1 0,0 2-8 0,3 0-2 15,-1 1 1-15,2 0-4 0,-1 4-9 0,0 2-9 16,2 1-17-16,2 1-21 0,-3 2-26 0,8 3-23 16,-3 0-42-16,2 6-35 0,-6-1-42 0,4 3-38 15,-6 1-135-15,5-1-425 0,-6 3 188 0</inkml:trace>
  <inkml:trace contextRef="#ctx0" brushRef="#br0" timeOffset="47963.88">28865 5702 16 0,'-5'5'21'0,"0"-1"-3"0,-1 3-2 0,2-3 0 15,-3-1-5-15,2 3-8 0,5-6 8 0,-7 6 4 16,1-4-1-16,6-2-2 0,-7 6 0 0,7-6 0 16,-9 2-7-16,9-2 5 0,-8 3 1 0,8-3 6 15,0 0-1-15,-10 1-2 0,10-1 10 0,0 0-6 16,0 0-2-16,-11 0-6 0,11 0 1 0,0 0 4 15,0 0-2-15,0 0-8 0,-9 2 1 0,9-2-2 16,0 0-2-16,-7 6 4 0,7-6 2 0,-6 8-11 16,1-2 8-16,1 1-1 0,0 4-4 0,1 0 8 15,-2 5 1-15,-1 3 3 0,2 0 0 0,-4 6-3 16,1 0 8-16,-1 5-2 0,-1 1 5 0,2 2-6 16,-1-2 0-16,4 4 0 0,-5 10-7 15,5-9 17-15,-1-1-5 0,1 14 7 0,-3-1 4 0,5-2-2 16,1-1 1-16,-3 3-7 0,3-15 10 0,0 12 4 15,-3-9-5-15,4-1-4 0,0 12-3 0,-2-1 4 16,4-13 0-16,-2 13 8 0,2 1-9 0,1-1 7 16,1 1-3-16,0-1 4 0,2 3 4 0,-1-2-4 15,1-1-1-15,-2 0-1 0,0-9 1 16,1 8-7-16,0 1 0 0,-2-13-5 0,6 15 1 0,-7-15 1 16,1 1-4-16,-1-1 0 0,4-1-5 0,-3 3 2 15,-1-2-2-15,2 2 5 0,-1-1 2 0,2-1-7 16,-1-1-4-16,-1 2 5 0,1-2-3 0,0 0-2 15,-3 2-1-15,1 0 3 0,0-2-3 16,-1 0-3-16,0-1-3 0,-2 1 11 0,1-1-4 0,1 0 0 16,-2 2-3-16,2-3 1 0,1 0-4 0,-2-1 1 15,0-1-5-15,-2 1 3 0,4-1 0 0,-2 0-1 16,0-2-5-16,-2-1 4 0,4 3-6 0,-1-3 4 16,0 0 4-16,-1 3-1 0,6-2-2 0,-7 0 3 15,1-2-4-15,0 1 3 0,1 0-5 0,-2 4 8 16,1-3-8-16,1 1 3 0,-4 3-4 0,-1 0-4 15,3-4-3-15,-3 5 0 0,1-1 6 0,-1-2-8 16,3 0 6-16,-2 0 0 0,3-1-5 0,2 1 3 16,0 0-1-16,0-1 19 0,1-1-7 0,1 0-8 15,-1-1 1-15,-2-5 3 0,2-2 3 0,3 6-8 16,-4-6-2-16,1-1-1 0,1 0 3 0,-1-2-2 16,0 2-2-16,0-3-1 0,-2 0 13 0,2 3-18 15,-2-5 14-15,3 0-1 0,-1 4-2 0,-3-1 7 16,3-3-8-16,-2 4 10 0,1-1-7 0,-2 3 0 15,0-2 6-15,1-3-1 0,0-1 4 0,-1 4-4 16,3 1-1-16,-1-7-4 0,-2 7 5 0,0-17 4 16,2 28-10-16,-1-10-3 0,0-1 10 0,1-2-5 15,-2 1-3-15,1-3 10 0,0 1-5 0,-1-1 2 16,0-13 1-16,2 23 3 0,-1-7-10 0,-1-3 3 16,0 1 2-16,0 4 3 0,0-4-10 0,0-14 6 15,0 22 5-15,0-9-6 0,0 0 8 0,0-13 3 16,2 22-23-16,-2-10 9 0,4-1 2 0,-4-11 1 15,5 21-5-15,-2-12 4 0,6 6 3 0,-5-4-6 16,2-1 5-16,0 1-10 0,1-1 2 0,-2-1-8 16,0 1 7-16,-5-10-3 0,10 14 4 0,-5-4-1 15,0-3 0-15,3 3-9 0,-8-10 6 0,13 14 2 16,-8-4 0-16,3 0 3 0,1-2-7 0,-1 0 7 16,0 2 8-16,1-1-9 0,0 1 2 0,0 1 4 15,0-3-1-15,1 4 0 0,0-3-3 0,-1-1 8 16,2 2-7-16,-1-3 2 0,4 2 4 0,-2 1 1 15,1-3-3-15,3 1 2 0,-1 1-5 0,2-1 3 16,1-2-7-16,-3 1 1 0,3-1 5 0,-7 0 1 16,6 1-3-16,-2-1-4 0,-1-1 11 0,2 4-5 15,-4-4 2-15,4 3-1 0,-2-2 19 0,0 0-21 16,0-1 12-16,0 3-10 0,3-2 4 0,-1 1-7 16,1 0 2-16,0-2 7 0,0 0-11 0,-4-3 8 15,5 3-10-15,-1-1 2 0,1 2 11 0,-6-4-13 16,6 6-1-16,0-5 13 0,-1 1 6 0,1-1-4 15,0 3-3-15,1-4-3 0,1 1-3 0,-1 1 9 16,2-3-7-16,0 0 2 0,-1 0-5 0,1 2 9 0,-4-3-1 16,3 3 2-16,1-1-6 0,-2-1-3 15,3 1 2-15,-3-2 2 0,0 3-9 0,2-3-4 16,-1 1 4-16,1 0 10 0,1 1-1 0,0 0 2 16,6-1-9-16,-7 0 6 0,0-1-1 0,8 2 6 15,-9-1 7-15,8-1-13 0,-7 1-5 0,0-2 5 16,7 0 5-16,-10-1 15 0,5 1-19 0,-1 0-8 15,1-2 12-15,5-2-7 0,-7 4 4 0,7-4-6 16,-1 1 2-16,3-1-5 0,-8 0-3 0,6 3 2 16,1-3-5-16,-8 0-11 0,8-1-1 0,-2-1-8 15,1 0-13-15,-7 0-13 0,3-4-6 0,-5 4-7 0,5-6-13 16,-6 6-63-16,0-4-160 0,0-1 71 16</inkml:trace>
  <inkml:trace contextRef="#ctx0" brushRef="#br0" timeOffset="48632.28">31353 7234 30 0,'-5'12'37'0,"-2"3"-11"16,-1 3 2-16,0 7 14 0,1 3 2 0,-1 0-4 16,0 3-1-16,1 2 8 0,-1 3-3 0,-1 13 12 0,2 3-5 15,0 1 6-15,3 1 13 0,0 2-9 0,4-3 4 16,0 2-12-16,3-1 0 0,1-1-2 15,0 1-7-15,2 3 8 0,2-4-10 0,1-2-2 16,-2 4-5-16,0-1-5 0,4-2-5 0,-2 2-2 16,-1 0-2-16,-2 0 3 0,2 2-9 0,-4-3 2 0,-3 0-4 15,1 0 3-15,-3-2 4 0,-1-1-3 16,0 0-8-16,0-2 2 0,-5 0 1 0,-1 0-3 16,4-13-6-16,-5 14 7 0,-2 0-2 0,4-2 1 15,-2 1 3-15,1-13-1 0,2-2-6 0,-3 15 4 16,1-12-2-16,2 9-3 0,-2 1 7 0,-1-1-8 0,3-9 1 15,-2-1 11-15,0 0-11 0,-2-2 4 0,-3 12-7 16,1-12 0-16,-1-2-6 0,-1 2 1 16,-2-3-11-16,-3-2 11 0,3 1-18 0,-3 3 2 15,-3-4 4-15,-3 0-1 0,1-1 3 0,-3-3-6 16,1 1-3-16,-2-4-1 0,-2 0 3 0,1-1-7 0,-1 1-6 16,0-4-8-16,-4-1-14 0,1 0 1 15,0-2-11-15,-3-3 3 0,2 1-6 0,-5-2-10 16,1-2-55-16,-12 1-143 0,16-7 64 0</inkml:trace>
  <inkml:trace contextRef="#ctx0" brushRef="#br0" timeOffset="49929.13">29093 5734 30 0,'0'0'189'0,"-10"4"-6"16,10-4 3-16,-6 3-5 0,6-3 0 0,0 0-5 15,0 0-16-15,0 0-16 0,-3-14-17 0,4 5-9 16,5-6-11-16,4-7-11 0,4-3-13 0,2-3-8 15,2-2-5-15,9-15-3 0,1 3-13 0,1-6-4 16,2 0-7-16,3-2-2 0,-1 0-6 0,17-19-7 16,-18 20-4-16,14-20-1 0,-12 19-4 0,11-21-3 15,-13 25-4-15,-1 0-1 0,1-3-1 0,0 2 7 16,-3 2-10-16,-2 5-1 0,0-2 4 0,-12 11-1 16,2 4-3-16,1-2-4 0,0 3 3 0,-4 2-3 15,-5 7 1-15,0-1 1 0,0 0-1 0,0 4-2 16,-3-2 3-16,0 0 0 0,-3 5-5 0,2 0 1 15,-2-2 0-15,1 2 0 0,-1 1 0 0,1 3-3 16,-1-4 3-16,-1 5-3 0,-1 0 1 0,-1 6 3 16,8-10 0-16,-8 10-1 0,2-8-2 0,-2 8-2 15,3-7-2-15,-3 7-1 0,0 0 5 0,0 0 0 16,0 0-1-16,0 0 1 0,0 0 3 0,0 0 1 16,0 0-2-16,-3 28 6 0,-1-13-4 0,2 2 2 15,-2 2-2-15,1 5 3 0,-4 3 0 0,4 4 1 16,-3-3-5-16,1 1 3 0,0-1-2 0,0-1 3 15,0 0-19-15,-1-2-16 0,0 1-6 0,0-1-22 16,2-6-31-16,2 0-30 0,-1 0-30 0,-1-1-29 16,2 1-149-16,-6-2-353 0,4-2 156 0</inkml:trace>
  <inkml:trace contextRef="#ctx0" brushRef="#br0" timeOffset="50124.99">29937 4482 2066 0,'-9'-26'-3'0,"-7"4"0"0,-5 3-5 0,0 2-1 16,-4 4-2-16,0-1 7 0,7 6 6 0,-8-3-8 15,1 2 6-15,6 3-3 0,1-1 0 0,1 0 3 16,0 1 0-16,4 2 2 0,4 0-4 0,-2 0 0 16,1 0-16-16,4 1-16 0,-1 1-20 0,7 2-40 15,-7-5-22-15,7 5-30 0,0 0-113 0,0 0-282 16,0 0 125-16</inkml:trace>
  <inkml:trace contextRef="#ctx0" brushRef="#br0" timeOffset="50410.13">30153 4033 1776 0,'6'-26'28'0,"-3"7"22"0,-3 0 14 16,2 3-19-16,-2 0 15 0,-2 4-3 0,2 4-7 0,-1-3-4 15,1 11 12-15,1-13 1 0,-1 13-3 0,-2-8-5 16,2 8-6-16,1-7-5 0,-1 7-10 16,0 0-3-16,0 0-2 0,0 0 1 0,0 0 4 0,0 0 1 15,8 36-4-15,-7-9-1 0,3-2 1 16,-4 5-3-16,2-1-3 0,1 1-3 0,-2 0-2 16,2 0 1-16,-1 2-1 0,0-2 1 0,2 0-3 0,-4-3 3 15,2 2-6-15,-1-5-2 0,1 2-18 16,0-6-17-16,-1-2-21 0,-2 1-25 0,2 0-32 15,1-2-32-15,0 0-32 0,-2-6-29 0,1 2-163 16,1-3-389-16,-5 0 173 0</inkml:trace>
  <inkml:trace contextRef="#ctx0" brushRef="#br0" timeOffset="50629.92">30225 3892 20 0,'4'-10'156'0,"-2"1"-5"0,3-1-33 0,3 0-7 16,0 5-9-16,1-1-13 0,1 5-6 0,-1 0-5 16,2 2 5-16,-2 3-8 0,0 3-3 0,-1 3-8 15,1-1 17-15,-3 8 4 0,-2 1-2 0,-1 1-11 16,-3 5-6-16,-2 1-5 0,-1 0-5 0,-3 1-20 16,-4-1-16-16,3 0-22 0,-1-7-14 0,0 0-35 15,-1-1-33-15,0-2-31 0,2-1-23 0,-4-1-88 16,3-5-246-16,1-3 109 0</inkml:trace>
  <inkml:trace contextRef="#ctx0" brushRef="#br0" timeOffset="51703.25">30548 3747 167 0,'2'-5'150'16,"-2"5"-14"-16,5-5-18 0,-5 5 2 0,0 0 17 15,0 0 10-15,9 13-2 0,-6-4-9 0,-1 6-10 16,-1 3-11-16,0 9-7 0,2 1-9 0,-4-2-8 16,2-1-10-16,0-6-10 0,2 1-2 15,-1-1-12-15,0 0 0 0,-1 1-8 0,1-5-6 0,1 0-4 16,-2-2-3-16,2-2-3 0,-2-1-3 0,0-5 0 16,1 2-3-16,0 0-1 0,-2-7-3 0,1 9-3 15,-1-9 7-15,2 6 5 0,-2-6 6 0,3 5 1 16,-3-5-2-16,0 0-3 0,0 0-10 15,0 0-5-15,10-17-5 0,-5 7-3 0,1-5-2 16,0 4-3-16,-1-4 0 0,3 6-1 0,-3-1-2 16,2 1-3-16,0 3-2 0,0 2-2 0,-1 0 0 0,1 1 0 15,-7 3-1-15,13-2-2 0,-5 4 1 16,3 1 3-16,-1 5-6 0,-1-3-12 0,-2 1-16 16,2 2-6-16,1 0-10 0,-1 2-17 0,-1-2-11 15,1 0-18-15,-1 2-15 0,-2-3-8 0,3 0-13 16,0-1-1-16,0 0 7 0,-4-2 7 0,3-1 15 15,1 0 9-15,-2-3 13 0,-7 0 4 0,17-6 4 16,-7 2 13-16,0-2 11 0,-2 0 11 0,3-4 14 16,-3-1 3-16,0 1 16 0,1-5 14 0,-3-1 12 15,-2 1 14-15,-1-3 13 0,-1 1 11 0,-2 0 2 16,1 1 11-16,-1 3 4 0,-1 4 9 0,0-2 12 16,0 3 0-16,-2 0 2 0,3 8-7 0,-4-6-11 15,4 6-10-15,0 0-4 0,-11 0-2 0,11 0-2 16,-12 11-8-16,4 0 1 0,-2 1-13 0,-1 2 2 15,2 1-5-15,-1-1-3 0,3-3-8 0,2 1 0 16,1-3-3-16,0 2-3 0,2-2-2 0,1-1 0 16,-1-1 2-16,2-7-6 0,0 13-5 0,0-13-6 15,0 7-3-15,0-7 2 0,5 5-4 0,-5-5 6 16,8 0-1-16,-8 0 0 0,0 0 1 0,12-7-1 16,-5 2 0-16,-3 0 1 0,1-2 0 0,0-4-3 15,1 2 3-15,-3-4-2 0,2 5 1 0,-2-4 0 16,-1 2 0-16,0-1 3 0,-1 5 3 0,-1 6-2 15,1-11 2-15,1 4-4 0,-2 7-5 0,0 0-2 16,2-10-3-16,-2 10 1 0,0 0-3 0,0 0 5 16,0 0 0-16,0 0 2 0,0 0-4 0,0 0 6 15,9 20 2-15,-6-14-2 0,2-1-3 0,-1 0-7 16,-2 0 13-16,-2-5-5 0,9 9 6 0,-4-6-1 16,2 0 2-16,0-3-1 0,0 3 3 0,-7-3-2 15,16-3 0-15,-6 2-1 0,0-5 1 16,-3 0-1-16,2-1-1 0,-1 0-2 0,-3-2 2 0,1 0 0 15,-2-1-1-15,0 1 0 0,0-2 0 0,0 1-2 16,-3-5 1-16,3-1-3 0,-3 0 3 0,0 3-2 16,1 3 2-16,-2 4 2 0,1-1-2 15,-1 7 1-15,0-11-5 0,0 11-1 0,1-9-4 0,-1 9 4 16,0 0-4-16,0 0 4 0,0 0-3 16,5 24 5-16,-3-12 0 0,-1 7-1 0,0-2 2 15,3 7 0-15,-5 0-2 0,-1-5 5 0,4 0-27 16,-2-2 3-16,-2-2-1 0,2-4 2 0,2-1 7 0,-1-1-3 15,-1-3 3-15,0-6-5 0,0 10 12 0,0-10 3 16,2 9 1-16,-2-9 0 0,0 0 3 16,0 0-3-16,0 0 2 0,18-14 2 0,-11 4-8 0,3 0 2 15,0-4 3-15,2 0-1 0,2-8 2 16,-3 0-7-16,-1 6-2 0,-2-2-5 0,2-6 1 16,-4 5-1-16,1 3 4 0,-3-2 1 0,0 7 1 15,0-1-1-15,-3 2 2 0,0 0 0 0,-1 2 12 16,0-1 1-16,0 9-1 0,0 0 1 0,0 0-3 15,0 0-3-15,-6-5 1 0,6 5 1 0,-14 14-5 16,7-3 8-16,0 4-4 0,-1 2-7 0,-1-1-20 16,4 1-10-16,0 0-17 0,2 0-10 0,1 1-27 15,3 0-34-15,-2 0-30 0,1 2-136 0,1 6-315 16,2-3 140-16</inkml:trace>
  <inkml:trace contextRef="#ctx0" brushRef="#br0" timeOffset="52093.74">30832 4683 127 0,'0'0'202'0,"0"0"-20"16,0 0-10-16,0 0-13 0,0-27-9 0,8 10-16 16,6-7-5-16,-1-2-10 0,2 0-11 15,2-1-5-15,-1-1-10 0,3-1-6 0,0-3-8 0,1 0-9 16,1-8-9-16,-5 7-1 0,-2 4-7 15,-2-2-10-15,-3 5 1 0,-5 8-4 0,0 1 6 16,-2 2 4-16,-2 5-2 0,-2-1-6 0,-2 3-9 16,2 2 1-16,2 6-3 0,-8-8-9 0,8 8-6 0,-13 0-1 15,13 0-7-15,-16 8 0 0,8-1-2 16,-3 4-7-16,4 1-7 0,1-2 3 0,-1 6-2 16,2-1 1-16,3-4-3 0,3 5 5 0,0 0-2 15,3-4 0-15,2 5 1 0,0 0-2 0,1-3 5 16,3 0 1-16,-2 1-3 0,0 0 3 0,-2-4-7 15,2 0 11-15,-2-1-10 0,-2 0 3 0,0 1 4 16,-3 2 3-16,0-3-9 0,1 0 9 0,-2 1-6 16,1-1-3-16,-4 1-15 0,3-1-13 0,0-10-11 15,-3 14-19-15,3-14-21 0,-2 10-19 0,2-10 6 16,0 0-42-16,0 0-35 0,-4 8-111 0,4-8-308 16,0 0 136-16</inkml:trace>
  <inkml:trace contextRef="#ctx0" brushRef="#br0" timeOffset="52574.49">31141 4188 160 0,'0'-6'163'0,"0"6"-20"15,0 0-22-15,2-11-7 0,-2 11-15 0,0 0-5 16,0 0 4-16,0 0 2 0,0 0 6 0,0 0 2 16,12 25-13-16,-12-13-7 0,4 7 1 0,0-4-10 15,-1 3-4-15,-1-1-5 0,1-1-9 0,-2-3-7 16,0 1-7-16,1-4 0 0,0 1-3 0,-2-5-7 15,1 2-2-15,-1-8-2 0,5 11-4 0,-5-11-1 16,2 9-6-16,-2-9 6 0,4 6-1 16,-4-6-3-16,0 0-3 0,0 0-1 0,0 0-2 15,0 0-11-15,0 0-4 0,12-12 4 0,-6 2-5 0,2 0 3 16,0 0-7-16,0 2 3 0,0-2-2 0,-1 4 2 16,2-2-3-16,-4 3 1 0,0 2-4 0,1 1-1 15,-6 2 2-15,11-4-5 0,-11 4 4 0,11 2 0 16,-11-2 4-16,16 6-3 0,-9-3 2 15,1 3-1-15,-3-1-2 0,5-2 2 0,-3 0 8 16,-1 1-7-16,1-1 6 0,-1 0-2 0,2-1 3 16,-8-2 5-16,7 0-3 0,-7 0 4 0,0 0-5 15,13-9-6-15,-10 3 6 0,2 1-3 0,0-6 3 16,-1 2-1-16,-3-1 0 0,0 0-3 0,1 0 0 16,-4 0-3-16,0 3 2 0,2 7-3 0,-3-14 6 15,3 14-4-15,1-8 0 0,-1 8-6 0,-3-5 0 16,3 5-2-16,0 0 0 0,0 0 3 0,0 0-2 15,-9 20 5-15,7-10 1 0,2 1-2 0,-2 0-1 16,4 1 3-16,-3 1 3 0,2-2-7 0,2 2-21 16,1 2-14-16,1-4-24 0,0 2-30 0,-1-3-43 0,2-2-53 15,1 2-114-15,-2-6-328 0,-5-4 145 16</inkml:trace>
  <inkml:trace contextRef="#ctx0" brushRef="#br0" timeOffset="52933.55">31652 4009 36 0,'0'0'198'15,"0"0"-5"-15,-19 1-9 0,19-1-13 0,-11 11-4 16,3-2-11-16,1 4-4 0,-2 3-10 0,0 8-4 0,0 3-6 16,2 0-10-16,2 5-7 0,-1-5-12 0,4 4-8 15,1-5-11-15,1 3-6 0,4-4-10 16,-3 1-5-16,2 0-5 0,-1-8-6 0,2 0-5 0,2-1 0 15,-3 4-11-15,2-6-17 0,0 2-24 16,-1-1-27-16,0-1-26 0,0 2-43 0,-3-5-44 16,1 0-52-16,-4-2-156 0,2-10-383 0,-7 17 169 15</inkml:trace>
  <inkml:trace contextRef="#ctx0" brushRef="#br0" timeOffset="53076.95">31534 4387 92 0,'10'-6'89'0,"9"-2"-35"0,-1-2-10 0,1 2-34 15,-1-1-27-15,0-2-29 0,-2 3-49 0,0-3 22 16</inkml:trace>
  <inkml:trace contextRef="#ctx0" brushRef="#br0" timeOffset="53257.27">31744 4027 89 0,'0'0'142'16,"0"0"-15"-16,0 0 6 0,0 0 18 0,0 0-4 0,0 0 1 15,0 37-5-15,-2-19-10 0,-1 9-12 0,2-2-12 16,1 4-6-16,-4-3-11 0,6 2-9 16,-4-2-8-16,1 0-17 0,0 0-26 0,1 0-29 15,-1-7-31-15,1 0-29 0,-2-3-33 0,2 2-43 16,-1-2-131-16,-2-1-285 0,1-5 126 0</inkml:trace>
  <inkml:trace contextRef="#ctx0" brushRef="#br0" timeOffset="53919.06">31168 4904 2 0,'0'0'189'0,"0"0"-6"16,0 0-8-16,0 0-9 0,4-5-18 0,-4 5-13 16,0 0-7-16,0 0-13 0,0 0 2 0,3 17-6 15,-3-17-4-15,0 18-10 0,0-2-5 0,0-5-8 16,0 2-10-16,0-2-2 0,1 2-11 16,-1-2-6-16,0-1-5 0,2 0-6 0,-2-2-4 0,3 0-4 15,-3-8-1-15,0 8-2 0,0-8 8 0,2 10 4 16,-2-10 14-16,0 0 9 0,2 7 11 15,-2-7 3-15,0 0 4 0,0 0-12 0,0 0-1 0,0 0-16 16,0 0-10-16,0 0-5 0,-7-25-2 0,7 14-9 16,2-2-10-16,1-1-1 0,1-2-3 0,1-1-4 15,2 0-3-15,-1 2-1 0,4 1-8 0,-3 1 4 16,2-1 0-16,-1 5-9 0,-1 0-2 0,-2 5-5 16,3-2-2-16,-2 3 4 0,2 1-3 15,-8 2 0-15,15 2 1 0,-4 2-1 0,-3 2 1 0,0 1 2 16,1 1 11-16,-1 1-12 0,1 5-20 15,-3-2-21-15,0 1-12 0,0 1-28 0,-2 3-34 16,-1-6-49-16,2 3-46 0,0-2-181 0,-2-2-433 0,1 0 191 16</inkml:trace>
  <inkml:trace contextRef="#ctx0" brushRef="#br0" timeOffset="54131.53">31497 4792 101 0,'0'0'219'0,"1"-10"-24"0,-1 10-23 16,0 0-12-16,0 0-9 0,0 0 18 0,0 0-3 15,0 0-6-15,-5 29-13 0,0-3-15 0,0 0-8 16,-1 0-13-16,3 3-9 0,-4-1-12 0,5 0-6 16,-2 0-5-16,0-2-20 0,3 1-35 0,1-1-31 0,-3-2-38 15,2-6-44-15,2 1-56 0,-2-2-40 0,1-2-144 16,-1 0-357-16,1-3 157 0</inkml:trace>
  <inkml:trace contextRef="#ctx0" brushRef="#br0" timeOffset="54530.13">31557 5079 62 0,'0'0'212'0,"0"0"-16"0,-2-9-22 0,2 9-13 16,0 0-9-16,0 0-13 0,0 0-7 0,0 0-12 15,0 0-8-15,0 0-10 0,0 0-7 0,0 0-12 16,0 0-7-16,0 0-8 0,0 0-4 0,9 21 0 0,-4-17-3 16,-1 0-1-16,3-1-7 0,0 1-4 15,-7-4-3-15,11 2-2 0,-5 0-6 0,-6-2-2 16,10 3-7-16,-10-3 0 0,9 0-6 0,-9 0-2 16,0 0 0-16,13-5-2 0,-7 0-6 0,-1 2 0 15,-5 3-4-15,9-8 1 0,-5 5-5 0,-4 3-3 16,5-6 3-16,-5 6-2 0,6-5-3 0,-6 5-2 0,8-1 0 15,-8 1 1-15,0 0-2 0,0 0 5 16,13 4-5-16,-8-2 1 0,-5-2-1 0,8 3 2 16,0 0-1-16,-2-3 2 0,-6 0 0 0,12 3 3 15,-4-2-1-15,0 1 2 0,1-4 0 0,-9 2 5 16,15-2 6-16,-8 0 9 0,-1-1 5 0,1 0 3 16,-2-2 0-16,0 0 1 0,0 1-8 0,-5 4-2 15,5-16-1-15,-4 10-11 0,-1-3-22 0,0 9-20 16,-6-19-31-16,3 11-27 0,-1-1-42 0,-2 2-46 15,0-1-41-15,-3 3-138 0,1-2-385 0,1 0 171 16</inkml:trace>
  <inkml:trace contextRef="#ctx0" brushRef="#br0" timeOffset="54689.38">31971 4883 227 0,'0'0'305'0,"-3"-11"-32"0,3 11-23 15,0 0-30-15,-6-9-29 0,6 9-28 0,-9-6-35 16,3 4-35-16,6 2-35 0,0 0-38 0,-20-2-56 16,20 2-54-16,-12 0-62 0,12 0-123 0,0 0-299 15,0 0 133-15</inkml:trace>
  <inkml:trace contextRef="#ctx0" brushRef="#br0" timeOffset="87559.17">27888 6292 10 0,'0'0'21'0,"0"0"4"0,0 0 0 0,0 0-2 0,0 0 1 16,0 0-2-16,0 0-1 0,0 0 0 15,0 0-6-15,0 0 1 0,0 0-2 0,0 0-8 16,0 0 7-16,0 0-5 0,0 0 0 0,0 0-2 16,0 0 2-16,0 0 0 0,0 0 0 0,0 0-3 15,0 0 0-15,0 0-4 0,0 0 3 0,7-3 0 0,-7 3 4 16,0 0-1-16,0 0-3 0,0 0 0 16,0 0 3-16,0 0-2 0,0 0-6 0,0 0 3 15,0 0-2-15,0 0 0 0,0 0 8 0,0 0-8 16,0 0 8-16,0 0-1 0,0 0-5 0,0 0 10 0,0 0-7 15,0 0 5-15,0 0-2 0,0 0-9 0,0 0 6 16,0 0 7-16,0 0-1 0,0 0 4 16,0 0 1-16,0 0 8 0,0 0 0 0,0 0-4 15,0 0 10-15,0 0-10 0,0 0-2 0,0 0 4 0,0 0-1 16,0 0-2-16,0 0 2 0,0 0-6 0,0 0 1 16,0 0 0-16,0 0-3 0,0 0 4 0,0 0-9 15,0 0 7-15,0 0-7 0,0 0 2 16,0 0-5-16,0 0 0 0,0 0 0 0,0 0-4 15,0 0 8-15,0 0-5 0,0 0 5 0,0 0-6 0,0 0 5 16,0 0 1-16,0 0-19 0,0 0 17 16,0 0-2-16,0 0 2 0,0 0-5 0,0 0 3 0,0 0 4 15,0 0 0-15,0 0 3 0,0 0-13 0,0 0 16 16,0 0-8-16,0 0 10 0,0 0 2 0,0 0-3 16,0 0-6-16,0 0 10 0,0 0-9 0,0 0 5 15,0 0-12-15,0 0 8 0,0 0 4 0,0 0-5 16,0 0-8-16,0 0-3 0,0 0 3 0,0 0-3 15,0 0 2-15,0 0-1 0,0 0 6 0,0 0 0 16,0 0 1-16,0 0 2 0,0 0-12 0,0 0 11 16,0 0-6-16,0 0 1 0,0 0-5 0,0 0 9 15,0 0-2-15,0 0-2 0,0 0 3 0,0 0 2 16,0 0-10-16,0 0 4 0,0 0 4 0,0 0 5 16,0 0-8-16,-5-11 7 0,5 11 5 0,0 0-5 15,0 0-7-15,0 0-2 0,0 0 4 0,0 0 8 16,0 0-9-16,0 0 10 0,0 0-7 0,0 0 3 15,0 0-4-15,0 0 4 0,0 0 5 0,0 0 1 16,0 0-6-16,0 0 8 0,0 0-15 0,0 0 11 16,0 0-9-16,0 0 4 0,0 0-1 0,0 0 6 15,0 0-7-15,0 0 2 0,0 0-4 0,0 0 5 16,0 0-2-16,0 0 7 0,0 0-7 0,0 0-3 16,0 0 1-16,0-11-6 0,0 11 3 0,0 0-2 15,0 0 4-15,0 0-4 0,0 0-1 0,0 0-19 16,0 0-10-16,0 0-5 0,0 0-11 0,0 0-8 15,0 0-14-15,0 0-10 0,0 0-12 0,0 0-6 0,0 0 5 16,0 0 2-16,0 0-58 0,0 0-157 16,0 0 70-16</inkml:trace>
  <inkml:trace contextRef="#ctx0" brushRef="#br0" timeOffset="-167308.98">28042 8571 71 0,'0'0'92'0,"0"0"-5"0,0 0 0 16,-7-3-3-16,7 3-6 0,0 0-10 0,0 0-2 15,0 0-4-15,0 0-7 0,0 0-6 0,0 0-1 16,0 0-9-16,0 0 3 0,0 0-5 0,0 0 4 16,0 0-12-16,0 0 4 0,0 0-5 0,0 0 19 15,-11 7 3-15,11-7 1 0,-6 11-5 0,4-6 3 16,-3 4 2-16,0-1-1 0,0-1-11 0,1 3-1 16,-2 2 0-16,5-2-3 0,-2 3-6 0,1 1 6 15,-1-1-6-15,3 1-1 0,-5 3-1 0,4 0-2 16,2 2-3-16,4-2-2 0,-5 2-3 0,4 1-1 0,1 3 0 15,-1-3-4-15,0 5 2 0,0 0-3 16,-1 0-1-16,-3 1-2 0,-2 0-3 0,2-6 8 16,-1 6-6-16,-2 2-3 0,0-1-1 0,-3-1 1 0,3 2 6 15,0 0-8-15,-5 0 1 0,4 0 2 16,2 0-2-16,-1 0 4 0,-1 0-6 0,2 1 3 16,-5-1-2-16,2 2 0 0,1-1 0 0,1-1-3 15,-3-1 15-15,1 2-17 0,3-1 2 0,-2-1 1 0,-1 1-4 16,-2 1 3-16,0-3 3 0,3 2-7 0,0-3 3 15,-3 1 0-15,0 3-3 0,0-3 0 0,1 2 0 16,-5 0 2-16,3 2-1 0,-1-1 1 0,1-2 7 16,1-3-4-16,-2 3 1 0,4-2 2 0,-3 0-2 15,-1-1 0-15,3-8 4 0,0 4-7 0,0-2 1 16,1 0-2-16,-1 0 0 0,3 1 5 0,-4-2 0 16,1 0 0-16,3-1-2 0,-3 0 1 0,1-1 1 15,-2 0 1-15,3-4-4 0,1 0 1 0,-1-1-3 16,0 1 5-16,1-2-11 0,-1-3 6 0,0 1-4 15,2-1-4-15,2-6-12 0,-6 9-2 0,6-9-17 16,-4 9-3-16,4-9-8 0,-2 5-8 0,2-5-21 16,0 0-22-16,0 0-31 0,0 0-94 0,0 0-249 15,0 0 110-15</inkml:trace>
  <inkml:trace contextRef="#ctx0" brushRef="#br0" timeOffset="-167004.91">27654 10043 91 0,'-3'-4'97'0,"3"4"-14"0,0 0 1 0,0 0-6 15,0 0-5-15,0 0 9 0,0 0 15 0,-11 12-9 16,8-3-3-16,2-1-10 0,-4 3-7 16,5-1 4-16,-4 2-10 0,4 0-9 0,-1-2 13 15,1 6-14-15,-2-4 3 0,4 0 0 0,-1 0 11 16,-1-1-8-16,4 0-5 0,-2-1 1 0,2 0-7 0,-3-3-1 15,1 0-4-15,3-2-3 0,0 1 3 16,-1-1 1-16,0 0-1 0,2-2-5 0,-6-3 2 16,11 6-7-16,-7-5-5 0,5 1-7 0,-9-2-12 0,16-2-11 15,-4 0-11-15,0 0-13 0,-1-2-14 16,2-1-19-16,4-1-12 0,-4 3-6 0,3-5-21 16,1 2-18-16,-1-3 0 0,0 2-23 0,0-2-85 15,-1 2-242-15,5-2 108 0</inkml:trace>
  <inkml:trace contextRef="#ctx0" brushRef="#br0" timeOffset="-166231.35">26616 10513 30 0,'0'-12'149'0,"0"2"0"15,0 2-10-15,0 8 1 0,-2-11 4 0,2 11-11 16,-3-9-16-16,3 9-10 0,0 0-12 0,1-9-8 16,-1 9-9-16,0 0-13 0,0 0-6 0,0 0 4 15,0 0-4-15,-3 28-4 0,-1-13-10 0,2 2-2 16,-2 1-5-16,3 0-1 0,-3 0-5 0,-1-3-3 15,3 2-3-15,-1 0-1 0,-1-7-1 0,2 2-2 16,2-3-5-16,-4-1 4 0,4-2-5 0,0-6-2 16,-3 11 6-16,3-11 8 0,0 8 9 0,0-8 13 15,0 0-1-15,-2 5-2 0,2-5-9 0,0 0 0 16,0 0-4-16,0 0-4 0,-10-18-4 0,8 9-1 0,0-2-5 16,2 0-5-16,0 0-6 0,0-5 1 0,4 2 1 15,-3 0-6-15,6-1-1 0,-3 3-4 16,5-3 3-16,-2-1-2 0,4 5 0 0,-2-3-1 15,2 2 0-15,-3 3 0 0,7-1-1 0,-4 3-1 0,0 1-3 16,-2 1 4-16,2 2-1 0,-1 1-4 0,-2 1 2 16,-8 1 2-16,13 2 0 0,-7 1-1 15,0 2 1-15,-3 0 2 0,1 0 1 0,-2 3-4 16,0-2 3-16,-2-6-3 0,-2 18-4 0,0-9-8 0,0 0 2 16,-3 1-1-16,3-1-6 0,0-1-6 0,-2 2-2 15,1-2-5-15,2 2-7 0,-1-4-3 0,2-6-2 16,2 15-8-16,-1-9 3 0,2 2 1 0,1-2-5 15,3 1 5-15,-1-1 5 0,3 0 4 0,-2 1 11 16,0 2-2-16,-1-4-3 0,3 4 13 0,-5-4-5 16,2 3 2-16,-4-2 1 0,0 0 2 0,2-1 7 15,-4-5 3-15,-4 14-5 0,0-7 5 0,-2 2-2 16,-2-1 7-16,-1 0-1 0,-2-1 1 0,-3 0-13 16,1 0 9-16,3-2-3 0,-1 1-11 0,1-4-16 15,0 1-10-15,5-2-12 0,-1 1-25 0,6-2-7 16,-11 0-18-16,11 0-72 0,0 0-197 15,0 0 88-15</inkml:trace>
  <inkml:trace contextRef="#ctx0" brushRef="#br0" timeOffset="-165882.72">26812 10607 121 0,'0'0'129'0,"0"0"-17"0,6-7-10 15,-6 7-6-15,0 0-9 0,0 0 5 0,0 0-18 16,0 0 2-16,0 0-8 0,0 0 3 0,9 12-6 15,-5-9 8-15,1 1 0 0,2 0 1 0,0 2-9 16,-1-3-4-16,3 0-4 0,-1 1-10 0,0-2 1 16,-1 0-3-16,1 0-3 0,-8-2-3 0,15 1 1 15,-11-1-6-15,-4 0-1 0,9 0 1 0,-9 0 0 16,0 0-6-16,13-5 0 0,-12 1-5 16,-1 4 1-16,0 0 6 0,4-8-3 0,-4 8 1 0,2-7 0 15,-2 7-2-15,0 0-2 0,2-8 0 0,-2 8-1 16,0 0-6-16,0 0-4 0,0 0-6 0,2-7-2 15,-2 7 0-15,0 0-2 0,0 0-1 0,0 0 2 16,0 0-2-16,-2 32 1 0,2-17 5 0,-2 3-1 16,0-6-1-16,2 5 0 0,0 4 1 0,-2-4-3 15,0 2-1-15,1-2 0 0,-1 2 2 0,2-2-24 16,0 1-27-16,0 0-13 0,0-3-31 0,0 1-24 0,0-3-18 16,0 0-12-16,0-3-26 0,0 0-88 0,0-5-278 15,2 3 124-15</inkml:trace>
  <inkml:trace contextRef="#ctx0" brushRef="#br0" timeOffset="-165670.18">27043 10656 41 0,'0'0'131'0,"2"-10"-8"0,-2 10 1 0,0 0 11 15,8 0-14-15,-8 0 0 0,0 0 1 0,8 19-9 16,-8-6-5-16,0 5-9 0,0 7-11 0,-2 1-9 15,0 4-1-15,-3-3-8 0,0 2-7 0,1-3-10 16,-3 0-2-16,1-7-11 0,6 1-25 0,-3-1-15 16,0 0-18-16,-1 0-21 0,2-6-40 0,0-2-26 15,1 2-28-15,-3-3-101 0,0-3-253 0,2-2 113 16</inkml:trace>
  <inkml:trace contextRef="#ctx0" brushRef="#br0" timeOffset="-165447.56">27155 10603 83 0,'9'-6'118'0,"2"3"-2"0,-1-1-10 16,-2 2-2-16,-1 2 0 0,-7 0-6 0,14 3-8 16,-8 1-14-16,-1 0-11 0,1 4 7 0,-4-1-7 15,0 3-4-15,-4 1 3 0,2 0-15 0,-6 5 1 16,2-5-6-16,-7 2 3 0,1 4-12 0,1-3-4 15,-2-2-17-15,0-2-19 0,2 2-18 0,0-5-31 16,0 0-21-16,0 0-16 0,4-2-27 0,-3-1-70 16,8-4-204-16,-10 6 91 0</inkml:trace>
  <inkml:trace contextRef="#ctx0" brushRef="#br0" timeOffset="-164649.09">27332 10605 146 0,'0'0'155'16,"-13"-5"-3"-16,13 5-9 0,-15 7-1 0,7-6-8 16,0 8-2-16,-1 0-16 0,-5 1-16 0,1 2-6 0,4 2-11 15,-3 1-8-15,6-1-1 0,1-4-13 0,-1 7-5 16,2-6-8-16,0 2 4 0,4-4-13 0,4 2 0 16,-2-2-8-16,2-2-3 0,0 1-7 15,1-3-8-15,1 1 4 0,1-3-4 0,2 1-5 0,-2-3 1 16,0-1-3-16,-7 0 4 0,16-2-3 0,-10-2 5 15,-1-1-5-15,1-3-3 0,0 0 1 0,0-2-1 16,-2 0 9-16,-2-3 0 0,1 3-5 0,1-3-4 16,0-2 3-16,-2 2 3 0,0 3-4 0,-1 1 8 15,1-1 0-15,-2 4 7 0,0 6 2 16,2-10-6-16,-2 10-2 0,0-10-2 0,0 10-5 0,0 0 0 16,0 0-3-16,0 0 4 0,0 0-5 0,0 0-1 15,0 0 0-15,0 0 4 0,6 23-2 0,-5-13-5 16,0 1 6-16,-1-2-2 0,0 0 2 0,0-1-5 15,2 0 2-15,0-3 0 0,-2-5 1 16,4 11-1-16,-1-7-5 0,-3-4 10 0,6 5-2 0,-6-5 3 16,12 0-4-16,-6 2 1 0,-6-2-2 0,15-5 3 15,-7 3-1-15,-1-6 4 0,3 0-3 0,-3 0-1 16,1 0-1-16,-4 2 2 0,2-3 4 0,-2 1 1 16,-1-1 1-16,1 1 1 0,-1-2 0 0,0 4 9 15,-1-1-1-15,-2 7-3 0,2-9 4 0,-2 9-9 16,2-7 3-16,-2 7-8 0,2-6-1 0,-2 6-1 15,0 0-6-15,0 0-3 0,0 0 2 0,0 0 3 16,0 0-4-16,3 28 4 0,-4-12 0 0,-1-1 1 16,0 0-1-16,0-2-1 0,2-1-1 0,-2-2 3 15,0 3-3-15,4-2 4 0,-2-3-3 0,-2-1 1 16,2-7 0-16,2 10 0 0,-2-10-3 0,2 9 5 16,-2-9-1-16,6 5 6 0,-6-5-9 0,0 0 4 15,16-5 0-15,-9 1-1 0,2-1-1 0,1-1 4 0,2-1-1 16,-3-2-4-16,0-1 2 0,-3 0 2 15,4-4-3-15,-5 3 0 0,3-4-1 0,-1 0-3 16,-5 3 1-16,3 3 4 0,0-2-5 0,-5 3-1 16,4 0 5-16,-4 2-3 0,0 6 3 0,5-9-3 15,-5 9-2-15,3-8-2 0,-3 8 1 0,0 0-2 16,1-3 0-16,-1 3 4 0,0 0-5 0,0 0 4 16,0 0-1-16,0 0-2 0,6 19-4 0,-6-12 9 15,3 2-3-15,-1-1-3 0,1 2 2 0,-3 1 7 0,4-3-7 16,-2 0 5-16,0 4-2 0,-1-4-2 0,0 2 0 15,-1-5 2-15,0 5 2 0,0-3-1 16,0-7 2-16,-4 16 3 0,2-7-4 0,-2-2-5 0,-1 0-5 16,-2 0-11-16,2 2 0 0,-3-2-6 0,1 2-18 15,-2-3-21-15,0 2-14 0,3 0-25 0,1-4-17 16,-3 0-29-16,2-1-18 0,2 3-138 0,-1-3-331 16,5-3 147-16</inkml:trace>
  <inkml:trace contextRef="#ctx0" brushRef="#br0" timeOffset="-164329.55">27999 10590 62 0,'-4'-12'177'0,"0"8"-17"0,0-2-8 16,4 6-5-16,-11-8-4 0,3 5-18 0,3 0-2 16,-5 2-9-16,10 1-14 0,-21 7-3 0,5 4-8 0,3-3-1 15,-2 6-10-15,1 0-5 0,-1 6-5 16,3-4-11-16,-1 6-3 0,3-4-3 0,2 0-7 16,3-1 1-16,0 0-12 0,3-5 1 0,4 5-5 15,-1 0 1-15,1-6-3 0,4 0 0 0,-1 4 0 16,4-4-7-16,0-3-15 0,-2 2-20 0,5-3-31 15,-4 1-20-15,3-3-31 0,1-1-26 0,-1-1-20 0,1-1-20 16,0 0-108-16,-1-2-295 0,1-1 131 0</inkml:trace>
  <inkml:trace contextRef="#ctx0" brushRef="#br0" timeOffset="-163712.09">28125 10689 87 0,'0'0'137'0,"-2"-10"-11"15,2 10 4-15,-4-7 1 0,4 7 0 0,-9-3-12 16,9 3-3-16,0 0 1 0,-21 6-14 0,11-3-5 16,0 4-4-16,1-1-8 0,-4 6-4 0,3-2-8 15,-1 4-8-15,-1 1-5 0,1-2-11 0,-1 0 0 16,8-1-4-16,-3 2-8 0,3-3-5 0,0-2-3 16,3 1 0-16,-2-1 1 0,3-1-6 0,0-8-3 15,4 12 1-15,0-7 2 0,0-1-1 16,-4-4-7-16,11 5-4 0,-2-4 3 0,-9-1-2 0,14-3-6 15,-14 3 4-15,13-5-1 0,-9-1-2 0,3 2 2 16,0-1-5-16,-1-4 2 0,1-1-4 0,-2 0 0 16,1-1 2-16,-1 0-5 0,-1 0 2 0,-1 0 1 15,3-3-1-15,-4 3-1 0,1 1 3 0,-1 3 6 16,0 3-2-16,-2 4 0 0,5-9-4 0,-5 9-4 16,1-7 1-16,-1 7-5 0,0 0 0 0,0 0 0 15,0 0 3-15,0 0 0 0,0 0-1 0,0 0 4 16,5 25-2-16,-4-15-1 0,1 0-3 0,-2-1 1 15,2 0 5-15,0-2-1 0,0 0-2 0,2 0 3 16,-1 0 0-16,2-1 1 0,2 1 1 0,0-3-3 16,1-1 2-16,-1-3 3 0,5 0-2 0,-2-2-4 15,-1-1 2-15,3-3-1 0,-1-1-6 0,-2-2 3 16,4-3 3-16,-6 3 1 0,4-5-3 0,-3-1 2 16,-2-1-3-16,1 1 5 0,-3-2-3 0,4 0 2 15,-2 2-4-15,-2-4 2 0,1 0 2 0,-2 3 9 16,2-3-3-16,-3 7 2 0,1 2 12 0,-1 1 6 0,3 0 2 15,-3 3-2-15,-2 6-7 0,4-10-1 16,-4 10-4-16,1-5-7 0,-1 5-1 0,0 0 2 16,0 0-1-16,0 0 1 0,-3 32 1 0,-1-12 2 15,1-1 1-15,-1 9 2 0,-1 2-3 0,0-3 6 0,1 2-4 16,-2 0 0-16,3 2-1 0,-3-1-1 16,1-2 0-16,3 1 0 0,-2-1-5 0,3-5 4 15,1-3-2-15,-1 1-11 0,-2-3-12 0,3 1-14 16,-2 0-13-16,2-1-21 0,0-2-27 0,0-4-34 0,0-3-24 15,0-1-37-15,2-1-16 0,-2-7-140 0,-2 12-365 16,2-12 162-16</inkml:trace>
  <inkml:trace contextRef="#ctx0" brushRef="#br0" timeOffset="-163496.02">28321 10745 79 0,'7'-8'139'0,"2"-1"-11"0,-3 3-4 15,2 2-8-15,-2-1-3 0,0 3-13 0,-6 2-1 16,13-3-12-16,-5 3-8 0,-8 0-4 0,11 9-15 16,-5-3 5-16,-3 1-10 0,1 3-4 0,-4 0 3 15,0 1-13-15,-4 5 3 0,0-3-10 0,-3 0 2 16,0 2-4-16,-3-1-9 0,1-1 3 0,2-3-14 16,-5 3-18-16,5-5-16 0,0 1-22 0,-1-3-16 15,4-1-31-15,-2 2-35 0,3-3-95 0,3-4-239 16,0 0 106-16</inkml:trace>
  <inkml:trace contextRef="#ctx0" brushRef="#br0" timeOffset="-163154.98">28474 10742 99 0,'0'0'157'0,"0"0"-10"15,-19 7-7-15,11-1-11 0,-1 2-10 0,2 2 5 16,-2 0-12-16,1 4-15 0,0-2-3 0,2 2-14 15,1-2-7-15,1-1-7 0,1 2-3 0,3-1-8 16,0-4-6-16,2-1-2 0,-1 2-8 0,3-3-3 16,0 0-8-16,1-3 0 0,2-3-3 0,4 2-19 15,-2-4 8-15,0-1-2 0,1 1-5 0,-2-4-3 16,2 0 5-16,-1 0 1 0,-2 0-2 0,0-4-5 0,-1 1 1 16,-1 0 3-16,0-1-1 0,-2 0 0 15,1 0-3-15,-2 4 2 0,0 0 10 0,-2 6 2 16,2-10 1-16,-2 10-3 0,3-10-1 0,-3 10-1 15,0 0-7-15,0 0-2 0,0 0 2 0,0 0-3 0,0 0 2 16,0 0 3-16,0 0-2 0,0 26-3 0,0-17 10 16,0 2-9-16,0-1 2 0,0 1-12 0,0-1-13 15,0 0-22-15,0 2-27 0,0-6-18 16,4 1-24-16,-3-2-23 0,3 0-135 0,-4-5-289 0,9 9 127 16</inkml:trace>
  <inkml:trace contextRef="#ctx0" brushRef="#br0" timeOffset="-162786.98">28690 10746 123 0,'-4'-7'152'0,"4"7"-19"0,0 0-5 16,0 0-3-16,0 0-6 0,0 0 0 0,0 0-13 16,-15 19-5-16,10-10-9 0,0 1 2 0,0 1-14 15,1 0-8-15,0 0-3 0,1-2-7 0,2 4-10 16,1-3-2-16,0 0-4 0,1-2 2 0,2 3-12 15,-2-6 1-15,3 1-6 0,4-1 1 0,1-1-7 16,0-2-4-16,2-2 1 0,2 1-3 0,-2-2 2 16,2-2-2-16,-1 0-4 0,-1-1 1 0,-2-3-6 15,-1 2 4-15,0-4 1 0,-1 2-8 0,-1-1 5 16,-2 0-1-16,1-2-6 0,1-1 5 0,-2 0 3 16,-1 1-2-16,0-7 1 0,1 9 2 0,-1-2-3 15,-3 3 8-15,2 1 6 0,0-1-8 0,-2 7 1 16,4-7-5-16,-4 7-1 0,0 0-1 0,0 0-2 15,0 0-1-15,0 0 2 0,0 0-2 0,-4 27-1 16,2-17-3-16,-1 1 7 0,1 0-3 0,0-1-3 0,1 2 0 16,1 1-10-16,4-1-19 0,-2-1-27 15,2-1-27-15,3 2-30 0,2-5-46 0,2-1-41 16,-3 0-103-16,3-3-323 0,3 0 144 0</inkml:trace>
  <inkml:trace contextRef="#ctx0" brushRef="#br0" timeOffset="-162630.12">28849 10581 109 0,'-8'-4'106'0,"8"4"-23"16,0 0-21-16,0 0-19 0,0 0-36 0,-6 10-76 15,6-10-74-15,0 0 33 0</inkml:trace>
  <inkml:trace contextRef="#ctx0" brushRef="#br0" timeOffset="-162099.52">29103 10540 194 0,'0'0'194'0,"0"0"-16"0,0 0-15 15,0 0-16-15,0 0 8 0,0 0 10 0,-10 19 4 16,6-7-13-16,-4 4-17 0,3 2-6 0,-2-1-15 15,1 7-5-15,-2-1-10 0,5-3-9 0,-1-2-14 16,0 1-3-16,0 6-10 0,0-5-4 0,-1-1-9 16,3-2-3-16,-5-1-5 0,5 0-9 0,-2-1-13 15,1-4-19-15,1 0-16 0,-2-1-25 0,3-2-17 16,1 1-20-16,0-9-26 0,-8 10-12 0,4-8-18 16,4-2-8-16,-7 4 2 0,7-4 1 0,0 0 5 15,0 0 10-15,0 0 0 0,-13-14 21 0,11 4 4 16,2 1 11-16,2-1 20 0,-2-1 10 0,1-1 3 15,3-4 7-15,0 5 13 0,0 1 13 0,1-1 9 16,4-2 0-16,-3 3 4 0,4-1 8 0,-2 3 9 16,2 1-4-16,-1 1 13 0,1 2-7 0,0 0 6 15,-3 1 5-15,1 3 16 0,-8 0-7 0,16 3-5 16,-11-1 1-16,2 0 5 0,-3 3 0 0,1-1 6 16,0 2 14-16,0 2 11 0,-3-2 3 0,2 4-8 15,-1-4-11-15,1 3 1 0,-2-2-7 0,2 0-2 16,-1 0-6-16,3-2 1 0,-2-1 3 0,1 1 10 15,0-3-3-15,3 1-2 0,-8-3 0 0,15-1-4 16,-7 1-1-16,1-4 0 0,2 1 4 0,-4-1 10 0,-2 0-5 16,2-2 2-16,-2 1-2 0,1-4-4 15,-1 1-5-15,-3-2-5 0,-2 2-3 0,0-1-4 16,0-2-4-16,-4 3-4 0,1-2-2 0,-1 0-4 0,-4 3-18 16,2 1-12-16,-1 0-12 0,-2 2-22 0,-1 1-11 15,0 0-17-15,1 3-17 0,9 0-19 0,-19 3-11 16,11 0-11-16,2 3 1 0,-2 2-20 0,3 3-123 15,0 1-300-15,2-1 133 0</inkml:trace>
  <inkml:trace contextRef="#ctx0" brushRef="#br0" timeOffset="-161771.72">29282 10890 61 0,'6'-2'155'0,"3"-1"0"15,0-1 5-15,-1-1-13 0,-1 0 6 0,0-2-7 16,2 0-10-16,-3-1-16 0,-1-1-10 0,2 1-2 15,-2 0-11-15,1-2-7 0,-1 0-11 0,-2 0-9 16,-2-7-5-16,2 7-8 0,-3 1-1 0,0-7-3 16,-2 7-5-16,1-1-2 0,1 0-7 0,-3 1-5 15,1 4-4-15,2 5 0 0,-3-12 0 0,3 12-9 16,-1-10-2-16,1 10-2 0,0 0-5 0,-2-10-1 16,2 10-6-16,0 0 1 0,0 0-2 0,0 0 5 15,15 4-5-15,-15-4 6 0,10 4-7 0,-1 0 1 16,-4 1-3-16,3 2-1 0,0 1-5 0,-1-2 8 15,0-1-3-15,0 3 4 0,-2-3-1 0,-1 1-2 16,0 4-1-16,0-3 2 0,1-3 1 0,-3 2-2 16,0 1-1-16,0 2 2 0,1-3 4 0,-2 2-1 15,1 0-4-15,-1-3-13 0,0 3-21 0,0-1-31 16,2-2-26-16,-3-5-26 0,9 9-26 0,-3-7-28 16,1 1-130-16,2 1-325 0,5-2 143 0</inkml:trace>
  <inkml:trace contextRef="#ctx0" brushRef="#br0" timeOffset="-161656.52">29692 10828 78 0,'0'0'118'0,"0"0"-25"15,-24-7-17-15,24 7-24 0,-9-2-26 16,9 2-36-16,-10-1-63 0,10 1-77 0,-14 0 34 0</inkml:trace>
  <inkml:trace contextRef="#ctx0" brushRef="#br0" timeOffset="-158897.55">26122 8107 72 0,'0'0'65'15,"-7"-4"-8"-15,7 4-7 0,-8-2-5 0,8 2-5 16,0 0-1-16,0 0-10 0,-10-1 0 0,10 1 5 15,-11 3-8-15,2-2 2 0,0 1-4 0,0 2 1 16,-4 0-12-16,3 0 6 0,-3 1-2 0,0 0 1 16,3 0-3-16,-3 1 1 0,1 1 7 0,-1 1 3 15,-3-1-6-15,1 3-2 0,2 1 2 0,-3-2 2 16,3 3-10-16,-1-2-1 0,3 1 4 0,-1 0 1 16,-1 2 3-16,0-2-11 0,3 3 3 0,-1-1-5 15,0 0 0-15,4-1-5 0,0 0 9 0,1 3-2 16,0 0 2-16,3 3-1 0,-2-3 4 0,1 2-6 15,2 2 4-15,1-1-10 0,1 2 9 0,-2 1-6 0,2-3 6 16,2 2-2-16,0 6 3 0,0-6-3 16,1 5-3-16,4-1-9 0,0 1 7 0,-1-1 1 15,-1 0-3-15,-1 2 2 0,4-1-3 0,-4 0 9 16,0 0-5-16,1-1-1 0,-3 0-4 0,0-5 0 0,2 7 6 16,-3-1-5-16,0 1 1 0,3-7-13 15,-2 7 16-15,2-6 1 0,-2-1-3 0,0 5-1 16,1-4-1-16,-1-1 3 0,2 9-2 0,-2-7 1 15,0-4-3-15,1-1 3 0,-1 4 0 0,3-4 0 0,-2 0 9 16,1-1-4-16,0 2 0 0,-1-1 1 0,5-2-17 16,-1-3 11-16,2 0 0 0,0-2-1 15,5 2-10-15,1-2 1 0,4-2-4 0,8 1-11 16,-1-3-13-16,5-2-6 0,6-1-18 0,1-2-9 0,14-4-69 16,-12-1-150-16,14 1 66 0</inkml:trace>
  <inkml:trace contextRef="#ctx0" brushRef="#br0" timeOffset="-158059.45">27315 7977 2 0,'51'-4'45'0,"-12"4"5"16,13-2-9-16,-14 2 4 0,1-1-12 0,-2-1-6 15,0 4 8-15,0-2-12 0,-3 1-4 0,2 2 3 16,-5 1-4-16,-2 0-1 0,-8 0 1 0,0 1-3 15,0-1-6-15,-1 1-1 0,-2 1-5 0,5 1 6 16,-8-2 2-16,3 0-2 0,-2 3 0 0,-4-4-1 16,5 3-5-16,-3-1 5 0,3 0-3 0,-3 1 4 15,0 0-1-15,2 1 3 0,-1-1-10 0,1 1 4 16,-1 1-1-16,1 1 2 0,-5-3-2 0,1 1 0 16,1 2 2-16,-4-3-5 0,1 3 7 0,-4-1-5 15,4 3 4-15,-1-2-5 0,-1 6-3 0,-3-5 4 16,1 4 1-16,0 1 5 0,-1 1-5 0,0 3 5 15,-1 5-6-15,-1 1 11 0,-1 4-5 0,2-1-4 16,-3 1 1-16,-1 3 8 0,-1 0-5 0,-3 2-3 16,0 1-1-16,0 0 0 0,-5 10 3 0,-1-1-5 15,1-10-5-15,-5 11 0 0,1-13 3 0,-5 10 3 16,-2-1-4-16,-3-1-1 0,-8 1 1 0,0 0-1 0,-5-3-3 16,-3 3 2-16,-1-3-1 0,1-1 5 15,-5-3 1-15,5-2-3 0,-1-2 4 0,9-7-5 16,-12 5 3-16,2-4-1 0,8-5-1 0,1 1-2 15,-3-3 1-15,1 1-2 0,1-3 8 0,-3 0-4 16,1-2-2-16,2 0-6 0,-1 0-2 0,-2-3-12 16,0 0-16-16,5-3-20 0,-7 4-36 0,-14-3-100 15,-2-1 44-15</inkml:trace>
  <inkml:trace contextRef="#ctx0" brushRef="#br0" timeOffset="-157355.68">26142 9532 90 0,'-14'26'94'0,"-3"3"-7"0,-8 12-3 0,-2 2 2 16,-2-1 2-16,-3 3-4 0,1 1-3 0,-1 5-8 16,-12 20-9-16,11-19-3 0,3-1-15 0,-1 2 1 15,2 0-6-15,-3-1 0 0,0-3-9 0,3 0 4 16,2-3-6-16,0-2 2 0,2-2-8 0,10-15-4 16,-4 1 2-16,5-1-11 0,1-3-2 0,1-1-13 15,7-5-20-15,-5-3-8 0,4 1-10 0,-1-4-19 16,3-2-20-16,-3 0-15 0,3-6-62 0,-1 1-170 15,5-5 76-15</inkml:trace>
  <inkml:trace contextRef="#ctx0" brushRef="#br0" timeOffset="-157095.79">25529 10293 32 0,'-9'27'131'15,"2"-11"-13"-15,-4 6-1 0,-2 3-6 0,-1 2-3 16,-3 0-10-16,-2-1-9 0,1 1-9 0,3-3 0 0,3 1-16 16,0 0 5-16,4-2-6 0,3-7-16 15,0-2 2-15,1 1-5 0,2-5 4 0,2-1 5 16,2 2-1-16,-2-5 1 0,4 1-8 0,1-3-5 16,2 1 2-16,4 0-5 0,5-3-8 0,5-2 3 0,-1 0-10 15,8-4-8-15,4 3-10 0,-3-1-10 0,-8 0-31 16,6 2-30-16,-8 0-24 0,0 1-15 0,-6 1-20 15,1 0-97-15,-7 1-243 0,-1 1 108 0</inkml:trace>
  <inkml:trace contextRef="#ctx0" brushRef="#br0" timeOffset="-156504.8">24616 10950 154 0,'-5'-4'169'0,"5"4"-19"0,-6-3-23 0,6 3-7 16,0 0-10-16,0 0-6 0,-8 10-2 0,4-1-2 15,0 4-6-15,2 2-9 0,2 2-5 0,-3 3-5 16,2-1-9-16,1 0-4 0,-3-1-4 0,3-1-8 15,-1 0-8-15,1-4-5 0,1-2-2 0,-2-1-2 16,0-1-2-16,1-9-4 0,-1 12 2 0,1-12 3 16,-2 9 7-16,2-9 10 0,-1 6 9 0,1-6 6 15,0 0 0-15,0 0-2 0,0 0-7 0,0 0-6 16,0 0-4-16,0 0-5 0,0 0-8 0,0-36-1 16,0 17-4-16,0-6-5 0,4 0-4 0,-2-1-3 15,5-1 1-15,3 3-3 0,1 0-4 0,-2-1-3 16,4 1 0-16,-3 7 1 0,2 5 0 0,2-1 1 15,-2 2-6-15,-3 4-1 0,2 2-3 0,-5 2 1 16,3-1 2-16,0 4 0 0,-9 0 0 0,12 7-4 16,-7-3 0-16,0 2 3 0,-1 3 2 0,-2 1-3 15,0 1 0-15,-1 5-2 0,-2 2-6 0,-1-6-7 0,0 6-10 16,-2-3-4-16,4-2-2 0,-1-2-7 0,2 0-5 16,-2 0 2-16,2 0-6 0,-1 0-9 0,4-3-1 15,-2-1 0-15,1-1 2 0,2 1 2 16,2-2 5-16,-1-1 7 0,4-1 9 0,1 0-6 15,0-1 3-15,-1 2 0 0,-2-2 9 0,-1 0 1 0,-2 1-1 16,-1 1 4-16,1 0 8 0,-5-4-6 0,0 12 9 16,0-12-1-16,-7 17-7 0,0-9 14 0,-3 2-1 15,-3 2-5-15,-2-1-3 0,2-1 0 0,-1 0 13 16,1-4-17-16,2 2-1 0,1-3-10 16,2-1-24-16,0 0-16 0,3-2-29 0,5-2-28 0,0 0-81 15,0 0-224-15,0 0 99 0</inkml:trace>
  <inkml:trace contextRef="#ctx0" brushRef="#br0" timeOffset="-156317.6">24947 10965 14 0,'0'0'171'0,"3"-5"-21"0,-3 5-23 16,0 0-12-16,0 0-5 0,0 0-3 0,0 0-4 15,0 0-3-15,10 11-12 0,-8-3-8 0,0 3-5 16,-2 0-9-16,1 6-3 0,-1-2-7 0,0 2-3 15,0-2-13-15,0-2-10 0,1 3-25 0,0-3-19 16,2-2-26-16,-1 0-21 0,0-1-19 0,-1 0-22 16,2-2-108-16,-2-1-227 0,-1-7 101 0</inkml:trace>
  <inkml:trace contextRef="#ctx0" brushRef="#br0" timeOffset="-155634.8">25152 10927 111 0,'-8'9'149'16,"0"0"-1"-16,1-1 6 0,-4 4-21 0,3-2-10 15,2 0-8-15,-1 1-13 0,1 3-8 0,4-2-2 0,-2 1-17 16,0-3-8-16,4 3-8 0,0-3-9 16,0 0 2-16,6-2-2 0,-2 1-14 0,-1 0 3 0,1-3-3 15,2-2-8-15,-3-1 2 0,6 1 1 16,-9-4-7-16,13 0-1 0,-13 0 0 0,11-2-4 0,-11 2 2 15,9-5-8-15,-4 0 2 0,-2-1-4 16,-1-3 3-16,0 2-6 0,0-2 7 0,-2-1-4 16,0 0-5-16,2-1 0 0,-2 3-3 0,0 8 6 0,-2-11 5 15,2 11-2-15,2-8 1 0,-2 8-4 0,0 0-3 16,0 0-3-16,0 0-1 0,0 0-1 16,0 0-1-16,0 0 0 0,0 0 4 0,0 0 0 0,0 0-4 15,0 30 4-15,2-22-5 0,-2-2-2 0,3 2-1 16,-1 0 6-16,2 0 3 0,1-2 4 0,-1-1-9 15,3-1 5-15,-1 0 2 0,1-2-4 0,1 0 2 16,0-2 3-16,-8 0-5 0,19-4-3 0,-9 0 4 16,-1-2 9-16,-5 3-9 0,6-4-2 15,-8 1-3-15,5-2-1 0,-3-1-6 0,0 0 7 0,1 0 1 16,-5-2 1-16,0 1-1 0,-2 0-3 0,2 0 2 16,-2 4-2-16,2 6 3 0,-1-13 2 0,1 13-4 15,0-11 4-15,0 11-4 0,-3-7-1 0,3 7 1 16,0 0-4-16,0 0 4 0,0 0 0 0,0 0-3 15,0 0 3-15,0 0 3 0,1 31 2 0,-1-20 1 16,0 5 0-16,2 0 1 0,-2-3 0 0,1 3-2 16,1-5 0-16,-2 2 5 0,2-1-5 0,0 0 3 15,2 1-2-15,0-2-8 0,0 0-22 0,0-1-22 16,-2-2-12-16,1-1-26 0,1-1-12 0,0-1-15 16,-1-1-14-16,-3-4-9 0,10 4-104 0,-10-4-260 15,12 0 115-15</inkml:trace>
  <inkml:trace contextRef="#ctx0" brushRef="#br0" timeOffset="-155457.08">25421 11005 40 0,'0'-6'166'0,"0"6"-4"15,5-13 0-15,-5 13-18 0,0-7-6 0,0 7-15 0,0-8-18 16,0 8-9-16,0 0-14 0,0 0-3 16,0 0-3-16,0 0-4 0,0 0-8 0,11 28-4 0,-9-17-5 15,-2 1-10-15,4 3 0 0,-1 1-3 16,-1-4-16-16,0 3-22 0,0-3-22 0,-2 0-24 0,0 0-15 15,4-2-33-15,-4-1-20 0,1-1-19 0,0-2-95 16,-1-6-241-16,2 9 106 0</inkml:trace>
  <inkml:trace contextRef="#ctx0" brushRef="#br0" timeOffset="-155301.22">25412 10763 75 0,'3'-5'60'0,"-3"5"-1"0,0 0-6 0,0 0-10 16,13 14-15-16,-8-5-23 0,3 6-24 0,3 0-32 15,-3 0-55-15,2 2 24 0</inkml:trace>
  <inkml:trace contextRef="#ctx0" brushRef="#br0" timeOffset="-155025.02">25659 11004 166 0,'0'0'174'0,"6"1"-10"0,-6-1-9 0,0 0-4 16,0 0-18-16,0 0-13 0,0 0-18 0,0 0-3 15,0 0-23-15,0 0 0 0,10 2-4 0,-10-2-12 16,0 0-2-16,0 0-7 0,11 0-5 0,-5 1-2 16,-6-1-6-16,15-4-5 0,-4 3 1 0,-5-1-3 15,6-2-2-15,-1 1-7 0,-2-1-1 0,2 1-11 16,-2 1 5-16,-3 0-4 0,-1 0-1 0,-5 2 1 15,12-4-2-15,-12 4-3 0,0 0 2 0,10 7-3 16,-10-7 1-16,3 10-1 0,-3-1-1 0,2 3-5 16,-4 0 7-16,2 5 0 0,0 1 0 0,0 0-4 15,0 1-5-15,-2 0-24 0,4-2-19 0,-2 0-28 16,4-1-27-16,-2-5-26 0,1 1-34 0,4 1-96 16,-3-5-276-16,1 2 123 0</inkml:trace>
  <inkml:trace contextRef="#ctx0" brushRef="#br0" timeOffset="-153656.5">25043 8457 17 0,'3'-11'54'0,"-1"3"-7"16,0-5-30-16,-1 3-40 0,-4-8-24 0,1-1 11 16</inkml:trace>
  <inkml:trace contextRef="#ctx0" brushRef="#br0" timeOffset="-137165.83">27327 4753 106 0,'0'0'105'0,"0"0"0"0,-2-6-9 0,2 6 7 0,0 0-13 16,0 0-10-16,0 0-2 0,0 0-5 0,0 0 6 15,-1-9-1-15,1 9-1 0,0 0-5 0,0 0 2 16,0 0-4-16,0 0-8 0,0 0-6 0,0 0-14 15,0 0 4-15,4-10-5 0,-4 10 0 0,4-7-3 16,1 3-7-16,-2-2-7 0,3-4 1 0,5-3-4 16,3-1-5-16,6-4 3 0,4-5-3 0,4 0-5 15,10-12 3-15,2 1-2 0,3 1-6 0,4-2 1 16,0-2 1-16,1-3-3 0,24-15-3 0,-26 16 2 16,29-17-2-16,-6 1 1 0,-22 17 7 15,18-17-10-15,-17 16-1 0,21-19 4 0,-24 18-4 16,5 3 0-16,-2-4-3 0,3 3 5 0,-2-1-4 0,-2 4 3 15,3-2-3-15,-2 2 2 0,-4 1-2 0,3 1 0 16,0-1 1-16,-3 1 2 0,-4 2 3 16,-1 1 25-16,-1-3-3 0,-8 11 10 0,-2 0-14 15,4-1-1-15,-4 1-4 0,-3-1 1 0,0 2-5 16,-1 0 3-16,3 2-7 0,-5-1 3 0,-3 4 0 0,-4 2-1 16,1 0-4-16,0 4 2 0,-2 0-2 0,-4 0 2 15,1 4-1-15,-5 0 2 0,2-1 3 0,-2 3 2 16,-1-1-8-16,-1 0 4 0,-4 5-2 0,8-3-3 15,-8 3-7-15,6-6 8 0,-6 6-4 16,6-3 1-16,-6 3-1 0,0 0-3 0,0 0 2 16,7-4 0-16,-7 4 1 0,0 0 0 0,0 0-5 15,0 0 5-15,0 0-10 0,0 0 6 0,0 0 0 16,0 0 3-16,5-4-4 0,-5 4 4 0,0 0 1 0,0 0 3 16,0 0 0-16,0 0 1 0,0 0-1 15,10 11 5-15,-8-7-5 0,-2-4 2 0,2 10-9 16,-2-10 9-16,1 12-3 0,2-5-6 0,-3-7 7 15,-4 19-2-15,4-10 3 0,-1 2-3 0,0 0 3 16,-2-3 0-16,2 4-1 0,-2-3-25 0,1 1 4 16,0 0-7-16,1 2-17 0,-3-3-4 0,-1 3-25 15,1-3-25-15,-2 1-32 0,1 0-20 0,0-1-133 0,-2 1-301 16,-1-3 133-16</inkml:trace>
  <inkml:trace contextRef="#ctx0" brushRef="#br0" timeOffset="-136951.58">29309 3206 1449 0,'2'-25'68'0,"-2"4"-45"0,-1-2 7 0,-4-1-3 15,-1 5 6-15,-3-6 17 0,-2 2 4 16,-4 1 8-16,1 0-4 0,-4 2 11 0,3 0 1 16,-2 5-2-16,-1-3 7 0,4 5-2 0,1 1-4 15,-1 1-11-15,4 3-7 0,0 1-3 0,1-1-7 0,1 3-8 16,3 0-2-16,1 2-9 0,4 3-17 0,-6-8-29 15,6 8-24-15,0 0-37 0,0 0-45 0,-9-4-35 16,9 4-10-16,0 0-149 0,0 0-350 0,0 0 155 16</inkml:trace>
  <inkml:trace contextRef="#ctx0" brushRef="#br0" timeOffset="-136405.22">29587 2169 9 0,'0'0'161'0,"-7"-6"-11"16,7 6-22-16,0 0-17 0,0 0-10 0,0 0-10 15,0 0-9-15,0 0-2 0,0 0-5 0,2 26 9 16,1-9-6-16,-2 7 2 0,3 5-9 0,0-4-1 15,0 3-14-15,-4-1-4 0,2-2-3 0,2 2-3 16,-3-4-1-16,1-4-7 0,0 1-1 0,-2-2-5 16,1 2-4-16,-2-4 3 0,1 4-18 0,-1-4-27 15,-2-3-11-15,1 5-25 0,-1-5-26 0,1-2-21 16,-1 1-28-16,0-2-111 0,-1-1-255 0,1 0 114 16</inkml:trace>
  <inkml:trace contextRef="#ctx0" brushRef="#br0" timeOffset="-136053.12">29677 2055 2 0,'14'-12'109'0,"5"3"1"0,-1 3-7 0,1 4-8 15,-1-1-11-15,1 6-7 0,-5 0-18 0,-2 4 9 16,-1 4 12-16,1 1-21 0,-6 2 5 0,-1 4-9 15,-4-1 2-15,-3 7 5 0,-6 0-17 0,-3 0 4 16,-1-7-12-16,-3 9 1 0,-6-3-2 0,0-1-2 16,-2-5-7-16,0 2 4 0,4-9-7 0,-4 3-4 15,7-6 7-15,2-3-10 0,4 0 19 0,-2-1-1 16,2-1 2-16,0-1 4 0,10-1-2 0,0 0-7 16,-17-2-10-16,17 2 8 0,0 0-3 0,-9-5-8 15,9 5-3-15,0 0-3 0,0 0-7 0,0 0 4 16,0 0-4-16,27-10-3 0,-15 10 4 0,-12 0-4 15,25 5 4-15,-12-2-6 0,4 3 4 0,-1 0-5 16,1 0 4-16,-1 3-17 0,3 0-20 0,-3-1-27 16,1 0-26-16,-1 2-30 0,3-1-26 0,-1 0-95 15,-1-1-256-15,-6-3 114 0</inkml:trace>
  <inkml:trace contextRef="#ctx0" brushRef="#br0" timeOffset="-135687.22">30060 2216 60 0,'-8'-9'164'0,"1"1"-11"0,-1 3-3 0,-2 0-19 15,2 1-4-15,-3 1-15 0,11 3-14 0,-21 0-12 16,10 5-5-16,-1 2-4 0,1 5-7 0,-2 3-5 16,0-3-8-16,2 4 3 0,3-1-14 0,0-1 2 15,4 2-5-15,2-4-4 0,1-1-9 0,-1 1 1 16,4-2 6-16,1 0-9 0,1-2 3 0,-4-8-6 15,7 14-5-15,-2-10-12 0,-5-4-1 0,13 8-8 16,-4-8 3-16,-9 0-11 0,19-2 7 0,-10-4-3 16,1 3 2-16,0-5-1 0,0-1 1 0,-2 2 1 15,2-6-2-15,-2 5 0 0,0-3 4 0,2-3-2 16,-1 0-1-16,-3 4-1 0,-2 6 3 0,2-6-5 16,-6 10 11-16,7-9-9 0,-7 9-1 0,4-6-5 15,-4 6 6-15,0 0-9 0,0 0 8 0,0 0-2 16,0 0 7-16,0 0-1 0,23 10 0 0,-21-4 1 15,3 3 5-15,0 0-2 0,-2 2-9 16,2-1 2-16,-1 0-22 0,1 0-15 0,0 0-31 0,3-1-30 16,-4-3-25-16,3 1-110 0,-2-1-256 0,-5-6 114 15</inkml:trace>
  <inkml:trace contextRef="#ctx0" brushRef="#br0" timeOffset="-135113.78">30369 2146 42 0,'-5'-3'152'16,"5"3"-31"-16,-11-2 7 0,2 2-11 0,0 5 1 15,-1-2-5-15,-2 4 1 0,1 3-8 0,0 1-4 16,0 1-13-16,-1 2-8 0,3 0-7 0,-2-1-7 16,3 0-7-16,3-1-4 0,1-1-6 0,2 1-5 15,-1-3-7-15,2 1-2 0,1-5 0 0,0-5 2 16,0 0-6-16,10 15-2 0,-3-9-1 0,-7-6-9 15,14 3-3-15,0-6-1 0,-14 3 5 0,23-9-7 16,-9-1-3-16,-3 4 1 0,5-3-7 0,-5-2 5 16,2-2-3-16,-3-1 4 0,-3-3-8 0,0 0 6 15,1-2-8-15,-2 1 8 0,-1-1-5 0,-1-5 1 16,-1 4 28-16,-1 1-1 0,3-6-1 0,-3 1-2 16,-4 4 4-16,2 3-5 0,-1 0 7 0,0 0-2 15,-2 7 1-15,2 1-6 0,0-1 0 0,0 1-6 16,1 9 1-16,-3-10-12 0,3 10-2 0,-1-6-4 15,1 6-2-15,0 0 2 0,0 0 0 0,0 0 2 16,-4 29-4-16,3-9 4 0,-3 4-4 0,0 2-2 16,2 0 10-16,1-8-4 0,2 2 2 0,1-1-2 15,-1-2 3-15,2-2 2 0,2 0-4 0,0 1 1 16,1-6 3-16,4 3 2 0,1 0-3 16,-3-2 0-16,3-3 0 0,-1 0 2 0,2-5-2 15,0-1 0-15,0-2-1 0,-12 0 3 0,22-5-5 16,-12 3 5-16,3-2-4 0,-3-2 2 0,-1-1-2 15,1-1 2-15,-2 0 0 0,-3-4-3 0,5 0 1 0,-4 0-2 16,-1 0 3-16,-1 2-1 0,-1 1 10 0,0 3 7 16,-1-1-1-16,1 1-12 0,-3 6 5 0,2-9-1 15,-2 9-9-15,3-8-1 0,-3 8 3 16,0 0-10-16,0 0 8 0,0 0 0 0,0 0-3 16,0 0-1-16,0 0-10 0,-1 33-8 0,1-33-19 15,-3 21-22-15,3-21-37 0,-1 18-43 0,-1-6-53 16,2-2-221-16,0-10-441 0,-3 18 196 0</inkml:trace>
  <inkml:trace contextRef="#ctx0" brushRef="#br0" timeOffset="-134954.05">30567 1915 57 0,'0'0'88'0,"0"0"-34"0,0 0 8 0,0 0-56 16,0 0-51-16,0 0-48 0,0 0 21 0</inkml:trace>
  <inkml:trace contextRef="#ctx0" brushRef="#br0" timeOffset="-134717.08">30666 2203 93 0,'4'4'149'0,"-4"-4"-3"0,6 6-3 0,-6-6-4 16,14 2-10-16,-2-2-5 0,1-1-7 0,0-3-9 16,3 0-11-16,0-3-11 0,1 2-4 0,-5-1-3 15,-2-1 3-15,0 1 2 0,-2-3 0 0,-3 2-5 16,-3-1-3-16,1 3-8 0,-3 5-6 0,0-16-8 16,-3 6-8-16,-2 3-4 0,0-3-7 0,-4 3-12 15,-4 2-15-15,-3 1-15 0,-1 1-17 0,-5 3-8 16,2 1-23-16,-7 2-26 0,7 0-32 0,-1 2-24 15,3 4-39-15,1-3-93 0,-1 0-290 0,5 0 128 16</inkml:trace>
  <inkml:trace contextRef="#ctx0" brushRef="#br0" timeOffset="-134415.81">31104 1640 152 0,'0'-11'216'0,"0"11"-21"15,2-6-18-15,-2 6-19 0,0 0-16 0,0 0-21 16,-6-7-15-16,6 7-13 0,0 0-10 0,0 0-11 16,0 0-5-16,0 0-14 0,2 37 0 15,0-12 8-15,2 4-6 0,-1 1-1 0,2 4 2 16,1 0-5-16,-2-1-3 0,2 0 0 0,-2 0-6 15,3-3-2-15,-5 0 2 0,1 0-3 0,-2-4-5 16,4 2-3-16,-5-1 0 0,1 1-4 0,2-4-15 0,-2 1-12 16,-1-7-22-16,-1 6-29 0,0-4-35 0,-3-2-39 15,-2 1-30-15,-1-1-32 0,-1 0-103 16,-1-5-312-16,-3 1 139 0</inkml:trace>
  <inkml:trace contextRef="#ctx0" brushRef="#br0" timeOffset="-134099.84">31159 1888 56 0,'14'-4'115'0,"-14"4"-13"0,18 0-9 16,-18 0 0-16,23 4-16 0,-9 5 4 0,-3-3-9 15,4 2-4-15,-1 4-15 0,0-2 8 16,-5-1-7-16,0 0-4 0,2 2 7 0,-4-2-1 15,-1-1-3-15,1 1-13 0,-7-9 3 0,8 10 1 16,-8-10 3-16,0 0 12 0,7 8 19 0,-7-8 19 16,0 0 13-16,0 0-7 0,0 0-13 0,0 0-6 15,0 0-2-15,0 0-8 0,0 0-10 0,-15-36-2 16,12 25-7-16,3-2-11 0,1-3-6 0,3-1-5 16,2 0-8-16,-2 0-12 0,4 0-7 0,2 3-11 15,-1-2-23-15,-1 7-19 0,1-1-26 16,0 4-50-16,2 0-27 0,1 2-8 0,0 4-16 15,1 1-105-15,-1 3-303 0,2 4 134 0</inkml:trace>
  <inkml:trace contextRef="#ctx0" brushRef="#br0" timeOffset="-133447.18">31548 2030 56 0,'0'0'210'0,"0"0"-11"0,0 0-11 16,16-17-12-16,-13 11-12 0,2-3-11 0,0-1-22 15,-1-2-12-15,2-3-12 0,2-1-6 0,-2 1-16 16,2-2-8-16,-2 1-11 0,-1-3-4 0,1 2-4 16,-2-1-5-16,-2 0-7 0,1 6-3 15,-3-4-7-15,1 6-4 0,-1 0 0 0,0 10-13 16,-3-17-2-16,3 17 5 0,-1-11-4 0,1 11-5 16,0 0-4-16,-4-11-3 0,4 11-7 0,0 0 6 15,0 0-5-15,0 0-2 0,0 0 2 0,-30 22 0 16,18-11-3-16,-1 3-2 0,6 2 3 0,-1-2-4 15,-2 0-1-15,6 1 0 0,-2 0-5 0,4-4 3 16,2 4 4-16,2-2-1 0,1-2-5 16,4 0-5-16,5 1-5 0,1-2-21 0,6-3-3 0,8 0-13 15,4-4-12-15,2-3-7 0,0 0-8 0,3-4 2 16,-1-2 7-16,-2-1-3 0,0-1 11 0,-2 0 10 16,-3-2-3-16,-4-2 13 0,0-1 2 0,-4-4 2 15,-4 4 16-15,-2-2 7 0,4-4 21 0,-9 3 11 16,0-1 10-16,-4 2 9 0,-4-2 1 0,1 6-2 15,-4-5 11-15,0 7 11 0,-1-1-4 0,-3 0-5 16,1 2 4-16,5 8-8 0,-13-10 1 16,5 9-8-16,8 1-5 0,-24 2 0 0,8 3-3 15,-1 3 4-15,-6 7 1 0,4-6-2 0,5 4 0 16,0-1-5-16,2-1-1 0,3-1-3 0,3 1 1 0,0-3-7 16,-1 2 3-16,6-1-2 0,1-9-1 15,-1 19-1-15,1-19 2 0,3 12 1 0,-3-12 2 16,9 12-6-16,-1-7 2 0,-2-1 0 0,5 1 3 15,0-2-8-15,-3 0-2 0,-8-3 0 0,14 1-2 16,-3 0 4-16,-11-1-6 0,13 2-3 0,-13-2 4 16,15-2-2-16,-6 4-1 0,-9-2-1 0,13 1-11 15,-13-1 8-15,15 3-1 0,-8 1 3 0,2 2-2 16,0 4-1-16,-3 0 1 0,3 6 5 16,-4 0-6-16,2 3 3 0,1 6 4 0,-5 1-3 15,0-1-5-15,-3 2 7 0,0-1-1 0,0-7 0 16,0 1-5-16,-2 5 11 0,1-6-4 0,0-2-1 15,-1-1-2-15,1 0-18 0,1-2-5 0,0-14-22 16,-1 22-28-16,1-22-30 0,0 14-45 0,0-14-110 0,0 0-281 16,0 0 126-16</inkml:trace>
  <inkml:trace contextRef="#ctx0" brushRef="#br0" timeOffset="-133273.79">32334 1887 1965 0,'11'-16'82'0,"1"4"-27"0,-7 2-7 0,0 2-2 16,0-1 3-16,-5 9 2 0,8-11 0 0,-8 11 6 16,6-8-9-16,-6 8-4 0,0 0-6 0,5-6-8 15,-5 6-39-15,0 0-40 0,0 0-33 0,0 0-32 16,0 0-42-16,0 0-47 0,-10 34-123 0,-3-22-352 16,-7 8 156-16</inkml:trace>
  <inkml:trace contextRef="#ctx0" brushRef="#br0" timeOffset="-132449.18">30909 2471 253 0,'0'0'234'15,"-3"-8"-25"-15,3 8-24 0,0 0-19 0,0 0-20 16,0 0-14-16,-16 11-19 0,7 3-11 0,-3 3-4 16,-2 6-11-16,-1 2-8 0,5 0-9 0,-2-1-11 15,3 1 1-15,3-9-8 0,2 1-3 16,0-2-6-16,3 1-3 0,1-4 0 0,2 0-6 0,2 0-8 15,1-2 4-15,0-1-3 0,3 0 3 16,2-2-10-16,-1-3 2 0,4 1 1 0,-3 1 3 16,2-5-1-16,2 0-5 0,-4 0 0 0,3-2-4 15,-3 0 1-15,2-3-3 0,-2 1 2 0,-1-2 1 16,1-1-7-16,0-3 2 0,-2 1 1 0,-2-2-7 16,4-3 5-16,-2 3-1 0,-2-2-2 0,-2 2 2 15,1 3-1-15,-3-1 4 0,2 2 5 0,-4 6-1 16,3-10-4-16,-3 10-4 0,4-6-3 0,-4 6-1 15,3-5-8-15,-3 5 2 0,0 0 1 0,0 0-9 16,0 0 10-16,2 18-2 0,-2-18 0 16,0 14-1-16,3-4-2 0,-1-2 4 0,-2-8 0 0,7 15-1 15,-1-6 4-15,2-2 0 0,-2-1 0 0,3 2 0 16,1-3 1-16,2-2 1 0,-1 0 2 0,3 0 0 16,-2-3 2-16,1 0 2 0,-13 0-4 0,23-3-1 15,-9 2 2-15,-5-1 2 0,0-3-2 0,-9 5 2 16,16-8-7-16,-12 2-13 0,0 0-12 0,-4 6-6 15,6-16-6-15,-8 6-5 0,2 10 1 0,-8-25 1 16,0 12 0-16,0 4 8 0,-1-4-3 16,0 5 2-16,0-1 1 0,2 5 3 0,-2 1 1 0,2-2 2 15,7 5 2-15,-14-5 1 0,14 5 3 16,-9-4-3-16,9 4 1 0,0 0 0 0,0 0-5 16,0 0 9-16,0 0 2 0,0 0 3 0,0 0 4 15,0 0 1-15,0 0-1 0,0 0 0 0,38 7 12 16,-19-7-6-16,-1-3-7 0,4-1 2 0,-4-1 4 15,0-2-2-15,-1 0 0 0,-4 4 2 0,0-2 2 16,-3 0 5-16,-1-1 1 0,1 1 13 0,-3 1-3 16,-7 4 3-16,11-10 10 0,-7 6 2 0,-4 4 3 15,9-9 7-15,-9 9 0 0,4-7-5 0,-4 7-7 16,0 0-10-16,0 0 1 0,8-7 0 0,-8 7-9 16,0 0 3-16,0 0-10 0,0 0 2 0,5 18 1 15,-3-9-4-15,0 4 2 0,-1 2 1 0,-1 2-1 16,0 4 2-16,4-4-2 0,-3-1 4 0,3 2-7 15,-3-1-20-15,-1 0-22 0,3-1-24 0,-1 1-35 16,-1-6-35-16,1 0-60 0,2 0-164 0,-4-3-385 16,0-8 170-16</inkml:trace>
  <inkml:trace contextRef="#ctx0" brushRef="#br0" timeOffset="-132296.34">31309 2432 25 0,'-7'-8'163'0,"7"8"-36"16,0 0-35-16,-5-7-43 0,5 7-38 15,0 0-42-15,0 0-42 0,0 0-79 0,0 0 35 16</inkml:trace>
  <inkml:trace contextRef="#ctx0" brushRef="#br0" timeOffset="-132115.8">31687 2345 174 0,'0'0'250'0,"0"0"-28"0,8 3-28 0,-8-3-18 15,1 8-10-15,-1 3-14 0,-3 5-16 16,2 1-8-16,-4 8-17 0,1 2-6 0,2 1-10 16,-2 5-8-16,0-4-9 0,4 3-30 0,0 0-32 15,1-2-37-15,2 0-41 0,-2-2-56 0,0-9-43 16,-2 7-135-16,-3-8-321 0,-1-6 141 0</inkml:trace>
  <inkml:trace contextRef="#ctx0" brushRef="#br0" timeOffset="-131267.31">31169 1717 67 0,'0'0'129'0,"0"0"-19"0,0 0 4 15,0 0 0-15,0 0-4 0,0 0-11 0,0 0-3 16,0 0 1-16,0 0 3 0,0 0-1 0,0 0-3 16,0 0-6-16,0 0 0 0,0 0 0 0,-2-15-6 15,2 15 3-15,0 0-5 0,0-11-11 16,0 11-2-16,0 0-5 0,-1-16-2 0,1 16-8 15,-3-13-1-15,3 13 1 0,1-16-9 0,1 9 4 16,-2 7-12-16,-2-13-7 0,2 13 2 0,3-11-6 16,-3 11-3-16,5-12-3 0,-5 12-5 0,5-12 1 15,-1 6-12-15,2-1-15 0,-6 7-12 0,13-11-20 16,-3 7-15-16,-10 4-31 0,21-4-40 0,-7 1-25 16,4 5-38-16,-3-1-105 0,-15-1-321 0,22 7 142 0</inkml:trace>
  <inkml:trace contextRef="#ctx0" brushRef="#br0" timeOffset="-106233.77">14158 5115 1658 0,'4'-9'7'15,"0"-2"9"-15,-2 0-8 0,1 2 10 16,1 1-31-16,-4 2 17 0,0 6-1 0,5-11 17 0,-4 7-1 16,-1 4 5-16,4-8-7 0,-4 8 12 0,0 0 6 15,2-7-2-15,-2 7-1 0,0 0-8 0,0 0 0 16,0 0-7-16,0 0 3 0,0 0-7 0,0 0-8 15,7 17 11-15,-7-6-2 0,-1 4-2 0,-3 3 1 16,4 3 0-16,-4 5 3 0,4-1-5 0,-1 2 4 16,-2 0-5-16,1 1-1 0,-2-1 5 0,4-4-4 15,-2 2 0-15,2 1-1 0,-2-8-5 0,2-1 1 16,0 1 2-16,0 0 1 0,-1-2-2 0,2-4 3 16,-1 3-22-16,0-3-11 0,0-2-9 0,0 0-33 15,0-1-10-15,0-9-18 0,0 16-28 16,-1-11-13-16,1-5-21 0,-2 10-96 0,2-10-271 0,0 0 121 15</inkml:trace>
  <inkml:trace contextRef="#ctx0" brushRef="#br0" timeOffset="-105872.63">14119 5034 39 0,'11'-17'124'0,"2"-5"2"0,1 6-1 0,4 0-5 15,1 5-4-15,6 0-15 0,-6 4-8 16,2 6-5-16,-1 1-6 0,1 2-7 0,-2 6 3 16,0 1-12-16,-2 5-1 0,-6 1-9 0,5 6-10 15,-10-2-3-15,-3 5-3 0,-3 1-3 0,0 4 0 0,-7-5-3 16,0-1-7-16,-5 0 1 0,0-1-2 0,-1-2-5 16,-1-4-1-16,-4 2-1 0,2-6 0 15,3 0-2-15,1-3 6 0,1-4-9 0,3 3 2 16,-2-4-1-16,1 0 10 0,3-1 5 0,-1-3 1 15,7 0-4-15,-10 2 0 0,10-2-4 0,0 0-1 16,-13-2-2-16,13 2 0 0,0 0-1 0,0 0-8 0,0 0-4 16,0 0 3-16,0 0-1 0,0 0-4 0,0 0 0 15,0 0-1-15,28 10-5 0,-20-3 3 0,3 1-2 16,3 3 2-16,-1-1 6 0,5 2-8 16,-2 0-3-16,0 2-5 0,-1-1-23 0,3-3-29 15,1 1-41-15,3 1-62 0,-2-2-133 0,8-3-321 0,-9-3 141 16</inkml:trace>
  <inkml:trace contextRef="#ctx0" brushRef="#br0" timeOffset="-105652.46">14708 5089 8 0,'-3'-8'195'0,"3"8"-16"0,0 0-15 0,0 0-18 16,5-12-13-16,0 9-13 0,3 1-8 0,3-2-8 16,10-1-10-16,1 1-9 0,7 0-8 0,1-2-11 0,0 2-16 15,-3-4-26-15,-8 6-31 0,-1-1-29 0,-5 0-42 16,0 3-39-16,-6 0-104 0,-7 0-237 16,0 0 106-16</inkml:trace>
  <inkml:trace contextRef="#ctx0" brushRef="#br0" timeOffset="-105430.18">14683 5084 7 0,'-2'12'153'0,"0"0"8"0,0 7 3 0,-2 0 0 16,3 8-13-16,-2-1-5 0,1 0-6 0,-2 1 1 15,0 0-11-15,1 3-10 0,-1-5-12 0,1 0-9 16,-1-5-11-16,4 0-7 0,-3-1-6 0,1 0-11 15,2-1-3-15,-2-3-8 0,2-3 0 0,0-1-16 16,0-2-24-16,0 3-26 0,0-12-33 0,0 17-25 16,0-17-41-16,0 11-28 0,0-11-15 0,0 0-124 15,-2 11-302-15,2-11 134 0</inkml:trace>
  <inkml:trace contextRef="#ctx0" brushRef="#br0" timeOffset="-105285.59">14629 5395 7 0,'7'-2'111'0,"6"1"-13"0,-2-2-5 0,7 2-5 16,0-1-7-16,3 0-7 0,5-1-8 0,4 3-12 15,2-8-19-15,1 1-45 0,0 1-48 0,-1-3-49 16,-4 3-115-16,0-1 51 0</inkml:trace>
  <inkml:trace contextRef="#ctx0" brushRef="#br0" timeOffset="-105056.73">15262 5098 139 0,'0'0'217'0,"-11"-7"-11"0,-2 8-15 0,13-1-14 16,-25 6-6-16,14-1-5 0,-5 5-11 0,-3 5-3 0,0 4-10 16,1 2-3-16,1 0-11 0,2 1-12 0,0 0-11 15,3 2-8-15,3 0-5 0,0-1-9 0,5-6-12 16,0 0-5-16,4 1-7 0,4-2-1 0,1-2-7 15,3-1-1-15,2-2-8 0,8 2 1 16,2-5-12-16,8-1-16 0,1 0-24 0,1-2-33 0,6-2-45 16,-2-1-57-16,4-4-54 0,-3 0-216 0,-3 2-448 15,0-2 198-15</inkml:trace>
  <inkml:trace contextRef="#ctx0" brushRef="#br0" timeOffset="-103186.89">16480 5095 21 0,'-5'-4'181'0,"-1"1"-1"0,-4 0-15 0,-2 2-3 16,-6 0-13-16,0 2-6 0,-2 1-4 0,1 1-9 15,-7 6-8-15,6-1-7 0,-6 3-12 0,8-1-13 16,-3 6-11-16,4-4-1 0,4 1-11 0,0 1-5 16,2 1-1-16,2-1-8 0,4-2-5 0,0 3-6 15,2-4-2-15,4 0-6 0,-1-1-6 0,3 1 2 16,1 1-1-16,1-3-3 0,1-1-2 0,3-1 2 15,4-1-6-15,-4-1-1 0,6-2 1 0,2-3 0 16,1 0-5-16,-1-6 1 0,3 2-1 0,0-3-2 16,0 0-3-16,-1-5-1 0,-3 2-6 0,1-4 6 15,-3 2-3-15,0 0 0 0,-2 0-1 0,-4 1-1 16,-1 1 2-16,-3-2 0 0,-2-1 3 0,1 2 3 16,-1-1 6-16,-2 3-2 0,2-1 4 0,-2 5-1 15,0 5 0-15,1-11-1 0,-1 11-8 0,0 0 1 16,1-10-5-16,-1 10-3 0,0 0 0 0,0 0-3 15,0 0 2-15,0 0 1 0,0 0-5 0,0 0 1 16,-6 26 0-16,3-14 3 0,3-2-1 0,-1 3 0 16,1-2-1-16,0 1 0 0,3-2 0 0,-2 0 3 15,4 2 0-15,0-3 0 0,3-1 1 0,-2 1-3 16,3-3 2-16,1 0 4 0,3-2-2 0,1-1 1 16,5 0-1-16,-1-6-1 0,0 0-1 0,4 0 0 15,-2-2-5-15,6-5-3 0,-6 3 2 0,-1-4-1 16,-5 0 0-16,3-3 3 0,1-2-3 0,-4 0 3 15,-4 0 2-15,-2-1 15 0,-2 0-6 0,-1 0 0 16,-2 0 4-16,-3 0 8 0,0 2-2 0,-1-2 1 16,-2-2-1-16,-1 2-2 0,2-1-1 0,-5 1 1 15,2 1 3-15,1 4-1 0,0 0 4 0,1 3 4 16,-2 3 0-16,3 0-3 0,0 0-6 0,2 6-5 16,-4-9-9-16,4 9-2 0,0 0-3 0,0 0-2 15,0 0 3-15,-9 21-1 0,8-3-2 0,-1 7-2 16,-1 1 3-16,0 5 1 0,-1-1 3 0,3 2-2 15,1-2-2-15,0 0 3 0,0-2-4 0,4-3 4 16,-2-6 0-16,2-2-3 0,0 2 2 0,2-2-1 16,1 0 0-16,2-8 2 0,1 5 2 0,4-1 5 15,-4-6-9-15,3-1-5 0,4 0 0 0,-1-4 0 16,6-4-13-16,-5-1 0 0,3-6 1 0,-1 3-3 16,-2-5 1-16,-2-4 0 0,2-4-2 0,-1-1-2 15,-4-2 2-15,-1-1-3 0,-2-4 1 0,-4-1-1 16,-2-1 7-16,1 3 0 0,-3 2 20 0,-3 4-5 15,-1 2 2-15,0 0-1 0,-2 0-1 0,1 3 5 16,-1-1-3-16,0 8 8 0,3-2-5 0,-1 3 5 16,-1 3-5-16,4 4-5 0,-2-11-2 0,2 11-6 15,0 0 0-15,0 0 2 0,0 0-1 0,-4 22 0 16,4-4-2-16,-1 9 7 0,-1 1-6 0,0-1 7 16,3 0-1-16,-1-1 0 0,1 1 4 0,1-7-2 15,0 5 4-15,1-7-1 0,1 7 2 0,0-8-1 16,2-2 2-16,-1 1 2 0,1-1-17 0,2-1-18 15,-3-3-19-15,3-3-26 0,-1 1-21 0,0-1-22 16,2 0-20-16,0-5-19 0,0 0-23 0,-9-3 5 16,21-1-9-16,-10-4-95 0,-1 0-300 0,3-2 133 15</inkml:trace>
  <inkml:trace contextRef="#ctx0" brushRef="#br0" timeOffset="-102953.33">17186 5292 571 0,'6'-11'-39'0,"1"0"35"0,-1 0 16 0,-1 1 23 16,-2 3 20-16,-1 0 23 0,1 1 3 0,-3 6 8 15,4-8-4-15,-4 8-9 0,2-5-3 0,-2 5 3 16,0 0 5-16,0 0-4 0,0 0-4 0,0 0-6 15,0 0-2-15,5 21-3 0,-2-16-4 0,1 2-8 16,-1-2-3-16,1-2-2 0,4 6-2 0,0-4 1 16,3-1 1-16,1-2 3 0,0 0 0 0,3-2-3 15,2-2-4-15,1-1 0 0,1-1-5 0,-3-2-5 16,-4 1 7-16,0 0 4 0,-2-2-8 0,-1 0 8 16,-2-1-6-16,-2 0-4 0,-3-1-3 0,-2-1-3 15,-2 0 2-15,-3-2-17 0,-1 3-12 0,-5-5-7 16,3 3-11-16,-2 4-9 0,-1 1-20 0,-2 1-21 15,1 1-17-15,-2 1-27 0,0 3-19 0,0 0-18 16,0 3-26-16,0-2-112 0,0 5-311 0,4 1 139 16</inkml:trace>
  <inkml:trace contextRef="#ctx0" brushRef="#br0" timeOffset="-102499.91">17505 5163 127 0,'8'-4'213'0,"-8"4"-16"0,0 0-14 0,0 0-16 16,0 0-13-16,0 0-8 0,8 9-10 0,-8-9-4 16,0 11-13-16,-2-1-12 0,2-10-6 0,0 15-12 15,0-5-11-15,-1 1-5 0,2-1-8 0,1 0-7 16,-1-2-9-16,3 0 1 0,-2-1-5 0,2 2-2 16,-1-3-8-16,3-1-6 0,-2 0-7 15,-4-5-5-15,10 6-8 0,0-5-1 0,-2-1-1 0,-8 0-1 16,21-4-10-16,-13 3-1 0,3-5 1 0,-4 0-4 15,2-1-4-15,0 0 0 0,-2-2-4 0,0 1 0 16,0-2 4-16,-1 0-4 0,-1 2 4 16,0-1 1-16,-1 0-1 0,-1 4 1 0,-1 0 0 0,-2 5-3 15,3-9 8-15,-3 9-5 0,4-5-4 0,-4 5 0 16,0 0-3-16,0 0 13 0,0 0 7 0,0 0 1 16,7 20-3-16,-7-12 3 0,0 2 0 0,1-1-3 15,2 2 3-15,2-4-4 0,0 2 2 0,2-2 4 16,-1-2 6-16,-1-2 9 0,2 1 9 0,2-4 4 15,2-1 1-15,1 0 6 0,-1-2 2 0,2-1 0 16,-3-3 8-16,2 1 1 0,-1-1 13 0,-1 1 4 16,-1 0 2-16,-1-1-2 0,-2 0-4 0,-1-2-7 15,-2 3-6-15,1 0-5 0,0-4-19 0,-2 1-24 16,1 3-20-16,-2-4-19 0,-1 10-22 16,0-11-25-16,0 11-39 0,0-9-34 0,0 9-37 0,0 0-19 15,-5-6-9-15,5 6-114 0,0 0-364 0,-6 18 162 16</inkml:trace>
  <inkml:trace contextRef="#ctx0" brushRef="#br0" timeOffset="-102144.2">17848 5376 61 0,'11'6'152'0,"-11"-6"0"15,16-1-16-15,-5-2 0 0,-1-3-2 16,4 0-7-16,0-4-1 0,2 1-13 0,-2-2 4 0,-1-1-6 16,2 0-8-16,-2 0-8 0,-1-1 3 0,0-1-3 15,-2 0-10-15,-2 4 2 0,0-1-2 0,-3 2-4 16,1 1-4-16,-2-2 1 0,1 1-16 0,-1 0-3 15,-2 3-5-15,1-1 10 0,-3 7-4 0,0-10 0 16,0 10-13-16,1-7-2 0,-1 7-17 0,0 0-2 16,0 0-4-16,0 0-2 0,0 0-9 0,0 0-3 15,0 0 6-15,-17 3-8 0,17-3-9 0,-10 11-15 16,8-6 2-16,-1 0-3 0,1 1-1 0,-1 2 0 16,3-8 2-16,-1 15-3 0,2-8 5 15,-1-7-4-15,5 12 7 0,-1-1-1 0,0-5 1 0,1-1 2 16,4 4-5-16,-1-2 3 0,-1 1 4 0,1-1 1 15,0 0-1-15,-2 2 1 0,-2-3 2 0,0-1-2 16,0 4 3-16,-3-2 5 0,-1 4 4 0,-1-2 6 16,-1 3-2-16,-3-2-1 0,-4 3-4 15,-5-1 4-15,1-2-3 0,-2 2-12 0,0-1-16 0,-8 2-14 16,5-6-22-16,3 3-26 0,-2-3-42 0,5-1-41 16,0 0-175-16,-1-1-372 0,3-1 165 0</inkml:trace>
  <inkml:trace contextRef="#ctx0" brushRef="#br0" timeOffset="-101567.52">18730 5376 30 0,'12'-7'181'0,"5"-1"-10"15,2 0-6-15,7-7 0 0,-2 2-13 0,2-1-13 16,-3-1-8-16,0 2-1 0,-5 4-11 0,-2-5-5 15,1 4-7-15,-3-2-25 0,0 1 0 0,-1-2-5 16,-3 1-6-16,-5 2-5 0,0 0-4 0,1 0-6 16,-3 1 2-16,-3-1 1 0,-1 0-4 0,1 10 0 15,-7-16-6-15,1 12-2 0,-3 0-10 0,-1 2-4 16,-3-1-3-16,0 3-3 0,-5 3-3 0,0 4 1 16,-1 3-6-16,-4 6 3 0,0 3-1 0,5 3-2 15,3 3-2-15,1-1-1 0,1 2-3 0,7-3 1 16,2 2-1-16,5-5-4 0,6 3 3 0,3-4-5 15,4 3-7-15,6-5-20 0,5-1-25 0,5-2-35 16,6-3-31-16,1-4-44 0,15-1-33 0,-12-2-19 16,0-3-123-16,1 0-356 0,-2-3 157 0</inkml:trace>
  <inkml:trace contextRef="#ctx0" brushRef="#br0" timeOffset="-101007.72">19420 5206 98 0,'-12'-14'175'15,"3"5"13"-15,3 3-8 0,-3 1-13 0,0 1-20 16,1 2-12-16,-2 4-13 0,0 2 11 0,-4 6-8 16,-1 1-6-16,0 1-16 0,3 4-8 0,-5 4-6 15,6-4-9-15,3-2-10 0,0 2-5 0,4 1-8 16,2-6-3-16,-1 5-6 0,2-6-1 0,3 2-7 16,1-2-3-16,0-1-7 0,3-2-6 0,-1-2-8 15,7 0 2-15,-3-1-14 0,1 1 2 0,4-4 4 16,-1-2-3-16,1-4 4 0,-1 1-5 0,-2 1-4 15,2-2 1-15,-4 1-1 0,5-7 4 0,-5 4-4 16,1-1 2-16,-1-1-1 0,0-1 2 0,-3 1-2 16,-1 0 0-16,-1-3-3 0,0 3 1 0,-1-2 0 15,3 4-1-15,-5 1 2 0,2 1-6 0,-3 5 1 16,1-7 1-16,-1 7-4 0,0 0-4 0,5-7 1 16,-5 7 3-16,0 0 4 0,0 0 4 0,0 0 1 15,0 0 0-15,-8 29-2 0,6-19 3 0,2-10 2 16,1 21-4-16,-2-12 3 0,5 1 2 0,-2-5-4 15,1 4 4-15,2-4 2 0,3 2 6 0,-1-5 1 16,4 2 1-16,0-2 3 0,3-4-1 0,4 1-2 16,0-4 0-16,2 0-4 0,-3-4-2 0,1 2 0 15,-4-2 2-15,0-1-3 0,-5 2-2 0,-1-1-2 16,3-3 3-16,-5 2-3 0,-2 0 1 0,-1 0-2 16,-1-3 1-16,1 2-1 0,-3 0-2 0,-1 3-1 15,1-3-3-15,0 11 3 0,-2-11-3 0,2 11-1 16,0-9-3-16,0 9-4 0,0 0 1 0,0 0-4 15,0 0 7-15,0 0-3 0,-12 20 7 0,5-6 1 16,4 3 7-16,-1-5-1 0,0 4 4 0,3 4 3 16,-3-1 2-16,1-1 4 0,-1 0-4 0,4 1 7 15,-1-1-4-15,1 0 2 0,0-1-10 0,1-1 1 16,0 1-2-16,2-5-20 0,0-2-20 0,-2 2-36 16,2-1-52-16,-1-1-54 0,1-2-49 0,-2 1-161 15,-1-9-412-15,5 8 182 0</inkml:trace>
  <inkml:trace contextRef="#ctx0" brushRef="#br0" timeOffset="-100683.77">19840 5277 70 0,'0'0'202'0,"3"-7"-26"0,-3 7-12 16,0 0-8-16,0 0-4 0,0 0 0 0,0 0-12 15,11 12-12-15,-7-6-11 0,0-1-10 0,1 4-13 16,4-4-7-16,1 2-4 0,0 0-11 0,2-1-5 15,6-4-2-15,0 3-8 0,-5-5-6 0,-1 3 2 16,2-3-9-16,-2-3-7 0,1 3 0 0,-3-3 22 16,-1-1 9-16,-3 0 1 0,2-1 6 0,-4 1-6 15,1-3-2-15,-1 2-3 0,0-4-3 16,-3 3-5-16,-1 6 1 0,2-11-1 0,0 5-1 0,-2 6-6 16,0 0-7-16,2-9-9 0,-2 9-4 0,0 0-7 15,0 0-1-15,0 0 10 0,0 0-1 0,-2 27 5 16,-1-10-1-16,-3 7-2 0,1 0 9 0,1-4-16 15,-1 9 1-15,-2-2-4 0,3 1-5 0,2 4-18 16,-2-3-34-16,3 0-25 0,-2 1-39 0,-2-2-58 16,1-2-73-16,0 2-58 0,-4-1-160 0,-2-3-485 15,0-7 215-15</inkml:trace>
  <inkml:trace contextRef="#ctx0" brushRef="#br0" timeOffset="-100143.95">15314 6185 138 0,'-13'-11'219'0,"4"5"-11"0,-3 1-16 0,2 1-13 15,-3 4-10-15,3 4-13 0,0 3-4 0,-4 9-8 16,2 7-7-16,-3 2-4 0,1 6-6 0,4 3-9 15,-3 9-9-15,4 1 14 0,1-9-8 0,0 0-6 16,6-4-14-16,1 1-8 0,0 0-5 0,-1-1-9 16,4-3-8-16,-2 1-5 0,2-1-5 0,2-4-1 15,-2 1-28-15,0-6-18 0,0 0-24 0,-2-3-28 16,3-3-43-16,-3 0-42 0,1-2-40 0,1-1-46 16,0-3-198-16,-2-7-446 0,0 0 198 0</inkml:trace>
  <inkml:trace contextRef="#ctx0" brushRef="#br0" timeOffset="-99979.75">15078 6595 29 0,'0'0'199'0,"3"-12"-19"0,-3 12-20 0,9-4-13 16,-3 2-14-16,6 1-13 0,1-1-11 0,8-2-9 16,7 1-11-16,-1 1-11 0,0 1-18 0,0-3-26 15,2 3-26-15,-2-3-38 0,4 1-23 0,-10 1-22 16,1-1-18-16,0-1-10 0,-3-1-79 0,-2 1-198 15,-3-2 88-15</inkml:trace>
  <inkml:trace contextRef="#ctx0" brushRef="#br0" timeOffset="-99817.33">15498 6492 450 0,'7'-11'-21'0,"-2"-1"21"0,0-3 11 16,-2-2 22-16,-2-1 9 0,-2 1 25 0,1 1 7 15,0 0 14-15,-1 5 18 0,-1-2 14 0,1 4 6 16,1-1 7-16,0 10-2 0,-2-9-10 0,2 9-14 16,0-12-15-16,0 12-13 0,0 0-8 0,0 0 0 15,0 0-1-15,0 0-1 0,0 0 2 0,-3 31 0 16,2-13-8-16,1 1-5 0,-3 6-3 0,2 0-9 15,0 3 2-15,-1-1-9 0,4 2-28 0,-4-3-31 16,1-7-38-16,4 7-31 0,-2-8-53 0,3 0-40 0,-3 1-154 16,2-4-363-16,-1-3 162 0</inkml:trace>
  <inkml:trace contextRef="#ctx0" brushRef="#br0" timeOffset="-99563.2">15730 6551 95 0,'0'0'161'0,"0"0"-7"16,7 10-10-16,-4-4-10 0,0-3-13 0,-3-3 4 15,11 9-4-15,-6-5 2 0,6-1-9 0,-5 0-8 16,4 0-3-16,1 0-5 0,0-2 0 0,1-2-3 16,-2 1 2-16,-2-2 1 0,2 0-2 0,0 0-3 0,-4-1 0 15,1-1 0-15,-1-1-9 0,-2 1-6 16,-4 4-11-16,1-13-9 0,-1 13-9 0,-7-15-11 15,3 8-16-15,-3 0-20 0,0 0-23 0,-4 0-27 16,1 1-28-16,0 3-42 0,1-1-37 0,-2 2-28 16,0 2-24-16,1 0-119 0,0 2-352 0,10-2 156 15</inkml:trace>
  <inkml:trace contextRef="#ctx0" brushRef="#br0" timeOffset="-99169.68">16004 6438 47 0,'0'0'231'0,"7"0"-23"16,-7 0-11-16,0 0-10 0,0 0-10 0,0 0-8 16,0 0-12-16,7 11-17 0,-7-11-12 0,-4 12-14 15,-1-3-14-15,1 0-8 0,1 2-9 0,2-1-8 16,-4 1-10-16,5-1-4 0,-1 0-6 0,1-3-2 0,0 3-10 16,0-10-2-16,1 15-18 0,-1-5-6 15,1-4-8-15,3 1-11 0,-1-2-14 0,0 1-11 16,0-1-4-16,-3-5 0 0,6 7-6 0,-3-3 3 0,-3-4 3 15,9 4 2-15,-9-4 0 0,9 0 0 16,-9 0 1-16,0 0 3 0,14-6 0 0,-5 4 2 16,-9 2 1-16,14-3 1 0,-4-1 7 0,0 2-7 15,1-1 4-15,0 3-2 0,1 0 6 0,-1 0-1 16,2 2 5-16,1 1 9 0,-2-3 1 0,1 1 2 16,0 2 3-16,1-3 6 0,-2 2 11 0,-1-2 9 0,1 0 11 15,-3 0 15-15,-9 0 15 0,15-3 9 16,-9 0-2-16,1 0 0 0,-2-3-1 0,0 0-6 15,-1 1-7-15,-3-3 0 0,3 1-8 0,-3-1-6 0,1-1-5 16,-1 1-10-16,-1 8-11 0,0-14-17 0,0 14-26 16,-1-14-37-16,-1 10-45 0,2 4-57 15,2-13-41-15,-2 13-43 0,1-9-122 0,1 4-391 16,2 1 173-16</inkml:trace>
  <inkml:trace contextRef="#ctx0" brushRef="#br0" timeOffset="-98641.89">16718 6405 232 0,'0'0'247'16,"9"-3"-16"-16,-9 3-15 0,0 0-15 0,0 0-10 15,10 4-12-15,-10-4-5 0,0 0-13 0,-1 13-9 0,1-5-17 16,0-8-10-16,-3 15-13 0,3-7-9 0,-1 1-11 16,2 0-8-16,2 2-9 0,2-3-8 0,0 0-2 15,-1 1-7-15,4-1-3 0,-3-3-7 16,-1 1-8-16,6-1-3 0,-4-2-10 0,5 0-5 0,-1-1-11 15,-4 0-2-15,2-2-5 0,-8 0 7 0,19-3-13 16,-8-1-7-16,-3-2-7 0,-2-1-2 16,-2-1 1-16,0-3 2 0,0 1-6 0,-4-1-2 0,-1-3 0 15,-6-1 2-15,3 0 2 0,-4-1 4 0,2 6 3 16,1-1 0-16,-1 3 9 0,2-1 6 0,-1 3-6 16,1 2-1-16,4 4-3 0,-5-9-3 0,5 9 2 15,-3-6-2-15,3 6 1 0,0 0 1 0,0 0 3 16,0 0 0-16,0 0 2 0,0 0 0 0,0 0 1 15,31 8 2-15,-18-8 2 0,1 0-1 0,5-2 1 16,-1 0 1-16,1-1-1 0,-1-2 1 0,-1 1 2 16,-1-1-2-16,-2-1 2 0,-3-2 8 0,-1 2-5 15,-3-2 9-15,0-1 0 0,-3-3 8 0,0 2-3 16,-1-3 1-16,-3 0 8 0,0 3 0 0,0-1 6 16,-1-1-4-16,1 0 1 0,0 4-2 0,-2-3-2 15,0 6 0-15,2 5-3 0,-2-10-5 0,2 10-7 16,0 0-6-16,0 0 1 0,0 0 8 0,0 0 0 15,-4 31 5-15,-1-4 5 0,3 4 2 0,-3 4-2 16,-1 12 4-16,2 0-7 0,2-1-2 0,0-9 0 16,1 8 6-16,1-10-2 0,1 1-3 0,2 10-1 15,-2-13 0-15,2 1-14 0,-1 0-25 0,2-2-26 16,-4 1-27-16,3 0-35 0,-5-1-46 0,1-3-57 16,0-5-52-16,-3-5-223 0,2-2-523 0,-2-5 232 15</inkml:trace>
  <inkml:trace contextRef="#ctx0" brushRef="#br0" timeOffset="-98071.61">17844 6421 86 0,'-8'-3'245'15,"-5"-1"-10"-15,0 2-5 0,0-1-9 0,-3 3-7 16,4 1-11-16,0 2-16 0,-1 2-12 0,2-2-8 15,-4 10-10-15,2-2-18 0,2 1-8 0,0 4-12 16,2-2-14-16,3 1-9 0,-1 0-12 0,5-4-6 16,0 1-9-16,4 0-9 0,4-1-1 0,-3-1-3 15,6-1-8-15,-2-2-1 0,5 1-6 0,3 0-8 16,2-5-10-16,-1-1-12 0,3 1-8 0,-6-2-4 16,6-5-8-16,-4 2-3 0,-3-3-3 0,-2-1-3 15,1-2 2-15,1-2-3 0,-3-4 2 0,-3-3 2 16,-1 0-1-16,2-6-1 0,-3-2 3 0,-1 6 1 15,-3-10 1-15,1 0 3 0,-1 1 5 0,-1 0 0 16,1-1-2-16,0 0-1 0,-2 2 2 0,4-2-1 16,-4 4 11-16,2 5 10 0,2 2 11 0,-5 2 8 15,2 5-1-15,1 2 2 0,-1 1-7 0,1 8-3 16,1-10-9-16,-1 10-6 0,0 0-4 0,0 0-2 16,0 0 8-16,2 28 8 0,-2-8 7 0,0 6 6 15,0 5 0-15,-1 0-1 0,1 2-1 0,0-1-4 16,1-1 4-16,2 1-11 0,0-1 2 0,-1-1-8 15,1-1-17-15,-1 0-31 0,2-6-36 0,0 3-31 16,0-10-53-16,-1 1-58 0,1-5-56 0,-1 0-196 16,1-1-503-16,2-5 222 0</inkml:trace>
  <inkml:trace contextRef="#ctx0" brushRef="#br0" timeOffset="-97845.58">18276 6342 228 0,'0'0'247'0,"0"0"-10"0,0 0-9 16,0 0 6-16,-10-6-19 0,10 6-4 0,-18 13-7 0,8-3-7 15,-3 3-9-15,0 1-8 0,2 0-14 16,-1 2-8-16,1-1-17 0,2 0-13 0,0-1-7 0,2-1-19 16,5-3-7-16,-1 2-12 0,3 1-6 15,2-3-4-15,1 1-11 0,5-2-23 0,1 0-30 16,4 3-34-16,6-4-49 0,5 1-49 0,-2-4-74 0,7-2-71 15,-2 0-222-15,1-3-530 0,-6 0 235 0</inkml:trace>
  <inkml:trace contextRef="#ctx0" brushRef="#br0" timeOffset="-96245.65">18924 6284 76 0,'-1'-7'258'0,"-2"-1"-15"16,-1-1-17-16,0 4-14 0,4 5-15 0,-14-7-9 15,4 6-10-15,-1 5-14 0,0 2-12 0,-4 4 12 16,-4 6-16-16,0 3-12 0,5-2-13 0,-2 7-10 16,5 0-11-16,-2 0-12 0,5-9-9 0,3 4-8 15,3 2-4-15,3-3-9 0,3-1-5 0,2-1-8 16,3-1-12-16,5-3-13 0,0 0-16 0,3-2-19 15,2-2-19-15,9-1-17 0,0-1-21 0,3-3-20 16,0-3-19-16,-2-1-23 0,0-3-4 0,-2-2-2 16,1-1-2-16,-10 0 8 0,0-2 4 0,0-2 11 15,-4 0 9-15,-1-3 10 0,0 0 12 0,-3-4 5 16,0 1 14-16,-4 0 22 0,2-2 15 0,-1 3 19 16,-4-3 20-16,1 2-1 0,0 5 19 0,-3 1 15 15,2 0 8-15,-3 4 9 0,1 0 6 0,-1 7 2 16,1-12-7-16,-1 12-9 0,0 0-9 0,0-7 1 15,0 7 13-15,0 0 11 0,0 0 6 0,-10 23 1 16,6-7-3-16,1-1-7 0,-3 3-2 0,4 0 1 16,1 1-5-16,-3-3-4 0,2 1-5 0,2-1-6 15,2-3-3-15,0-1-3 0,2-1 0 0,1-1-4 16,0 0 0-16,3-1-2 0,1-3-2 0,0 0-1 16,4-1-6-16,-2-1-2 0,0-3-4 0,4 0 2 15,-4-2-7-15,3-2 0 0,-1-1 1 0,-3-1-6 16,2-3-1-16,-2 2-1 0,0-5 0 0,2-3-1 15,-3 2-4-15,1-2 2 0,-2-5-1 0,-1 2 0 16,1-5-6-16,0-2-1 0,-3 5-1 0,-3-1 2 16,2 2 0-16,1 1-1 0,-1 1 5 0,-3 6 10 15,1-2 4-15,-1 5 3 0,-1 1-6 0,0 6 0 16,3-9-5-16,-3 9-4 0,0 0 0 0,0 0-1 16,0 0 3-16,0 0-4 0,0 0 3 0,-2 31 4 15,1-14 6-15,-2 0 5 0,5-2-3 0,-4 2 0 16,2 1 2-16,3-4 1 0,0 2 1 0,-3 0-1 15,3-4-1-15,6 2 2 0,-4-3-4 0,3-3 1 0,0 2-1 16,1-3 2-16,1 1 2 0,1-1 3 16,9-1 6-16,-5-2-3 0,3-1-1 0,0-2-2 15,0 1 0-15,-1-5-3 0,3 0 4 0,-4-1-8 16,-3 0 6-16,0-2-6 0,-4-1-2 0,1-2-10 0,1-3-4 16,-4-4-8-16,1 1 1 0,-3 0 3 15,0-2-10-15,-5-4-6 0,-4-4-4 0,3 0-3 16,-4 1-1-16,-2-2 5 0,-2 2 2 0,0 6 0 15,0-5 4-15,3 7 3 0,-3 2 0 0,3 3 3 16,1 1-1-16,-1 3 0 0,1 1-2 0,1 2 0 0,4 4 3 16,-9-4-2-16,9 4 2 0,0 0 1 0,-17 7 0 15,10 0 3-15,3-2-2 0,-6 3 2 16,5 0 2-16,1 0 1 0,2-1 8 0,0 2-6 16,2-9 6-16,3 13 4 0,1-7 8 0,0 0-2 15,6 1 0-15,1-2 0 0,5 0 1 0,4-1-1 0,0-4 2 16,9 0-1-16,-1-4-5 0,-1 4 3 0,-7-2 2 15,2 1-2-15,-4-3-1 0,1-2-4 16,0 4 1-16,-6 0 1 0,-2-1 2 0,-2 2 1 16,-2-1 1-16,-7 2 6 0,11-1-7 0,-11 1-5 0,10-1 1 15,-10 1-2-15,0 0 1 0,9 2 7 0,-9-2 11 16,5 8 7-16,-5 2 2 0,0-1 10 0,0 4-2 16,0 3-1-16,-1 0-2 0,-1 2 1 15,-1-1-3-15,2-1-3 0,1-1-3 0,0-3-4 16,0 0 4-16,1 0-8 0,3 2-3 0,0-4-1 0,0-1 1 15,-1 4 4-15,5-6-5 0,-2 2-4 0,1-2 5 16,-1-1-4-16,4 1 0 0,-1-4 4 0,2 2-6 16,-4-4-7-16,5-1-3 0,-5 0 5 0,4-3-15 15,0-1-3-15,-2-1-5 0,0-2-7 0,-1 0-1 16,-1-2-3-16,-2-1-6 0,2-6-4 0,-2 0 0 16,0-1 4-16,-1-1-3 0,-5 0 1 0,-1 0 4 15,0 1 3-15,-2-1 4 0,0 1 1 0,2 5 1 16,-4-4 5-16,5 4-1 0,-3 3 1 0,0 0 2 15,2 3-1-15,1-1 3 0,1 7 4 0,-5-9-2 16,5 9-1-16,-2-7 1 0,2 7 3 0,0 0-2 16,0 0 4-16,0 0-4 0,0 0 5 0,0 0-3 15,13-2 1-15,-13 2 3 0,0 0 3 0,19 6-1 16,-9-3 0-16,-2-2-3 0,0 3-1 0,-2-3 0 16,2 2-2-16,-2 1 1 0,2 1 3 0,-3 4 4 15,1-1 10-15,-1 1 5 0,-1 2 9 0,0 5 6 16,-2-5 3-16,-1 7 1 0,-2-3 3 0,-1 1-3 15,1 1 5-15,2 0-2 0,-2-1-6 0,2-4 0 16,-2-1-3-16,4 2-8 0,-1-3 2 0,2 1-2 16,0-3-3-16,3 2 0 0,-2-3 3 0,2 2-3 15,1-3 0-15,-1-4 1 0,6 1 7 0,-3-1-10 16,4-2-2-16,-1 1-4 0,1-4-5 0,-1 0-1 16,-1-3-5-16,-1 2 0 0,3-6 0 0,-5 1-3 15,0 0-5-15,0-5-3 0,-1 2-3 0,-3-4 3 16,2-1 5-16,-3 1-10 0,0-3-4 0,-3 0 0 15,-3 4 3-15,4-3 3 0,-3 3 0 0,-2 5-3 16,2 0 3-16,0 3 1 0,1 7-3 0,-4-10-2 16,4 10 2-16,-8-4 4 0,8 4-1 0,0 0 1 15,-20 14 1-15,8-1-1 0,2 0 5 0,1 0 0 16,0 1 0-16,2 1 3 0,3 1 2 0,-3-3-25 16,5 0-24-16,-3 1-35 0,0-2-37 0,3 1-39 15,4-3-43-15,-2 2-28 0,3-4-196 0,-1 1-466 16,-2-2 206-16</inkml:trace>
  <inkml:trace contextRef="#ctx0" brushRef="#br0" timeOffset="-95875.64">20483 6301 76 0,'5'-4'197'0,"-5"4"5"0,0 0 8 0,0 0 6 16,10 13-2-16,-8-5 1 0,0-1-14 0,-2 3-15 15,0-1-6-15,0 2-5 0,1 0-2 0,-1 0-13 16,0-1-12-16,2-1-9 0,-2-3-14 0,0-6-15 16,0 13-11-16,0-13 3 0,-2 8-9 0,2-8-2 15,0 0 12-15,2 9-4 0,-2-9 19 0,0 0 11 16,0 0 3-16,0 0-14 0,0 0-9 0,0 0-11 16,0 0-9-16,0 0-11 0,6-30-10 0,-2 20-5 15,1-4-12-15,3-3-13 0,-1 1-3 0,2-1-11 16,-1 0-9-16,3 2-9 0,-1-2-10 0,0 3 4 15,0 4-2-15,-1 1-4 0,0 1-2 0,0 2 0 16,0 3-4-16,-4 1 4 0,1 0-5 0,-6 2 0 16,14 4 1-16,-7 1 2 0,0 2 2 0,-1 2 2 0,-1 1-3 15,1 0 5-15,-1 2 0 0,0-1 1 16,-4 2-18-16,3 0-32 0,0-1-25 0,-1 0-20 16,-1 0-21-16,7 3-30 0,-5-2-41 0,2-4-53 15,2-2-55-15,1 0-253 0,-1 0-598 0,1-5 265 16</inkml:trace>
  <inkml:trace contextRef="#ctx0" brushRef="#br0" timeOffset="-95591.4">20962 6095 56 0,'3'-16'228'0,"-6"0"3"16,4 2 0-16,-3 3 2 0,1 5-6 0,1 6-13 15,-2-14-21-15,2 14-19 0,-2-9-19 0,2 9-17 16,0 0-16-16,0 0 2 0,0 0 2 0,0 0 6 15,-5 30-1-15,2-10 6 0,2 4-17 16,-2 6 19-16,1-2 7 0,-1 0-2 0,1 0 8 0,-1 0-14 16,1 0-6-16,-1 0-11 0,-2-3-7 0,5 0-11 15,1-6-8-15,-1-1-8 0,3 0-1 16,1 1-18-16,-3-6-7 0,0-2-1 0,3 2-9 16,-1-3 1-16,2 2-5 0,0-3-9 0,0-1-5 0,4 0-25 15,-4 0-27-15,1-1-40 0,3-2-23 0,0-1-35 16,-1-2-36-16,0 0-39 0,-1-2-39 0,5-2-52 15,-3 0-51-15,-3-1-230 0,-6 3-609 0,13-14 271 16</inkml:trace>
  <inkml:trace contextRef="#ctx0" brushRef="#br0" timeOffset="-95443.33">20868 6293 32 0,'-18'-7'297'0,"6"0"-29"0,2 2-20 15,4 1-15-15,-1 1-9 0,2-1-14 16,5 4-15-16,-10-6-12 0,10 6-19 0,-2-6-16 0,2 6-14 15,0 0-15-15,26-10-29 0,-4 3-31 0,10 1-42 16,4-3-65-16,12-4-96 0,2 0-86 0,3 3-137 16,-18 2-397-16,4-3 176 0</inkml:trace>
  <inkml:trace contextRef="#ctx0" brushRef="#br0" timeOffset="-95315.45">21309 6113 131 0,'0'0'162'0,"-14"-8"-28"0,14 8-43 0,0 0-50 16,0 0-50-16,0 0-83 0,0 0-100 0,0 0 45 0</inkml:trace>
  <inkml:trace contextRef="#ctx0" brushRef="#br0" timeOffset="-93362.03">14235 7428 54 0,'-4'-11'221'0,"2"7"-19"0,-2-3-9 0,0 1-8 16,-1-1-14-16,-4 0-12 0,2 1-13 0,-4-1-11 15,1 2-12-15,-1 0-6 0,1 3-5 0,-4 1-7 16,3-1-8-16,-3 4-10 0,-3 1-1 0,-2 4-10 16,1 0-3-16,-2 5-8 0,-1 3-2 0,-1 4-8 15,2 2 0-15,0 2-7 0,0-1-4 0,4 5-9 16,1-5 3-16,5 0-7 0,5-3-5 0,1-1 2 0,2-2-3 15,2 0-5-15,2 0 3 0,2-5-4 0,3 3-4 16,1-3-1-16,3 0 3 0,2 0-5 16,-2-4-1-16,5 1 1 0,0-4 2 0,1-1-3 15,2-3 1-15,-1-1-1 0,1-5-3 0,0-1-5 0,-2 2 3 16,1-2-3-16,-4-5 0 0,2 2-1 16,-5-2 1-16,3 0 1 0,-7 1-2 0,1-3 3 0,1-2-4 15,-4 1 4-15,0-1-4 0,-1-2 0 16,0 2 0-16,-4 0 0 0,-2-1 4 0,2 3 0 0,0 4 6 15,0 1 3-15,2 2 6 0,0 0-10 0,-2 7-2 16,-2-10-3-16,2 10-5 0,0 0-1 0,0 0 6 16,0 0-4-16,0 0-2 0,0 0-6 15,0 0 7-15,-2 40 0 0,-2-21 1 0,2 0-1 16,2-1 2-16,0 1-2 0,1-1-3 0,-1-1-13 0,1 1-13 16,1-1-8-16,0-2-22 0,2 2-25 0,-2-1-30 15,3 0-28-15,0-6-25 0,2 3-24 0,-1-2-23 16,-1-2-140-16,-1-2-382 0,0-2 170 0</inkml:trace>
  <inkml:trace contextRef="#ctx0" brushRef="#br0" timeOffset="-93039.55">14387 7576 102 0,'0'-9'126'0,"0"9"0"15,0 0 9-15,0 0 8 0,0 0-5 0,0 0-18 16,0 0 6-16,-5 24-8 0,1-14-10 0,4 1-10 15,-1-1-8-15,1-1-12 0,-3-2 4 0,3 2-14 16,-1-1-6-16,1-8-6 0,0 12-5 0,0-12-1 16,-2 8 3-16,2-8 8 0,3 7 9 0,-3-7 8 15,0 0 3-15,0 0-3 0,0 0-8 0,0 0 0 16,0 0-13-16,0 0-3 0,10-22-5 0,-3 12-8 16,-3-2-3-16,6-2-4 0,0-1-5 0,0-2-4 15,6-5-4-15,-6 9 0 0,0-3-3 0,3 0-5 16,0 7 1-16,-3-3-3 0,0 3-4 0,0 3-1 15,2 2-10-15,-4 1 1 0,3 3-6 0,-1 4 6 16,-2 0-2-16,1 3 4 0,3 6-4 0,-1 2 0 16,-5 2-21-16,2-2-17 0,-2 10-31 0,1-6-25 15,-3 0-34-15,1-1-33 0,1 7-36 0,0-7-148 16,-1 0-379-16,3-6 167 0</inkml:trace>
  <inkml:trace contextRef="#ctx0" brushRef="#br0" timeOffset="-92622.92">14962 7524 90 0,'-13'-4'194'0,"1"2"-6"0,0 2-13 16,-2 0-9-16,-1 4-2 0,-3 5-17 0,3-2-9 16,-1 4-11-16,3 1-10 0,3 4-11 15,1-3-7-15,1 4-10 0,3-6-11 0,-2 4-1 16,4-3-14-16,3 3-1 0,1 2-8 0,1-6-9 0,0 0 1 15,5-1-7-15,-2-3 0 0,1 1-4 16,1-4-5-16,4 3 0 0,-1-4-2 0,1-1-5 0,1-2 0 16,0-2-4-16,-3 1 1 0,3-5-2 15,-1 2-2-15,-2-1 1 0,0-6-4 0,2-5-1 0,-2 7 3 16,0-8-2-16,0-6-2 0,-4 6-2 0,0-7-1 16,-4-2-3-16,-2 0 1 0,1-2-3 0,-2-4 0 15,-2 3 0-15,0-3 0 0,1 0 1 16,-1 0 20-16,-2 1-4 0,1 2 7 0,1 3-3 0,-1 8 4 15,3 1 5-15,0 6 3 0,2 0-7 0,-1 5-8 16,1 6-6-16,-1-10 0 0,1 10-5 0,0 0 0 16,0 0-5-16,8 38-2 0,-6-7 5 0,1 2-3 15,-2 3 2-15,2 9 2 0,3 2-3 16,-4-13 1-16,1 0 1 0,-1 1-4 0,1 1 5 0,3-2-7 16,-1-2-26-16,4-3-25 0,-2 1-36 0,0-5-71 15,4-2-58-15,0-5-205 0,-4-1-451 0,9-4 199 16</inkml:trace>
  <inkml:trace contextRef="#ctx0" brushRef="#br0" timeOffset="-91732.11">15765 7476 244 0,'-11'-3'245'0,"0"3"-12"0,-2 4-14 0,-5 2-9 0,3 6-11 15,-4-1-15-15,-2 10-11 0,3-4-15 0,5-1-19 16,2 1-9-16,1 5-17 0,5-6-8 0,-1 2-11 16,2-2-10-16,2-1-7 0,1-2-9 0,2-2-2 15,2 0-9-15,1-1-6 0,2-3-1 0,2 1-3 16,-1-3-6-16,2-1-4 0,3 0-3 0,-4-3-4 16,2-2-2-16,2-4-7 0,-1 2 4 0,3-2-6 15,-4-1 4-15,0-6-6 0,2-2-1 0,-2-3-4 16,-4-1 1-16,1 1-3 0,2-8 6 0,-4 7-8 15,-1 0-1-15,-3-2 1 0,0-4 1 0,-1-1 0 16,0 0-2-16,0 5 3 0,-1 2 0 0,0 3 2 16,-1 3 6-16,2 1-4 0,-1 4-2 0,1 7-9 15,0-11 0-15,0 11-5 0,0 0 1 0,0 0-3 16,0 0 0-16,0 0-2 0,0 0 3 0,4 32 0 16,-4-13 0-16,1 6 1 0,1-1 4 0,-1-5-3 15,0 2 1-15,0-2 1 0,2 1 3 0,2-2 1 16,0-3-1-16,0 0-1 0,2-2 2 0,-2-6 0 15,1 5 2-15,4-5-3 0,-2 4 7 0,1-5-7 16,4-2 5-16,-2 1-2 0,2-2 1 0,5-3-3 16,1-3 0-16,0-3 2 0,0-1 2 0,-1-4 0 15,-1 1 4-15,-4-3-1 0,1 1 0 0,-1-2-2 16,-3-3-1-16,1-6-6 0,-2 0 3 0,-2 0-1 16,-4-4-3-16,2 0 1 0,-1-1 1 0,0 0-3 15,-4-3 2-15,0 0-5 0,-1 2 1 0,1 3-2 16,-3 2 1-16,1 6 2 0,0 1-1 0,1 6 6 15,1 1-5-15,-1 3-2 0,1 7-2 0,0-11-3 16,0 11-3-16,0 0-4 0,0 0 4 0,0 0 1 16,0 0-1-16,0 0 4 0,4 47 1 0,-7-19-3 15,2 1 7-15,1 1 1 0,-1 2 1 0,-1-4 4 16,5 1 4-16,-4-3 2 0,-1-1-3 0,2-5 0 16,0-3-3-16,3 4 4 0,-1-7 0 0,1-2-6 15,2 4 6-15,0 1-4 0,2-7 6 0,-1 0-5 16,2-4-1-16,2 3 4 0,3-2-1 0,-2-3-1 15,8 2-2-15,-1-3 0 0,4-2 1 0,-3 2-3 16,3-7 5-16,-2-1-7 0,-2 1-10 0,1-1-5 16,1-2-1-16,-5-3 2 0,-2 3-1 0,0-4-1 15,-1-2 1-15,-3 3-2 0,-4-2 6 0,2-1-2 0,-3 1-2 16,-2-4 4-16,0 0 0 0,-1 0 1 16,-1 0-2-16,0-2 1 0,-1 3 3 0,-1 5 1 15,1 1 3-15,0 2-1 0,1 7 0 0,0-13-2 16,0 13-5-16,-2-8-3 0,2 8 3 0,0 0-2 15,0 0-3-15,0 0 5 0,0 0-2 0,0 0 16 0,0 35 1 16,-2-17 10-16,1 0-5 0,-2 1 7 16,0 0 0-16,3 7 6 0,-2-2 2 0,0 2 5 15,1-7-1-15,0 0 6 0,1-2-3 0,-3 0-5 16,1-6 2-16,1 2-4 0,-1 0-6 0,2-2 2 0,-1 1 2 16,1-3-11-16,0 0-19 0,0-1-23 0,0-8-28 15,0 12-29-15,0-12-38 0,-1 10-48 16,1-10-51-16,1 6-41 0,-1-6-191 0,0 0-495 15,0 0 220-15</inkml:trace>
  <inkml:trace contextRef="#ctx0" brushRef="#br0" timeOffset="-91475.69">16511 7613 109 0,'0'0'181'0,"0"0"-15"15,13 1-15-15,-13-1-5 0,6 2-2 0,-6-2-2 0,9 4 12 16,-9-4-3-16,15 2-12 0,-4-2 2 0,0 0-5 15,1 0-10-15,0-2-11 0,1 0-9 0,5-1-9 16,-5 0-4-16,0 0 0 0,0-3 2 0,-2 2 10 16,-2-3-12-16,0-2-8 0,0 3 2 15,-3-1 8-15,-1-2 10 0,-1 2-7 0,-1 1-5 0,-5-4-2 16,2 10-2-16,-1-14-21 0,-3 8-6 0,4 6-9 16,-7-11-7-16,0 8-7 0,0-2-11 15,-1 2-20-15,-1 2-22 0,9 1-25 0,-24 5-26 0,11 1-34 16,-5 4-48-16,0-1-61 0,0 2-62 15,-6 1-212-15,9 0-521 0,-1 0 230 0</inkml:trace>
  <inkml:trace contextRef="#ctx0" brushRef="#br0" timeOffset="-90792.3">17758 7472 11 0,'-10'-4'266'0,"0"1"-22"0,3 3-25 0,-4 3-10 0,2 3-15 16,-1 3-7-16,-2 5-6 0,1 3-10 15,-6 5-15-15,7 2-8 0,0-1-18 0,2 3-14 0,3-10-4 16,3-1-16-16,2 2-12 0,2-4 0 0,3 3-17 16,0-5-3-16,2 1-5 0,3 1-7 0,3-4 1 15,2 0 4-15,-2-3-16 0,3-1 0 16,5-2-4-16,-4 0-1 0,2-3 1 0,-2 0-5 0,-1-6-5 16,-5 4 0-16,-1-2-2 0,-2-3-5 0,0-2-7 15,-2 2-4-15,1-6-3 0,-5 1-3 0,-2 1-1 16,-1-7-7-16,0 0-6 0,-6-7-1 0,2 7-3 15,-6-6-3-15,4 5 0 0,-5-6 6 0,-1 4-2 16,4 6 1-16,-3 0-3 0,2 1 6 0,5 5 2 16,-3 1 0-16,3 0-3 0,1 5 5 0,0-1-10 15,4 4-2-15,-6-7-4 0,6 7-1 0,0 0 0 16,0 0 7-16,0 0 0 0,0 0 4 0,27 2-2 16,-14-1 1-16,10-4-3 0,6 1-5 0,2-2 0 15,1 0-1-15,1-2-4 0,0-2 8 0,-2 0-1 16,-4-2 4-16,-2 0 0 0,-8 1 2 0,1 0 1 15,-8 1 2-15,3-3 0 0,-3-3 5 0,-5 2 3 16,0-4-1-16,-3-2 7 0,-2 3 10 0,-2-2 5 16,0-1 21-16,-1 3 8 0,2-1 5 0,-2 6 2 15,-1 1-7-15,2 3-4 0,-1 0-2 0,3 6-13 16,-4-10-6-16,4 10-4 0,0 0-3 0,0 0-2 0,-8 22 1 16,1 4 11-16,1 4-1 0,1 2 4 15,-2 3 2-15,2 11-9 0,-1 1 2 0,2-1 8 16,3-11 0-16,1 11-2 0,0-11-2 0,1 11-3 15,-1-14-1-15,1 3 4 0,3-6-10 0,0 3 6 0,-1 1-6 16,4-1-2-16,-2-3 3 0,0 0-10 16,2-3-27-16,-3-1-25 0,-2-6-27 0,1-1-28 15,0-2-46-15,-3-3-57 0,3-4-63 0,-3 0-211 16,0-2-512-16,0-7 227 0</inkml:trace>
  <inkml:trace contextRef="#ctx0" brushRef="#br0" timeOffset="-90425.95">18046 7678 30 0,'12'-11'173'0,"5"-1"-16"0,0-1-16 16,6 0-20-16,1-3-14 0,0 3-18 0,-2-2-21 16,4 0-31-16,-1 2-15 0,-2-2-20 0,0 2-9 15,-7 2-15-15,0-1-2 0,-2-1 3 0,-1-1 1 0,-3 2 6 16,-1-1 11-16,-1-2 4 0,-2-2 20 0,-3-1 7 15,-2-1 18-15,0 1 7 0,-1-1 4 16,-2 0 6-16,-1 3 11 0,1-2 19 0,-1 3 11 16,1 3 9-16,-1 1 4 0,2 6-7 0,0-2-2 0,1 7-14 15,-2-10-10-15,2 10-11 0,-2-8-12 0,2 8-2 16,0 0 5-16,0 0 14 0,-2 33 6 0,2-10 1 16,0 5 5-16,-2 3-2 0,-1 1-4 0,2 1 0 15,-2 14-7-15,2-14-1 0,-1 15 3 16,0-15-8-16,5 2 1 0,-3 0-10 0,2 0-9 0,-3-2 0 15,1-1-4-15,0-1-9 0,-1-1 1 0,0-4-6 16,1-5-25-16,0 0-29 0,-2-2-21 0,1-5-32 16,-1 3-36-16,0-7-55 0,2-2-58 0,-1-1-39 15,-1-1-189-15,2-6-484 0,-4 4 215 0</inkml:trace>
  <inkml:trace contextRef="#ctx0" brushRef="#br0" timeOffset="-89673.74">18353 7682 121 0,'14'-9'146'0,"2"-4"-16"0,1 4-7 0,2-2-4 15,0 2-8-15,1 0-4 0,-3-1-6 0,4-1-7 16,-6 0-10-16,3 2-8 0,-1-2-1 16,-1 1-6-16,-2-1-4 0,2 0-1 0,-6 4 4 0,1-5 8 15,-2 3 4-15,-4-2-2 0,1 0-1 0,-4-1 2 16,-1 1-4-16,1 0 4 0,-2 1 0 0,-3 1 7 15,3-2-7-15,-2 2 0 0,-2 4-5 0,4 5 2 16,-4-10-6-16,1 3-7 0,3 7-7 0,-4-4-9 16,4 4-4-16,-7-4-8 0,7 4-2 0,0 0-5 15,-13 8-1-15,5-1-6 0,1 4 1 0,0 5-2 16,1 1-3-16,-1 0-1 0,2 3-1 0,-1-1-1 16,1 5 0-16,1-6-4 0,3 0-1 0,2 1 0 15,2-2 2-15,-2-1-2 0,2-6-1 0,5 4 1 16,-4-1 2-16,5-5 0 0,-1-1-2 0,1 1 1 15,0-3 2-15,0 2-5 0,1-4 3 0,1 2 1 16,0-1-2-16,-5-3 0 0,3-2-1 0,1 0 3 16,2-4-4-16,-1 1 0 0,-2 0-1 0,0-3 1 15,1-1 0-15,-3 0-2 0,0-2-2 0,0-1 2 16,2 4-3-16,0-10-2 0,0 2-1 0,1-1-5 16,-1 0-5-16,0 0-7 0,0 3 0 0,0-3-2 15,0 3 0-15,-3 3 4 0,0 1 1 0,2 1-2 16,-4 3 6-16,1 0-6 0,0 3-1 0,-5 2 2 15,8-2-1-15,-8 2 3 0,0 0 0 0,9 17 6 16,-7-7 2-16,-1 1 4 0,1 1 5 0,-1 5 6 16,-1-3-1-16,0 2-1 0,1-3 2 0,2-1-4 0,-1 1 3 15,2-3 2-15,0-1 3 0,1 2 2 16,2-2 4-16,-2-1 10 0,1-3-2 0,2 4 5 16,2-5-1-16,-1-2-3 0,3 0 5 0,1-2-4 15,-1-4-3-15,1 1-2 0,2-2-4 0,2-1 0 16,-6-1-2-16,0 2-1 0,0-5 1 0,-1 2-1 15,-2-2-3-15,1-1-3 0,-3-4-2 0,-1 3-1 16,0-4 0-16,1 0 4 0,-3 3-6 0,0-3 2 16,1 4-6-16,-2-1-1 0,-2 6 3 0,0-3-2 15,2 4 0-15,-2 6-1 0,0-10-5 0,0 10 2 0,0 0-7 16,0 0 6-16,0 0-9 0,0 0 4 0,0 0-1 16,0 0-1-16,-14 21 3 0,8-4 3 15,-1-2 2-15,2-3-2 0,-4 4 0 0,4 0 2 16,-2 3 0-16,2-1 2 0,0 1-4 0,1-4 4 0,-1 2-1 15,1-2-2-15,0-2 3 0,2 3-1 0,-1-5-3 16,1 1-12-16,-1-2-20 0,-1 0-28 0,2 1-29 16,0-1-35-16,-1-3-43 0,1-1-46 15,0 1-50-15,-1 0-159 0,3-7-461 0,-5 7 204 16</inkml:trace>
  <inkml:trace contextRef="#ctx0" brushRef="#br0" timeOffset="-89067.57">19402 7242 213 0,'1'-17'239'0,"-1"1"-4"0,-2 3-1 16,2 3 1-16,0 2 3 0,0-1-8 15,0 9-18-15,0-10-22 0,0 10-23 0,0 0-23 0,1-8-18 16,-1 8-11-16,0 0-7 0,1 42-10 0,0-11-4 15,1 3 5-15,-4 14-5 0,4-2-5 0,-2-11-7 16,1 0 0-16,0 0 0 0,-2 1-12 0,1-1-1 16,-1-4-8-16,1-3-6 0,-2-4-3 0,4-6 2 15,-4-1-9-15,4 1 4 0,-2-7-18 0,-2 0 0 16,1-4 3-16,1-7 0 0,1 12-4 0,-1-12 0 16,-1 8-4-16,1-8 1 0,-1 9 2 0,1-9 1 15,0 0-5-15,0 0-11 0,0 0-8 0,0 0-16 16,0 0 1-16,0 0-2 0,20-39-7 0,-9 23 3 15,1 0 1-15,4-4-9 0,3-1 0 0,-4 7-2 16,-2 0 1-16,2 2 3 0,-2 3 1 0,0 3 1 16,-3 0-1-16,0 2 0 0,-1 3 0 0,-1 1-2 15,1 3 8-15,1 0 2 0,-1 1 3 0,1-1-4 16,-2 3 1-16,3 1 8 0,-2-3-9 0,0 4 8 16,1-2 3-16,2-2-2 0,-2 4 1 0,4-5 6 15,0-1 0-15,0-2 3 0,-1 1-7 0,5-2 1 16,-5-3 4-16,1 3 0 0,-3-2 1 0,0-2-1 15,-1 1-3-15,-1-2 3 0,-1-2 0 0,-2 2 5 16,1-2 2-16,-3 2 5 0,0-1-3 0,0-2-1 16,-1 0 9-16,-1-2-7 0,1 2 2 0,-1-1-3 15,-2 4 1-15,0 6 16 0,2-11-10 0,-2 11-4 16,5-9-10-16,-5 9 4 0,0 0-9 0,0-6 6 16,0 6-12-16,0 0 4 0,0 0 4 0,0 0 8 15,-7 26 3-15,6-16 3 0,-3 5-3 0,0-2-4 16,2 1-2-16,-1 2-1 0,2-3 3 0,0 3-1 15,1 3-11-15,-2-8-39 0,2 5-26 0,2-2-24 0,-2-4-33 16,2 3-39-16,-2-2-55 0,3-5-54 16,-1 1-260-16,-2-7-575 0,3 10 254 0</inkml:trace>
  <inkml:trace contextRef="#ctx0" brushRef="#br0" timeOffset="-88902.34">19843 7293 145 0,'-9'0'156'0,"9"0"-30"0,-8 7-32 0,6 1-32 0,0 1-37 16,1 2-54-16,1 2-68 0,1-2-105 16,6 5 48-16</inkml:trace>
  <inkml:trace contextRef="#ctx0" brushRef="#br0" timeOffset="-88531.79">20208 7446 71 0,'0'0'230'0,"0"0"-12"15,-6-15 0-15,2 8 3 0,-2 3 1 0,6 4-9 0,-13-6-16 16,7 2-5-16,-2 3-15 0,8 1-17 0,-15 4-11 16,3 0-7-16,-1 2-16 0,2 4-13 0,0-1-10 15,4-1-10-15,-3 3-11 0,4-2-9 16,0 2-9-16,1-3-3 0,2 0-2 0,2 0-10 0,-1 0-5 15,2-8 2-15,5 11-8 0,-3-6-4 0,2 1-6 16,2 1-5-16,1-2 5 0,-1-2-5 0,4 2-4 16,-1 1-7-16,-1-3 1 0,0 1-2 0,-3 0-7 15,1-2 0-15,-1 2-3 0,-1 1-1 0,1 0-2 16,2 3 6-16,-4 3-5 0,1 0 3 0,0 6 2 16,-2 1-1-16,-1-1-1 0,-2 10 3 0,-2-2 8 15,-2 0 5-15,-4 1 1 0,1-2 8 0,1 0-2 16,-2 0 10-16,-2-6 6 0,4-2-3 0,-4 1 1 15,-4 4-7-15,2-6 5 0,-4 3-1 0,4-4 6 16,-4-4-12-16,4 3 2 0,-2-4-5 0,5 1-3 16,-1-5-5-16,0-1-26 0,2 3-30 0,1-5-19 15,1 1-38-15,-2-2-41 0,9-1-51 0,-14-3-55 16,10-2-45-16,-1-1-226 0,1-2-555 0,4-6 246 16</inkml:trace>
  <inkml:trace contextRef="#ctx0" brushRef="#br0" timeOffset="-88169.92">20371 7195 80 0,'7'-16'237'0,"0"4"-11"0,-5 4-24 0,2-1-24 16,-1 2-17-16,-3 7-13 0,7 0 22 0,-7 0 8 16,9 22-2-16,-2 3 12 0,-4 4-12 0,-4 4-13 15,2 1 13-15,1 0-14 0,-5 13-9 0,4-18 3 16,-2 2-23-16,0-4-6 0,1-8-4 0,-1 1-4 15,1-3-16-15,-2-2-13 0,1-4-5 0,1 0-16 16,0-4 12-16,1 0-26 0,-1-7 0 0,0 11-3 16,0-11-3-16,2 9 5 0,-2-9-7 0,0 0-4 15,6 1-4-15,-6-1-8 0,14-9-20 0,-5 0 6 16,4-2-9-16,1 0-2 0,0-2-11 0,2 0 5 16,1 1 3-16,0-2-3 0,-3 5-8 0,2-2 1 15,-4 5-1-15,-1 2-6 0,0-1-6 0,-1 4 8 16,-4 1 0-16,4 3 3 0,-3 3 3 0,-1 1-4 15,1 4 3-15,-2-1 0 0,-3 3 5 0,-1 3 5 16,2 2-8-16,-3 1 10 0,0-3-3 0,1 1-23 16,-2-4-37-16,1 2-39 0,0 0-44 0,1 1-25 15,-1-2-55-15,-1-3-81 0,0 1-232 0,-3 1-578 16,-4-3 256-16</inkml:trace>
  <inkml:trace contextRef="#ctx0" brushRef="#br0" timeOffset="-87637.05">13940 8587 2123 0,'-5'-14'30'0,"-2"-3"-16"0,1 2 19 0,1-1 12 15,-2 1 20-15,0 6 6 0,3 0 1 0,2 3-3 16,1-2-4-16,1 8-7 0,-6-9-6 0,6 9-6 15,-2-6-8-15,2 6-4 0,0 0 0 0,0 0 8 16,-4 19 3-16,3-8 3 0,-1 8-3 0,-2 7 0 16,2 0-9-16,-1 0-3 0,2 2 3 0,-1-1-8 15,2-1 0-15,2-7-10 0,-4 8-14 0,0-9-26 16,2 7-14-16,0-7-30 0,0 0-27 0,-2-1-40 16,2-1-38-16,0-2-42 0,0-2-208 0,-2-2-456 15,2 0 203-15</inkml:trace>
  <inkml:trace contextRef="#ctx0" brushRef="#br0" timeOffset="-87482.07">13861 8264 140 0,'-2'-5'117'0,"2"5"-14"15,0 0-21-15,0 0-30 0,0 0-28 16,8 24-31-16,-3 0-27 0,2 4-46 0,0 6-86 15,8 12 38-15</inkml:trace>
  <inkml:trace contextRef="#ctx0" brushRef="#br0" timeOffset="-87047.45">14171 8817 93 0,'4'-14'248'0,"-4"14"-17"15,0 0-12-15,-8-21-5 0,7 13-8 0,-3-3-13 0,0-5-21 16,2 0-15-16,-1 2-14 0,0-2-13 0,3-2-16 15,3 0-5-15,0 0-11 0,1-1-10 16,6-5-8-16,-1 9-10 0,7-4-6 0,-4 4-5 16,4 5-10-16,-1 1-6 0,5 2-3 0,-1 4-5 0,0 4-6 15,-2 1-4-15,0 2-3 0,2 4-1 0,-5 1-5 16,1 4 1-16,-2-2 0 0,0 4-3 0,-3-1-1 16,-2 2-3-16,2 0 2 0,0 0-3 0,-5 0 1 15,0-4-1-15,-3-1 1 0,0-1 1 16,-2-1-1-16,0 0 2 0,0-9 6 0,-1 13-3 0,1-13 2 15,-4 7-2-15,4-7-3 0,-8 3 11 0,8-3-8 16,0 0-3-16,0 0 2 0,-13-3-3 0,13 3-4 16,-8-12 0-16,6 7-2 0,2 5 3 0,-2-18-4 15,6 7 1-15,1-6-4 0,0 0-1 0,5-6-3 16,0 7-7-16,8-3 0 0,-1-2 1 0,-3 7 0 16,-1 0 2-16,4 4-1 0,-1 1 5 0,-1 2-4 15,-4 3-1-15,3 2 3 0,-2 2-1 0,0 3-1 16,2 1-2-16,-4 5 2 0,3 4-1 0,-2-3 4 15,-1 6 3-15,-1 1-5 0,-2-2 1 0,-2 2 5 16,1 1-1-16,-3 1 2 0,1 0-16 0,-2-1-14 16,3 0-29-16,-3 2-38 0,-1-4-48 0,1-4-57 15,0 1-61-15,-2-2-134 0,0-2-429 0,0-9 190 16</inkml:trace>
  <inkml:trace contextRef="#ctx0" brushRef="#br0" timeOffset="-86797.79">14896 8338 246 0,'-4'-9'260'0,"-1"3"-25"0,5 6-21 16,-3-8-24-16,3 8-21 0,0 0-5 0,0 0 5 16,0 0-9-16,-4 23 4 0,6 0-16 0,-1 6-6 15,0 4-10-15,0 3-7 0,1 9-13 0,0 2-8 16,1-2-9-16,-2-10-8 0,-1 12-6 0,1-14-12 15,-2 1-5-15,2-3-4 0,-1 2-4 0,0-1-6 16,-1-4-21-16,-3 2-15 0,2-4-31 0,2 0-23 16,-4-6-33-16,1-4-36 0,1 1-41 0,0-6-43 15,0-2-39-15,0 2-190 0,-1-6-455 0,3-5 202 16</inkml:trace>
  <inkml:trace contextRef="#ctx0" brushRef="#br0" timeOffset="-86317.16">14892 8560 169 0,'14'-13'174'0,"0"1"-7"0,-1 4-9 0,-2 3-7 15,2 2-27-15,0 3 2 0,-2 0-7 0,1 5-15 16,1 0-4-16,-3 3-5 0,-1 2-3 16,0 3-9-16,-3 1-3 0,-1-2-7 0,-2 5-9 0,-2 0-5 15,-2-2-1-15,-5 1-7 0,0 1-6 0,-1-2 2 16,-2 1-7-16,-3-2-12 0,4-4-6 0,-1 3-2 15,3-7-1-15,-2 2-5 0,2-4 1 16,1-3-1-16,5-1-1 0,-7 8 0 0,4-6-1 16,3-2-5-16,-7 3-1 0,7-3-3 0,0 0 2 0,0 0-5 15,0 0 1-15,0 0-3 0,0 0 3 0,17 6 0 16,-17-6 1-16,15 2-2 0,-5 0 2 0,1-2 2 16,9 1-5-16,-8 1 2 0,5-4 0 0,1 2-1 15,0-1 4-15,3-3-5 0,-2 1 2 0,9-5 3 16,-10 3 1-16,0-2-5 0,-2-1 3 0,-1 3 4 15,1-2-7-15,-6 0 1 0,3-4-1 0,-4 3 9 16,-3 0-1-16,4-2 0 0,-4 1 5 0,-2-2-4 16,-2 0 5-16,-1-2 10 0,-2 1-2 0,0 1 6 15,0-1 6-15,-3 1-2 0,0 0-7 0,-2 3 3 16,2 1 5-16,-1 3-2 0,-1-2 1 0,6 6-8 16,-12-3 0-16,12 3-4 0,-14 6 4 0,3 1-1 15,0 5-2-15,-1 2-3 0,2 0 2 0,4 2-4 16,-1 2 0-16,5 0 0 0,-2-1-3 0,4 0-1 15,1 2-3-15,3-3-23 0,4 2-21 0,-2-4-37 16,6-1-35-16,-2 0-43 0,6-4-45 0,-3-1-47 16,1-2-125-16,3-2-395 0,5-3 175 0</inkml:trace>
  <inkml:trace contextRef="#ctx0" brushRef="#br0" timeOffset="-85890.22">15575 8596 205 0,'-3'-9'226'0,"-4"1"1"0,2 0-5 16,-1 4-4-16,-1 1-17 0,0 2-11 0,7 1-11 16,-18 2-7-16,8 3-6 0,-2 3-7 0,-3 1-16 15,1 4-2-15,1 1-12 0,-1 1-12 0,5 1-8 16,-1-1-9-16,1 0-9 0,-1 0-4 0,6 0-13 16,0-3-10-16,1-1-6 0,1 0-3 0,2 1-9 15,4-3 1-15,-3-1-4 0,3-2-4 0,2-2-4 16,2 0-1-16,1-2-4 0,1 1-8 0,3-3-8 0,-3-3-7 15,3 1-4-15,-1-3-2 0,-3 1 1 16,2-2-11-16,-1-3 2 0,-2 0 4 0,-1-5-5 16,0-3-1-16,-2 0 1 0,-2-1 3 0,-1-1-5 15,-1-6 3-15,-2-4 2 0,-1 1-2 0,1-3 0 16,1 1 1-16,-2 2 1 0,-2-1 0 0,4 0 12 0,-1 1-7 16,-2 3 6-16,2 1-1 0,0 7 2 0,-1 1 5 15,1 5 26-15,1 1-14 0,0 3-1 16,-1 0-5-16,1 7-4 0,0 0 0 0,1-9-12 15,-1 9 3-15,0 0-7 0,0 0 11 0,5 29-7 0,-5-10-1 16,0 11 8-16,0 4-1 0,0 1-6 0,-1 0 12 16,0 11-6-16,-1-16-3 0,5 17 0 15,-2-18-1-15,0 3-20 0,1-2-20 0,-1-1-25 16,-1-3-29-16,6-3-30 0,-3-4-29 0,-2 0-35 0,6-5-43 16,-4-3-42-16,2 0-172 0,-1-4-477 0,3-4 211 15</inkml:trace>
  <inkml:trace contextRef="#ctx0" brushRef="#br0" timeOffset="-85563.91">15844 8551 87 0,'-8'-6'232'16,"-2"2"3"-16,-3 1-7 0,0 3-11 0,-1 3-2 16,-2 3-20-16,-2 1-2 0,3 6-15 0,-3-1-4 15,4 2-17-15,3 2-13 0,-1-2-12 0,1 2-6 16,5-3-17-16,-2-1-11 0,5-1-3 0,0 0-13 15,3 0-10-15,1-2-6 0,1-1-4 0,5-1-5 16,-3-3-3-16,2 0-5 0,6 0-15 0,-1-1-4 16,2-3-8-16,0-1-4 0,5-2 8 0,-2-3-16 15,0-1 0-15,0 3 5 0,-5-4-9 0,-1 2-2 16,0-3-1-16,3-2 2 0,-5 1 0 0,3-3 1 16,-6 2-3-16,-1 3 4 0,1 0-1 0,-2 2 7 15,1 1-2-15,-1-1 5 0,1 1-11 0,-4 5-1 16,5-5-6-16,-5 5 7 0,0 0-8 0,0 0 2 15,14 10 4-15,-11-1-2 0,1 3 2 0,1-1-3 16,0 4-20-16,-5 3-36 0,1 0-48 0,0 1-54 16,2-2-62-16,-3 2-274 0,-1-3-536 0,-2-2 238 15</inkml:trace>
  <inkml:trace contextRef="#ctx0" brushRef="#br0" timeOffset="-85337.58">16022 8577 148 0,'5'-17'241'0,"2"0"-10"0,1 1-10 0,-2 2-7 15,2 4-14-15,2 4-22 0,-1-1-15 16,2 3-14-16,1 2-19 0,1 1-12 0,1 2-8 16,1 5-11-16,2 3-9 0,-2 4-11 0,-1-1-4 15,-2 1-6-15,0 3-5 0,-2 1-5 0,-3-1-6 0,1 8-16 16,-4-6-24-16,0 1-30 0,-2 1-31 0,1-2-33 15,-2-2-48-15,1-3-57 0,0-2-194 16,-2-1-412-16,2 0 182 0</inkml:trace>
  <inkml:trace contextRef="#ctx0" brushRef="#br0" timeOffset="-84940.38">16477 8451 124 0,'-3'-5'272'0,"3"5"-13"0,-5-10-10 16,5 10-15-16,-7-4-14 0,7 4 4 0,0 0-21 16,-17 14-9-16,10-2-17 0,-4 4-3 0,0 0-23 15,1 7-9-15,-1-1-9 0,2-4-14 0,2 0-7 16,2 2-15-16,1-2-5 0,4-2-13 0,0 0-7 16,4-5-8-16,0 1-3 0,5 3-3 0,-1-7-8 15,6 2-4-15,1-3-4 0,3-4 12 0,2 1-14 16,0-4-10-16,1-2-3 0,1-1-3 0,-4 1-12 15,4-5-7-15,-4 2 1 0,-1-1-6 0,1-2 0 16,-5-2 2-16,1 0 5 0,-1-3-8 0,-3 0-4 16,-2 0 10-16,1-2-15 0,-5 1 2 0,-2-5-3 15,-2 2 1-15,-2 1 5 0,0 0 0 0,-2 1 5 16,-1 5 1-16,-1 0 4 0,2 4 4 0,0 0 7 16,4 6-3-16,-11-4-3 0,11 4 5 0,-17 8 7 15,10 3 11-15,-5 2-2 0,1 3 14 0,3 2-21 0,-1 0-2 16,1 6-2-16,5-4-5 0,1-1 7 15,2-2-16-15,4 2-12 0,2-2-25 0,3-1-37 16,2 2-36-16,0-5-45 0,3 0-62 0,4-5-49 16,0 2-288-16,0-4-593 0,0 0 263 0</inkml:trace>
  <inkml:trace contextRef="#ctx0" brushRef="#br0" timeOffset="-80139.61">17142 8293 237 0,'-2'-10'224'16,"-1"-1"6"-16,1 2 2 0,2 1-9 0,0 8-17 15,-1-13-5-15,-1 6-13 0,2 7-16 0,0-9-22 16,0 9-6-16,0 0-24 0,0 0-17 0,0 0-12 16,0 0-8-16,0 0-1 0,0 0 5 0,10 28 3 15,-6-9-2-15,-1 8-6 0,-2-2-1 0,-1 5-2 16,1 1-4-16,1 1-14 0,0-1-2 0,1 1-4 15,-1-1-6-15,1-1 1 0,-1-2-8 0,0 1-2 16,3-3-3-16,-7 3-6 0,4-2-1 0,-1-8-2 16,-1-1-23-16,2-1-12 0,-2-1-18 0,2-3-13 0,-2-3-15 15,0 0-12-15,0-1-19 0,0-1-15 16,0-8-21-16,-3 12-23 0,2-6-34 0,1-6-18 16,-6 7-18-16,6-7-16 0,-7 3-156 0,7-3-417 15,0 0 186-15</inkml:trace>
  <inkml:trace contextRef="#ctx0" brushRef="#br0" timeOffset="-79755.38">16994 8537 30 0,'0'0'166'0,"-4"-9"-25"16,4 9-14-16,-2-7-10 0,2 7-2 16,0 0-7-16,0 0-6 0,9-6 1 0,-9 6 0 0,20 0-4 15,-7 0-1-15,7-3-11 0,6 5-7 0,2 1-1 16,2-1-10-16,-2-2-7 0,0 3-3 0,-2 2-6 15,-6-1-4-15,-4 0-8 0,-2-1-4 0,-1 1-3 16,-3-1-3-16,2 1-3 0,-3 1 3 0,-1 1 6 16,-5-2 8-16,4 0-2 0,-2 1 0 0,-1-1 0 15,-4-4 1-15,7 7-9 0,-4-4 0 0,-3-3-2 16,5 6-2-16,-5-6-5 0,6 7-1 0,-6-7-3 16,5 3 2-16,-5-3-5 0,0 0 0 0,9 3-2 15,-9-3 0-15,0 0-3 0,14-6 1 0,-9 3-4 16,-5 3 8-16,12-11-8 0,-4 4 6 0,-2-1 0 15,-1-2 4-15,-1-1 1 0,-1-1 3 0,-1 0-1 16,-1 0-3-16,-1-5-2 0,-2 2 16 0,-1 1-8 16,-2 3 0-16,-4-4-10 0,3 5 0 0,-2 1-3 15,0 1 1-15,0 0-6 0,1 4 1 0,1 2-6 16,-3 1-5-16,9 1-12 0,-18 3-7 0,8 1-27 16,-2 4-24-16,1 2-33 0,0 3-42 0,3-5-44 15,1 9-215-15,3-3-438 0,1-1 194 0</inkml:trace>
  <inkml:trace contextRef="#ctx0" brushRef="#br0" timeOffset="-79346.13">17950 8263 80 0,'0'-6'246'0,"0"6"-23"0,1-10-31 0,-1 10-12 16,0 0-19-16,0 0-7 0,0 0-5 0,0 0 3 15,8 26-9-15,-7-7-5 0,1 9-8 0,-1 3-9 0,0 0-9 16,2 3-14-16,-2 1-4 0,-1-2-16 16,1 2-5-16,3-3-4 0,-4 3-8 0,1-2-5 15,3-2-6-15,-3-2-22 0,1-4-23 0,-2 0-23 16,1-7-32-16,0 0-37 0,-1-6-38 0,2-1-39 0,-1-2-40 15,-1-1-154-15,0-8-388 0,-3 7 173 16</inkml:trace>
  <inkml:trace contextRef="#ctx0" brushRef="#br0" timeOffset="-78853.59">17944 8519 36 0,'2'-6'135'16,"2"0"-9"-16,1 0-18 0,0-2-15 0,3-1-5 0,1 2 0 15,1-7-8-15,0 5-6 0,0 1-4 0,2-2 7 16,-2 2-11-16,2 1 5 0,-2-1 0 0,-1 1 4 16,-1 0-1-16,-2 1 10 0,-1 0-4 15,-1 0-11-15,1-1-3 0,-1 1-12 0,1-1-4 0,-3 4-1 16,-2 3 5-16,6-11 3 0,-6 11-7 0,2-5-10 16,-2 5-2-16,4-6-6 0,-4 6-4 0,0 0-5 15,0 0-11-15,0 0 5 0,0 0 6 0,-6 32-5 16,2-14 10-16,-5 6-9 0,3 4 0 0,-1 1-5 15,3-3 0-15,-1 0 0 0,1 1-1 0,-1-8-4 16,4-1 2-16,0-1 0 0,1 2-2 0,-1-3-2 16,2-6 2-16,-1 1 0 0,0 0-1 0,1-4 0 15,3 2-1-15,-3-2-6 0,2-2 9 0,0 0-5 16,-3-5 1-16,7 9 3 0,-2-4-3 0,0-3 4 16,3 0-1-16,2 1 5 0,0-5-4 0,4 2-1 15,-1-1-3-15,6-2 5 0,0-1-1 0,2-2-5 16,0 0 1-16,5-3-1 0,-2 0 2 0,-4 2 0 15,-1-3 1-15,-3 2-2 0,2-2 2 0,-1 1-2 16,-2-3 0-16,-5 6-2 0,-1-4 1 0,-1 1 12 16,0 0 0-16,-4-1-4 0,-4 0 7 0,0-1-3 15,0 1 1-15,0 10 5 0,-3-15 0 0,-1 11-5 16,-1-1-3-16,5 5 0 0,-13-5 5 0,13 5-11 0,-15 6 0 16,4 0-5-16,-1 6 1 0,-1-1 0 15,0 6 1-15,-1 5-18 0,-1 1-21 0,7-6-46 0,2 0-48 16,2 2-47-16,0 0-66 0,7-3-121 0,-1-4-391 15,3-1 174-15</inkml:trace>
  <inkml:trace contextRef="#ctx0" brushRef="#br0" timeOffset="-78296.34">18906 8382 2337 0,'0'-19'-14'0,"0"1"67"0,-1 0 9 0,1 8-11 0,0-1-14 16,0 6-14-16,0 5-10 0,1-10-2 0,-1 10-8 16,0 0 7-16,0 0 7 0,9 16 7 0,-3 4 8 15,2 6 6-15,0 7-2 0,2 0-2 0,1 2-3 16,-3-5-2-16,1 4-4 0,-1-4 2 0,1 0-6 16,-4-2 1-16,0-3-1 0,-1-9 0 0,0 4-5 15,-3-5 1-15,0-2-1 0,0-4 3 0,1 0-5 16,-2-3 0-16,0-6-2 0,0 12 4 0,0-12 2 15,0 5-2-15,0-5-2 0,0 0 0 0,0 0-2 16,0 0 0-16,0 0 0 0,0 0-1 0,0 0-6 16,-8-27 3-16,9 17-9 0,2-3-4 0,1-2 2 15,4 0-1-15,2 0 0 0,0-1-1 0,1 2-1 16,-2 6 1-16,2 0-3 0,2 3 8 0,-1 1 2 16,1 2 0-16,0 1-2 0,-1 1 2 0,2 3-4 15,-2-2 2-15,2 4 0 0,3 3 1 0,-1-2 0 0,0-1 2 16,0-1-4-16,-3 3 4 0,5-2-2 15,-5-3 4-15,4 1-1 0,-4 0 1 0,5-5-1 16,-4 1 1-16,0-2-2 0,-2 1 3 0,-1-3-1 16,1 1 2-16,-2-3-3 0,-2 2 4 0,1-2 0 0,-3-1-3 15,-1-1 1-15,-2-2-2 0,-1 3-1 16,1-1 8-16,-2-2 0 0,-1-3 8 0,-1 4-8 16,0 1 1-16,-1-2-4 0,1 5 4 0,1 6 2 15,-3-15-4-15,1 11-6 0,2 4-3 0,0 0-5 0,0 0 7 16,0 0-2-16,0 0 4 0,-10 22-5 0,8-8 0 15,-3-3-3-15,3 5 1 0,0 2 4 16,1 0 1-16,1 0 0 0,1 0-6 0,2 0-14 16,3-2-19-16,-3-3-23 0,1 4-34 0,1-3-45 0,1-4-62 15,3-1-57-15,-4 1-174 0,-1-5-466 0,-4-5 207 16</inkml:trace>
  <inkml:trace contextRef="#ctx0" brushRef="#br0" timeOffset="-78133.84">19306 8338 23 0,'0'0'137'0,"-13"4"-23"0,13-4-42 16,-5 9-24-16,8 1-43 0,-1 2-72 0,5-2-72 15,4 4 32-15</inkml:trace>
  <inkml:trace contextRef="#ctx0" brushRef="#br0" timeOffset="-77741.33">19651 8443 137 0,'-6'-5'243'0,"-2"0"-10"0,-1 1-8 15,4 0-9-15,5 4-15 0,-9-4-20 0,9 4-18 16,-6-3-14-16,6 3-13 0,0 0-15 0,-12 10-10 15,10-5-12-15,-2 5 0 0,0-1-20 0,1 0-3 16,1 3-6-16,2-2-7 0,-2 0-6 0,0 0-6 16,3 1-8-16,0-1 1 0,3-1-3 0,0 1-5 15,0-2-6-15,0 1-3 0,0-4-8 0,2 1-8 16,-2-2-7-16,2-1 3 0,1 0-2 0,-7-3-1 16,10 3-1-16,-10-3 5 0,13 0-7 0,-7 0 1 15,-6 0-1-15,9 0 2 0,-9 0-1 0,0 0 2 16,14-2-2-16,-14 2-2 0,0 0 0 0,8 4-7 0,-8-4-1 15,5 3 0-15,-5-3 3 0,5 8 0 0,-1 1-2 16,-2 4 9-16,1 3 7 0,-3 1 7 16,0 9 5-16,-3 2 10 0,-2 1 6 0,0 0-1 15,-1-2-3-15,-2 0 0 0,-1 1-3 0,0-2-2 0,0-1-1 16,0 0 0-16,-2-3-1 0,-1 1-8 0,3-7-20 16,-1 0-22-16,2-2-25 0,3-3-27 0,0 0-40 15,-2-4-47-15,2 1-34 0,1-4-57 16,-3-3-156-16,7-1-445 0,0 0 197 0</inkml:trace>
  <inkml:trace contextRef="#ctx0" brushRef="#br0" timeOffset="-77398.97">19905 8322 24 0,'7'-8'220'0,"-3"1"-18"16,-2 4-24-16,-2 3 5 0,0 0 12 0,7 16-4 15,-9-1-3-15,4 1-7 0,-4 13-7 0,1 1-4 16,-2 1-15-16,1 1-6 0,1-4-14 0,-1-1-10 16,2 1-13-16,-1-9-8 0,2-1-9 0,-1-2 2 15,2-3-23-15,-1-2-5 0,0-2-2 0,-1-2-12 16,1 0-4-16,-1-7-2 0,2 8-1 0,-2-8-1 16,1 7-2-16,-1-7 4 0,0 0 7 0,0 0-14 15,0 0-8-15,0 0-3 0,22-20 6 0,-15 10-13 16,5-4-9-16,1-3-3 0,-1 3-2 0,1-1-5 15,0 1 5-15,-1 2-7 0,-2 4 1 0,-3 0-2 16,2 1-7-16,-2 3 1 0,0 3 0 0,-7 1 1 16,12 2-1-16,-7 4-1 0,2 2 6 0,-4 2-6 15,5 4-22-15,-6 5-26 0,-2-2-27 0,2 3-36 16,-2 6-48-16,1-7-51 0,-1 5-74 0,-1-5-169 16,-1 1-495-16,0-2 219 0</inkml:trace>
  <inkml:trace contextRef="#ctx0" brushRef="#br0" timeOffset="-77013.94">20635 8250 1956 0,'10'-25'47'0,"0"0"23"16,-3 7-19-16,-3 0-2 0,0 3 25 0,-3 4-1 15,2 1-9-15,-3 0-4 0,-2 3-1 0,2 7 11 16,-2-14 12-16,-1 8-1 0,3 6-6 0,-2-10-10 0,2 10-6 16,-6-2-4-16,6 2-7 0,0 0 5 15,-19 27 6-15,8-1-2 0,-4 2-1 0,2 5-2 16,-5 9-4-16,4 6-3 0,0-2-1 0,2 5 0 15,1-2 0-15,-1-3-3 0,4 1-1 0,2 1-2 0,0-15-5 16,1 3 1-16,1-4-15 0,1 1 17 16,1-2-8-16,-1-3-8 0,3-1-5 0,0-3 9 15,0-6-28-15,-1 0-18 0,0-1-27 0,1-5-22 16,0 0-22-16,1-2-26 0,-4 0-36 0,2-3-24 0,1-7-40 16,-1 9-43-16,1-9-199 0,0 0-496 0,-9 0 220 15</inkml:trace>
  <inkml:trace contextRef="#ctx0" brushRef="#br0" timeOffset="-76712.19">20487 8482 72 0,'13'-1'143'0,"-2"-1"4"0,3 2-10 0,0 3-10 15,5 1-2-15,-3 3 6 0,-1 1-5 0,0 1-14 16,-2 2 0-16,1 3-7 0,-2-2-6 0,-1 1-11 15,-2 0-7-15,-4-2-3 0,1 0-11 16,-1 0-2-16,1-2-11 0,-2 1-1 0,-2-3-2 0,0 0-2 16,-2-7 7-16,2 8 14 0,-2-8 3 0,3 7 5 15,-3-7-1-15,0 0-5 0,0 0-6 0,0 0-7 16,0 0-6-16,0 0-2 0,0 0-6 0,0 0-4 16,0 0-6-16,-7-27 2 0,11 14-7 0,0-1-5 15,0-3-10-15,2 1-12 0,7-9-3 0,-3 8-8 16,8-2-15-16,-4 5-16 0,7-4-20 0,-5 7-25 15,1-1-42-15,7-3-33 0,-7 8-46 0,2 1-163 16,0 2-398-16,-6 1 176 0</inkml:trace>
  <inkml:trace contextRef="#ctx0" brushRef="#br0" timeOffset="-76176.24">20934 8677 211 0,'0'0'214'0,"0"0"-14"0,0 0-9 15,0 0-17-15,0 0-6 0,12-16-14 0,-8 11-14 16,-1-4-10-16,5 3-9 0,0-3-12 0,1-1-10 16,0-2-9-16,1-1-8 0,1-2-3 0,1 1-5 15,-2-1-7-15,-1-2-2 0,-3 0-8 0,3 1-1 16,-1-9-7-16,-5 11 3 0,-2 2-5 0,-1 0-1 16,-1 1-6-16,-2 3 3 0,-1-3-5 0,0 5-9 0,-1 1 0 15,5 5-3-15,-9-7-2 0,2 5-3 16,-1 2-5-16,8 0 3 0,-23 13 0 0,8 0 2 15,1 3 2-15,-3 4 2 0,0 1-4 0,2-1 3 16,2 4-3-16,4-6 13 0,2 0-19 0,0 0 3 0,5 0-4 16,0-3 6-16,2 3-9 0,4-1 1 15,0-6-1-15,9 0 0 0,-6 1 0 0,5-6-2 16,3 2 3-16,2 0 0 0,2-4-7 0,-2 0 1 16,5-2 0-16,-1-2-4 0,1 0-9 0,-2-4-1 0,0 0 2 15,0-3-5-15,-2 3 1 0,0-4 3 16,-4-1-1-16,0-2-3 0,-1 2 6 0,-1-3 0 0,-1 0 0 15,-2-2 3-15,-2 0-1 0,-2 3-3 16,-1 2 1-16,-1-1 5 0,-2 3-6 0,0-3 4 0,-1 10-1 16,0-11 3-16,0 11-1 0,3-7 1 0,-3 7-7 15,0 0 5-15,0 0 3 0,0 0 4 0,0 0 7 16,0 0 7-16,-13 24 7 0,8-7 2 0,0 0-3 16,0 1 2-16,0 7 6 0,-4 2 0 0,1-1-2 15,4-1 6-15,-1 0-6 0,3 2 0 0,-2-2 0 16,-2 0-1-16,4-6 5 0,-3 0-10 0,1 8 1 15,2-11-2-15,-1 3-1 0,2-4-6 0,-3 1-17 16,3 0-11-16,-1-5-39 0,4 0-21 0,-4 1-29 16,0-2-31-16,2 0-50 0,-2-3-33 0,2-7-55 15,-3 10-186-15,3-10-492 0,0 0 218 0</inkml:trace>
  <inkml:trace contextRef="#ctx0" brushRef="#br0" timeOffset="-75985.01">21424 8687 301 0,'1'-6'298'0,"-1"6"-7"0,4-10-5 15,-3 6-11-15,-1 4-8 0,0 0-3 0,3-11-39 16,-3 11-25-16,0 0-17 0,2-6-20 0,-2 6-21 16,0 0-33-16,0 0-43 0,0 0-28 0,0 0-30 0,0 0-40 15,0 0-44-15,0 0-52 0,0 0-61 16,0 0-63-16,10 14-155 0,-10-14-440 0,0 0 195 15</inkml:trace>
  <inkml:trace contextRef="#ctx0" brushRef="#br0" timeOffset="-72541.19">14148 9578 102 0,'0'-10'217'0,"0"0"-14"0,0 10-9 0,-5-16-18 0,-1 9-10 15,2 0-12-15,-5 1-2 0,2-1 4 0,0 0-12 16,-4 2-15-16,-1 1-7 0,3-2-3 15,-1 7-17-15,-2-2-8 0,-1 4-8 0,4 1-7 16,-7 2-7-16,1 3-4 0,-1 3-6 0,2 2-3 0,-2 6-1 16,3-4-6-16,1 0-5 0,-1 9-7 0,2-3-2 15,-2 0-6-15,6-2-1 0,3 1 0 16,1-6-8-16,-1 3 1 0,4 0-4 0,0-3 2 16,4-1-8-16,3-5 1 0,4 5 2 0,3-3-1 0,1-5-2 15,4-2-1-15,0 1-2 0,8-1-8 0,2-3-8 16,-8-2 0-16,6 0-13 0,0-5-4 0,2 2-2 15,-9-2-3-15,2 1-3 0,-1-1 2 16,-2-1-1-16,-2-2 2 0,3 0 3 0,-5-1-3 0,-2-2 2 16,0 0 2-16,-1 0 1 0,-4-1 5 0,-3 1-3 15,3-4 3-15,-3-1 4 0,1 2-3 0,-1-2 4 16,-3-2 0-16,3-5 4 0,-5 6 1 0,0 1 2 16,2 2 13-16,0 3 1 0,-2 3 8 0,0 2 0 15,0 7 5-15,0-13-11 0,0 13-2 0,3-7-6 16,-3 7 2-16,0 0-2 0,0 0 11 0,0 0 2 15,6 25 5-15,-6-9-4 0,0 1-1 0,0 1 4 16,2 0-5-16,-2-2-2 0,2 3-1 0,3-2-1 16,-3-1 3-16,1-5-6 0,3 4 3 0,-1-4-2 15,-1-3 1-15,3 2-1 0,-1-1 5 0,2-2-6 16,0 0 2-16,-3-3-2 0,2-1-3 0,0-2-1 16,2 1 2-16,-1-3-1 0,-8 1-3 0,17 0 2 15,-11-4-5-15,2 2-2 0,-1-4 3 0,2-1-2 16,-2-1 1-16,-2-1 2 0,1 0 1 0,2-6-4 15,-4 3 1-15,0-3-2 0,0-2-1 0,-1-1 2 16,-1 1 2-16,-2-2-1 0,0 4 1 0,0 0-1 16,0 4-2-16,0-1-1 0,0 3 2 0,3 0-1 15,-3 9-1-15,-3-11 1 0,3 11-1 0,0 0-3 16,0 0 2-16,0 0-3 0,0 0 5 0,0 0 5 16,0 0 2-16,-5 34 3 0,4-18 6 0,-1 1-2 0,1 1 1 15,1-1-3-15,-1 1 2 0,2-1-1 16,2-1-1-16,-1-1-1 0,2-4 1 0,3 4 0 15,0-6-1-15,-1 2-2 0,1-3 0 0,2-2-2 16,3 1 13-16,0-2-13 0,1-2 2 0,4 0 5 0,-1-2-5 16,-1-3-3-16,1 0 4 0,0-1 7 0,-3-1-7 15,-1 1-7-15,1 0 3 0,0-3-1 16,-2-1-4-16,-1-1-3 0,-1-1 1 0,-4 1-3 16,1-2-2-16,-2 1-3 0,0-3 0 0,-1-4 1 0,-3 1 1 15,0-1 1-15,-3 0 5 0,-3-4-9 0,-1 4 2 16,1-3-1-16,-3 3 6 0,0 0-2 0,0-1 3 15,3 7-7-15,-4 0 7 0,3 3-2 0,1-2 0 16,2 4 5-16,-4 2-3 0,3-1-1 0,5 4-1 16,-10-3 0-16,10 3 3 0,0 0-3 0,0 0 3 15,0 0-2-15,0 0 1 0,0 0 4 0,0 0-1 16,0 0 3-16,20 19 2 0,-9-17-4 0,-2 2 0 16,3-2 0-16,0 2 3 0,-2-1-2 0,3 1-1 15,-4 0-5-15,2 0 4 0,-3 3-1 0,0 0 3 16,-2 1 0-16,-1 2 0 0,3-2 2 0,-6 2 4 15,2 1-3-15,1 1 9 0,-3-1 3 0,0 1 3 16,-2-1-4-16,2 0-1 0,1 2 1 0,-1-3-1 16,0 0-2-16,3 2-2 0,-3-5 1 0,2 3-1 15,0-1 1-15,-1-3-3 0,6 2-1 0,0-2 2 16,-3-2 1-16,1-1 1 0,-1 1-3 0,2-2 0 16,-1-2 0-16,4 0 1 0,-1 0-4 0,1-2-1 15,-1-2-6-15,-3 2-4 0,-3-3-4 0,5-1 6 16,-4-2-4-16,1 0 0 0,-1 0-2 0,0-1-2 15,-2-3-1-15,1 1-4 0,0-5 0 0,-4 4 2 16,3-4 3-16,0 5 3 0,0 0 0 0,-3 0 0 0,5 1-1 16,-1 0-1-16,3 1-1 0,-2 3-2 15,1-2-1-15,2 2 0 0,-1 4 6 0,0-1-2 16,2 2 1-16,0 2-1 0,3 1 2 0,-5 3 0 16,-1 0 1-16,0 4 1 0,-2 1 4 0,1 0 0 15,1 6 1-15,-3-1 3 0,-2-4 0 0,1 1 2 16,1-1-2-16,0 0 3 0,-1 1-3 0,1-2 3 15,2-1-4-15,0-3 2 0,3 3-2 0,-1-2 5 16,2-2-2-16,0-1 2 0,2-2-4 0,3 1 3 0,-3-3 0 16,2-1 5-16,6-2-1 0,-2-2-4 0,-5 0 2 15,0 1 0-15,1-1 4 0,-2-2 1 0,-2 1 1 16,1-3-3-16,-2-1-1 0,1-3 1 16,-4 3-2-16,-2-3 2 0,3-3 2 0,-5 1-4 0,-2 4-5 15,0-2 7-15,-4 2 9 0,4 3-3 0,-3-2 3 16,-4 3 2-16,4-2-4 0,-1 5-3 0,-3 2-2 15,8 2-1-15,-16 1 0 0,9 4 0 0,-5 0-5 16,3 3 2-16,2 1-2 0,-2 1-11 16,2 4-21-16,1-2-24 0,-1 2-33 0,3-2-41 0,1 4-44 15,2-6-37-15,2 2-34 0,0-4-138 0,-1-8-410 16,7 18 181-16</inkml:trace>
  <inkml:trace contextRef="#ctx0" brushRef="#br0" timeOffset="-71886.5">15429 9674 125 0,'2'-6'188'0,"0"-1"7"15,0-1-20-15,1-3-11 0,-1 1-3 0,-1-3-3 16,1 1-2-16,-1-1-10 0,5-3-17 0,-1 1-9 16,3-1-7-16,0 2-4 0,3-1-11 0,2 0-4 15,1 4-6-15,0 3-1 0,4-1-3 0,-3 2-8 16,2 2-6-16,-4 2-8 0,1 4-8 0,-1 1-3 16,-1 2-9-16,1 2 0 0,-3 2-7 0,4 2-3 15,-6 5 2-15,0-3-8 0,-2-1-1 0,-1 1-1 16,2 2-4-16,-4-2-2 0,1-2-1 0,0-1-3 15,-1-1 1-15,-1 1 0 0,3-3-5 0,-2-2 3 16,3 0-1-16,1-2-7 0,-1 0-7 0,-6-2-10 16,18-3-3-16,-5 0 2 0,-3-3-2 0,1 0 3 15,-2-1 4-15,-1-3-2 0,2 1 6 0,2-4-6 16,-6 3 5-16,2-5 0 0,-1-1-1 0,-3 1 2 16,1-2 2-16,-2 0-1 0,1-1 5 0,-1-1-1 15,-2 0 3-15,1-8 3 0,-3 8 8 0,2-4 2 16,-1 5-1-16,2-2 3 0,1 2 5 0,0 0 1 15,-2 3 10-15,0 4 6 0,2 1 5 0,-3 10-5 16,3-14 0-16,-3 14-6 0,1-10-4 0,-1 10-7 16,0 0-2-16,0 0 9 0,0 0 7 0,0 0 1 15,6 36 1-15,-6-10 2 0,0 2-3 0,-5-1-2 16,3 2 5-16,-2 0 12 0,0 1-12 0,1-1-2 16,-2-3-1-16,0 0-6 0,4-5-3 0,0-4-4 15,1 2-2-15,4-8 0 0,-2 1-7 0,1 0 5 16,3-2-1-16,-2-2-2 0,3-1-3 0,3 1 5 0,1-3 0 15,-2-3-6-15,2 0-3 0,3-2 5 16,-14 0-8-16,28-3 6 0,-15-1-4 0,0-1-4 16,-1-2 5-16,-2 0-1 0,1-1-10 0,-2-1 3 15,0-1 6-15,1-1-11 0,-3-1 3 0,-3 0-2 16,-3 1-6-16,0-2 7 0,-1 13-1 0,-2-20-1 16,0 10 1-16,2 10 0 0,-2-14 0 0,2 14 0 0,-4-8-4 15,3 2-3-15,1 6-5 0,0 0 19 16,0 0-18-16,0 0 8 0,0 0-8 0,-10 19 2 15,6-9 3-15,-3 5 2 0,5-2 0 0,-3 1-1 0,2 1 2 16,-3 2 0-16,4-5-2 0,0 5 4 0,1-1 1 16,-1-5 3-16,1 1-3 0,1-1-5 15,0 1-5-15,1-2-15 0,-1-1-22 0,2 1-18 0,-2-2-20 16,0-8-28-16,0 14-26 0,0-14-34 0,-6 10-57 16,6-10-24-16,-6 8-48 0,6-8-160 0,-10 4-501 15,10-4 221-15</inkml:trace>
  <inkml:trace contextRef="#ctx0" brushRef="#br0" timeOffset="-71731.91">15754 9442 126 0,'3'-6'161'0,"-3"6"-10"0,13-5-16 15,-5 3-20-15,3-1-11 0,-11 3-32 0,29-3-48 16,-11 2-61-16,0-1-106 0,-4 2-152 0,0 0 67 15</inkml:trace>
  <inkml:trace contextRef="#ctx0" brushRef="#br0" timeOffset="-71580.19">16283 9601 173 0,'6'3'246'15,"-6"-3"-9"-15,0 0-10 0,0 0-24 0,7 3-16 16,-7-3-16-16,0 0-20 0,0 0-27 0,0 0-30 15,0 0-32-15,0 0-52 0,8 0-53 0,-8 0-64 16,0 0-183-16,0 0-313 0,0 0 139 0</inkml:trace>
  <inkml:trace contextRef="#ctx0" brushRef="#br0" timeOffset="-71165.51">15851 9412 105 0,'21'-5'122'16,"9"-2"-10"-16,-1 0-21 0,4 4-15 0,-1-5-22 0,1 4-34 15,-3 0-22-15,0-2-33 0,-2 3-56 16,-7-1-98-16,-1 1 43 0</inkml:trace>
  <inkml:trace contextRef="#ctx0" brushRef="#br0" timeOffset="-62702.99">26996 5360 23 0,'0'0'47'0,"0"0"-1"0,-7-5-8 0,7 5-7 16,0 0 6-16,-5-5-5 0,5 5-2 0,0 0 1 15,-6-8-5-15,6 8-2 0,0 0 2 0,-7-5 0 16,7 5 7-16,-6-3-3 0,6 3 4 0,-8-3 3 16,8 3 8-16,0 0 7 0,-9-3 1 0,9 3-1 15,0 0 12-15,0 0 0 0,0 0 1 0,0 0 0 16,-6-3-4-16,6 3-3 0,0 0-2 0,0 0-10 15,0 0-17-15,19-4-20 0,0 6-30 16,10-4-44-16,7 2-33 0,4 0-83 0,19-4-197 0,-3 1 87 16</inkml:trace>
  <inkml:trace contextRef="#ctx0" brushRef="#br0" timeOffset="-61765.98">26993 5350 6 0,'-2'-7'81'15,"2"7"-4"-15,0 0-11 0,0 0-4 0,0-11 0 16,0 11-3-16,0 0-2 0,2-9-4 0,-2 9 4 16,0 0-5-16,5-9 5 0,-5 9-5 0,3-7-13 0,-3 7 6 15,0 0-15-15,6-7 4 0,-2 3-8 16,-4 4 2-16,4-5-6 0,-4 5-2 0,5-5 12 16,-5 5-5-16,10-5-2 0,-10 5-3 0,4-7-9 0,-4 7 1 15,4-6-2-15,-4 6 6 0,7-4-7 16,-7 4 7-16,7-7-5 0,-7 7 12 0,5-3-6 15,-5 3-1-15,0 0 0 0,4-5-2 0,-4 5 7 0,0 0-5 16,0 0-2-16,0 0-4 0,5-6 1 16,-5 6 0-16,0 0-6 0,0 0 3 0,0 0-6 15,0 0 2-15,0 0 2 0,0 0-3 0,0 0-6 16,0 0 0-16,0 0 9 0,0 0 0 0,0 0-5 0,0 0 1 16,0 0-3-16,0 0 3 0,0 0 2 0,0 0-8 15,0 0 2-15,0 0 1 0,0 0-3 0,0 0 0 16,0 0 1-16,0 0 3 0,0 0 1 0,0 0 1 15,0 0-15-15,0 0 10 0,0 0-3 0,0 0 3 16,0 0 10-16,0 0-10 0,0 0 0 0,0 0 2 16,0 0-3-16,0 0 9 0,0 0-9 15,8-1 0-15,-8 1-1 0,16 3 8 0,2-1-8 0,4 0 0 16,8-1-11-16,3 1-20 0,5-1-14 0,0 0-18 16,3-1-31-16,14 5-101 0,-16-3-214 15,1 0 95-15</inkml:trace>
  <inkml:trace contextRef="#ctx0" brushRef="#br0" timeOffset="-61187.38">27002 5319 36 0,'0'0'32'16,"-26"-7"-1"-16,26 7 4 0,0 0-4 0,0 0 9 15,-11 0-3-15,11 0 2 0,0 0 3 0,-10-1-1 16,10 1 0-16,0 0 1 0,0 0 0 0,0 0 6 15,0 0-8-15,0 0-1 0,0 0 3 0,0 0-16 16,0 0 3-16,38-5-19 0,-7 3-18 0,4 0-16 16,1-2-17-16,4 2-68 0,14 4-117 0,-2-5 52 15</inkml:trace>
  <inkml:trace contextRef="#ctx0" brushRef="#br0" timeOffset="-23286.73">30247 6366 71 0,'-2'-11'123'0,"0"5"5"15,2 6-9-15,-3-7-11 0,3 7 1 0,0 0-10 16,-2-8-9-16,2 8-12 0,0 0-12 0,0 0-4 16,-9-3-6-16,9 3 3 0,-13 9 0 0,4-3 9 0,-6 7-6 15,-2 0 0-15,1 0-9 0,-4 4-3 0,-1-1-7 16,8 0 1-16,-2-4-7 0,3 2-2 15,2-4-5-15,3-1-1 0,2-2-4 0,0-3 2 16,1 1 4-16,-1 0 5 0,5-5 5 0,-5 6-2 0,5-6 0 16,0 0 2-16,0 0-4 0,0 0 0 0,0 0 0 15,17 3-5-15,-17-3-2 0,20-13-2 16,-10 6-2-16,1-1-7 0,3-5 3 0,-2-1-1 16,0-2 1-16,2-1-4 0,-4 2-5 0,-2-5 0 15,3 4 3-15,-4-1-1 0,-1-2-2 0,-1 3 1 0,0-2 2 16,-2 1-3-16,-2 1 0 0,0 4-3 0,-2 3 0 15,0 1-2-15,-2-2 0 0,3 10-3 0,-7-9 2 16,0 7-4-16,-2 2 3 0,-6 2-5 16,-5 4 5-16,-9 5-4 0,0 1 2 0,-4 3 0 0,0 0 1 15,2 0-1-15,4 0-1 0,4 1-1 0,4-4 0 16,5-4 3-16,1 3 0 0,4-3-1 0,3-1 2 16,1 0 5-16,1-1 1 0,1-2 0 15,3-4-1-15,0 0 4 0,8 12 0 0,2-9-6 16,2 1-2-16,4-4 0 0,5 0-2 0,8-1-2 0,-1-2 0 15,0-2-1-15,-1-3-4 0,0-1-1 0,1-1-2 16,-7 1 1-16,2-6 0 0,1 0 1 0,-7 2-2 16,2-6 2-16,-4-2 1 0,2 0-4 0,-7 5 2 15,0-1 1-15,3-8 0 0,-8 5 2 0,0 2-1 16,-1 1-1-16,-3 1 3 0,2 4-2 0,-2 1 1 16,-2 3 4-16,1 8-5 0,-4-14 0 0,1 10-1 15,3 4-4-15,-11-4 5 0,-2 4-3 0,-2 7 1 16,-6 2 3-16,-5 6 3 0,-4 3 2 0,2 4 2 15,2-1 8-15,1-1-8 0,3-1-2 0,4-1 1 16,5-4-5-16,4 1 8 0,3-4-2 0,1-1-3 16,4 2 9-16,1-2 1 0,2 0 3 0,3 2-4 15,3-5 2-15,0 3-2 0,2-4-1 0,4-1 0 16,5-1 3-16,-2-1-3 0,2-2 0 0,-1-2 3 16,2-2-5-16,-1-3-1 0,-2 0-2 0,0-3 0 15,-3-1-1-15,0-3-1 0,-1-2-4 0,-2 0-1 16,-1-1 4-16,2-10-1 0,-6 6-7 0,-3-6 4 15,-1 1-3-15,0 0-5 0,-2 0 1 0,0 4-2 16,-3 3 0-16,1 3 5 0,-1 2 1 0,0 4-3 16,1 1 0-16,1 3-1 0,1 5 2 0,-9-5-1 15,-3 6-4-15,1 4 4 0,-7 8 11 0,-5 5-11 16,-4 3 5-16,0 4 1 0,-10 10-3 0,13-11 5 16,5 1-1-16,4-2-3 0,3-1 0 0,7-3 4 15,5-2 7-15,1 2 3 0,3-2 0 0,6 0 0 16,-1-2 1-16,4-1 0 0,8 1 1 0,2 1-1 15,3-5-1-15,-8-3-2 0,9-1-1 0,-6-3 2 16,1-2 0-16,5-4-2 0,-5 1 2 0,-2-3-5 0,-1-2 0 16,2-1 3-16,-3-2 0 0,-6-4-4 15,2 0 0-15,-2-3-2 0,1-7 2 0,-2-2-3 16,-3 2-1-16,1-4-9 0,-6-1-5 0,0-1 3 16,-5 0-3-16,1 5 1 0,-1-3 4 0,-2 10 0 15,0 1-1-15,1 6 4 0,-1 2-5 0,2 2 9 0,2 6-8 16,-6-3-1-16,6 3 2 0,-26 14 4 15,4 5 3-15,-4 7 6 0,-10 7 1 0,4 5-2 16,2-2 3-16,8-6 1 0,4-2-1 0,4-2-2 16,4-1 1-16,3 0-3 0,5-1 0 0,2-3 0 0,5-6 1 15,4 3-15-15,0-2 2 0,10 3 5 16,-1-7 1-16,5 0-2 0,-4-5 3 0,8-1 1 16,-7-3 2-16,3-3 1 0,0-2-1 0,-4-2 5 15,1-2-5-15,-1-3 0 0,-2-2 2 0,0-2-4 16,0-4 0-16,1-6 4 0,-7 0-2 0,-3 5 0 0,-3-8 0 15,-1 0 9-15,-4-2-11 0,-1 9 1 16,-2 2-2-16,-5 1 0 0,2 0 1 0,-3 6-1 16,-1 2-4-16,-9 3-7 0,-3 2-12 0,-6 6-20 15,-9 1-29-15,1 7-46 0,-13 3-36 0,1 5-57 16,-7 1-144-16,6 1-388 0,-6-4 173 0</inkml:trace>
  <inkml:trace contextRef="#ctx0" brushRef="#br0" timeOffset="-22505.38">27844 6102 117 0,'0'0'168'0,"0"-9"-1"0,0 9-10 0,0 0-1 16,0-11-7-16,0 11-5 0,1-8-7 0,-1 8-9 15,0 0-13-15,0 0-16 0,0 0-6 0,2-8-13 16,-2 8-5-16,0 0-13 0,0 0-4 0,0 0-10 16,0 0 2-16,0 0 2 0,0 0 14 0,0 27-2 15,-2-12 3-15,0 1 1 0,-3 4-6 0,1 8 4 16,-1-1 5-16,0 1-7 0,-3 0 23 0,0-1-12 16,2 1 3-16,2-3-8 0,-6 1-4 0,4-2-5 15,-1 1 3-15,3 0-6 0,0-9-2 0,2 1-2 16,-4 1-4-16,4-2 1 0,0-1 0 0,-2-1 1 15,1-4-9-15,1 1-4 0,0 0-8 0,1-4 2 16,0 4-2-16,-1-3-6 0,2-1 6 0,0-7-11 16,-3 10-3-16,3-10 2 0,0 9-1 0,0-9 0 0,0 0-3 15,0 10 0-15,0-10-6 0,0 0-18 16,0 0-15-16,0 0-17 0,0 0-15 0,0 0-31 0,0 0-33 16,0 0-45-16,0 0-57 0,0 0-45 0,0 0-205 15,11-28-511-15,-3 15 226 0</inkml:trace>
  <inkml:trace contextRef="#ctx0" brushRef="#br0" timeOffset="-22053.17">28096 6167 170 0,'0'0'206'16,"0"0"-2"-16,0 0-5 0,4-7-7 0,-4 7-8 16,0 0-5-16,0 0-8 0,0 0-8 0,0-9-9 15,0 9-8-15,0 0-10 0,0 0-5 0,0 0-7 0,0 0-3 16,0 0-9-16,0 0-2 0,0 0-5 0,0 0-5 16,0 0-8-16,0 0 2 0,0 0-14 0,0 0 0 15,0 0-10-15,0 0-8 0,0 0-4 0,0 0-10 16,0 0-2-16,0 0-7 0,0 0-4 0,0 0-5 15,0 0 3-15,0 0-5 0,0 0 9 0,-12 21-13 16,7-11 5-16,-1 1-6 0,-4 5 4 0,1-1-1 16,2 3 11-16,1 0-12 0,-4 5-2 0,1 2 13 15,-2-2 2-15,0 1-3 0,2 0 4 0,5-6 0 16,-1 1 5-16,-4 0-5 0,5 0-9 0,3 1-2 16,-3-2-3-16,2 0-2 0,4-5 0 0,-2-1-7 15,4 4 4-15,0-2-2 0,2 2 0 0,-1-6 9 16,3 1-13-16,0-2 0 0,5 3 7 0,-2-3-5 15,4 0 7-15,1-3-24 0,-7 1-23 0,4-2-30 16,-1-1-31-16,-2 0-18 0,0-1-36 0,-2 1-32 16,-1-4-35-16,-7 0-45 0,15 0-42 0,-15 0-243 15,13-5-579-15,-9-1 256 0</inkml:trace>
  <inkml:trace contextRef="#ctx0" brushRef="#br0" timeOffset="-21447.94">28108 6046 62 0,'0'0'166'0,"2"-7"-3"16,-2 7-3-16,0 0-6 0,0-10-1 0,0 10-5 16,0 0 1-16,4-7-14 0,-4 7-2 0,0 0-8 15,0 0-4-15,1-7-8 0,-1 7-4 0,0 0-7 16,0 0-4-16,0 0-2 0,0 0-3 0,0 0-4 16,0 0-7-16,1-7-3 0,-1 7-3 0,0 0-2 15,0 0-10-15,0 0-4 0,0 0-7 0,0 0-5 16,0 0-3-16,0 0-1 0,0 0-11 0,0 0-2 15,0 0-4-15,0 0 8 0,-10 20 7 0,6-10-1 16,-2 2 0-16,1 5 0 0,-3 7 1 0,2 1 0 16,-6-1-2-16,3 4 3 0,-2-3 4 0,3 3-2 15,0-2 6-15,3-1-9 0,-3 0 6 0,6 0 5 16,-1-5-3-16,-2-1-2 0,3 0-1 0,2 0-10 16,-4-3-1-16,3-4 11 0,1 6-10 0,0-6-10 15,0 0 1-15,1 0-7 0,2-1 2 0,-2-1-2 0,3-2-5 16,-4 1-8-16,3-3-21 0,0 1-19 15,1-1-19-15,0-1-29 0,-2 2-23 0,2-3-33 16,1 1-35-16,-5-5-51 0,10 5-43 0,-3-4-254 16,-7-1-561-16,13-2 248 0</inkml:trace>
  <inkml:trace contextRef="#ctx0" brushRef="#br0" timeOffset="-20956.16">28137 6321 84 0,'0'0'158'0,"0"0"1"16,0 0-5-16,0 0 1 0,0 0-4 0,0 0-4 0,0 0-1 15,0 0-8-15,0 0-6 0,0 0-5 16,0 0-13-16,0 0-11 0,0 0-9 0,0 0-8 16,0 0-10-16,0 0-3 0,22-6-3 0,-10 4-5 15,0 0-3-15,-1 2-6 0,3-3-5 0,-1 3-5 0,0-2-7 16,-5 2-3-16,1-1-2 0,-9 1-8 0,12-2 5 16,-12 2-6-16,9-1-3 0,-9 1-2 15,9-1-3-15,-9 1-3 0,0 0 2 0,9-1-3 16,-9 1-8-16,0 0-5 0,0 0-13 0,0 0-16 0,0 0-22 15,0 0-22-15,0 0-29 0,0 0-47 0,-27 6-40 16,21-4-168-16,-6-2-386 0,2 0 170 0</inkml:trace>
  <inkml:trace contextRef="#ctx0" brushRef="#br0" timeOffset="-20210.17">27614 5599 49 0,'-10'-6'157'0,"6"2"-9"15,4 4 8-15,-7-6-5 0,1 2-4 0,6 4-7 16,-10-4-16-16,10 4-8 0,-6-2-9 0,6 2-12 15,0 0-7-15,-16 2-4 0,10 0-4 16,-2 3 1-16,-1 1-3 0,-1 2 4 0,-2 5-2 16,1 1-3-16,2-1-3 0,-1 2-3 0,0 3-2 0,3-3-8 15,1 0-21-15,-2 0-4 0,2-2-5 0,1-1-1 16,3-1-1-16,0 2-3 0,2-3-2 0,2 2-2 16,0-1-1-16,4-1 1 0,-1 0-2 0,3-3 0 15,0 3-2-15,3-5-17 0,6 4-9 0,-2-2-9 16,1-2-20-16,1 0-28 0,1-1-31 0,-5-3-25 15,2 0-23-15,-2-1-22 0,1-1-8 0,-1-1-131 16,-2-1-330-16,2 0 146 0</inkml:trace>
  <inkml:trace contextRef="#ctx0" brushRef="#br0" timeOffset="-19853.02">27750 5738 147 0,'0'0'157'16,"0"0"-2"-16,0 0-6 0,0 0-9 0,0 0-10 15,0 0-16-15,0 0-3 0,0 0-5 0,0 0-2 16,0 0-4-16,0 0-10 0,0 0-4 16,0 0 0-16,0 0-7 0,-13 22 0 0,8-15-11 0,2-1-1 15,2 1-9-15,1-7-6 0,-5 13-7 0,1-7 2 16,4 0-8-16,0-6 5 0,-2 13-9 0,2-13 0 16,2 11-9-16,-2-11-2 0,4 9 0 0,0-4-3 15,-4-5-1-15,5 8 0 0,-5-8-3 0,10 3-1 16,-6-1 1-16,-4-2 3 0,13 1 8 0,-13-1 0 15,12-3-2-15,-12 3 1 0,11-3 0 0,-5-1 5 16,-2 0-6-16,2-1 2 0,-4 0-5 0,1-1-3 16,-3 6-4-16,6-17 5 0,-4 9-10 0,0-5 5 15,-2 3-3-15,0-1-3 0,0 2 2 16,0 9-2-16,-2-15-6 0,2 8 5 0,0 7-7 0,-2-13 3 16,1 8-7-16,1 5-12 0,-2-9-13 0,2 9-17 15,-4-7-26-15,4 7-21 0,0 0-35 0,-9-2-26 16,9 2-24-16,0 0-26 0,0 0-135 0,-18 10-364 15,14-6 162-15</inkml:trace>
  <inkml:trace contextRef="#ctx0" brushRef="#br0" timeOffset="-17983.22">27791 5698 16 0,'0'0'38'0,"-5"-6"7"0,5 6 2 0,-4-6-4 16,4 6 1-16,-3-7 3 0,3 7 13 0,-4-9 1 15,4 9 1-15,-6-6 0 0,3 2-2 0,3 4-4 16,-7-9 3-16,7 9 9 0,-4-9-16 0,4 9 4 15,-4-8 11-15,4 8 6 0,-3-7-15 0,3 7 2 16,-4-8-1-16,4 8-2 0,0 0 7 0,-2-7 1 16,2 7-1-16,0 0 5 0,0 0-5 0,-3-6 4 15,3 6-7-15,0 0-3 0,0 0-7 0,0 0-6 16,0 0-9-16,0 0-4 0,0 0-7 0,0 0 0 16,0 0-3-16,0 0-4 0,0 0-5 0,0 0 4 15,0 0-7-15,0 0-2 0,0 0-1 0,-2 22 1 16,2-22 0-16,0 17-4 0,0-7 6 0,0 2-4 15,2-1 1-15,-2 0 6 0,0 0-2 0,0 0 3 16,0 0-2-16,0 1 5 0,0-2 4 0,1 1-3 16,-2-2-3-16,1 1 2 0,1-2-3 0,-1 1-2 15,0-9-1-15,-1 14 2 0,-1-9-2 0,2-5 1 16,0 13-4-16,0-13 3 0,0 9-4 0,0-9 3 16,-2 8-2-16,2-8 2 0,0 9-11 0,0-9-18 15,-3 7-21-15,3-7-28 0,-3 7-30 0,3-7-37 16,-2 6-40-16,2-6-133 0,0 0-332 0,0 0 147 15</inkml:trace>
  <inkml:trace contextRef="#ctx0" brushRef="#br0" timeOffset="-17449.93">28004 5777 81 0,'0'0'150'0,"0"0"-6"15,0 0-16-15,0 0 0 0,0 0-9 0,0 0-2 16,0 0-4-16,0 0-8 0,0 0-6 0,0 0-6 15,0 0 0-15,0 0-1 0,-4-10-8 0,4 10-2 16,0 0 1-16,0 0-10 0,0 0-4 0,0 0-2 16,0 0-5-16,0 0-3 0,0 0-6 0,0 0 3 15,-1-7-9-15,1 7-3 0,0 0-8 0,0 0-1 16,0 0-2-16,0 0-7 0,4-10-3 0,-4 10 0 16,5-5-4-16,-5 5 0 0,8-3-6 0,-1 0 1 15,-7 3-7-15,8-3 3 0,-2 1 3 0,-6 2-10 16,10 0-1-16,-10 0-1 0,11 3-1 0,-6 1-2 15,-5-4 3-15,6 9-3 0,0-4 3 0,-2 4 2 16,0 1-4-16,-4 2 5 0,-2-1-5 0,0 0 10 16,0 0 8-16,-6 5 1 0,3-1 3 0,-4-2 0 15,1-2 1-15,3 1 3 0,-2-3-2 0,1 1 3 16,-1-2 2-16,0 0 4 0,-2-1-2 0,7-1-5 16,-1-2-7-16,3-4-2 0,-6 9-2 0,6-9 2 15,-4 4-3-15,4-4-1 0,0 0-5 0,-4 6 4 16,4-6-1-16,0 0 3 0,17 0-5 0,5-2-10 15,-1-2-21-15,13 0-22 0,6-2-34 0,11-1-44 16,6 0-62-16,-3-6-53 0,-16 5-140 0,13-3-408 16,-15 2 182-16</inkml:trace>
  <inkml:trace contextRef="#ctx0" brushRef="#br0" timeOffset="-12367.82">27767 6186 53 0,'0'0'110'0,"0"-9"-16"16,0 9 4-16,0 0-11 0,0 0-10 0,0 0-10 15,0 0-5-15,0 0-8 0,0 0-13 0,6-9 4 16,-6 9-11-16,0 0-2 0,0 0-3 0,7-4 0 16,-7 4-7-16,0 0-2 0,0 0 0 0,0 0-2 15,0 0-2-15,0 0 5 0,4-5 1 0,-4 5-13 16,0 0-8-16,0 0 8 0,0 0-4 0,0 0-7 0,0 0 7 16,0 0 6-16,4-5-2 0,-4 5-1 15,0 0-6-15,0 0 13 0,0 0-9 0,0 0-3 16,0 0 5-16,0 0 2 0,0 0 1 0,0 0-7 0,0 0 2 15,0 0-12-15,-2-10 7 0,2 10 0 0,0 0 6 16,0 0 10-16,0 0-2 0,0 0 12 16,0-10-2-16,0 10-2 0,0 0-6 0,0 0 16 15,2-10-19-15,-2 10 5 0,0 0 2 0,0-8-1 0,0 8-12 16,0 0 5-16,0-8 8 0,0 8-13 0,0 0-6 16,5-6 1-16,-5 6 6 0,0 0-5 0,0 0 4 15,5-6-2-15,-5 6 2 0,0 0-1 16,4-7-3-16,-4 7 2 0,0 0 12 0,2-7-1 0,-2 7 7 15,0 0-5-15,0 0 7 0,0 0-3 0,2-7 4 16,-2 7 7-16,0 0-6 0,0 0 12 0,2-7-7 16,-2 7-3-16,0 0 0 0,0 0-1 0,0 0 0 15,0 0-4-15,-1-12 3 0,1 12 2 0,0 0-2 16,0 0 0-16,0 0-3 0,1-7-4 0,-1 7-2 16,0 0 0-16,0 0-1 0,0 0-6 0,0 0-4 15,0 0-1-15,0 0-5 0,0 0 5 0,0 0-8 16,0 0 3-16,0 0 3 0,-1 34 3 0,0-18-3 15,-1 0 4-15,-2 3 5 0,2 4 0 0,-3 2 4 16,4 2 4-16,2-2-1 0,-1 0-3 0,0 0 21 16,1 2 1-16,-2-2-4 0,1 0 0 0,0-4-2 15,0 3-2-15,1 1-3 0,-1-5-2 0,0-2 3 16,0-1-8-16,2-1 2 0,0 0 3 0,-2 0 1 16,0-4-3-16,2 1-1 0,0-2-2 0,-1 0 0 15,0-1-3-15,-1 1 1 0,2-4-4 0,-4 3-1 16,2-10 1-16,-2 13 3 0,2-7 2 0,0-6-3 15,0 11 1-15,0-11 0 0,1 10-1 0,-1-10 5 16,1 6-10-16,-1-6 3 0,0 0-2 0,0 0 0 16,-2 9 0-16,2-9 0 0,0 0-2 0,0 0 4 15,0 0-4-15,-4 7-1 0,4-7-1 0,0 0-3 16,0 0-7-16,0 0-7 0,0 0-14 0,0 0-12 0,0 0-27 16,0 0-27-16,0 0-29 0,0 0-33 15,0 0-29-15,0 0-17 0,5-27-18 0,-5 27-145 16,1-13-388-16,1 1 173 0</inkml:trace>
  <inkml:trace contextRef="#ctx0" brushRef="#br0" timeOffset="-11817.75">28096 6105 47 0,'0'0'162'0,"0"0"-2"0,-2-6-7 16,2 6-3-16,0 0-11 0,0 0 1 0,0 0-13 15,0 0-13-15,0 0-9 0,0 0-6 0,0 0-6 0,0 0-11 16,0 0-3-16,0 0-12 0,-1-10 1 16,1 10-12-16,0 0-5 0,0 0-5 0,0 0-8 15,0 0-3-15,0 0-5 0,0 0 4 0,0 0-5 16,0 0 2-16,0 0-7 0,0 0-4 0,-6 26-1 16,6-26 1-16,-4 8 1 0,4-8-1 0,-2 9 4 0,1-3 2 15,1-6-1-15,-2 13 3 0,1-7 4 16,-1 4 0-16,-2-2 2 0,2 3-2 0,0-1 10 15,0 3-3-15,0-3 3 0,-1 3-5 0,1 5-2 16,-1-3-1-16,-2 2-2 0,0 0 1 0,-2-1 8 16,2 4 0-16,0 5-5 0,-1 0-1 0,2-5 2 0,4-2-1 15,-3 3-4-15,3-4-1 0,-1 1-6 16,2 0 3-16,0 0-6 0,1-2 6 0,3 0-8 0,-1-4 0 16,-2-1-1-16,0 0-4 0,2-3 6 15,3 3-3-15,-4-2-5 0,-1-3 3 0,5 2-4 0,-3 1-1 16,-2-5 0-16,3 2 3 0,-1-1 1 0,-4-5-22 15,5 9-24-15,-2-5-29 0,-3-4-32 16,3 5-35-16,-3-5-38 0,0 0-49 0,5 7-49 16,-5-7-141-16,0 0-438 0,0 0 193 0</inkml:trace>
  <inkml:trace contextRef="#ctx0" brushRef="#br0" timeOffset="-10979.25">28132 6245 61 0,'0'0'60'0,"0"0"-7"0,0 0-8 16,0 0-5-16,0 0 4 0,0 0-11 0,0 0 2 16,0 0-9-16,0 0-4 0,0 0-7 0,0 0-8 15,0 0-6-15,0 0-6 0,0 0-10 0,0 0-3 16,0 0-13-16,0 0-32 0,0 0-67 0,0 0 31 15</inkml:trace>
  <inkml:trace contextRef="#ctx0" brushRef="#br0" timeOffset="85974.03">27876 6167 6 0,'0'0'8'0,"-3"-7"0"0,3 7 3 15,0 0 0-15,0-9-1 0,0 9 0 0,-1-9 6 16,1 9 3-16,-1-7 4 0,1 7-5 0,0-11 0 15,0 11-3-15,1-8 0 0,-1 8-1 0,0-10 6 16,0 10 8-16,0 0-3 0,1-10-2 0,-1 10 2 16,0 0-6-16,0-10 6 0,0 10 2 0,1-6 1 15,-1 6-4-15,0 0-6 0,2-10 5 0,-2 10-8 16,2-7-3-16,-2 7 0 0,0 0 5 0,2-9 7 16,-2 9-14-16,0 0 9 0,1-7-5 0,-1 7 4 15,0 0-11-15,0 0-3 0,0 0-2 0,0 0 6 16,0 0-10-16,0 0 8 0,0 0-3 0,0 0-6 15,0 0 6-15,0 0-1 0,0 0 0 0,0 0-5 16,0 0 0-16,0 0 2 0,0 0 4 0,-5 25-3 16,5-25-5-16,-3 17 4 0,2-7 6 0,-3 1 2 15,3 0-2-15,-3 1-4 0,2 0 1 0,0 2-1 0,-3 2-1 16,2-4 6-16,1-2 1 0,0 4-10 0,-1 2 2 16,1-5 10-16,-2 2-7 0,4 3 3 15,-4 0 0-15,1 0 2 0,-1-1 4 0,1-4-10 16,1 2 7-16,-1 3-7 0,-1-3 4 0,0-2-4 0,1 2 4 15,-1-2-1-15,2 0-2 0,-2-3 2 0,-1 3 0 16,4-3 1-16,0-1-1 0,-2 0-2 0,3-7 2 16,-2 12-2-16,2-5 5 0,0-7 0 15,-2 9-4-15,2-9-6 0,0 10-9 0,0-10-4 0,2 8-15 16,-2-8-9-16,2 9-13 0,-2-9-53 0,5 5-115 16,-5-5 52-16</inkml:trace>
  <inkml:trace contextRef="#ctx0" brushRef="#br0" timeOffset="86801.82">28152 6093 50 0,'0'0'52'0,"0"0"-11"0,0 0 8 15,0 0-11-15,0 0-3 0,-6-6 0 0,6 6-10 16,0 0-1-16,0 0-2 0,0 0-8 0,0 0 1 16,0 0 5-16,0 0-13 0,0 0 8 0,0 0-10 15,0 0 6-15,0 0-2 0,0 0-3 0,0 0 1 16,0 0 4-16,-9 15-4 0,9-15-5 0,-5 7 4 16,5-7-1-16,-4 6-4 0,4-6 1 0,0 0 7 15,0 0-10-15,-7 4 9 0,7-4-6 0,0 0 0 16,0 0 3-16,-3 5-1 0,3-5-1 0,0 0 1 15,0 0-2-15,0 0 0 0,0 0 1 0,0 0 3 16,0 0-1-16,0 0 2 0,0 0-2 0,0 0-1 16,-12-9-3-16,12 9 2 0,0 0 3 0,-6-9 1 15,6 9-4-15,-6-4-5 0,6 4 5 0,-3-7 0 16,3 7 4-16,-6-8-6 0,6 8 19 0,0 0-8 16,-5-7 4-16,5 7-8 0,0 0 4 0,-3-7 5 15,3 7-1-15,0 0-2 0,0 0 3 0,-2-7-5 16,2 7-1-16,0 0-1 0,0 0-1 0,0 0-1 15,0 0-1-15,0 0-4 0,0 0-3 0,0 0-2 16,0 0 9-16,0 0-7 0,0 0-3 0,0 0-11 16,0 0 16-16,0 0-2 0,0 0 0 0,0 0-4 15,0 0 3-15,-4 25-2 0,2-14 5 0,2 0 0 16,0-3 4-16,-2 4 3 0,2-1-8 0,-4-1 5 16,4 6-3-16,-3-3 6 0,3 3-5 0,0-1-1 15,0 2 4-15,0-1 2 0,0 2 0 0,3-1 5 16,-2 0 0-16,2-2-1 0,-3 0-3 0,0 2-1 15,4 0 5-15,0-1 3 0,-2-4-7 0,-1-1-4 0,0 2 3 16,-1-1-3-16,1-2 5 0,0 2 4 0,1-4-10 16,-2 4 0-16,0-3 8 0,0-1-7 15,0-8-2-15,-2 16-6 0,2-10 4 0,0-6 10 16,0 11-30-16,0-11 13 0,-1 12 10 0,1-12 4 0,0 9-1 16,0-9-7-16,-1 8 1 0,1-8 7 0,0 9 5 15,0-9-4-15,-1 10-2 0,1-10-9 0,0 0 5 16,-1 10 3-16,1-10-10 0,0 7-13 15,0-7-14-15,0 0-3 0,0 0-12 0,-2 8-7 0,2-8-17 16,0 0 4-16,0 0-13 0,0 0-42 0,0 0-129 16,0 0 58-16</inkml:trace>
  <inkml:trace contextRef="#ctx0" brushRef="#br0" timeOffset="87071.95">28058 6156 20 0,'0'0'33'0,"-7"19"4"16,7-11-6-16,-4 4 0 0,4 0-6 0,-2 4-4 15,-3 2 3-15,2 1-1 0,-1-1-7 0,2 3 1 16,-5 4 1-16,1 1-13 0,2 1 1 0,-2-4-8 16,2-4-6-16,0 0-2 0,-1 0-10 15,0 2-25-15,-3-4-48 0,2 0 21 0</inkml:trace>
  <inkml:trace contextRef="#ctx0" brushRef="#br0" timeOffset="87413.6">28098 6218 2 0,'0'11'29'0,"-2"5"1"0,2 0-7 0,-3 9-1 15,-1-5-2-15,-2 5 1 0,-2 3-5 0,-2-2-4 16,3 2 5-16,-1 0-6 0,0-2 5 0,1-1-12 15,1-6 3-15,0 5-10 0,1-5-12 0,1 1-21 16,-2-3-38-16,4 0 17 0</inkml:trace>
  <inkml:trace contextRef="#ctx0" brushRef="#br0" timeOffset="115261.08">27827 6129 11 0,'-3'-6'10'0,"3"6"6"0,0 0 3 0,0 0 4 0,0 0-3 15,-2-8-2-15,2 8-2 0,0 0 3 0,0 0-7 16,0 0 5-16,0 0-4 0,0 0 0 0,0-11-4 16,0 11-3-16,0 0 0 0,0 0 2 0,0 0-2 15,0 0-1-15,0 0-4 0,0 0 4 0,0 0-1 16,0 0 3-16,0 0-4 0,0 0-3 0,0 0-1 16,0 0 5-16,0 0-6 0,0 0 2 0,0 0 2 15,0 0 3-15,0 0-6 0,0 0-4 0,0 0 3 16,0 0 8-16,0 0-6 0,9 20 5 0,-9-20-7 15,0 0 3-15,0 10-4 0,0-10 7 0,0 8-1 16,0-8 2-16,0 12-2 0,0-12-10 0,-1 12 6 16,1-12 5-16,0 11-3 0,1-5 0 0,-1 2 2 15,0-8 2-15,0 13 1 0,1-7-5 0,-1-6 1 16,-1 14 2-16,1-4-3 0,0-2-1 0,1 1 2 16,1-3-2-16,-2 6 1 0,2-2 4 0,-2 0-4 15,2 0 9-15,0-1-5 0,0 2-1 0,0-1 5 16,-1 2-4-16,1-2 4 0,2 2-5 0,-4-2 5 15,2 1-3-15,2-2 4 0,-3 0-3 0,0 3-1 16,1-3-6-16,-2 3 7 0,2-3-2 0,-2 1 0 16,4 0 2-16,-3-1-1 0,2-3-5 0,-3 2 6 15,0-8-8-15,2 13 1 0,-2-5 3 0,0-8 7 16,0 11-7-16,0-11-6 0,1 10 7 0,-1-10-1 16,0 9-4-16,0-9-4 0,2 8 3 0,-2-8-7 15,0 6-6-15,0-6-8 0,0 0-2 0,0 0-11 16,2 9-22-16,-2-9-61 0,0 0 27 0</inkml:trace>
  <inkml:trace contextRef="#ctx0" brushRef="#br0" timeOffset="115647.45">28193 6140 1 0,'-1'6'19'0,"1"-6"-3"15,-4 15-2-15,2-3 3 0,1-3-8 0,-1 2 2 16,0 1 0-16,0 0-2 0,1 2 2 16,-2-3 0-16,1 1-9 0,0 4 4 0,0-3 2 15,-1 0-4-15,-2 2 4 0,0-1-2 0,2-1-1 0,0 3-2 16,-1-4-11-16,0 2-6 0,-3-3-12 0,-1 4-26 15,0-3 12-15</inkml:trace>
  <inkml:trace contextRef="#ctx0" brushRef="#br0" timeOffset="117388.28">29780 8233 27 0,'0'0'42'0,"0"0"-5"15,0 0 0-15,0 0-10 0,0 0 2 0,0 0 0 16,9 0-5-16,-9 0-2 0,0 0 2 0,0 0-4 16,0 0-5-16,0 0 2 0,0 0-1 0,0 0 1 0,0 0-5 15,0 0-6-15,0 0-4 0,0 0-2 0,0 0 2 16,0 0-6-16,0 0 0 0,0 0 0 16,0 0 2-16,0 0-2 0,0 0 1 0,0 0-5 15,0 0-3-15,0 0-3 0,0 0-2 0,0 0-4 16,0 0-5-16,0 0-24 0,0 0-52 0,0 0 24 0</inkml:trace>
  <inkml:trace contextRef="#ctx0" brushRef="#br0" timeOffset="127471.95">26486 6460 3 0,'11'-4'7'0,"1"0"-3"16,0 1 1-16,0-2-4 0,4-1 3 0,2 3-8 15,-1-1 7-15,2-3-4 0,-2 4 1 0,4-2 0 16,-1 1 2-16,-2-2-3 0,4 2-4 0,8 1-3 16,-8-1 2-16</inkml:trace>
  <inkml:trace contextRef="#ctx0" brushRef="#br0" timeOffset="140367.81">30998 8336 21 0,'0'0'43'0,"0"0"-4"0,0 0-9 0,0 0 3 0,0 0-7 16,0 0 1-16,0 0-6 0,0 0 2 0,0 0-5 16,0 0-3-16,0 0 5 0,0 0 1 15,0 0-2-15,0 0-6 0,-5-7 1 0,5 7 2 16,0 0 2-16,0 0-8 0,0 0 2 0,0 0-6 16,0 0 0-16,0 0 1 0,0 0-4 0,-6-2 3 0,6 2 0 15,0 0 0-15,0 0-9 0,0 0 3 16,0 0 8-16,0 0-3 0,0 0-4 0,0 0 2 0,0 0-1 15,0 0 2-15,0 0 1 0,0 0-5 16,0 0 2-16,0 0 5 0,0 0-7 0,0 0 7 0,0 0-8 16,0 0 0-16,0 0 2 0,0 0 1 15,0 0-5-15,0 0 8 0,0 0-7 0,0 0 3 16,0 0-3-16,0 0 5 0,0 0-2 0,0 0-1 16,0 0-13-16,0 0 2 0,0 0-6 0,-3 17-19 15,3-17-39-15,3 11-80 0,-3-11 35 0</inkml:trace>
  <inkml:trace contextRef="#ctx0" brushRef="#br0" timeOffset="-104420.52">2042 7942 62 0,'0'0'144'0,"-3"-14"3"0,-1 8-1 0,2-3 2 16,-2 1 4-16,-1 2-8 0,1 0 4 0,-1-1-2 15,1 3-7-15,-3-4-3 0,4 5-10 0,-2-3-2 0,5 6-14 16,-9-10-11-16,4 7-8 0,5 3-8 0,-9-6 8 16,9 6-13-16,-7-4-12 0,7 4-6 0,-7-2 0 15,7 2-8-15,-10 0-6 0,10 0-6 16,-12 6-4-16,4 2 0 0,1-2-4 0,-3 5 2 15,2 2-5-15,-4 0-4 0,3 4-3 16,0-2-2-16,0 8-1 0,1 3 3 0,0 2-1 0,-1-1 1 0,2 4 1 16,1 0 0-16,1 0-3 0,1 4 1 15,-1 10-4-15,1-15 1 0,2 5-3 0,2-3 1 0,-2 16 1 16,0-13 2-16,2 1 1 0,-4 0-4 16,3-2 3-16,-2-1 5 0,1-3-13 0,2 1 3 15,-3-3-5-15,0 0 2 0,0-1-5 0,1-9 3 0,0 9 1 16,-2-8-7-16,-2-1 5 0,3-1 0 15,1-3-1-15,-2-1-3 0,-2-1-8 0,3-1-8 16,-1 0-18-16,-2-3-13 0,2-2-22 0,1-1-30 0,-2-2-24 16,5-3-48-16,-9 4-38 0,9-4-34 15,-18-5-153-15,12 0-422 0,-3-5 186 0</inkml:trace>
  <inkml:trace contextRef="#ctx0" brushRef="#br0" timeOffset="-104251.13">1651 8385 115 0,'3'-5'129'0,"-3"5"-25"0,8-6-5 0,-3 3-4 15,3 1-12-15,5-2-2 0,-2-1-10 0,6 3-8 16,1-5-5-16,1 6-2 0,9-4-6 0,0 1-18 16,-1-2-19-16,2 0-25 0,-2 4-29 0,1-3-40 15,1-2-72-15,-8 3-165 0,0 0 73 0</inkml:trace>
  <inkml:trace contextRef="#ctx0" brushRef="#br0" timeOffset="-104110.91">2217 8263 56 0,'10'-4'98'0,"-2"2"-2"0,-2 0-12 16,4-4 0-16,-1 3-18 0,4-2-7 0,0-1-14 15,6 0-22-15,-1-1-28 0,-4 4-37 0,-1 1-52 16,-2-1-103-16,1 3 46 0</inkml:trace>
  <inkml:trace contextRef="#ctx0" brushRef="#br0" timeOffset="-103951.2">2314 8381 98 0,'-4'6'173'0,"0"0"-6"16,2-2-9-16,2-4-3 0,-3 9-11 0,3-9-10 15,-4 8-3-15,4-8-5 0,0 0-11 0,0 0-9 16,4 11-9-16,-4-11-13 0,12 4-21 0,-1-1-26 15,-11-3-26-15,23 3-56 0,-10-3-46 0,1 1-58 16,-2 3-104-16,2-6-273 0,-14 2 121 0</inkml:trace>
  <inkml:trace contextRef="#ctx0" brushRef="#br0" timeOffset="-103535.4">3419 7863 139 0,'2'-8'196'0,"-2"8"-19"0,0-9-20 16,0 9-18-16,0 0-10 0,1-8-5 0,-1 8 8 16,0 0 2-16,0 0-9 0,-1 26 5 0,-1-7-2 15,2 7-5-15,-3 3-9 0,-4 1-26 16,3 1-10-16,-1-2-4 0,4 0-6 0,1-1-3 0,-1-2-8 15,-2-1-9-15,3-1-7 0,0-3 3 0,2-2-5 16,-2 5 2-16,-2-6-8 0,5-1-1 16,-3-3-22-16,1-1-17 0,-1 4-20 0,1-1-24 15,1 0-29-15,-2-4-36 0,0-1-30 0,-2 2-48 0,1-2-147 16,-4 0-370-16,0-3 165 0</inkml:trace>
  <inkml:trace contextRef="#ctx0" brushRef="#br0" timeOffset="-103366.09">3087 8436 123 0,'-6'0'159'0,"6"0"-1"0,0 0-7 16,-13-1-6-16,13 1-13 0,0 0 0 0,0 0-10 15,0 0-2-15,33-4-11 0,-2-3-7 0,3 0-10 16,16-7-8-16,3 4-12 0,0 0-5 0,1 0-15 16,-14 2-20-16,-3 2-42 0,-1 0-29 15,-3 3-56-15,-3 0-47 0,-10 5-119 0,-8-1-283 16,0 0 125-16</inkml:trace>
  <inkml:trace contextRef="#ctx0" brushRef="#br0" timeOffset="-102963.14">3143 8674 170 0,'0'0'198'0,"0"0"-9"0,0 0-1 15,25 0-10-15,-25 0-10 0,10 5-15 0,-5-2-9 16,1 2-13-16,2 1-9 0,-2 1-10 0,-3 2-8 16,0 1-6-16,-3 3 4 0,-3 0-11 0,-3 3-7 15,-5 1-10-15,0 0-7 0,-6 5-6 0,-2 0-4 0,0-3-8 16,1-2-4-16,-1 0-4 0,-2-1-4 0,4-5 0 16,-3-1-6-16,5 2-5 0,-3-4 2 15,7-2-5-15,-2 0-3 0,3-2 2 0,3-1-3 16,-1 0-2-16,2-1 0 0,6-2-3 0,-10 2-6 15,10-2-2-15,0 0-3 0,0 0-4 0,0 0 0 0,-6-8 0 16,6 8 0-16,0 0-4 0,15-11 4 0,-6 7-5 16,0 2 6-16,1-2-4 0,1 3 1 0,0 1-2 15,2 1 2-15,1 2 0 0,-2-2 2 16,5 3 0-16,-4 2 8 0,2 1 0 0,1 0 4 16,-1 0-5-16,0 2 4 0,-3-2-1 0,0 3-2 0,4 1-1 15,-1-1 0-15,-2 0-9 0,2-1-20 0,-3-2-27 16,-2-1-26-16,-2 3-38 0,1-2-38 15,1-2-43-15,-4 2-33 0,2-2-127 0,-2-2-384 16,-6-3 171-16</inkml:trace>
  <inkml:trace contextRef="#ctx0" brushRef="#br0" timeOffset="-102729.13">3455 8715 214 0,'2'-12'216'0,"-2"4"-7"15,1 3-12-15,-1 5-17 0,1-12-20 0,-1 12-18 16,4-7-15-16,-4 7-7 0,0 0 7 0,0 0 0 0,13 19-9 16,-11-9-3-16,3 6-8 0,-1 1-8 0,-1 1-10 15,-2 2-5-15,2-1-9 0,-1 0-9 16,-2 4-2-16,3-4-4 0,-3 1-11 0,1-2 1 16,0-1-5-16,-1-1-8 0,0 1-21 0,1-1-29 0,-1-6-29 15,2 3-26-15,-4-3-31 0,2 1-33 0,2-4-35 16,-1 2-29-16,-1-9-167 0,3 11-393 0,-3-11 174 15</inkml:trace>
  <inkml:trace contextRef="#ctx0" brushRef="#br0" timeOffset="-102529.81">3586 8746 154 0,'0'-7'179'0,"0"7"-15"0,3-8-17 0,-3 8-2 15,0 0 12-15,0 0-9 0,0 0-1 16,0 0-3-16,5 27-6 0,-2-11-10 0,-2 1-12 0,-1 2-6 15,0-1-11-15,2 1-12 0,-2 1-7 16,1-1-9-16,0 1-5 0,0-1-7 0,2-2-1 0,0 1-6 16,-2-3-8-16,0 0-24 0,1-2-24 0,-2-2-22 15,0-2-29-15,1 1-40 0,-1-3-51 16,1-1-31-16,-1-6-158 0,0 0-364 0,0 0 162 16</inkml:trace>
  <inkml:trace contextRef="#ctx0" brushRef="#br0" timeOffset="-102368.89">3455 8681 174 0,'0'-10'176'0,"0"10"-11"0,0 0-21 16,3-10-5-16,1 5-8 0,6-1-10 0,0 1-19 0,9-1-7 16,7-5-10-16,1 2-18 0,5 1-37 0,-2 0-46 15,7-5-59-15,-2 6-148 0,-2-2-243 16,0-1 108-16</inkml:trace>
  <inkml:trace contextRef="#ctx0" brushRef="#br0" timeOffset="-101865.9">4274 7753 109 0,'-7'-2'145'0,"7"2"-11"0,0 0-3 0,0 0 11 15,0 0-4-15,32-1 0 0,3-4-7 0,23-2 14 16,30-7-11-16,7-3 0 0,-1 3-15 0,3-1-11 16,-1 1-6-16,4-3-8 0,-3 5-4 0,5 1-11 15,-1-2-10-15,-2 2-2 0,-1 2-9 0,-3 1-5 16,-2-2-8-16,3-2 0 0,-4 4-3 0,2-3-5 15,-5 8-5-15,-24-1 0 0,24-4-6 0,-26 3-1 16,-3-1-2-16,-4 3-3 0,2-1-3 0,-6-1-1 16,-17 1 0-16,0 1-2 0,-1 1-1 0,-4 0-3 15,-2-3 2-15,-7 3-2 0,-2 1-1 0,-8 1-1 16,1-2 3-16,-4 1-4 0,-1 0 0 0,-7 1-3 16,11-2-12-16,-11 2-29 0,0 0-33 0,0 0-23 15,-29-2-23-15,1 6-30 0,-7 1-39 0,-18 5-173 16,-7-1-387-16,-5 2 170 0</inkml:trace>
  <inkml:trace contextRef="#ctx0" brushRef="#br0" timeOffset="-101041.54">4503 7867 82 0,'4'-10'140'16,"-1"7"4"-16,-3 3-9 0,5-8-14 0,-5 8-9 15,0 0-4-15,1-10 0 0,-1 10-13 0,0-9 3 16,0 9-17-16,0 0-3 0,0 0-7 0,-1-9-4 0,1 9-7 16,0 0-6-16,-4-10-2 0,4 10-5 15,0 0-5-15,0 0-3 0,0 0-11 0,0 0 0 16,-1-8-2-16,1 8 1 0,0 0-8 0,0 0 1 15,0 0-4-15,-3-8 3 0,3 8-5 0,0 0 2 16,-4-6-3-16,4 6-6 0,0 0-1 0,-2-7 2 0,2 7-3 16,0 0 2-16,-2-8 0 0,2 8 1 15,0 0-4-15,-2-7 3 0,2 7-5 0,0 0 1 16,0 0-3-16,0 0-2 0,0 0 2 0,0 0 1 16,0 0-6-16,0 0 5 0,0 0 5 0,0 0 8 15,0 0 2-15,4 36 15 0,-3-18 5 0,2 10-2 16,-1 0 4-16,-1 4 3 0,1 3 6 0,-2 1-4 15,-2 11 3-15,0 3-5 0,-2 0 3 0,-1 4-2 16,0 3-2-16,-3 1 1 0,-5 24 2 0,7-25-1 16,-8 26 0-16,5-25 5 0,-3 24-1 0,6-26 1 15,-3 1 0-15,4-1-6 0,2-2 3 0,0 4-7 16,-1-4 1-16,1 6-7 0,2-1 3 0,-1-4-3 16,1-2 0-16,0-3 0 0,0-2-5 0,-3-3-3 15,4-12-3-15,0 2-3 0,-1-5 4 0,-2 1-6 16,1-5 0-16,0-2 0 0,2-7 1 0,-1-4-5 15,0-1-1-15,1-3 2 0,-2 1-1 0,2-3 3 0,0-7 18 16,0 10 25-16,0-10 12 0,-2 6-12 16,2-6 7-16,0 0-6 0,0 0-4 0,-23-16 6 15,11 5-5-15,0-4-2 0,0-2-8 0,-3-5 2 16,-3-2-12-16,0 0 0 0,4-1-8 0,-4 1-2 16,4-2-1-16,-3 0-4 0,1 4 4 0,2-2-16 0,0 3 11 15,2 6-8-15,-1 3-1 0,3-1-1 0,-4 2 2 16,1 0-6-16,3 5 3 0,-1-3-4 15,-1 2-6-15,2 2-14 0,-6-6-11 0,5 8-17 16,0-1-11-16,-1 2-14 0,-2 0-9 0,2 2-21 16,1-1-26-16,11 1-23 0,-19 4-34 0,19-4-33 0,-13 1-31 15,13-1-22-15,-10 7-181 0,10-7-488 0,0 0 216 16</inkml:trace>
  <inkml:trace contextRef="#ctx0" brushRef="#br0" timeOffset="-98935.13">5177 7908 64 0,'0'-12'203'0,"-2"2"-6"0,0 0 1 0,1 1-6 16,-2 2-2-16,3 7-7 0,-3-13-10 0,3 13-19 16,-2-6-18-16,2 6-16 0,0 0-13 0,-3-8-9 15,3 8-16-15,0 0-3 0,0 0-2 0,3 28-3 0,-3-10-5 16,1 8-7-16,-1-2-3 0,-1 4-8 0,1-1-1 16,0 2-5-16,-3 0-3 0,5-6-5 15,-4 2-5-15,2-6-2 0,2-2 0 0,-1 0-6 16,0 1 0-16,0-1-4 0,2 0 1 0,-2 0-5 15,2-1-9-15,-2-2-21 0,0-1-19 0,2 3-22 16,-3-4-22-16,1 1-32 0,-2-3-27 0,1-10-39 16,-3 19-22-16,2-11-162 0,-1 0-388 0,2-8 172 15</inkml:trace>
  <inkml:trace contextRef="#ctx0" brushRef="#br0" timeOffset="-98737.4">4894 8335 24 0,'0'0'130'0,"-9"1"-3"16,9-1-11-16,0 0-2 0,0 0-1 0,0 0 14 0,0 0-11 15,39-3-9-15,-7-3-3 0,3-1-18 0,18-6-9 16,-2 2-10-16,4-2-7 0,-1 0-2 16,-1 0-10-16,-3 2-7 0,-13 4-1 0,0 1-27 15,-5 2-30-15,-3 1-30 0,-8 3-41 0,-2 3-39 16,-7 1-89-16,-1 1-232 0,-3 1 104 0</inkml:trace>
  <inkml:trace contextRef="#ctx0" brushRef="#br0" timeOffset="-98357.8">4929 8723 16 0,'0'0'186'0,"0"0"-17"16,0 0-16-16,0 0-15 0,-7 3-13 0,7-3 15 0,0 0-9 15,7 17 1-15,-5-6-10 0,4 6-4 16,-3 2-10-16,2 4-8 0,-1 1-7 0,-3 2-9 16,2 0-3-16,-2-1-6 0,1 2-3 0,-2-7-6 15,1-3-7-15,0 2-6 0,-1 0-4 0,0 0-5 16,0-4-2-16,0-1-3 0,0-1-10 0,1 0 0 0,1-2 4 15,-1 0 1-15,-4-3-10 0,5 0-3 0,-2-1-2 16,0-7 1-16,1 12-3 0,3-6-2 16,-4-6-1-16,0 10-1 0,0-10 1 0,2 5-1 15,-2-5 0-15,4 4-3 0,-4-4 2 0,0 0-1 0,13 0 0 16,-3-3-3-16,2-1 3 0,-1 3-4 0,3-7 1 16,0 6 2-16,3-4-21 0,1-1-19 0,1 1-30 15,-1 0-32-15,1 0-44 0,-1 1-44 16,1-1-36-16,-1 1-129 0,-1-1-373 0,-5 0 165 0</inkml:trace>
  <inkml:trace contextRef="#ctx0" brushRef="#br0" timeOffset="-98061.18">5532 8777 131 0,'-3'-3'221'0,"-3"-3"-2"16,6 6-1-16,-8-7-8 0,3 5-16 0,5 2-14 16,-14-2-21-16,14 2-11 0,-14 2-18 0,6 2-12 15,-3 1-14-15,2 1-8 0,-4 8-7 0,2 1-6 0,1-1-3 16,0 2-3-16,2 1-9 0,0 1 0 0,2-1-9 16,0 1-6-16,4-2-4 0,-1 1-5 0,3-3-2 15,4 1-5-15,-3-2-4 0,3-4-1 16,1 1-5-16,2-2 2 0,2 2-3 0,0-1-10 0,2-2-18 15,2-3-26-15,0 0-18 0,6-2-36 0,-1 0-30 16,4-2-31-16,-3-1-25 0,0 0-14 0,-1-1-19 16,-5-1-145-16,6-2-376 0,-4 0 167 0</inkml:trace>
  <inkml:trace contextRef="#ctx0" brushRef="#br0" timeOffset="-97875.61">5737 8914 140 0,'0'0'175'0,"3"-8"4"0,-3 8-3 16,3-6-3-16,-3 6-4 0,0 0-14 0,0 0-15 15,0 0-11-15,0 0-8 0,0 0-1 16,0 0 3-16,0 0-3 0,0 0-8 0,5 22-5 0,-4-11 0 16,0 2-10-16,-3-1-7 0,1 3-9 0,1 0-4 15,-2 3-10-15,2-1-7 0,2 0-2 0,-2 0-5 16,0-2-12-16,1 1-23 0,-1-4-22 0,1 0-28 16,-1-1-36-16,0 1-56 0,3-1-50 0,-2-3-50 15,-1-8-153-15,-1 15-409 0,1-15 180 0</inkml:trace>
  <inkml:trace contextRef="#ctx0" brushRef="#br0" timeOffset="-97600.05">6042 8410 19 0,'0'0'189'0,"0"0"-17"15,-3-7-15-15,3 7-14 0,0 0-6 0,11-6-15 16,-3 6-11-16,3-2-10 0,3-1-8 0,4-1-11 16,3 2-9-16,6-3-7 0,-6 4-8 0,0-2-3 15,0 0-11-15,1 2-14 0,-2-1-25 0,-1 2-30 16,-1 2-25-16,-3-4-39 0,-2 2-39 0,-1 0-100 15,-5 2-246-15,-7-2 108 0</inkml:trace>
  <inkml:trace contextRef="#ctx0" brushRef="#br0" timeOffset="-97381.47">6230 8232 188 0,'0'0'206'0,"-5"-3"-15"0,5 3-19 15,0 0-17-15,0 0-14 0,0 0-1 0,0 0-4 16,-7 13-2-16,5-2-11 0,3 0-9 0,0 7-12 0,-1 1-7 16,3-1-7-16,-1 1-7 0,2 6-8 15,0 2-5-15,-1-2-9 0,0-7-3 0,1 1-7 16,3 3-5-16,-4-3-11 0,1-2-31 0,0-1-34 16,0 1-49-16,1-5-57 0,-1 0-52 0,-4-2-146 15,1-1-362-15,0-2 161 0</inkml:trace>
  <inkml:trace contextRef="#ctx0" brushRef="#br0" timeOffset="-97084.61">6851 7857 1936 0,'2'-25'-25'0,"-2"-2"63"0,0 8 34 0,-2-8-15 15,2 12-21-15,-3-4 4 0,2 9 13 0,1-2-2 16,0 2 5-16,0 1 5 0,0 9 3 0,-2-10-7 16,2 10 0-16,0-9-13 0,0 9-6 0,0 0-7 0,0 0-5 15,0 0 8-15,0 0-13 0,5 31 2 0,0-15-1 16,-2 12 15-16,3 2-3 0,-1-1-1 0,-1 3-6 16,0-5-3-16,-1 5-1 0,2-3-3 0,0 0-1 15,-1-3 0-15,0 0-3 0,0-1-13 16,-1 0-25-16,-2-7-21 0,1 1-19 0,0 0-37 0,0-1-55 15,2-3-41-15,-5 4-48 0,-2-6-129 0,2-3-402 16,-2-1 177-16</inkml:trace>
  <inkml:trace contextRef="#ctx0" brushRef="#br0" timeOffset="-96891.1">6756 8213 27 0,'0'0'177'0,"0"0"-24"15,0 0-6-15,0 0-1 0,0 0 0 0,0 0-7 16,0 0-7-16,39 1-13 0,-11-5-8 0,4 1-9 16,5-3-10-16,13-3-9 0,1 2-6 0,0-2-9 15,0 1-5-15,-13 1-20 0,1 1-24 0,-4-1-37 16,-1 2-24-16,2 0-44 0,-3-1-31 0,-5 0-31 16,-6 4-92-16,-3 0-258 0,-1-3 115 15</inkml:trace>
  <inkml:trace contextRef="#ctx0" brushRef="#br0" timeOffset="-95068.8">6824 8642 110 0,'-1'-9'225'16,"1"9"-16"-16,0 0-16 0,1-8-22 0,-1 8-12 15,0 0-18-15,0 0-18 0,1-7-20 0,-1 7 4 0,0 0 0 16,5 19 7-16,-2-7 3 0,1 4-5 15,0 9-11-15,-3 3 5 0,3-1-12 0,1 2-9 0,-1 0-10 16,-1 0-7-16,1-1-9 0,-1-2-2 16,-1-6-4-16,1-1-6 0,-2-2-5 0,3-1-2 0,-2-3-7 15,1-2-3-15,1-1 0 0,-1-1-3 0,-2-3-3 16,1 1-3-16,-2-7 0 0,4 9 0 0,-4-9-5 16,4 6 0-16,-4-6-1 0,7 4-1 0,-7-4 1 15,12-2-2-15,-12 2-3 0,17-7-4 0,-7 1-11 16,3 2-12-16,4-4-12 0,-1-1-13 0,2 2-16 15,0-2-23-15,1 1-24 0,-1-2-36 0,5-2-25 16,-3 5-31-16,-2-1-13 0,0-1-137 0,-1 0-375 16,-1 0 166-16</inkml:trace>
  <inkml:trace contextRef="#ctx0" brushRef="#br0" timeOffset="-94845.7">7348 8639 148 0,'0'0'198'0,"-5"-10"-10"0,1 6-8 16,4 4-11-16,-5-7-19 0,5 7-10 0,0 0-4 16,0 0-1-16,-13 9-8 0,8 1-9 0,-1 0-8 15,1 6-5-15,1 1-10 0,0-2 9 0,0 4-12 16,1-2-6-16,2-1-9 0,1 1-7 0,3 0-7 16,1-2-5-16,2 1-4 0,-1-2-3 0,5-1-12 15,-1-3-17-15,0 4-26 0,3-6-33 0,-1-2-31 16,1 1-38-16,6-2-34 0,-3 0-35 0,3 1-23 15,-5-3-134-15,-1-2-359 0,0-1 160 0</inkml:trace>
  <inkml:trace contextRef="#ctx0" brushRef="#br0" timeOffset="-94579.4">7613 8801 47 0,'0'0'158'0,"7"-5"-2"0,-7 5-10 15,10-1-4-15,-10 1-1 0,12 1 4 0,-12-1 4 16,13 4-4-16,-8-1-9 0,1 1-6 0,-1 3 0 15,1 1 2-15,-1 1-7 0,-2 2-1 0,-3 0-4 16,2 3-6-16,-6 1-4 0,3 2-10 0,-2-2-12 0,-1 0-7 16,0-2-9-16,1 1-6 0,-1-3-2 0,0 0-5 15,0-4-10-15,3-2-6 0,1-5-4 16,-3 14-3-16,2-8-2 0,1-6-2 0,1 12 0 16,4-8-7-16,-5-4-2 0,11 7-4 0,-1-5 2 15,2 1-3-15,5-3-3 0,4 0-2 0,-1-3-9 16,9 0-10-16,0-3-15 0,-1 1-15 0,4-3-22 0,-7 0-23 15,2 2-36-15,-7 1-42 0,0-2-50 16,-1 0-224-16,-9 1-469 0,3 1 208 0</inkml:trace>
  <inkml:trace contextRef="#ctx0" brushRef="#br0" timeOffset="-93720.92">971 6771 14 0,'0'0'201'0,"0"0"-4"15,-9-3-20-15,9 3-9 0,0 0-13 0,0 0-13 16,-3-7-14-16,3 7-10 0,0 0-9 0,23-11-11 16,-6 3-11-16,9-3-9 0,0-1-5 0,4 1-8 15,-1 2-8-15,-2-1-28 0,1 2-23 0,-9 3-34 16,3-1-36-16,-3 1-39 0,-1 1-42 15,-3 3-116-15,-8 0-282 0,0-1 125 0</inkml:trace>
  <inkml:trace contextRef="#ctx0" brushRef="#br0" timeOffset="-93485.1">987 6702 30 0,'-7'6'151'0,"2"2"0"0,-8 4-4 0,8 4-10 16,-3-1-10-16,5 4 4 0,-3 9 4 0,1 4-4 16,0 0-12-16,5 1-11 0,-6-1-8 0,4 2-10 15,0-2-6-15,-1-1-10 0,1 0-4 0,0-4-7 0,-3 2-6 16,4 1-6-16,-3-2-5 0,2-2 1 16,0-6-12-16,0-2-22 0,0 1-19 0,1-1-22 15,0-1-22-15,-2-2-26 0,1 2-40 0,2-6-27 16,0 1-137-16,-2-1-303 0,0-4 134 0</inkml:trace>
  <inkml:trace contextRef="#ctx0" brushRef="#br0" timeOffset="-93303.28">972 7110 26 0,'17'-8'103'0,"1"-2"-7"0,6 2-13 0,-1 1-9 16,-5-1-12-16,2 2-10 0,-2-1-18 0,1 1-21 16,-6 3-36-16,-1-2-28 0,2 1-28 0,-7 3-84 15,0 1 37-15</inkml:trace>
  <inkml:trace contextRef="#ctx0" brushRef="#br0" timeOffset="-93034.63">1179 6999 4 0,'0'0'102'0,"0"0"-3"0,0 0 5 16,0 0-3-16,0 0 4 0,23 13-3 0,-14-7 0 16,1 1-13-16,3 5-5 0,-1 2-2 15,0 0 2-15,1 3 19 0,0-6-15 0,-3 5-6 16,-3-2-8-16,0-2-9 0,0-1-9 0,-2 2-3 16,0-3-4-16,0 1 1 0,-5-1-5 0,3 0 3 0,-3-2-6 15,-3 1 1-15,3-9 6 0,-4 8 2 16,4-8-5-16,-9 7-1 0,5-5-7 0,4-2-3 15,-12 0-4-15,12 0-3 0,-11-7 0 0,7 2-2 16,1-5-10-16,-1-2-10 0,4-4-14 0,0-1-16 16,5-7-19-16,-1-1-6 0,5 0-23 0,2 0-22 15,5 1-23-15,-1 1-28 0,1 1-24 0,-5 6-87 16,3 2-277-16,-1 0 123 0</inkml:trace>
  <inkml:trace contextRef="#ctx0" brushRef="#br0" timeOffset="-92319.36">1514 7167 121 0,'0'0'177'0,"5"0"-5"0,-5 0-11 0,0 0-18 16,13-8-7-16,-8-1-11 0,4 0-14 0,1 0-9 16,-2 0-7-16,5-4-6 0,-3 0-8 0,1-1-9 15,-3-1-8-15,1 2-11 0,-3-4 0 0,-2 3-9 16,-2 2-3-16,0-1-3 0,-2 2-4 0,0-7-3 15,-4 8-4-15,1 0-4 0,-4 1-5 0,3 0-2 16,-2 1 1-16,-1 2-6 0,-4-2 2 0,1 7-8 16,10 1 6-16,-17 0-2 0,5 5-1 0,1-1-2 15,4 5 0-15,-3 2 5 0,-2 4-4 16,3-1 1-16,1 2 1 0,0 2-5 0,4-3 0 16,2 0 2-16,-1-2 2 0,3 0-2 0,2 1-3 15,-1-1 2-15,7-1 4 0,2 0-1 0,0-5 1 0,4 3-23 16,4-4-6-16,1-1-19 0,2-1-10 0,0-6-17 15,6 0-11-15,5 0-15 0,-3-4-17 16,-2-1 7-16,1-2-14 0,-2-1 7 0,0-2 14 16,-7 4 3-16,5-6 14 0,-2 0 1 0,1-2 10 15,-8 6 27-15,-2-4 12 0,-2-1 12 0,-1 1 18 16,-4-1 6-16,-3 0 11 0,-1-1 8 0,-1-1 20 16,-1 5 10-16,0 1 17 0,0 1 16 0,-3 0 6 0,3 10-4 15,-3-12-5-15,0 9-4 0,3 3-9 0,-7-4-5 16,7 4 0-16,0 0 5 0,-15 17-4 15,8-5 0-15,-1 5-4 0,-1-1-4 0,3 4-6 16,2-1 0-16,-1 1-6 0,1-2 0 0,1-2-9 16,2-3-2-16,1 3-5 0,-4-4-4 0,8-3-1 15,-1 3-4-15,-2-5 1 0,3 1-4 0,0-1 1 16,-2-3 2-16,2 1-7 0,-4-5-1 0,9 4-5 16,-4-2 0-16,-5-2-1 0,9 3 2 0,-9-3-8 15,7 0 3-15,-7 0 2 0,10-6-9 0,-10 6 3 16,8-5-4-16,-2-1-4 0,-3-1 1 0,1 3-2 15,-1-2-1-15,1 1 2 0,0-2 1 0,-4 7-4 16,7-8 4-16,-4 2-5 0,-3 6-1 0,0 0 1 16,5-3-1-16,-5 3-2 0,0 0 5 0,0 0 0 15,4 14 11-15,-4-5 8 0,0 3 7 0,-2 2-2 16,0 1 5-16,-3 10 3 0,0-5 4 0,0-1-1 16,0 5 4-16,-1 2-4 0,0-7-4 0,2 0 3 15,0 6-3-15,1-9 1 0,0 1-1 0,-1 0-3 16,2-7-7-16,0 2 2 0,2-3-20 0,-3 2-16 15,3-2-21-15,0 1-25 0,0-2-34 0,0-8-44 16,3 13-35-16,-1-8-53 0,-2-5-155 0,0 0-419 16,0 0 186-16</inkml:trace>
  <inkml:trace contextRef="#ctx0" brushRef="#br0" timeOffset="-92146.16">2143 7165 219 0,'1'-12'228'0,"0"4"3"0,2-3-1 16,-3 2-4-16,0 1-20 0,0 8-14 16,1-12-15-16,-1 12-25 0,0-9-18 0,0 9-17 15,3-8-33-15,-3 8-32 0,0 0-42 0,0 0-34 16,0 0-48-16,0 0-52 0,0 0-43 0,0 0-146 16,0 0-337-16,13-2 150 0</inkml:trace>
  <inkml:trace contextRef="#ctx0" brushRef="#br0" timeOffset="-91555.44">2442 6938 7 0,'0'0'215'0,"0"0"-10"0,0 0-10 16,0 0-15-16,0 0-7 0,0 0-5 0,0 0-11 15,0 0-7-15,0 0-12 0,-5 45-12 0,7-33-10 16,0 3-12-16,0 0-10 0,4-2-8 0,-1 0-4 15,1-1-10-15,0-1-6 0,1 1-7 0,1-5-6 16,1 3-5-16,0-3 0 0,3 1-8 0,-1-1 2 16,0-1-5-16,0-2-1 0,-1-1-4 0,1-1-2 15,-1-1-3-15,-10-1-1 0,11 2 2 0,-11-2-5 16,0 0-8-16,13-7-7 0,-13 7 0 0,5-11-4 16,-5 11 1-16,-5-16-2 0,5 16-1 0,-8-21-2 15,2 10 0-15,-3-3-4 0,-1-2 0 0,-2 3 1 16,6 1 3-16,-3 2 0 0,3 0 4 0,0 1-2 15,6 9 3-15,-9-10-2 0,9 10 3 0,-6-8-2 16,6 8-6-16,-6-8 2 0,6 8-3 0,0 0-2 16,0 0 6-16,0 0-1 0,0 0-1 0,0 0 2 15,21-4 0-15,-8 4 0 0,1 0 2 16,5-3-1-16,2-1-3 0,6-5 0 0,1 0-2 16,0 2-6-16,-1-4 1 0,0 0-3 0,-6-2 7 0,2-1-9 15,-6 4 8-15,-3-2-3 0,-5 2 1 0,4-2 5 16,-6 2-1-16,0-1 1 0,-2 0 0 15,0-2 0-15,0 2 1 0,-2-1 2 0,2-4-2 0,-5 6 2 16,1-1 9-16,0 1 3 0,-1 10 0 16,0-12 4-16,0 12 0 0,2-9-3 0,-2 9-4 15,1-9-6-15,-1 9-1 0,0 0 4 0,0 0 9 16,0 0 6-16,-6 55 12 0,2-24 8 0,0 21 3 16,-1-4 0-16,-2 5 2 0,0-2 3 0,2-2-3 0,1-2-5 15,-1 2 2-15,2-3-9 0,2-12 2 16,1-3-8-16,0 1 1 0,-4-1-5 0,8-5 1 15,-2 1-3-15,-2-8-12 0,3 0-18 0,2-1-27 16,-1-2-26-16,0-4-34 0,0-2-35 0,-2 2-46 16,3-5-51-16,-1 1-55 0,-4-8-151 0,0 0-468 15,0 0 207-15</inkml:trace>
  <inkml:trace contextRef="#ctx0" brushRef="#br0" timeOffset="-91400.54">2687 7190 76 0,'0'0'162'0,"0"0"-9"16,9-10-19-16,-3 7-17 0,6-1-10 0,5-4-8 15,9 0-12-15,1-3-24 0,8 3-46 0,3-3-24 16,17-4-57-16,1 2-94 0,-1-2-170 0,1-5 75 16</inkml:trace>
  <inkml:trace contextRef="#ctx0" brushRef="#br0" timeOffset="-91062.96">3552 6837 191 0,'0'0'234'0,"-10"-2"-9"0,10 2-9 0,0 0-12 16,-15 2-13-16,15-2-16 0,-14 11-9 16,6 4-8-16,0 8-12 0,-3 3-8 0,5 3-7 15,-2-1-9-15,3-1-12 0,0-4-7 0,3-4-13 16,4-1-10-16,0 1-9 0,3-2-5 0,0 0-10 0,2-4-4 15,1-3-2-15,-1 1-3 0,2-3-4 16,5 2-7-16,-2-4-1 0,-1 0-4 0,1-2 1 0,3-3 1 16,0-2-5-16,-1-2 1 0,3-1-1 15,0-3-6-15,-6 0-1 0,0-2-3 0,1-2 1 16,-2-2 1-16,-1-4-5 0,-4 0-2 0,-1-2-1 16,1-7 0-16,-5 7-1 0,-1-7 0 0,0 0-7 15,-4 0 2-15,-2 1 1 0,-2 0-2 0,-3 2-6 16,2 6-6-16,-5-5-8 0,4 10-4 0,1 4-12 15,-5-1-16-15,3 5-14 0,-6 1-14 0,-3 3-20 16,3 3-26-16,-1 4-33 0,4 3-28 0,-7 6-40 16,4 2-193-16,4 7-447 0,3 2 198 0</inkml:trace>
  <inkml:trace contextRef="#ctx0" brushRef="#br0" timeOffset="-90709.75">3667 7311 11 0,'17'-5'207'0,"-2"-2"-6"0,6-3-2 0,-5 0-4 16,6-4 6-16,1-4-16 0,-5 0-16 0,5 1-11 16,-1-3-14-16,-2-2-10 0,2 2-7 0,0-3-15 15,-6-1-11-15,1-2-6 0,-3 0-10 0,1 0-10 16,-4-2-2-16,0 1-14 0,0-4-1 0,-7 2-6 16,-1 6-9-16,-2 4-4 0,1 4-1 0,-2 5-4 15,0 10-8-15,-4-18 2 0,4 18-3 0,-6-11-6 16,6 11-5-16,0 0-3 0,0 0-4 0,-11-7-3 15,11 7 2-15,0 0 2 0,-20 25-5 0,14-10 2 16,1 3-3-16,-2-1 0 0,5 3 0 0,0-2 0 16,3 0-3-16,2 0 1 0,2 0-1 0,0-1-2 15,3 8 1-15,-1-7 1 0,0-2 0 0,4-1 0 16,-5 3 0-16,5-2 1 0,1-3-3 16,-4 3-7-16,-5-4-3 0,6 4-1 0,-2-1 0 15,-2-3-8-15,2 4-9 0,-5-1-6 0,-2 0-1 0,-2 3-5 16,-2-1-8-16,-1-3-17 0,-3 3-25 15,-1-2-26-15,0-2-32 0,-1 2-37 0,-3-1-155 16,-3-1-370-16,0-4 164 0</inkml:trace>
  <inkml:trace contextRef="#ctx0" brushRef="#br0" timeOffset="-89645.99">4167 7015 156 0,'0'0'213'0,"-18"6"-7"0,12-2-7 0,-4 6-11 16,-1 2-16-16,2 4-14 0,-3 7-14 0,4-6-15 15,3 2-11-15,-4 5-11 0,5-6-11 16,0 1-6-16,2-2-8 0,3 0-12 0,-1-6-5 15,4 3-5-15,-2-4-7 0,5-1-4 0,-1 0-3 0,3-1-2 16,-1-3-3-16,3 1-2 0,-1-2-5 0,1-2 0 16,0-2-6-16,1-2 0 0,-1 0 1 15,2 0-2-15,-3-4-4 0,2 2 4 0,-1-1-5 16,-2-2-3-16,1-2-4 0,-2 2 3 0,-2-2-3 0,2-1-4 16,1-4-2-16,-4-1 6 0,0 5-6 0,-2-2 3 15,2-2-7-15,0-3 4 0,-2 2-4 16,3-1-1-16,-4 2-2 0,1-1 0 0,-2 3 0 15,2 2-1-15,-2-1 3 0,0 5 0 0,-1-1-3 0,0 7-3 16,2-10 1-16,-2 10-3 0,1-9-3 16,-1 9 1-16,0 0 1 0,0 0-2 0,0 0-1 0,0 0 3 15,1 24 0-15,-3-9 2 0,-1 0 0 0,1 5-1 16,-1-2-2-16,3 0 12 0,-1 1-9 0,1-2 1 16,1-1 0-16,2 0 4 0,-1-4-2 0,1-2 3 15,-1 1-4-15,4-1 2 0,1-1 1 0,1-3 2 16,-1 0-1-16,2-2 1 0,2-2 0 0,0-1-1 15,-1-1-14-15,6-1 2 0,0-5-4 0,2-3 4 16,-1 2 0-16,1-5 2 0,-3 0 3 16,-2 0-6-16,0-3-2 0,-2-2-2 0,-1 1 1 15,4-9 1-15,-2 0 1 0,-2-3-1 0,-1 3 0 0,-3-2 2 16,-2 0-2-16,0-4-2 0,-1 5 8 0,-2-3 0 16,-1 1-1-16,0 2 0 0,-3 1 2 0,1 0-2 15,-1 7 5-15,-1 1 8 0,2 3 3 0,-1 4 8 16,1 1-3-16,-1 2-4 0,1 1-1 0,2 6-3 15,-3-7-2-15,3 7-1 0,0 0 1 0,0 0-4 16,-6 18 0-16,2 2 1 0,1 6 0 0,-2 6 6 16,1 0 2-16,-1 4 4 0,4-1-2 0,0-3-3 15,0-2-1-15,1-2 1 0,3-3 1 0,2-6-2 16,-1 0 4-16,3-1-5 0,0-5 3 0,1 3-3 16,-1-5 5-16,3 0-6 0,1-1 5 0,0-3 0 15,2 0 1-15,4-2 3 0,-3-6-8 0,4 0 3 16,-1-1-3-16,0-3 4 0,0-1-2 0,1-2-2 15,0 0 2-15,-3-2 0 0,-1 0 0 16,0-3-2-16,-1 0 1 0,-3-4-5 0,-1-1-7 0,-2-6-2 16,-1 6 3-16,-1-9 0 0,-2 3 0 0,-3-2-5 15,0 7 6-15,0-6-1 0,-5 7 3 0,-2-6-2 16,1-1 0-16,1 7-3 0,-1-2 4 0,-1 4 0 16,2 0-4-16,1 5 8 0,1 2 2 0,0 1 3 15,0 1 0-15,3 7-4 0,-3-7-2 0,3 7 1 16,0 0-1-16,0 0 4 0,0 0-10 0,-10 26 2 15,10-6 2-15,0 8 4 0,3 2 4 0,-2 2 4 16,1 0-5-16,1-4 8 0,0 2-9 0,1-3-1 16,-1-2 1-16,1 4-1 0,3-7 0 0,-1 5-3 15,-1-2-17-15,0-7-20 0,-1-2-31 0,1 0-37 16,-1 2-51-16,2-8-42 0,-3 2-47 0,-1-3-124 16,2 0-399-16,1-4 176 0</inkml:trace>
  <inkml:trace contextRef="#ctx0" brushRef="#br0" timeOffset="-89267">5156 6918 195 0,'0'0'199'16,"-18"7"-7"-16,4 3-4 0,0 0-15 0,-1 5-13 15,-3 4-9-15,1 4-7 0,2-1-12 0,6-6-11 16,-4 8-13-16,6-10-7 0,3 4-6 0,-4-3-15 15,6 2-9-15,3-5-7 0,0 1-6 0,3-2-4 16,0-1-3-16,0-4-7 0,2 0-2 0,3 0-3 16,0-2-3-16,1-1-1 0,2-6-3 15,-1 0-7-15,-1 2 0 0,2-5-3 0,1 1-6 16,-3-2 2-16,1-3-5 0,2-1-2 0,-5 1-6 0,3-2 5 16,-6 0-4-16,3-2-1 0,-4 1-6 0,0-1 6 15,-3-4-2-15,0 7 0 0,2-1 1 0,1 0 3 16,-4 2-3-16,1 5-2 0,-1 5 1 0,1-11-1 15,-1 11-6-15,0-9 0 0,0 9 2 0,0 0 4 16,0 0 1-16,0 0 1 0,0 0 0 0,-2 28-1 16,2-18 2-16,0 2 2 0,1 1-5 0,-1 2 3 15,0-5 2-15,0 8-3 0,1-6-26 0,0-1-31 16,2 5-40-16,-2-4-49 0,3-2-54 0,-1 0-185 16,1 0-412-16,-4-10 182 0</inkml:trace>
  <inkml:trace contextRef="#ctx0" brushRef="#br0" timeOffset="-89014.88">5458 6747 152 0,'0'-8'269'0,"0"8"-23"0,1-11-25 0,-1 11-25 15,0 0-19-15,0 0 14 0,0 0 3 0,0 0-10 16,3 35-10-16,-2-7-10 0,0 1 8 0,-2 2-29 15,1 3-6-15,-1-1-16 0,1-1-7 0,0 1-20 16,0-1-6-16,-1-2-9 0,2 0-5 0,0-2-5 16,-1 0-10-16,0-2-14 0,-1-6-19 0,2-4-33 15,-1 3-19-15,0-4-36 0,0-3-24 0,0 1-25 16,0-5-33-16,0-1-33 0,1-1-21 0,-1-6-30 16,0 0-164-16,0 0-425 0,0 0 189 0</inkml:trace>
  <inkml:trace contextRef="#ctx0" brushRef="#br0" timeOffset="-88727.18">5340 6953 126 0,'0'0'164'0,"-3"-9"-19"0,3 9-10 0,0 0-16 16,-2-7-6-16,2 7-12 0,0 0 4 0,0 0-14 16,23 2-8-16,-11 1-5 0,2-1-7 0,2-1-9 15,4 0 0-15,1-1-1 0,-1 1-6 0,8-2-5 16,-7 2-2-16,0-1 0 0,-3 2-5 0,-2-2-9 15,-4 1 0-15,-2 0-1 0,1 1-8 0,-2-1 3 16,-1 1 9-16,0-1-6 0,-8-1 5 16,12 4-1-16,-6-2 1 0,-1 2 17 0,-1 1 13 15,-1 2 6-15,1 2 0 0,1 2 0 0,-1 2-4 0,-3 2-1 16,1 2-10-16,0-1 2 0,-3 2-9 0,1 0-1 16,-1 1-5-16,-2-2-4 0,3 2-5 0,-1 0-17 15,1-2-31-15,-1 2-21 0,1-3-42 16,-3 0-49-16,3-2-49 0,0-2-55 0,-3-2-148 15,3 2-409-15,0-12 182 0</inkml:trace>
  <inkml:trace contextRef="#ctx0" brushRef="#br0" timeOffset="-88555.02">5717 6835 102 0,'0'0'79'0,"0"0"-32"0,20 7-40 16,-9-4-27-16,2 2-17 0,-2 1-38 0,7-2 17 15</inkml:trace>
  <inkml:trace contextRef="#ctx0" brushRef="#br0" timeOffset="-88016.38">5929 6932 114 0,'-7'6'192'0,"-1"-2"-1"15,-1 4-7-15,0 2-7 0,-4 0-2 16,4 3-9-16,-2 0-5 0,2 3-12 0,-1-1-10 16,0 0-2-16,5 0-11 0,-2-3-13 0,5 1-9 0,-1-2-10 15,2 2-4-15,-2-1-6 0,2-2-6 16,1 0-1-16,1 1-8 0,2-1-15 0,1-2-5 0,-2-1-1 16,2 1-6-16,1-4 0 0,1 2-6 0,2-5 10 15,-2 1-15-15,2-1 0 0,-8-1-6 16,21-3 1-16,-11-1-5 0,3-1-2 0,-3 0-4 0,-1-3-1 15,1 1-1-15,-4-1 4 0,1-3-17 0,-3 0-3 16,1 0-7-16,-3-4 2 0,3 0 2 16,-3 1-2-16,0-1-6 0,-2 0-7 0,0 0 3 0,3-1 0 15,-1 4 3-15,1 1-1 0,1-1-1 16,-4 6 3-16,2-1-1 0,-2 7 5 0,4-6-3 16,-4 6 6-16,12-1 5 0,-12 1 8 0,0 0 0 0,12 10 0 15,-6 0 4-15,-3-1 10 0,4 2 2 0,-4 0 1 16,1 0-1-16,2-1 3 0,-3 1 0 0,1 0-2 15,-1-4 2-15,-2-1-2 0,0 1 1 16,-1-7 3-16,2 10 1 0,-2-10 9 0,3 6 2 0,-3-6 4 16,0 0 4-16,0 0 3 0,2 9 1 0,-2-9-7 15,0 0-6-15,0 0-1 0,0 0-5 0,0 0-5 16,0 0-4-16,3-24-9 0,3 14-3 0,3-4-6 16,-2-2-5-16,5 2-8 0,1-1-1 0,3-6-3 15,2 2-4-15,-3 6 2 0,0 0 3 0,1 1-6 16,-4 6 11-16,3-1-6 0,-4 4-2 0,1 0 4 15,-1 6 4-15,0 0 3 0,-2 1-1 0,-1 5 3 16,-2-2 1-16,-1 4 7 0,0 1 3 0,-3-1 1 16,1 5-3-16,-2-3 4 0,-2 1-2 0,0 3-1 15,1-2-4-15,-5 2-14 0,-3-3-23 16,0 1-35-16,-4 1-51 0,-4-2-63 0,0-2-71 0,-11 6-252 16,-4-4-544-16,-1-1 242 0</inkml:trace>
  <inkml:trace contextRef="#ctx0" brushRef="#br0" timeOffset="-87534.19">4290 6702 149 0,'0'0'177'0,"-8"-3"-15"16,8 3-14-16,0 0-19 0,0 0-13 0,0 0-32 15,-9 14-54-15,9-14-49 0,0 14-64 0,-4-6-67 16,3 2-161-16,0-1 73 0</inkml:trace>
  <inkml:trace contextRef="#ctx0" brushRef="#br0" timeOffset="-86665.24">1076 7682 47 0,'0'0'103'0,"0"0"-12"0,0 0-4 15,0 0-5-15,11-17-5 0,-3 12-7 0,5 1-1 16,6-5-8-16,0 4-4 0,3-2 0 16,6 4-5-16,-1-4-10 0,2 0 6 0,3 2-6 15,1 1 0-15,3 0 6 0,2 2-8 0,13-2 2 0,4 2-3 16,-4 1-1-16,6 1-1 0,-1 3 4 15,2-2-6-15,4-2-7 0,1 3 1 0,-2-2-4 0,4 4-1 16,2-2 0-16,-1 1-1 0,27-3-4 16,-31 0-2-16,3 2-2 0,29 2 8 0,-28-2-13 15,-3-2 1-15,29 7 1 0,-30-1-1 0,2-5 4 16,-2 2-8-16,0-2 0 0,0 5 1 0,0-2 4 16,31-8-14-16,-32 6 1 0,5-1-5 0,29-1 3 0,-29-3-4 15,26-1 0-15,-2 1-4 0,-23 0-8 16,26-7 6-16,-2 3-9 0,-26 3 15 0,28-8-15 0,1 3 11 15,-4-2-13-15,-1-1 4 0,-24 4 0 16,26-6-5-16,-29 5-3 0,30-3 8 0,-32 6 0 16,-1-2 2-16,5 2-3 0,-5 5 16 0,-3-7-17 0,0 0 7 15,0 2 1-15,-3-3-8 0,-1 4 14 0,4-1-6 16,-2 0-6-16,-4 0 3 0,-12 3 6 16,3 2-2-16,-1-2-6 0,-4 2 3 0,1-2 3 15,-2 3 2-15,0-3-11 0,-3 5 16 0,-2-1-5 16,1-1 2-16,-2 1 3 0,1-2-2 0,-10 2-7 15,11-2 7-15,0 2 3 0,0-1 2 0,-2-2-14 0,0-2 6 16,2-1 8-16,0 1 4 0,-1 2-14 16,-2-5 2-16,0 2-11 0,1-2-5 0,-8 4-12 15,-1-4-5-15,1 3-14 0,-2-3-73 0,-3 2-141 16,0-1 63-16</inkml:trace>
  <inkml:trace contextRef="#ctx0" brushRef="#br0" timeOffset="-86346.48">6451 6912 169 0,'0'0'249'0,"0"0"-11"0,0 0-8 15,10-2-14-15,-10 2-15 0,0 0-20 0,0 0-11 16,0 0-23-16,0 0-20 0,0 0-9 0,0 0-13 16,0 0-12-16,0 0-12 0,0 0-19 0,0 0-14 15,0 0-24-15,0 0-30 0,0 0-32 0,10 12-32 16,-10-12-48-16,2 13-40 0,-1-6-21 0,0 4-136 15,-1-11-342-15,0 21 151 0</inkml:trace>
  <inkml:trace contextRef="#ctx0" brushRef="#br0" timeOffset="-86174.1">6515 7192 118 0,'0'0'210'0,"0"4"4"0,0-4-1 16,0 0-3-16,0 0-4 0,1 7-24 0,-1-7-11 15,0 0-19-15,0 0-14 0,0 0-13 0,0 0-16 16,0 0-7-16,0 0-22 0,0 0-26 0,0 0-30 16,0 0-40-16,0 0-63 0,0 0-68 0,0 0-198 15,0 0-373-15,0 0 165 0</inkml:trace>
  <inkml:trace contextRef="#ctx0" brushRef="#br0" timeOffset="-85967.9">6967 6843 78 0,'0'0'37'15,"0"0"-57"-15,0 0-21 0,-17-5 10 0</inkml:trace>
  <inkml:trace contextRef="#ctx0" brushRef="#br0" timeOffset="-31383.37">29064 7247 2 0,'0'0'-1'0</inkml:trace>
  <inkml:trace contextRef="#ctx0" brushRef="#br0" timeOffset="-31356.99">29064 7247 1 0,'0'0'1'0,"0"0"-2"0</inkml:trace>
  <inkml:trace contextRef="#ctx0" brushRef="#br0" timeOffset="-31331.92">29064 7247 3 0,'0'0'-1'0</inkml:trace>
  <inkml:trace contextRef="#ctx0" brushRef="#br0" timeOffset="8369.94">8776 7942 2 0,'0'0'94'16,"0"0"1"-16,0 0-12 0,0 0-6 0,0 0-8 16,-6-5 1-16,6 5-9 0,0 0-9 0,0 0-4 15,0 0 2-15,0 0-5 0,0 0-5 0,0 0 1 16,0 0-1-16,0 0-9 0,0 0 11 0,0 0 3 16,0 0 11-16,8 21 3 0,-4-15-5 0,0-2-8 15,0 2 0-15,2 0-4 0,-1 0 2 0,0 0-2 16,-1 1-1-16,1-2-6 0,-1 1 3 15,-1-1-9-15,2 0-3 0,-5-5-7 0,3 5 3 0,-3-5-3 16,4 7 2-16,-4-7-4 0,0 0 0 16,5 6-1-16,-5-6 2 0,0 0-3 0,4 4-2 0,-4-4-1 15,0 0 1-15,0 0 1 0,25-19-5 0,-3-2-9 16,7-3-6-16,12-18-20 0,25-18-22 0,12-6-23 16,0 1-12-16,5-2-18 0,-2 5-31 0,6-4-86 15,-6-2-234-15,2 1 104 0</inkml:trace>
  <inkml:trace contextRef="#ctx0" brushRef="#br0" timeOffset="27269.87">2749 9864 96 0,'-15'-3'101'16,"9"3"3"-16,6 0-2 0,-13-3 1 0,13 3-7 15,-10-2-2-15,10 2-1 0,-9 0 0 0,9 0 4 16,-9-2 1-16,9 2-7 0,0 0-1 0,-9-2-11 0,9 2-6 16,0 0-2-16,0 0-14 0,-9-2-2 0,9 2-7 15,0 0-5-15,0 0 0 0,0 0 7 0,0 0-18 16,0 0-6-16,0 0-1 0,-9-3-7 0,9 3 1 16,0 0-4-16,0 0-13 0,0 0-10 15,0 0-15-15,0 0-19 0,0 0-15 0,0 0-18 0,0 0-31 16,0 0-24-16,0 12-116 0,0-12-266 0,-1 9 118 15</inkml:trace>
  <inkml:trace contextRef="#ctx0" brushRef="#br0" timeOffset="28024.27">2290 10862 112 0,'0'0'131'0,"0"0"-7"16,-7-8-1-16,7 8-7 0,0 0-9 0,0 0-7 16,-2-7-8-16,2 7-11 0,0 0-9 0,0 0-6 0,0 0-6 15,0 0-9-15,0 0-3 0,15-1-6 0,-3 1-6 16,4 1 0-16,6 1-1 0,5-4-9 0,1 1 6 16,0 1-6-16,-1-4-3 0,0 2-8 15,-6 1 7-15,1-3-2 0,-2 2-1 0,0 1-6 16,-1-3 0-16,-6 4-2 0,-1-2-1 0,-1 2-3 0,-5-2 0 15,2 1 2-15,-8 1-6 0,11-1 4 16,-11 1 0-16,0 0-2 0,9 1-1 0,-9-1-1 0,0 0 1 16,-1 10 1-16,1-10 12 0,-13 24 1 15,-1-3 6-15,-3 2-1 0,0 3 3 0,0 3-1 0,-5 2 1 16,-6 8 1-16,8-7 1 0,-8 5-1 0,8-6-7 16,3-4 0-16,-1-1 0 0,0 0-4 0,2-5-4 15,5-4 2-15,-1 0 1 0,3-2-3 16,2-6 0-16,0 1-3 0,1-3 1 0,2 0 3 0,1 0-1 15,-3-3-1-15,6-4 1 0,-5 9 1 0,5-9-2 16,-1 5-1-16,1-5-1 0,0 0-3 0,0 0 2 16,0 0-2-16,0 0 11 0,9 6-12 0,-9-6-1 15,14 0-2-15,-8 0 2 0,8 1-2 0,-2-1 2 16,4 2 0-16,1-2-3 0,1-2 2 0,2 4 2 16,2-2-6-16,1 0-19 0,-4 0-17 0,3 1-22 15,0-1-18-15,-1 0-24 0,0 0-12 0,-2 0-17 16,-1 0-10-16,0 1-10 0,1-2-93 0,-8 2-264 15,1-2 117-15</inkml:trace>
  <inkml:trace contextRef="#ctx0" brushRef="#br0" timeOffset="28237.89">2842 11217 92 0,'0'-10'170'15,"0"10"-1"-15,0 0-12 0,1-9-11 0,-1 9-5 16,0 0-20-16,0 0-17 0,0 0-12 0,0 0-9 15,0 0 4-15,0 0-3 0,0 0-1 0,0 0-2 16,0 0 6-16,13 22-4 0,-11-10-6 0,0 5-6 16,-1 1-6-16,-1 1-9 0,0 0 3 0,-1 1-12 15,-1-1-4-15,2-1-2 0,-2 1-17 0,2 1-21 16,-2-2-22-16,1 6-36 0,1-5-45 0,-1-5-30 16,1 0-36-16,0 4-134 0,-1-5-324 0,1-4 144 15</inkml:trace>
  <inkml:trace contextRef="#ctx0" brushRef="#br0" timeOffset="28403.83">3183 11178 67 0,'13'-2'69'0,"-2"-2"-28"0,-2 3-22 0,3 1-33 0,-12 0-17 15,11 0-33-15,-11 0 15 0</inkml:trace>
  <inkml:trace contextRef="#ctx0" brushRef="#br0" timeOffset="28557.66">3160 11314 140 0,'0'0'156'0,"0"0"-17"16,0 0-15-16,0 0-17 0,0 0 0 0,0 0-18 15,17 1 2-15,-17-1-30 0,21-2-34 0,-8-2-29 16,1 2-38-16,-2 0-47 0,-1 2-65 0,-11 0-165 16,21-4 72-16</inkml:trace>
  <inkml:trace contextRef="#ctx0" brushRef="#br0" timeOffset="30445.66">5318 11224 1 0,'0'0'29'0,"0"0"-8"0,0 0-4 16,0 0-4-16,7-5-3 0,-7 5-6 0,0 0-3 16,5-2-6-16,-5 2-2 0,0 0-7 0,4-5-16 15,-4 5 8-15</inkml:trace>
  <inkml:trace contextRef="#ctx0" brushRef="#br0" timeOffset="33949.34">4080 11203 66 0,'0'0'131'0,"0"0"-10"0,0 0-6 15,0 0-14-15,0 0-13 0,0 0 11 0,0 0-12 16,27 1-13-16,-4-1 15 0,6-4 4 0,6 2-7 15,19 0-5-15,-1-1-6 0,1-1-5 0,7 1-3 16,1-1 1-16,2-1-5 0,-1 1-5 0,4 2-3 16,24-5-9-16,-30 3 6 0,5 2-7 0,26-1-3 15,-26-1-4-15,24-2 0 0,-27 2-5 0,29 0-1 16,-32 0-2-16,3 3-1 0,3-3-4 0,-2 2 2 16,1-2-6-16,-1 0 4 0,0 0-3 0,-3 1-3 15,-3-1 1-15,-2-2-4 0,-5 0-3 0,-14 3-1 16,0 1-1-16,-2-5 4 0,-2 2-5 0,-2 2 3 15,-10-1-8-15,0 0 3 0,-4 0-3 0,-5 0-2 16,-1 3-9-16,-4-1-11 0,-2 0-28 0,-5 2-34 16,3-5-30-16,-3 5-17 0,0 0-31 0,-24-10-144 15,-3 6-326-15,-3-1 145 0</inkml:trace>
  <inkml:trace contextRef="#ctx0" brushRef="#br0" timeOffset="34267.21">4745 10262 195 0,'-3'-10'189'0,"1"0"-9"0,-2 3-10 16,2 1-13-16,2 6-20 0,-3-8-11 0,3 8-13 0,0 0-14 16,0 0 10-16,0 0 0 0,-9 25 18 0,6-6-11 15,-1 11-11-15,3 2-10 0,2 1-11 16,-1-1-6-16,3 3-6 0,1 11-9 0,2-12-7 16,0 12-6-16,2-2-19 0,-4-10-15 0,4 14-24 0,-6-14-23 15,3 2-39-15,-2-2-45 0,1 1-42 0,-4 0-50 16,-2 0-109-16,4-5-340 0,-5-2 151 0</inkml:trace>
  <inkml:trace contextRef="#ctx0" brushRef="#br0" timeOffset="34812.49">4309 11911 177 0,'0'0'215'0,"0"0"0"0,0 0-10 0,0 0-15 0,0 0-21 16,0 0-16-16,0 0-11 0,0 0-18 0,-1-24-12 16,1 24-8-16,6-19-7 0,-2 5-16 0,1-1-7 15,3 3-7-15,-1-4-7 0,0 0-4 0,-2 0-6 16,1 1-5-16,1 4-4 0,-4-1-2 0,1 1-1 16,0 0-1-16,0 3-5 0,-1 2-2 0,-1 1-2 15,1-1 3-15,-3 6-4 0,2-7-8 0,-2 7-8 16,0 0 4-16,5-7-4 0,-5 7-6 0,0 0 4 15,0 0-4-15,0 0 3 0,11 14-5 0,-11-3 3 16,2 1 0-16,-2 6 2 0,3 7 3 0,-2 2 2 16,0 0 6-16,1 4 5 0,-2-3-4 0,-2 2-1 15,2 2-1-15,0-2-3 0,0 2 0 0,0 1-1 16,-4 13-1-16,2-12 4 0,-1-4-4 0,1 3 0 16,-1-3 4-16,0-1-8 0,0-3 2 0,3-1 0 15,-5 1-3-15,5-8 0 0,-3-2-2 0,1 1-10 16,0-1 1-16,-2-4-5 0,2 0-5 0,-2-2-11 15,0-1-6-15,2-1-15 0,-1-2-14 0,-1 1-20 16,0-3-29-16,4-4-33 0,-9 6-39 0,3-5-37 16,6-1-138-16,-18-5-384 0,8 0 169 0</inkml:trace>
  <inkml:trace contextRef="#ctx0" brushRef="#br0" timeOffset="35442.65">4653 11865 23 0,'0'14'190'0,"0"1"-11"0,0-2-10 0,2 0-11 16,0-1-11-16,0-1-15 0,1 1-11 0,-1-2-10 15,3 0-8-15,2 0-2 0,-1-1-8 0,2-3-2 16,1 1-6-16,1-3-3 0,2-2-2 0,0-1-3 15,2-2-9-15,-1-3-3 0,5-1-6 0,0-2-6 16,1-2-5-16,-1-1-3 0,-3 0-4 0,-1-2-7 16,-1 2 1-16,-3 1-4 0,-1-1-1 0,-2 1 0 15,-1 0-9-15,0 1-2 0,-3-1 0 0,-2-1 0 16,2 3-4-16,-2 0-2 0,0 1-2 0,-1 6-2 16,3-9-2-16,-3 9-4 0,2-7 2 0,-2 7-4 15,0 0 0-15,0 0-1 0,0 0 0 0,0 0 0 16,-3 25 0-16,1-14 1 0,1 3 0 0,1 1-3 15,1 1 2-15,-2-4-2 0,2-1 1 0,2 0 1 0,-2 0-2 16,6-3 1-16,-2-3 4 0,4 2 0 0,-2-5 2 16,5 1 1-16,2-3 1 0,-1-3-2 15,3-3 3-15,4-1 0 0,0-1 3 0,-2-2 1 16,4-7 1-16,-5 6-3 0,-2-4 3 0,0 2 1 16,-4-3 0-16,2 2 0 0,-4-1-1 0,-1-1 0 0,-3 1-4 15,-3 3-1-15,1 0 3 0,-2-5-4 16,-3 2-1-16,-1-1 1 0,-1 4 2 0,-1 1-6 15,-1 1 1-15,1 0-8 0,-3 1-14 0,0 2-20 16,1 2-28-16,0 4-18 0,7 1-29 0,-19 3-27 16,11 0-17-16,-3 4-36 0,3 0-148 0,1 3-368 0,1-1 163 15</inkml:trace>
  <inkml:trace contextRef="#ctx0" brushRef="#br0" timeOffset="35679.94">5487 11736 52 0,'0'0'213'0,"0"0"5"0,7-4 1 0,-7 4-12 15,0 0-20-15,0 0-12 0,0 0-7 0,0 0-13 16,-18 13-12-16,8-5-13 0,1 1-6 0,-2 4-11 0,-1 2-10 16,1 0-12-16,1 2-5 0,4-2-10 0,-2 2-7 15,3-2-8-15,1 2-5 0,4-2-7 16,1-2-3-16,2 0-4 0,3 1-1 0,2-2-7 15,1 0-17-15,0-2-25 0,2-3-28 0,1 1-35 16,2 0-46-16,-1-5-40 0,3 0-43 0,-2-2-181 0,-1 1-413 16,1-5 182-16</inkml:trace>
  <inkml:trace contextRef="#ctx0" brushRef="#br0" timeOffset="35860.6">5721 11865 182 0,'0'0'221'0,"4"-7"-20"15,-4 7-18-15,0 0 16 0,0 0 6 0,0 0 1 16,13 11-10-16,-11-3-14 0,5 2-15 0,-2 1-10 16,0 2-20-16,1 2-8 0,-2 3-16 15,0 1-10-15,1 1-13 0,-4 5-24 0,3-7-22 0,-1-1-29 16,-1 0-46-16,0 1-50 0,-2-2-67 0,1-3-70 16,-2-3-169-16,-1-1-419 0,2-9 187 0</inkml:trace>
  <inkml:trace contextRef="#ctx0" brushRef="#br0" timeOffset="50528.31">2362 13221 12 0,'0'0'150'0,"-15"-2"13"16,9 4-11-16,6-2-1 0,0 0-8 0,-12 0-14 16,12 0-11-16,0 0-10 0,0 0-13 0,-10-3-4 15,10 3-13-15,0 0-6 0,0 0-8 0,0 0-7 16,0 0-5-16,30-14-5 0,-13 5-7 0,5 3-3 16,4-4-5-16,-1-3-2 0,5 5-4 0,-10 0 2 15,-1 2-6-15,0-2-2 0,0 2-1 0,0 2-3 16,-3-1-1-16,-4 2-5 0,0 2 5 0,-1-3-7 15,-4 2-1-15,0 0-3 0,1 1-2 0,-8 1 1 16,13 3-11-16,-7-3 4 0,-6 0-3 0,6 6 1 16,-1-2 0-16,-5-4 2 0,1 16 6 0,-1-6-8 15,-2 7 6-15,-6 1-2 0,0 8-2 0,-2 1 6 16,-3 4 7-16,2-1-5 0,-3 0-1 0,-3 2-2 16,-1-3 8-16,2 2-7 0,-2-2 1 0,4 0 3 15,-4-1 0-15,2-1-2 0,1-1 1 0,0-2 1 16,5-1-5-16,-2-6 1 0,4-2-1 0,-1-5 5 15,3 1-3-15,2 0-4 0,-1-2 3 0,0-1-5 16,1 1-1-16,0-2 7 0,3-1-3 0,1-6 4 16,0 10 1-16,0-10 0 0,4 9 3 0,0-5-8 15,-4-4 11-15,9 7-8 0,2-5 2 0,2 0-2 16,4 1-1-16,2-4 3 0,1 1 6 0,1-4-9 16,7 1 2-16,-1-3 0 0,-2-1-20 0,3 4-12 15,0-3-20-15,-1 1-21 0,3-3-27 0,-10 5-18 16,1-1-14-16,-1-1-9 0,-5 0-4 0,-1 0-82 15,-1 1-241-15,-3 0 106 0</inkml:trace>
  <inkml:trace contextRef="#ctx0" brushRef="#br0" timeOffset="50815.21">2902 13612 83 0,'11'2'98'0,"-11"-2"-3"15,9 5-3-15,-4 0 6 0,-2-2-11 0,1 4-4 16,-2-2-12-16,1 3 7 0,-3 0-4 0,0 0-3 16,-1 4-5-16,-3-3 0 0,1 4-15 0,-2-3 19 15,-1 1-2-15,-1 5-5 0,-2-6-2 0,2 4-10 16,2-3-1-16,-2-1-2 0,1 0-1 0,1-1-5 16,2 0-8-16,-1-3-1 0,2 2-4 15,-1-1-4-15,3-7-1 0,-2 9-6 0,2-9 1 0,1 12-4 16,-1-12 5-16,6 8-9 0,-2-5 3 0,3 2 4 15,4-4-8-15,1-1-6 0,3 0-39 0,3-3-22 16,2-2-24-16,8-1-23 0,0-3-18 16,0 2-23-16,-1-4-80 0,-3 0-242 0,2-3 108 15</inkml:trace>
  <inkml:trace contextRef="#ctx0" brushRef="#br0" timeOffset="50987.68">3581 13463 22 0,'8'-4'103'0,"-8"4"-15"16,11-4-8-16,-5 2-16 0,1-1-22 0,0 0-19 16,-1 1-39-16,1 0-52 0,-7 2-74 0,9-2 34 15</inkml:trace>
  <inkml:trace contextRef="#ctx0" brushRef="#br0" timeOffset="51140.98">3582 13595 90 0,'0'0'112'16,"0"0"-13"-16,15 3-15 0,-15-3-7 0,18-4-11 15,-5 0-22-15,0 0-29 0,2-3-34 0,-4 4-37 16,0-1-30-16,0 0-92 0,-2-2 41 0</inkml:trace>
  <inkml:trace contextRef="#ctx0" brushRef="#br0" timeOffset="56736.78">6788 10849 8 0,'-7'-3'183'0,"7"3"2"0,0 0-10 16,0 0-6-16,-11 0-4 0,11 0-8 0,0 0-12 15,0 0-11-15,0 0-15 0,0 0-14 0,0 0-7 16,0 0-13-16,0 0-6 0,0 0-9 0,0 0-5 16,0 0-7-16,35-7-6 0,-22 7-5 0,6-4-9 15,-1 2-28-15,0 2-23 0,1-1-13 0,-3 2-27 16,-2-1-25-16,-1 2-25 0,-1-1-14 0,-1 2-11 16,0-1-13-16,0 2-107 0,-3-2-269 0,-3 2 118 15</inkml:trace>
  <inkml:trace contextRef="#ctx0" brushRef="#br0" timeOffset="56899.5">6805 11011 39 0,'-7'3'116'0,"7"-3"-7"0,0 0-5 0,0 0 1 16,0 0-9-16,0 0 0 0,0 0-10 0,34-9-7 15,-16 4-14-15,3-1-5 0,7-3-14 0,2 2-31 16,-2-2-21-16,0 2-35 0,0 1-21 0,-1 0-90 15,-8 1-164-15,2-3 73 0</inkml:trace>
  <inkml:trace contextRef="#ctx0" brushRef="#br0" timeOffset="59295.42">8017 10624 34 0,'0'0'142'0,"0"0"-20"0,0 0-12 0,0 0-6 0,0 0-14 16,0 0-5-16,0 0-12 0,0 0-6 0,0 0-5 15,34 2-6-15,-21-1-7 0,1-1 4 0,4 0-12 16,-2-1-1-16,-2 1-1 0,-1 0-10 15,2 3-5-15,-3-3-28 0,-2 2-18 0,3-1-32 0,-3 2-31 16,-3-1-92-16,-7-2-190 0,11 4 85 0</inkml:trace>
  <inkml:trace contextRef="#ctx0" brushRef="#br0" timeOffset="59794.92">8779 10281 81 0,'0'0'195'0,"-3"-5"-11"0,3 5-14 16,0 0-18-16,3-14-17 0,-3 14-14 15,9-13-14-15,-1 3-11 0,2-3-8 0,3 0-7 16,4 0-9-16,-2 0-9 0,7-3-6 0,-1-3-3 0,0 4-3 15,-5 1-10-15,-1 1 1 0,-3 2-5 0,0-2 2 16,2 1 2-16,-6 3-8 0,-2 0 6 0,-1 2-4 16,3 0 0-16,-3 0 4 0,-3 1-2 15,1 1-1-15,-3 5-2 0,4-9-3 0,-4 9-5 0,4-3-1 16,-4 3-7-16,0 0-1 0,5-5-4 0,-5 5-3 16,0 0 0-16,0 0 0 0,0 0-1 0,0 0-3 15,0 0 3-15,1 19-4 0,-1-6-2 16,0 6 1-16,-1 7 3 0,2 1 2 0,-2 4 1 0,2 0-3 15,-1 3 3-15,3 1-3 0,-3 0 2 0,0-2-7 16,0-1 9-16,0-2-3 0,2 1 0 0,-1-4-2 16,1 1-2-16,0-1 4 0,-1-7-1 15,-1-1-2-15,2 0 0 0,-2 0 0 0,1 7-4 0,-1-9 4 16,0 0-1-16,0 0 0 0,-1-2 0 0,-1-4 2 16,2 1-7-16,-1-2 6 0,0 0 0 0,2 0 0 15,-1-10 1-15,-1 12-4 0,0-6-7 0,1-6-15 16,-3 10-12-16,3-10-19 0,-6 5-19 0,6-5-28 15,-8 4-35-15,2-3-24 0,6-1-41 0,-18-1-103 16,8-1-324-16,-2-4 143 0</inkml:trace>
  <inkml:trace contextRef="#ctx0" brushRef="#br0" timeOffset="60026.07">8673 9811 213 0,'-1'-7'198'0,"1"7"-29"0,-5-10-20 0,5 10-20 15,0 0-19-15,11-7-31 0,-4 6-21 0,-7 1-38 16,19-1-30-16,-6 3-37 0,5 5-46 0,-3 2-70 15,2-1-176-15,-5 4 78 0</inkml:trace>
  <inkml:trace contextRef="#ctx0" brushRef="#br0" timeOffset="60409.9">8354 10879 64 0,'-7'3'127'16,"1"0"-3"-16,1-1-17 0,5-2 4 0,-6 7-1 0,6-7 7 16,0 0-16-16,20 7-7 0,-2-5-2 15,4-2-9-15,16-4-4 0,16-1 0 0,7-3-11 16,31-6-4-16,-1-1-8 0,0-6-5 0,-3 4-2 0,0-1-8 16,-28 8-2-16,1-6-4 0,2 5-2 0,-2-2-10 15,-1 4 4-15,-5 0-5 0,-4 4-6 16,-11 2-19-16,-4 0-21 0,-3 3-24 0,-2 1-35 15,-3 2-34-15,-9-1-27 0,-6 3-89 0,-3 1-251 0,-2 0 112 16</inkml:trace>
  <inkml:trace contextRef="#ctx0" brushRef="#br0" timeOffset="61079.01">8345 11344 84 0,'-3'-5'225'0,"3"5"-23"0,-5-9-17 16,3 5-28-16,2 4-14 0,-5-6-19 0,5 6-6 15,0 0-18-15,0 0-8 0,0 0-6 0,0 0-10 16,0 0-4-16,0 0-4 0,10 27-4 0,-1-13-10 16,1-2-1-16,-1-3-6 0,1 3-7 0,0-3-1 15,7-1-2-15,-3-1-3 0,4-1-4 0,1-2-3 16,-1-2 1-16,0 0-5 0,-1-4 2 0,0 2-6 15,-1-6 3-15,-2 3 1 0,-3-1 1 0,2-3-2 0,1-2-1 16,-4 2-3-16,0-2 1 0,-2 0-2 0,-1 1-1 16,-2-1-4-16,-1 0 1 0,-1-2-6 0,-1 2 3 15,-1-1 1-15,-1 0-5 0,0 1 4 16,0 9-2-16,-3-14-5 0,3 14 4 0,-1-10-5 0,1 10 0 16,0-9-4-16,0 9-1 0,0 0-1 0,0 0 2 15,0 0-1-15,0 0-1 0,0 0 3 16,0 0 0-16,0 0-4 0,-4 28 0 0,6-19 4 15,1 1 1-15,1 1 3 0,1 0-1 0,3-2-1 0,-2 1-3 16,6-3 1-16,1 3 1 0,-3-5-2 16,4-2 6-16,-1 1-2 0,1-2 0 0,2-2-2 15,2 0 1-15,-5-1 0 0,1-3 2 0,-4-2-1 0,3 2 1 16,-4-4 1-16,0 0-2 0,0-2 0 16,0 3-2-16,-3-6 4 0,-2 2 1 0,0-1 2 0,-4-1 1 15,0 1 0-15,-1-1 1 0,-2 1-3 16,-2-5-4-16,-1 3 3 0,-3-1 1 0,2-1-3 0,0 3 17 15,-4 0 5-15,4 5-8 0,2 0-3 0,0 2-2 16,1-1-10-16,4 7-21 0,-8-7-34 0,8 7-40 16,-6-3-12-16,6 3-30 0,0 0-12 0,0 0-27 15,0 0-151-15,-2 17-352 0,2-17 156 0</inkml:trace>
  <inkml:trace contextRef="#ctx0" brushRef="#br0" timeOffset="61341.84">9179 11109 47 0,'-6'-4'204'15,"0"2"-2"-15,-3-1-4 0,9 3-8 0,-17-1-7 16,6 2-12-16,0 2-18 0,2 1-9 0,-2 0-5 16,1 4-11-16,-3 3-5 0,0 2-10 0,3 3-9 15,0 0-13-15,1 0-7 0,2 3-8 16,2-3-8-16,1 3-5 0,2-4-5 0,2 2-6 0,2-5-6 15,2 3-3-15,0-2 0 0,4 0-7 0,1 1-5 16,2-2-17-16,2-3-18 0,1 1-23 0,3-3-29 16,2-1-23-16,1 0-25 0,-2-3-29 0,3-1-21 15,0-1-14-15,-1-1-6 0,8-1-3 0,-7-3 8 16,0 1-92-16,-1-2-281 0,1-4 126 0</inkml:trace>
  <inkml:trace contextRef="#ctx0" brushRef="#br0" timeOffset="61490.21">9498 11264 168 0,'5'-5'186'15,"-2"0"-1"-15,-3 5-9 0,7-8-10 0,-7 8-19 16,3-3-15-16,-3 3 8 0,0 0 12 0,0 0 3 16,6 11-8-16,-5-3-10 0,1 1-12 0,-1 2-15 15,-1 1-11-15,0 5-7 0,1 2-10 0,0 0-6 16,-2 1-12-16,1 5-36 0,-1-1-32 0,0 1-53 16,-1 1-77-16,0 2-73 0,-3-3-155 0,-1-1-390 15,1-6 173-15</inkml:trace>
  <inkml:trace contextRef="#ctx0" brushRef="#br0" timeOffset="66012.31">5775 13059 67 0,'-6'-8'169'15,"0"3"-1"-15,4-1-9 0,2 6-11 0,-8-8-6 16,8 8-13-16,-5-7-20 0,5 7-14 15,0 0-5-15,-8-1-12 0,8 1 2 0,0 0-8 16,-5 19-4-16,3-8-9 0,-2 4-2 0,1 3-3 0,-1 6-5 16,3-3-4-16,0 5 6 0,-1-1-3 0,1 1-6 15,1-2-4-15,3-4-3 0,-2-1-7 0,-1 7 0 16,1-9-2-16,1 4-4 0,0-3-2 0,0 1-19 16,-1-1-24-16,3 2-12 0,-2-1-15 15,0-2-29-15,-1-1-37 0,1 0-25 0,-2 0-30 0,2-2-90 16,-4-4-282-16,0 1 125 0</inkml:trace>
  <inkml:trace contextRef="#ctx0" brushRef="#br0" timeOffset="66254.18">5471 13668 144 0,'0'0'146'0,"0"0"1"0,0 0-10 16,0 0 3-16,42-6-18 0,-13 2-9 0,7-5-8 16,16-3-9-16,1-1-12 0,2-4-1 0,4 0-11 15,-1 0-9-15,0 2-6 0,-1 0-4 0,-2 0-7 16,-2 1-4-16,-3 1-14 0,-16 6-20 16,1-1-22-16,-2 2-18 0,-1 2-27 0,-3 3-19 15,-7-1-24-15,-1 2-18 0,-2 2-94 0,-6 0-232 0,-2 1 104 16</inkml:trace>
  <inkml:trace contextRef="#ctx0" brushRef="#br0" timeOffset="66716.33">5450 14276 148 0,'0'0'145'0,"0"0"-7"16,28-15-15-16,-16 4 1 0,2 0-25 0,-1-2-1 16,2-1-5-16,-1 0-10 0,5-5 8 15,-2-1-4-15,-4 5-4 0,-1-1 0 0,-1 4 0 16,0-2 2-16,-6 3 1 0,0 2 3 0,1 3 0 15,-3-1-1-15,1 0-8 0,-1 2-4 0,-3 5-1 0,5-7-11 16,-5 7-9-16,2-6-10 0,-2 6 0 0,0 0-14 16,0 0 0-16,0 0-2 0,0 0-4 15,0 0-3-15,3 22-2 0,-2-3-2 0,-2 5-3 16,2 2 1-16,-1-1-2 0,1 1-1 0,-1 2-2 16,2-3-1-16,-2-2-3 0,-2-3 3 0,6 5-2 0,-4 0 0 15,0-1 0-15,2-4-4 0,-2-2 1 16,1 2 3-16,-1-2-2 0,1 0-4 0,0-2 0 15,-1-6 3-15,0 2-5 0,0-1 6 0,2 1-6 16,-1-1-12-16,-1-1-5 0,-1-1-9 0,2 0-12 16,-1-1-14-16,0-1-12 0,0-7-16 0,-3 14-18 15,1-8-17-15,-2 0-26 0,-1-2-22 0,-4 1-19 0,-1 0-102 16,-2-1-307-16,-2-5 136 0</inkml:trace>
  <inkml:trace contextRef="#ctx0" brushRef="#br0" timeOffset="66866.37">5362 14198 2 0,'18'0'18'0,"-9"0"-22"0,0 4-3 15,2-1 1-15</inkml:trace>
  <inkml:trace contextRef="#ctx0" brushRef="#br0" timeOffset="67352.42">5817 14188 109 0,'0'0'158'0,"5"10"-10"0,-1-3 1 0,0 4-6 16,-2-2-11-16,3 1-6 0,-3 0-25 0,1-2-1 15,0 1-19-15,1-1-2 0,1 2-4 0,0-1-9 16,2-2-6-16,-1 1-7 0,-1-1-6 0,1-3 0 16,0-1-5-16,-1 0-3 0,2-1-8 0,1 1 3 15,-8-3-2-15,13-1-3 0,-4-2-3 0,-9 3-3 16,12-5 1-16,-4 0-5 0,1-3-1 0,-1 2 7 16,-4-2-7-16,-1 0 3 0,0 3-7 0,1-5-1 15,0 2 2-15,-3-3-3 0,3 2-1 0,-3 0 0 16,-1 1 0-16,0 8 2 0,1-13-11 0,-1 13 1 15,2-8-3-15,-2 8 3 0,0 0-4 0,0-8 3 16,0 8-1-16,0 0-12 0,0 0 8 0,0 0 1 16,0 0-8-16,0 0 12 0,15 19-1 0,-11-14-1 15,1-1-3-15,-5-4 3 0,9 6 4 0,-1-2-2 16,-3 0-2-16,1-2 3 0,-6-2 1 0,18 2-4 16,-8-5 2-16,0 1 3 0,-1-2 1 0,2-2-3 15,-1 0-4-15,0-1 3 0,-2-2-2 0,1 1 3 16,-2-1 5-16,-2-3-6 0,-1 3 3 0,-1-1 4 15,-1 1-2-15,0-1 0 0,-4 1 0 0,0-1-1 16,-2 1-2-16,0 0-3 0,-2 0 3 0,-1 1-4 16,2 4-2-16,0-2-16 0,-1 1-7 0,-1 1-13 15,1 0-17-15,6 4-13 0,0 0-38 0,-14-4-15 16,14 4-6-16,0 0-22 0,0 0-106 0,-9 7-274 16,9-7 121-16</inkml:trace>
  <inkml:trace contextRef="#ctx0" brushRef="#br0" timeOffset="67588.37">6392 13946 66 0,'-11'-6'173'0,"11"6"-5"0,0 0-12 0,-20 6-1 16,10 1-9-16,1 0-12 0,0 1-6 15,-3 6-4-15,3 0-8 0,0 5-5 0,-2-1-12 16,4-1-9-16,-1 8-4 0,4-8-14 0,2 7-5 0,-1-6-7 15,4-2-5-15,2 0-6 0,2 0-2 0,0-2-5 16,3 2-4-16,1-5-5 0,-2-2-14 0,4 0-18 16,-2-1-19-16,3 0-32 0,-1-3-37 15,3-1-37-15,-2 0-27 0,0-1-20 0,-1-1-102 16,1 0-295-16,-12-2 131 0</inkml:trace>
  <inkml:trace contextRef="#ctx0" brushRef="#br0" timeOffset="67834.19">6627 14145 103 0,'0'0'121'0,"17"4"17"0,-17-4-10 15,10 5-8-15,-10-5 6 0,9 9-9 0,-6-3-1 16,2 2-4-16,-2 0-2 0,0 1 0 0,0 1 2 16,-5-2-4-16,0 4-5 0,-1-1-7 0,-1-1 0 15,-1 2-7-15,0-2-2 0,0 2-7 0,1-2-1 16,-2-1-12-16,1 0-4 0,-3-1-6 0,3-2-8 15,4 0-5-15,-3 1-3 0,4-7-5 0,-3 9-2 16,2-3-5-16,1-6-3 0,0 0-7 0,0 0-19 16,6 13-20-16,-6-13-18 0,18 1-31 0,-6-3-56 15,7-5-38-15,0 0-42 0,3 0-128 0,5-7-361 16,3 0 160-16</inkml:trace>
  <inkml:trace contextRef="#ctx0" brushRef="#br0" timeOffset="68134.2">7556 13443 15 0,'-7'0'222'16,"7"0"-7"-16,-9-3-11 0,9 3-16 0,-9-3-11 16,9 3-13-16,0 0-19 0,-10-1-16 0,10 1-10 15,0 0-9-15,0 0-10 0,0 0-8 0,0 0-7 16,24-6-11-16,-13 4-7 0,9-1-11 0,1-2-25 16,-2 3-23-16,3-1-25 0,-2-1-35 0,0 2-34 15,-1 1-32-15,-2-2-30 0,-5 3-16 0,0 0-106 16,-2 2-292-16,-10-2 130 0</inkml:trace>
  <inkml:trace contextRef="#ctx0" brushRef="#br0" timeOffset="68291.87">7680 13535 25 0,'-3'4'145'0,"3"-4"-6"0,-7 8-6 0,7-8-8 16,-4 3 3-16,4-3 9 0,0 0 2 0,0 0-6 15,8 10-13-15,-2-7-10 0,6-3-13 16,5-3-15-16,2 1-23 0,2-2-20 0,7 0-29 15,1-5-41-15,4 3-42 0,-4-2-54 0,-1 0-105 16,2-2-251-16,-3 0 111 0</inkml:trace>
  <inkml:trace contextRef="#ctx0" brushRef="#br0" timeOffset="70718.36">9174 12909 119 0,'0'0'190'0,"-5"3"-7"16,5-3-10-16,0 0-13 0,0 0-11 0,0 0-10 15,0 0-12-15,0 0-15 0,0 0-17 0,0 0-2 16,0 0-7-16,0 0-10 0,0 0-10 0,23-1 1 16,-5 1-10-16,-3-2-15 0,2 0-25 0,2 0-26 15,0-2-22-15,3 1-33 0,5-3-41 0,0 0-34 16,-7 1-129-16,1-1-289 0,7-3 128 0</inkml:trace>
  <inkml:trace contextRef="#ctx0" brushRef="#br0" timeOffset="71125.73">9922 12597 28 0,'9'-8'129'0,"5"-3"-2"0,-2-2-8 16,3 3-4-16,-1-1-5 0,2 0-4 0,-1 0-3 0,-2 2-6 15,-2 0-1-15,-2 3-3 0,1-2 6 16,-2 2 8-16,-2 1 2 0,-2 1 2 0,-4 4-4 16,6-4-2-16,-6 4-6 0,9-6-6 0,-9 6-5 15,0 0-8-15,3-5-13 0,-3 5-6 0,0 0-10 0,0 0-7 16,0 0-4-16,0 0 0 0,0 0-1 0,6 15 6 16,-6-3 0-16,0 5 4 0,0 1-9 15,0 9 1-15,3-3 3 0,-3 4-4 0,1-1-3 16,2-1 0-16,-1 2-2 0,-2-1-1 0,0 0-1 15,1 0 2-15,-1 0-6 0,0-2 2 0,4 0-3 0,-5-1-6 16,2-3 1-16,3-2-2 0,-3 0-4 0,-2-1-2 16,1 0-1-16,1-2 0 0,-1 0-2 15,3-2 0-15,-2-4 0 0,0 0-7 0,-1 1-14 16,0-1-15-16,0-3-14 0,0-7-21 0,0 10-18 0,0-10-14 16,-2 9-15-16,2-9-29 0,-8 7-42 0,8-7-37 15,-11 0-171-15,11 0-415 0,-23-4 184 16</inkml:trace>
  <inkml:trace contextRef="#ctx0" brushRef="#br0" timeOffset="71300.13">9705 12482 13 0,'-3'-5'132'0,"3"5"-14"0,0 0-10 0,0 0-15 0,12-6-3 15,-12 6-17-15,15 4-36 0,-5-2-49 0,4 3-46 16,-5 2-41-16,1-1-108 0,1 0 48 0</inkml:trace>
  <inkml:trace contextRef="#ctx0" brushRef="#br0" timeOffset="71690.42">9476 13347 150 0,'0'0'142'0,"0"0"-4"0,0 0-6 0,0 0 12 15,0 0-11-15,33 7-6 0,-1-8-9 16,5-2-6-16,19-4-10 0,4-3-9 0,30-4-7 16,-29 2-9-16,27-7-10 0,-25 3-4 0,0 1-6 15,-1 1 0-15,-2-1-11 0,-2 1-5 0,2-1-5 0,-5 5-3 16,-3-4 8-16,-3 2-14 0,-10 4-5 15,-4-1 0-15,-2 2-10 0,-2 0-20 0,-4-2-7 16,-9 6-27-16,-6 1-24 0,1 1-38 0,-1-2-33 16,-6 2-32-16,-6 1-88 0,0 0-277 0,0 0 123 15</inkml:trace>
  <inkml:trace contextRef="#ctx0" brushRef="#br0" timeOffset="72278.62">9477 13779 84 0,'0'0'250'15,"-5"-7"-30"-15,5 7-17 0,0 0-19 0,0 0-16 16,0 0-21-16,0 0-16 0,0 0-12 15,0 0-12-15,0 0-4 0,-6 19-12 0,4-8-1 0,2 1-3 16,-1 4-10-16,1 3-5 0,1-2-6 0,2-2-7 16,2 2-23-16,1-1 0 0,2 0-4 0,-1-3-4 15,-1-2-3-15,3-2 0 0,0 0-1 0,-1 0 1 16,3-4-6-16,0 0 1 0,1-2-1 16,1-1-2-16,-2-2 0 0,3-1 4 0,-2-2-6 15,-2 0-1-15,3-2 7 0,-2 0-4 0,0-3-1 16,3-3 2-16,-3-2-4 0,1 5-2 0,-3-1 1 0,-3-3-1 15,2 3 0-15,-1-4 0 0,-2 3-3 0,0-1-2 16,-1-1-3-16,-1 2 6 0,1 1-5 0,0 1-3 16,-2 3 3-16,-2 5-1 0,4-9-8 15,-4 9 2-15,4-4-1 0,-4 4 1 0,0 0-1 16,0 0 2-16,7 12-1 0,-7-12 0 0,6 14 0 0,-3-5-1 16,1 1-1-16,5-2 5 0,-4 0-1 0,3 1 1 15,0-2-1-15,0 0 0 0,3-1 1 0,-2-3-1 16,3 0 1-16,-1-3 0 0,0 0-6 15,2-2 10-15,-1 1-2 0,0-5-3 0,0 2 2 16,-1-2 0-16,1-3 1 0,-3 2 1 0,-1-3 2 16,3-2 0-16,-6 2-1 0,-1-1 3 0,0 0 1 0,-2-1-3 15,1 0-1-15,-2 1 0 0,-2 1-1 0,0-2-1 16,-2 0-1-16,-2-3-4 0,0 5-8 0,1 0-5 16,0 3-8-16,-1 2-10 0,1-1-14 15,4 6-21-15,0 0-11 0,-9-6-22 0,9 6-19 16,0 0-19-16,0 0-9 0,0 0-21 0,0 0-21 0,-5 18-99 15,5-18-312-15,0 0 139 0</inkml:trace>
  <inkml:trace contextRef="#ctx0" brushRef="#br0" timeOffset="72502.28">10316 13631 166 0,'0'0'194'0,"-9"-2"-3"16,9 2-9-16,-17 3-8 0,8-1-9 0,-2 1-5 15,-1 4-4-15,2-1-11 0,-4 6-6 16,1 2-9-16,3 4-10 0,0-1-12 0,-1-1-4 16,4 10-3-16,0-7-10 0,4-2-15 0,0 1-8 15,3 0-5-15,3-2-8 0,0-2-5 0,4-1-8 0,2 1-2 16,-2-3-18-16,5 0-15 0,2-2-26 0,0 1-29 16,2-3-36-16,1-1-37 0,-2-1-46 15,2 2-32-15,-5-3-154 0,-2-1-380 0,0-1 169 16</inkml:trace>
  <inkml:trace contextRef="#ctx0" brushRef="#br0" timeOffset="72772.36">10633 13849 184 0,'8'-2'170'0,"-8"2"-12"0,13 3 5 15,-6-1-1-15,-2 0-2 0,-5-2-1 0,11 8-8 16,-8-4 0-16,-1 1-7 0,-2-5 1 0,2 12-14 15,-2-5-1-15,0-7-10 0,-3 19-10 0,-1-10-5 16,2 0-7-16,-3 1-11 0,1-1-5 0,0 0-8 16,-1 1-2-16,2-2-12 0,-2 1-4 0,2-4-8 15,2 2-4-15,1-7-7 0,-1 11 2 0,1-11-8 16,2 12 2-16,1-8-4 0,3 0-3 0,1-2-4 16,6-2-4-16,3-1-8 0,5-1-12 0,8-4-21 15,-1-3-20-15,2-1-24 0,-5 0-32 0,6 0-49 16,-2-4-52-16,-1 1-57 0,-2 0-138 0,1-2-429 15,-3 2 190-15</inkml:trace>
  <inkml:trace contextRef="#ctx0" brushRef="#br0" timeOffset="72979.7">11535 13699 125 0,'0'0'106'0,"0"-8"-33"16,0 8-37-16,0 0-40 0,0 0-52 0,-12-7-61 16,12 7 26-16</inkml:trace>
  <inkml:trace contextRef="#ctx0" brushRef="#br0" timeOffset="74352.48">9979 12626 106 0,'-5'-4'104'0,"5"4"-10"0,0 0 7 0,-9-6-3 15,9 6-15-15,-6-5-9 0,6 5 9 0,-5-6-5 16,5 6-9-16,-4-5 1 0,4 5 0 0,0 0 0 16,-5-6-9-16,5 6-3 0,0 0-2 0,0 0-2 15,0 0 2-15,-3-7-10 0,3 7 2 0,0 0-10 16,0 0-3-16,-2-8-5 0,2 8-3 0,0 0-2 16,0-11-5-16,0 11 3 0,0 0-5 0,0-11-2 15,0 11 0-15,2-10-3 0,1 6-2 0,-3 4-2 16,4-10-2-16,-2 5 3 0,-2 5-2 0,7-11-3 15,-3 5 1-15,1-1 3 0,0 1-8 0,1-3 3 16,-2 2 10-16,1-2-14 0,-1 3-6 0,5-2 12 16,-7 2-3-16,2-3 0 0,-1 4 0 0,-3 5-2 15,4-10 5-15,-4 10 8 0,2-8 4 0,-2 8 1 16,2-7 1-16,-2 7-2 0,0 0 3 0,0 0-3 16,2-9-1-16,-2 9-3 0,0 0-2 0,0 0 1 15,0 0-2-15,0 0 0 0,-1-10 1 0,1 10 0 16,0 0 0-16,0 0-2 0,0 0 1 0,0 0-3 15,0 0-2-15,0 0 0 0,0 0-3 0,0 0 1 16,0 0-3-16,0 0 1 0,0 0-4 0,0 0 1 16,0 0-1-16,0 0 7 0,0 0-6 0,0 0 2 15,0 0-1-15,0 0-2 0,0 0 4 0,0 0-5 16,0 0 4-16,0 0-2 0,0 0 5 0,5 23-5 0,-5-23 0 16,1 13-2-16,2-1 5 0,-3-1-1 15,1 0 1-15,1 1 0 0,-2 1 0 0,3-2-1 16,0 6 0-16,-1 0 1 0,1-2-6 0,1 0 5 15,0 1 0-15,-1 0 3 0,2 1-2 0,-1-1 7 0,-1 1-4 16,-1 0 3-16,3-2-1 0,-2 4 3 0,0-3 4 16,0 1 3-16,0-2-3 0,2 1 2 15,-1 1-8-15,0-2 2 0,1 0 0 0,-1 1 4 16,1-1-9-16,0 1 2 0,0 0-1 0,0-1 5 0,-1 2-3 16,0-2 2-16,0 1-3 0,-2 1 6 0,2 0-5 15,-3 1 2-15,1-1 0 0,-2 0 3 16,3-1 3-16,0 2 4 0,-4 0 0 0,-1-4-2 0,0 2-1 15,2-4-1-15,-1 0 0 0,-2-2 1 16,1 2-2-16,-1-3 0 0,-1 2-1 0,0 0 0 0,0-1-1 16,0-2 3-16,2-1-4 0,-3-1 1 0,0 2-3 15,1-1 2-15,1-2-2 0,-3 0-3 0,6-5 2 16,-9 9 2-16,4-7-1 0,5-2-2 16,-9 5 3-16,1-4-2 0,8-1 0 0,-12 0-3 0,12 0 13 15,-13-3 3-15,8-2-3 0,1 0-4 0,-4-5-9 16,3-1-3-16,-1-4-9 0,2-2-4 15,3-1-3-15,-1 2 5 0,5-1 0 0,1-4 2 0,1 4-3 16,-1 0 4-16,3 1-6 0,1-1 3 0,-2 5-4 16,2-2 0-16,2-1-4 0,0 3-10 0,-1 3-14 15,0 2-16-15,0-3-17 0,2 3-32 0,-1-1-29 16,-3 1-40-16,4 1-29 0,-2 0-116 0,2-1-344 16,-5 0 152-16</inkml:trace>
  <inkml:trace contextRef="#ctx0" brushRef="#br0" timeOffset="74599.82">9817 12421 32 0,'-1'-8'183'0,"1"8"-22"16,0 0-12-16,2-12-18 0,-2 12-17 0,7-7-14 15,-7 7-28-15,4-5-35 0,-4 5-38 0,7-3-33 16,-7 3-32-16,0 0-81 0,10 1-159 0,-10-1 72 16</inkml:trace>
  <inkml:trace contextRef="#ctx0" brushRef="#br0" timeOffset="75768.08">9026 10418 19 0,'0'0'22'0,"1"-8"4"0,-1 8-5 0,0 0 3 15,0 0-5-15,0 0 2 0,4-7-10 0,-4 7 0 16,0 0 2-16,0 0-1 0,0 0-7 15,4-6 2-15,-4 6 7 0,0 0-6 0,0 0 4 16,0 0 2-16,0 0 2 0,0 0 2 0,0 0 5 16,0 0 1-16,0 0 4 0,0 0 0 0,0 0 6 0,0 0 2 15,0 0 2-15,0 0 3 0,0 0 4 0,0 0-4 16,0 0 3-16,0 0 6 0,-5 23-2 0,5-23-1 16,-3 12-3-16,3-5 3 0,0-7 1 15,-1 19-1-15,0-10 5 0,1 1-1 0,0 0-3 0,0 0-3 16,-2 3 4-16,2-2-2 0,2 0-16 0,-2-1 0 15,-2 2 1-15,2 1 0 0,0-2 4 0,0 1-13 16,0-2 2-16,0 2-2 0,0 0-2 16,0-1-1-16,-1 0 2 0,1-1-3 0,-1-1 1 0,1-1-10 15,-1 2 4-15,-1-1 0 0,1 0-2 0,0 1 2 16,1-10-2-16,-4 14-4 0,1-9 6 0,-2 4-3 16,0-4-2-16,-1 4-3 0,1-4-2 0,-2 0 6 15,0-1 0-15,0 0-3 0,-2 0-3 0,0-2 6 16,-2-1-3-16,2 1-1 0,-1-1-3 0,0-1 7 15,10 0-1-15,-17-3 5 0,7 2-3 0,3-3-4 16,1-1 3-16,-1-1 0 0,2-2 0 0,-2-2-7 16,3-2 4-16,3 0 1 0,2-7-4 0,0 1-11 15,2-1-2-15,6-6-7 0,-3 6 6 0,6-4 3 16,0 1-10-16,1 0 3 0,-1 6 2 0,-2 3-2 16,3 0-2-16,1 1-5 0,0 1-11 0,0 1-13 15,-4 1-27-15,0 2 5 0,7 0-6 0,-7 2-19 16,5 1-17-16,-3 0-106 0,1 1-233 0,-1 1 104 15</inkml:trace>
  <inkml:trace contextRef="#ctx0" brushRef="#br0" timeOffset="78458.6">12408 12568 87 0,'0'0'173'15,"0"0"-10"-15,0 0-8 0,0 0-13 0,-7-3-16 16,7 3-10-16,0 0-10 0,0 0-17 0,0 0-6 16,0 0-6-16,0 0-5 0,0 0-6 0,24-2-10 15,-12 2-5-15,1-2-6 0,3 0-3 0,1 0 1 16,4 0-9-16,-4 1-3 0,2-2-3 0,-1 1-3 16,-2-1 3-16,0 1-11 0,-5-1 3 0,1 1-8 15,-2 0 4-15,-3 2-5 0,-1-1-3 0,-6 1 2 16,12 0 1-16,-12 0-5 0,0 0-3 0,9 1 6 15,-9-1-2-15,4 7-4 0,-4-7-1 0,2 11 1 16,-4-3-2-16,-2 4 6 0,-3 2 3 0,-2 1 0 16,-2 2 2-16,-4 7 1 0,-1 0 3 0,-3 1 1 15,-3-1-1-15,-1-1-8 0,3-1 9 0,-1 0-3 16,0 1 0-16,0-4 3 0,2-1 0 0,5-4-5 16,3-1 1-16,0 1 4 0,1-6-3 0,4 2-3 15,-1-2-2-15,3-2 3 0,-2 2-1 0,5-3 5 16,-2 1-4-16,3-6 0 0,2 13-1 0,3-9-2 15,0 0 2-15,4 1 2 0,1-2-5 0,5 0 1 16,4-3 2-16,2 0-5 0,1 0-15 0,6-1-16 16,1-3-22-16,2 0-26 0,-2 1-21 0,3-2-21 15,-3 2-25-15,1-1-25 0,-1-4-121 0,-8 6-309 0,4-5 136 16</inkml:trace>
  <inkml:trace contextRef="#ctx0" brushRef="#br0" timeOffset="78878.45">13044 12832 134 0,'13'0'141'0,"-7"-2"-5"0,-6 2-6 0,14 3 10 16,-9 1-2-16,3-1-9 0,-3 1-3 0,-1 1-4 16,2 1-15-16,-2 0-2 0,0 4-4 0,-6 1-9 0,0 1-5 15,-8 5-4-15,1-1-11 0,-9 3-6 16,3-3-5-16,-4 3-4 0,-4 3 2 0,2-6-9 15,-2 2-2-15,8-6-7 0,-3 1-4 0,5-3-4 16,1-3-6-16,3-1 0 0,0 1-3 0,2-1-3 0,2-3 1 16,1 1-5-16,4-4-5 0,-6 6 1 0,6-6 2 15,0 0-4-15,0 0-1 0,0 0-1 0,0 0 0 16,20 0-2-16,-11-2-2 0,4 0 2 16,-1-1-4-16,-1 0 0 0,3 3 2 0,-4-1-3 0,2-1 0 15,1 2-2-15,-2 2 1 0,2-1-1 0,-3 2 0 16,-5 0-2-16,3 1 2 0,-3 0-3 15,2 1 6-15,-3 0-3 0,-1 0 0 0,1 2 1 0,-4-7 17 16,0 12 3-16,-2-3-1 0,-3-1 2 0,-1 2 6 16,0-1-4-16,-2 0-1 0,-5 2 1 0,1 0-5 15,-1 0-3-15,1-3-4 0,3 0 2 0,-6-1-1 16,1 1-3-16,3-2 1 0,0-1-13 0,1 1-9 16,2-2-16-16,-1-2-28 0,0 0-28 0,0 0-40 15,9-2-60-15,-13-3-207 0,3-2-422 0,3 1 187 16</inkml:trace>
  <inkml:trace contextRef="#ctx0" brushRef="#br0" timeOffset="79041.8">13559 12840 12 0,'0'0'-2'0,"1"4"-3"16,-1-4 2-16</inkml:trace>
  <inkml:trace contextRef="#ctx0" brushRef="#br0" timeOffset="79181.28">13495 12943 8 0,'0'0'127'0,"0"0"-6"0,-3 7-3 16,3-7-1-16,0 0-6 0,0 0-7 0,7 9-8 15,-7-9-5-15,10 3-22 0,-10-3-27 0,17-3-25 16,-3 1-42-16,1-3-57 0,-1 0-71 0,2-3-165 16,4-1 73-16</inkml:trace>
  <inkml:trace contextRef="#ctx0" brushRef="#br0" timeOffset="79621.75">14393 12755 34 0,'-7'-4'200'16,"1"-1"-26"-16,1 2-10 0,1-3-16 0,4 6-12 15,-2-12-18-15,2 5-6 0,0 7-18 0,2-18 4 16,1 7-2-16,1 1-8 0,0-1-6 0,2 2-7 15,1-1-4-15,0 0-3 0,-2 1 0 0,1 1-5 16,-3 2-3-16,1 1-3 0,0-1-4 0,-4 6-5 16,6-7-9-16,-6 7-1 0,2-6-11 0,-2 6 1 15,0 0-2-15,11 2-1 0,-11-2-7 0,11 7-1 0,-2 1-2 16,-2 2 1-16,-1 4 0 0,3 3 1 0,0 1 18 16,-4 1 0-16,2 6 3 0,-1 0 0 15,-1 0-2-15,0-5 2 0,-5 5-4 0,4 0 2 16,0 0-3-16,-1-6-3 0,-2 5 2 0,2-3-5 0,-3 4 0 15,0-5 3-15,2 8-1 0,-2-9-2 16,0 1-5-16,0 0-2 0,-2-1-1 0,2-1 1 16,-3-1-4-16,-1 1 0 0,0 0-2 0,-2-2 0 15,2 0 0-15,-2 0-3 0,-1-6-1 0,1 3-11 16,1-4-13-16,-4 1-15 0,2 0-19 0,-2-3-26 0,0 1-28 16,0-3-29-16,3-2-34 0,-3-1-42 0,0-2-180 15,-2-2-418-15,2-2 184 0</inkml:trace>
  <inkml:trace contextRef="#ctx0" brushRef="#br0" timeOffset="79787.6">14185 12555 47 0,'0'0'93'0,"6"-8"-28"15,-6 8-39-15,15 2-65 0,-5-1-41 0,8 0 18 16</inkml:trace>
  <inkml:trace contextRef="#ctx0" brushRef="#br0" timeOffset="80268">14865 12579 28 0,'0'10'198'0,"-4"0"-8"0,4 2-4 16,-2-1-16-16,-1-2-11 0,2 3-16 0,0-2-10 16,1-1-13-16,1 2-8 0,0 1-9 0,4-3-11 15,-1 2-9-15,1-3-5 0,-1 1-7 16,5-4-6-16,1 1-7 0,0 0 0 0,1-2 1 0,1-1 0 16,1-3-4-16,-2 0-3 0,3 0-5 0,3-3 3 15,-5-1-4-15,1-2-6 0,-3 2-3 0,1-2-5 16,-2-2-4-16,0 2-1 0,-1-2-2 0,-3-2-6 15,0 1 0-15,1-1-4 0,-2 0 2 0,1 0-5 16,-3 3 2-16,-1 1-1 0,1 0-3 0,-2 6-2 16,3-10-2-16,-3 10-2 0,0 0-5 0,3-6 0 15,-3 6 1-15,0 0-3 0,0 0 4 0,0 0-2 16,0 0 3-16,5 23-4 0,-5-16 0 0,4 1 3 16,-1 1 0-16,4-1-3 0,-1-1 3 0,4 2 0 15,-3-3-1-15,5-2 0 0,0 1 3 0,2-1-2 16,0-4 5-16,-1 0-2 0,6 0-1 0,-4-2 1 15,2-2 2-15,-3 1-2 0,-1-1 3 0,-3-2 5 16,2 0 3-16,-3-1 4 0,-2 0 3 0,-3-2-3 16,4 0 4-16,-4-1-6 0,-1 0 0 0,-1-1-6 15,-4 1 5-15,1-2-5 0,-1 1 1 0,-2 0 1 16,-4 0-1-16,3 2-2 0,-3-2-6 0,1 3 1 16,-1 0-8-16,-1 1-13 0,1 1-13 0,2 2-21 15,-2 2-29-15,8 2-31 0,0 0-48 0,-16-4-30 16,10 6-43-16,6-2-127 0,0 0-389 0,0 0 172 15</inkml:trace>
  <inkml:trace contextRef="#ctx0" brushRef="#br0" timeOffset="80604.53">15657 12350 142 0,'0'0'227'16,"5"-5"-5"-16,-5 5-19 0,0 0-18 0,4-6-18 15,-4 6-15-15,0 0 0 0,0 0 6 0,3 21-5 16,-5-5 0-16,0 9-9 0,-1 1-9 0,0 5-4 16,-1 1-5-16,-1 0-1 0,1 2-14 0,-3-3-6 15,2 1-5-15,-1-1-15 0,0 1-2 0,2-3-7 16,-1-1-9-16,-1-4-6 0,4-5-2 0,1-3-6 16,-2 3-5-16,-1-6-6 0,3 0-8 0,0-2 2 15,0-4-1-15,1 0-8 0,0-7-4 0,0 11 3 16,0-11-1-16,0 7 0 0,0-7 0 0,10 5-5 15,-3-4-2-15,5-1-3 0,8-3 5 0,6-4-7 16,1 1 3-16,2-2-4 0,3 1 2 0,-1-1-14 16,2-4-14-16,-3 3-15 0,-1-1-26 0,3 1-25 15,-2 0-27-15,0 1-30 0,-1-1-37 0,-1 1-27 16,2 0-24-16,-3-1-25 0,-1 2-6 0,-5 2-132 16,-2-2-418-16,3 3 185 0</inkml:trace>
  <inkml:trace contextRef="#ctx0" brushRef="#br0" timeOffset="80729.42">16330 12729 101 0,'0'0'179'16,"0"0"-1"-16,0 0-11 0,0 0-24 0,0 0-13 15,0 0-14-15,-3 11-10 0,3-11-18 0,0 0-28 16,0 0-36-16,0 0-44 0,0 0-59 0,0 0-121 0,0 0-214 16,0 0 94-16</inkml:trace>
  <inkml:trace contextRef="#ctx0" brushRef="#br0" timeOffset="90907.8">12479 12729 11 0,'0'0'-1'15,"0"0"-1"-15,0 0-2 0,0 0 1 0</inkml:trace>
  <inkml:trace contextRef="#ctx0" brushRef="#br0" timeOffset="101199.29">1876 13473 18 0,'-64'-69'-3'0,"32"24"-4"0,4 5 2 0</inkml:trace>
  <inkml:trace contextRef="#ctx0" brushRef="#br0" timeOffset="106354.79">29149 7783 22 0,'0'0'35'16,"4"-5"1"-16,-4 5-6 0,0 0-1 0,0 0-8 15,0 0 3-15,0 0 1 0,0 0-8 0,1-9 5 16,-1 9-1-16,0 0-5 0,0 0 3 0,0 0-4 16,0 0 0-16,0 0-8 0,0 0-8 0,0 0 9 15,0 0 5-15,0 0-5 0,0 0-2 0,0 0-8 16,0 0-4-16,0 0-2 0,0 0-13 0,0 0-38 16,0 0-63-16,0 0 28 0</inkml:trace>
  <inkml:trace contextRef="#ctx0" brushRef="#br0" timeOffset="107882.05">29061 8863 27 0,'0'0'77'0,"0"0"-10"16,0 0-5-16,0 0-8 0,0 0-11 0,0 0-8 16,0 0-12-16,0 0-14 0,-10 0-15 0,10 0-5 15,0 0-23-15,-6 6-24 0,6-6-62 0,-7 5 27 16</inkml:trace>
  <inkml:trace contextRef="#ctx0" brushRef="#br0" timeOffset="112384.05">3670 15290 1 0,'1'8'83'0,"1"2"9"0,-1 0-14 16,-2 6-11-16,1 0 7 0,0-4 6 16,0 7-1-16,-2 1 20 0,4-1-10 0,-2 5 5 0,0-4-9 15,2-1 4-15,-3 6-11 0,2 2 2 16,2-1-16-16,0 4-1 0,-3-1-6 0,2 0-7 16,-2-2-2-16,0 0 7 0,1-3-15 0,0-4-2 15,-2-1-2-15,3 1 0 0,0-1-7 0,-1 0 0 16,0-2-3-16,2 1 0 0,-2-1-3 0,0-4-6 15,-1-2 10-15,0 0-15 0,0-11 8 0,0 13 3 16,0-13 4-16,2 10 15 0,-2-10 13 0,0 0 6 16,0 0 10-16,0 10-6 0,0-10-8 0,0 0-8 15,0 0 1-15,0 0-10 0,0 0-3 0,0 0 1 16,0 0-11-16,-4-44 1 0,5 33-2 0,3-5-8 16,3 1-2-16,-2-2 3 0,2 1-5 0,2-1 0 15,1 1-3-15,1 1 0 0,-1 2-2 0,0 1-1 16,-2 4-2-16,2 1 2 0,-1-2-4 0,2 4-2 15,0 0-2-15,-1 3 4 0,-10 2-5 16,19-3-4-16,-9 5 2 0,-10-2 2 0,22 5-1 0,-10 0-1 16,-1 0 3-16,-1 3-3 0,-1 1 3 0,-2 0-1 15,3-1 4-15,-3 1-3 0,2 4-1 0,-1-1 0 16,-2-2 1-16,1 1 3 0,-1 0-3 0,-2 0-19 16,0 2-15-16,0 0-29 0,-1-1-21 0,0 3-41 15,2-1-39-15,-4-1-33 0,-1-13-138 0,2 20-360 16,-2-20 159-16</inkml:trace>
  <inkml:trace contextRef="#ctx0" brushRef="#br0" timeOffset="112605.68">4134 15779 93 0,'0'0'129'0,"0"0"14"15,0 0 1-15,0 0 0 0,0 0-12 0,0 0-5 16,0 0-17-16,5 32-3 0,-5-32-9 0,0 20-8 16,1-6-11-16,-1-1-3 0,0-13-8 0,5 26-14 15,-5-14-12-15,0 0-17 0,0-12-22 0,3 23-32 16,-3-13-30-16,0-10-51 0,2 20-19 0,1-11-95 16,-3-9-240-16,0 15 106 0</inkml:trace>
  <inkml:trace contextRef="#ctx0" brushRef="#br0" timeOffset="113076.11">4386 15841 75 0,'0'0'190'0,"11"4"-4"0,-11-4-4 0,0 0-4 16,0 0-9-16,17-7-6 0,-17 7-11 15,11-9-5-15,-3 1-7 0,0-1-8 0,3-4-7 16,-3 3-10-16,-1-4-11 0,2-2-12 0,3 1-2 0,-6-1-13 16,-1 4-7-16,-1-2-2 0,0 0-3 0,-1 3-12 15,-3-2 1-15,1 3-9 0,-1-1-6 16,0 11-6-16,-3-13 0 0,3 13-9 0,-7-9-2 0,7 9-4 16,-12-1-3-16,12 1-4 0,-22 10-1 15,8 0-2-15,-2 4-3 0,0 9 5 0,0 1-1 16,3-3 1-16,2 4 2 0,2 0-2 0,3 0-2 15,3-6 2-15,0-1-3 0,3 2 0 0,1-1-18 16,3-1-12-16,3-3-14 0,0 3-19 0,1-4-29 16,6-1-29-16,1-2-20 0,4-2-55 0,-1-1-199 15,0-1-419-15,1-1 185 0</inkml:trace>
  <inkml:trace contextRef="#ctx0" brushRef="#br0" timeOffset="113417.73">5089 15267 176 0,'0'0'194'15,"-30"9"-16"-15,13 0 0 0,-6 10-2 0,1 4-14 16,0 3-6-16,0 4 0 0,-4 11-6 0,7 5-10 0,0 0-13 16,4 0-1-16,7-10-8 0,-1 9-4 15,5-9-12-15,-2 8-7 0,6-11-6 0,5-1-8 16,-2-2-7-16,2-1-8 0,0-1-4 0,3 2-7 16,3-4-3-16,-1-3-6 0,-2-6-5 0,8 7-2 15,-3-1-5-15,3 0 0 0,-4-8-17 0,1-2-21 16,3 1-34-16,-5-3-26 0,0-3-39 0,1-1-39 15,2-1-50-15,-2-4-51 0,0-1-133 0,8-4-406 16,-4-1 179-16</inkml:trace>
  <inkml:trace contextRef="#ctx0" brushRef="#br0" timeOffset="113810.29">5232 15611 1584 0,'-6'-6'46'0,"1"2"-13"0,5 4-3 16,-8-8-9-16,8 8-13 0,-3-5-7 0,3 5 2 16,0 0 2-16,8-13 4 0,0 7-5 15,4-1 0-15,5-1 1 0,-2-1-5 0,3 2 6 0,-1 0 3 16,0 0-1-16,-1 0 12 0,-2 2-7 0,1 0 9 16,-3 3 0-16,-2-1-2 0,-2 3 5 0,2-3-6 15,-4 2 0-15,-6 1 6 0,12 4 10 16,-7-1 3-16,0 4 9 0,-1 2 4 0,-4 7 7 15,-2 1 0-15,-3 8 10 0,-2 1-8 0,-2 1-1 16,-4 3-3-16,1-4-3 0,0 2-3 0,-2-3 2 16,2 0-4-16,-2-5-3 0,6-3-3 0,2-1-3 15,-1-1-6-15,1-6 1 0,2 0-4 0,3-2-2 0,-3-3-3 16,4-4-5-16,-4 10 1 0,4-10-2 16,-2 7-4-16,2-7 3 0,0 0-2 0,0 0-2 15,9 9 2-15,-4-7-3 0,6-2 2 0,1 0-6 16,1-1 4-16,5 0-11 0,-2-2-21 0,5 1-18 15,-1 1-21-15,2-3-26 0,-3 1-28 0,1 2-22 16,1-4-21-16,-1 2-33 0,-2 1-16 0,1-2-158 16,-1 1-392-16,-1-2 173 0</inkml:trace>
  <inkml:trace contextRef="#ctx0" brushRef="#br0" timeOffset="114011.73">5698 15695 104 0,'0'0'156'0,"0"0"-10"16,0 0 13-16,0 0 11 0,0 0 4 0,-8 21-8 16,7-9-8-16,-3 4 2 0,2 0-14 0,-3 3-7 15,5-3-9-15,-4 5-17 0,3-3-10 16,-1 2-6-16,2-2-11 0,-1 0-7 0,0 1-8 16,1-2-8-16,-2 1-11 0,4-1-27 0,-1 1-33 0,0-3-46 15,1-3-44-15,-1 0-57 0,0-2-209 0,-1-10-394 16,1 16 175-16</inkml:trace>
  <inkml:trace contextRef="#ctx0" brushRef="#br0" timeOffset="114390.32">5970 15694 53 0,'0'0'186'0,"-7"-1"-15"0,7 1-13 0,0 0-6 16,0 0-6-16,0 0-9 0,21-5-9 0,-3 2-11 15,3-2-17-15,6 1-6 0,2 0-10 0,2-2-3 16,-1 1-13-16,2 0-4 0,-4-2-22 0,2 5-16 16,-9-4-19-16,0 2-23 0,-4 1-23 15,0 0-27-15,-2 1-27 0,-3-1-18 0,0 0-16 16,-6 2-100-16,2 0-247 0,-8 1 110 0</inkml:trace>
  <inkml:trace contextRef="#ctx0" brushRef="#br0" timeOffset="114613.74">6280 15508 87 0,'-8'-3'139'0,"8"3"-13"15,0 0-6-15,-9-3-8 0,9 3 11 0,0 0 7 16,-6 13 12-16,4-4 7 0,2 3-4 0,-1 4-4 15,0 2-6-15,-1 0-9 0,4 6 6 0,-2-4-9 16,2-1-9-16,-3 0-11 0,2 6-7 0,1-5-13 16,-1-3-1-16,-1 1-13 0,3-1-7 0,-2 0-5 15,1 1-7-15,2-1-17 0,-1-2-20 0,-1-1-22 16,-1-3-36-16,1 1-40 0,0-3-48 0,2-1-39 16,0-2-41-16,0-1-127 0,1-2-367 0,-5-3 163 15</inkml:trace>
  <inkml:trace contextRef="#ctx0" brushRef="#br0" timeOffset="114976.43">6566 15415 94 0,'10'-3'145'0,"-10"3"-7"0,22-5-7 0,-11 3-10 15,-11 2-11-15,21 2-7 0,-15-1 1 0,-6-1-10 16,17 1-4-16,-8 5 2 0,0-1 3 16,-3 1 15-16,-2 3 6 0,0 1-4 0,0 8-1 15,-3-1-6-15,-4 2 0 0,-2 7-4 0,0 1-2 16,-5 1-4-16,-3-3-5 0,1 2-8 0,1-5-7 16,0 4-5-16,2-8-4 0,0 0-5 0,0-3 0 15,1 1-6-15,3-5-1 0,2 0-6 0,-3-1-5 0,5-3-2 16,-2 1-4-16,1-2-8 0,0-1 0 15,2-5-2-15,-2 11 0 0,2-11-4 0,0 0-1 16,2 9-2-16,-2-9 1 0,9 4-4 0,1-3 2 16,-10-1-2-16,27-4-8 0,-9 3-25 0,4-2-30 15,5-1-30-15,-8 1-33 0,0-1-37 0,4-2-35 16,-2 3-22-16,-1-4-22 0,-1 1-161 0,-2-2-417 16,1 2 184-16</inkml:trace>
  <inkml:trace contextRef="#ctx0" brushRef="#br0" timeOffset="115209.18">6958 15680 12 0,'0'0'89'0,"0"0"23"16,0 0-2-16,0 0 15 0,0 0 11 0,11 9-4 15,-10-1 2-15,1-2-2 0,0 3-6 0,-1-1-4 16,1 2-8-16,-2 0 3 0,0 2-2 0,0-1-4 16,-2 2-1-16,1-1-12 0,-2 0-9 0,1-1-8 15,-1 0-7-15,0 1-1 0,1-1-5 16,1-2-3-16,-1-2-9 0,1 3-6 0,0-5-3 0,1 4-6 15,0-9-4-15,2 11-3 0,0-5 2 0,-2-6-6 16,9 9-3-16,-4-5-19 0,3-1-22 0,3-3-27 16,-1 0-28-16,8 0-38 0,2-2-27 0,10-3-30 15,5-1-47-15,-1-4-118 0,1-1-356 16,15-4 158-16</inkml:trace>
  <inkml:trace contextRef="#ctx0" brushRef="#br0" timeOffset="115651.4">7639 15576 1818 0,'-12'-1'52'0,"-1"-1"0"0,13 2-31 0,-21 0-13 16,21 0 5-16,-14-1-12 0,14 1 2 0,0 0-6 16,-13 0 8-16,13 0-7 0,0 0 7 0,0 0 2 15,0 0 3-15,0 0 3 0,0 0-3 0,0 0 1 16,40 1 3-16,-22-2-8 0,4-2-6 0,-2-4-17 15,7 5-10-15,-8-3-17 0,2 2-12 0,-1-4-23 16,-3 2 4-16,-2 2-27 0,-2-1-5 16,-2-2-9-16,0 3-2 0,-2-3 2 0,-9 6 2 0,14-6 18 15,-8 1 5-15,-6 5 4 0,9-9-47 0,-9 9-144 16,3-9 465-16,-3 9-283 0,0 0 86 0,-4-14-15 16,4 14 12-16,-7-11 14 0,7 11 9 0,-9-10 8 15,3 5 8-15,-2 0 22 0,8 5 7 0,-13-10 14 16,8 6 5-16,5 4 6 0,-12-5 10 0,12 5 3 15,-7-5-3-15,7 5-15 0,0 0-2 0,0 0 4 16,0 0 21-16,-13 10 5 0,11-1 2 0,1 1 0 16,-1 4-5-16,1 2 2 0,1 1 0 15,0 2-9-15,3-1-11 0,0 0-1 0,0 1-13 16,-1 1-6-16,1-1-6 0,0-2-5 0,-1 1-1 0,2-4-5 16,-1 4-3-16,1 0-7 0,-2-4-19 0,3 0-30 15,-2-2-19-15,-1-1-30 0,2-2-38 0,1 1-54 16,0-3-42-16,-1 1-160 0,-4-8-387 15,13 5 171-15</inkml:trace>
  <inkml:trace contextRef="#ctx0" brushRef="#br0" timeOffset="116028.36">8180 15368 1844 0,'4'-11'90'0,"-2"4"-25"0,-2 7-42 0,0 0-9 15,4-11 0-15,-4 11-11 0,7-5 4 0,-7 5-6 16,9-3 4-16,-9 3 1 0,14-3-2 0,-14 3-1 16,0 0-4-16,25-2 2 0,-25 2 3 0,19-1 2 15,-19 1 0-15,21 0 2 0,-21 0 3 0,14 0-2 16,-14 0 6-16,0 0-3 0,18-1 4 0,-18 1-6 16,0 0 1-16,10 4-6 0,-10-4 10 0,8 7 26 15,-8-7 9-15,2 15 1 0,-1-4-1 0,-3 5 11 16,-2 9-1-16,-1-5-3 0,-1 7-3 0,-1 1 2 15,-3 0-1-15,0 1 0 0,-2-3-2 0,2 3-6 16,0-5 5-16,1 0-5 0,0 1 0 0,0-10 4 16,3 2-5-16,-1-3-2 0,3-2-4 0,-1-2-7 15,1 0-5-15,1-2 2 0,1-2 3 0,2-6-11 16,-2 12 2-16,1-7-5 0,1-5 0 0,2 10-2 16,-2-10 5-16,8 7-10 0,-3-6 2 15,5 0-3-15,3-1-25 0,2-1-28 0,3-2-29 0,3-3-29 16,-1-1-42-16,7 0-54 0,-1-6-41 15,3 3-214-15,-7-3-490 0,0-1 217 0</inkml:trace>
  <inkml:trace contextRef="#ctx0" brushRef="#br0" timeOffset="116402.43">8575 15534 12 0,'0'0'154'0,"6"-4"9"0,-6 4-5 16,0 0 12-16,0 0-13 0,8 11 0 0,-4-5 0 15,0 0-11-15,1 1-16 0,2 2-6 0,-2-2-19 16,1 2-6-16,-4-2-14 0,3 2-2 0,-1-1-10 16,0 1-7-16,-3 0-3 0,1-2-4 0,0 0-11 15,-2 3-2-15,0-3-7 0,-2 3 1 0,-2-1-6 16,1-1-1-16,1-1-2 0,2-7-7 0,-4 12-3 16,2-8-4-16,2-4-5 0,0 9-10 0,0-9-7 15,-1 9-7-15,1-9-7 0,0 0-4 0,0 0-3 16,4 11 2-16,-4-11 3 0,7 3 2 0,-2 0 4 15,-5-3-1-15,12 4-1 0,-5 0 3 0,-2-3-5 16,1 3 10-16,0-1 0 0,1 1-4 0,-2 0 7 16,-5-4 1-16,8 8 4 0,-3-4 5 0,-5-4 3 15,6 7 2-15,-6-1 3 0,0-6 4 0,1 8 0 16,-1-8 12-16,-1 11-5 0,1-11-1 0,-4 11 4 16,-1-6-6-16,-1 2-3 0,0 0 2 0,-2 2-4 15,-1-5-2-15,0 4-19 0,0-1-15 16,1-3-31-16,-2 0-27 0,1 0-36 0,0 1-47 0,-1-2-180 15,0 1-369-15,10-4 163 0</inkml:trace>
  <inkml:trace contextRef="#ctx0" brushRef="#br0" timeOffset="116674.21">8998 15270 139 0,'14'11'243'0,"-4"6"-13"0,3 7-7 0,-4 4-7 15,0 2-14-15,-1 2-21 0,-2 0-18 16,0 3-12-16,-4-2-9 0,-1 2-1 0,-2 0-10 16,-1-1-14-16,-3-1-7 0,3-2-6 0,-5 1-9 15,-2 0-11-15,-5-3-5 0,1 2-8 0,-4-6-7 16,-1 2-15-16,1-4-18 0,-1-2-25 0,0 3-28 15,2-5-39-15,0-5-39 0,1-1-48 0,1-2-54 16,5-3-205-16,-1-3-440 0,2-1 195 16</inkml:trace>
  <inkml:trace contextRef="#ctx0" brushRef="#br0" timeOffset="117094.37">9807 15488 8 0,'0'0'189'16,"0"0"-4"-16,-9-2-4 0,9 2-17 0,0 0-8 15,0 0-15-15,0 0-12 0,0 0-7 0,0 0-9 16,0 0 5-16,0 0 0 0,0 0-2 0,0 0-4 15,29 0-10-15,-7 0-6 0,6-3-9 0,1 0-11 16,5-1-3-16,-1 0-8 0,2-1-8 16,-2 1-5-16,-1-1-10 0,0 1-24 0,-4-1-19 0,-5 3-38 15,-4-1-45-15,1 2-32 0,-2-2-49 0,-6 2-46 16,-4-1-107-16,-8 2-344 0,12-6 153 0</inkml:trace>
  <inkml:trace contextRef="#ctx0" brushRef="#br0" timeOffset="117318.08">10038 15275 178 0,'0'0'181'0,"0"0"20"0,0 0 0 0,0 0 1 16,-9 15 1-16,10 4 1 0,-1 5-5 15,0 5-15-15,2 2-9 0,-1 4 0 0,3 9-15 0,-3-11-12 16,2 3-14-16,-3 2-12 0,1-4-16 0,2 11-6 15,-1-12-8-15,1-1-5 0,-1-2-35 0,-2-2-37 16,8 2-32-16,-6-3-41 0,2-2-50 16,0 1-56-16,0-10-58 0,1 3-203 0,3-3-461 15,-6 0 203-15</inkml:trace>
  <inkml:trace contextRef="#ctx0" brushRef="#br0" timeOffset="129412.62">10975 15170 36 0,'-8'-9'163'0,"4"6"-8"0,4 3 8 15,-9-8-10-15,2 5-10 0,1-1-6 0,-2 2-6 16,8 2-23-16,-12-7-9 0,6 5-3 0,6 2-5 15,-10-3-7-15,10 3-9 0,0 0-9 0,-9-1-4 16,9 1-9-16,0 0-7 0,0 0-4 0,0 0 1 16,0 0-10-16,0 0-1 0,0 0-6 0,32-3-2 15,-17 3 3-15,5 0-7 0,2-2 3 0,-1 2-6 16,-1 2-2-16,-1-2-1 0,-2 2-4 0,1 1 1 16,-5 1-5-16,3 3 3 0,-6-1 1 0,3 4-5 0,-3-1 0 15,-2 5 0-15,-1 1 1 0,-5 2-1 16,-1 1-5-16,-4 6 4 0,-6 2 1 0,2 1-2 15,-6-3 5-15,-1-1-4 0,-1 0 5 0,0-1-2 16,-2-1 7-16,4-4 1 0,2-2 5 0,-3-1-1 16,3-1-2-16,1-1-1 0,4-4-6 0,-1 0-1 15,4-2-2-15,0-1 2 0,3-5-3 0,-1 13 1 16,-1-7-1-16,2-6 5 0,6 12-6 0,-3-6 1 16,5 0 1-16,0-3 0 0,3 2 2 0,6-4-1 15,3 1-5-15,3-2-7 0,-1 1-24 0,-1-2-22 16,2-1-29-16,-2 2-25 0,9-1-17 0,-12-2-25 15,2 0-5-15,-3 2-11 0,-2-2-115 0,-2 1-298 16,-3-1 132-16</inkml:trace>
  <inkml:trace contextRef="#ctx0" brushRef="#br0" timeOffset="129623.64">11392 15408 46 0,'0'0'124'0,"1"-9"-1"0,-1 9-3 0,0 0-21 16,0 0-7-16,0 0-10 0,1-9 9 0,-1 9 18 15,0 0 7-15,0 0-6 0,9 17 4 0,-5-9 0 16,2 5 3-16,-3 3 0 0,1 1 1 0,-2-1-6 16,0 1 19-16,-2 1-12 0,2-1-12 0,-1 2-8 15,-2 0-11-15,2 0-10 0,-1-2-6 0,0 1-5 16,0 0-9-16,-1-1-18 0,1-1-26 0,0-3-27 16,-4-3-40-16,3 1-53 0,2-1-68 0,-2-4-55 15,1-6-122-15,-1 9-380 0,1-9 170 0</inkml:trace>
  <inkml:trace contextRef="#ctx0" brushRef="#br0" timeOffset="130015.62">11696 15183 1852 0,'-10'-10'30'0,"2"3"-6"16,3-2-7-16,-3 2 0 0,3 2-5 0,0 0 1 15,5 5-7-15,-6-9-1 0,6 9 0 0,0 0 2 16,1-9-2-16,-1 9 3 0,12-6-5 0,-1 2-6 16,-2 1 10-16,5 2-3 0,-3-2 2 15,3 2 0-15,-1 0-3 0,0 0-3 0,-2 0 5 0,-2 1-5 16,0 0 3-16,-9 0-6 0,12 0 5 0,-6 2-4 16,-1 2 3-16,-5-4 10 0,8 10 7 15,-7 1 13-15,1 4 9 0,-5 2 2 0,-1 2 1 16,-2 5-3-16,-5-1 1 0,1 3-1 0,1 1 5 15,3-8 1-15,-5 3-7 0,2-5-2 0,1 0-1 0,4-1-2 16,-4-1 0-16,3-2-1 0,2-2-2 0,-1 0-2 16,1-2-4-16,0-1 0 0,3-2-3 0,0-6-2 15,-2 10-1-15,2-10-1 0,1 10 1 0,-1-10-4 16,7 7 2-16,-2-2 0 0,2-4-2 0,2 3 1 16,2-3-15-16,1 1-16 0,1-2-25 15,0-2-28-15,1 2-35 0,-1-2-41 0,7-5-31 0,-2 1-29 16,-3 2-161-16,2-3-393 0,-2-1 175 0</inkml:trace>
  <inkml:trace contextRef="#ctx0" brushRef="#br0" timeOffset="130255.71">12068 15350 58 0,'0'0'90'16,"10"0"10"-16,-10 0 2 0,0 0 10 0,18 7 1 16,-12-3-15-16,-1 2 0 0,3-1-2 0,-2 4-2 15,-2 0 0-15,0-1 12 0,-3 2 2 0,2 2 0 0,-3-2-2 16,-1 4 2-16,-2-1 1 0,-1 2-4 15,0-2-5-15,-2 0-2 0,0 2-3 0,0-4-8 16,1 0-6-16,0-2-8 0,1 0-9 0,1-2-4 16,1 0-6-16,2-7-5 0,-2 12-1 0,2-12-9 15,2 11-1-15,-2-11-3 0,2 9-2 0,-2-9 0 16,6 9-4-16,0-6-1 0,2-1-5 0,2-2-9 0,4 2-21 16,0-4-28-16,7 0-30 0,0-2-45 0,8-4-57 15,0 2-38-15,2-2-179 0,-1 0-414 16,1-2 184-16</inkml:trace>
  <inkml:trace contextRef="#ctx0" brushRef="#br0" timeOffset="132879.66">12956 14882 77 0,'-12'-2'159'15,"12"2"-2"-15,-15 8-5 0,1 2-11 0,1 1-4 16,-5 9-7-16,4-1-6 0,-4 5-11 0,3 2-3 15,1 5-9-15,1-1-5 0,2 2-8 0,3 2-12 16,0-2-2-16,3 1-7 0,5-1-6 0,-4 0-4 16,6 3-4-16,5-4-6 0,-1-2-4 15,2-2-6-15,1-1-4 0,3-2-1 0,2 2-4 0,0-5 3 16,0-5 21-16,1 0-9 0,3 1-14 0,-5-3-30 16,3-2-33-16,-3-2-47 0,4-1-35 0,-7-3-47 15,-1 0-163-15,3-2-353 0,-5-4 157 16</inkml:trace>
  <inkml:trace contextRef="#ctx0" brushRef="#br0" timeOffset="133122.9">13243 14994 158 0,'0'-8'158'0,"0"8"13"0,0 0 8 0,0 0 12 15,0 0-15-15,5 27 4 0,-3-6-11 0,-2 2-16 16,0 5-10-16,0-2-14 0,-3 3-8 0,3 2-13 0,-2 0-12 16,2 0-7-16,3-3-7 0,-3 2-7 15,0-3-9-15,2 5-5 0,-2-7-8 0,0 2-7 16,0-1-25-16,0-1-28 0,-2-8-22 0,1 1-39 16,1-1-53-16,1-5-35 0,-2 0-52 0,2-3-132 15,1-3-367-15,-2-6 162 0</inkml:trace>
  <inkml:trace contextRef="#ctx0" brushRef="#br0" timeOffset="133296.34">13468 15234 77 0,'13'-4'145'0,"3"0"-8"0,4 2-10 16,-4 0-13-16,4-1-16 0,9 1-12 0,-10 0-29 15,3 0-34-15,-2 1-30 0,-2 0-34 0,0 1-34 16,-4 0-49-16,-5-3-134 0,-9 3 59 0</inkml:trace>
  <inkml:trace contextRef="#ctx0" brushRef="#br0" timeOffset="133482.18">13664 15030 86 0,'0'0'119'0,"-6"-4"-14"0,6 4 8 0,0 0 29 0,0 0-7 16,-6 21-8-16,4-10-3 0,-1 6-9 0,1 2-16 16,0 6-3-16,0-1-3 0,4 3-13 0,0-2-8 15,0 2-7-15,-2-2-6 0,3 3-11 0,1-4-37 16,-2 2-31-16,3-6-44 0,-2-4-46 0,1 2-140 16,0-3-269-16,1-2 119 0</inkml:trace>
  <inkml:trace contextRef="#ctx0" brushRef="#br0" timeOffset="133865.25">13953 14940 201 0,'-2'-8'183'0,"2"8"-7"16,0 0 5-16,0 0 4 0,8 30-8 0,-5-4-14 15,-3-1-10-15,2 5-7 0,0 2-11 0,-2 0-11 16,-2-1-14-16,2-2-7 0,0-1-10 0,2-1-9 16,-4-6-6-16,2 3-4 0,-2-5-5 0,4 0-1 15,-4-3-9-15,2-4-7 0,0-1 0 0,0-2-8 16,-2-3-6-16,2-6 3 0,0 13-1 0,0-13 7 16,-1 8 10-16,1-8 8 0,0 0-7 0,0 0-5 15,0 0-14-15,0 0-2 0,10-18 1 0,-3 6-3 16,1-4-6-16,3 0-14 0,3-8-8 0,-1 1-5 15,3-1-5-15,0 3 4 0,0 2 3 0,-1 5-5 16,-1-2 0-16,1 4-5 0,-5 5 3 0,-1 2 1 16,-3 2-4-16,5 1-3 0,-1 2-1 0,-2 2 3 15,-1 6-3-15,-2 1 7 0,0 3-3 0,1 2-12 16,-3 4-23-16,1 1-22 0,-6-2-35 0,2 3-43 16,-1-1-44-16,2 0-41 0,-1 1-188 0,-1-2-447 15,0-5 199-15</inkml:trace>
  <inkml:trace contextRef="#ctx0" brushRef="#br0" timeOffset="134138.7">14485 15023 24 0,'-3'-6'249'15,"-3"1"-16"-15,2 0-19 0,4 5-17 0,-7-4-10 16,7 4 6-16,-13 13-5 0,3 3-10 0,2 2-10 15,-1 7-10-15,2 2 1 0,3 2-7 16,-1 1-6-16,1 2-6 0,3 0-17 0,-2 0-3 16,4 2-4-16,-3-3-7 0,3 0-9 0,-1-1-8 0,1-1-3 15,1 0-26-15,-4-3 5 0,5-2-1 0,-3-4-10 16,0-4-7-16,4 2-24 0,-2-1-8 0,-4 1-15 16,2-2-31-16,0-4-30 0,-4-2-30 0,6 3-38 15,-2-3-45-15,-2-3-50 0,2-7-48 16,-1 9-186-16,1-9-492 0,-7 4 218 0</inkml:trace>
  <inkml:trace contextRef="#ctx0" brushRef="#br0" timeOffset="134285.72">14366 15302 4 0,'12'-4'128'0,"0"0"-13"0,2-1-30 0,2 0-47 15,-2 2-36-15,-3-1-64 0,2 3-68 0,-1-2 31 16</inkml:trace>
  <inkml:trace contextRef="#ctx0" brushRef="#br0" timeOffset="134573.21">14598 15349 4 0,'2'3'164'0,"-2"-3"-5"0,7 2-5 0,-7-2-3 16,0 0-13-16,14-4-10 0,-4 3-10 0,-3-5-6 15,4 0-12-15,-2 0 3 0,0-1-7 0,2 1-5 16,0-3-7-16,-2 0-8 0,1-2-11 0,-1 1 0 16,-3 2-2-16,-1-1 1 0,-1-1-4 0,2-1-11 15,-4 0-4-15,-2 2-2 0,-2-3-5 0,-4 5-4 16,4 0-10-16,-4 0 3 0,-1 3-2 0,3 1-4 16,4 3 0-16,-17-2 0 0,7 4 1 0,0 2 0 15,-3 1 12-15,1 7 2 0,-1 1-3 0,0-2-3 16,6 4 1-16,0 1 7 0,2 3 2 0,-1-2-3 15,5-1-3-15,1 2-4 0,1-1-1 0,5-5-2 16,0 2-5-16,4-1-6 0,3-1-28 0,2-2-30 16,-1 0-54-16,8-4-61 0,0-3-76 0,-3-1-148 15,9 0-413-15,-6-5 183 0</inkml:trace>
  <inkml:trace contextRef="#ctx0" brushRef="#br0" timeOffset="134822.34">15039 14853 113 0,'0'0'230'0,"14"13"-1"0,-5 0-13 0,-4 4-12 16,9 9-5-16,-1 6-15 0,-2 2-13 0,1-3-19 15,-2 4-13-15,1 10-11 0,-4-12-11 0,-2 2-13 16,1 0-6-16,-3 0-6 0,-3 0-12 0,0-2-8 15,-3-3-4-15,-2 1-9 0,-3-4-5 0,3 0-27 16,-5-3-22-16,1 2-27 0,-2-3-28 0,1-5-39 16,1-3-61-16,1 0-74 0,-10-3-144 15,5-1-399-15,1-3 177 0</inkml:trace>
  <inkml:trace contextRef="#ctx0" brushRef="#br0" timeOffset="135247.59">15586 15172 205 0,'0'0'204'0,"0"0"-22"0,0 0-11 0,-12 0-14 15,12 0-6-15,0 0-8 0,0 0-6 0,-10-1-5 16,10 1-9-16,0 0-11 0,0 0-9 0,0 0-7 15,0 0-5-15,0 0-11 0,0 0-4 0,23-9 1 16,-4 7-11-16,1-2-7 0,9-4-4 0,-1 1-6 16,3 3-7-16,1-3 1 0,-2 2-5 15,2-1-6-15,0 2-4 0,-1-3-1 0,-10 3-1 0,0 1-3 16,-3 0-13-16,-4 0-21 0,-4 3-33 0,-1-2-45 16,-9 2-40-16,14-2-41 0,-14 2-33 0,0 0-146 15,0 0-378-15,0 0 168 0</inkml:trace>
  <inkml:trace contextRef="#ctx0" brushRef="#br0" timeOffset="135466.31">15762 14941 22 0,'0'0'241'0,"-5"-9"-17"0,5 9-23 15,-6-6-19-15,6 6-18 0,0 0 12 0,0 0 12 16,0 0-3-16,-4 34 0 0,4-14-7 15,0 8-9-15,0-1-1 0,0 2-30 0,-1-3-11 16,3 5-12-16,-1-2-11 0,4 3-11 0,-3-2-8 16,1-1-5-16,1-1-20 0,0-1-34 0,1-2-30 0,-2 2-50 15,1-3-40-15,0-4-67 0,2-3-60 0,-5 0-209 16,3 1-466-16,-3-5 207 0</inkml:trace>
  <inkml:trace contextRef="#ctx0" brushRef="#br0" timeOffset="138044.34">16871 14898 56 0,'-11'-2'160'16,"1"1"-11"-16,10 1 0 0,-14-2-14 0,7 0-10 16,7 2-16-16,-10 0-7 0,10 0-6 0,0 0-14 15,0 0-5-15,0 0-8 0,0 0-7 0,0 0-8 16,23-12-1-16,-8 5-8 0,6 2-9 0,6-1-4 16,-8 0 4-16,1 1-4 0,-1 3-5 0,-2-1-4 15,-3 3 2-15,-1-1-10 0,-2 1 1 0,0 1-2 16,-4 1 0-16,2 1-8 0,-1 5 11 0,-2 0-7 15,-1 3 1-15,-1 6 6 0,-5 1 1 0,-2 6-3 16,-3 2 3-16,-3 2 4 0,-2 0 2 0,0 1-3 16,-3-3 1-16,0-1-2 0,3-1 1 0,-3 1 6 15,1-5-1-15,3-3 3 0,-1 1-6 0,5-8-3 16,2 2-1-16,-1-5-5 0,1-1 0 0,2 2-1 16,1-1 2-16,1-7 3 0,0 0-5 0,3 13-1 15,2-9 3-15,2-1-2 0,4-2-3 0,3 2 2 16,3-4-3-16,5-1-16 0,-1-2-24 0,-1 2-28 15,0 0-50-15,-2-4-37 0,-5 5-28 0,0 0-129 16,-2-2-326-16,-1 2 144 0</inkml:trace>
  <inkml:trace contextRef="#ctx0" brushRef="#br0" timeOffset="138304.04">17311 15202 18 0,'10'-2'120'0,"2"4"4"0,-2-2-12 0,0 2-15 16,2 2 9-16,-6 0-9 0,2 1 0 0,1 0 6 16,-6 3-8-16,1-1 1 0,-1 6-1 0,-2-4 0 15,-1 8-3-15,-1-2 9 0,-3 1-6 16,-1-1-5-16,-3 0-10 0,5-3-7 0,-1 0-3 0,-1-3-9 16,2-2-3-16,0 1-10 0,1-1-7 0,-1-3-1 15,3-4-3-15,-5 9-6 0,5-9 0 16,0 7 2-16,0-7-6 0,0 0-4 0,8 6 2 0,-2-3-3 15,-6-3-14-15,19 0-26 0,-7-3-30 0,3-2-37 16,4 1-31-16,2-1-57 0,-1-1-145 0,5-9-343 16,-1 2 153-16</inkml:trace>
  <inkml:trace contextRef="#ctx0" brushRef="#br0" timeOffset="138667.91">17772 14827 65 0,'-10'-1'159'0,"4"2"-17"0,6-1-6 0,-12 0-16 16,12 0-10-16,-5 4-1 0,5-4 3 0,0 0-13 16,0 0-10-16,0 0-10 0,27 8-6 0,-14-7-4 15,5 0-12-15,-4 2-3 0,0-2-4 0,0-1-13 16,-3 0-1-16,1 3-1 0,-3-1-5 0,1 1 0 15,-2 1 3-15,-3 2 5 0,1 1 1 0,-1 5 1 16,-2 4 6-16,-1 1 14 0,-8 8-9 16,1-2-1-16,-4 0-3 0,-5 4-5 0,1 0 5 0,-1-1-4 15,0-3-5-15,-3 1-1 0,6-7-2 0,2 0-4 16,1-1 2-16,-2 1-10 0,5-6 2 0,0 0-4 16,4-4 0-16,-1 3 0 0,2-3-2 0,2 1 1 15,-2-8-1-15,5 10-4 0,-1-7-2 0,4 2 3 16,1-3-3-16,2 0-8 0,8-2-29 15,-1-2-37-15,2 0-51 0,8-5-51 0,-1 2-47 0,-1-5-134 16,-2 1-373-16,-4 0 166 0</inkml:trace>
  <inkml:trace contextRef="#ctx0" brushRef="#br0" timeOffset="139051.94">18280 15091 141 0,'0'0'156'16,"11"2"-13"-16,-11-2-9 0,11 1-7 0,-11-1-9 16,8 4-6-16,-3-1-10 0,-5-3-4 0,6 7-5 15,-6-7 0-15,4 7-2 0,-4-7-7 16,-4 11-4-16,4-11-11 0,-9 14-7 0,0-4-4 0,-3 3-4 16,-2 0-8-16,1 1 3 0,1-1-8 0,-1-1-4 15,0-2-12-15,5-2 3 0,1 0-4 16,-1-2-4-16,4 4-2 0,2-2-1 0,0-3 0 0,2-5-3 15,-1 11-6-15,1-11 3 0,4 12 0 16,-1-7-2-16,0-1-4 0,3 1 0 0,-1 0-2 16,2-1 4-16,0 1-4 0,-1 1-1 0,1-2 1 0,-1 0 2 15,0 5-4-15,-1-4 3 0,0-2-2 0,-1 1-2 16,-4-4 1-16,4 11 1 0,-3-6 1 0,-1-5 0 16,-2 13 4-16,-3-6 2 0,1 2 6 15,-4-1-3-15,-2 1-4 0,1-2 2 0,0 1-4 16,-4-1 1-16,3 0 2 0,-4-1-1 0,0-1-5 15,2 0-14-15,-1-2-17 0,1 1-34 0,-1 1-17 0,0-4-40 16,4-4-42-16,-2 3-152 0,11 0-337 0,-21-6 149 16</inkml:trace>
  <inkml:trace contextRef="#ctx0" brushRef="#br0" timeOffset="139239.62">18623 15004 68 0,'20'-5'162'0,"0"0"-15"0,8-1-18 16,-6 1-12-16,-4 2-25 0,2 2-41 0,-2-5-35 16,0 3-41-16,-6 2-43 0,-5-2-48 0,-7 3-123 15,12 0 54-15</inkml:trace>
  <inkml:trace contextRef="#ctx0" brushRef="#br0" timeOffset="139406.03">18710 15134 12 0,'0'0'143'0,"0"0"0"0,-7 7-3 16,7-1-4-16,0-6-2 0,0 0-6 0,7 9-9 15,-7-9-21-15,12 2-2 0,0 0-17 0,3-2-40 16,-4 0-31-16,11-3-33 0,6-1-43 0,3-2-42 15,1-4-69-15,0-2-194 0,5 0 87 0</inkml:trace>
  <inkml:trace contextRef="#ctx0" brushRef="#br0" timeOffset="139720.46">19544 14799 48 0,'0'0'173'0,"0"0"-3"16,0 0 4-16,-30 17-5 0,19-4-5 0,-3 3-1 15,0-2-2-15,3 4-12 0,-3 3 2 0,-1 3-6 16,1 1-11-16,3-8-12 0,2 1-10 0,2-1-11 16,1-1-7-16,2-1-7 0,3-4-6 0,2 1-8 15,3-3-9-15,1 1-1 0,3-2-7 0,2-2-4 16,5 2-5-16,2-4-6 0,4-1 0 0,0-2 3 16,7-1-9-16,-7-3-7 0,5-2 0 0,1-3-3 15,-6 4-2-15,-2-5-1 0,1 2 13 0,-4-3-2 16,0-1 2-16,-4-2-5 0,-1-2-6 15,-6 3-6-15,-2-3 4 0,-2-2-2 0,-3 2-6 0,-5-2 0 16,-5 2-1-16,-7-4-28 0,-2 2-18 0,-7 2-8 16,-3 4-7-16,-3 4-16 0,3 5-16 0,-6 1-35 15,0 4-33-15,-3 4-29 0,-9 4-17 0,14 0-41 16,-15 8-123-16,0-2-389 0,16-2 172 16</inkml:trace>
  <inkml:trace contextRef="#ctx0" brushRef="#br0" timeOffset="140425.37">18291 15158 49 0,'0'0'102'0,"0"0"-11"0,5-4 3 0,-5 4 0 0,0 0 8 15,0 0-5-15,0 0-4 0,0 0 3 0,0 0 1 16,0 0-6-16,0 0-8 0,0 0-2 0,0 0-5 15,0 0-2-15,0 0-2 0,0 0-4 0,0 0-2 16,0 0 3-16,0 0-2 0,0 0-9 0,-14-13-3 16,14 13 4-16,-7-3 8 0,7 3 6 0,-5-4-2 15,5 4-10-15,-7-6-8 0,7 6-7 16,-8-7-5-16,3 4 5 0,5 3-5 0,-11-7-5 0,6 4-1 16,5 3-7-16,-8-5 1 0,8 5-4 0,-8-5-4 15,8 5-5-15,-8-3 0 0,8 3-5 0,-11 0 1 16,11 0-2-16,-10 3-3 0,2 0-12 0,3 0-14 15,0 1-24-15,5-4-23 0,-6 7-38 16,3-3-38-16,3-4-31 0,0 9-166 0,0-9-365 16,0 0 162-16</inkml:trace>
  <inkml:trace contextRef="#ctx0" brushRef="#br0" timeOffset="157707.93">4334 11765 39 0,'0'0'62'0,"0"0"8"0,-2-6-6 0,2 6-7 0,-4-6 1 16,4 6-10-16,0 0-7 0,0 0-5 0,-5-7-3 15,5 7-7-15,0 0-2 0,0 0-6 0,0 0-6 16,0 0-4-16,-4-6-6 0,4 6 2 0,0 0-2 16,0 0-1-16,0 0 1 0,0 0-1 0,0 0 1 15,0 0-3-15,0 0 0 0,0 0 1 0,3 25-3 16,-3-25 0-16,0 10 1 0,0-10-1 0,0 11 4 16,0-11-4-16,-3 9 1 0,3-9 1 0,-1 10-2 15,1-10 2-15,-1 8 3 0,1-8-4 0,-4 8 1 16,4-8 5-16,0 6-5 0,0-6-1 15,-3 6 3-15,3-6 3 0,-2 8-1 0,2-8 10 0,-4 5-6 16,4-5 9-16,-3 8-9 0,3-8 4 0,0 0 6 16,-4 6-8-16,4-6 1 0,0 0 3 0,-3 5 1 15,3-5 7-15,0 0-6 0,0 0 7 0,0 0 1 16,0 0 11-16,0 0 0 0,0 0 2 0,-3 8-4 16,3-8 3-16,0 0-8 0,0 0-3 0,0 0-3 15,0 0 7-15,0 0-7 0,0 0 2 0,0 0-10 16,0 0 6-16,0 0-5 0,0 0 2 0,0 0-11 15,0 0 5-15,0 0-5 0,0 0 9 0,0 0-17 16,-2 6 7-16,2-6 8 0,0 0-14 0,0 0 6 16,0 0-2-16,0 0-1 0,0 8 6 0,0-8-6 15,0 0 2-15,0 0-1 0,-2 9-2 0,2-9 1 16,0 0 3-16,-2 5-7 0,2-5 3 0,0 0 0 16,0 0 3-16,0 0-3 0,-4 10 2 0,4-10-4 15,-4 4 8-15,4-4-9 0,-5 6 12 0,5-6-10 16,-5 6 0-16,5-6 4 0,-5 6-5 0,5-6 2 15,0 0 3-15,-4 6-6 0,4-6 5 0,0 0 9 16,0 0 0-16,0 0-17 0,-5 4 5 0,5-4 3 16,0 0 9-16,0 0-2 0,0 0 12 0,0 0-2 15,0 0 5-15,0 0-2 0,0 0-5 0,0 0-6 16,0 0 5-16,0 0-7 0,0 0 4 0,0 0-4 16,0 0 3-16,0 0-5 0,6-26-2 0,-2 18 7 15,0 2-5-15,-2-1-2 0,2-2-2 0,1 0 3 16,0-1-3-16,3 1-2 0,-2-1 3 0,-1 2 2 15,1-3-3-15,-1 3-6 0,3-7 9 0,-1 6-2 16,-2 0 1-16,2 1-6 0,-4 0 4 0,0 2-2 16,1 1 3-16,0 0-6 0,-4 5 4 0,5-11-2 0,-1 5 15 15,-4 6-16-15,2-10 1 0,-2 10 0 16,3-9 7-16,-3 9-2 0,2-7 0 0,-2 7 5 16,2-5-1-16,-2 5-2 0,0 0 4 0,0 0-2 15,1-9 2-15,-1 9 0 0,0 0 9 0,0 0 2 16,0 0-2-16,2-6-4 0,-2 6 4 0,0 0-6 15,0 0 5-15,0 0-12 0,0 0 6 0,0 0-4 16,0 0 2-16,0 0-1 0,0 0 3 0,0 0-4 16,0 0-4-16,0 0 4 0,0-9-1 0,0 9-2 15,0 0 3-15,0 0-1 0,0 0 1 0,0 0 0 0,0 0-2 16,0 0-3-16,0 0 1 0,0 0 0 0,0 0 1 16,0 0-4-16,0 0 1 0,0 0 0 15,0 0-2-15,0 0 2 0,0 0-1 0,0 0 1 16,0 0-1-16,0 0-2 0,0 0-2 0,0 0 0 15,0 0 1-15,0 0-1 0,0 0 4 0,0 0-7 0,0 0 4 16,0 0-2-16,0 0 1 0,0 0 2 0,0 0-3 16,0 0-2-16,0 0 1 0,0 0 1 15,0 0 2-15,0 0-4 0,0 0 2 0,0 0-2 16,0 0 6-16,0 0-3 0,0 0 3 0,0 0-2 16,-1 26 1-16,1-26-4 0,0 10 2 0,0-10 6 0,0 11-3 15,0-11-2-15,1 11 4 0,-1-5-5 0,0-6 6 16,0 11-5-16,0-3 5 0,2-1-1 0,-2-7-1 15,1 16 0-15,2-6 1 0,-3 1 2 16,1 0 6-16,0 1-7 0,-1-1 1 0,1 2 1 16,-1-1 1-16,3 3 0 0,-3-1 1 0,4-3-5 0,-3 3 2 15,0-2 2-15,2 2-3 0,-2 1-1 0,0-1 3 16,-1-2-2-16,0 5 1 0,2-5-3 0,-2 0 4 16,0-2-3-16,1 1 4 0,-1 0-4 0,-1-1 1 15,1 1-3-15,0-2 3 0,0-1-2 16,2 1 0-16,-2 2-1 0,-1-3 0 0,2 2 0 0,-1 0 1 15,0-1-2-15,3 0 0 0,-3 3 1 0,1-3 0 16,-1 1 0-16,1-1-1 0,1 1 3 0,0-1-4 16,0 2-1-16,-1-1 7 0,0 0-2 0,2 0 0 15,-3-1-3-15,2 3-1 0,-2-4 0 16,0 3 3-16,0-3-1 0,0 3-2 0,0-3 1 0,0 2 0 16,-2-2 2-16,2-8-2 0,-2 15 0 0,1-7 3 15,0 0-4-15,0-2 3 0,1-6-5 16,-3 14 5-16,2-7-3 0,-2-2 3 0,3-5 2 15,-1 10-5-15,-2-5 1 0,3-5 2 0,-4 11-3 16,2-6 5-16,2-5-1 0,-4 8 0 0,4-8 0 0,-5 6-1 16,5-6-2-16,-5 3 3 0,5-3-2 0,0 0 4 15,-7 7-4-15,7-7 1 0,-6 5 2 16,6-5-3-16,-4 5 7 0,4-5-9 0,-5 4 3 16,5-4-6-16,-9 5 7 0,9-5-2 0,-6 5-4 15,6-5 1-15,-8 4 3 0,8-4 0 0,-8 1 2 0,8-1-4 16,0 0 5-16,-10 2-1 0,10-2 4 0,0 0-6 15,-9 0 1-15,9 0 4 0,0 0 2 0,-9-5-8 16,9 5 1-16,-9-8 3 0,7 3 2 0,2 5 4 16,-5-10 3-16,3 3-4 0,1-1 2 0,-1 1 0 15,0-2 0-15,0-2-4 0,0 1 3 0,2-1-3 16,-1-1-2-16,2 1 1 0,-1-1-6 16,2-3 0-16,0-1 0 0,0 5 4 0,1 0 15 15,3-4-20-15,-1 0-2 0,1 4 3 0,0 1 0 0,1-2 0 16,-1 0 2-16,3 2-4 0,-3 1 4 0,2-2-1 15,0 1-1-15,1 1-1 0,-2 0-6 0,1 0-7 16,1 0-17-16,0 1-13 0,0-2-11 0,1 3-10 16,0 2-5-16,1-2-21 0,-1 0-19 0,0 2-16 15,-1-1-21-15,0 0-107 0,-4 1-275 0,0 1 121 16</inkml:trace>
  <inkml:trace contextRef="#ctx0" brushRef="#br0" timeOffset="158053.24">4064 11762 101 0,'0'0'129'0,"0"0"-16"15,0 0-20-15,0 0-25 0,0 0-23 0,0 0-41 16,0 0-25-16,0 0-68 0,0 0-97 0,0 0 44 16</inkml:trace>
  <inkml:trace contextRef="#ctx0" brushRef="#br0" timeOffset="166382.21">3991 11485 6 0,'0'0'15'0,"0"0"-10"0,0 0 3 0,-5-8-3 16,5 8-2-16,0 0 1 0,-3-8 0 0,3 8 3 15,0 0-3-15,-4-7-4 0,4 7 3 0,0 0-1 16,-2-7 1-16,2 7 5 0,0 0 1 0,0 0-3 16,-4-6-6-16,4 6 6 0,0 0-4 0,0 0 0 15,-7-6 2-15,7 6 1 0,0 0-1 0,-4-7 2 16,4 7-4-16,0 0 3 0,0 0-7 0,-2-8 8 15,2 8-7-15,0 0-3 0,0 0 3 0,-4-6 5 16,4 6 0-16,0 0-1 0,0 0 1 0,0 0-5 16,0 0-1-16,-4-6 2 0,4 6 1 0,0 0 0 15,0 0-1-15,0 0 1 0,0 0 0 0,0 0-3 16,0 0 2-16,0 0-5 0,0 0 1 0,-6-3-2 16,6 3-1-16,0 0 0 0,0 0 0 0,0 0-2 15,0 0 1-15,0 0-1 0,0 0-4 0,0 0-15 0,0 0 7 16</inkml:trace>
  <inkml:trace contextRef="#ctx0" brushRef="#br0" timeOffset="180946.01">9816 10459 64 0,'0'9'107'0,"0"-9"4"0,0 0-6 0,1 7-5 16,-1-7 4-16,0 0 2 0,0 0 2 0,0 0-12 0,0 0 14 15,0 0-1-15,0 0-3 0,0 0-3 0,7 3-2 16,-7-3-8-16,0 0-7 0,14-3-3 15,-14 3-12-15,19-10-8 0,-1 3-6 0,-2 0-8 16,10-5-5-16,2-2-12 0,4-1-24 0,4-1-21 0,15-9-32 16,5 2-53-16,-2-5-34 0,2 0-156 0,22-13-312 15,-28 11 138-15</inkml:trace>
  <inkml:trace contextRef="#ctx0" brushRef="#br0" timeOffset="183333.79">14349 12714 37 0,'-3'-7'96'0,"3"7"0"0,0 0-16 0,0 0-6 0,0-11 7 16,0 11-5-16,0 0-3 0,0-9-2 0,0 9-4 15,0 0 2-15,-2-11-3 0,2 11 6 16,0 0-5-16,2-10 3 0,-2 10-2 0,0 0-6 0,3-6-4 16,-3 6-5-16,0 0-8 0,0 0-2 0,0 0-9 15,3-8 0-15,-3 8-6 0,3-5 1 0,-3 5 1 16,7-6 5-16,-7 6-11 0,7-6 2 0,-5 2-7 16,2 0 0-16,-1-1 11 0,-3 5 2 0,8-8-6 15,-4 2 2-15,-3-1-3 0,3 0-1 0,1-1-1 16,-1 1 2-16,-1 0-3 0,4-2-3 0,-3 1-4 15,2 0-1-15,0-2 0 0,2 3-1 0,-3-1-1 16,-1 0 4-16,4 1-2 0,-5 1-7 0,2 1 5 16,-1 0 0-16,-1-1-3 0,3 2 3 0,-6 4-2 15,7-6 5-15,-3 0-5 0,-4 6 3 0,6-4 0 16,-6 4 1-16,0 0-6 0,4-6 2 0,-4 6-2 16,0 0 1-16,0 0 0 0,4-6-1 0,-4 6-5 15,0 0-1-15,0 0 3 0,0 0-5 0,0 0-2 16,0 0 2-16,0 0 3 0,0 0 0 0,0 0 5 15,0 0 0-15,0 0-2 0,6 14-2 0,-6-14 7 0,3 12-3 16,-3-7-5-16,2 2 10 0,0 0-2 16,0 0 0-16,-1 1-2 0,1 1 0 0,1-1 5 15,-3 3-4-15,2 2 5 0,-2-2-2 0,0 2 4 16,2-1-2-16,1-2-3 0,-2 3-4 0,3 2 6 0,-1 0-5 16,-3-1 5-16,2-3-4 0,-2 2 1 0,3 2-4 15,-3 1 4-15,1-5-1 0,2 6 0 16,-2-6-5-16,0 3 4 0,1 2-4 0,4-1-2 15,-4 2 5-15,2-2-1 0,0 1 0 0,1-1-3 0,-1 2 2 16,-2 1-3-16,0-1 2 0,3-2 0 0,-4 2-1 16,0-1-2-16,0-4-2 0,-1 0 6 0,0 8-1 15,0-2-1-15,0-3-1 0,0-5 0 16,-1 7 0-16,-1-1 7 0,2-5-10 0,0-1 0 0,-3 1 0 16,1 3-1-16,2-3 3 0,0 0 2 0,-2 0-4 15,2 0 3-15,0-1-6 0,-2 1 5 16,0-3-3-16,2 1 2 0,0-9-1 0,0 11 2 15,0-3 0-15,0-8-2 0,-2 11 3 0,1-5 0 0,1-6-1 16,-8 11 1-16,3-6 0 0,-2 0 0 0,0 0 0 16,-3 1-4-16,-3-2 0 0,1-1 0 0,1 1 2 15,-3-2 1-15,-3-1-5 0,-2-2 3 0,4 0-2 16,1-3-2-16,1 0-2 0,1-2 4 16,-1-3-4-16,6-1 6 0,-7-1-4 0,8-1-4 0,2-5 3 15,-3 6-5-15,7-9-2 0,0 3 2 0,4-2-4 16,1-5 2-16,1 5 4 0,3-3-2 0,3 3 2 15,-2 2-6-15,4 2-9 0,-2-1 0 0,1 1 1 16,2 1-6-16,-1 0-3 0,0 1-5 0,3 1-18 16,-3 0-7-16,-1 0-17 0,-3 3-27 0,3-1-35 15,-4 1-37-15,-2 1-118 0,0-1-321 0,-1-1 142 16</inkml:trace>
  <inkml:trace contextRef="#ctx0" brushRef="#br0" timeOffset="183539.05">14308 12281 56 0,'0'0'177'15,"-8"-6"-29"-15,8 6-21 0,0 0-13 0,0 0-15 16,0 0-32-16,0 0-34 0,0 0-27 0,0 0-39 15,17-6-29-15,-17 6-60 0,0 0-133 0,0 0 59 16</inkml:trace>
  <inkml:trace contextRef="#ctx0" brushRef="#br0" timeOffset="-148266.95">29015 7810 5 0,'0'0'12'0,"0"0"-8"0,0 0-8 0,0 0-4 16,0 0 2-16</inkml:trace>
  <inkml:trace contextRef="#ctx0" brushRef="#br0" timeOffset="-147921.49">28943 9313 36 0,'1'5'119'15,"-1"-5"-18"-15,0 0-13 0,0 0-14 0,0 0 4 0,0 0-16 16,0 0-7-16,0 0-21 0,0 0-25 16,0 0-22-16,0 0-16 0,0 0-33 0,0 0-30 15,0 0-100-15,0 0 44 0</inkml:trace>
  <inkml:trace contextRef="#ctx0" brushRef="#br0" timeOffset="-147161.35">28818 9384 25 0,'4'-3'42'16,"-4"3"-8"-16,0 0-10 0,0 0 0 0,0 0-20 15,0 0-13-15,0 0-15 0,0 0-26 0,0 0 11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7:18:33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23224 6102 216 0,'-5'-11'236'0,"3"5"-14"16,2 6-18-16,-3-12-12 0,1 9-12 0,2 3-9 16,-4-17-4-16,0 10-7 0,1-1 22 0,1 2-10 15,1-1-9-15,1 7-13 0,-6-14-12 0,5 9-11 16,1 5-14-16,-4-9-6 0,4 9-12 0,-2-8-5 16,2 8-16-16,0 0-7 0,-2-6-6 0,2 6-9 15,0 0 1-15,-6-5-9 0,6 5-3 0,0 0-8 16,-6-4-4-16,6 4-4 0,-8-2-4 0,8 2-1 15,-12 1-2-15,12-1-2 0,-15 3-1 0,8-1-6 16,-3 2-1-16,-2 0 0 0,0 2 1 0,2 2-4 16,-5-2-1-16,3 2-1 0,1-1 4 0,1 6 3 15,-1-4-6-15,-1 2-4 0,4-2 1 0,0 1-4 16,2-1 4-16,-1 1 1 0,2 0 0 0,3-1-3 16,-2-1 1-16,4 2 2 0,0-1-1 0,0 2 3 15,1-3 0-15,2 2-5 0,3-1 4 0,2-2 0 16,-1 2 2-16,2 1-6 0,0-3-2 0,4-1-4 15,3 2-15-15,1-2-19 0,0-1-26 0,2 2-37 16,3-3-43-16,-3-1-66 0,9-1-47 0,-6-1-221 16,-2 1-519-16,0-4 230 0</inkml:trace>
  <inkml:trace contextRef="#ctx0" brushRef="#br0" timeOffset="516.29">23448 6008 78 0,'0'0'251'0,"1"-12"-14"15,-1 12-5-15,2-10-11 0,-2 10-5 0,0-10-10 16,0 10-17-16,2-9-11 0,-2 9-12 0,0 0-14 16,-2-10-13-16,2 10-14 0,0 0-17 0,0 0-12 15,0 0-7-15,0 0-18 0,0 0-4 0,0 0-11 16,0 0-7-16,0 0-2 0,0 0-8 0,0 0-1 15,-4 24-5-15,1-8 2 0,1 8-4 0,-2 0 0 16,0 1-5-16,-1 1-4 0,3-6-1 0,-3 4 1 16,2 2-2-16,-1-10 0 0,0 3-6 0,0-3 2 15,2-4-5-15,-1 0 2 0,0-2-3 16,0-1 0-16,1 1 5 0,1-6-4 0,1-4 16 0,-1 10-8 0,1-10 12 16,-4 7 6-16,4-7 2 0,0 0 4 0,-1 8 5 15,1-8 28-15,0 0 5 0,0 0-2 16,0 0-11-16,0 0-10 0,0 0-11 0,0 0-2 15,0 0-13-15,5-25 1 0,-1 20-18 0,2-4 1 16,0 0-12-16,2 1 0 0,0 1-5 0,-1 2 4 0,2-1-6 16,-3 3-11-16,1 2-2 0,-7 1-5 15,15-2 12-15,-15 2 0 0,13 3-4 0,-5-1 2 0,0 5-3 16,1-4 5-16,-2 4 1 0,0-3-6 16,-2 1 12-16,-1-1 1 0,-4-4-6 0,5 10-2 0,0-5 4 15,-5-5 5-15,1 9-1 0,-1-9 1 0,-6 11 3 16,-1-3 2-16,0-2-2 0,-5 1 8 15,1-2 1-15,0 0-15 0,-1-1-4 0,1 0-3 16,1-1-10-16,0 1-9 0,2-3-20 0,0 0-16 0,8-1-21 16,-15 3-31-16,15-3-35 0,-11 0-48 0,11 0-54 15,-8-3-262-15,8 3-558 0,-6-8 248 0</inkml:trace>
  <inkml:trace contextRef="#ctx0" brushRef="#br0" timeOffset="716.59">23635 6207 19 0,'0'0'293'0,"12"-3"-29"16,-12 3-20-16,0 0-17 0,7-2-12 0,-7 2-17 0,0 0-15 15,0 0-20-15,0 0-13 0,9 0-20 0,-9 0-8 16,0 0 4-16,6 9-12 0,-5-5-9 0,-1-4-6 16,-1 16-13-16,1-7-11 0,-2 1-2 0,0 0-4 15,2 2-11-15,2 0-11 0,0 0-36 0,-4 0-45 16,2 5-52-16,-3-1-74 0,2-4-61 0,-3 5-208 15,1-5-464-15,1-2 206 0</inkml:trace>
  <inkml:trace contextRef="#ctx0" brushRef="#br0" timeOffset="15434.84">7228 4963 5 0,'0'0'164'16,"0"0"-15"-16,-3-9-6 0,3 9-5 0,0 0-6 15,0 0-10-15,-2-7-13 0,2 7-7 0,0 0-11 16,0 0-7-16,0 0-7 0,0 0-11 0,0 0-4 16,0 0-10-16,0 0-4 0,0 0-5 0,-4-7-6 0,4 7-4 15,0 0-4-15,0 0-1 0,0 0-4 0,15-5 3 16,-3 2-9-16,0-2 4 0,8-4-23 16,7-3-27-16,3-3-37 0,21-10-33 0,-19 5-34 15,16-7-116-15,-1-6-266 0,-1-3 117 0</inkml:trace>
  <inkml:trace contextRef="#ctx0" brushRef="#br0" timeOffset="16438.5">3191 1659 91 0,'0'0'182'0,"0"0"-9"0,0 0-10 0,0 0-20 16,0 0-19-16,0 0-15 0,0 0-8 0,0 0-18 15,0 0-1-15,0 0-10 0,0 0-9 0,0 0-5 16,6 25-3-16,-3 0 32 0,-3 1-15 0,-2 1 0 15,4 3-6-15,-2-1-10 0,0-1-3 0,1 1-4 16,0-4-6-16,3 2-2 0,-1-8-7 16,-2 6-3-16,1-7-3 0,1 0-3 0,-2 0-2 15,2-1-2-15,-1 0 0 0,1-2-4 0,-1 2 0 16,1-1-7-16,1-1-25 0,-5-4-29 0,4 4-26 16,-3-3-26-16,0-12-68 0,0 21-149 0,-2-11-339 15,2-10 150-15</inkml:trace>
  <inkml:trace contextRef="#ctx0" brushRef="#br0" timeOffset="16839.53">3200 1655 121 0,'5'-13'161'0,"2"-3"-14"0,1 5-11 0,1 1-12 16,4-3-7-16,2 2-7 0,-3 5-13 0,5-1-8 15,0 2-23-15,1 4-5 0,-1-1-4 0,-3 3 4 16,4 3-3-16,1 1-11 0,-3 3-7 0,-2 3-2 16,-1 2-3-16,0 2 7 0,-4 2 4 0,-3 8-9 15,-4 0-2-15,-2 3-7 0,-3 1 2 16,-7-1-4-16,0-1-2 0,-3 0 0 0,1-4-6 16,-4 1-4-16,7-7-1 0,1-1-12 0,2 0 1 15,-1-5-15-15,5-1 0 0,-2 1-7 0,1-3-2 16,3-8-3-16,0 17 4 0,0-17 6 0,9 17 7 15,0-12-12-15,-1 3 7 0,1-1 6 0,2-1 4 16,0 2-8-16,0-1-2 0,2-3 4 0,-3 3 1 16,-1-1 0-16,1-2-12 0,-1 3 19 0,0-2-6 15,-4 0 8-15,-5-5 2 0,12 12-6 0,-10-7 11 16,-2-5 2-16,3 12 16 0,-3-12-5 0,0 0 3 16,-10 18-5-16,1-12-5 0,0 2 3 0,-5 1 1 15,-3-2 2-15,6-1-2 0,-7 1-15 0,5-3-16 16,0 0-42-16,3 0-38 0,1-1-59 0,-4-1-104 15,13-2-277-15,-15 0 123 0</inkml:trace>
  <inkml:trace contextRef="#ctx0" brushRef="#br0" timeOffset="17566.08">3744 1881 163 0,'0'0'221'0,"0"0"-6"16,-19-1-17-16,19 1-5 0,-18 5-26 0,8-1-10 16,-1 4-10-16,0 1-18 0,1 6-11 0,-1 1-8 15,1 0-11-15,1 7-9 0,3-5-14 0,1-1-8 16,2 0-3-16,2 1-9 0,2-5-8 0,3-1-3 16,0 0-9-16,1-1-19 0,3-2-3 0,1 1-2 15,1-6-18-15,-1 0-6 0,2 0-4 0,1-2-6 16,-12-2 4-16,23-3 2 0,-12-1 7 15,-2-2-5-15,4 0 3 0,-4-1 5 0,0-2 3 0,-1 0 1 16,-2-2 4-16,-2-1 7 0,2-3 4 16,-2 3-1-16,-1-5 19 0,-2 6 0 0,0-1-5 15,-2-2-2-15,0 3 9 0,0 0 5 0,1 11 7 16,-2-15 3-16,0 6 0 0,2 9-4 0,-3-10-3 16,3 10-8-16,0 0-8 0,-1-7 1 0,1 7-2 15,0 0-2-15,0 0-1 0,0 0 2 0,-5 31-5 16,3-19 0-16,2 4-3 0,-1-6-6 0,2 3 5 15,2 0-6-15,0-1 2 0,2 2-1 0,1-3 0 16,3-2-1-16,0 1 0 0,0-3 1 16,2 0 2-16,1-4-4 0,1 0 1 0,6-1 1 0,-1-2-5 15,0-1 6-15,1-3 0 0,-1-1-1 0,2-2-2 16,-1-1-2-16,-3-1-2 0,0-1-1 0,1-2-3 16,-2-1-1-16,-1 0-1 0,-2-1-4 0,-1-1-4 15,-4-2-14-15,0-1 0 0,-2 3-2 0,-5-4 1 16,2 7 2-16,-4-1 1 0,-4-3 1 0,1 1 0 15,-1 6 4-15,-1-2 6 0,-2 2 1 0,2 0 2 16,-2 4 1-16,0 0-3 0,9 5 2 0,-13-5-2 16,13 5-2-16,-10-2-3 0,10 2 3 15,0 0-1-15,0 0 2 0,0 0-1 0,-9 12 6 16,9-12-4-16,0 0-1 0,0 0 0 0,18 17-3 16,-6-15 4-16,1-1-5 0,7 3 6 0,1-2 2 15,-2-2-4-15,0 1 5 0,-1-1-1 0,0 0-3 16,-5 1 1-16,0 2 6 0,-3-3-2 0,-1 3-5 15,1 1 5-15,-4 0 5 0,1 4 10 0,-7-8 12 16,9 15 9-16,-5-5 10 0,-3 3 0 0,3-2-3 16,-3 4 2-16,-1 1-2 0,-1-3-2 15,1 0-11-15,-4 2 4 0,4 1-2 0,-1-3-5 16,1-2-3-16,0 3 5 0,1-3-6 0,-1 0-28 0,4-1-34 16,-4-10-33-16,7 22-56 0,0-13-66 0,-2 0-227 15,0-1-462-15,4 1 204 0</inkml:trace>
  <inkml:trace contextRef="#ctx0" brushRef="#br0" timeOffset="17984.3">4476 1702 177 0,'0'0'272'0,"-5"-7"-18"16,5 7-24-16,-2-6-21 0,2 6-20 0,0 0-26 15,0 0-16-15,0 0-10 0,0 0-7 0,0 0 0 16,-7 34-9-16,6-4-11 0,-2 0-11 16,3 3-8-16,-2 0-11 0,3 1-9 0,-2-4-5 15,1 4-4-15,2-3-10 0,-2-4 0 0,-2-1-8 16,3 3-1-16,0-2-8 0,1-3-9 0,-2-5-24 15,1 6-50-15,-1-6-51 0,1-2-53 0,-2 1-81 16,-2 0-177-16,2-6-445 0,-3-2 197 0</inkml:trace>
  <inkml:trace contextRef="#ctx0" brushRef="#br0" timeOffset="18319.29">4718 1821 38 0,'0'0'255'0,"0"0"-28"0,0 0-18 0,0 0-17 16,-46 30-22-16,24-14-12 0,-1 2-19 15,-4 0-16-15,2-1-10 0,-2 1-9 0,1-4-9 0,0-4-12 16,3 3-6-16,6-5-7 0,3-2-6 16,4-1-1-16,2-1-6 0,-1-2 3 0,9-2 6 15,-11 3-9-15,11-3 5 0,0 0-5 0,-13-1-13 16,13 1-5-16,0 0-5 0,-4-13-3 0,4 13-5 15,0 0-5-15,4-16 0 0,-4 16-4 0,10-11-5 16,-4 8 2-16,-6 3-5 0,19 0-1 0,-19 0-4 16,22 3 1-16,-5 5 0 0,1 1 2 0,-3 3-3 15,8 3 0-15,-7-4 1 0,6 8-8 0,-5-7 9 16,4 4-12-16,-4-5-8 0,1 1-21 0,-1-3-31 16,3 2-40-16,-3-5-39 0,2-2-52 15,0 3-184-15,-6-4-412 0,5-3 182 0</inkml:trace>
  <inkml:trace contextRef="#ctx0" brushRef="#br0" timeOffset="18666.47">4921 1655 205 0,'0'0'259'0,"-6"-15"-12"0,1 10-21 15,5 5-28-15,0 0-24 0,0 0-17 0,-5-9-11 16,5 9-9-16,0 0-1 0,-2 35-11 0,4-17-12 15,-1 8-11-15,0 3-6 0,-1-5-18 0,3 1-3 16,-2 0-4-16,-1-6-6 0,0 0-12 0,4-2-1 16,-3-1-8-16,0-3-5 0,0-2-2 0,1 2-4 15,-2-13-4-15,1 19-1 0,-1-19 0 0,0 14-2 16,0-14-8-16,0 0-1 0,0 0-2 0,-1 16-2 16,1-16-5-16,0 0-3 0,0 0-3 0,0 0-11 15,4 9-13-15,-4-9-4 0,0 0-4 16,0 0 1-16,0 0 1 0,23-28 1 0,-13 19 3 15,-2 2 1-15,-1 1 2 0,1 2-1 0,-8 4 3 16,15-7 4-16,-15 7-4 0,18 0 1 0,-8 6 4 16,1-4 3-16,-1 4-2 0,-1 0-6 0,1 1-29 15,1 2-24-15,0-2-24 0,4 5-28 0,-2-2-28 16,-3-3-30-16,0 2-151 0,2-2-360 0,-2-2 160 16</inkml:trace>
  <inkml:trace contextRef="#ctx0" brushRef="#br0" timeOffset="19799.28">5418 1834 17 0,'-2'-10'198'0,"-1"-3"7"0,3 13 22 15,-6-11-12-15,-1 5-15 0,7 6-15 0,-10-7-12 16,10 7-13-16,-14 0-12 0,14 0-12 16,-26 14-6-16,13-2-15 0,-2 4-11 0,1-1-11 0,3 2-9 15,2-1-5-15,0-2-14 0,5-1-9 16,2-1 1-16,0 2-7 0,1-5-17 0,1-9 10 15,4 20-5-15,0-10-9 0,2-5-11 0,-1 0-4 16,2 1-3-16,0 0-8 0,-7-6-4 0,14 3 0 16,-14-3 0-16,16-1 0 0,-16 1-3 0,17-5 1 15,-10 1 1-15,1-2 1 0,-2 1 1 0,-6 5 0 16,11-14-2-16,-5 6 11 0,-3-1 1 0,1 0-2 16,-1-1 2-16,-2 0 1 0,-1 10 5 0,1-17 9 15,1 9-2-15,-2 8-2 0,0 0-3 0,-2-14-4 16,2 14-7-16,0 0-2 0,0 0-2 15,0 0 2-15,0 0 7 0,0 0 0 0,0 0-5 0,0 0 3 16,10 33-11-16,-6-23 11 0,0 3 2 0,1-1-8 16,-1-3 0-16,3 2 3 0,1-2 1 15,-1-1-12-15,2-2 10 0,1 1 0 0,0-2 3 0,3-2 1 16,-2 0 1-16,4-3-4 0,-1-1 8 16,0-1 1-16,2-3-3 0,-4-1 1 0,-2 1 1 0,3-1 8 15,-4 1 5-15,0-4 2 0,0 1 11 16,-3-3-19-16,-2-1 11 0,1 2-2 0,-2-2-3 15,1-3 1-15,-3-1-5 0,1 1-1 0,2 3-3 16,-4 12-2-16,0-19-1 0,0 19-4 0,1-11 4 16,-1 11-3-16,0 0-9 0,2-12-1 0,-2 12-6 15,0 0-10-15,0 0 14 0,0 0 1 0,0 0 1 16,0 0 4-16,0 0-4 0,7 48 5 0,-4-33-4 16,-1-4-5-16,0 2 4 0,2-1 2 0,1-2-3 15,1 0 1-15,-6-10-5 0,9 17 1 0,-4-8 6 16,-5-9-4-16,13 12 3 0,-4-10 1 0,-9-2-1 15,20 4 6-15,-6-5-9 0,2-4 5 0,3-1-7 16,-1 0 2-16,-3-3-10 0,2 0 14 0,-7 3 3 16,3-6-2-16,-4 2-2 0,-3 1-2 0,2-7 2 15,-3 4 3-15,0 1-6 0,0-5-4 16,-2 3 4-16,-3 13 6 0,2-20-8 0,-2 20 8 16,0-13 1-16,0 13 0 0,0 0-8 0,1-13 4 15,-1 13-4-15,0 0-3 0,0 0-3 0,0 0 4 16,0 0 0-16,0 0-2 0,0 0 3 0,-12 54-1 15,8-35 1-15,0 0-2 0,3-1-2 0,-1 0 2 16,1-1-1-16,2-2 1 0,2-3 2 0,0 0 0 16,2-2-1-16,1 0 7 0,2-3-5 0,1 0-2 15,-9-7 6-15,20 6-1 0,-3-5 6 0,-3-2-1 16,2-4-10-16,4 0 7 0,-4-2-3 0,9-6-11 16,-6 5 14-16,-5-3-4 0,1-2 1 0,0 1-2 15,-2-2-4-15,-3 0 9 0,-2 1 1 0,0-4-3 16,-3 1-3-16,0 2 2 0,-4 1-6 0,-1 1 6 15,1 1-3-15,-1 11-12 0,-1-19 15 0,1 19 1 16,0-10-10-16,0 10 3 0,0 0-8 0,0 0 4 16,0 0 3-16,0 0-4 0,0 0 1 0,0 0 0 15,-8 46 0-15,6-21 5 0,1 0-4 16,-1 2-2-16,4 3 6 0,1-3 0 0,-3-2-3 16,0 0 5-16,-1 0-2 0,2-7-1 0,-2-1-8 15,1 0-6-15,0-6-9 0,0-11 4 0,0 17 1 16,0-17 4-16,0 0-2 0,1 15-5 0,-1-15 9 15,0 0-3-15,0 0-2 0,0 0 3 0,12 2 4 16,-12-2 0-16,23-17-2 0,-8 6 0 0,3-1 5 16,4-6-8-16,1 2 2 0,0-3 2 0,1 0-12 15,-1 1 6-15,2-1-8 0,-1-3 1 0,-1 0 4 16,0 0 3-16,-6 2 4 0,2-2 3 0,-8 6-14 16,-1-1 17-16,-1 3 1 0,-5-3 0 0,0 5 14 15,-1 0 7-15,-2 2 5 0,-1 10 2 0,-1-17 5 16,-3 8 5-16,4 9-13 0,-12-8 14 0,5 6-10 15,7 2 0-15,-20 6 5 0,4 2-5 0,3 3-3 16,-1 2 0-16,-1 6-3 0,3-2-3 0,1 0 0 16,2 0 3-16,2 1-7 0,0 2 5 0,3-2-15 15,4 0-30-15,1 0-29 0,5-1-20 0,3 0-20 16,3 1-32-16,8-2-64 0,4 1-71 0,3 0-177 16,-3-2-481-16,5-4 214 0</inkml:trace>
  <inkml:trace contextRef="#ctx0" brushRef="#br0" timeOffset="20016.34">6680 2074 256 0,'0'0'275'0,"0"0"1"0,-19-27-6 0,13 18-5 15,6 9-1-15,-10-12-15 0,5 3-21 0,5 9-14 16,-8-20-16-16,7 7-15 0,2-3-24 0,-1 16-12 16,9-28-29-16,0 14-4 0,2 1-7 0,2-2-20 15,2 2-6-15,2 5-6 0,1 0-10 0,2 4-5 16,-8 0-9-16,5 4-14 0,-3 0 5 0,-14 0-7 15,26 4-2-15,-14 0 0 0,0 1-8 0,-2 1-1 16,0 1-17-16,-2 2-16 0,-2 0-32 16,0-1-41-16,-3 2-40 0,-3-10-41 0,4 22-51 0,-6-14-81 15,2-8-214-15,-8 21-552 0,8-21 245 0</inkml:trace>
  <inkml:trace contextRef="#ctx0" brushRef="#br0" timeOffset="20201.37">6981 1539 107 0,'-1'-12'298'0,"1"12"-33"16,-3-8-23-16,3 8-28 0,0 0-20 0,0 0-22 16,0 0-12-16,-5 37-17 0,5-13-14 0,-1 3-15 15,4 1-51-15,-3 1-58 0,6-1-65 0,-2-1-68 16,1 5-192-16,-1-8-347 0,1 2 154 0</inkml:trace>
  <inkml:trace contextRef="#ctx0" brushRef="#br0" timeOffset="20566.43">6990 2075 67 0,'0'0'301'0,"-4"12"5"0,4-12 2 0,0 0-13 15,0 0-24-15,0 0-30 0,0 0-14 0,14-34-16 16,-2 17-16-16,1-5-10 0,3-1-16 0,2-3-20 15,1 3-8-15,1-6-22 0,-4 3-12 0,2 0-7 16,0-3-11-16,-2 4-17 0,-3-1-6 16,1 3-2-16,-5 7-3 0,-1 0-11 0,-2 6 0 15,1 0-10-15,-3 2-9 0,-4 8-17 0,2-11-31 0,-2 11-32 16,0 0-25-16,0 0-10 0,0 0-8 0,0 0 4 16,-28 20-14-16,19-4 0 0,-2 2-7 0,3 0-20 15,3 1-15-15,1 5-13 0,3-6 4 0,2 0 3 16,1 2 16-16,2-3-4 0,0-1 17 15,3-1 14-15,-2-4 20 0,4 5-5 0,-3-6 29 16,-1 2-17-16,0-1 14 0,0-1 3 0,-1 1 13 16,-4-11 1-16,8 18 27 0,-7-9 17 0,-1-9 27 15,0 17 7-15,0-17-1 0,-6 18 8 0,-3-7-3 16,0 0-1-16,-3-1-2 0,-4 3-5 16,-6 3-1-16,0-2-9 0,3-6-27 0,-6 4-46 0,7-3-84 15,-8-1-102-15,8-3-265 0,3-2 117 16</inkml:trace>
  <inkml:trace contextRef="#ctx0" brushRef="#br0" timeOffset="21624.37">7707 1717 99 0,'-4'-5'232'0,"-2"2"-11"16,1-3-13-16,5 6-7 0,-13-5-23 16,8 4-8-16,-3-2-13 0,8 3-11 0,-19 4-13 15,8 3-13-15,-6 5-6 0,4 4-12 0,-6 6-3 16,6 2-9-16,-3 2-12 0,7-2-6 0,1-1-6 16,5-4-5-16,0 1-9 0,3-1-2 0,2 1-9 15,3-3-4-15,4 1 1 0,4-2-4 0,4 4-2 16,3-2-2-16,-3-6-5 0,11 3-8 0,-3-5-23 15,2-1-14-15,3-3-26 0,-1-2-29 0,-1 0-29 16,-1 0-30-16,-7-4-40 0,2-2-26 0,-4-1-158 16,-5 2-387-16,-3-3 172 0</inkml:trace>
  <inkml:trace contextRef="#ctx0" brushRef="#br0" timeOffset="22101.09">7904 1849 99 0,'0'0'219'0,"-3"-6"-13"0,3 6-13 0,0 0-17 0,-3-10-16 16,3 10-18-16,0 0-17 0,0 0-12 16,0 0-6-16,0 0-8 0,15 0-12 0,-15 0-9 15,22 13-4-15,-12-8-13 0,5 6-1 0,2 1-5 16,-1-1-9-16,0 3-1 0,-1 0-4 0,6 1-3 16,-6-1-3-16,-4-3-5 0,1 0-2 0,-2-1-1 15,-4 0-6-15,1 0 4 0,-3-2-6 0,0 2 1 16,-6-1 0-16,1-1-4 0,-5 0 2 0,-2 1-13 15,-7 0 3-15,3-2-3 0,0-3 1 0,-7 1 3 16,7-3-3-16,-1-3 1 0,0 2-2 0,2-3 0 16,0 0 0-16,5-1-2 0,-1-1-3 0,7 4-2 15,-3-11-1-15,3 3-3 0,3-1 6 0,4-4 0 16,6-1-7-16,1 1 3 0,5-7-4 0,5 2 1 16,3 1 0-16,0-2-1 0,2 0 1 0,2 3 1 15,0 1-1-15,-3-3-1 0,1 5 6 0,-11 3-1 16,6-4-2-16,-5 6 3 0,-7 3 1 0,-2-1-3 15,0 1 6-15,-3 3-2 0,-1-2 12 0,-6 4 11 16,12-4 13-16,-9 1 10 0,-3 3-4 16,0 0 5-16,6-8 6 0,-6 8 4 0,0 0-3 15,2-5-13-15,-2 5 1 0,0 0 1 0,0 0-13 16,0 0-7-16,8-3-6 0,-8 3 0 0,0 0-1 0,0 0-1 16,0 21 3-16,0-10-2 0,0 5-1 15,0 1 0-15,-1-2-7 0,2 2 2 0,0 2 1 16,1-3-1-16,0 0-12 0,-2 1-1 0,3-4-33 15,2 2-36-15,-2-4-47 0,1 1-73 0,-1-1-266 16,-3-11-496-16,2 17 220 0</inkml:trace>
  <inkml:trace contextRef="#ctx0" brushRef="#br0" timeOffset="22268.53">8271 1724 8 0,'-5'-8'166'16,"5"8"-33"-16,0 0-22 0,0 0-25 0,0 0-37 15,15-10-45-15,-6 7-25 0,6 1-69 0,1-1-97 0,3 0 43 16</inkml:trace>
  <inkml:trace contextRef="#ctx0" brushRef="#br0" timeOffset="22466.56">8595 1577 7 0,'2'-4'231'0,"-2"4"-10"0,2-8-4 0,-2 8-5 16,2-6-11-16,-2 6-9 0,0 0-10 0,0 0-21 16,0 0-22-16,0 0-3 0,0 0-14 0,0 0-1 15,0 0 0-15,0 0 0 0,-4 24-9 0,2-8-7 16,1 11-11-16,-1-2-10 0,2 3-6 0,-2 0-7 16,2 1-12-16,0 0 0 0,-1-2-9 0,2 1-2 15,-1-2-9-15,-1-2-7 0,1-6-32 0,-1 3-39 16,2-3-54-16,-1 1-58 0,4-3-61 15,-4 0-242-15,-3 0-491 0,2-4 218 0</inkml:trace>
  <inkml:trace contextRef="#ctx0" brushRef="#br0" timeOffset="22615.26">8492 1787 112 0,'0'0'203'0,"0"-13"-29"0,0 13-19 15,0 0-27-15,5-10-28 0,-5 10-54 0,13-2-58 16,-2 4-73-16,-11-2-53 0,19 13-148 0,-5-3 67 16</inkml:trace>
  <inkml:trace contextRef="#ctx0" brushRef="#br0" timeOffset="23284.19">8715 2027 30 0,'10'-6'191'0,"1"-1"-4"0,-1 2-6 0,3-6-17 16,1 0-2-16,0-2-14 0,0-2-1 0,3-4-5 16,2 0-13-16,-5-1-6 0,-3 2-5 0,0 1-5 15,-1 0-6-15,-1-2-5 0,-3 5 1 0,-2 4 3 16,-1-7-11-16,-2 7 5 0,-1 1 10 0,-1-1-16 16,1 10-8-16,-5-13-11 0,1 7-10 0,0 2-1 15,4 4-11-15,-15-3-5 0,7 4-2 16,-2 5-7-16,-4 2-6 0,1 5-7 0,-5 8 2 15,4-1-8-15,2-3 0 0,1 7 2 0,4-5-9 16,4 1 0-16,-4-1 0 0,6 0-2 0,2 2 0 16,2-4-7-16,1-1 7 0,1-2-14 0,1-3 13 15,3 2-3-15,4 0 2 0,-4-6 2 0,1-2-3 16,1 2-3-16,-2-3 2 0,-1-1-4 0,5 0 8 16,-4-2-4-16,1-2-3 0,0 1 4 0,-2-3-2 15,1-2-3-15,0-3 2 0,-2 3-2 0,2-2 4 16,-1-4-5-16,-1 2 1 0,4-5 0 0,-3-1-8 15,2-1 5-15,0-3-4 0,-1 3-3 0,4 0 3 16,-2 2-5-16,-2 1 1 0,-2 3 0 0,0 2 1 16,-2-2-3-16,1 5-10 0,-3 0 3 0,4 3 8 15,-7 2 0-15,13 0-4 0,-13 0-1 16,11 9 7-16,-4 0-3 0,-1 3 5 0,-1-1-2 0,3 6 1 16,-2 1 4-16,-2-1 1 0,2-2-3 15,-1-3 2-15,0-1-2 0,3 2 4 0,-1-3-3 16,-2-2 3-16,4 0 0 0,-4-2 2 0,2 1 1 15,2-4 1-15,3 0 1 0,-1-1-2 0,1-3-5 0,-12 1 6 16,23-6-1-16,-9 1-1 0,-4 1 6 16,0-3-1-16,0 1 3 0,-2-2 4 0,-1-1-1 15,-2-1-5-15,0 0 4 0,0-2-1 0,-3 1-2 16,1-1 12-16,-2-3 0 0,-1-1-3 0,2 4-4 16,-2 0 6-16,-2 2 14 0,1 3 1 0,1 7 5 15,-1-13 4-15,1 13-3 0,-3-11-6 0,3 11-1 16,0-8-9-16,0 8-1 0,0 0-6 0,0 0 2 15,0 0-3-15,0 0-3 0,0 0 5 0,0 0-1 16,-11 23-4-16,7-7 0 0,-2-1-7 0,2 0 9 16,2 1 2-16,-2 1-21 0,1-2-13 0,3-3-29 15,-3 5-45-15,3-6-59 0,0 5-68 0,4-5-94 16,-4-11-214-16,4 16-567 0,-4-16 252 0</inkml:trace>
  <inkml:trace contextRef="#ctx0" brushRef="#br0" timeOffset="23441.03">9227 1673 47 0,'0'0'239'16,"-7"-8"-38"-16,7 8-37 0,-9-3-52 0,9 3-52 15,0 0-56-15,0 0-55 0,0 0-79 0,0 0-140 16,-7 19 63-16</inkml:trace>
  <inkml:trace contextRef="#ctx0" brushRef="#br0" timeOffset="23900.39">9487 1629 226 0,'0'0'272'0,"2"-8"-6"0,-2 8-11 0,-3-8-5 15,3 8-7-15,0 0-15 0,-2-10-20 0,2 10-23 16,0 0-21-16,0 0-22 0,0 0-13 0,0 0-3 16,0 0-6-16,1 31-2 0,-2-3-9 0,-2-2-18 15,3 5-4-15,-3 2-21 0,3-1 8 16,-2 1-9-16,-2-1-12 0,4-3 6 0,-4-1-8 0,2-1-10 15,2-1 0-15,-2-7-5 0,1 1 2 16,0-2-6-16,0-3-3 0,1-3-24 0,-2 4-16 16,1-5-40-16,2 0-42 0,-1-11-47 0,-1 17-40 15,1-17-21-15,-1 9-44 0,1-9-33 0,0 0-157 16,0 0-472-16,-13 6 209 0</inkml:trace>
  <inkml:trace contextRef="#ctx0" brushRef="#br0" timeOffset="24134.6">9330 1956 50 0,'0'0'223'0,"-4"-10"-21"0,4 10-19 0,-2-11-16 16,2 11-22-16,0 0-12 0,-2-11-16 0,2 11-12 16,0 0-6-16,17-11-14 0,-3 8-3 0,4-4-12 15,3 3-3-15,7-1-8 0,-3-2-7 0,3 4-2 16,-7 0-1-16,2 2-11 0,-2 1 2 0,-1-1-7 16,-2 1-4-16,-4 0-8 0,0 1 3 0,-1 2-2 15,-2-1-2-15,-2 2 5 0,1 1 12 0,-3 3 4 16,-1 1 17-16,-1 3 6 0,-1-2-4 0,2 6 4 15,-3-1-6-15,-4-1-2 0,-1 2-1 16,2 1-5-16,-1 0-10 0,0-3-3 0,1-1-9 16,-2 1-34-16,2-5-46 0,0-9-59 0,0 19-81 15,-1-8-222-15,1-11-447 0,0 0 199 0</inkml:trace>
  <inkml:trace contextRef="#ctx0" brushRef="#br0" timeOffset="24733.33">9839 1846 47 0,'-1'6'198'0,"1"-6"-4"0,-8 15-8 0,3-5-4 16,-2 0-12-16,2 1-10 0,-4 4-7 0,3-1-14 15,0 1-13-15,0-4-12 0,3 4-8 16,-4-4-17-16,6 1-5 0,0-3-14 0,1 1-3 16,1-1-4-16,3-2-8 0,0-2 7 0,-1 0 0 15,3 0 3-15,0 0 1 0,0-3-2 0,2 1-2 16,-8-3 0-16,14 0-5 0,-14 0-8 0,15-3-3 15,-10 1 1-15,2-2-8 0,-1 0-2 0,-6 4-2 0,8-8-7 16,-3 2-10-16,-1 1 9 0,0-3-4 16,-4 8-9-16,5-11 0 0,-1 5-9 0,0 3-2 15,-2-4-6-15,-2 7 1 0,9-6-1 0,-7 2-4 16,-2 4 2-16,10-1-1 0,-10 1-12 0,0 0 17 16,12 6 0-16,-12-6-4 0,9 12 3 0,-4-5 2 15,0 2 0-15,-2 0-1 0,2-2 2 0,-5-7-1 16,5 14 0-16,0-8 0 0,-5-6 0 0,5 9 0 15,-5-9 1-15,6 7 1 0,-6-7 4 0,0 0 10 16,9 3 4-16,-9-3-1 0,0 0-2 0,16-9 4 16,-7 1-5-16,4-2 5 0,-4 2 2 0,0 0 2 15,2-4 1-15,3 0-1 0,-3 4 1 0,-1 0 5 16,-3 2-2-16,-1 1 4 0,-6 5-4 0,9-9-1 16,-9 9-3-16,10-4-19 0,-10 4 13 0,7-3 0 15,-7 3-9-15,0 0 3 0,0 0-4 0,13 9 8 16,-13-9-6-16,7 12-3 0,-6-6-16 15,-1-6-46-15,2 18-71 0,1-6-79 0,-2-2-329 0,-1-10-577 16,0 16 256-16</inkml:trace>
  <inkml:trace contextRef="#ctx0" brushRef="#br0" timeOffset="25517.28">8373 2357 180 0,'17'5'186'0,"2"-2"-17"15,13 1-17-15,23 1-13 0,7-5-19 0,37-1-11 16,4-2-17-16,6-3-23 0,2-1-33 0,4-1-53 16,5-4-40-16,0 4-52 0,0 3-70 0,-5-3-193 15,-3 1 86-15</inkml:trace>
  <inkml:trace contextRef="#ctx0" brushRef="#br0" timeOffset="27334.39">899 3630 49 0,'-4'0'184'16,"4"0"2"-16,-5 4-3 0,5-4-2 0,0 0-9 16,0 0-17-16,0 0-15 0,0 0-14 0,0 0-11 0,0 0-16 15,33-36-9-15,5 5-8 0,6-2-9 0,7-4-8 16,26-20-7-16,1 2-8 0,-5-2-4 0,0 2-3 16,-1 6-6-16,-18 14-1 0,0 2-8 0,1 0-6 15,-7-1-15-15,-3 6-16 0,-14 6-24 16,-3 7-35-16,-4-1-41 0,-5 6-52 0,-1 3-148 15,-6 3-333-15,-1 1 149 0</inkml:trace>
  <inkml:trace contextRef="#ctx0" brushRef="#br0" timeOffset="27650.29">1184 4877 156 0,'0'0'267'0,"-5"5"-13"15,5-5-21-15,0 0-22 0,0 0-15 0,23-18-20 16,4-4-20-16,18-15-15 0,34-30-14 0,6-5-33 16,12 4-35-16,5-3-56 0,7-6-77 0,0 3-121 15,0-3-106-15,-3-5-326 0,-13 3 145 0</inkml:trace>
  <inkml:trace contextRef="#ctx0" brushRef="#br0" timeOffset="136757.1">28694 9326 19 0,'0'0'21'16,"0"0"-4"-16,0 0-7 0,0 0-10 0,0 0-12 15,0 0-12-15,0 0 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8T07:22:19.0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23691 15525 18 0,'0'0'21'0,"-9"-3"-9"0,9 3 3 16,0 0 0-16,0 0-4 0,-15 2 3 0,15-2-2 16,0 0-1-16,-13 1-2 0,13-1-1 0,0 0 0 15,0 0-2-15,-14 4-3 0,9-2 0 16,5-2 5-16,-11 5-2 0,8-1-6 0,3-4 4 16,-13 5-3-16,5-2 2 0,2 1 3 0,1 1-1 15,-2-2-5-15,1 0 0 0,0 1 1 0,-4-1 8 16,5 2-8-16,-1-1-3 0,-2 0 7 0,2 1-10 0,-2-1 8 15,-1 1-2-15,-1 1 1 0,2 0 0 0,-1 0-2 16,2-3-3-16,-5 4 2 0,6-2 1 16,-2 0 1-16,-2 1-1 0,5 1 2 0,-3-2-5 15,3 0 0-15,-1 0 1 0,1 2-4 0,0-2 7 16,-1 0 2-16,0 1 0 0,0 3-3 0,-2 0 3 16,0 2-7-16,2-1 8 0,-2 0 4 0,-3 3 4 15,3-3-6-15,-2 3 4 0,1-3-4 0,0 4 2 16,1-5 0-16,-1 2 2 0,-2 0 7 0,3 1-1 15,0-3 0-15,1 0-4 0,1 1-3 0,-1-1-5 16,1-1 9-16,-1 0-8 0,1 1 1 0,1-1 1 16,-2 2 0-16,2-2-3 0,1 1 5 0,1 0-9 15,0 1 5-15,-2-1 3 0,2-2-3 0,1-2 1 16,1 3-4-16,1-8 1 0,-3 10 1 0,3-10-1 16,-4 11 1-16,2-3 2 0,0-2 2 0,0 2-3 15,0 0 0-15,0 2 1 0,-1-3 3 0,1-1 2 16,2-6-6-16,-5 15 0 0,2-4-3 0,2-5 3 15,0 4-3-15,1-1 13 0,0 1-4 0,-2 1 4 16,2-4-6-16,0 2 4 0,2 3-4 0,-1 0 2 16,-1-4-3-16,1 4 3 0,1 0-2 0,-1-1-4 15,0 1-1-15,3-2-4 0,-2 4 10 0,1-4-6 16,3 7-23-16,3 9-86 0,3-1 153 0,-5-10-38 16,1 1-5-16,2-2 4 0,-2-2-7 0,2-1 1 15,1 2 2-15,0 1 1 0,0-1-2 0,2-2-3 16,3 2-4-16,-2-2-2 0,1-1-12 0,0-1-11 15,3-1-10-15,3-2-14 0,-1 1-28 16,10-1-84-16,-4-5 37 0</inkml:trace>
  <inkml:trace contextRef="#ctx0" brushRef="#br0" timeOffset="1271.08">25288 15433 25 0,'0'0'36'0,"-2"-11"-4"0,2 11 0 0,0 0-5 0,0 0-5 15,0 0 3-15,0 0-3 0,0 0 0 0,0 0-5 16,0 0-2-16,0 0 6 0,0 0-7 0,0 0 13 16,0 0-4-16,27 0 3 0,-27 0-7 0,0 0 1 15,21 2 2-15,-21-2-2 0,18 1-1 0,-18-1-6 16,26 1 0-16,-15 2 7 0,5-3-10 0,-16 0 1 15,28 2 4-15,-17 0-7 0,3-2 1 0,0 1-3 16,0-1-1-16,-2 1-1 0,1 3 5 16,-1 0-3-16,0-3-5 0,1 0 6 0,-3 2 0 0,1-2 2 15,1 1-2-15,-4 2-5 0,-1 0 3 0,2 0 0 16,-9-4 4-16,16 5-6 0,-10-1 0 0,-6-4 14 16,14 11-16-16,-5-6 0 0,-2 1 1 0,-1 2-3 15,2-3 7-15,-2 4-4 0,1-1 3 0,-1 2-3 16,1 0-4-16,0 1 5 0,0 4-3 0,-2-2 11 15,1 3-11-15,-1 1 6 0,0 1-4 16,-1-4-1-16,-2 1-4 0,2 2 3 0,-3 0-2 16,1-2 3-16,0 2 0 0,-2-1 3 0,0-1-3 0,0 1 2 15,0 0 2-15,-4-5-4 0,4 3 4 0,-2 0-2 16,-1 2-5-16,3-3 17 0,0-1-19 0,0 1 1 16,0 0-2-16,3 2 11 0,-3-2 3 15,1-1-10-15,0 3 4 0,1 0-3 0,0-3-3 16,-2 1 4-16,0-1-5 0,-2-2 0 0,2 6 5 15,-2-3-7-15,1 0 5 0,-1-3-3 0,0 3-4 16,2-1 5-16,-2-2 2 0,0 0 4 0,0 0-4 16,-1 2 2-16,2-2-6 0,0 1 3 0,0-3 5 15,1 2-5-15,-2 0-3 0,2-10 7 0,0 14-7 16,0-6 2-16,0-1-4 0,0 3 2 0,-2-2-2 16,2-8 7-16,-4 13-5 0,1-5 4 0,-1-2-2 15,0 1 7-15,-1 0-5 0,-2-1-5 0,-2 3 8 16,1-1 3-16,-2 1-12 0,1-3 6 0,1 4 2 15,-1-6-3-15,1 2 4 0,1-1-2 0,1 1-2 16,-3 1-4-16,-1-1 3 0,2 2 0 0,-3-3 1 16,-1 2 0-16,2 3-1 0,-6-3-4 0,6 0-4 15,-4 1-6-15,1 0 5 0,2-2-15 0,-6 2 6 16,6 0-8-16,-3 0-3 0,1-4 3 0,0 2 6 16,-4-2-6-16,4 1 3 0,-4-1-1 0,0 0 0 15,3-2 6-15,-3 3-2 0,-3-2 5 0,1 1-1 16,1-2 7-16,0 1 1 0,-5-1 1 15,6 1 9-15,-3-1-5 0,2 0-8 0,-1-1-1 0,0 3 5 16,3-2-4-16,2 1-16 0,1 0-32 0,-7-1 15 16</inkml:trace>
  <inkml:trace contextRef="#ctx0" brushRef="#br0" timeOffset="2750.13">23499 16531 21 0,'12'1'43'0,"-12"-1"-5"0,24-1-2 0,-11 2-6 15,3-2 1-15,-2 1-6 0,0 3-2 0,7-5-6 16,-4 2 2-16,3-1 7 0,0 0-7 16,-2 0-10-16,4 1 5 0,0-2 6 0,-2 1 2 15,1-1 1-15,0-1-4 0,0 1 1 0,-2-1-7 16,3 2 0-16,-2-2 4 0,7-1-3 0,-4 3 7 16,4-4-7-16,-7 5-4 0,2-3 1 0,6 1-2 15,2 0 7-15,-2-2-10 0,0 1 3 0,-1 1-10 16,-7 2 8-16,2-5-2 0,-1 5-5 0,-1-1 8 15,0-2-1-15,2 3 0 0,-3 0 2 0,0-3-1 16,2 2 8-16,-3 2-6 0,2-1-4 0,-1-2-1 16,-6 2 1-16,1 0 14 0,4-1-17 0,1 1 6 15,-6 0-2-15,2-1-5 0,4 1 13 0,-1-1-10 16,1-1-4-16,1 4 7 0,-1-4-5 16,0 2-1-16,0 0 16 0,0 0-19 0,3 2 4 0,-3-1-1 15,-2-1 2-15,4-1 1 0,-4 1-7 0,0-2 8 16,2 1 1-16,-4 1-1 0,4-1 9 0,-2-1-5 15,2 0 1-15,0 1-11 0,1 0 11 0,1-1-7 16,0-1 2-16,-1 0 6 0,3 0-2 0,-3-1 5 16,7-2-7-16,-7 4-12 0,1 0 11 0,0-2 7 15,1 0-9-15,-2 0-5 0,0 1 2 0,-2-1-6 16,0 0-4-16,-5 0 7 0,1 0 4 16,3 1-1-16,-5 0 10 0,1-1-13 0,0 0 2 15,1 1 2-15,-1 0-4 0,-2-1 10 0,3 2-14 16,-5-2 1-16,5 2-7 0,-5 0-7 0,-9 2-18 0,18-5-17 15,-13 4-14-15,-5 1-62 0,15-2-139 0,-8-2 61 16</inkml:trace>
  <inkml:trace contextRef="#ctx0" brushRef="#br0" timeOffset="3851.75">24035 15553 25 0,'34'-4'30'0,"2"0"-3"0,1-1-1 0,0 2-1 15,3-1 0-15,-3-3-6 0,0 2 0 0,-1 2 1 16,-2 0-3-16,1 0-7 0,0-1 5 0,1 1-5 16,-4 1 3-16,0 1 1 0,1 1-2 0,0 0 4 15,1-4-2-15,-1 4 11 0,1-3-22 0,-2 2 8 16,1-2-1-16,1 1-1 0,-2 1 2 0,5-1-7 15,-3-1 1-15,-2 1-1 0,0-2-2 16,-1 0 3-16,1 1-2 0,1 0 1 0,-4-1-2 0,2-2-2 16,-3 1 2-16,3 1-4 0,-5-1 14 0,0-1-7 15,3 2 2-15,-9 1-1 0,3-1-1 0,-4 0-1 16,2 2-4-16,0-3 4 0,0 3-1 16,0-2-3-16,0 0 8 0,0 1-9 0,0 2 5 15,-1-2 0-15,2 1 1 0,-2 2-3 0,1-2 7 0,-4 0-7 16,2 1-5-16,-6 0-2 0,5-2 3 0,-5-1 3 15,-1 4-1-15,3 0-4 0,-3-3-6 0,-1 2 10 16,0-2 4-16,-11 3-5 0,16-3 2 16,-16 3 0-16,15-1 8 0,-15 1-10 0,14 0-3 15,-14 0 5-15,0 0 2 0,15 0-3 0,-15 0-4 0,0 0 5 16,12 0-4-16,-12 0 6 0,0 0 5 16,0 0-11-16,0 0 3 0,0 0-2 0,11 0-2 15,-11 0-1-15,0 0 1 0,0 0-8 0,0 0-11 16,0 0-14-16,9 3-34 0,-9-3-74 0,0 0 32 15</inkml:trace>
  <inkml:trace contextRef="#ctx0" brushRef="#br0" timeOffset="32358.1">15076 10167 33 0,'0'0'78'0,"0"0"-8"0,0 0-4 16,0 0-4-16,0 0-6 0,0 0-11 0,0 0 3 16,0 0 0-16,0 0-12 0,0 0-2 0,0 0-4 15,0 0 0-15,0 0 8 0,0 0-13 0,0 0-1 16,0 0-4-16,0 0 0 0,0 0-4 0,0 0 1 16,0 0 0-16,0 0-1 0,0 0-4 0,0 0 1 15,0 0-5-15,0 0 4 0,0 0-2 0,0 0-5 16,0 0 1-16,0 0 6 0,-14-16-3 0,14 16-22 15,0 0 18-15,0 0-3 0,0 0 2 0,0 0-6 16,0 0-4-16,0 0-6 0,0 0-4 0,0 0 2 16,0-9-14-16,0 9 18 0,0 0 0 15,0 0-1-15,-4-9-2 0,4 9 7 0,0 0-3 0,-4-7 5 16,4 7-9-16,-6-3 6 0,6 3 5 0,0 0-5 16,-10-3 5-16,10 3-2 0,0 0-3 0,-12 2 1 15,12-2 6-15,-10 3 1 0,10-3-5 0,-8 1 0 16,8-1 2-16,0 0-2 0,-11 2 7 0,11-2-6 15,-7 1 4-15,7-1-8 0,0 0 16 0,0 0 7 16,-11 0-8-16,11 0 2 0,0 0 2 0,0 0-1 16,0 0 2-16,0 0-6 0,0 0 2 0,0 0-2 15,0 0 5-15,0 0-2 0,0 0-2 0,0 0 2 16,0 0 3-16,0 0 4 0,0 0-6 0,0 0 2 16,0 0-3-16,0 0-2 0,0 0-8 0,32-1-18 15,-20 0 8-15,0-1-1 0,3 0-4 0,2-1 2 16,6 0-9-16,6-5 10 0,-2 5 0 0,5-3-4 15,0 0-15-15,1 1-9 0,-1 1-5 0,3 1 2 16,-2 0 7-16,0-2-5 0,2 2 13 0,3 0-1 16,-2 0 6-16,-2-1-2 0,0 1 2 0,-1 0 7 15,0 1-4-15,-1-3 12 0,-1-1 3 0,-2-1 1 0,0 0-2 16,-2 1 5-16,1-2 0 0,-1 1 3 16,-6 1-6-16,6-4 3 0,-7 4-1 0,0 2 6 15,0-3-12-15,-3 5 6 0,1 1 7 0,-4 1-5 16,-1-3-10-16,0 2-11 0,-3 1-35 0,-2 0-58 15,1 1 25-15</inkml:trace>
  <inkml:trace contextRef="#ctx0" brushRef="#br0" timeOffset="32639.16">16350 9696 22 0,'0'0'43'0,"0"0"-11"0,0 0 0 0,0 0-6 16,0 0-8-16,0 0-31 0,0 0-14 16,14 16-29-16,-11-11 13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10:15:48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4597 3856 76 0,'-2'-10'148'0,"1"-2"2"15,-2 3 6-15,3-2-14 0,-3 2-4 16,1-1-1-16,0 0-6 0,-1 1-10 0,0 3-5 16,1-1-8-16,2 7-11 0,-5-12-9 0,5 12-10 15,-4-8-12-15,4 8-5 0,-2-5-9 0,2 5-5 16,0 0-6-16,0 0-4 0,0 0-6 0,0 0-1 0,0 0-5 16,0 0-1-16,-7 19-4 0,7-8-6 15,0 6 3-15,-1 2-1 0,1-2 1 0,0 4-3 16,-3-1 1-16,3 6-4 0,-1 3 2 0,4 0-2 15,-5-2-2-15,1 2-1 0,0-1 4 0,-2 1-1 16,2 0-2-16,0-3 0 0,-2 1-5 0,1-2 4 16,-1 0 0-16,-1-1 0 0,2-5 0 0,0 0-1 15,1-1-3-15,-2-2-4 0,1 1-2 0,1-5-2 16,-2-1-5-16,0-1-1 0,3-4-1 0,0-6 1 16,-2 12 0-16,1-8 4 0,1-4 6 0,0 0-2 15,-2 10-1-15,2-10 5 0,0 0-4 0,0 0 4 16,0 0-3-16,0 0 0 0,0 0-2 0,-2-27 3 15,4 17-3-15,0-6-1 0,1-1 4 0,3 0-4 16,-1 1 2-16,0-3 1 0,1 2-4 0,2 0 3 16,-2 2-1-16,-1-1 1 0,2 6-3 0,-1 0 1 15,3 0 1-15,-1 1-2 0,1 2-2 0,1 2 0 16,1-2-4-16,-1 4 4 0,1 1 3 0,-1 3 2 16,2 2-4-16,0 1 7 0,0 2-5 0,1-1-4 15,-3 3 6-15,5 2-1 0,-5 0 3 0,-2-1 0 16,-1 3 0-16,3 1-1 0,-5-3-1 15,0 3 5-15,-1-2-2 0,0 1-3 0,0-1-7 0,-1 0-1 16,0 1-2-16,1 0-15 0,-2-2-14 0,1 1-17 16,1-3-31-16,0 2-17 0,-1-2-19 0,3 0-7 15,-4-2-11-15,2 0-96 0,1-1-256 0,0-1 113 16</inkml:trace>
  <inkml:trace contextRef="#ctx0" brushRef="#br0" timeOffset="233.7">4981 4162 106 0,'1'-6'127'0,"-1"6"-13"0,0 0-11 0,0 0-13 16,0 0-10-16,0 0-3 0,0 0-6 0,0 0 10 16,0 0 2-16,0 0 12 0,11 21-26 15,-7-13-7-15,-1 3-12 0,0 0 1 0,-3-1-9 16,4 7 3-16,2-4-13 0,-3 0 6 15,-2-1-13-15,4 3 7 0,-4-3-13 0,1 5-3 0,-1-6-20 0,0 2-33 16,1 3-20-16,-1-6-18 0,-1 3-16 0,1 1-27 16,-1-3-70-16,-4 4-204 0,0-3 91 15</inkml:trace>
  <inkml:trace contextRef="#ctx0" brushRef="#br0" timeOffset="415.91">4977 3939 22 0,'0'0'70'16,"4"-7"-13"-16,-4 7-26 0,5-2-19 0,-5 2-44 15,0 0-35-15,16 16 15 0</inkml:trace>
  <inkml:trace contextRef="#ctx0" brushRef="#br0" timeOffset="738.61">5258 4274 162 0,'9'-5'167'0,"2"-3"-6"0,0 0-15 0,-2-1-2 0,5-3-10 16,-4 3-8-16,2-4-15 0,2 1-9 0,-6 2-10 15,2-4-5-15,-4 5-10 0,2-1-2 0,-2 0-1 16,-3-1-6-16,-1 2-5 0,0 1-5 0,-1 1-9 16,-1 7-4-16,-3-14-7 0,1 7-4 0,-2 3-5 15,-2 0-4-15,6 4 0 0,-17-3-6 16,7 3-5-16,-3 4 0 0,0-1-1 0,-2 7-2 16,3-3-1-16,0 5-3 0,-2 1 1 0,3 1 0 15,1 0-5-15,1 3 2 0,4-1 0 0,-1 1-3 16,3-2 0-16,0 1 0 0,3-5 1 0,2 2 0 15,0-1 0-15,3 3 1 0,3 0-7 0,1-6-14 0,0 1-14 16,4 2-15-16,3-2-27 0,1-2-18 16,3-2-24-16,6 1-28 0,-4-3-19 0,-3-1-97 0,1 0-278 15,1-2 123-15</inkml:trace>
  <inkml:trace contextRef="#ctx0" brushRef="#br0" timeOffset="1263.11">5846 3771 48 0,'-2'-7'215'0,"2"7"-17"0,0 0-12 0,-3-5-11 15,3 5-22-15,0 0-8 0,0 0-22 0,0 0-14 16,0 0-16-16,0 0-9 0,0 0-9 0,0 0-14 16,0 0-3-16,0 0-1 0,-9 24 1 0,7-12-4 15,3 13-6-15,-3 1 0 0,-2 0-6 16,4 3-3-16,0-2-4 0,-2 2-2 0,4-1-2 0,-1 1 0 15,0 0-2-15,2 2 7 0,-2 0 6 16,3 0-1-16,0 0 0 0,-2 2-7 0,2-5 1 0,-1 1-6 16,-2-1 2-16,1 0-4 0,4-3-1 0,-5-6-6 15,2 5 2-15,-2 1-4 0,3-7 1 16,-2 0-3-16,1 0-1 0,-1-1-2 0,-1 2-1 0,1-4 0 16,0 2 2-16,3-4-5 0,-3-1 1 15,0-1-1-15,0 0 0 0,-2-1-1 0,0-10-2 16,3 16-1-16,-1-9 2 0,-2-7-5 0,7 12-6 0,-7-12-4 15,3 8 0-15,2-3-1 0,-5-5 1 0,5 8-4 16,-5-8-3-16,8 6-4 0,-8-6-8 0,12 4-9 16,0-5-10-16,-12 1-15 0,31-5-17 15,-12 1-15-15,5-4-19 0,9 0-29 0,-1 1-22 16,1-3-25-16,5-1-107 0,-6-1-319 0,5-3 140 16</inkml:trace>
  <inkml:trace contextRef="#ctx0" brushRef="#br0" timeOffset="3251.13">6639 3978 176 0,'0'0'193'0,"-7"-4"-10"0,7 4-2 15,-5-6-2-15,5 6-18 0,-6-5-10 0,6 5-13 16,-8-4-3-16,8 4-2 0,-9-2-11 0,9 2-4 16,0 0-14-16,0 0-8 0,0 0-11 0,-7-2-8 15,7 2-6-15,0 0-11 0,0 0-4 0,0 0-8 16,0 0-5-16,0 0-6 0,0 0-2 0,0 0-6 15,0 0-2-15,0 0 2 0,0 0-5 0,29-6-1 16,-15 3-1-16,-1 0-8 0,5 1-14 0,-2-3-24 16,2 2-22-16,-5 0-37 0,6 3-42 0,-2-6-45 15,2 2-35-15,-6 3-145 0,1-3-379 0,-3 2 168 16</inkml:trace>
  <inkml:trace contextRef="#ctx0" brushRef="#br0" timeOffset="3660.96">7205 3760 21 0,'8'-7'159'0,"-1"1"-7"0,2-1 5 15,-2 1-6-15,-2 2-3 0,0-1-6 16,1-3-5-16,-1 4-11 0,0-2-8 0,-1 1-2 15,1 0-6-15,-1 0-3 0,-4 5-3 0,8-7-4 0,-3 4 1 16,-5 3 27-16,4-5-9 0,-4 5-5 0,4-5-10 16,-4 5-8-16,0 0-9 0,5-4-8 15,-5 4-7-15,0 0-8 0,0 0-11 0,0 0-9 16,0 0-3-16,0 0-4 0,0 0-5 0,0 0 2 16,9 16 1-16,-7-8 2 0,2 4-3 0,-1 4 15 15,-1 2-6-15,3 1 0 0,0 7-4 0,-2 0-4 16,3-1 6-16,-2 1-7 0,1-1 7 0,-4-4-1 0,-1-2-7 15,0 5 1-15,2-4-2 0,-2-4 0 16,1 4-7-16,-1 0-1 0,3-2-1 0,-3-1-1 16,-2 1 4-16,2-1-9 0,0-5-2 0,0-2 0 15,0 4-11-15,-1-4-12 0,0-1-10 0,-1 1-18 16,1-1-20-16,-4-1-23 0,1-2-31 0,-1 0-27 0,0 1-33 16,1-3-51-16,4-4-45 0,-14 5-189 0,5-5-492 15,-1-3 218-15</inkml:trace>
  <inkml:trace contextRef="#ctx0" brushRef="#br0" timeOffset="3856.46">7131 3447 221 0,'0'0'237'16,"0"0"-28"-16,0-12-17 0,0 12-21 0,2-7-17 15,-2 7-19-15,7-5-16 0,-7 5-14 0,13-2-38 16,-13 2-32-16,19 4-47 0,-8 1-58 0,7 2-58 16,-3 1-112-16,1 0-259 0,-2 2 116 0</inkml:trace>
  <inkml:trace contextRef="#ctx0" brushRef="#br0" timeOffset="4278">6736 4437 50 0,'0'0'179'15,"23"5"-3"-15,-3-7-4 0,12-4-9 0,3 0-8 16,18-5-5-16,1 0-13 0,4 1-10 0,0-1-9 15,0-3-14-15,3 3-10 0,-4 0-9 0,0-1-8 0,-3 2-9 16,-1-1-4-16,-14 2-11 0,-1 4-1 0,-3-1-8 16,-2-1-4-16,-1 1-3 0,-4 2-7 0,-6 2-20 15,-1-1-19-15,-4 2-25 0,-4 1-30 16,-2 0-14-16,0 1-25 0,-3 2-25 0,-4-1-30 16,-4-2-111-16,0 0-291 0,0 0 129 0</inkml:trace>
  <inkml:trace contextRef="#ctx0" brushRef="#br0" timeOffset="4835.79">7058 4580 51 0,'0'0'236'0,"-6"-1"-13"0,6 1-18 16,0 0-19-16,-10-1-22 0,10 1-13 15,0 0-22-15,0 0-7 0,0 0-12 0,-7 11-8 16,6-3-6-16,2 3-5 0,0-1-15 0,3 5-2 16,-2 2-10-16,1-1-1 0,2-3-5 0,0-1-5 15,2-2-6-15,2 1-3 0,0-2-1 0,-2 1-7 16,2-3 0-16,1 0-2 0,-1-2-3 0,2-2-2 16,1 1 0-16,-1-2 3 0,1-1 8 0,0-2-11 15,-2-1 0-15,2 0-3 0,-2-3-2 0,-1 1-1 16,1-2-4-16,-2-3 3 0,-1 3-4 0,-1-1 0 15,0-2 2-15,-1-2-1 0,-3 0-4 0,1-1 1 16,1 1-1-16,-3 0 6 0,2 1-8 0,-2 1-1 16,-1 3-4-16,0 6 2 0,3-10-2 0,-3 10-5 15,0-9 1-15,0 9-3 0,0 0-7 0,0 0 3 16,0 0-2-16,0 0 2 0,0 0 1 0,0 0-2 16,7 21 3-16,-4-12 1 0,-1 2-3 0,2 0 3 15,0-1-3-15,0 1 3 0,0-1-2 0,1-1-1 16,1-1-2-16,-2-3 0 0,1 0-2 0,0-1 4 15,6 0-4-15,-5-3 5 0,5-1-4 0,1-1 3 16,-3-3 3-16,2 0-1 0,-3-1 2 0,0 0-1 16,2-3-2-16,-4-1 8 0,1 0 6 0,-2 0-3 15,1-4 4-15,-1 4 4 0,-1-3-6 0,-3 0 0 16,2 2 4-16,-3-6-2 0,0 3-2 0,-1-2 1 16,-1 4-4-16,0-6 9 0,-2 8-15 0,0-1-3 15,0 1-11-15,2-1-15 0,-1 5-9 0,3 5-17 16,0 0-17-16,-4-14-31 0,4 14-36 0,0 0-16 15,0 0-12-15,0 0-30 0,0 0-14 0,0 0-117 16,0 0-352-16,0 0 156 0</inkml:trace>
  <inkml:trace contextRef="#ctx0" brushRef="#br0" timeOffset="5066.68">7731 4457 157 0,'0'0'206'0,"-6"-5"-8"0,6 5 1 16,0 0-18-16,0 0-8 0,-14 1-12 0,14-1-9 16,-10 7-9-16,2 0-5 0,3 4-11 15,-3 0-10-15,1 6-10 0,0 0-9 0,2-1-11 0,1 2-8 16,-1-2-5-16,3 0-7 0,0 0-9 0,4 0-2 16,0 1-7-16,3 0-13 0,-2-6-29 0,2 1-16 15,1-1-31-15,3 2-34 0,5-1-31 0,-3-3-39 16,1-3-28-16,-1-1-21 0,1-1-130 0,0 1-349 15,1-1 155-15</inkml:trace>
  <inkml:trace contextRef="#ctx0" brushRef="#br0" timeOffset="5251.58">7950 4618 81 0,'4'-10'201'0,"-2"7"-3"0,-2 3-11 0,0 0-14 15,3-7-14-15,-3 7-12 0,0 0 7 16,0 0 1-16,0 0 2 0,0 0-4 0,7 18-9 15,-7-18-11-15,2 12-15 0,-1-1-3 0,-1-1-13 0,0-2-9 16,1 4-10-16,2-2-10 0,-2 2-5 0,1 1-23 16,-1-2-28-16,-1 2-37 0,1-3-56 0,-1 2-77 15,1-3-66-15,-1-9-163 0,-3 15-413 16,3-15 183-16</inkml:trace>
  <inkml:trace contextRef="#ctx0" brushRef="#br0" timeOffset="5715.76">8496 4093 67 0,'0'0'163'0,"-8"2"-7"15,8-2-10-15,0 0-17 0,0 0-7 0,-8 5-5 16,8-5 0-16,0 0 3 0,0 0 1 0,18 6 3 15,-6-6-1-15,6 0-3 0,1-1-4 0,3 0 1 16,4-3-10-16,4 0 22 0,-9 1-8 0,9-1-9 16,-10 0-3-16,1 2-6 0,-3 0-10 0,-6-1-13 15,0 3 6-15,-1-2-8 0,-3 1-6 0,-1 0-8 16,-7 1-1-16,12-1-5 0,-12 1-1 0,8-2-7 16,-8 2-1-16,8-2-14 0,-8 2 7 0,0 0-5 15,0 0-2-15,0 0-13 0,9 0 6 0,-9 0-4 16,0 0-7-16,0 0-19 0,0 0-24 0,0 0-31 15,0 0-36-15,0 0-39 0,0 0-58 0,0 0-58 16,0 0-216-16,0 0-502 0,0 0 222 0</inkml:trace>
  <inkml:trace contextRef="#ctx0" brushRef="#br0" timeOffset="8213.7">9021 3841 44 0,'5'-7'144'16,"3"0"6"-16,1-3-16 0,0 0-11 0,0 1-10 0,5-4-13 15,-2 3-4-15,1-2-7 0,-1 5-12 16,-1-6 3-16,-1 5 3 0,1 1-5 0,-4 0 1 16,2 1 0-16,-2 1 1 0,-2 0-5 0,0 1 4 15,-1 0-5-15,-4 4 0 0,7-5-3 0,-7 5-4 16,0 0-4-16,3-7-6 0,-3 7-3 0,0 0-6 15,0 0-4-15,7-3-7 0,-7 3-7 0,0 0-3 16,0 0-6-16,0 0-1 0,0 0 5 0,0 0 4 16,10 14 1-16,-9-5-4 0,0 4 3 0,0 3 0 15,2 3 14-15,2-1-5 0,-1 9 0 0,0-8 4 16,1 6 2-16,-4-5 4 0,2-3-2 0,-1 2-13 0,1-2-5 16,-1 0-3-16,0-2 2 0,-2-2-3 15,2-1-3-15,-2-2-3 0,2 1 1 0,-1-2-22 16,0 3-15-16,0-5-18 0,-1 5-21 0,-2-3-20 15,-1 0-34-15,2-1-28 0,1-8-31 0,-8 9-35 16,4-4-168-16,-3-2-404 0,7-3 179 0</inkml:trace>
  <inkml:trace contextRef="#ctx0" brushRef="#br0" timeOffset="8378.7">9058 3555 129 0,'0'0'186'0,"0"0"-21"0,1-12-15 16,-1 12-20-16,8-5-15 0,-8 5-31 0,18-1-32 15,-5 5-39-15,6-3-55 0,-1 5-122 0,0 1-178 16,-1 2 80-16</inkml:trace>
  <inkml:trace contextRef="#ctx0" brushRef="#br0" timeOffset="8659.09">9177 4192 2 0,'-10'4'236'0,"2"-2"-18"0,-1 1-2 15,4-1-20-15,5-2-11 0,-10 4-18 0,10-4-16 16,-5 3-16-16,5-3-11 0,0 0-13 0,0 0-11 16,0 0-10-16,25 4-6 0,-2-5-9 0,8-3-8 15,5 1-6-15,15-3-4 0,-1-3-10 0,2 2-6 16,-2 1-21-16,-12 0-25 0,-3 3-28 0,-1-1-41 16,-2 2-46-16,-1-2-61 0,-11 5-148 15,-1 1-355-15,-8 1 157 0</inkml:trace>
  <inkml:trace contextRef="#ctx0" brushRef="#br0" timeOffset="9189.84">9182 4450 83 0,'-6'3'236'0,"-1"-1"-21"0,7-2-17 0,-11 8-16 15,6-4-10-15,-1 4-12 0,1 3-13 0,1-1-11 16,2 0-4-16,-1 2-3 0,3 0-10 16,2 5-12-16,1-1-6 0,3 0-13 0,0 1-3 15,-2-7-10-15,5 5-6 0,1-3-6 0,2-2-1 16,0-2-8-16,-1-2-3 0,3 3-4 0,0-4-2 0,-1-1-7 16,0-2-5-16,0-1 3 0,0-1 6 0,-1-1-3 15,-2 0-6-15,1-1 0 0,-3 1 0 16,-2-4-3-16,1 1 0 0,-7 4-2 0,10-9 0 15,-8 1 0-15,2-2-6 0,-4 10-3 0,4-17-5 16,-4 6-1-16,0 11 3 0,1-21-2 0,-2 15-4 16,1 6 0-16,0 0-4 0,1-14-3 0,-1 9-6 15,0 5-10-15,0 0-5 0,0 0 1 0,0 0 3 16,0 0 3-16,0 0 0 0,0 0 2 0,0 0 0 16,16 17 1-16,-14-12 0 0,3 5 4 0,-1-4 2 15,1 1-2-15,3 0-1 0,1-1 0 0,0-2-1 16,1 1 2-16,3-4 1 0,0-1-1 0,2-1 4 15,2-6 0-15,2 2-2 0,-2-3 1 0,-1 0 1 16,0-3 2-16,-1-1 14 0,-2 2 0 0,-3 1 1 16,-1-1 8-16,-3 1-2 0,-1-2-3 0,-2 0 1 15,-1 0-2-15,-2-1-4 0,-2-1-1 0,-3-1-4 16,0 1-2-16,-6-1 0 0,1 6-8 0,-1-5-14 16,2 6-7-16,-3-2-10 0,3 2-21 0,0 2-24 15,2 1-14-15,0 0-17 0,1 2-25 0,6 2-16 16,0 0-33-16,-14 8-28 0,10-4-176 0,1 2-416 15,3-6 185-15</inkml:trace>
  <inkml:trace contextRef="#ctx0" brushRef="#br0" timeOffset="9414.44">9795 4402 189 0,'0'0'233'0,"0"0"-8"0,0 0-7 0,-12-6-12 0,12 6-9 15,0 0-19-15,0 0-8 0,-17 14-9 0,11-7-1 16,-1 4-14-16,-3 3 3 0,0 1-8 0,5 3-8 16,1-1-13-16,-4 8-11 0,7-6-14 0,-2-2-6 15,1 2-9-15,2-2-3 0,0 0-12 0,6 0-8 16,-2-5-26-16,2 4-33 0,1-6-37 0,1 2-39 16,3 0-58-16,-1-4-70 0,-1 0-56 0,1 1-156 15,1-5-452-15,-2 3 199 0</inkml:trace>
  <inkml:trace contextRef="#ctx0" brushRef="#br0" timeOffset="9669.44">10008 4577 63 0,'14'-3'200'16,"-7"1"-2"-16,-7 2-5 0,0 0 0 0,17 2-7 0,-17-2-11 15,13 5-9-15,-13-5-5 0,9 12 0 0,-7-5 4 16,-1 3-5-16,2 0 0 0,-3-10-12 0,-5 21-6 15,1-10 1-15,0-2-9 0,0 2-15 16,-2 0-9-16,2-1-10 0,0-3-10 0,4-7-10 16,-6 16-8-16,5-11-4 0,1-5-11 0,-4 12-7 15,4-12-5-15,0 0-6 0,0 0 1 0,6 15-15 0,1-11-25 16,2-1-21-16,-9-3-26 0,23-2-32 0,-4-1-19 16,0 0-40-16,0-2-39 0,0-4-52 15,8 1-41-15,-8 2-161 0,6-4-467 0,-6-1 207 16</inkml:trace>
  <inkml:trace contextRef="#ctx0" brushRef="#br0" timeOffset="11272.58">11138 3711 47 0,'0'0'129'0,"0"0"-21"0,0 0-18 15,0 0-9-15,0 0-21 0,0 0-24 16,-8-1-16-16,8 1-28 0,0 0-29 0,0 0-51 16,-9 11-95-16,9-11 42 0</inkml:trace>
  <inkml:trace contextRef="#ctx0" brushRef="#br0" timeOffset="11659.14">11063 3864 132 0,'0'0'160'0,"0"0"-10"16,0 0-15-16,13-30-8 0,-7 21-12 0,1 1-5 0,0-2-10 15,2 1 5-15,0 0-15 0,0 1-1 16,-1-2 0-16,2 1-6 0,-2 0-3 0,0 1-7 15,1 0-2-15,-5-1-4 0,3 2-2 0,-1 0 0 16,0 0 3-16,1 1 2 0,-3 2-3 0,2-1 2 16,-6 5 28-16,5-7-4 0,-5 7-6 0,4-5-8 15,-4 5-5-15,4-5-8 0,-4 5-8 0,0 0-6 16,0 0-9-16,5-3-4 0,-5 3-7 0,0 0-4 16,0 0 8-16,9 19 8 0,-5-8-2 0,-1 7 7 15,1 1 2-15,1 8 1 0,-4 2 10 0,3 3 7 16,0 0-3-16,-3 0 1 0,0 4-3 0,-1-6-4 15,1 4-3-15,2-2 1 0,-3-3-8 0,0 1 1 16,0-2-11-16,0-4-10 0,-2-5-1 0,2 1 1 16,2-4 1-16,-4 3-6 0,2-6 0 0,0 2 0 15,0 0-20-15,-1-3-16 0,1-1-27 0,-2-2-24 16,1 1-34-16,-3-2-26 0,1 1-31 0,-1-3-35 16,4-6-42-16,-6 8-52 0,-1-5-196 0,7-3-517 15,0 0 229-15</inkml:trace>
  <inkml:trace contextRef="#ctx0" brushRef="#br0" timeOffset="11840.52">11013 3595 140 0,'0'0'156'0,"0"0"-22"0,0 0-17 0,4-10-21 15,-4 10-40-15,12 3-33 0,-12-3-42 0,30 5-47 16,-11 2-41-16,-1-1-115 0,9 1 52 0</inkml:trace>
  <inkml:trace contextRef="#ctx0" brushRef="#br0" timeOffset="12333.15">11551 3723 126 0,'0'0'181'0,"0"0"1"0,3 11-6 16,-3-11-6-16,0 12-9 0,-3-3-4 0,3 0-12 16,-1 2-13-16,0-1-11 0,1 1-11 0,0 0-9 15,1-1-11-15,3 2-11 0,-1-1-3 16,-2-1-10-16,4-3-2 0,2 2-8 0,-3-3 0 16,1-1-4-16,2 0-7 0,-1-2-2 0,3 1-2 0,-2-1-3 15,0-2 0-15,1 2-1 0,0-1 4 0,-8-2 6 16,15 0-6-16,-15 0-2 0,9-3-5 15,-4-1-1-15,-5 4-2 0,8-8-8 0,-3 4 5 16,-3-3-5-16,2-3-5 0,-2 1-1 0,-2 1-1 16,3-3-3-16,-1 1-6 0,-4 3-2 0,4 0 1 15,-2 7-3-15,1-12-3 0,-1 12 1 0,0-11-4 0,0 11-2 16,0 0-9-16,0-8 0 0,0 8 2 0,0 0-4 16,0 0 4-16,0 0 2 0,0 0-1 15,13 21 5-15,-10-11-2 0,0-5 3 0,4 5 1 16,0-1 1-16,1-1 1 0,0 0 1 0,0-1 1 15,2-2 1-15,1 0 2 0,0-1 2 0,1-4-1 16,-1 1-1-16,5-3-2 0,0-2 2 0,1-3 3 0,1 1-1 16,-8 0 9-16,5-1 1 0,-7-3 10 15,5-3-3-15,-7 3-2 0,-1 1 5 0,1-1 7 16,-4-2-5-16,3 0-4 0,-2-5 2 0,-3 2-3 16,2-1 2-16,-4 5-8 0,0-1-4 0,-2-1 5 15,2 1-3-15,-3 1-3 0,0 0-17 0,2 2-14 16,-1 2-16-16,0 1-20 0,2-1-34 0,2 7-54 15,0 0-41-15,-3-8-33 0,3 8-17 0,0 0-137 16,0 0-402-16,0 0 178 0</inkml:trace>
  <inkml:trace contextRef="#ctx0" brushRef="#br0" timeOffset="12632.48">12176 3557 65 0,'7'-4'202'0,"-7"4"-15"0,0 0-17 0,0 0 6 16,0 0 6-16,11 7-16 0,-11 0-2 0,5 5 7 16,-1 4-2-16,-2 8-8 0,0 3-1 0,-2 1-1 15,1 2-14-15,3-1-6 0,-6 0-13 0,0-2-2 16,1 1 0-16,-1-2-5 0,0-5-14 0,2-3-11 16,0 0-9-16,-2-3-7 0,2-3-4 0,-2 0-7 15,2-1-5-15,0 0-8 0,2-4-3 0,-2-7-1 16,2 12-12-16,-2-12-3 0,0 8 0 0,0-8-20 15,4 7 22-15,-1-4-2 0,-3-3-12 0,11 3 4 16,0-3-15-16,1-4-10 0,5 0-19 0,2-1-22 16,0 0-28-16,0 0-26 0,0 0-29 0,0 1-26 15,-1-2-45-15,0 2-36 0,0-2-40 0,0-1-184 16,-3 4-489-16,4-2 218 0</inkml:trace>
  <inkml:trace contextRef="#ctx0" brushRef="#br0" timeOffset="12973.15">12900 3501 2 0,'-3'-4'291'0,"3"4"-6"0,0 0-3 0,-4-8-8 16,4 8-27-16,0 0 13 0,-5-4-4 0,5 4-25 15,0 0-8-15,0 0-21 0,0 0-33 0,0 0 7 16,0 0-14-16,0 0-17 0,0 0-22 16,0 0-12-16,0 0-18 0,0 0-10 0,0 0-17 15,0 0-9-15,0 0-9 0,0 0 3 0,14 22-11 0,-1 0 0 16,1 8 0-16,-1 2-10 0,1 13 1 0,-3-15 16 16,0-1-4-16,3-1-5 0,-3 0 13 0,-3 4-16 15,2 0-1-15,-4 3-1 0,-3-1-19 16,-6-3-5-16,1 3-14 0,-6-1-16 0,-6-1-27 15,-1-1-17-15,-6-3-24 0,0 1-30 0,-5-3-30 16,-10 8-30-16,11-14-45 0,-1-1-44 0,-4-3-259 0,-6-1-568 16,2-1 251-16</inkml:trace>
  <inkml:trace contextRef="#ctx0" brushRef="#br0" timeOffset="17049.66">10597 3924 25 0,'0'0'48'16,"0"0"-5"-16,-12-1-7 0,12 1 5 0,0 0-4 0,-11 1-5 16,11-1 7-16,0 0-5 0,-9-3 5 15,9 3 6-15,0 0 4 0,0 0 4 0,-9-1 6 16,9 1 0-16,0 0 3 0,0 0-1 0,-5-3 2 16,5 3 4-16,0 0-5 0,0 0 2 0,-8-6-1 15,8 6-4-15,0 0-6 0,-6-3-12 0,6 3-1 16,-9 0-6-16,9 0-5 0,0 0 3 0,-13 0 4 15,13 0 10-15,0 0-11 0,-8-2 3 0,8 2-6 16,0 0 0-16,0 0-7 0,0 0-5 0,0 0-1 16,0 0 1-16,0 0-2 0,0 0-2 0,0 0 6 0,0 0 1 15,25-3-4-15,-13 2 1 0,9-3-4 16,-1 1-1-16,-1 1-2 0,3 0-5 0,-2 2-6 16,0-2-18-16,-2 2-17 0,-3 0-22 0,-1 0-32 15,0 0-23-15,-1 0-23 0,-2 3-102 0,-4 0-256 16,4-2 114-16</inkml:trace>
  <inkml:trace contextRef="#ctx0" brushRef="#br0" timeOffset="17287.71">10570 3809 107 0,'-1'15'138'0,"1"-5"-5"16,-2 8 3-16,4-1-7 0,-2 2-1 0,0 0-10 15,1 7-13-15,-2 1-6 0,1-2-11 0,1 1-9 16,2 0-6-16,-2 1-2 0,0 1-20 0,2-1-34 16,0 2-38-16,0-3-43 0,-1 0-40 0,1 1-111 15,-4-8-230-15,-1 1 101 0</inkml:trace>
  <inkml:trace contextRef="#ctx0" brushRef="#br0" timeOffset="21385.59">13614 3802 132 0,'-13'2'149'0,"13"-2"-8"0,0 0-4 16,-10-3-9-16,10 3-2 0,0 0-10 15,0 0 2-15,0 0-2 0,0 0-4 0,0 0-5 16,0 0-10-16,-9-1-5 0,9 1-13 0,0 0-6 0,0 0-9 15,0 0-5-15,0 0-13 0,32-7 2 16,-14 5-7-16,2-2-2 0,9-1-10 0,0-1-6 16,3 1-4-16,-3 0-18 0,0 3-10 0,-2 1-26 15,0 0-23-15,-6-2-25 0,-2 3-36 0,0-2-25 16,-8 4-130-16,0-2-298 0,-4 0 132 0</inkml:trace>
  <inkml:trace contextRef="#ctx0" brushRef="#br0" timeOffset="21615.79">13825 3668 84 0,'0'0'210'0,"0"0"-13"0,-2-5-24 0,2 5-16 0,0 0-24 15,0 0-9-15,0 0-14 0,0 0-9 0,0 0 2 16,0 0-9-16,-5 25 0 0,3-12-19 0,2 3-4 15,2 2-2-15,-1-1-9 0,-1 9-4 0,2-3-2 16,2 1-9-16,-2-4-14 0,3 4-31 0,-3-5-38 16,2 0-42-16,3-2-50 0,-4 3-47 0,-1-1-93 15,0-3-292-15,0-3 130 0</inkml:trace>
  <inkml:trace contextRef="#ctx0" brushRef="#br0" timeOffset="33767.78">14382 3415 22 0,'0'-11'137'0,"-4"2"-1"0,3-1-15 0,-1-1-8 15,-2 2 0-15,-1-1-6 0,1 1-9 16,1 1 4-16,-1 0-2 0,1 3 5 0,3 5-1 15,-6-11-1-15,6 7-6 0,0 4-10 0,-4-7-11 16,4 7-7-16,0 0-7 0,-4-7-13 16,4 7-10-16,0 0-2 0,0 0 0 0,0 0-9 0,0 0-4 0,0 0-1 15,0 0 0-15,-8 18-5 0,6-5-5 16,0 4 5-16,0 2-6 0,0 7 4 0,-1 2 3 16,-3 1-4-16,1-1-7 0,0-1 6 0,3 3-5 15,0 1-3-15,1-2 2 0,-1 1-3 0,2 2 1 16,2 3 2-16,-2-2 3 0,1 5-2 0,-1 7-1 15,2-12 3-15,0 2-4 0,-2-1 0 0,3 1 0 16,-6-2 1-16,6 3-2 0,-3-5 2 0,2 1-2 16,-2-3 2-16,0 2-4 0,0-4 7 0,3 0-6 15,-3 0 3-15,-1 1-4 0,1-4-2 0,0 3 3 16,1-3-1-16,-2-6 1 0,1 0-4 0,-2-1 4 16,2 0-7-16,-2-2 8 0,4 2-2 0,-2-2-1 15,0-2-2-15,-2-3 3 0,2 3 2 0,2-2-1 16,-2-3-5-16,0 3 2 0,0-2-1 0,2-3 2 15,-2-6-4-15,1 16 3 0,-1-16 1 0,2 10-1 16,-2-10 2-16,0 0-2 0,4 8 0 0,-4-8 4 16,6 4-3-16,-6-4 0 0,7 2 0 0,5-4-17 15,-2-2-19-15,3-1-25 0,4-2-24 0,5-2-32 16,2 0-43-16,3-2-10 0,0 1-129 0,-2-3-321 16,2-2 143-16</inkml:trace>
  <inkml:trace contextRef="#ctx0" brushRef="#br0" timeOffset="34603.11">14908 3689 76 0,'0'0'81'0,"0"0"1"16,0 0-10-16,0 0-1 0,0 0 11 0,0 0-5 16,0 0-6-16,0 0 1 0,0 0-2 0,0 0-2 15,0 0 11-15,0 0-9 0,0 0 0 0,0 0-1 16,0 0 1-16,0 0 10 0,0 0-14 0,0 0 3 16,-7-4-3-16,7 4-1 0,0 0 1 0,0 0-2 15,0 0-4-15,0 0-4 0,0 0-4 0,0 0 0 16,0 0-3-16,0 0 2 0,0 0-6 0,0 0-4 15,0 0-4-15,0 0-4 0,0 0-3 0,0 0-3 16,0 0-9-16,0 0 2 0,0 0-5 0,0 0 1 16,0 0 0-16,0 0-3 0,0 0 0 0,30-3 0 15,-17 0-1-15,0 3-3 0,0-1-1 16,5 0-1-16,-6-1 0 0,6 1-1 0,-7 0 0 0,-1 0-1 16,1 1-1-16,-3-3-1 0,3 3 2 0,0-1 0 15,-11 1-2-15,12 0 2 0,-5-2-4 0,-7 2 2 16,9-1-1-16,-9 1 1 0,0 0-2 15,11-2 0-15,-11 2-6 0,7 0-9 0,-7 0-25 16,0 0-30-16,0 0-29 0,0 0-25 0,0 0-39 0,10 3-155 16,-10-3-343-16,0 0 152 0</inkml:trace>
  <inkml:trace contextRef="#ctx0" brushRef="#br0" timeOffset="35021.74">15492 3537 194 0,'0'0'196'0,"4"-4"-20"0,-4 4-15 0,9-8-15 0,1 2-20 16,-2 1 2-16,4 1-18 0,0-2-11 0,0-1-5 15,1 1-12-15,2-2-5 0,-5 3-8 0,3-2 4 16,-5 2 4-16,0-2 0 0,-1 4 6 0,-1-2-5 15,-2 1-2-15,1 0-4 0,-5 4-2 0,7-8 3 16,-5 5 0-16,-2 3 1 0,7-5-3 0,-7 5-4 16,3-6-6-16,-3 6-8 0,0 0-10 0,0 0 0 15,6-4-7-15,-6 4-6 0,0 0-5 0,0 0-7 16,0 0-4-16,0 0 2 0,0 0-5 0,0 0-4 16,1 22 8-16,-1-12-5 0,-3 7-6 0,2-1 6 15,-2 0-4-15,0 3 1 0,0 0-9 0,-3 7 8 16,3-6 0-16,1-1-1 0,-2 5 1 0,0-5-3 15,2-2 2-15,0 4 1 0,3-4-6 0,-3 0 5 16,2 1 1-16,1-1-1 0,0 0-1 16,-1-2-7-16,1-3-9 0,1-1-3 0,-1 0-17 0,-1-11-11 15,2 19-13-15,-1-12-20 0,-1-7-23 0,0 0-32 16,2 22-32-16,-2-17-36 0,0-5-178 0,0 0-407 16,-10 12 181-16</inkml:trace>
  <inkml:trace contextRef="#ctx0" brushRef="#br0" timeOffset="35227.15">15485 3257 45 0,'2'-7'222'0,"-2"7"-7"0,3-11-22 16,-2 6-17-16,-1 5-19 0,0-9-22 0,0 9-11 15,0 0-23-15,0 0-28 0,9-2-33 0,-9 2-24 16,0 0-58-16,22 19-51 0,-16-9-42 0,-1 7-70 16,2-1-222-16,-6 2 99 0</inkml:trace>
  <inkml:trace contextRef="#ctx0" brushRef="#br0" timeOffset="35569.94">14930 4111 125 0,'0'0'136'0,"0"0"2"16,14 8 3-16,5-6-6 0,11 1-7 0,8-2-5 15,20-1-10-15,-1-2 1 0,6 0-18 0,-2-2-8 16,2 2-9-16,-3 1-4 0,-3 1-7 0,-2 0-8 16,-1-3-6-16,-16 3-9 0,-1-1-4 0,-1 0-7 15,-1 1 4-15,-3 0-21 0,0 0-18 0,-10 0-23 16,-1 1-32-16,-1 0-36 0,-2 0-37 0,-6 1-129 15,-6 1-279-15,-6-3 123 0</inkml:trace>
  <inkml:trace contextRef="#ctx0" brushRef="#br0" timeOffset="36135.51">15103 4350 41 0,'-9'-3'211'0,"9"3"-19"0,0 0-24 15,-9-1-18-15,9 1-18 0,0 0-16 16,0 0-7-16,-7 6-16 0,7-6-5 0,0 0-12 16,0 17-3-16,0-17-5 0,3 18-6 0,1-7-4 15,-3-2-5-15,2 3-2 0,0-2-7 0,3 1-2 0,-1 1 0 16,4-1 6-16,-4-4 0 0,2 5-6 0,0-5-6 15,2 0-3-15,-3 0-1 0,4-1-1 16,-2-1-4-16,0-1 0 0,-8-4-1 0,14 2-2 16,-4 1 3-16,-10-3-8 0,17-4 2 0,-8 0-6 15,1-1 4-15,-4 0-5 0,4-2-3 0,-3-2 4 16,1 2-2-16,-1-2 3 0,-2 0-7 0,0-2 1 0,1 3-6 16,0-3 0-16,-2 4 1 0,-2-1 2 0,-1 3-6 15,-1 5 1-15,6-9-9 0,-6 9 7 16,5-7-10-16,-5 7 1 0,0 0-5 0,0 0 6 15,0 0-2-15,0 0 3 0,0 0 1 0,0 0-2 16,0 0 1-16,6 20 2 0,-6-20 3 0,8 13-3 16,-4-8 2-16,3 1 2 0,-2 0-1 0,-5-6 4 0,17 8-3 15,-8-4 5-15,1-1-3 0,4-2 2 16,-2-2-1-16,2-2 2 0,-1 0-4 0,-1-1 4 16,4-2-4-16,-3 1 16 0,-2-3 8 0,-1 2-5 15,-2-3 0-15,-3 0 3 0,3-1-8 0,-2-2 7 16,-2 0 2-16,-3 0-7 0,2-3-1 0,-6-1-3 15,3 3-3-15,-2 0 1 0,-1 2 0 0,-1-2 0 16,0 2-5-16,-1 2 1 0,1 1-11 0,1 0-10 16,3 8-9-16,-4-10-19 0,4 10-27 0,-5-7-18 15,5 7-19-15,0 0-15 0,0 0-24 0,0 0-26 16,-14 12-134-16,12-5-330 0,2-7 147 0</inkml:trace>
  <inkml:trace contextRef="#ctx0" brushRef="#br0" timeOffset="36359.06">15698 4282 179 0,'0'0'175'16,"-9"-3"-9"-16,9 3-9 0,-11 3-10 0,11-3-14 16,-12 5-6-16,3 1-7 0,3 3-10 0,-3-1-6 15,-1 5-8-15,-2 1-11 0,3 1-8 0,2-1-8 16,-1 1-8-16,3 0-1 0,1 3-9 0,1-1-3 15,3-6-3-15,2 4-5 0,0 1-7 0,2 0-16 16,1-4-28-16,4 4-41 0,1-1-47 0,-2-5-40 16,6 1-29-16,-6-1-105 0,0-3-294 0,0 0 131 15</inkml:trace>
  <inkml:trace contextRef="#ctx0" brushRef="#br0" timeOffset="36566.98">15882 4475 67 0,'0'0'225'0,"8"-3"-16"0,-8 3-19 0,0 0-20 16,0 0-15-16,0 0-14 0,0 0-9 0,0 0 3 15,0 0-11-15,0 0-8 0,0 0-13 16,4 24-6-16,-3-17-8 0,0 4-10 0,-1 2-8 16,2-1-6-16,-2-1-7 0,2 5-5 0,1-4-4 0,-2-2-7 15,0 1-33-15,4 0-24 0,-3 0-32 0,-2-11-51 16,3 19-43-16,-1-12-50 0,-2-7-124 0,0 0-340 15,-2 19 150-15</inkml:trace>
  <inkml:trace contextRef="#ctx0" brushRef="#br0" timeOffset="36956.06">16450 4014 21 0,'0'0'224'0,"0"0"-11"0,0 0-8 0,0 0-9 16,0 0-16-16,0 0-14 0,0 0-14 0,0 0-15 0,0 0-13 16,0 0-14-16,0 0-13 0,0 0-10 0,0 0-2 15,0 0-19-15,0 0-1 0,0 0-14 16,0 0-21-16,1 10-23 0,-1-10-36 0,0 0-38 15,0 11-51-15,0-11-44 0,0 7-145 0,0-7-332 16,0 0 146-16</inkml:trace>
  <inkml:trace contextRef="#ctx0" brushRef="#br0" timeOffset="37497.15">16869 3819 66 0,'-9'1'189'0,"9"-1"-4"16,0 0-12-16,0 0-11 0,0 0-22 0,0 0-9 15,0 0-14-15,-12-1-5 0,12 1-12 0,0 0-12 16,0 0-7-16,0 0-1 0,0 0-9 0,0 0-7 15,0 0-6-15,29-5 0 0,-12 3-5 0,-3 0-6 16,6 1-6-16,-2-1-3 0,1 2-3 0,-6 2-35 16,0-1-20-16,-2-1-45 0,-1 1-47 0,-1-1-44 15,-3 1-134-15,-6-1-313 0,11 3 138 0</inkml:trace>
  <inkml:trace contextRef="#ctx0" brushRef="#br0" timeOffset="37887.4">17224 3730 50 0,'10'-7'203'16,"-5"4"-9"-16,4-4-12 0,-1 1-8 0,2 1-15 16,1-1-12-16,-1-2-11 0,1 4 10 0,-2-3-13 15,3 0-10-15,-2 0-2 0,-1 3-11 0,1-4-1 16,-5 4-2-16,4-1-7 0,-2 0 1 0,-2 1-6 15,0-1-7-15,-5 5-4 0,9-9-3 0,-6 4 4 16,-3 5-3-16,6-7-6 0,-6 7-12 0,1-7-6 16,-1 7 3-16,4-5-2 0,-4 5 0 0,0 0-12 15,4-6-4-15,-4 6-8 0,0 0-10 0,0 0-3 16,0 0-8-16,0 0 0 0,0 0-3 0,0 0-1 16,1 26 0-16,-4-8-3 0,1 2 3 0,-2 7-5 15,-1 3 3-15,0 0 1 0,-3 1 0 0,3-2-4 16,0-1 1-16,0-1 5 0,0 2 3 0,-2-5-8 15,6-4 4-15,-2-2-4 0,1 1 2 0,-1-2-4 16,2 2 6-16,-2-2-6 0,2-1-7 0,0-3-19 16,0 2-9-16,-2-3-20 0,0-1-17 0,1-1-27 15,-1 0-29-15,-2-1-31 0,0 0-49 0,0-1-42 16,-3-2-180-16,1-1-460 0,7-5 203 0</inkml:trace>
  <inkml:trace contextRef="#ctx0" brushRef="#br0" timeOffset="38072.75">17288 3481 40 0,'0'0'189'15,"4"-8"-25"-15,-4 8-20 0,0 0-28 0,0 0-16 16,0 0-28-16,0 0-32 0,0 0-39 0,14 12-54 15,-9-4-83-15,-1 3-147 0,1 0 65 0</inkml:trace>
  <inkml:trace contextRef="#ctx0" brushRef="#br0" timeOffset="38401.83">16815 4244 197 0,'-8'2'217'0,"8"-2"-9"0,-11 0-13 16,11 0-16-16,-8 3-20 0,8-3-16 0,0 0-11 15,0 0-11-15,0 0 0 0,32 8-9 0,-1-6-7 16,20-2-7-16,8-2-8 0,3 1-10 0,4-2-8 15,0 1-7-15,24 0-5 0,-33 2-5 0,-3-2-6 16,-4 1-8-16,-13 1-4 0,0 0 0 0,-3 0-6 16,1-2-2-16,-5 2-1 0,1-2-7 0,-3 2-8 15,-7 0-22-15,-1 0-15 0,-1 0-23 0,-5 0-20 16,-1 0-25-16,-3 0-39 0,-10 0-46 0,15 1-26 16,-15-1-122-16,0 0-350 0,3 6 155 0</inkml:trace>
  <inkml:trace contextRef="#ctx0" brushRef="#br0" timeOffset="38975.54">16994 4436 211 0,'-11'-8'269'0,"11"8"-29"0,-7-5-23 16,7 5-24-16,0 0-22 0,0 0-22 0,0 0-15 16,0 0-16-16,0 0-11 0,-14 11-11 0,13 0-8 15,1-11-8-15,0 24-6 0,0-9-8 0,2 2-5 0,1 2-8 16,2-1 1-16,-2-3-11 0,3 0 1 16,2-1-4-16,-2-3-2 0,1 0-5 0,2-2-1 15,-1-1-2-15,1 1-2 0,2-4-3 0,-1-1 2 16,-1-1-1-16,2 0-4 0,2-3-3 0,-1 0 1 15,-12 0-1-15,22-3-3 0,-13 1 0 0,1-4-1 16,0 2-3-16,-1-5 1 0,-2 2-5 0,1-3 3 16,-1-1-2-16,-1 0-3 0,0 1-4 0,-1-1 2 15,0 0 1-15,0 5-2 0,-5 6 3 0,5-10-6 16,-5 10-4-16,6-10-9 0,-6 10-6 0,0 0 1 0,0 0 0 16,0 0-2-16,0 0 5 0,0 0 4 15,0 0-3-15,0 0 4 0,-2 32 0 0,2-20 5 16,0 0-4-16,2 0 4 0,-2-2 0 0,1 2 1 15,3-3 1-15,1 1 3 0,0-2 2 0,4-2-4 0,0 0 2 16,0-2 2-16,4-2 2 0,-1-2 1 0,-12 0-1 16,31-8-2-16,-14 3 1 0,-2-1 1 15,2-1 10-15,-3-5 6 0,0 2 4 0,-3-3 0 16,1-2-3-16,-2 2-1 0,-5 3 2 0,0-6-1 16,-1 4-2-16,-1 0 0 0,-1-1-4 0,0-3 1 15,-4 0-4-15,1 5-3 0,0-1-3 0,-2 0-3 16,-1 3-8-16,2-1-13 0,-4 4-16 0,3 1-13 15,-2 0-22-15,5 5-17 0,-12-7-20 0,12 7-9 16,0 0-29-16,-20 4-31 0,20-4-35 0,-13 10-132 16,5-3-370-16,8-7 164 0</inkml:trace>
  <inkml:trace contextRef="#ctx0" brushRef="#br0" timeOffset="39223.75">17607 4417 95 0,'4'-10'221'0,"-4"10"-11"0,0 0-7 16,0 0-15-16,0 0-16 0,0 0-17 0,0 0-13 15,0 0-4-15,0 0-7 0,0 0-1 0,-23 21-7 16,16-12-10-16,0 2-8 0,-2 4-7 0,0 1-11 16,3-2-6-16,-2 1-12 0,1 2-5 0,2 0 0 15,1-2-8-15,0 1-9 0,3-4-1 0,2 4-5 16,0-3-3-16,2-3-6 0,2 1-12 0,1 0-26 15,3-2-39-15,-1-1-25 0,-8-8-46 0,15 13-32 16,-5-8-36-16,-1-1-33 0,0 0-131 0,-9-4-376 16,16 6 167-16</inkml:trace>
  <inkml:trace contextRef="#ctx0" brushRef="#br0" timeOffset="39553.61">17694 4620 168 0,'0'0'254'15,"8"-7"-12"-15,-8 7-17 0,0 0-17 0,0 0-22 16,0 0-17-16,0 0-20 0,14-5-16 0,-14 5-16 16,0 0-13-16,0 0-10 0,14 5-8 0,-14-5-12 15,10 5-8-15,-10-5-2 0,8 10 4 0,-8-10-3 16,4 10 1-16,-4-2-5 0,0-8 0 0,-2 20-1 15,-2-10-7-15,-3-1-3 0,-1 1-1 0,-3 4-6 16,0-2-3-16,-2 1-6 0,-1-1-2 0,2-2-4 16,2 0 0-16,2-3-5 0,2 1-2 0,1-4-3 15,5-4-4-15,-9 8 1 0,9-8-4 0,-5 9-3 16,5-9-4-16,0 0-3 0,0 0-9 0,14 8-14 16,-14-8-12-16,28-3-19 0,-8-1-24 0,7-3-22 15,5 0-34-15,1-3-35 0,-1 1-54 0,4-4-174 16,-4 1-429-16,1-2 189 0</inkml:trace>
  <inkml:trace contextRef="#ctx0" brushRef="#br0" timeOffset="40469.43">18248 3537 181 0,'-4'-6'180'0,"4"6"-19"0,0 0 5 15,0 0-11-15,-4-6-6 0,4 6-15 0,0 0-9 16,0 0-9-16,0 0-15 0,0 0-8 0,0 0-7 15,0 0-8-15,-4-6-7 0,4 6-13 0,0 0 1 16,0 0-6-16,0 0-3 0,0 0-4 0,0 0-9 16,0 0-2-16,0 0-3 0,16-4-5 0,-16 4 0 15,11-1-3-15,-2-2 0 0,4 1-9 0,-3-1 10 16,0 2-5-16,2-2-2 0,-1 1 0 0,0 0 0 16,0-1-1-16,-1 3-3 0,-2-2 4 0,0 1 0 15,-1-2-4-15,-7 3 1 0,14 0-2 0,-14 0-1 16,12-1-2-16,-6 0-3 0,-6 1 1 0,0 0-3 15,12 0 0-15,-12 0-1 0,0 0-4 0,10 1 5 16,-10-1-3-16,6 1 0 0,-6-1-2 0,8 4 3 16,-8-4-4-16,7 4 2 0,-7-4-2 0,6 4-1 15,-6-4 12-15,5 6-10 0,-5-6 2 0,5 5-1 16,-2 0-1-16,-3-5 6 0,3 7 2 0,-1-2 1 16,-2-5 5-16,2 9-3 0,1-2 1 0,-1-2 1 15,0 2-2-15,0 1 2 0,1 1 0 0,-2 1-5 16,2-1 1-16,0 4 0 0,0 2-6 0,-2 2 4 15,1 1 0-15,-2 6 1 0,2-3 3 0,1 5-4 16,-1 7 9-16,-2-2-4 0,-4 1-2 0,4 0-2 16,-1 1 0-16,0-4 0 0,-2 4 0 0,2-1-4 15,0 2 5-15,2-1-3 0,-2 13 2 0,-1-17-2 16,1 2 0-16,1-1-1 0,1-1 2 0,-2-1-4 16,2 1 3-16,-1-3 1 0,2 0-4 0,-4 2 2 15,5-2-2-15,-2-2 5 0,2-4 1 0,-3 6 3 16,5-1-4-16,-4-6 1 0,-2 5 4 15,1-3-7-15,-3 3 5 0,3-6-5 0,2 1 4 16,-4-1 0-16,0 0-2 0,-1-2 1 0,3 1-2 0,-1-5 0 16,1 1 1-16,-1-2 1 0,-3 1-1 0,0-1 0 15,-1 0 3-15,1 0-2 0,0-2-2 0,-1 1 3 16,-1-3-3-16,-1 2 0 0,1 0 2 0,-3-1-1 16,0 0 0-16,-4-1 0 0,3-1-1 15,-2 1-1-15,-4-2 0 0,1 1-10 0,-3 0-7 16,1-1-12-16,-1-4-8 0,-3 2-10 0,0-3-14 15,1 0-13-15,1 0-21 0,0 0-21 0,2 0-28 0,5 0-33 16,-1 0-40-16,1-3-157 0,1-1-399 0,0 1 176 16</inkml:trace>
  <inkml:trace contextRef="#ctx0" brushRef="#br0" timeOffset="43339.1">18963 3885 192 0,'-1'-7'198'0,"0"0"-5"16,-2 0-8-16,3 7-10 0,-3-14-18 0,3 14-10 15,-4-9-15-15,3 4-17 0,1 5-12 0,0 0-8 16,-6-5-16-16,6 5-10 0,0 0-6 0,-13 16-5 16,3-3-5-16,-4 9-7 0,3 1-3 0,-7 4-1 15,6 2-6-15,-2-1 3 0,4 0-5 16,0 1-4-16,5-2-2 0,0 2-1 0,2-2 3 0,2-3 1 16,1-4-4-16,2 0 1 0,2-2-5 0,0 1 2 15,2-3-4-15,2 1-1 0,2-3 1 16,3 0-4-16,2-1-23 0,1-2-19 0,0-3-25 0,3 1-39 15,2-2-44-15,5-1-34 0,-5-2-34 16,-2-1-118-16,-4-2-345 0,4-2 153 0</inkml:trace>
  <inkml:trace contextRef="#ctx0" brushRef="#br0" timeOffset="43587.43">19286 3891 85 0,'0'0'154'0,"0"0"-14"16,0 0-13-16,0 0-5 0,0 0 10 0,0 0 5 15,0 0 5-15,1 28-12 0,-2-10-8 0,1 1-1 16,-2 7-5-16,1-7-14 0,1 0-7 0,0 6-9 16,1-6-3-16,-2 0-8 0,1 0-6 0,-1-1-7 15,-1 2-6-15,2-4-5 0,-1 3-4 0,1-2-6 16,-1-1-2-16,1-4-27 0,1 4-24 0,-1-6-22 15,0 1-28-15,0-11-31 0,-2 20-41 0,2-20-35 16,0 14-138-16,0-14-334 0,-2 10 148 0</inkml:trace>
  <inkml:trace contextRef="#ctx0" brushRef="#br0" timeOffset="43769.37">19459 4064 106 0,'8'-2'144'0,"-8"2"-9"0,23-3-14 16,-6 3-8-16,2-2-17 0,0 1-6 0,-2 2-15 15,2-1-11-15,-3 2-22 0,2-1-37 0,-5-1-34 16,1 3-26-16,-2-3-26 0,-1 3-57 0,-5-3-149 16,-6 0 66-16</inkml:trace>
  <inkml:trace contextRef="#ctx0" brushRef="#br0" timeOffset="43973.93">19600 3965 41 0,'0'0'130'0,"0"0"-13"16,0 0-6-16,0 0-6 0,0 0 10 0,0 0 6 16,-6 22-4-16,4-11-6 0,1 1-12 15,0 1-6-15,-1 4-12 0,2-2 0 0,-2 1-10 16,2 0-6-16,-1 1-8 0,1-2-6 0,0-1 0 0,0-1-5 15,-2 3-10-15,4-4-35 0,-2 1-23 0,1-2-41 16,1-1-32-16,0-1-42 0,0-1-94 0,-2-8-249 16,4 12 110-16</inkml:trace>
  <inkml:trace contextRef="#ctx0" brushRef="#br0" timeOffset="44368.6">19833 3848 133 0,'0'-5'205'0,"0"5"-21"0,1-9-21 0,-1 9-24 15,0 0-17-15,0 0-6 0,0 0-7 0,5 23-5 16,-4-3-3-16,1 5 0 0,-1 3-7 0,-1 1-2 16,0-1-8-16,-4 1 1 0,4 0-9 0,-1-5-4 15,1-5-8-15,-2 2-5 0,2-5-6 0,-2 1-2 16,2-6-3-16,-1 1-7 0,1-2-3 0,0 0 0 15,-2 0-6-15,4-4-1 0,-2-6-3 0,-2 10 0 16,2-10 1-16,0 0-1 0,-1 12 0 0,1-12-3 16,0 0-3-16,0 0-4 0,0 0-1 0,0 0-6 15,0 0 3-15,0 0-1 0,8-25-4 0,-3 12 0 16,5-1-6-16,4-7-4 0,-4 5-1 0,2 1 1 16,-2 2-2-16,-1 5 1 0,0-1-1 0,-3 5-1 15,-1-3-2-15,-1 5 0 0,-4 2 1 0,10-3-2 16,-10 3-4-16,9 1 3 0,-9-1-1 0,12 7 3 15,-8 0 2-15,2 1-1 0,-1 2 0 0,-1-1 3 16,0 3-4-16,-2-1 2 0,1 1-18 0,0-2-18 16,-3 1-34-16,0 0-28 0,1-2-37 0,0 1-40 15,2-1-165-15,-3-9-372 0,0 13 165 0</inkml:trace>
  <inkml:trace contextRef="#ctx0" brushRef="#br0" timeOffset="44646.02">20296 3951 198 0,'2'-12'221'0,"-2"12"-17"0,0 0-17 0,0-11-18 0,0 11-19 16,0 0-9-16,0 0 2 0,0 0-3 0,-22 28-4 16,16-9-10-16,-1-1-11 0,-4 7 1 0,1 0-8 15,3 2-8-15,-1-2-8 0,-2 0-2 0,4 0-8 16,1-1-2-16,-2-1 2 0,3-4-7 0,1-2-6 15,0 1-10-15,1-1-6 0,2-1-1 0,-3-2-4 16,1-1 4-16,2-1-18 0,0 0 3 16,0-12-11-16,2 19-21 0,-2-11-20 0,0-8-26 0,-1 14-27 15,1-14-30-15,2 11-25 0,-2-11-27 0,0 0-23 16,-5 14-21-16,5-14-30 0,-7 6-127 0,7-6-380 16,-13 2 168-16</inkml:trace>
  <inkml:trace contextRef="#ctx0" brushRef="#br0" timeOffset="44795.21">20010 4189 67 0,'0'0'127'0,"7"-6"-9"0,-2 4-21 16,5-1-4-16,3 0-13 0,3 3-3 16,3-2-13-16,3 2-27 0,-3 0-23 0,2 1-26 15,7-2-38-15,-8 2-69 0,0 2-129 0,-1-1 58 16</inkml:trace>
  <inkml:trace contextRef="#ctx0" brushRef="#br0" timeOffset="45099.32">20431 4227 80 0,'6'3'213'0,"-6"-3"-8"0,0 0-11 16,0 0-8-16,0 0-16 0,0 0-10 0,14-9-14 16,-14 9-18-16,9-6-11 0,-3 4-9 0,1-2-12 15,2 1-6-15,0-2-16 0,-2 2 2 0,0-2-3 16,-2 3-2-16,0-2-3 0,0-2-12 0,3 0-8 15,-4 2 0-15,1-2-8 0,-1 0-4 0,1-3 1 16,-1 2-8-16,-2 0-2 0,1 0-5 0,0 1-2 16,-3 6-5-16,0-11 1 0,0 11-3 0,-2-11-3 15,2 11-5-15,-3-6 0 0,3 6 1 0,-7-6-6 16,7 6 2-16,0 0-3 0,-18 7 1 0,8 1 0 16,-1 0 2-16,-1 3 1 0,1 2 9 0,1-1-7 15,4 3-1-15,-1-5-1 0,-2 4 1 0,8-3-1 16,2 0 2-16,1 1-1 0,3 1 2 0,4 2-1 15,1-3-11-15,3-1-27 0,2-1-33 0,2-1-42 16,3-2-57-16,-1-1-39 0,-1 0-157 0,-3-5-391 16,2 2 174-16</inkml:trace>
  <inkml:trace contextRef="#ctx0" brushRef="#br0" timeOffset="45361.62">20906 3847 38 0,'0'0'203'0,"18"-1"-8"16,-5 5-17-16,6 3-8 0,4 9 5 16,0 3-14-16,-1 4-6 0,-3 4-7 0,0 4-7 0,4 10-11 15,-13-10-12-15,-3 2-11 0,-1 3-5 0,-5-3-11 16,-2 2-5-16,-4-2-9 0,-3-1-4 0,-2 0-2 15,-7 2-18-15,1-7-17 0,-5 2-19 0,4-2-25 16,-4 0-24-16,-3-4-37 0,-1 0-35 16,0-4-47-16,1 0-48 0,-3-5-128 0,2-1-355 15,-1-4 157-15</inkml:trace>
  <inkml:trace contextRef="#ctx0" brushRef="#br0" timeOffset="48447.37">21475 4234 130 0,'-4'-3'172'0,"4"3"-3"0,0 0 4 16,-5-4-15-16,5 4-9 0,0 0-14 0,0 0-5 0,0 0-10 16,0 0-7-16,0 0-8 0,0 0-4 15,0 0-7-15,0 0-13 0,0 0-7 0,0 0-8 0,0 0-11 16,29-10-1-16,-16 8-8 0,10 0-1 0,4-3-7 16,1 2-3-16,1 0-3 0,-2 2-1 15,3-2-17-15,-10 1-13 0,1-1-32 0,-4 5-20 16,-3-4-31-16,-1 2-31 0,0 0-26 0,-4 0-30 15,-1-1-121-15,-8 1-313 0,0 0 138 0</inkml:trace>
  <inkml:trace contextRef="#ctx0" brushRef="#br0" timeOffset="48672.01">21677 3992 122 0,'0'0'152'0,"0"0"-15"0,-4-7-16 0,4 7-11 16,0 0-10-16,0 0-8 0,0 0 9 0,0 0 5 16,-1 31 2-16,2-14-6 0,-1 1-8 0,-1 1-15 15,2 6-5-15,0-1-4 0,-1-3-11 0,1 3-2 16,1-4-7-16,-2 1-2 0,1-2-5 0,-1 0-25 16,0-1-26-16,0 1-19 0,3-2-50 0,-2 0-35 15,-1-4-40-15,-1-1-93 0,-1 0-265 0,1-2 118 16</inkml:trace>
  <inkml:trace contextRef="#ctx0" brushRef="#br0" timeOffset="49977.43">22150 3621 152 0,'-4'-10'163'0,"4"10"-8"15,-5-8-10-15,5 8-6 0,-3-5-13 16,3 5-10-16,0 0-17 0,0 0-9 0,-4-7-12 15,4 7-12-15,0 0-5 0,0 0-7 0,0 0-9 16,0 0-6-16,0 0 2 0,-11 20-5 0,8-7 1 0,1 2-8 16,-1 3 4-16,1 2-7 0,-4 8 4 0,4 2-3 15,-2 1 5-15,-1 1-15 0,4-1 13 16,-2 3-2-16,4-2-2 0,-2 0 4 0,1 4-6 16,0-2 1-16,-1 11 0 0,2-11-3 0,0-1-5 15,2 1 2-15,-1 0-2 0,1-1 4 0,-1 1 4 0,0-1-4 16,0 0 4-16,0-1-1 0,-1 0-4 0,2-6 2 15,0 3 2-15,0 2 6 0,-2-2-5 0,1 2 0 16,-1-5-7-16,0-6 1 0,0-1-2 16,3 0-3-16,-3-2 1 0,2 3-2 0,-2-2-1 15,0-6 1-15,1 0-4 0,0 0 2 0,2-3-2 16,-1 1 5-16,1-1-7 0,-2-3 0 0,0 1 2 0,0-2-4 16,2 1 1-16,-4-6 1 0,5 6 3 0,-5-6 0 15,6 8-3-15,-6-8-2 0,11 3 2 16,-5-2-2-16,3 0 1 0,-9-1 2 0,18-1-4 15,-4-1-6-15,-1-1-17 0,6-4-26 0,-1 2-30 16,2-3-34-16,2 1-38 0,3-5-39 0,0 0-156 16,-7 1-369-16,7-4 165 0</inkml:trace>
  <inkml:trace contextRef="#ctx0" brushRef="#br0" timeOffset="50263.74">22667 3828 45 0,'0'0'175'0,"0"0"-9"0,0 0-12 16,0 0-15-16,0 0-12 0,0 0-10 0,0 0-12 16,0 0-12-16,14-11-4 0,-2 11-16 0,1 0-3 15,4 0-23-15,1 0-37 0,-4-3-38 0,4 0-20 16,3 3-44-16,-4-1-115 0,-5 1-225 0,2-4 99 16</inkml:trace>
  <inkml:trace contextRef="#ctx0" brushRef="#br0" timeOffset="50663.48">23112 3636 11 0,'7'-8'161'0,"1"3"-7"0,1-1-5 16,1-2-12-16,2 1-9 0,-3 1 23 0,1 1-12 15,0-2-11-15,-2 1-3 0,1-1-6 0,-1 3-4 16,-1 0 1-16,0 0 4 0,-3 0 2 0,-4 4 0 16,6-6-2-16,-6 6-7 0,9-4-11 0,-9 4-9 15,4-4-7-15,-4 4-12 0,0 0-5 0,0 0-12 16,6-3-7-16,-6 3-7 0,0 0-6 0,0 0-6 16,0 0-3-16,0 0-5 0,0 0-2 0,5 14-1 15,-2-7-3-15,-3 5 0 0,0 5-1 0,0-2 4 16,0 3 4-16,0 2-3 0,0-2 5 0,0 7-3 15,-1-7 0-15,1 8 10 0,-3 2-2 0,2-2 0 16,-1-2-4-16,1-6-3 0,0-1 0 0,-1-3-5 16,-1 3 4-16,1-1-2 0,-2-4-2 0,2-3-6 15,-1 2 3-15,0-1-15 0,0-1-16 0,1-2-14 16,-2 0-14-16,-1 1-21 0,-3-1-23 0,-2-1-26 16,-1 0-39-16,1-3-33 0,-2 1-46 0,-3-2-188 15,-2-2-455-15,0-2 202 0</inkml:trace>
  <inkml:trace contextRef="#ctx0" brushRef="#br0" timeOffset="50852.92">23132 3435 1309 0,'7'-18'68'0,"-1"3"67"0,-3 2-34 15,-1 3-27-15,1-1-13 0,-2 2-6 0,0 3 1 16,1-1-1-16,-2 7-3 0,1-10-6 0,-1 10-5 0,2-8-8 15,-2 8-13-15,0 0-24 0,6-5-15 0,-6 5-29 16,0 0-40-16,17 7-47 0,-6 0-42 16,0 3-96-16,-2-1-295 0,1 0 130 0</inkml:trace>
  <inkml:trace contextRef="#ctx0" brushRef="#br0" timeOffset="51197.02">22659 4150 39 0,'-11'3'177'0,"6"-1"-9"0,-2 0-14 0,7-2-9 15,-7 6-14-15,7-6-6 0,0 0 0 0,0 0-4 16,20 7-9-16,2-5-1 0,14-2-7 0,20-1-17 0,5-1-7 16,2-3-3-16,4 0-6 0,23-1-9 15,-30 3-6-15,2 0-7 0,-6-2-3 0,-1 3-8 16,-18-1-2-16,-1 0-5 0,2 2-1 0,-2-1-7 16,-4 0 2-16,-3 1-4 0,-3 0-6 0,-7 1-8 15,-1-2-15-15,-4 1-13 0,-3 2-21 0,-2-1-28 16,1 2-19-16,-3-2-24 0,-7 0-26 0,9 2-23 15,-9-2-109-15,0 0-293 0,0 0 130 0</inkml:trace>
  <inkml:trace contextRef="#ctx0" brushRef="#br0" timeOffset="51906.63">22548 4392 197 0,'0'0'211'0,"0"0"-7"0,0 0-20 0,0 0-19 0,-4-7-20 15,4 7-18-15,0 0-15 0,0 0-7 0,0 0-14 16,0 0-7-16,0 0-9 0,0 0-5 0,-5 29-6 16,5-22-6-16,-1 3-9 0,0 1-5 0,2 0-5 15,-1-1 0-15,0-1 0 0,3 1-4 0,-1-3-4 16,1 0 0-16,-1-1 0 0,1 1-3 0,3 1 0 15,1-4 8-15,2 2 2 0,0 1 4 0,1-4 0 16,0-1-2-16,0 1-2 0,2-1 0 0,-2-3-5 16,0 0 3-16,2 0-3 0,-5-2 2 0,2 1-5 15,0-2 6-15,1-1-10 0,-2 1-7 0,1-2 3 16,0-1-1-16,-1 2-6 0,-3 0 4 0,0-4-5 16,-1 3-2-16,0-2-3 0,1 1 2 0,-2 3-1 15,-3 4-3-15,6-10-3 0,-3 7 0 0,-3 3-7 16,4-5-5-16,-4 5-10 0,0 0 2 0,6-3 2 15,-6 3 0-15,0 0 2 0,0 0 1 0,0 0 2 16,2 19 0-16,-1-13-2 0,2 3 6 0,-1-2-2 16,1 2 0-16,-1-2 5 0,2-3-1 0,0 3-3 15,1-2 4-15,-1 1 1 0,6-2 1 0,-1 0 9 16,0-2-9-16,3-2 0 0,-1-2 3 0,1 1-3 16,2-3 2-16,-1 0-1 0,1 0 4 0,-3-2-3 15,-1 1 3-15,2-2-2 0,-2-2 3 0,-2 1-2 16,1-3 0-16,-4 2 6 0,0-2-6 0,3-4 2 15,-5 5 1-15,0-1-2 0,-2-1 1 0,2 0-3 16,-3 0 5-16,-3 2-4 0,3-2-2 0,-2 2 0 16,-1-2 0-16,-1 0-4 0,2 3-5 0,-2 0-14 15,1 3-10-15,-1 0-15 0,4 6-23 0,-6-10-11 16,1 7-39-16,5 3-20 0,-10 0-7 0,10 0-29 16,-13 3-21-16,4 4-116 0,3-2-338 15,1 2 150-15</inkml:trace>
  <inkml:trace contextRef="#ctx0" brushRef="#br0" timeOffset="52185.12">23232 4335 171 0,'0'0'190'0,"0"0"0"0,0 0-18 16,-6-12-11-16,6 12-9 0,0 0-20 0,0 0-13 15,-8-2-9-15,8 2-4 0,0 0-6 16,-13 11-3-16,8-4 5 0,-3 3-1 0,1-3-8 16,-2 3-8-16,0 0-4 0,1 2-3 0,2-2-2 0,-2 6-10 15,2-5-5-15,1 0-10 0,3-1 3 0,0 0-6 16,1 3-6-16,1-4-4 0,2 1-9 0,2 0-6 16,1-1-34-16,1-1-29 0,-1 2-24 0,2-4-33 15,1 1-39-15,-1 1-21 0,1-3-29 16,1 3-16-16,-3-3-105 0,-2 1-330 0,-4-6 146 15</inkml:trace>
  <inkml:trace contextRef="#ctx0" brushRef="#br0" timeOffset="52411.96">23374 4473 119 0,'0'0'144'0,"9"0"-8"0,-9 0-12 15,0 0 3-15,15 4 11 0,-15-4 6 0,8 5-11 0,-6-2-7 16,4 3-1-16,-4-1-1 0,-1 5-9 0,1-5-5 15,-2-5-7-15,1 16-2 0,-2-6-3 0,1-1-10 16,-3-2-4-16,2 1-3 0,0 1-11 16,-2 1-12-16,3-10-4 0,-1 9-6 0,1-9-3 15,0 10-1-15,0-10-1 0,2 10-7 0,2-6 0 16,5-2-12-16,1-1-16 0,3-1-22 0,6 2-23 0,3-5-37 16,7 1-45-16,2-6-54 0,5 2-206 0,-7-1-409 15,3-3 181-15</inkml:trace>
  <inkml:trace contextRef="#ctx0" brushRef="#br0" timeOffset="53051.37">24105 3493 5 0,'-3'-8'204'16,"3"8"-14"-16,-2-7-10 0,2 7-16 0,0 0-10 0,-5-5-19 15,5 5-10-15,0 0-18 0,0 0-6 16,0 0-8-16,0 0-11 0,14-7-13 0,-14 7-1 15,13 0-10-15,-13 0-3 0,15-2-4 0,-7 4-6 16,1-2-3-16,-1 0-3 0,-8 0-5 0,12 2-8 16,-5-1 8-16,-7-1-4 0,12 2-1 0,-12-2-3 15,9 2-4-15,-9-2 0 0,6 2-3 0,-6-2-1 16,8 3-2-16,-8-3 4 0,5 7 4 0,0-3 9 0,-1 0 6 16,-1 1 8-16,2 2-9 0,-1 3 1 15,0 2-1-15,-2 2 1 0,2 4 0 0,-2 1 9 16,-2 6 0-16,-2 2-6 0,1 3-5 0,-3 2 6 15,1 15 0-15,-2-1-4 0,-1-1 2 0,1-10-2 16,-2 1-6-16,0 9 2 0,0 0-6 0,-1-12-1 16,2 13-3-16,-1-14-2 0,2 0 2 0,-1 0-4 15,2 2 0-15,1-2-5 0,1 2 1 0,1-2-2 16,0-2-1-16,1 1-1 0,0-2-1 0,0-3 0 16,0 1-2-16,0-2-1 0,2-6-2 0,1 9 2 15,-2-3-1-15,-1-4 1 0,1-3-3 0,1 6 2 16,-1-9-2-16,0-1-4 0,-1 2 7 0,3-3-6 15,-2-1 0-15,1-1 2 0,-2 0-2 0,1 0 1 16,-1-11-1-16,-1 17 5 0,-1-7-7 0,-1-1 5 16,3-9 0-16,-10 15 0 0,0-7-1 0,-1-2-2 15,-6 0 0-15,0 0-4 0,-2-3 2 0,0 1 7 16,-1-1-6-16,-1-2-4 0,-1 2-19 0,2-5-9 16,-3-2-18-16,4 1-21 0,-2 1-33 0,2-3-33 15,0-2-37-15,-2 0-51 0,2-1-222 0,1-2-482 16,3-3 214-16</inkml:trace>
  <inkml:trace contextRef="#ctx0" brushRef="#br0" timeOffset="53772.64">24570 3992 178 0,'5'-10'196'0,"-1"5"-17"16,0-2-19-16,6-2-12 0,-2 1-14 0,2 1-12 15,-2 0-11-15,2-2-12 0,-1 3-6 0,1-1-7 16,-1-1-6-16,-1 2 7 0,1 1-1 0,-4-1 4 15,1 2 3-15,-2-1-5 0,0 0 1 0,-4 5-7 16,7-8 0-16,-3 4-6 0,-4 4-1 0,7-4 1 16,-7 4-10-16,2-6-6 0,-2 6-10 0,0 0-6 15,0 0-4-15,5-4-11 0,-5 4-3 0,0 0-8 16,0 0 2-16,0 0-3 0,7 12-3 0,-9-3-3 16,2 7 3-16,4 1-5 0,-4 2 2 0,2 5 0 15,-2 2 4-15,1 0-1 0,0-3-3 0,0 3 1 16,1-2 3-16,-1 0 2 0,0 2 1 0,-1-7-6 15,0 1 3-15,-1-2-3 0,1 1 0 0,0-2-4 16,1 0 3-16,-2-1-2 0,1-3-5 0,-1-1-5 16,-2 0-4-16,1 0-5 0,-4-2-7 0,1-1-18 15,-2 1-14-15,-1 0-19 0,0-2-26 0,0-1-20 16,-5-1-50-16,2-4-30 0,-1 1-40 0,-4-1-125 16,5-4-388-16,-5-2 172 0</inkml:trace>
  <inkml:trace contextRef="#ctx0" brushRef="#br0" timeOffset="53934.99">24557 3783 30 0,'2'-9'149'0,"-2"9"-22"0,1-8-20 0,-1 8-19 15,0 0-37-15,10-2-29 0,-10 2-20 16,17 4-36-16,-7 1-57 0,-1 0-98 0,9 5 44 0</inkml:trace>
  <inkml:trace contextRef="#ctx0" brushRef="#br0" timeOffset="54422.74">24960 3881 47 0,'0'0'152'0,"0"0"2"0,6 4 8 0,-6-4-6 0,-4 11-12 16,4-11-3-16,-6 15-7 0,4-3-14 0,-1-2-13 15,0 1-12-15,2-2-6 0,1 1-5 0,0 1-5 16,1 0-4-16,2 0-11 0,0-2-3 16,-1-3-5-16,4 3 0 0,-1-4-4 0,2 4-2 15,2-3-2-15,-3 0 2 0,4 0-2 0,-1-2-3 0,-2-1-2 16,4 0-5-16,-4-2-3 0,-7-1 3 0,15 1-7 16,-7-2 0-16,-8 1-5 0,13-4-1 15,-7 2-4-15,-6 2 1 0,10-10-3 0,-6 5 1 16,0-2-3-16,1 0-5 0,-3 0 0 0,2 1 0 15,-2 0-5-15,0-1 1 0,-2 7 6 0,3-7-11 16,-3 7-3-16,2-8 0 0,-2 8-3 0,0 0-1 0,4-7-1 16,-4 7 0-16,0 0-1 0,0 0 3 0,0 0-3 15,0 0 3-15,0 0-1 0,12 17-2 0,-9-12 3 16,1-1 3-16,-4-4-3 0,7 9 6 16,0-4-1-16,-1-2 0 0,3 2-3 0,2-1 4 15,0-2 1-15,1 1-1 0,2-3 3 0,-3 0-2 16,7 0-1-16,-5-2 5 0,-3 0 1 0,2-1 9 0,-2-4 0 15,0 2 10-15,-2-2 8 0,0 0-8 0,-1 0 0 16,-1-2 4-16,0-1-5 0,-2-2-1 16,-2 1-6-16,3-5 2 0,-6 5-1 0,1 0-2 15,0-6-3-15,-3 5-2 0,2 1-4 0,-3-1-5 16,2 0-11-16,-2 2-9 0,0 1-19 0,-2 3-16 16,2 1-25-16,-3-1-27 0,7 6-23 0,-21-3-23 15,10 3-27-15,1 3-35 0,4-1-145 0,6-2-384 16,-17 6 171-16</inkml:trace>
  <inkml:trace contextRef="#ctx0" brushRef="#br0" timeOffset="54721.11">25513 3791 146 0,'0'0'195'0,"8"-6"1"15,-8 6-11-15,4-4-19 0,-4 4-18 0,0 0-22 16,0 0-12-16,0 0-11 0,0 0-2 0,8 14-3 15,-6-3 1-15,-2 4 2 0,0 4-3 0,-1 0 0 16,-2 6-1-16,-1-4-4 0,0-3-4 0,1 5-8 16,-4-3-8-16,7-3-6 0,-5 1-10 0,1-4-3 15,4 1-1-15,-2-3-2 0,0-1-5 0,0-1-2 16,4 0-5-16,-4-4-2 0,2-6-9 0,0 16 3 16,-1-11-3-16,1-5 0 0,3 10 3 0,-3-10-9 15,4 5 0-15,-4-5-4 0,7 5 4 0,0-4-4 16,0 2-16-16,4-4-16 0,7 2-20 0,-3-1-28 15,2-4-20-15,4 3-27 0,0-1-35 0,10-1-27 16,-4-1-31-16,2-2-22 0,-2 3-121 0,-4 0-372 16,3 0 166-16</inkml:trace>
  <inkml:trace contextRef="#ctx0" brushRef="#br0" timeOffset="54962.18">26115 3908 253 0,'0'0'253'0,"0"-10"-13"16,0 10-18-16,0 0-19 0,4-7-16 15,-4 7-19-15,9-4-19 0,-5 1-17 0,-4 3-14 16,15-3-16-16,-6 0-26 0,5 3-29 0,-1-3-33 0,3 3-43 15,-3-1-41-15,1 2-60 0,5 1-45 0,-3-1-119 16,-5 2-318-16,3-3 141 0</inkml:trace>
  <inkml:trace contextRef="#ctx0" brushRef="#br0" timeOffset="55136.38">26079 4039 126 0,'0'0'242'0,"-4"3"-2"0,4-3-10 0,0 0-17 16,0 0-22-16,0 0-18 0,0 0-19 0,0 0-16 16,27 1-29-16,-7-1-26 0,9-1-36 15,3 0-33-15,1 0-36 0,1-1-44 0,2-1-42 16,0-2-55-16,-2 3-105 0,1-3-288 0,-3-1 128 0</inkml:trace>
  <inkml:trace contextRef="#ctx0" brushRef="#br0" timeOffset="55502.05">26924 3750 31 0,'0'0'181'0,"0"0"-13"0,-11-3 9 0,11 3-8 16,-14 6-13-16,3 0 1 0,-2 3-7 0,-3 4-2 15,3-1-11-15,0 2-11 0,-2 6 8 0,1-5-14 16,4-1-12-16,1 2-9 0,-1 0-8 0,4-2-5 15,1-3-7-15,3 1-11 0,-2 0-5 0,4-2-5 0,0 3-4 16,4-4-6-16,-2 2 0 0,5-3-1 16,3 1-4-16,3 0-7 0,3 0 1 0,-1-3-1 15,6 0 0-15,-4-3 0 0,3-1 1 0,-1-2 1 16,0 1 2-16,2-2-6 0,-4-1 4 0,4-4-9 16,4-3-2-16,-8 1-1 0,-1-2 0 0,-1-2-5 15,2 0 2-15,-6-4-1 0,-2 2-5 0,-2-2-1 16,-1-10-1-16,-1 9-6 0,-5-2 0 0,0 0-2 15,-5 1-4-15,-1 0 6 0,-6-5-9 0,-1 10-14 16,-2-1-8-16,-8-1-10 0,-4 4-17 0,-2 4-20 16,0 3-22-16,-5 2-27 0,2 2-27 0,-1 6-38 15,-1-1-40-15,1 3-182 0,3 2-438 0,-1 0 193 16</inkml:trace>
  <inkml:trace contextRef="#ctx0" brushRef="#br0" timeOffset="63860.56">7795 4492 20 0,'0'0'79'0,"0"0"-1"0,-5-4-12 15,5 4 0-15,0 0 4 0,0 0-2 0,0 0 0 16,-4-6-8-16,4 6 3 0,0 0-6 0,-4-7 1 16,4 7-12-16,0 0 5 0,0 0-8 0,-5-5 3 0,5 5-4 15,0 0-4-15,0 0-4 0,-6-5-5 16,6 5 2-16,0 0 10 0,0 0-21 0,0 0 8 16,-9-4-7-16,9 4-3 0,0 0 4 0,-6-4 1 15,6 4 0-15,0 0-4 0,-8-2 3 0,8 2-3 16,0 0 2-16,-9-2-1 0,9 2-11 0,0 0 7 0,0 0 1 15,0 0-5-15,-11 0-1 0,11 0-2 0,0 0 0 16,0 0-2-16,-12 3-4 0,12-3 7 16,-9 7 4-16,4-4 0 0,1 1 7 0,-2 4-3 15,1-4-8-15,-2 2 2 0,4 4-1 0,-4-2 2 16,1 1-11-16,0 0 19 0,3-1 2 0,-4 2-3 0,4-1-1 16,-3 0 1-16,3 0-2 0,-1 2 0 15,1 0-1-15,-1-1-3 0,2 0 3 0,-3 0 4 16,2 2-2-16,1-3-7 0,0 1 5 0,2 1 5 15,0-1 4-15,3-1-2 0,-1 1 2 0,2-2 4 16,1-2-1-16,-2 2 2 0,5-1-2 0,-5-1-2 16,3-2 1-16,0 1-7 0,3 1-2 0,-3-2-6 0,1-2 4 15,2 3 1-15,-1-3-3 0,-1 0-2 16,1 1 0-16,-1-3-1 0,5 3-1 0,-5-2 0 16,0 0-5-16,-7-1 3 0,15 0 1 0,-5 1-5 15,-2-1 4-15,-8 0-2 0,13 0-2 0,-13 0 0 16,10-1 2-16,-10 1-5 0,10-2-14 0,-2 0-5 0,-8 2-12 15,14-2-11-15,-8-1-24 0,2 0-11 16,-8 3-33-16,18-5-9 0,-9 2-6 0,1-1-16 16,-2 1 2-16,-2 2-9 0,-6 1-84 0,14-4-249 15,-9 2 111-15</inkml:trace>
  <inkml:trace contextRef="#ctx0" brushRef="#br0" timeOffset="64719.14">7954 4685 1 0,'0'0'125'0,"-3"-10"0"16,3 10-6-16,0 0-1 0,0 0-2 15,-1-7-1-15,1 7 0 0,0 0-3 0,0 0-3 0,0 0-4 16,0 0-10-16,0 0-6 0,0 0-6 0,0 0-5 15,0 0-2-15,0 0-12 0,0 0-12 0,-1-9-6 16,1 9-1-16,0 0-7 0,0 0-1 0,0 0-7 16,0 0-5-16,0 0 3 0,0 0-5 0,0 0-3 15,0 0 1-15,0 0-5 0,0 0-4 16,0 0 1-16,0 0-4 0,0 0 0 0,0 0-3 0,0 0 2 16,0 0-2-16,0 0-4 0,0 0-7 0,0 0 8 15,0 0-8-15,0 0 2 0,0 0-6 0,0 0 3 16,0 0-4-16,0 0 1 0,0 0-6 0,4-6-3 15,-4 6 2-15,0 0 3 0,5-3 6 0,-5 3 0 16,0 0-2-16,0 0 1 0,0 0 3 0,0 0-2 16,8-4-2-16,-8 4 0 0,0 0-12 0,0 0-4 15,0 0-1-15,0 0-16 0,0 0-3 0,0 0-5 16,0 0-1-16,0 0-12 0,0 0 7 0,0 0 5 16,0 0-1-16,0 0 9 0,0 0 0 15,0 0 13-15,0 0 5 0,0 0 6 0,0 0 4 16,0 0 12-16,0 0 5 0,0 0 10 0,8-4 1 15,-8 4 12-15,0 0 7 0,0 0 1 0,0 0 5 0,0 0 8 16,0 0 0-16,0 0 2 0,0 0 2 0,0 0-3 16,0 0-1-16,0 0-3 0,0 0-5 0,0 0-2 15,0 0-3-15,0 0-5 0,0 0 0 16,0 0-8-16,0 0 4 0,0 0-13 0,0 0 2 16,0 0-7-16,0 0-3 0,0 0 5 0,0 0-4 15,0 0 6-15,3 24-2 0,-3-15 4 0,1 1-3 0,0 1 10 16,1 7 7-16,-1-3 1 0,0 3 12 15,-1 1 1-15,-1-1-3 0,2 0-4 0,-1-1-1 0,-1 1-2 16,1-2-1-16,0 3-1 0,1-4-1 16,-2-1-8-16,2-4 1 0,1 0-3 0,-2 1 1 15,1-2-2-15,-1 0-2 0,1-2 3 0,-1-7-2 16,0 11-5-16,0-11 3 0,0 9-6 0,0-9 1 0,4 8-1 16,-4-8 3-16,0 0-2 0,0 8-1 15,0-8 5-15,0 0-1 0,0 0-4 0,0 0 0 16,0 0 3-16,4 6-3 0,-4-6-1 0,0 0-8 15,0 0-15-15,0 0-17 0,0 0-29 0,0 0-37 16,0 0-39-16,0 0-44 0,0 0-173 0,0 0-385 16,0 0 171-16</inkml:trace>
  <inkml:trace contextRef="#ctx0" brushRef="#br0" timeOffset="66707.64">10082 4621 27 0,'0'0'90'15,"2"-7"-12"-15,-2 7-3 0,0 0-5 0,0 0 0 16,0 0-1-16,0 0-10 0,0 0 5 0,0 0-11 15,0 0-2-15,0 0 8 0,0 0-14 0,0 0-6 16,-1-12-2-16,1 12-4 0,0 0-4 0,0 0 2 16,0 0-6-16,0 0-3 0,0 0 7 0,-1-9 0 15,1 9-6-15,0 0-2 0,0 0 0 0,0 0 2 16,0 0 0-16,-5-8-2 0,5 8 3 0,0 0-9 16,0 0-1-16,0 0 0 0,0 0-1 0,0 0-3 15,0 0-3-15,0 0-3 0,0 0-1 0,0 0 2 16,0 0 3-16,0 0-4 0,0 0 4 0,-7-3-10 15,7 3 3-15,0 0-2 0,0 0 6 0,0 0-7 16,0 0 3-16,0 0 0 0,0 0 6 0,0 0-14 16,0 0 10-16,0 0-6 0,0 0 0 0,0 0 1 15,0 0 3-15,0 0-1 0,-5-5-7 0,5 5 7 16,0 0 9-16,0 0-14 0,0 0 2 0,0 0 0 16,0 0 3-16,0 0-1 0,0 0-2 0,0 0 3 15,-11-2 5-15,11 2-4 0,0 0 2 0,0 0-5 16,0 0 4-16,0 0-2 0,0 0-3 0,-15 3 0 15,15-3 4-15,0 0-2 0,0 0-1 0,0 0-3 16,0 0 9-16,0 0-6 0,-7 1 4 0,7-1-4 16,0 0 2-16,0 0 2 0,0 0 1 0,0 0-5 15,0 0 6-15,0 0 2 0,-5 3-3 0,5-3 3 16,0 0 0-16,0 0 0 0,0 0 4 0,0 0-4 16,0 0 11-16,0 0-9 0,0 0-4 0,-13 0 3 15,13 0 3-15,0 0-6 0,0 0 8 0,0 0-8 16,0 0 9-16,0 0-6 0,0 0 6 0,0 0-5 15,0 0 5-15,-9 0 1 0,9 0-5 0,0 0 1 16,0 0 1-16,0 0 3 0,0 0-3 0,0 0-1 16,0 0 4-16,0 0-2 0,0 0 2 0,0 0-1 15,0 0-1-15,0 0-4 0,0 0 4 0,0 0-1 16,0 0-2-16,0 0 7 0,0 0-7 0,0 0 0 16,0 0 2-16,0 0-5 0,0 0 8 0,0 0-2 15,0 0-3-15,0 0 1 0,0 0 1 0,0 0-3 16,0 0 2-16,0 0-4 0,0 0-2 0,0 0 3 0,0 0-1 15,0 0 0-15,0 0-1 0,0 0 0 16,0 0-2-16,0 0-3 0,0 0 3 0,32-4-4 16,-32 4 4-16,10 2-3 0,-5 0 1 0,3-1 1 15,-8-1-5-15,10 4 5 0,-5-2-6 0,0 2 3 16,3 0 4-16,-4 1-5 0,2-1 1 0,-2 3 4 0,0-4-1 16,0 2-2-16,-2 2 3 0,1 0-4 15,1-1 4-15,-2 2-1 0,-1-2-2 0,-1-6-1 16,3 13 3-16,-2-7-1 0,-1-6 3 0,-1 11-1 15,1-11 4-15,-4 10-6 0,2-5 10 0,2-5-8 0,-7 10-3 16,5-6 5-16,-2 1 2 0,4-5 0 0,-6 8-1 16,0-4-6-16,6-4 2 0,-10 7-2 0,4-3 4 15,-1 0-2-15,2-2 4 0,5-2-4 16,-9 5 2-16,9-5-2 0,-8 4-5 0,8-4 4 16,-6 6-4-16,6-6 5 0,0 0 2 0,-6 6-5 0,6-6 1 15,0 0 9-15,-5 1-6 0,5-1 0 0,0 0-2 16,0 0 1-16,0 0 4 0,0 0 5 0,0 0 2 15,0 0 3-15,0 0 3 0,-8 3 2 16,8-3 3-16,0 0 1 0,0 0-2 0,0 0-1 16,0 0 0-16,0 0-1 0,0 0 0 0,0 0-1 0,0 0 0 15,0 0 0-15,0 0-13 0,0 0 5 0,0 0-1 16,0 0-1-16,0 0 0 0,0 0 4 0,0 0-4 16,0 0 0-16,0 0-1 0,0 0-2 0,0 0 1 15,0 0-1-15,0 0-1 0,0 0-1 16,0 0 0-16,0 0-3 0,0 0 0 0,0 0 5 0,0 0-7 15,0 0 4-15,0 0-4 0,0 0 0 0,0 0-1 16,0 0-1-16,0 0 1 0,0 0 2 0,0 0-4 16,0 0 0-16,0 0-1 0,0 0 6 0,0 0-5 15,0 0 3-15,0 0-3 0,0 0 0 16,0 0 0-16,0 0 3 0,23 5-2 0,-18-5 4 0,4 1 1 16,-9-1 0-16,18 2 0 0,-6-2 5 0,-2 0 0 15,1-2 4-15,3 2 0 0,-2 2 4 0,2-2-1 16,-4-2-1-16,2 1-2 0,0 0 2 0,0 1-1 15,-2-3-2-15,3 3 0 0,-3 0-2 0,-2-1-1 16,-8 1 1-16,15-1-1 0,-7 1 2 0,-8 0-2 16,13 0-2-16,-13 0 4 0,7-2-7 0,-7 2 6 15,8 0-2-15,-8 0 1 0,0 0 4 0,0 0-3 16,0 0 0-16,0 0-3 0,0 0 3 0,0 0-5 16,13 0 1-16,-13 0 0 0,0 0 1 15,0 0 5-15,0 0-4 0,0 0-4 0,0 0-9 16,0 0-17-16,0 0-11 0,0 0-24 0,0 0-30 0,0 0-26 15,0 0-45-15,0 0-33 0,0 0-150 0,0 0-370 16,0 0 164-16</inkml:trace>
  <inkml:trace contextRef="#ctx0" brushRef="#br0" timeOffset="153183.76">6774 6363 44 0,'0'0'76'0,"0"0"0"0,0 0-12 16,0 0-1-16,0 0-6 0,0 0 3 0,0 0-4 0,0 0-6 15,0 0-2-15,0 0-1 0,0 0 4 0,0 0-6 16,0 0-7-16,0 0 0 0,0 0-1 16,0 0-5-16,0 0-6 0,0 0 4 0,0 0-6 0,-1-8 0 15,1 8-4-15,0 0 4 0,0 0-1 16,0 0 5-16,0 0-7 0,0 0 0 0,0 0-3 0,0 0-2 16,0 0-2-16,0 0 6 0,0 0-9 0,0 0 5 15,0 0 0-15,0 0 4 0,0 0-6 16,0 0 6-16,0 0-11 0,0 0 0 0,-19 8 0 15,19-8-4-15,-9 4-1 0,9-4 9 0,-9 1-5 0,9-1 4 16,-10 4 7-16,6-2-8 0,4-2-2 0,-9 4 1 16,9-4 1-16,-9 2-6 0,9-2 5 0,-5 3 6 15,5-3-4-15,-8 2 2 0,8-2-2 0,0 0 0 16,0 0-1-16,-5 4 3 0,5-4-5 16,0 0 4-16,0 0 10 0,0 0 5 0,23 2 5 0,-10-2 0 15,6 0 0-15,3-2 1 0,8-1 1 0,2 2-1 16,1-4 0-16,1 2-2 0,-1 0-5 0,-2 1-2 15,-1 0 1-15,-8 0 4 0,-1 0-4 0,0 0-3 16,-4 1 0-16,-3-1-1 0,-2 0-2 0,-1 0-3 16,-5 1-1-16,2 0 1 0,-8 1 0 0,10 0 3 15,-10 0-1-15,9-1 0 0,-9 1 0 0,0 0-2 16,0 0-1-16,10 0 2 0,-10 0-2 0,0 0-4 16,0 0-2-16,0 0-1 0,0 0-6 15,0 0-16-15,0 0-25 0,0 0-31 0,0 0-42 0,0 0-41 16,0 0-173-16,0 0-352 0,0 0 156 0</inkml:trace>
  <inkml:trace contextRef="#ctx0" brushRef="#br0" timeOffset="153759.15">7586 6257 177 0,'0'0'208'0,"0"0"-3"0,2-7-13 16,-2 7-15-16,0 0-16 0,0-9-8 0,0 9-5 15,0 0-11-15,-1-10-9 0,1 10-13 0,0-8-10 16,0 8-15-16,4-9-7 0,-4 9-7 0,4-9-8 16,-2 5-10-16,-2 4-5 0,3-13 0 0,1 7-10 15,-1 1-4-15,3 0-8 0,-1-3 0 0,4 1-5 16,-4 2-1-16,1-3 2 0,-1 2-8 0,2-3-1 15,-1 1-3-15,0 1 2 0,0 1 5 0,-1-2-2 16,0 3 5-16,0-1 3 0,0 0-2 0,-1 2 2 16,-2-2 2-16,-2 6 1 0,7-12 0 0,-3 6-8 15,0 0 0-15,-1 0-3 0,1 0 2 0,0 0-3 16,-4 6-1-16,5-11-2 0,-2 6 5 0,-3 5 3 0,5-7-2 16,-5 7-4-16,4-7 3 0,-4 7-6 15,0 0 2-15,5-5-5 0,-5 5-2 0,0 0-3 16,0 0 1-16,2-7 0 0,-2 7-7 0,0 0-1 15,0 0 2-15,0 0-7 0,0 0 6 0,0 0-8 16,0 0 1-16,0 0 1 0,0 0-2 0,0 30 2 16,0-15 5-16,0 11-4 0,0 3 4 0,-1 1 1 15,0 5 2-15,2 12-2 0,-4-14 3 0,3 16-1 16,-5-13 3-16,1 11 0 0,3-11 2 0,-1-3 4 16,0 3 2-16,0-3-1 0,-2-1-1 0,1-1-1 0,2-2 0 15,-1-3-5-15,-1-1 4 0,3-7-2 16,-1 3 2-16,0-3-6 0,2-2 4 0,0-1-3 15,-2-2 5-15,2 0-5 0,-1-1 2 0,0-2-1 16,0-1 1-16,-1-2-19 0,1-7-7 0,-4 10-9 16,4-10-14-16,-5 8-21 0,1-3-20 0,4-5-29 15,-14 1-31-15,4-1-29 0,-2-3-31 0,-1-2-33 16,1-4-145-16,-5-2-413 0,-1-8 182 0</inkml:trace>
  <inkml:trace contextRef="#ctx0" brushRef="#br0" timeOffset="153962.31">7369 6134 1324 0,'1'-13'14'16,"0"3"63"-16,0 1-4 0,1 2-13 0,-2 7-12 0,3-12-17 16,-3 12 2-16,0-8-2 0,0 8 0 0,0-9 1 15,0 9 0-15,2-7-2 0,-2 7-8 0,0 0-2 16,0 0-6-16,2-8-12 0,-2 8-22 15,8-2-23-15,-8 2-23 0,0 0-31 0,19 5-42 16,-13-3-113-16,-6-2-272 0,16 8 120 0</inkml:trace>
  <inkml:trace contextRef="#ctx0" brushRef="#br0" timeOffset="154693.46">8235 5921 141 0,'0'0'252'0,"-1"-9"-18"0,1 9-17 0,0 0-28 16,-2-8-16-16,2 8-20 0,0 0-20 0,0 0-18 16,0 0-11-16,0 0-13 0,0 0-10 15,8 27-6-15,-2-1-6 0,0 5-11 0,-3 15-1 0,0-12-3 16,2 2-6-16,0 10-5 0,0-11-5 0,-2-1-1 15,-1-2-2-15,2-1-5 0,-2-2-5 0,0 0 0 16,-1-5-2-16,2-5-4 0,-2 0-1 0,-1-3-4 16,3-5 3-16,-3 1-4 0,-1-1-1 0,2-4-1 15,-2 1 0-15,1-8 1 0,0 12 12 0,0-12 15 16,0 8 16-16,0-8 7 0,0 0-5 0,0 0-2 16,0 0-7-16,0 0-5 0,0 0-4 0,0 0-1 15,-8-30-6-15,7 19 2 0,2-4-12 0,0-4-2 16,3-1-3-16,1-4 0 0,-1 6-3 0,3 0-5 15,2 1-3-15,1 2-7 0,0-1-1 0,0 2 1 16,-4 3-3-16,3 2 0 0,1 2-2 0,-1 2 1 16,2 3-4-16,0 0-2 0,2 4 6 0,0 0-4 15,-3 3 1-15,0 0-1 0,2 2 2 0,-2 2 1 16,3 3-2-16,-3 0-1 0,-2-1 8 0,1 1-2 16,-2-1-1-16,-2 2 0 0,0-3-19 0,-2 2-14 15,1 1-17-15,-3-3-19 0,2 2-22 0,-1 1-31 16,-2-3-22-16,1 0-27 0,-1 2-28 0,0-5-165 15,0-7-399-15,-1 12 176 0</inkml:trace>
  <inkml:trace contextRef="#ctx0" brushRef="#br0" timeOffset="154892.76">8618 6242 74 0,'0'0'145'0,"0"0"-15"0,0 0-6 0,0 0 16 15,0 0-1-15,0 0-8 0,0 0-18 0,7 31-3 16,-6-18-14-16,0 3-6 0,1 0-11 0,-1 1-6 16,0-1-9-16,-1 3-1 0,2-3-9 0,-2 3-6 15,1-3-23-15,-1 1-31 0,1-4-25 0,-1 0-36 16,1-1-30-16,-1-1-29 0,2 1-103 0,-4-2-248 16,0-1 111-16</inkml:trace>
  <inkml:trace contextRef="#ctx0" brushRef="#br0" timeOffset="155058.91">8641 6092 47 0,'14'7'31'0,"-6"0"-36"16,1 2-8-16,-3 1-12 0,2 2 5 0</inkml:trace>
  <inkml:trace contextRef="#ctx0" brushRef="#br0" timeOffset="155377.76">8898 6389 180 0,'0'0'199'0,"12"-5"-9"15,-7 3-5-15,1-3-9 0,2-2-5 0,-3 3-9 16,0-1-13-16,2-2-7 0,0-1-10 0,0 2-13 15,-2-3-8-15,2-2-17 0,1 2-2 0,-3-1-13 16,0 0-6-16,0 1-7 0,-1-3-7 0,-1 2-3 16,-2 3-7-16,0 1-5 0,1-1 1 0,-2 7-5 15,0-11-5-15,0 11-7 0,-4-8-2 0,4 8-6 0,-9-4-3 16,9 4-4-16,-18 8-1 0,5 1 1 16,-1 5-2-16,-5 5 2 0,-1 2 6 0,1 2 1 15,0 2 3-15,7-2 0 0,-2 1-6 0,3-1-1 16,5-6-1-16,3 0-1 0,0 0 0 0,5-4-1 15,-1-1-3-15,6-1 2 0,2 2 0 0,5-2-2 0,2-1 3 16,6-5-4-16,7 1-15 0,2-4-14 16,4-2-17-16,-2-2-24 0,0 2-31 0,0-3-32 15,1 0-43-15,-2-1-42 0,-4 1-179 0,-8-1-420 16,-2 0 186-16</inkml:trace>
  <inkml:trace contextRef="#ctx0" brushRef="#br0" timeOffset="157707.29">9342 5964 50 0,'1'-13'106'0,"2"4"5"0,-3-2 3 0,2 4 14 16,1-2 4-16,-3 9-2 0,0-10-6 0,0 10-12 15,1-9-11-15,-1 9-15 0,1-8-7 0,-1 8-12 16,0 0-9-16,0 0-5 0,0 0-4 0,0 0-9 16,0 0-1-16,0 0-3 0,8 25 0 0,-6-7-1 0,1 8 3 15,1 3 8-15,-2 5 5 0,5 16 0 0,-3-1-2 16,-1 4-1-16,1-2-1 0,0 2-2 16,-1 0 3-16,-1 2-5 0,1-5-5 0,-1-2-4 15,1 1 4-15,-2-4-11 0,3-11-2 0,0 2 0 16,-2-2 1-16,3 13 10 0,-3-15-1 0,-1 2-2 0,2-2-3 15,-1 0-4-15,-3-3 1 0,4 1-2 0,-3-4-3 16,0-7-3-16,1-1 0 0,0-2-1 0,-1-5-4 16,1-1 0-16,1 1-3 0,-2-3 0 15,0 1-1-15,0-9 3 0,2 9-4 0,-2-9 2 0,1 7-1 16,-1-7 3-16,4 5 3 0,-4-5-5 0,8 2-1 16,-8-2 1-16,0 0-1 0,22-8 0 15,-12 3 0-15,3 0-2 0,2-4-4 0,2 1-18 16,2-2-21-16,0 0-29 0,-2 0-25 0,6-6-34 15,3 0-25-15,-3 2-29 0,0 0-15 0,-1-3-145 0,-4 7-365 16,3-9 163-16</inkml:trace>
  <inkml:trace contextRef="#ctx0" brushRef="#br0" timeOffset="158067.51">10194 5853 200 0,'3'-13'211'0,"-2"2"3"0,2 0-8 16,-2 2-12-16,0 1-11 0,-1 8-12 15,0-12-19-15,0 12-19 0,3-7-16 0,-3 7-15 0,0 0-11 16,0 0-6-16,0 0-1 0,8 23 0 0,-9-4-5 16,1 8-3-16,-1 1-9 0,-3 4-6 0,3 0-1 15,-2 2-3-15,0-1-3 0,0 1-5 0,-1-4-5 16,2 4-3-16,-2-4-3 0,0-1-1 16,1-3-5-16,0 0-2 0,3-7-20 0,-3 0-27 0,3-2-22 15,0-2-21-15,-1-2-34 0,1-1-34 0,0-2-29 16,1-5-26-16,-1-5-18 0,-1 13-147 15,1-13-376-15,0 0 167 0</inkml:trace>
  <inkml:trace contextRef="#ctx0" brushRef="#br0" timeOffset="158269.34">9875 6325 99 0,'0'0'155'0,"0"0"-2"0,0 0-5 0,21 9 4 15,0-9-1-15,11-2-6 0,6-2-4 0,18 0-8 0,1-2-11 16,0-1-9-16,-1-1-9 0,-1 1-10 0,-2-1-10 16,-14 3-9-16,-2 0-5 0,-2 3-17 0,-5-1-22 15,-1 2-34-15,-10-1-29 0,0 2-34 16,-2-3-34-16,-3 5-33 0,-3-2-29 0,-2 0-93 16,-9 0-275-16,0 0 121 0</inkml:trace>
  <inkml:trace contextRef="#ctx0" brushRef="#br0" timeOffset="159222.78">9951 6476 49 0,'2'-5'195'0,"-2"5"-20"0,0 0-14 0,0 0-18 15,0 0-16-15,0 0-12 0,0 0-11 0,0 0-12 16,0 0-6-16,0 0-10 0,0 24 6 0,0-11 2 0,1-2-3 16,0 4-6-16,2 1-9 0,-2-1-5 15,2 1-4-15,0-5 0 0,0 3-12 0,1-2 3 16,0-2-6-16,-2 0-1 0,2-1-3 0,1-1-6 16,-2 0-4-16,-3-8 1 0,9 11-1 15,-7-7-3-15,2-1-5 0,-4-3-1 0,5 6 7 0,-5-6-8 0,7 5 1 16,-7-5-1-16,0 0-1 0,0 0 2 15,15 0 0-15,-15 0-4 0,9-5 0 0,-4 1-2 16,-5 4 1-16,8-13-3 0,-3 7-2 0,-4-1 3 16,3-1-5-16,-3-2 2 0,3 0-1 0,-2 4-3 0,0-2 0 15,0 2-2-15,1-1-1 0,-3 7-2 16,0 0 0-16,0-13 0 0,0 13-4 0,4-3 0 16,-4 3-2-16,0 0 3 0,0 0-5 0,0 0 2 15,0 0 3-15,0 0 0 0,12 14-1 0,-9-9 0 16,2-1 0-16,-1 2 2 0,0 1 2 0,1-4 0 0,1 4-2 15,1-4 4-15,0 0 1 0,2 0 1 0,3-2 0 16,-1-1-2-16,3-3 4 0,4 0-5 16,-4-1 3-16,0-3 3 0,4 0 4 0,-2-2 2 15,-2 2 8-15,-4-3 7 0,-2 1-1 0,-1-1 4 16,2-4-3-16,-4 3 0 0,-1 1 0 0,-1-3 4 0,-3-2-7 16,0-2-1-16,-3 2-3 0,1-2 0 15,-2 2 4-15,-4-2-10 0,3 6-4 0,-1-5 0 16,2 7-1-16,-1 0-5 0,1 0-14 0,1 6-7 15,3 3-31-15,-5-8-27 0,5 8-11 0,0 0-24 16,0 0-19-16,-13 11-30 0,9-1-43 0,2 4-152 0,1 0-381 16,-1-3 169-16</inkml:trace>
  <inkml:trace contextRef="#ctx0" brushRef="#br0" timeOffset="159480.97">10494 6479 189 0,'0'0'199'0,"0"0"-12"15,0 0-7-15,0 0-9 0,-14 14-6 0,9-5-12 0,0 0-5 16,-3 5-12-16,1 2-9 0,1 0-3 0,-1 1-15 16,1 0-9-16,0 0-6 0,0 0-10 0,4 1-11 15,-1-1-6-15,2-1-5 0,2-1-8 16,0-4-1-16,7 6-6 0,-3-7-4 0,2 0-3 15,0 1-14-15,7 0-24 0,-2-4-25 0,3 1-25 0,2-3-34 16,-1-1-36-16,2-4-29 0,0 0-30 0,-1 0-20 16,-3-3-111-16,-4-2-331 0,4 1 146 0</inkml:trace>
  <inkml:trace contextRef="#ctx0" brushRef="#br0" timeOffset="159676.76">10725 6596 180 0,'0'0'190'15,"0"0"-20"-15,0 0-18 0,3-7-15 0,-3 7-4 16,0 0 0-16,0 0 17 0,0 0 4 16,9 20-5-16,-8-11-16 0,-1 1-8 0,2 1-11 0,-1 2-10 15,-2-2 1-15,1 5-15 0,-2 0-13 16,2-5-5-16,-1 5-6 0,1-3-3 0,0-1-6 0,-1 0-21 16,2 0-21-16,0-1-26 0,-1-1-39 0,2 2-38 15,-1-2-32-15,0-4-57 0,2-1-184 16,-3-5-389-16,0 0 173 0</inkml:trace>
  <inkml:trace contextRef="#ctx0" brushRef="#br0" timeOffset="160025.31">11339 6025 63 0,'0'0'183'0,"0"0"-6"0,0 0-9 0,0 0-5 16,0 0-19-16,0 0-13 0,15 6-13 0,-4-8-10 16,0 0-9-16,7-1-10 0,-4 1-13 0,5 0-6 15,0 0-7-15,1 1-35 0,-4-1-30 0,-3 2-32 16,2-1-28-16,-2 1-28 0,-1-1-30 0,-2 1-109 16,-4-2-248-16,-6 2 110 0</inkml:trace>
  <inkml:trace contextRef="#ctx0" brushRef="#br0" timeOffset="160215.79">11498 5902 172 0,'0'0'193'0,"-3"-7"-7"0,3 7-19 16,0 0-15-16,0 0-20 0,0 0-11 0,0 0-15 16,0 0-11-16,0 0-1 0,0 0-3 0,-4 26-12 15,4-10-7-15,2 2-3 0,-2 1-8 0,0 0-5 16,1 6-5-16,-1 1-3 0,3-6-2 0,-2 5-22 15,1-5-34-15,3-1-33 0,-1-1-53 0,0 0-65 16,1-4-124-16,-1-1-307 0,1-2 136 0</inkml:trace>
  <inkml:trace contextRef="#ctx0" brushRef="#br0" timeOffset="160485.37">12433 5477 111 0,'2'-16'292'15,"0"5"-17"-15,-2 2-19 0,2 2-22 0,0 0-23 16,-2 7-25-16,0-10-20 0,0 10-25 0,0 0-13 16,0 0-14-16,0 0 2 0,0 0-7 0,7 36-10 0,-5-7-9 15,-2-1-6-15,0 4-2 0,2 3-10 16,0-2-9-16,-1 0-3 0,-1 2-4 0,0-3-6 15,0 2-3-15,0-3-17 0,-1 0-14 0,2-2-29 16,4-1-22-16,-5-3-30 0,0-4-42 0,0-3-36 0,0-2-28 16,2-2-42-16,-4-4-178 0,-2 2-422 0,0-2 187 15</inkml:trace>
  <inkml:trace contextRef="#ctx0" brushRef="#br0" timeOffset="160637.41">12174 5970 95 0,'0'0'182'0,"24"-5"-23"0,-3 1-11 16,9 2-17-16,3-2-13 0,1 3-10 15,1-3-11-15,4 2-19 0,-1 0-36 0,13-1-48 16,-13 3-55-16,-3 2-122 0,-7-4-196 0,-5 2 87 0</inkml:trace>
  <inkml:trace contextRef="#ctx0" brushRef="#br0" timeOffset="161169.57">12320 6264 2537 0,'-11'3'132'0,"0"0"-69"0,1 1-35 0,4 0-15 15,-4 2-10-15,0 1-3 0,1 2 1 0,0 2 2 16,-2 3-2-16,0 3 2 0,2 0 1 0,-1 2 2 15,2-1 2-15,3 5-1 0,0-4-1 0,4-1 1 16,1 0 1-16,0 1 2 0,1-2 5 0,4 0-1 16,2-2 6-16,-1 2 9 0,4-3-1 0,-2-4-1 15,3-2 0-15,1 1-4 0,3 0 7 0,2-3-3 16,0-1-2-16,-1-1 0 0,-1-3-1 0,-3-1-2 16,1-1-4-16,-2 0 0 0,3-4-2 0,-3 0-1 15,-2-2-4-15,2 1 0 0,-2-5-2 0,0 3-5 16,-1-6 1-16,2 0-3 0,-5 3-2 0,-1 0 1 15,1-1-2-15,2 4 1 0,-5-1-2 0,0 2-1 16,2 1-1-16,-4 6 0 0,3-10-4 0,-3 10-4 16,2-5-1-16,-2 5 2 0,0 0 0 0,0 0-1 15,0 0 3-15,0 0 4 0,0 0-2 0,0 0 5 16,0 21-4-16,0-21 1 0,4 10 2 0,-4-5-1 16,0-5 3-16,10 8-3 0,-5-5 3 0,3-1 1 15,3-1-1-15,1-1 1 0,1 0 2 0,-2-3-1 16,3 0 1-16,-1-1-1 0,1 0 1 0,1-4 2 15,-3 2-3-15,3-2-1 0,-8-1 1 0,2 0-1 16,-2-1 2-16,-1 1 1 0,-1-1 2 0,-1 0-5 0,-2 0 0 16,-2-2 4-16,-2 2-4 0,2 0-1 15,-4-2-10-15,0-1-6 0,1 2-11 0,-1 1-12 16,-1 4-11-16,3-2-13 0,2 8-21 0,-4-10-33 16,4 10-32-16,-3-8-22 0,3 8-11 0,0 0-1 15,0 0-11-15,0 0-120 0,0 0-341 0,0 0 152 16</inkml:trace>
  <inkml:trace contextRef="#ctx0" brushRef="#br0" timeOffset="161388.49">12948 6282 158 0,'0'0'199'16,"4"-9"-7"-16,-4 9-7 0,0 0-10 16,-8-14-6-16,8 14-6 0,-6-6-6 0,1 3-10 15,5 3-14-15,-13-2-11 0,13 2-8 0,-18 6-7 16,7 0-6-16,-5 4-5 0,3 2-8 0,-8 6-1 15,8-4-8-15,-3 8-6 0,1-1 0 0,7-4-5 16,-1 1-12-16,3 0-6 0,0-1-7 0,2 1-3 0,4-2-2 16,0 2-12-16,6-2-26 0,0-1-28 15,1-4-36-15,4 0-41 0,0-2-46 0,3-2-45 16,-1-1-31-16,-2 0-135 0,2-2-391 0,1-1 173 16</inkml:trace>
  <inkml:trace contextRef="#ctx0" brushRef="#br0" timeOffset="161621.1">13103 6470 127 0,'0'0'196'0,"14"0"7"15,-9 1-13-15,-5-1-10 0,11 5 2 0,-4 0-8 16,-2 0-6-16,-1 2-2 0,0 4-7 16,-2-1-7-16,1 1-11 0,-3 2-11 0,0 2-12 15,-3-3-12-15,-1 0-5 0,2 2-10 0,-5 1-5 16,1-3-7-16,0-2-10 0,0 0-9 0,2-1-4 0,1-2-9 15,1-1-2-15,0-1-5 0,2-5-4 0,-2 11-4 16,2-11-6-16,0 0-18 0,7 6-26 16,1-6-29-16,8-1-35 0,0-3-45 0,4 1-45 15,10-8-44-15,-1 3-202 0,-10 0-452 0,8-4 199 0</inkml:trace>
  <inkml:trace contextRef="#ctx0" brushRef="#br0" timeOffset="162120.75">13559 5988 88 0,'0'0'207'0,"-8"-2"-1"0,8 2-4 0,0 0-8 16,0 0-16-16,0 0-7 0,-9-3-12 15,9 3-15-15,0 0-12 0,0 0-10 0,0 0-11 16,0 0-8-16,0 0-13 0,0 0-9 0,0 0-7 15,0 0-4-15,0 0 6 0,0 0-5 0,0 0-1 0,30 3-4 16,-17-3 0-16,0 0-7 0,3 0-1 0,2 0-5 16,-3 2-2-16,-1-4-2 0,0 2 1 15,-1 2-6-15,1-2-3 0,-1-2-2 0,-1 2 1 16,-4 0-6-16,1 0-2 0,0 0-1 0,-9 0-2 16,9 0-1-16,-9 0-5 0,11 0 1 0,-11 0-1 0,7 2-4 15,-7-2 0-15,0 0-3 0,9 1 2 0,-9-1-4 16,0 0 2-16,0 0-5 0,0 0 3 15,0 0-5-15,0 0 2 0,9 0-6 0,-9 0-2 16,0 0 3-16,0 0-3 0,0 0-15 0,0 0-22 0,0 0-30 16,4 7-26-16,-4-7-56 0,0 7-55 0,0-7-48 15,0 7-211-15,0-7-498 0,0 0 220 0</inkml:trace>
  <inkml:trace contextRef="#ctx0" brushRef="#br0" timeOffset="163121.25">14439 5719 185 0,'0'-10'200'0,"2"1"-1"0,-2 0-12 0,1 0-10 16,-1-1-14-16,0 10-2 0,-1-15 2 0,2 8-5 16,-1 7-7-16,0-9-10 0,0 9-16 0,1-7-15 0,-1 7-12 15,0 0-13-15,0 0-12 0,0 0-7 0,0 0-8 16,0 0-3-16,0 0-10 0,-7 33-2 16,5-18-3-16,2 3-2 0,0-1-6 0,0 0-3 15,0 2-1-15,2-2-3 0,0-5-3 16,3 5-1-16,-1-7 0 0,3 2-5 0,-3-2 2 0,5-1-3 15,-2-2 0-15,2 0 1 0,0 0-2 0,0-1 1 0,0-3-2 16,0 1-2-16,-2-3 1 0,2 0 0 16,0-1 0-16,-9 0-1 0,15-3 0 0,-6-1 0 15,-2 1-1-15,-3-3 0 0,4 2-1 0,-2-3 2 0,-1-1-5 16,-1 1-1-16,0-3-23 0,-2 0 2 16,1 4 2-16,0-1 1 0,-1 1 2 0,-2 6 0 0,5-9-3 15,-5 9 2-15,1-7-5 0,-1 7-4 0,0 0-1 16,0 0 11-16,0 0-3 0,0 0-2 0,0 0 2 15,0 0 3-15,9 20 0 0,-9-15 0 0,4 5 6 16,-1-3 0-16,-1-1-3 0,6 2 3 0,-4-1 0 16,3-2 4-16,-1 0 0 0,7-3 3 0,3 3-4 15,3-5 3-15,-5 0 5 0,2-2-2 16,0 1-3-16,3-4 8 0,-7 1-6 0,2-1 6 0,-3 0-2 16,-2-3 5-16,1 0 9 0,-1 0-9 0,-3-1 1 15,0-2 3-15,0 1 0 0,-2 0-4 16,-3 0 0-16,0-2-5 0,-1 0 1 0,-1 0 1 0,-2 0-2 15,1-1-2-15,-4 2-8 0,0 1-9 16,4-1-13-16,-3 5-15 0,1-1-20 0,0 1-22 0,0 2-32 16,4 4-35-16,-8-6-17 0,8 6-21 0,0 0-10 15,0 0-140-15,0 0-365 0,0 0 162 0</inkml:trace>
  <inkml:trace contextRef="#ctx0" brushRef="#br0" timeOffset="163385.81">15080 5581 43 0,'6'-4'193'0,"-2"1"-7"0,-4 3 0 0,9-5-11 16,-9 5-12-16,0 0-15 0,6-3-15 0,-6 3-23 15,0 0-6-15,0 0 0 0,7 10-2 0,-6-1-5 16,0 6-3-16,0 2-9 0,-2 0-4 16,2 2-3-16,-1 2-5 0,-1 4-7 0,0-7-4 15,1 1-7-15,-1-2-6 0,1 0-7 0,0-1 0 16,-2-3-2-16,4-2-3 0,-2-2-3 0,0 3-6 0,0-5-3 15,0 1 1-15,0-1-1 0,0-7-2 0,1 15-6 16,1-10 2-16,1-1-3 0,-3-4-1 0,6 10 0 16,2-6 6-16,5 0-14 0,-3-2-25 15,5 0-33-15,3-1-40 0,4-4-49 0,6 1-54 0,1-2-194 16,-8-1-420-16,7-4 186 0</inkml:trace>
  <inkml:trace contextRef="#ctx0" brushRef="#br0" timeOffset="164026.49">15747 5457 107 0,'0'0'157'16,"-5"-6"-5"-16,5 6 0 0,-5-6-5 0,5 6-4 0,-7-6 3 16,7 6-8-16,-4-3-4 0,4 3-9 15,0 0-14-15,0 0-6 0,-7-7-12 0,7 7-12 16,0 0-7-16,0 0-7 0,0 0-8 0,0 0-6 15,0 0-7-15,0 0-2 0,0 0-6 0,16-6-1 0,-8 4-5 16,5 2-3-16,-2-1-2 0,1 0-2 0,0 0-5 16,0 1-1-16,-2 0-6 0,-10 0 1 15,14 0-4-15,-14 0 0 0,12 1-3 0,-12-1-1 16,12-1-2-16,-12 1 0 0,8 1 0 0,-8-1 0 16,7 5-3-16,-3-2-1 0,-2 4 2 0,-2-7 0 0,6 11 5 15,-3 0 2-15,-1 1-2 0,1 3-2 0,0 3 6 16,0 6 2-16,-1 3 3 0,-1-1 6 15,0 2-4-15,2 0-1 0,-2 3-2 0,2 0 4 0,-4 0-5 16,1-1 4-16,1 2-1 0,-4-3 3 0,1 2-7 16,0-2-3-16,1 2 0 0,1-4-1 0,-3 2 1 15,2-1 0-15,-3 1-1 0,3-2 2 0,0-1-2 16,-1-1-1-16,1 3 5 0,-1-10-4 0,0 0 0 16,-1 1-3-16,0 0 0 0,1-3 0 0,-2 0-3 15,0 0 3-15,0 1-6 0,0-6 6 0,1 0 0 16,1 0 2-16,-3 0-6 0,1-3 2 0,0 1-1 15,-2 1 6-15,-1-3-4 0,-3 2 5 0,0-2-2 16,-5 2-4-16,-2 0 1 0,-3-1 2 0,-1-2-1 16,1 1 1-16,-7-1 0 0,8 0-3 0,-3-5-12 15,2 2-9-15,0-1-16 0,0 1-14 16,1-3-17-16,1 2-24 0,0-4-38 0,4 2-33 0,-4-2-42 16,1 1-164-16,2-2-394 0,-4 0 175 0</inkml:trace>
  <inkml:trace contextRef="#ctx0" brushRef="#br0" timeOffset="168290.31">16653 5861 115 0,'0'0'104'0,"0"0"-3"0,0 0-4 0,0 0-5 0,0 0-4 16,0 0 9-16,0 0-20 0,0 0-4 0,0 0-4 15,0 0 1-15,0 0-9 0,0 0 1 0,0 0-6 16,0 0 7-16,0 0-2 0,0 0 1 16,0 0-1-16,0 0 5 0,0 0-3 0,-26 8 0 15,26-8-2-15,-10 2 1 0,10-2-3 0,-10 4 1 0,5-3-6 16,5-1 0-16,-8 3-2 0,8-3-3 0,0 0-2 15,-9 2-5-15,9-2-7 0,0 0 1 16,-7 2-7-16,7-2-1 0,0 0 1 0,0 0-6 0,0 0-5 16,0 0 1-16,0 0-4 0,0 0 2 15,0 0-3-15,0 0 5 0,0 0-1 0,22 4-4 0,-11-4-4 16,7 1 2-16,1-1 1 0,-1 0 4 0,-1-1-1 16,-2 1 2-16,-1 1 1 0,-3-1-3 0,2 1 0 15,0-1-1-15,-3 0 5 0,-2 0-1 16,0 2 0-16,-8-2-4 0,13-2 2 0,-13 2-6 0,9 2 1 15,-9-2 2-15,0 0-3 0,12-2 1 0,-12 2 0 16,0 0-3-16,7 2 3 0,-7-2-4 0,0 0 2 16,0 0 1-16,0 0-1 0,10 0-4 0,-10 0 0 15,0 0 0-15,0 0-1 0,0 0-5 0,0 0-18 16,0 0-23-16,0 0-21 0,0 0-20 0,7 2-25 16,-7-2-31-16,0 0-35 0,0 0-37 0,0 0-128 15,0 0-364-15,0 0 162 0</inkml:trace>
  <inkml:trace contextRef="#ctx0" brushRef="#br0" timeOffset="170217.33">17802 5406 48 0,'0'0'106'15,"0"0"-8"-15,0 0-10 0,0 0-2 0,0 0-12 0,0 0-1 16,0 0-7-16,0 0-11 0,0 0-6 0,0 0 2 16,0 0-13-16,0 0 5 0,0 0-8 0,0 0 3 15,0 0 0-15,0 0 5 0,0 0-4 0,0 0 3 16,0 0 7-16,0 0 4 0,0 0-1 15,0 0 9-15,0 0-1 0,0 0 7 0,0 0-5 0,0 0 2 16,0 0 2-16,0 0 3 0,0 0-3 0,0 0-2 16,0 0-9-16,0 0-3 0,0 0-6 0,0 0-3 15,0-13-2-15,0 13 2 0,0 0 0 0,0 0-7 16,-1-9 2-16,1 9-5 0,0 0 1 0,0 0 4 16,1-10 1-16,-1 10-5 0,0 0 0 0,0 0-3 15,0 0-6-15,0 0-4 0,0 0-3 0,0 0-6 16,4-5 0-16,-4 5-1 0,0 0-7 0,0 0 0 15,0 0-2-15,0 0 8 0,-3 33-6 0,2-16 0 16,1 0-1-16,-1 2 1 0,-2 0 3 0,2 0-3 16,-1 1 2-16,0 0-2 0,0-1 4 0,0 0 3 15,-1-3 2-15,0 2-5 0,1-2 3 0,1-3 6 16,1-1-9-16,-1-1-2 0,0-1 0 0,-1-1 4 16,4 1 4-16,-2-4-5 0,0-6-6 0,1 14 3 15,-1-7-1-15,0-7 1 0,0 12 2 0,0-6-4 16,0-6-11-16,-1 12-20 0,1-12-20 0,1 10-24 15,-1-10-20-15,-1 8-28 0,1-8-33 0,0 0-23 16,-2 9-32-16,2-9-110 0,0 0-341 0,0 0 152 16</inkml:trace>
  <inkml:trace contextRef="#ctx0" brushRef="#br0" timeOffset="170420.98">17934 5596 105 0,'7'0'136'0,"5"0"2"0,-1-1-7 15,7 1-7-15,0 0-10 0,4-2-9 0,-1 0-8 16,6 0-7-16,1 0-13 0,-1 1-11 16,-8 1-12-16,2 0-25 0,-3 1-37 0,1-2-26 0,-6 1-28 15,1 1-26-15,-7 0-91 0,1 0-195 0,-8-1 87 16</inkml:trace>
  <inkml:trace contextRef="#ctx0" brushRef="#br0" timeOffset="170635.25">18126 5506 23 0,'-5'-7'182'0,"5"7"1"0,0 0-3 0,-3-8-12 15,3 8-18-15,0 0-12 0,0 0-20 0,0 0-13 16,0 0-11-16,0 0-12 0,0 0-8 0,0 0-2 15,1 28 0-15,0-10-6 0,0 1-2 0,4 6-5 16,-3-4-6-16,0 4-2 0,-2-6-8 0,3 5-2 16,-1-3-1-16,1-2-9 0,-2-1-5 0,3 1-23 15,0 1-29-15,-1-5-32 0,4-1-56 0,-2-4-49 16,0 2-131-16,-1-2-317 0,3-4 142 0</inkml:trace>
  <inkml:trace contextRef="#ctx0" brushRef="#br0" timeOffset="171029.47">18424 5486 177 0,'0'-11'208'0,"2"2"5"0,-2 0-3 0,0 1-21 16,0 8-18-16,1-8-23 0,-1 8-14 0,0 0-21 15,0 0-9-15,0 0-12 0,0 0 1 0,9 32-3 16,-7-13-2-16,-1 7-13 0,1 1-3 0,-1 1-2 15,3-2-4-15,-3 0-6 0,0-5-9 0,-1-2 0 16,0-1-4-16,2 0-4 0,-1-2-3 0,-2-5-5 16,1-1-1-16,0 1-5 0,1-4-3 0,-1-7-4 15,-1 12 3-15,1-12-2 0,1 10 2 0,-1-10-1 16,-3 5 10-16,3-5 6 0,0 0 0 0,0 0-4 16,0 0 0-16,0 0-11 0,0 0 1 0,0 0-3 15,11-30 0-15,-6 15-12 0,0-1-3 0,3 0-5 16,-2-1-1-16,3 4-1 0,0-2 4 0,-3 5-9 15,3 2-3-15,-2-1 2 0,-1 6-1 0,0-1 3 16,-1 1-4-16,-5 3-3 0,16 0 2 0,-16 0 1 16,14 8 1-16,-8 0-1 0,-1 0 3 0,3 0-1 15,-3 3 1-15,-1 1-5 0,-1 0-28 0,3 3-19 16,-3-4-18-16,0 0-27 0,2 0-31 0,-2 0-31 16,-1 0-41-16,2-2-180 0,-2-1-416 0,-2-8 184 15</inkml:trace>
  <inkml:trace contextRef="#ctx0" brushRef="#br0" timeOffset="171303.47">18869 5560 31 0,'0'-13'219'0,"0"3"2"0,0 0-5 16,-1 1-7-16,-1 1-15 0,2 8-17 0,0-11-19 15,0 11-16-15,0-10-20 0,0 10-9 0,0 0-11 16,0 0 3-16,0 0 8 0,-14 29-3 0,7-12-8 15,-2 5-5-15,-1 4-10 0,2 2-2 0,0-3-3 16,4 3-4-16,-2-4-10 0,1-1-3 0,1-3-3 16,4-1-9-16,-1 1-5 0,-2-3-2 0,3 0-5 15,1 0-3-15,-1-1-4 0,2-3-3 0,-1-3-3 16,0 3-5-16,1-4 2 0,-1 1-18 0,1 0-21 16,-2-2-19-16,2-3-24 0,-1 3-31 0,-1-8-36 0,0 0-34 15,5 13-34-15,-5-13-22 0,1 5-195 16,-1-5-443-16,0 0 196 0</inkml:trace>
  <inkml:trace contextRef="#ctx0" brushRef="#br0" timeOffset="171451.26">18649 5751 95 0,'8'-5'185'15,"-3"2"-22"-15,7-1-15 0,0 2-18 0,5-1-7 16,1 1-30-16,2-1-29 0,-1 1-47 0,8-1-41 15,-5 1-54-15,-2 2-75 0,-2 0-166 0,4-1 74 16</inkml:trace>
  <inkml:trace contextRef="#ctx0" brushRef="#br0" timeOffset="171740.94">19003 5787 24 0,'15'-2'171'0,"-15"2"-18"16,11-3-9-16,-4 3-9 0,4-4-5 0,1 0-8 15,0 0-7-15,1 0-9 0,3-2-8 0,2-1-1 16,-2 0-12-16,-3 4 4 0,-1-3-10 0,-2 0 8 16,-1 0-9-16,-1 1 1 0,-2 2-4 0,2-4-6 15,-4 3-4-15,0-2-15 0,-4 6-1 0,2-11-2 16,-2 11-7-16,-2-11-2 0,2 11-4 0,-12-8-5 16,6 5 0-16,-2 1 2 0,-5 0 0 0,0 3-3 15,-4 4-4-15,1 2-2 0,-2 1 9 0,4 4 2 16,-2 0-4-16,4 2-5 0,2 2-2 0,1-1-3 15,3 2-1-15,2-1-3 0,5 0 1 0,3 1 2 16,7 1-5-16,1-4-15 0,8 3-23 0,-4-6-35 16,8 7-36-16,1-6-44 0,2-3-41 0,-7 0-184 15,-5 0-395-15,2-3 175 0</inkml:trace>
  <inkml:trace contextRef="#ctx0" brushRef="#br0" timeOffset="172230.58">17789 6264 186 0,'0'0'181'0,"-11"1"-4"0,11-1-1 16,0 0-11-16,-11-1-14 0,11 1-14 0,0 0-18 15,0 0-8-15,0 0-11 0,0 0-8 0,0 0-1 16,32 5 5-16,0-5 1 0,22-2-3 0,12 0-9 15,35-4-11-15,5 0-4 0,2 0-9 0,7-1-5 0,-4-1-2 16,1 1-9-16,2 5-1 0,-4-2-6 16,-8 2-2-16,-10-1-5 0,-27 0-2 0,-2 2-5 15,-2 0-1-15,6 2-2 0,-3-4-3 0,-3 3 0 16,-3-1 1-16,-3 0-4 0,-4 2-1 0,-14-1 0 0,-2-1-4 16,-3 2 1-16,-5-1-3 0,-7-2 1 0,-6 3 6 15,-3-1 5-15,-3 0 5 0,-1 0 3 16,-7 0 6-16,12 0 5 0,-12 0-6 0,9-3-3 15,-9 3-7-15,0 0-11 0,3-6-25 0,-3 6-27 16,0 0-30-16,0 0-43 0,-24-10-37 0,12 7-43 0,-5 1-52 16,-11 2-128-16,7 0-404 0,-8-2 180 0</inkml:trace>
  <inkml:trace contextRef="#ctx0" brushRef="#br0" timeOffset="174408.96">17413 6829 104 0,'0'0'187'0,"4"-5"-11"0,-4 5-17 0,0 0-18 15,1-7-19-15,-1 7-9 0,0 0-13 0,0 0-12 16,0 0-9-16,0 0-3 0,2 21-8 0,0-11-6 0,-2-1-6 15,1 4-8-15,1 3-2 0,0-5 0 16,0 2-9-16,0-1-2 0,1 0-2 0,1-2-2 0,1 1-6 16,1-2-2-16,0 0 5 0,1-1-6 15,1 0 1-15,-2-4 5 0,3 0 0 0,1 0-2 0,0-2-1 16,2 0-5-16,-5-4 3 0,6 2 4 0,-1-2 0 16,-2-2-5-16,0 0-2 0,0-1 3 0,-1 0 1 15,-1-1 0-15,1-1 2 0,-3-2-9 16,1 1 0-16,-2-1-2 0,0 2-1 0,1-3-3 0,-3 5 0 15,-1-5 1-15,-2 10-3 0,4-9-1 0,-4 9 3 16,4-7-12-16,-4 7-1 0,1-7-1 0,-1 7 0 16,0 0 2-16,0 0-1 0,0 0-4 15,0 0 4-15,3 21 4 0,-3-21-3 0,0 15-2 16,0-5 5-16,4-6-2 0,-2 4 0 0,2-1 3 0,1-1-5 16,0-2 4-16,1 1-2 0,0-1 2 0,2 0 1 15,3-2 0-15,-1-2 3 0,3 0-4 0,-1 0 3 16,-1-4 0-16,2-1-1 0,-3 0 2 0,2 1 3 15,-2-4-1-15,-1 0-2 0,-1 1 7 0,-3-2 5 16,0 0-4-16,-3-1 1 0,1 3-4 0,-3-1 0 16,-2-4 0-16,0 2-3 0,-2 1 0 0,-2-1-5 15,1 0 0-15,-2 1-6 0,-1 1-7 0,1 1-16 16,-1 0-13-16,1 1-17 0,0 1-24 0,2 2-27 16,5 3-39-16,-9-6-31 0,3 5-142 0,-2-2-344 15,8 3 152-15</inkml:trace>
  <inkml:trace contextRef="#ctx0" brushRef="#br0" timeOffset="174672.62">17893 6606 112 0,'9'-3'138'0,"-3"2"-9"0,1-2-10 15,-7 3-11-15,17 3-6 0,-5 1-2 0,-2 4-13 16,-1 1 9-16,4 3-6 0,-4 0-9 0,-3 4-8 15,2-2-9-15,-3-2-4 0,-2 3-4 0,-1 1-2 16,-2-4-9-16,0 0-2 0,-2-2 7 0,1-1-3 0,0-2-6 16,0-1-9-16,1-6 14 0,-2 10 5 15,2-10 1-15,0 0 3 0,-2 7-3 0,2-7-7 16,0 0-2-16,0 0-4 0,2 9-13 0,-2-9-25 16,0 0-32-16,0 0-30 0,22-10-27 0,-9 5-36 15,4 0-42-15,2 0-113 0,-4 1-300 0,4-4 133 16</inkml:trace>
  <inkml:trace contextRef="#ctx0" brushRef="#br0" timeOffset="174940.86">18429 6696 3 0,'0'0'190'0,"-10"-3"-9"0,10 3-6 0,0 0-9 0,-17 4-9 16,10-2-8-16,-2 1-11 0,-1 6-5 16,0 0-11-16,-2 2-12 0,-3 2-12 0,7 0-7 15,-2 3-5-15,2-7-8 0,0 2-10 0,5 0-4 0,-1 0-7 16,0 1-5-16,3-1-4 0,1-2-4 0,0 3-5 16,5-4-2-16,-1 4-6 0,4-4 2 0,1 0-4 15,3-2-30-15,4 2-36 0,0-2-36 16,3-2-39-16,-1-1-35 0,0 0-35 0,-5 1-123 15,1-1-330-15,-3-1 146 0</inkml:trace>
  <inkml:trace contextRef="#ctx0" brushRef="#br0" timeOffset="175141.12">18659 6882 15 0,'0'0'251'16,"0"0"-10"-16,3-9-19 0,-3 9-20 0,0 0-22 15,0 0-14-15,0 0-10 0,0 0-8 0,0 0-12 16,-1 23-14-16,-2-12-4 0,0 1-16 0,2 0-12 16,2 6-7-16,-2-2-6 0,1 2-6 0,3 0-27 15,-2-1-25-15,3 0-40 0,-3-1-34 0,3 1-46 16,-1-1-57-16,-1-1-194 0,0 0-380 0,-4-2 168 16</inkml:trace>
  <inkml:trace contextRef="#ctx0" brushRef="#br0" timeOffset="176610.92">19168 6757 47 0,'0'0'150'0,"0"0"-10"0,0 0-13 0,0 0-4 16,0 0-14-16,-9-3-12 0,9 3-4 0,0 0-5 15,0 0-3-15,-15 10 3 0,7-3-4 0,3 1-5 16,0 4-4-16,-3 1-2 0,2-2-4 0,-2 3 1 16,2 3 2-16,1-3-7 0,-1 2-3 0,3-4-3 15,0 1-8-15,2 0-3 0,-2-2-2 0,6 1-5 16,-3-2-1-16,2 0-4 0,1 2-8 0,-1-6 3 15,4 4-3-15,1-3-2 0,2 2-16 0,3-4-21 0,-1 0-31 16,3-2-22-16,3-1-20 0,3 0-16 0,-2-2-29 16,1-2-9-16,0 1-141 0,-6 1-302 15,1-1 134-15</inkml:trace>
  <inkml:trace contextRef="#ctx0" brushRef="#br0" timeOffset="176891.12">19393 6897 64 0,'0'0'175'0,"2"-6"-17"0,-2 6-14 0,0 0-8 16,4-6-24-16,-4 6 1 0,0 0-2 0,0 0-9 0,11 1-5 16,-11-1 3-16,12 6-7 0,-5 1-5 0,-2-1-9 15,3 3-3-15,0-1-11 0,-1 2-2 0,-5 0-6 16,1 1-3-16,1 0 14 0,-4 0-3 16,0-1-5-16,-2 2-5 0,0 0 0 0,-3-2 5 0,-2 2-4 15,0-3-4-15,-1 1-1 0,3-1-5 0,-1 0-4 16,2-3-2-16,-1-2-6 0,1 1-2 0,4-5-6 15,-5 6 3-15,2-2-4 0,3-4-5 0,0 0-1 16,0 0 1-16,0 0-7 0,0 0 4 0,0 0-6 16,23 6 2-16,-4-9-4 0,8-6-16 0,5 4-19 15,1-4-37-15,3 1-37 0,0 0-38 0,0 0-30 16,1-1-48-16,-4 0-133 0,2-4-376 0,-5 5 167 16</inkml:trace>
  <inkml:trace contextRef="#ctx0" brushRef="#br0" timeOffset="177353.44">20422 6133 42 0,'0'0'180'15,"0"0"-1"-15,-7-4-9 0,7 4-9 0,0 0-11 0,0 0-10 16,0 0-10-16,-4-6-9 0,4 6-12 16,0 0-12-16,0 0-11 0,0 0-4 0,0 0-4 0,0 0-5 15,20 1-3-15,-6 0 0 0,2-2-9 0,6 2-6 16,9-2-6-16,-1 0-4 0,0-1-9 0,2 2-5 15,-4 0-18-15,-7 2-31 0,-2-2-27 16,-2 0-36-16,-4-2-25 0,0 2-41 0,-2 0-29 16,-4 0-101-16,-7 0-298 0,0 0 132 0</inkml:trace>
  <inkml:trace contextRef="#ctx0" brushRef="#br0" timeOffset="177566.78">20552 6010 66 0,'0'0'225'0,"-4"-7"-6"16,4 7 12-16,-2-4-15 0,2 4-16 0,0 0-19 0,0 0-20 16,0 0-19-16,0 0-19 0,0 0-12 0,0 0-8 15,0 0 2-15,0 0 1 0,-4 30-12 0,4-14-5 16,0 3-8-16,0 0-8 0,1 0-9 16,-2 8-5-16,2-2-5 0,0-5 1 0,-1-1-12 0,0 0-4 15,3 1-36-15,0 5-21 0,-1-6-31 0,-1-2-39 16,2 1-44-16,1-2-70 0,-3 1-191 0,0-4-425 15,-2-2 188-15</inkml:trace>
  <inkml:trace contextRef="#ctx0" brushRef="#br0" timeOffset="179083.66">21790 5529 92 0,'-3'-6'181'0,"-1"-2"-1"0,1-1-11 0,1 2-2 15,-1 0-2-15,3 7-7 0,-2-10-3 0,0 3-7 16,2 7-6-16,-1-9-7 0,1 9-15 0,0 0-18 16,-1-7-10-16,1 7-12 0,0 0-7 0,0 0-11 15,0 0-6-15,0 0-1 0,0 0-10 0,2 28-4 16,-2-16 1-16,3 7-8 0,-3 0-2 0,1 0-3 15,-2 1-18-15,1-1 2 0,0 7-3 0,-1-6 1 16,-2-2-1-16,2-1 0 0,-1-1 2 0,1 0 5 16,1-4 3-16,-2-1-7 0,0 0 2 0,2 0-1 15,-1-1-3-15,1-3 2 0,-1 1-1 0,1-8 0 16,1 11-4-16,-1-11 0 0,0 10 6 0,0-10-6 16,3 9-1-16,-1-4 1 0,-2-5 2 0,8 5-3 15,-2-2 1-15,4-1-4 0,1 2 3 0,3-3-10 16,4 2-13-16,-2-3-23 0,3 0-23 0,0 0-31 15,1-2-32-15,7 0-52 0,-6 2-45 0,-4-2-131 16,3 1-380-16,-2-2 169 0</inkml:trace>
  <inkml:trace contextRef="#ctx0" brushRef="#br0" timeOffset="179319.4">21536 6011 182 0,'-10'2'185'0,"5"-2"-12"0,5 0-5 0,0 0-1 15,0 0-8-15,0 0-5 0,33 6-11 0,0-6-13 16,4-2-14-16,21 0-8 0,-1-2-13 0,6 2-7 16,0-1-11-16,27 0-6 0,-31 1-15 0,-5 1-31 15,-3 0-26-15,-14 2-26 0,-3 0-34 0,-2 0-30 16,-5 2-33-16,-6 0-16 0,-7 0-23 0,-4 1-86 15,-4 0-269-15,0 1 119 0</inkml:trace>
  <inkml:trace contextRef="#ctx0" brushRef="#br0" timeOffset="179556.73">21885 6170 163 0,'-27'7'203'0,"0"1"5"15,2 0-9-15,-2 1-3 0,3 2-14 0,4-1-15 16,-2 3-10-16,-1 2-15 0,7-1-12 0,0 0-11 16,0 4-12-16,0 3-12 0,5-5-9 0,4-3-8 15,-2 3-8-15,6 1-7 0,1-4-2 0,3 0-7 16,3 2-3-16,6-1-4 0,1 0-2 0,5-3-6 16,2 0-3-16,9 1-17 0,3-2-22 0,-2-1-27 15,-1-2-39-15,-8-3-52 0,10 0-34 0,-10 0-37 16,-5-4-167-16,-3 2-386 0,1-2 170 0</inkml:trace>
  <inkml:trace contextRef="#ctx0" brushRef="#br0" timeOffset="179824.75">21985 6437 33 0,'0'0'186'0,"11"-2"-4"0,-4 2-17 0,-7 0-11 16,14 5-12-16,-8-3-16 0,-1 2-2 0,-1 2-4 15,2 1 2-15,-2 2-5 0,-1 1-8 0,1 0-8 16,-4-1-11-16,1 3-9 0,-1 0-3 0,-1-1 7 16,-5 2 2-16,3-3-7 0,0 2-5 0,-3-2-7 15,2-1-6-15,-2-3-4 0,3 2-4 0,-1-2-8 16,1-2-4-16,3-4-5 0,-5 9-3 0,5-9 0 16,0 0-8-16,0 0-2 0,0 0 0 0,5 13-2 15,-5-13-12-15,8 0-17 0,-8 0-18 0,21-3-28 16,-3-1-26-16,2 1-30 0,11-5-48 0,-3-1-40 15,0 1-166-15,-3-2-391 0,0 0 173 0</inkml:trace>
  <inkml:trace contextRef="#ctx0" brushRef="#br0" timeOffset="180294.31">23086 5927 146 0,'0'0'185'0,"0"0"-11"0,-8-3-17 16,8 3-6-16,0 0-17 0,-11 0-6 0,11 0 4 16,0 0-6-16,-11 1-6 0,11-1-5 0,-12 0-5 15,12 0-3-15,-9 2-8 0,9-2 0 0,-9 0-4 16,9 0-10-16,0 0-2 0,-11 2-5 0,11-2-8 15,0 0-6-15,-7 2 0 0,7-2-9 0,0 0-4 16,0 0-5-16,0 0-3 0,-7 1-5 0,7-1-4 16,0 0-2-16,0 0-3 0,0 0-1 15,0 0-1-15,0 0-1 0,0 0-4 0,34 0-2 0,-13 0-4 16,-1-1-2-16,11-1-12 0,-3 1-17 0,0 1-32 16,-5-1-35-16,-1-1-49 0,-2 2-48 0,-1 0-45 15,-6 0-165-15,2-1-419 0,-4 1 186 0</inkml:trace>
  <inkml:trace contextRef="#ctx0" brushRef="#br0" timeOffset="180485.6">23007 6063 30 0,'0'0'198'0,"0"0"-7"16,0 0-8-16,0 0-3 0,0 0-15 0,0 0-17 15,28 5-13-15,-10-6-15 0,3 1-12 0,9-3-9 16,1 0-25-16,-3 2-41 0,1-2-43 0,2 2-54 16,-3 0-47-16,-6 0-136 0,-4 0-267 0,1-2 118 15</inkml:trace>
  <inkml:trace contextRef="#ctx0" brushRef="#br0" timeOffset="180909.21">23774 5804 52 0,'4'-5'252'16,"-4"5"-14"-16,0 0-11 0,0 0-19 0,0 0-20 16,0 0-15-16,0 0-14 0,0 0-12 0,0 0-4 15,-28 11-10-15,15-2-10 0,-4 5-8 0,2-1-4 16,0 0-11-16,-2 7-4 0,4-4-3 0,3-1-4 15,3 0-8-15,-3-2-8 0,5 2-8 0,1-4-6 16,1-1-6-16,0 2 1 0,2-3-7 0,3 2-5 16,1-2-2-16,1 0-2 0,0 1-5 0,4-1-2 15,0-1-1-15,4-2-4 0,2 0 1 0,2-1 0 16,3-1-5-16,-6-3 0 0,6 1-2 0,3 0-3 16,-1-5 2-16,-1 2-2 0,-2-2-6 0,-3 0 2 15,3-1 1-15,-3-3-2 0,-3 1 1 0,-2 0 0 16,2-1-5-16,-2-2 2 0,1-4-2 0,-2 0 3 15,-2 0-2-15,-2 0-3 0,0-2 1 0,-3-1-2 16,-2-2-1-16,-1 2-3 0,-5 0 1 0,-2-2-2 16,1 4 0-16,-2 1 1 0,-3 0-2 0,2 4 0 15,2 0-6-15,-8 3-1 0,3 1-6 0,-4-1-23 16,1 5-21-16,-4 1-20 0,1 3-34 0,-1 1-37 16,-2 2-48-16,5 1-52 0,-8 4-206 0,6-2-492 15,0 0 218-15</inkml:trace>
  <inkml:trace contextRef="#ctx0" brushRef="#br0" timeOffset="189471.02">7647 8161 115 0,'0'0'146'0,"0"0"-2"0,0 0-6 0,0 0-3 16,0 0-2-16,0 0-4 0,0 0-5 0,0 0 4 15,0 0-6-15,0 0 1 0,0 0-4 16,14 7-5-16,-14-7 1 0,13 0-5 0,-4-4-6 0,2 3-7 16,0-1-10-16,3-2-4 0,-3 1-10 0,-1-2 11 15,4 1-6-15,1-3-1 0,1 1-10 16,-6-2-9-16,7 0-2 0,-7 1-4 0,0-1-5 15,1 2-5-15,-4-2-3 0,0 1-7 0,-1-2-2 0,-1 1-3 16,0-1-3-16,-2 2-2 0,-1-1-5 0,0 1-3 16,-2 7-2-16,-3-14-1 0,-1 9-2 0,-2-2 0 15,0 4-5-15,-2 0 2 0,-2-1-3 0,-4 3 0 16,-2 1-3-16,-3 0 4 0,2 5-5 0,-2-1 3 16,-1 5-3-16,-6 2-1 0,3 3 5 0,-6 0-3 15,2 4 0-15,0 1-5 0,0 1 7 0,1-1-7 16,0-1 5-16,8-3-2 0,4 1 0 0,2-2 0 15,3 0 2-15,2-4-3 0,2 3-1 0,4-3 3 16,-2 1 1-16,2-1-1 0,2 2 0 0,0-1 0 16,4-3 3-16,4 1 0 0,0-2 0 0,2 0 0 15,4 2 1-15,-2-6 5 0,3 1-4 0,2 2 1 16,3-3-3-16,-2 1 5 0,-1-4-5 0,-2 0 2 16,-2 0-2-16,-5 2 2 0,3-4-1 0,-1 4 1 15,-4-2-3-15,-7 0-1 0,11 0 2 0,-11 0 2 16,0 0-1-16,10-2-2 0,-10 2 5 0,0 0-5 15,0 0-3-15,0 0 1 0,0 0-3 0,0 0 2 16,0 0-3-16,0 0 2 0,0 0-3 0,-29 4 4 16,19-1-2-16,-3 1-2 0,1 1 2 0,-2 2-3 15,3 1-2-15,-2 4 7 0,0-2-2 0,2 2 0 16,-3 2 1-16,1-3 1 0,4 3 0 0,1-3-3 16,2 0 3-16,2-1 1 0,2 2 2 0,3 1 1 15,1-3-2-15,2 1 0 0,6-3 5 0,1 1-1 16,4-2-8-16,0 0-19 0,4-1-16 0,-1 0-28 15,9-2-23-15,-4-2-45 0,4-4-20 0,2 1-24 16,-2-1-9-16,-5-1-24 0,-2-1-131 0,1 1-371 16,-4-2 163-16</inkml:trace>
  <inkml:trace contextRef="#ctx0" brushRef="#br0" timeOffset="190635.07">8052 8349 115 0,'0'-11'197'16,"-1"1"-8"-16,1 10 4 0,-4-14-8 0,2 6-6 15,-4 5-9-15,1-3-12 0,-2 0-11 0,-1 3-8 16,-2 3-8-16,10 0-4 0,-22 2-7 0,9 1-3 0,-3 5-6 16,-1 2-8-16,-5 6-13 0,6-2-4 15,0-2-12-15,1 9-5 0,2-5-8 0,4 0-7 16,3-1-4-16,1 0-5 0,0-2-6 0,3-2-1 16,2 2-5-16,3-4-4 0,1-1-1 0,1-1-5 0,1 0-7 15,3-1-7-15,0-3-9 0,4-2-6 16,0-1-7-16,5-4 2 0,-6 1-4 0,0-1 0 15,-2-2 4-15,-1 2-2 0,2-3 4 0,-1-2 2 16,-3 0-1-16,0-1 2 0,0 1-1 0,-2-4 1 16,-1 2 3-16,0 2 2 0,-1-3-3 0,-1 4 1 0,1 0 11 15,-2 1 5-15,-1 7 5 0,5-10 0 0,-4 3-4 16,-1 7-1-16,0 0-12 0,4-5 4 0,-4 5-5 16,0 0 3-16,0 0 11 0,8 29 9 15,-7-13-1-15,0 12 3 0,-1-2-4 0,0 4 3 0,-1 1-1 16,0 0-1-16,0 1 4 0,-1-3-1 15,0 2 3-15,2-4-2 0,0-3-1 0,-2-3 3 0,1-4-2 16,1 1-7-16,-1-7-2 0,1 0 0 0,0-4 0 16,1 1-1-16,-1-1-1 0,0-7-1 0,0 8 1 15,0-8 1-15,3 6-4 0,-3-6 1 0,0 0-4 16,14-10 1-16,-4 3 0 0,2-6 2 16,-1 0-2-16,3-4-2 0,0-5 1 0,4 0-4 0,-4-1 1 15,3-2-11-15,-3 1-4 0,0-4-1 16,-3 3 0-16,3-4-3 0,-1-1 4 0,-3 3-6 15,2 0 6-15,-4 2-1 0,-2 1 4 0,-1 5 0 0,3 4 7 16,-6 4 6-16,2 0 0 0,0 2 2 16,-3 2 0-16,1 1 2 0,-2 6-6 0,2-9-1 0,-2 9-6 15,0 0 3-15,0 0-4 0,0 0-1 0,0 0 2 16,0 0-1-16,8 29 5 0,-7-12-1 0,-1 1-1 16,0 2 0-16,0-2-1 0,0 0 2 0,0-3-2 15,3 2 3-15,2-2 1 0,-2-2-1 16,3-3 3-16,-1 0-2 0,-1-1 3 0,2-1-3 15,2-4 3-15,-2 1-1 0,3-2-2 0,0 0 1 0,1-3-3 16,3-1 5-16,0-1-4 0,-1-1 1 0,-1-2 0 16,1 1 0-16,-1-5-7 0,0-2-5 0,1-1 3 15,-2-1 3-15,-2-1-3 0,2 0 2 0,-2-4-3 16,-5 1 1-16,0 0 1 0,1 0-1 0,-3 6-2 16,-1-2-1-16,1 4 4 0,-1-1 2 0,0 4 0 15,0 6-3-15,2-13 0 0,-2 13-5 0,0 0-4 16,0-7 2-16,0 7-1 0,0 0 10 0,0 0-5 15,-2 25 4-15,4-12 4 0,-4 2-4 0,2 0-1 16,2 1 1-16,0 1-2 0,-1-1 3 0,3-4 0 16,0-1 4-16,1 1-3 0,3 0-6 0,1-1-6 15,-2-3-8-15,5-1-1 0,4-1-4 0,-3-4 0 16,5 2-1-16,0-4-7 0,3-2 2 0,7-2 1 16,-7-1 1-16,6-2 1 0,-1-2 3 0,-6 2 0 15,4-4 7-15,-7 0-1 0,2 3 3 16,-2-5 3-16,-2-1 1 0,-1 3 3 0,0-3 3 0,-3 0 1 15,-2 2-1-15,-2 0 4 0,-2 0 0 0,-2 1 12 16,-2 2 6-16,-2 0 1 0,1 9-5 0,-4-13 9 16,-1 9-7-16,-1 1 0 0,6 3 2 0,-18-3-1 15,4 6 6-15,-3 6 0 0,-2-2 1 0,-3 10 1 16,-2-1-3-16,1 5-2 0,1 0 1 0,2-2-3 16,0 0-2-16,9-5-1 0,1 0-2 0,3-3 0 15,5-2 1-15,-2 2-1 0,4-3-2 0,0-8 2 16,4 11 0-16,1-5-4 0,1-3 4 0,6 0-11 15,1-2-2-15,1 2-1 0,4-6-2 0,-4 0-3 16,-2 0 4-16,0-2 0 0,2 1 3 0,-2-2-2 16,-1-1 4-16,-2 2-2 0,-1-5 0 0,-1 4-2 15,0-3 6-15,-4 3-1 0,1 1-2 0,-1-5-1 16,-2 1 7-16,-1 9 3 0,1-12 2 0,-1 12 2 16,0-9 0-16,0 9-5 0,2-8-3 0,-2 8-1 15,0 0 4-15,0 0-2 0,0 0-1 0,0 0 1 16,0 0-1-16,-3 36 1 0,4-23 4 0,1-3-4 15,-1 2 0-15,2-2 2 0,0 1 0 0,1-1 2 16,5 0 1-16,-1 0-5 0,1-4-6 0,3-1-22 16,-3 0-11-16,4-1-27 0,1-4-26 0,3 1-10 15,2-4-28-15,1-1-39 0,9-2-32 0,-10 0-20 16,1-4-165-16,-6 2-416 0,2-5 185 0</inkml:trace>
  <inkml:trace contextRef="#ctx0" brushRef="#br0" timeOffset="190852.8">9232 8200 132 0,'0'-10'217'0,"0"1"6"0,0 2-10 16,0 7-15-16,1-11-24 0,-1 11-19 0,0 0 0 15,0 0 18-15,0 0 3 0,0 0-1 0,0 37-1 0,-1-18 0 16,-3 8-10-16,1 0-6 0,3 0-9 16,-3 0-12-16,3 5-9 0,-7-1-7 0,3 0-16 15,3-1-5-15,-3-2-10 0,2-1-9 0,-1-2-13 16,0-5-8-16,3 0-18 0,-1-4-27 0,0 0-33 0,1-4-21 15,1 1-27-15,0-2-33 0,-1-11-36 0,-2 12-38 16,2-12-19-16,-1 10-27 0,1-10-31 16,0 0-178-16,0 0-464 0,0 0 206 0</inkml:trace>
  <inkml:trace contextRef="#ctx0" brushRef="#br0" timeOffset="191102.98">9062 8417 54 0,'0'0'196'0,"0"0"-22"15,11-13-17-15,-11 13-13 0,17-1-12 0,-3-2-9 16,4 0-6-16,0 2-1 0,1-2-3 0,1 0-7 16,-1 0-1-16,2 1-5 0,-1-1-9 0,1 2-6 15,-2-2-6-15,2 0-3 0,-2 2-3 0,-7 0 0 16,0-1-12-16,-1 4-5 0,0-2-10 0,-5 1-5 16,2 2 6-16,-3 0-2 0,-5-3 0 0,9 8 15 15,-5 4 1-15,-2-2 1 0,1 1 3 0,-2 0-8 16,-2 7-7-16,1-3-1 0,-3 2-7 0,1-2 1 0,-1 2-7 15,-1-5-23-15,-1 4-30 0,4-4-40 0,-2-1-46 16,2-1-47-16,1-10-41 0,1 20-49 16,-1-11-133-16,0-9-404 0,5 9 180 0</inkml:trace>
  <inkml:trace contextRef="#ctx0" brushRef="#br0" timeOffset="191763.52">9596 8458 22 0,'-6'2'183'0,"6"-2"-10"15,0 0-10-15,0 0-11 0,0 0-6 0,0 0-4 16,0 0-7-16,14-15-8 0,-7 8-6 0,1 1-10 16,2-1-9-16,-2 0-10 0,2-1 0 0,5-2-1 15,-4 2-9-15,-1 1 0 0,7 0-2 0,-7 4-6 16,1-1-10-16,-2 1-6 0,-1 3-6 0,-8 0 0 15,18 6-5-15,-12-2 1 0,1 3 3 0,0-2 0 16,1 2-4-16,-4 5-4 0,2-3-3 0,1 2-4 16,-4-2-5-16,4-1-2 0,-1 1 0 0,-1-1-1 15,2-4-4-15,-2 2 1 0,2-5-2 0,2-1-3 16,2 1 2-16,0-2-7 0,-1-2 0 0,1-1 1 16,1-2-3-16,-3 2-1 0,-1-3 1 0,0 0-2 15,-1-1-2-15,-2-2-1 0,0 6 1 0,1-3-1 16,-4-4-1-16,2 5-1 0,1-4 0 0,-2 4 6 15,-1 0 9-15,-2 6 3 0,4-8-3 0,-4 8 1 16,1-9-2-16,-1 9-2 0,0 0-7 0,3-7 2 16,-3 7-3-16,0 0-1 0,0 0-3 0,0 0 2 15,0 0-6-15,0 0 5 0,0 0-1 0,0 0-1 16,0 0-2-16,0 0 2 0,0 0 0 0,0 0 3 16,0 0-6-16,0 0 0 0,0 0 0 0,0 0-5 15,8 16-1-15,-8-16-2 0,0 0-6 0,0 0 0 16,0 0 0-16,3 4-3 0,-3-4 3 0,0 0-4 15,0 0-5-15,0 0 0 0,0 0-7 0,0 0-10 16,0 0-9-16,0 0-10 0,0 0-18 0,7 4-15 16,-7-4-11-16,0 0-20 0,0 0-12 0,7 2-16 0,-7-2-6 15,0 0-11-15,13 0 1 0,-13 0 3 16,12 0-5-16,-12 0-99 0,14 1-287 0,-6-2 127 16</inkml:trace>
  <inkml:trace contextRef="#ctx0" brushRef="#br0" timeOffset="192106.59">10128 8368 116 0,'5'-4'59'0,"1"1"16"16,-1 0 24-16,-5 3 7 0,10-5 7 0,-10 5 6 15,6-7 8-15,-6 7 8 0,1-8 2 0,-1 8 1 16,-1-10 10-16,1 10-18 0,-9-8 1 0,0 5 3 16,2 0 2-16,7 3-14 0,-19 0-7 0,8 1-6 15,-1 3-5-15,-1 0-6 0,2 2-4 0,-6 3-8 16,4 2-7-16,3 0-5 0,-2 2-9 0,4-4-5 16,1 2-6-16,2-1-2 0,3-3-9 0,-2 2-4 15,1 0-3-15,5-1 2 0,-2-8-5 0,5 10-5 16,1-4-4-16,-1-1 3 0,3-3-3 0,0-1-7 15,4 2 3-15,-4-2-4 0,2-1 0 0,-1 0 1 16,-9 0-5-16,14-1-2 0,-14 1 3 0,13-2-7 16,-13 2 0-16,10 0 0 0,-10 0-3 0,9 4-2 15,-4 0 0-15,2-2-3 0,-4 2 5 0,0 3-6 16,1 4 6-16,1 5-1 0,-4 0 1 0,-1 4-3 16,0 3 6-16,-2 4-5 0,-2 1 3 0,-3 0 2 15,-4 1 0-15,3 0-1 0,-2 0 4 0,-4 0-3 16,-3-5 4-16,0 3-3 0,-6 0 4 0,0-3-3 15,-3-1 0-15,-1 0-5 0,-1-1-4 0,3-3-25 16,-2-2-26-16,4 0-37 0,-4-6-47 0,6-2-56 16,2-3-49-16,-1-1-228 0,-1-3-507 0,1 1 225 0</inkml:trace>
  <inkml:trace contextRef="#ctx0" brushRef="#br0" timeOffset="192469.14">10422 8089 194 0,'6'-12'197'0,"-1"2"-14"16,0 3-16-16,0 1-16 0,-1 2-14 15,-4 4-10-15,13 1 7 0,-13-1 3 0,11 19 12 0,-4 0 1 16,-2 8-13-16,1 4-4 0,-2 3-4 16,-1 0-10-16,-5 14-11 0,1-1-7 0,-1-15-10 0,0 4-8 15,0-4-8-15,-2 0-5 0,3 0-7 16,-2-2-5-16,1-3-7 0,-1 0-19 0,3-10-23 0,-3 1-26 15,2-2-32-15,-3 0-41 0,2-6-42 0,-2-3-50 16,3-3-41-16,-4 1-159 0,5-5-415 0,-8 3 184 16</inkml:trace>
  <inkml:trace contextRef="#ctx0" brushRef="#br0" timeOffset="193211">10501 8313 121 0,'15'-9'146'0,"4"1"-31"16,6-5-10-16,-7 4-9 0,2 0-4 0,4-1-5 16,-8 3 2-16,0-2-3 0,-2 1 1 0,-1 2 0 15,-5 0 0-15,-2-1-4 0,2-2-2 0,-4 3-5 16,1 0 6-16,-1 0 2 0,-2 0 1 0,1 1 0 16,-3 5-1-16,4-13-5 0,-3 10-5 0,-1 3-9 15,2-7-7-15,-2 7-10 0,0 0-7 0,0 0-6 16,0 0-5-16,0 0 1 0,0 0-4 0,7 17 3 15,-10-6-2-15,2 6 3 0,0 2 0 0,-2-1 0 16,1 2-5-16,-2 8-1 0,2-10-3 0,0 0-1 16,2 7-4-16,0-7 2 0,-1 0-3 0,-2-6-1 15,3-2-1-15,0 0-2 0,0 1-2 0,-1-4-1 0,1-7-4 16,0 12 6-16,0-12-8 0,0 9 6 16,0-9-2-16,0 0-2 0,4 5-2 0,-4-5-4 15,0 0 4-15,21-11-6 0,-10 6-3 0,0-1 3 16,2-1 2-16,2 1-5 0,-1 4 3 0,-1-1 0 15,1-1 2-15,0 4 0 0,-1 0 2 0,5 0 2 0,-5 3 3 16,-1 0 3-16,1-1-3 0,5 2 4 16,-1-1-2-16,2 1-2 0,-3-1 1 0,2 0 0 0,1 2 1 15,-2-2-1-15,1-4 1 0,-4 1-1 0,0-4-1 16,-2 1 0-16,0-1 2 0,0-2-2 16,-2 3-5-16,0-3 7 0,-1-1-4 0,-1-1 2 0,-4 3-6 15,0-4 8-15,1 3-3 0,-4-4 0 16,1 4-5-16,1-1 2 0,-3-2-2 0,0 9 1 0,1-13 0 15,-1 13-2-15,0-8 1 0,0 8-1 0,2-6-4 16,-2 6-2-16,0 0 0 0,0 0 0 0,0 0 3 16,0 0 1-16,0 0 0 0,0 29 1 0,0-16-1 15,1-2 0-15,-1 0 3 0,2 0 0 0,0 2-3 16,0-2 9-16,2-1-7 0,1-3 3 0,2 1-4 16,0 0 5-16,1-3-1 0,1-1 2 0,1-3-3 15,2-2 5-15,-2-1-4 0,4-1 4 0,-5 0 0 16,4-1 0-16,-4-2-3 0,-2 1 3 0,0 0-2 15,0-2-2-15,0 0 0 0,-1 0 3 0,-4-4-2 16,3 3 3-16,-4 0-4 0,1 2 3 0,1-4-5 16,0 0 1-16,-2 5 0 0,-1 5 0 0,1-10-1 15,-1 10 0-15,2-8-5 0,-2 8-1 0,0 0 0 16,0 0 10-16,0 0-4 0,0 0 4 0,4 31-4 16,-4-14 1-16,-1 0 5 0,-2 2 1 0,1 8 1 15,0-8 1-15,-1 6-3 0,-1-5 1 0,2 0-3 16,0-3-18-16,0 1-19 0,1-2-21 0,-1 0-23 15,0-5-49-15,0-4-49 0,1 2-55 0,-3-3-144 16,2 0-406-16,2-6 180 0</inkml:trace>
  <inkml:trace contextRef="#ctx0" brushRef="#br0" timeOffset="193364.43">11052 8203 94 0,'0'0'81'0,"0"0"-39"0,0 0-79 0,0 0-38 15,21 25 17-15</inkml:trace>
  <inkml:trace contextRef="#ctx0" brushRef="#br0" timeOffset="193726.29">12412 8560 78 0,'0'0'276'0,"5"-11"-18"0,-5 11-23 16,-2-11-21-16,2 11-12 0,3-11-21 0,-2 3-15 15,3-1-17-15,1-2-13 0,2-2-14 0,-1 1-9 16,1-4-13-16,5 1-6 0,-4 0-12 0,1 1-6 0,3-3-7 15,-3 1-7-15,-1-1-6 0,-1 2 0 0,1-3-9 16,0 2-13-16,1-2-3 0,-5 2-2 16,-2-2-4-16,3 3-1 0,-2 2 0 0,1 4 6 0,-2 1 2 15,-2 2-4-15,0 6-3 0,2-11 1 0,-2 11-7 16,1-6-5-16,-1 6-4 0,0 0 1 16,0 0 2-16,0 0-2 0,0 0-2 0,-9 30 6 0,4-13-2 15,2 0-2-15,1 2-2 0,-2 0 0 0,4-1-1 16,4 0 3-16,-2 7 6 0,6-8-7 0,-2-2-3 15,5 1-8-15,0-1-35 0,5-3-30 0,-2 1-39 16,2-4-44-16,2-1-46 0,-3 0-46 0,-6-5-173 16,5 1-449-16,-5-1 198 0</inkml:trace>
  <inkml:trace contextRef="#ctx0" brushRef="#br0" timeOffset="193871.59">12607 8089 76 0,'-4'-4'126'0,"4"4"-34"0,0-8-17 16,0 8-23-16,0 0-29 0,0 0-30 15,20 13-67-15,-11 1-78 0,3 0 35 0</inkml:trace>
  <inkml:trace contextRef="#ctx0" brushRef="#br0" timeOffset="194295.52">12812 8432 1886 0,'0'0'70'0,"0"0"9"0,0 0-25 16,0 0-7-16,0 0-6 0,0 0 6 0,0 0 7 0,0 0-6 16,0 0 3-16,0 0-4 0,0 0 3 0,0 0 2 15,-4-26-1-15,4 26-7 0,2-11 3 0,2 2-6 16,0 1 3-16,3-5-3 0,1 4 2 16,4-5-6-16,-1 1 6 0,3 4-8 0,-3 0-6 0,4 1 0 15,-3 2-4-15,0 1-3 0,1 4-6 0,-2 1-1 16,1 1 1-16,-1 4-4 0,-4 1 0 15,4 2-5-15,-2 6 3 0,-2-1-4 0,-1 7 7 0,-2-5-9 16,-4 2 6-16,4 2-4 0,-2-3 0 0,-2 0-1 16,0-3 4-16,0-2-6 0,0-2 4 0,0 0 6 15,2-4-6-15,-2-5-1 0,0 0 0 0,0 9 1 16,0-9 1-16,0 0-1 0,0 0 0 0,0 0-3 16,0 0 1-16,0 0 3 0,6-26-5 0,-4 15-1 15,5 1 0-15,-2-2 0 0,4-1 0 0,0-2-3 16,2 0 0-16,3-2-3 0,-1 0 1 0,1 3-10 15,3 2 6-15,-3-1-4 0,1 2 3 0,-1 4-1 16,-3 2 1-16,0 2 0 0,-1 0-1 0,3 6-1 16,-7-2 3-16,4 5 2 0,-3-2 0 0,-1 6 1 15,1 2 2-15,-3 5 2 0,-2-5-1 0,4 5 0 16,-2-2 2-16,-4 4-26 0,0-4-13 0,0 1-24 16,0-4-35-16,0 5-36 0,2-5-31 0,0-3-30 15,-2-2-43-15,2 3-137 0,1-3-403 0,1-3 179 16</inkml:trace>
  <inkml:trace contextRef="#ctx0" brushRef="#br0" timeOffset="195031.89">13549 8296 95 0,'0'0'225'0,"0"0"-9"0,-7-8-6 15,7 8-2-15,0 0-5 0,-20 11-9 0,11-4-11 16,-5 4-16-16,1-1-16 0,-1 5-12 0,3-1-13 15,0 1-13-15,5-4-12 0,0-1-10 0,4 1-10 16,-4 0-2-16,6-2-14 0,0 0-2 0,-3 0-6 16,3-9-3-16,3 11-9 0,1-8-9 0,-4-3-6 0,6 6-5 15,0-4-6-15,-6-2-4 0,8 0-3 0,-8 0 0 16,14-5 0-16,-10 1-1 0,1 1-6 16,-5 3 0-16,9-11 1 0,-5 4 0 0,1 2-1 0,-3-2 0 15,0-1-2-15,2-2 1 0,-4 3-1 16,5 1 3-16,-4-2-3 0,-1 8-1 0,2-11-5 15,-2 11 3-15,2-8-5 0,-2 8-1 0,0 0 0 0,0 0-1 16,0 0 3-16,0 0 1 0,0 0 2 0,19 15 2 16,-11-8 3-16,-2 0 3 0,3 1 2 0,-2 1 0 15,11-2 0-15,0-1-1 0,0 1 2 0,0-1 1 16,12 1 4-16,-11-4-1 0,4-2-4 0,4-1 1 16,2 0-4-16,2 0 7 0,1-4-5 0,0 0 2 15,-3-3-4-15,-2 4 2 0,0-6-5 0,-10 5 3 16,-3-1-3-16,1 1 10 0,-3-2 1 0,-1 2 1 15,-2-4-2-15,-3 0 1 0,2-1-2 0,-4-2-1 16,1 2-1-16,-5 0 4 0,0-2 3 0,-2 2 0 16,1 0-3-16,-3 0 6 0,2 1 3 0,-3 2-5 15,0 2 9-15,5 4-2 0,-8-8-3 0,8 8-3 16,-14 0 3-16,3 4 3 0,2 1 0 0,-2 4-4 16,-7 1 0-16,5 0-2 0,-1 1-2 0,1 3-2 15,3-5-4-15,3 0 6 0,-1 1-6 0,5 2-4 16,1-5 0-16,0 1-2 0,2-8 7 0,2 11-6 15,3-4-7-15,-1-3-8 0,5 1-1 0,1 0 1 16,0-2-8-16,1-2 4 0,1-1-2 0,-3 0 0 16,2 0-1-16,1 0 9 0,-12 0-9 0,14-1-2 15,-7 1 11-15,-7 0-2 0,12 0-12 0,-12 0 5 16,11 1-2-16,-7 3 10 0,4 2-6 0,-2 3 1 16,1 0 2-16,0 6 8 0,-3 3 5 0,3 6 5 0,-3-5-3 15,1 8 18-15,-5 0 4 0,0 1-4 16,0-1 9-16,0 3-1 0,-2 0 4 0,0-3 2 15,2-2 2-15,-2-5-2 0,-4-2-1 0,2 0 2 16,-3-2 4-16,1 2 6 0,-3-4 13 0,-5 0-17 16,1-2-1-16,-1 1-11 0,-1-5 5 0,-1 0-8 0,5-2-9 15,-1-1-19-15,-1-3-21 0,2 1-24 16,1-3-25-16,1-3-38 0,-1 0-41 0,3-1-51 16,1-3-52-16,2-2-43 0,0-3-239 0,4 2-577 0,0-7 256 15</inkml:trace>
  <inkml:trace contextRef="#ctx0" brushRef="#br0" timeOffset="195231.67">14306 8296 88 0,'5'-5'228'0,"-1"0"-26"0,-2 1-17 0,-2 4-3 16,0 0-3-16,0 0-1 0,0 0-3 0,9 17-4 15,-11-6-17-15,1 6-9 0,0 0-11 0,0 2-16 16,-3 0-8-16,2 0-12 0,2-1-10 15,-5 6-6-15,6-8-8 0,-1 3-25 0,2-2-21 0,0-6-33 16,0 1-42-16,2-1-40 0,-2-1-58 0,1-2-48 16,-3-8-173-16,0 11-395 0,0-11 175 0</inkml:trace>
  <inkml:trace contextRef="#ctx0" brushRef="#br0" timeOffset="195385.86">14296 8101 87 0,'-2'-6'123'0,"2"6"-11"0,0 0-26 15,0 0-24-15,7 22-28 0,0-6-39 0,-2 2-29 16,1 8-44-16,3-2-84 0,5 1 38 0</inkml:trace>
  <inkml:trace contextRef="#ctx0" brushRef="#br0" timeOffset="195617.87">14548 8519 110 0,'0'0'209'0,"0"0"-8"0,0 0-9 0,0 0 8 15,0 0-3-15,-11-22-18 0,8 18-8 0,3 4-5 16,0-16-12-16,3 7-7 0,-1-1-11 16,6-2-14-16,1 2-11 0,1-2 1 0,-1 4-19 15,2-1-7-15,1 2-10 0,-2 4-7 0,4-2-12 0,-5 3-2 16,5-1-10-16,-3 6-2 0,0-3-7 15,-1 6-2-15,0-2-5 0,-1 3 4 0,-2 2-13 0,2 0-18 16,0 6-11-16,0 0-15 0,-1 1-35 0,-3-6-41 16,4 4-44-16,-2-5-40 0,-1 1-50 0,0-2-155 15,2-1-421-15,1-1 187 0</inkml:trace>
  <inkml:trace contextRef="#ctx0" brushRef="#br0" timeOffset="196542.75">15183 8390 89 0,'-5'-9'231'0,"0"-1"0"0,1 3-11 16,-4 1-11-16,-2-1-10 0,2 5-10 0,-3 0-14 15,0 4-9-15,0 0-10 0,-1 5-16 0,-5 0-11 16,3 5-11-16,1-1-11 0,-1 1-6 0,3 3-11 16,0-1-9-16,1 0-4 0,4-2-3 0,2 1-15 15,1-3-4-15,3 2-3 0,3-1-4 0,1-2-2 16,0 0-10-16,6-2-6 0,-3-4-5 0,1 1-5 15,3 1-8-15,1-4 0 0,-3-2-7 0,4 0-1 16,-3 0-2-16,0-3 1 0,-1 0-1 0,-1 1-4 16,0-4 2-16,-2-1-1 0,3 1-1 0,-4-3-2 15,2 3 3-15,0-4-2 0,-3 3 1 0,2-2 1 16,1-1-1-16,-4-2 0 0,0 2 2 0,1 2 0 16,0-1-3-16,-4 2 4 0,4 0-1 0,-4 8 1 15,5-10-4-15,-5 10 1 0,2-6-1 0,-2 6 1 16,0 0 8-16,0 0 7 0,0 0 2 0,-1 22 5 15,-2-11 6-15,0 4-2 0,-4-1-1 0,3 3 4 16,2 0-7-16,2-2 3 0,0-4-1 0,1 3-1 16,3-3 2-16,0-1 1 0,2 3 17 0,2-4-12 0,2-1-1 15,0 1-3-15,3-5-1 0,-1 0-7 16,0 0 1-16,0-2 3 0,1 0-6 0,1-3-2 16,-2 1 1-16,0-3-1 0,-1 1-6 0,-1-4 13 15,0 3-15-15,-2-1-2 0,-1-4-10 0,2 0 1 0,-5 1-4 16,3-5 2-16,-2 4-4 0,-3-1 1 0,2-2 1 15,-2 0 0-15,2-4-3 0,-3 4 1 0,1-1-2 16,0 1 2-16,-1 2-3 0,1 1 7 16,-1 2-3-16,3 1 9 0,-4 5-5 0,4-10-8 0,-4 10 1 15,5-6 1-15,-5 6-3 0,0 0 5 0,0 0-2 16,0 0 6-16,11 12-1 0,-8-6 5 0,-3-6 5 16,1 13 5-16,0-6-2 0,-1 3 10 15,0-1-12-15,0-2 7 0,0 3-1 0,2-4 0 0,-1 1-1 16,-1 1 6-16,5-1 1 0,-3 0 0 0,2-3 0 15,2 3-3-15,-1-5-2 0,0 4 3 0,2-3-2 16,0-2 0-16,0 1-3 0,-7-2 3 0,16 1-6 16,-9-2-1-16,1-2 8 0,-8 3-8 0,17-4 1 15,-10-2-7-15,1 1 6 0,0-2-5 0,-1 0 2 16,0 0-3-16,0-3 2 0,0 1 1 0,-1-3-6 16,3 5 2-16,-4-1 1 0,-1 4 2 0,0 0-4 15,-4 4 1-15,6-9-3 0,-6 9-5 0,4-4 6 16,-4 4-3-16,0 0 1 0,0 0 11 0,7 15 6 15,-7-15-1-15,0 12-2 0,0-12 2 0,0 13 0 16,1-5 2-16,0-3 0 0,1 1 2 0,3 2-4 16,-2-3 1-16,3 1 4 0,1-3 0 0,1-2 0 15,3 2 9-15,1-4-12 0,1-1 3 0,-2-1-3 16,2 0-3-16,-2-1-3 0,1 0 4 0,-1 1-2 16,-2 0-5-16,2-2 15 0,-5 1-9 0,3-1-4 15,-3 1-1-15,-2 0-1 0,5 0 1 0,-9 4-3 0,8-4 2 16,-8 4 2-16,6-3-6 0,-6 3-2 15,0 0-3-15,0 0 2 0,9 9 17 0,-6-1 8 16,-3 4 9-16,-2 2 0 0,0 6 7 0,-1-1 9 16,-2 8 0-16,-1 0 2 0,-3 2-8 0,1-1 10 0,-1 3-17 15,1-3 8-15,0 2-2 0,-1-1-15 0,2-1-3 16,1-3-17-16,-1 0-24 0,2-5-28 16,3-1-40-16,1-1-37 0,-3-3-40 0,0 2-61 15,4-7-61-15,-1 0-288 0,-1 1-624 0,1-5 276 0</inkml:trace>
  <inkml:trace contextRef="#ctx0" brushRef="#br0" timeOffset="196841.24">16321 8125 183 0,'2'-14'295'0,"1"3"-18"0,-2 2-21 16,2 3-22-16,-2 0-22 0,-1 6-26 0,1-9-17 15,-1 9-19-15,0 0-15 0,0 0-7 0,0 0 3 0,3 37-4 16,-2-6-1-16,-2-1-5 0,-1 2-6 16,-1 3-5-16,-1-2-6 0,1 12-15 0,-1-12 1 15,2-1-10-15,-1 0-8 0,1-1-5 0,-1-3-10 16,-1-2-8-16,3-7-14 0,0 2-36 0,0-3-37 15,1-1-36-15,-2-1-43 0,0-5-46 0,-1-2-54 0,0-1-49 16,-4 1-188-16,2-4-491 0,-4-1 216 16</inkml:trace>
  <inkml:trace contextRef="#ctx0" brushRef="#br0" timeOffset="196991.14">16207 8327 208 0,'0'0'188'0,"6"-5"-21"0,1 2-21 16,3-1-26-16,-1 3-37 0,5 1-26 0,-3 0-42 16,7 1-42-16,0 1-55 0,0 3-65 0,-1-2-157 15,1 1 70-15</inkml:trace>
  <inkml:trace contextRef="#ctx0" brushRef="#br0" timeOffset="197478.41">16451 8571 168 0,'3'3'198'0,"2"0"-8"16,-5-3 0-16,11 5-5 0,-4-5-4 0,-7 0-6 16,12 1-15-16,0-3-10 0,-3 0-12 0,5-2-15 15,-1 0-12-15,2 0-10 0,3-2-8 0,-2-1-10 16,2-2-7-16,-1 0-11 0,-2-2-3 0,1 1-7 16,-2-1-6-16,-5 2-3 0,2-7-6 0,-3 4-2 15,0-1-4-15,0-3-4 0,-3 1-1 0,-3 5-7 16,0-2-1-16,-2 3-5 0,0-2-1 0,0 11-2 15,-1-13 2-15,0 6-7 0,1 7 2 0,-3-10-5 16,3 10-1-16,-4-4-3 0,4 4 3 0,0 0 2 16,-17 12 7-16,6-3-2 0,1 3 0 0,-1 4 0 15,0-2 4-15,-1 4 3 0,1-3 2 0,2 3-3 0,1-2-2 16,1 0-1-16,2 1-1 0,4-6-2 0,-1 1 1 16,2 2 2-16,3-3 0 0,1-2-2 15,1-1-4-15,1 1 3 0,4-4 0 0,1 1 0 16,-1-2-1-16,4-3-1 0,-1 2-3 0,2-3 0 0,2 0 0 15,1 0-3-15,-6-3-4 0,1 0-4 0,0-2-1 16,-2-1-1-16,5-2-3 0,-6 1-8 0,1-1 1 16,4-6-4-16,-1 2 1 0,-7-1-1 15,1 2-2-15,1-6 1 0,2 3 6 0,-2-1-2 0,-1 0 4 16,3 1 2-16,-4 4 2 0,1-1-2 0,-2 3 5 16,0 2 1-16,-2 0 2 0,0 2-2 15,-4 4 5-15,8-3 1 0,-8 3 2 0,0 0 1 0,7 11 2 16,-5-2-1-16,-2 3 0 0,-2 6 3 0,0-1-1 15,-1 0 0-15,-2 1-5 0,1-1-26 16,0-1-40-16,2 1-49 0,-1-4-54 0,3 3-54 0,-2-4-175 16,-1 0-430-16,3-12 191 0</inkml:trace>
  <inkml:trace contextRef="#ctx0" brushRef="#br0" timeOffset="198019.14">17127 8524 216 0,'7'8'246'0,"-6"-1"-19"0,-1 1-3 0,0 3-8 15,-1-1-17-15,-1 3-13 0,0-1-6 0,0-1-14 0,1-1-11 16,0 3-11-16,-1-1-17 0,1-6-7 16,0 3-9-16,0-3-8 0,1-6 0 0,-3 9 5 15,3-9 2-15,0 0 6 0,0 0-5 0,0 0-16 16,0 0-6-16,0 0-11 0,0 0-11 15,0 0-10-15,0 0 1 0,-3-24-4 0,2 14-7 0,1 10-10 16,3-21-6-16,-3 10-6 0,2-1-2 0,1-1-3 16,2-4-4-16,3 1-3 0,1-3-4 0,3-3-4 15,-1 6-1-15,5-5-6 0,-4 8-4 0,3 1 10 16,-1 1-10-16,-2 5-2 0,-1 2 0 0,1 2-2 16,-1 4 1-16,1 1 0 0,0 4 1 0,-1 3 2 15,-2 0 0-15,2 4-4 0,-2 2 7 0,-3-1 1 16,0-1-4-16,-1 3 3 0,0 1-1 0,-1-2 2 0,-1 0 1 15,1-6-1-15,-2 3 3 0,1-4 10 0,-1-3-4 16,-1 2 6-16,-1-8-1 0,3 8 6 0,-3-8 14 16,1 8-6-16,-1-8 0 0,0 0-5 15,0 0-1-15,0 0 1 0,0 0-6 0,0 0 2 0,0 0-7 16,-5-25-6-16,5 25 0 0,-2-18-11 0,4 8-4 16,-1-2 0-16,2-4-7 0,2 1-1 0,1-2 0 15,2 1-10-15,3 1 4 0,2-1 2 16,0 1 2-16,2 2 0 0,-2 2 0 0,1 3-1 0,-3 4 2 15,0 1 4-15,0 2 0 0,-2 2-1 0,-1 2 9 16,-3 1-4-16,0 2-1 0,0 6 0 16,0-1 4-16,-2 2-1 0,-2 3 4 0,0-2 0 0,-1 1-16 15,-1 3-15-15,0-2-23 0,-2-4-32 0,2 0-41 16,0 0-56-16,1-4-55 0,0 1-236 0,2-1-519 16,3-2 229-16</inkml:trace>
  <inkml:trace contextRef="#ctx0" brushRef="#br0" timeOffset="198287.08">18190 8196 225 0,'5'-9'295'0,"-1"0"-13"0,0 5-17 0,-1-2-26 15,-3 6-24-15,4-5-11 0,-4 5 0 0,0 0-10 16,2 22-6-16,-1-4-2 0,-2 5 0 0,0 2-2 15,1 2-16-15,-4 2-6 0,3-1-24 0,-1 0-4 16,-1-1-12-16,0 4-13 0,0-6-9 0,2 3-1 16,0-3-17-16,-2-5-5 0,3-1-12 0,-1-1-31 15,1-3-43-15,-1 0-18 0,-2-4-35 0,3-2-27 0,-1 3-31 16,0-3-26-16,-1-1-39 0,2-8-28 16,0 7-22-16,0-7-45 0,0 0-186 0,0 0-503 15,0 0 223-15</inkml:trace>
  <inkml:trace contextRef="#ctx0" brushRef="#br0" timeOffset="198646.81">18103 8414 50 0,'0'0'196'0,"-1"-10"-20"0,1 10-17 16,0 0-1-16,3-8-1 0,-3 8 0 0,13-6-14 0,-1 3-10 16,2 1-7-16,5-2-13 0,-1 2-9 0,3 1-8 15,-1 1-12-15,0 0-8 0,-1 2 0 16,0 0-3-16,-3 2-8 0,-4-2-7 0,1 5-7 15,-4-3 0-15,0 1 3 0,-1 4 5 0,-2-1 0 0,0 3 5 16,-1-1 2-16,-1 2-3 0,1 3-2 0,-2-5-8 16,0 1-3-16,0-2-4 0,1 2-10 0,0-2 4 15,2-1-3-15,2 2-3 0,1-4-3 0,2-1-3 16,1 1-2-16,0-2-2 0,6-2-4 0,-5 1 3 16,1-5-4-16,4-1-2 0,-5 0 0 0,3-2 3 15,-4 0-10-15,-1-2 8 0,4-4-3 0,-8 3 8 16,1 1-4-16,-2-2 5 0,-2-4-6 0,0 1 10 15,-3 1-9-15,-1-5 0 0,0 0-5 0,-2 4 0 16,-5-5 9-16,-3 4-15 0,-1-1-1 0,-2 0-1 16,-2 5 2-16,-2 0-14 0,-2 3-2 0,-2 0 2 15,1 2-19-15,-2 2-20 0,2 2-23 0,3 4-34 16,0 1-52-16,6-2-63 0,-1 2-67 0,2 0-151 16,5 0-470-16,5-5 207 0</inkml:trace>
  <inkml:trace contextRef="#ctx0" brushRef="#br0" timeOffset="199906.54">19265 8160 118 0,'-7'-2'289'0,"7"2"-32"0,-7-6-26 0,7 6-20 16,-8-4-23-16,8 4-20 0,0 0-16 0,-6-5-21 15,6 5-6-15,0 0-16 0,0 0-12 0,0 0-8 16,0 0-8-16,29 5-10 0,-15-4-5 0,-2 1-7 16,1 1-7-16,3-3-6 0,2 3-2 0,-6-1-3 15,0-1-6-15,-1 0-4 0,0 1-5 0,1-1-3 16,-6 3-4-16,1-2 1 0,0 1-5 0,-7-3 1 15,10 5-4-15,-6 0-2 0,-1 0-2 0,-3-5 1 16,1 15 2-16,-2-3 5 0,-4 2 7 0,-2 5 0 16,-8 1 8-16,2 4 0 0,-3-1 3 0,0 3 3 15,-2-4-8-15,2 0-5 0,-1 2-2 0,-1-2-1 0,5-7-2 16,2 2-2-16,-2-2-1 0,3 0-1 16,2-2 0-16,-1-2-6 0,2-1 1 0,2-1-2 15,-1 0 1-15,1-4-1 0,3 1-2 0,-2-1 0 0,4-5 0 16,-5 10 1-16,5-10-1 0,-1 6 0 0,1-6-2 15,0 0 3-15,6 9-5 0,2-9-7 0,-8 0 1 16,19 1-3-16,-5-2-1 0,5-1 2 16,3 0 1-16,-2-1-2 0,2 1 10 0,5 0-9 0,-6 4 2 15,8-4-2-15,-3 4 4 0,-4-1-3 0,-3 0 3 16,3 1-2-16,-3-2 5 0,9 1-9 0,-6 0-1 16,5-2 3-16,-4 1-10 0,4 0-2 0,-7-1 5 15,3-2-5-15,-1-1-2 0,0 0 10 0,-3-1-6 16,1-2 0-16,-2 2 6 0,1-3 1 0,-3-1 1 15,0-1 2-15,-5 3 3 0,2-3-3 0,-1-3 2 16,-4 3 0-16,-1-2 4 0,1-1-3 0,-3-2 6 16,-2 2-3-16,-2 2 7 0,0-1-3 0,-2-1-1 15,0 3 3-15,-2 0 0 0,-1 0-3 0,0 1 1 16,-1 1 3-16,-3 0 1 0,2 4 0 0,0 1-2 16,6 3-1-16,-18-2 5 0,8 4-4 0,-2 5 11 15,-3 2-4-15,0 3 5 0,1 0-5 16,2 3 2-16,1-2 1 0,3 1-2 0,2 1 1 0,2 2 9 15,2-2-7-15,1 2 2 0,4-2 0 0,2 2 8 16,4-3-13-16,3 1 3 0,1-3-6 0,3 1 7 16,2-3-3-16,6 2-4 0,-4-6 8 0,7 2-9 15,-1-2-3-15,-6-2 0 0,0-3-5 0,0-1-7 16,0 1-3-16,-1-3 4 0,-2-1-5 0,-3-1 1 16,0 1 1-16,-2 0-1 0,0-2-4 0,0-3 10 15,-1 0-13-15,-2-1 3 0,-1-1-4 16,-3-1 1-16,3 0-2 0,-4-1 2 0,-2-4 6 0,1-1-4 15,-2 5-1-15,-1-2 6 0,3 1 0 0,-3 1 1 16,-2 1-3-16,2-1 11 0,-1 0-10 0,2 2 2 16,1 3 9-16,-2 7 6 0,2-15-2 0,1 11-1 0,1-2 4 15,-4 6-3-15,13-7 5 0,-3 4-1 16,0-1 2-16,1 4-6 0,2 0 2 0,1 2-3 0,3 3 2 16,-5-2-3-16,0 3 2 0,0 0-4 15,-1 2 0-15,-3 1 1 0,-1 2-3 0,0 1 0 0,-1-1 0 16,0 3 6-16,-3-1 2 0,-2-1 2 0,1-1 4 15,-1-2 1-15,-1 1-1 0,2 0-1 16,0-1-2-16,-1-4-1 0,2 2 2 0,-2 0-1 16,3-1 0-16,2-1 4 0,-1-1 5 0,4-1-12 0,0-1-3 15,4 0-3-15,-3-2-9 0,0-3-4 0,4 3-2 16,-2-3-2-16,3-1 8 0,-3-1-10 0,0-1-1 16,0 0 2-16,1-3 6 0,-2-1-8 0,-3 4 5 15,3-5-6-15,1-2 1 0,-3-1 3 0,-3 5 0 16,1 1 3-16,-1 2 0 0,-4 1 1 0,2 2 2 15,-4 3-2-15,6-7 2 0,-6 7-2 16,0 0 6-16,0 0 19 0,0 0 8 0,0 0-4 0,-8 25 6 16,5-16 1-16,2 1 4 0,0-1 1 0,2 3 5 15,0-1 4-15,2 0-1 0,1-2-7 0,0 2 1 16,2-1-3-16,0-1 4 0,4-2 7 0,1 2-6 16,-1-5 5-16,1-1 0 0,1 1-13 0,2-3 13 15,-4-1-12-15,2-2 4 0,-1 0 1 0,-3 0 5 16,0 0 9-16,-1-4-16 0,1-1 12 0,-2-1-15 15,-2 0 3-15,0-2-10 0,-3-3-7 0,-2 3 5 16,-2-6-2-16,0 4-2 0,-4-2-3 0,1-1-5 16,-4 1-8-16,-1 1 1 0,2 4-4 0,-1 2-4 15,3-2-8-15,-3 5-8 0,0 0-12 0,0 0-5 16,0 4-13-16,-1 0-17 0,0-1-23 0,0 2-36 16,-1 1-58-16,1-2-80 0,-2 2-287 0,13-2-603 15,-14 3 267-15</inkml:trace>
  <inkml:trace contextRef="#ctx0" brushRef="#br0" timeOffset="200060.75">20776 8481 2382 0,'0'0'70'0,"0"0"-33"0,0 0-27 16,0 0-6-16,0 0 2 0,0 0-15 0,0 0-25 15,0 0-28-15,0 0-24 0,0 0-39 0,-22-10-38 16,22 10-176-16,-13-7-367 0,7 3 164 0</inkml:trace>
  <inkml:trace contextRef="#ctx0" brushRef="#br0" timeOffset="201435.17">9040 9710 249 0,'0'-6'268'0,"0"-4"-32"0,0 10-21 0,-2-8-23 16,2 8-12-16,0 0-8 0,0 0-2 0,5 28-13 15,-3-7-5-15,2 5-12 0,-3 7-9 0,1 0-14 16,1 1-10-16,-1 12 3 0,-1-13-19 0,3 1-8 15,-3-1-9-15,2-3-4 0,-1 0-7 0,3-3-2 16,-2-8-5-16,-1 0-8 0,1-1 0 0,-2-3-12 16,1-2 2-16,0-3-5 0,-2-2 6 0,1-1-15 15,-1-7-2-15,2 10 3 0,-2-10-4 0,2 8 8 16,-2-8 13-16,0 7 6 0,0-7-1 0,0 0 5 16,0 0-4-16,0 0-4 0,0 0-4 0,0 0-4 15,0 0-5-15,0 0-3 0,5-21-2 0,-5 21-9 16,3-13 3-16,1 0-4 0,-1-3-3 0,6 0 0 15,1 0 1-15,2 1-2 0,0-2-5 0,3 2-3 16,6-2-2-16,-6 6-2 0,-1 3 0 0,-1 1-4 0,-2 3 3 16,0 1-2-16,1 0-1 0,0 5 8 15,-1 2-15-15,2 3 8 0,1 1 0 0,-4 0 0 16,-1 5-5-16,-1 1 4 0,0 1 2 0,-1 3 2 16,1-1-7-16,-6-1-24 0,2 0-25 0,-4 3-33 0,2-4-21 15,-1 1-34-15,-1-4-39 0,0 0-36 0,1-2-36 16,2-4-226-16,-3 2-519 0,0-8 230 15</inkml:trace>
  <inkml:trace contextRef="#ctx0" brushRef="#br0" timeOffset="201633.21">9526 10060 45 0,'1'-12'218'0,"-1"3"0"0,1 1-6 15,1 1-4-15,-2 7-12 0,0 0-25 0,1-14-17 16,-1 14-15-16,0 0-8 0,0 0 7 0,0 0-3 15,7 25-13-15,-5-10-10 0,-1 4-8 0,-4 6-8 16,2 0-9-16,0-5-12 0,1 4-7 0,-1 0-8 16,-1-4-22-16,-1-4-37 0,3 1-32 0,0 0-33 15,1-2-43-15,-1-4-51 0,2-4-28 0,0 0-178 16,-1 0-394-16,-1-7 175 0</inkml:trace>
  <inkml:trace contextRef="#ctx0" brushRef="#br0" timeOffset="202075.84">9857 10122 85 0,'5'-3'208'0,"3"-1"-3"0,0-2-7 16,0 0-6-16,0 2-7 0,2-1-14 0,-5-3-12 15,3 1-18-15,-2-1-7 0,2 1-13 0,-1-4-7 16,0 3-9-16,2-6-6 0,-4 3-3 0,1 4 2 15,-1-1 5-15,-2 3-6 0,0-2-6 0,-3 7-12 16,-2-11-1-16,2 11-4 0,-7-8-3 0,7 8-1 16,-17 0 5-16,5 5-2 0,-4 6 5 0,-8 4 2 15,2 2 2-15,-1 3-1 0,1-1-5 0,3-1 1 0,0 2-16 16,7-4-9-16,1 1-6 0,2-2-4 16,2 1-6-16,6-2-3 0,1-3-3 0,4 2 3 15,2-1-1-15,10-2-15 0,2-1-21 0,9 0-39 16,4-5-27-16,5-2-38 0,-1 1-53 0,4-6-55 0,0-2-60 15,-5 2-241-15,-1-1-560 0,1 0 248 0</inkml:trace>
  <inkml:trace contextRef="#ctx0" brushRef="#br0" timeOffset="202730.63">10698 9655 135 0,'-2'-12'237'0,"1"6"-4"0,1 6-7 16,-1-11-4-16,1 11-6 0,0 0-7 0,-1-9-13 15,1 9-19-15,0 0-18 0,0-8-18 0,0 8-17 0,0 0-14 16,0 0-16-16,0 0-1 0,0 0 1 16,-2 31 6-16,2-6-9 0,-1 7 0 0,4 0-3 15,-5 3-4-15,1 11-5 0,2 2-4 0,3 4 3 0,-1-3 0 16,2-1-2-16,0-2-2 0,3 2-7 0,-2-3 8 15,-1-10-2-15,0 0-7 0,5 9-16 16,-4-11 6-16,0-2 0 0,-1 0 11 0,4 1-15 0,-3-4-2 16,1-1-6-16,-5-8 0 0,5 5 0 0,-2-8-1 15,-1 1-12-15,1-2 2 0,-3-3-3 0,0-2 0 16,1 0-5-16,-1-4 1 0,-1 0-1 0,0 2-6 16,-1-8 4-16,3 9 2 0,-3-9 5 0,2 7-6 15,-2-7-2-15,0 0 3 0,3 6-7 0,-3-6 7 16,0 0-5-16,0 0-8 0,0 0-12 0,0 0-17 15,14 0-32-15,-2-4-10 0,4-5-37 0,3 3-25 16,7-5-36-16,3-2-38 0,1 2-66 0,0-3-61 16,-2-3-268-16,1 2-637 0,0-4 283 0</inkml:trace>
  <inkml:trace contextRef="#ctx0" brushRef="#br0" timeOffset="203187.36">12197 9568 1695 0,'11'-29'22'0,"0"0"60"0,-4 3 2 0,0 2-9 0,-1 7 3 15,-1 0 3-15,-3 6 3 0,1 1 7 0,-2 1-5 16,2 3-5-16,-3 6-6 0,2-11-8 0,-2 11-8 15,0 0-12-15,0 0 6 0,0 0 5 0,4 26 7 16,-2-2 12-16,-4 8 8 0,2 3-7 0,-2-2-9 16,-2 13-2-16,0-12-12 0,1 0-2 0,-2 0-8 15,3-2-3-15,2-2-3 0,0 0-2 0,0 2-8 16,0-2 2-16,0-2-1 0,5-2-15 0,-5-6-13 16,2-1-30-16,-2-3-19 0,1 1-29 0,-1-5-26 15,0 0-30-15,0 1-35 0,0-2-30 0,1-6-15 16,-1 3-26-16,0-8-169 0,-2 10-440 0,2-10 195 15</inkml:trace>
  <inkml:trace contextRef="#ctx0" brushRef="#br0" timeOffset="203369.67">11898 9924 170 0,'-7'0'184'0,"7"0"-15"15,-9 2-14-15,9-2-8 0,0 0 7 0,0 0 4 16,26 9-8-16,6-9-1 0,6 2-8 0,21-4-11 15,2 0-14-15,31-3-11 0,-25 1-9 0,-2 1-10 0,27-7-8 16,-2 4-8-16,-29 1-25 0,-3 1-36 0,-4 0-42 16,-15 2-50-16,-2 2-45 0,-3 0-48 15,-7 2-140-15,-8 0-341 0,-6 1 150 0</inkml:trace>
  <inkml:trace contextRef="#ctx0" brushRef="#br0" timeOffset="203959.22">11953 10282 241 0,'0'0'233'16,"0"0"-16"-16,0 0-7 0,-14 11-5 0,6 3-13 16,2 1-12-16,-1 2-11 0,2 2-14 0,1 0-15 15,2 7-15-15,2-8-13 0,-2 1-8 0,5-1-14 16,1 1 0-16,0-2-14 0,2-2-5 0,3-1-8 16,1-1-4-16,3-3-7 0,1-2-1 0,1 0 5 15,-1-3-11-15,2-1-6 0,-1-3 1 0,3-2-3 16,-4-1-2-16,3 0 1 0,-3-3-3 0,-3 0-5 15,0 0-3-15,1-2-2 0,-5-1 1 0,-1 1-4 16,0-1 0-16,2 0 3 0,-6 1-10 0,4-3 0 16,-3 0 0-16,-1 1-1 0,0 0-4 0,-2 3-2 0,0 6-1 15,2-9-2-15,-2 9-3 0,1-8-8 0,-1 8-12 16,0 0 2-16,0 0 10 0,0 0-9 16,0 0 4-16,0 0-1 0,0 0 0 0,4 22 3 15,-2-12 1-15,-2-3 2 0,2 0 1 0,1-2-2 0,0 3 2 16,3-2-2-16,-2-1 5 0,5 0-2 0,-2-3 1 15,4-1-1-15,1-1 7 0,3-1-5 0,3-5 4 16,-7 3 0-16,3-2 0 0,0-4 6 0,-3 3 7 16,-2-2 2-16,2 0 16 0,-4-2 5 0,-1 0-7 15,-1-2 2-15,-1 1-6 0,1-5 1 0,-1 0-3 16,-3 0-4-16,-1 0-1 0,0 0-2 0,2-3-1 16,-5 2 0-16,0-1 13 0,1 3-20 0,0 3 0 15,2-1-6-15,-2 4-10 0,2 3-18 0,0 6-22 16,-4-13-34-16,1 9-37 0,3 4-30 0,0 0-14 15,0 0-8-15,0 0-31 0,0 0-28 0,0 0-164 16,0 31-427-16,3-20 190 0</inkml:trace>
  <inkml:trace contextRef="#ctx0" brushRef="#br0" timeOffset="204177.06">12676 10281 222 0,'0'0'218'15,"-8"-7"-2"-15,8 7-3 0,-11-2-6 0,0 4-2 16,-1 1-7-16,-3 5-3 0,-1 0-11 0,3 4-10 16,-1 1-8-16,-1 1-15 0,-2 8-11 0,6-4-8 15,1 4-4-15,2-6-24 0,2 1-7 0,1 1-11 16,1-2-10-16,6 1-15 0,0-1-16 0,1-3-31 16,5-3-36-16,2-1-31 0,5 4-45 0,-3-2-46 15,1-4-39-15,2-2-32 0,-1-2-27 0,-3 0-138 16,3-2-411-16,-1-1 183 0</inkml:trace>
  <inkml:trace contextRef="#ctx0" brushRef="#br0" timeOffset="204354.87">12823 10429 30 0,'5'-4'214'0,"-5"-2"3"16,0 6-12-16,3-9-20 0,-3 9-19 0,0 0-12 16,0 0 20-16,0 0 10 0,0 0-1 15,0 0-6-15,-3 27-4 0,0-14-6 0,1 1-14 0,-2 2-1 16,1 1-20-16,1-1-12 0,-2 0-16 15,4 1 1-15,0-4-16 0,0 4-31 0,0-3-28 0,0-1-30 16,0-2-43-16,0-1-54 0,0-3-69 0,2 1-68 16,-2-8-205-16,0 0-475 0,6 11 209 0</inkml:trace>
  <inkml:trace contextRef="#ctx0" brushRef="#br0" timeOffset="204583">13285 10140 270 0,'0'0'264'0,"8"-3"-27"0,-2 1-14 0,5 0-21 16,-2 1-11-16,9 1-17 0,1-1-18 0,0-1-13 15,8 0-18-15,1 0-8 0,1 2-12 0,4-3-20 16,-3 1-32-16,-3-3-36 0,-4 3-41 0,4-1-40 15,-8 1-49-15,-3-2-39 0,-3 3-39 0,-6-2-112 16,0 2-329-16,-2-4 145 0</inkml:trace>
  <inkml:trace contextRef="#ctx0" brushRef="#br0" timeOffset="204768.97">13601 9985 222 0,'0'0'225'0,"-3"-7"-16"16,3 7-15-16,0 0-22 0,0 0 3 0,0 0-4 15,0 0 10-15,-11 17 5 0,11-3 0 0,-2 3-12 16,-1 0-13-16,-1 2-13 0,2 5-12 0,0 1-15 0,0-4-9 16,2 3-11-16,2-5-3 0,-4 6-21 15,2-7-24-15,2 1-33 0,-2-2-34 0,0 0-42 0,2-2-51 16,0 0-65-16,-2-6-59 0,2 3-193 16,0-5-459-16,-2 0 203 0</inkml:trace>
  <inkml:trace contextRef="#ctx0" brushRef="#br0" timeOffset="205386.33">14572 9792 2186 0,'0'-17'4'0,"0"2"65"15,0 1 31-15,-1 3-13 0,1 0-9 0,-1 5-4 16,1 6-14-16,0-11-7 0,0 11-9 16,0-10-5-16,0 10-7 0,0 0 2 0,0 0-9 15,0 0 12-15,0 0 15 0,0 0 6 0,9 34-4 0,-4-16-1 16,-3 10-2-16,1-1-3 0,3 1-3 0,-2 1-4 15,-1-4-1-15,2 5 2 0,-3-3-10 16,1-1-2-16,1 0-1 0,-2-1-4 0,1-6-6 0,-2 0-23 16,2-3-20-16,-1 1-23 0,0-1-27 0,0-4-29 15,-2 0-37-15,0-1-34 0,3-1-37 0,-6-1-39 16,3-2-169-16,-2 0-455 0,2-7 202 0</inkml:trace>
  <inkml:trace contextRef="#ctx0" brushRef="#br0" timeOffset="205536.75">14442 10137 19 0,'0'0'209'0,"-8"-4"-18"16,8 4-15-16,0 0-14 0,0 0-2 0,0 0-12 15,18-7-5-15,2 6-11 0,9-4-12 0,3 0-16 16,3 1-9-16,4 1-11 0,13-2-24 16,1 1-42-16,-14-1-68 0,12 1-36 0,-17 0-60 0,-3 2-111 15,-2 0-278-15,-11 1 123 0</inkml:trace>
  <inkml:trace contextRef="#ctx0" brushRef="#br0" timeOffset="206025.31">14621 10271 1975 0,'-10'8'28'0,"-1"6"-9"15,4 3 51-15,-5-1-17 0,3 1 13 0,-3 7 5 16,2-1-2-16,4-5 2 0,-1 0-10 0,1-2 7 15,4 1 4-15,-1 2 4 0,3-3-3 0,3 1-4 16,-1-5-2-16,2-3 5 0,3 1-11 0,-2 0 6 16,5-2-5-16,1-1 3 0,0-3-2 0,8 0-4 0,-1-2 10 15,-3-1-17-15,0-2-6 0,-2 0-4 0,-1 0-8 16,-2-2 3-16,-1 2-8 0,-1-3-3 0,-1-1-2 16,1 2 2-16,-4-2-11 0,0 0 1 0,-1-2 0 15,0 0 0-15,-2-2-7 0,1 0 0 0,-2 1-6 16,0 8-1-16,0-13 4 0,0 7-3 0,0 6-5 15,0 0 6-15,0-10-11 0,0 10 1 0,0 0-2 16,0 0-1-16,0 0 3 0,0 0 1 0,0 0-2 16,-9 19 0-16,9-9 1 0,0-1 0 0,0 2 8 15,3-1-8-15,3 0 1 0,-2-1 6 0,3-2-6 16,2 2-2-16,0-4 15 0,5-1-10 0,-1-1 0 16,3-1-1-16,1 0 1 0,-3-4 2 0,5 0-5 15,-5-1 5-15,-1 1-2 0,-3-3 2 0,2 0 0 16,-2-2 4-16,-1 0 1 0,-1 0 3 0,-1-1-2 15,-3-1 0-15,1 0-1 0,-1 1-1 0,-2-1 2 16,1-2-2-16,-3-2 1 0,-3 2 2 0,3-3-1 16,-2 3-8-16,0-4-14 0,-1 3-8 0,-1 1-12 15,2-1-19-15,0 2-18 0,0 4-27 0,-1 0-31 16,3 6-35-16,-4-10-42 0,4 10-18 0,0 0-19 0,0 0-177 16,0-7-456-16,0 7 202 0</inkml:trace>
  <inkml:trace contextRef="#ctx0" brushRef="#br0" timeOffset="206247.05">15200 10299 205 0,'5'-6'225'0,"-5"6"-1"0,0 0-11 0,0 0 2 16,0 0-7-16,-28 1-2 0,15 4-7 0,0 5-9 16,-2 0 7-16,0 0-10 0,4 4-15 0,-3 1 0 0,3 0-7 15,-2 1-1-15,3-2-20 0,1 2-12 16,4-2-11-16,-2-2-9 0,5 1-6 0,1 2-17 15,-1-3-3-15,5-3-12 0,-1 1-23 0,7-1-31 16,1-1-34-16,2-1-26 0,2-2-28 0,4-1-30 0,1 0-36 16,3 0-39-16,-4-3-40 0,1-1-24 0,-1 1-38 15,-5-1-163-15,-2 0-474 0,2-1 210 0</inkml:trace>
  <inkml:trace contextRef="#ctx0" brushRef="#br0" timeOffset="206479.89">15368 10477 71 0,'8'-2'207'0,"-8"2"4"0,15 2-11 0,-15-2 3 0,15 1-6 16,-9 3 0-16,0 1-9 0,1 0-7 0,-2 0-8 16,1 2 4-16,-2 2-3 0,0-1-2 0,-4 1-5 15,4 1 2-15,-8-1-4 0,1 0-3 0,1 2-6 16,-4-2-6-16,-1 3 8 0,-1-3-17 0,-2 0-12 16,1 0-11-16,1-3-8 0,2 0-1 0,0-3-19 15,2 1-3-15,4-4-19 0,-9 7-4 0,9-7-9 16,-1 7-2-16,1-7-5 0,0 9-19 0,0-9-13 15,10 3-47-15,0-1-27 0,4-4-33 0,5-5-36 16,1 3-36-16,3-1-51 0,-2 0-54 0,7-5-64 16,-3 1-221-16,0-3-597 0,-1-1 265 0</inkml:trace>
  <inkml:trace contextRef="#ctx0" brushRef="#br0" timeOffset="206793.21">15908 10132 2339 0,'-12'-5'48'0,"3"0"62"0,-1 0-63 15,3 1-21-15,0 1 1 0,7 3 5 0,-10-3 4 16,10 3 2-16,0 0 15 0,0 0 2 0,0 0 14 0,17-7 4 16,4 6 4-16,10-2 1 0,3 1 1 0,4 2-10 15,1 0-5-15,-1-2 7 0,-2 0 1 16,-3 2-2-16,-1 0 4 0,-2 0-4 0,-2-1 7 15,-8 1-7-15,-2 1 0 0,-5 0 0 0,-2 0-8 0,-3-1 6 16,0 0-3-16,-8 0 3 0,11 0-3 0,-11 0 4 16,9 0-8-16,-9 0-2 0,0 0-6 0,0 0-6 15,12-1-5-15,-12 1 1 0,0 0-7 0,0 0-11 16,0 0-33-16,6-2-34 0,-6 2-38 0,0 0-48 16,0 0-50-16,0 0-56 0,0 0-71 0,0 0-57 15,-29-4-203-15,21 2-613 0,8 2 271 0</inkml:trace>
  <inkml:trace contextRef="#ctx0" brushRef="#br0" timeOffset="207450.89">16956 9746 250 0,'2'-7'254'0,"-2"7"-28"0,0 0-27 15,0 0-27-15,0 0 8 0,0 0 2 0,0 0-7 0,-9 21-22 16,6-12-15-16,0 7-12 0,0-2-7 16,2 1-12-16,2 2-7 0,1-2-10 0,2 2 4 15,1-2-10-15,2 1-2 0,1-1-6 0,1-2-5 0,2 0-7 16,1-2-2-16,1-2-4 0,-2 0-5 0,1-2-4 16,-1-4-4-16,2 0-4 0,-3 2 0 0,4-2-6 15,-3-1-2-15,-2-1-4 0,-1-2 2 16,-8 1-3-16,14-4-1 0,-6-2-6 0,0 3-2 0,-2 0 1 15,-2-6-3-15,1 5-2 0,-1-3 1 0,-1-3-9 16,-1 2-1-16,2 1 3 0,-2-1-7 0,0 1 1 16,-2 7-6-16,1-11-3 0,-1 11 1 15,0-10-2-15,0 10-7 0,1-8 1 0,-1 8 1 0,0 0-1 16,0 0-1-16,0 0 9 0,0 0-3 0,0 32 0 16,0-22 5-16,0 1-6 0,3 1 3 0,-2-2-2 15,3 2 1-15,2-2 2 0,1 1 6 0,4-4-5 16,3 3 4-16,4-4 1 0,3 0 0 0,2-1-2 15,5-5 4-15,-8 0-1 0,2-2-2 0,-2-1-3 16,2-1 6-16,-3-1-1 0,0 2 8 0,-2-5 3 16,-3-1 19-16,3 0-5 0,-8 0-5 0,-2-1 1 15,0 0-5-15,-1-2 1 0,-3 0-6 0,-1 0 1 16,-3 1-1-16,0 0-3 0,-1-3 2 0,-4 2-3 16,1-2 0-16,0 2-5 0,-2-2 5 0,2 4-9 15,1 1-9-15,-1 4-17 0,0-2-18 0,3 2-37 16,2 5-35-16,-4-8-51 0,4 8-28 0,0 0-24 15,-7-2-39-15,7 2-177 0,0 0-472 0,0 0 209 16</inkml:trace>
  <inkml:trace contextRef="#ctx0" brushRef="#br0" timeOffset="207706.48">17763 9733 112 0,'6'-2'245'0,"-6"2"-14"0,6-3-14 0,-6 3-20 16,6-5-17-16,-6 5-20 0,0 0-17 0,0 0 13 15,8 10 3-15,-7 2 9 0,0 3-5 0,-1 3 1 16,-1 7-7-16,-3 0-5 0,1 2 0 0,0-2-5 16,-3 2-9-16,3-1-2 0,2 1-11 0,-3-9-6 15,3 1-14-15,-1-3-2 0,1-3-13 0,1 0-13 16,0-4-2-16,1 1-11 0,2 0 2 16,0-3-12-16,0 0 9 0,4-2-6 0,0 0 8 0,4 0-22 15,-1-2 0-15,3 0-17 0,5-3-29 0,2 0-33 16,-1-4-26-16,-1 1-29 0,4-1-35 0,-5-1-47 15,2 0-65-15,-3-4-68 0,-2 1-248 0,3-1-598 16,-2 1 265-16</inkml:trace>
  <inkml:trace contextRef="#ctx0" brushRef="#br0" timeOffset="208302.68">18268 9635 105 0,'-4'-7'235'0,"4"7"0"16,-2-6-7-16,2 6-6 0,0 0-13 0,-3-7-12 0,3 7-16 15,0 0-11-15,0 0-15 0,0 0-16 0,-1-8-16 16,1 8-13-16,0 0-13 0,0 0-9 15,0 0-7-15,14 0-9 0,-14 0-7 0,21 2-8 16,-9-1-5-16,2 2-4 0,-1-3-3 0,8 2-4 0,-2-2-5 16,-3 0-3-16,3 1 0 0,1-1-7 0,-2 0 2 15,-2 2 0-15,2-2-3 0,-5 0 4 0,1 0 1 16,-2 0 6-16,-1 1 1 0,-3-1 1 16,-8 0 5-16,13 0 2 0,-13 0-4 0,11 0 2 0,-11 0-3 15,6 0-1-15,-6 0-9 0,0 0-6 0,11 2-2 16,-11-2 1-16,6 5-8 0,-5 1 7 15,4 3 7-15,-2 3 6 0,-1 6 7 0,1 1 8 16,-2 6 8-16,-3 2-4 0,2 2-6 0,-2 4 1 0,0 2 1 16,-1 0 12-16,1 0-23 0,-1 11-6 0,-1-11 5 15,3 11-2-15,-4-11-8 0,1 0-4 16,2-1 2-16,-2 3-5 0,-1-5 3 0,-3 1-1 0,2-1-5 16,2-5 2-16,0 1-8 0,-1-2 6 0,2-8-4 15,1 0-2-15,-3-1 4 0,3-2-10 0,0-2 4 16,2-3-2-16,-3 2 5 0,2-3-7 0,-2-1 2 15,1-3 3-15,2-5-4 0,-4 11 0 0,1-6 2 0,-2 3-3 16,-2-5-2-16,-4 3 0 0,0-2 4 16,-6 2-4-16,-1-1-5 0,-2-1 11 0,-7 1-4 15,7-3-2-15,-8-2 3 0,1 2-9 0,-3-1 8 16,2 2-6-16,1-2 3 0,4-2-6 0,2 1-27 16,0-2-33-16,-6 1-37 0,-1 0-31 0,7-3-36 0,0 0-53 15,-1 0-49-15,3-2-53 0,1-1-252 16,2 0-620-16,0-3 274 0</inkml:trace>
  <inkml:trace contextRef="#ctx0" brushRef="#br0" timeOffset="212055.22">19070 10013 53 0,'0'0'237'0,"-6"4"-13"0,6-4-13 15,0 0-14-15,0 0-12 0,0 0-16 0,0 0-18 16,32-5-13-16,-12 2-17 0,-2 1-11 16,2-4-13-16,8 4-10 0,-10 0-27 0,4 1-32 0,-1-2-44 15,1 3-50-15,-4-2-44 0,-4 4-49 0,-2 0-128 16,-5-1-310-16,-2 2 138 0</inkml:trace>
  <inkml:trace contextRef="#ctx0" brushRef="#br0" timeOffset="212225.46">19076 10139 146 0,'0'0'197'0,"-6"3"-8"0,6-3-11 0,0 0-13 16,0 0-19-16,0 0-13 0,0 0-7 0,0 0-16 15,21 13-10-15,-4-10-8 0,2-2-29 0,3 1-39 16,6-2-53-16,1 2-44 0,1-4-58 0,-1 4-109 16,2-2-259-16,3 0 115 0</inkml:trace>
  <inkml:trace contextRef="#ctx0" brushRef="#br0" timeOffset="212587.36">19912 9936 236 0,'0'0'232'0,"0"0"-15"0,0 0-11 0,0 0-11 15,-8-4-8-15,8 4-8 0,0 0-7 0,-13 18-6 16,7-6-11-16,-3 4-16 0,1 1-13 0,2 0-11 16,-2 0-8-16,1 0-11 0,3 1-2 0,1-1-15 15,2-2-6-15,2 0-9 0,4 1-5 0,2-4-3 16,3 0-8-16,3 0 6 0,3 0-12 0,0-4-3 15,2-1-6-15,2-1-7 0,6-1 4 0,-6-2-8 16,2-2 2-16,-3-2-6 0,1-2-1 0,-1-1-4 16,-2-1 2-16,0-2-2 0,-2-1-4 0,0-4 1 0,-3 2 6 15,-4 0-11-15,2-4-2 0,-4 0 1 0,-1-3 3 16,-2-1-4-16,-4 1 5 0,-3 0-2 16,-4-2-3-16,-5-1-1 0,-2-1 4 0,-4 2-3 15,5 7-2-15,-4 1-2 0,1 2-2 0,-1 1-2 0,2 3-7 16,-6 3-19-16,0 3-17 0,-7 0-21 0,2 7-17 15,0 1-37-15,2 3-46 0,0 2-41 0,4 1-236 16,-2 0-484-16,7-2 215 0</inkml:trace>
  <inkml:trace contextRef="#ctx0" brushRef="#br0" timeOffset="-210892.52">12046 11565 169 0,'0'-10'208'0,"0"-2"-9"0,2 2-1 0,-2 0-11 16,0-3 0-16,-2 4-12 0,2 9-3 15,0-13-9-15,0 13-8 0,0-11-3 0,0 11-10 16,0-8-17-16,0 8-9 0,0 0-12 0,0-9-16 0,0 9-7 16,0 0-11-16,0 0-11 0,0 0 0 0,0 0-9 15,0 0-7-15,0 0-6 0,0 0 1 16,0 31-4-16,0-12-1 0,0 1-5 0,-3 6-2 15,1 2-1-15,1 2 2 0,-2 0-1 0,1-1-1 0,2-2-1 16,-2 3 0-16,0-2 6 0,0-1-7 0,-2-2 2 16,2-2-4-16,0-3-2 0,0-2 1 0,2 0-5 15,-4-3 1-15,4 2-3 0,0-2 2 0,0-4-1 16,0 0-4-16,2 0 1 0,0 0 1 0,-2-3-3 16,4 1-2-16,-4-1 0 0,0 0 0 0,0-8 0 15,4 10 0-15,-3-3 1 0,-1-7-4 0,1 9 0 16,-1-9-7-16,2 4-8 0,-2-4-17 0,0 0-17 15,0 0-15-15,0 9-20 0,0-9-16 0,0 0-30 16,0 0-28-16,0 0-32 0,-8 3-39 0,8-3-13 16,0 0-146-16,0 0-415 0,-15-9 183 0</inkml:trace>
  <inkml:trace contextRef="#ctx0" brushRef="#br0" timeOffset="-210605.92">11615 12060 38 0,'0'0'153'15,"-5"4"1"-15,5-4-4 0,0 0-3 0,0 0 19 16,18 12-13-16,0-9-16 0,10 0-1 0,11-2-13 16,13 1-9-16,5-1-11 0,3-2-5 0,-1-2-8 15,2 2-4-15,-1-2 1 0,-4 2-8 0,0-1-2 16,-6 0 0-16,-13 1-6 0,1 0-1 0,-1-1-3 15,-6 2-2-15,1-1-9 0,-3-1-2 0,-3 2 3 0,-5 0-12 16,-2-1-7-16,-6 1-4 0,0 1-1 16,-4-1-5-16,-3 0-16 0,-6 0-18 0,12 2-23 0,-12-2-15 15,9 3-19-15,-9-3-28 0,0 0-30 16,-2 8-37-16,2-8-39 0,0 0-152 0,-20 8-376 0,11-5 166 16</inkml:trace>
  <inkml:trace contextRef="#ctx0" brushRef="#br0" timeOffset="-209756.17">11589 12484 57 0,'0'0'202'16,"0"-9"-12"-16,0 9-17 0,0 0-19 0,0 0-20 16,0 0-11-16,0 0-2 0,0 0 6 15,0 0-8-15,3 28-5 0,-3-9-2 0,0-1-8 16,-3 1-13-16,1 7-5 0,2-7-8 0,0-1-8 0,0 1-2 16,2-2-3-16,1 0-11 0,-3-4 0 0,5-1-9 15,-3 0-2-15,1-1-4 0,3-2-2 16,-1 2-4-16,-1-5-2 0,2 1-5 0,-1-3 1 15,2 1-3-15,-1-1 4 0,1-2 2 0,-1 0 6 0,-6-2-3 16,12 0-2-16,-12 0-3 0,15-5 0 0,-10 2-6 16,5 0 4-16,-6-1-2 0,1-3-6 0,1 2-2 15,-2-4 3-15,1 1-3 0,1 1-4 0,-2-2 1 16,-2 3 0-16,2 0-2 0,-1 1-2 0,-3 5-1 16,3-9-2-16,-3 9 1 0,5-5-13 0,-5 5-5 15,0 0 3-15,5-6-4 0,-5 6 3 0,0 0 1 16,0 0 1-16,13 11-3 0,-11-7 7 0,2 3-2 15,4-1 3-15,1-2-3 0,-4 1 1 0,3 1 5 16,-2-1-3-16,4-2 3 0,-3 0-1 0,3-1 0 16,4-1 2-16,-3-1-1 0,3-1 2 0,-1-2-4 15,0-1 6-15,1 1 13 0,0-5 2 0,-1 1 8 16,-3 1 8-16,-2-1 1 0,2 0 5 0,-4-1-3 16,3-3-6-16,-5 1-3 0,0-5 2 0,2 2-5 15,-3-3-4-15,-1 5 2 0,-2-2-3 0,-1 1-2 16,-1-1-3-16,0 4-5 0,-3-3 3 0,2 1-1 15,-3 0-5-15,1 2-12 0,0 1-14 0,0 3-21 16,0 0-27-16,5 5-32 0,-9-5-33 0,9 5-26 16,0 0-19-16,0 0-28 0,-11 13-41 0,8-5-144 15,3-8-420-15,5 10 186 0</inkml:trace>
  <inkml:trace contextRef="#ctx0" brushRef="#br0" timeOffset="-209511.14">12363 12482 195 0,'0'0'218'0,"-9"-13"-12"15,4 6 6-15,-4 1-3 0,0 1-8 0,0 2-12 16,-2 1-11-16,-3 2-13 0,2 0-5 0,-1 3-14 16,0 3-10-16,-2 4-3 0,-5 4-9 0,-1 5-9 15,4 1-14-15,1-1-6 0,4-1-12 0,1 3-7 0,6-3-7 16,-1-1-7-16,2 2-5 0,5-2-7 15,4-2 0-15,-1 2-28 0,4-3-18 0,2-2-27 16,1 0-32-16,6-4-36 0,-2 0-47 0,6-1-53 16,-1-4-33-16,-1 0-29 0,2 0-128 0,-5-4-411 15,4-1 182-15</inkml:trace>
  <inkml:trace contextRef="#ctx0" brushRef="#br0" timeOffset="-209309.54">12573 12622 163 0,'0'0'240'0,"3"-5"-13"0,-3 5-17 0,0 0-17 0,4-3-8 16,-4 3 14-16,0 0 8 0,0 0-10 0,3 19-5 16,-3-7-4-16,-7 0 4 0,2 2-16 15,3-2-14-15,0 5-8 0,0-2-8 0,-3 2-17 16,3 1-15-16,0-2 5 0,2 0-27 0,-2 0-14 16,4-5-12-16,-4 1-18 0,4-1-27 0,-2-2-28 0,2 1-31 15,0 0-42-15,3-5-50 0,-5-5-66 0,2 12-63 16,0-9-239-16,-2-3-540 0,0 0 239 15</inkml:trace>
  <inkml:trace contextRef="#ctx0" brushRef="#br0" timeOffset="-209060.14">13261 12341 66 0,'0'0'272'0,"0"0"-26"16,1-8-17-16,-1 8-11 0,0 0-12 0,0 0-10 15,4-5-18-15,-4 5-13 0,9-4-19 0,1 3-7 16,7-1-17-16,3-2-8 0,0 4-15 0,9-6-1 16,0 3-28-16,-2-2-28 0,-6 3-26 0,-4 1-29 15,0 0-38-15,-4-1-42 0,0 0-41 0,-4 1-29 16,0-2-37-16,-9 3-128 0,12-2-356 0,-8-2 158 15</inkml:trace>
  <inkml:trace contextRef="#ctx0" brushRef="#br0" timeOffset="-208877.65">13457 12160 181 0,'0'0'212'0,"-5"-2"-18"15,5 2-24-15,0 0-8 0,0 0 17 0,0 0 0 16,-6 23-7-16,4-6-11 0,-2-1-11 0,2 2-10 15,2 1-15-15,-4 1-8 0,4-1-11 0,0 7-9 0,-2-1-8 16,2-6-11-16,-2-1-11 0,2-1-28 16,0 3-39-16,-3-3-45 0,3 0-59 0,0-4-65 15,-2-2-215-15,2 1-415 0,-2-1 184 0</inkml:trace>
  <inkml:trace contextRef="#ctx0" brushRef="#br0" timeOffset="-208566.26">14608 11907 2331 0,'10'-32'-9'0,"-1"2"7"0,-2 0 51 0,-3 11 0 15,-2 2 8-15,0 6 1 0,2 0-1 0,-2 1-1 16,-1 4-4-16,0 0 0 0,-1 6-4 0,2-9-8 15,-2 9-3-15,0 0-3 0,0 0 0 0,0 0 0 16,0 0 6-16,-1 29 1 0,0-9 0 0,-1 3-5 16,0 5-1-16,-2-3 0 0,2 2-4 0,0-1-6 15,0 0 0-15,1 1 0 0,1-1-3 0,0-8-5 16,-4 0 3-16,4 8 1 0,0-9-7 0,0 2-6 16,-2-4-22-16,2 1-25 0,-2-2-35 0,0-1-35 15,-1-3-42-15,-1 3-32 0,2-4-30 0,-3 1-34 16,0-2-151-16,-2-1-430 0,2-3 191 0</inkml:trace>
  <inkml:trace contextRef="#ctx0" brushRef="#br0" timeOffset="-208408.08">14382 12182 232 0,'0'0'207'0,"0"0"-15"15,0 0-11-15,0 0-11 0,45 0-15 0,-25-1-13 0,12-2-12 16,1 0-13-16,3 1-13 0,0 1-11 0,1-2-32 15,-4 3-41-15,3 0-45 0,-3-1-82 0,-5 1-172 16,-10 0-302-16,-3 0 134 0</inkml:trace>
  <inkml:trace contextRef="#ctx0" brushRef="#br0" timeOffset="-207911.14">14395 12465 250 0,'-7'17'253'0,"1"-1"-15"0,-1 1-15 0,1 0-19 0,0 0-14 15,2-1-17-15,2 1-12 0,0 0-13 0,2-5-9 16,0 0-13-16,4 0-16 0,-1 0-3 0,0-1-6 16,3-1-4-16,0-2-2 0,-1-1-7 0,3-1-2 15,-3-1-12-15,5-1 1 0,-1-2-8 16,-1 1-6-16,2-3-6 0,-10 0-6 0,19-3-1 0,-14 1-6 15,4-1-4-15,-4-2-2 0,3 1-10 0,-3-1-1 16,1-3-7-16,2 1-11 0,-4-2 3 0,2 1-9 16,-1-2-3-16,0 1-2 0,-2 1-2 0,1 0 1 15,-2 5 3-15,-2 3-3 0,5-10 0 0,-5 10-2 16,3-6-2-16,-3 6-3 0,0 0 1 0,0 0 0 16,0 0 2-16,0 0 3 0,5 18 18 0,-5-12-2 15,0 3 1-15,3 0 0 0,-1 1-4 0,1 0 1 16,0-5 2-16,3 2-2 0,-2-1-3 0,4 0 1 15,3-1 5-15,3-3-2 0,-1-1-4 0,6 0 0 16,-2-3 1-16,3-1 0 0,-3-3 3 0,0 0-1 16,0 1 1-16,-2-3 5 0,-3 0 8 0,0-1-2 15,-1-1-2-15,-5 1 0 0,2-2 2 0,-3-4-1 16,-1-1-3-16,1 0-3 0,-4 0 1 0,0-2 0 16,-1 1-3-16,-2 0 2 0,-1 1-2 0,-1-1-4 15,2 5-16-15,-1-1-7 0,-1 2-6 0,2 1-21 16,-2 3-21-16,4 2-38 0,0 5-41 0,-6-9-21 15,6 9-16-15,0 0-28 0,0 0-24 0,0 0-190 0,0 0-457 16,0 0 202-16</inkml:trace>
  <inkml:trace contextRef="#ctx0" brushRef="#br0" timeOffset="-207692.03">15094 12398 105 0,'0'-7'255'0,"0"7"-11"0,-2-12-1 16,2 12-8-16,-9-10 3 0,3 7-14 15,-4-1-7-15,-1 4-7 0,0 0-10 0,-3 2-6 16,-1 5-7-16,-2 3 0 0,2 2-1 0,-3 2-1 16,5 1-5-16,-5 6-26 0,3-2-3 0,6-2-11 15,1 2-17-15,2 0-4 0,6 0-14 0,-3-1-12 0,5 0-9 16,3-4-18-16,1 1-21 0,6-2-33 16,3-3-31-16,0-1-52 0,2 1-29 0,-2-3-38 15,3 0-37-15,-1-2-43 0,1-2-49 0,1 0-31 16,-8-2-218-16,2-1-559 0,-13 0 247 0</inkml:trace>
  <inkml:trace contextRef="#ctx0" brushRef="#br0" timeOffset="-207455.56">15234 12585 56 0,'8'-6'164'0,"1"2"2"0,-3 0 3 16,0 1 3-16,-6 3 2 0,16-3 15 0,-8 3-1 0,-8 0 3 16,12 7-9-16,-5-3-3 0,-1 2 7 0,1 2-12 15,-1-1-19-15,-1 1-6 0,-1 1 0 0,-1 0 11 16,-3 3-7-16,0-1-9 0,0 0-6 15,-3 0-8-15,0 0-7 0,0-2-8 0,0 3-7 16,-2-3-10-16,4-1-22 0,-2-2 9 0,3-6-7 0,-2 11-14 16,-1-6-1-16,3-5-4 0,0 0 3 0,0 10-13 15,0-10 1-15,5 7-6 0,3-5-7 0,2-1-7 16,3-2-32-16,1-1-31 0,4-1-38 0,3-1-52 16,6-2-41-16,-6-1-67 0,8-3-73 0,-5 2-294 15,3-3-646-15,3-2 286 0</inkml:trace>
  <inkml:trace contextRef="#ctx0" brushRef="#br0" timeOffset="-206736.08">16048 12057 137 0,'-15'2'193'0,"4"-2"-1"0,3 1-8 16,8-1-7-16,-14 2-8 0,5-2-13 0,9 0-4 16,-12 3-13-16,12-3-11 0,-10 0-4 0,3 1-6 15,7-1-6-15,0 0-6 0,-8 3-1 0,8-3-7 16,0 0-9-16,0 0-5 0,-8 0-9 0,8 0-6 16,0 0-4-16,0 0-10 0,0 0-1 0,0 0-6 15,0 0-3-15,-5 4 3 0,5-4 5 0,0 0-6 16,0 0 3-16,0 0-3 0,0 0-1 0,0 0-3 15,0 0-5-15,0 0-2 0,34-1-6 0,-17 0 0 16,4 1-2-16,-2-2-7 0,1 2-22 0,1 0-11 16,-1 0-21-16,1 0-17 0,-1 0-24 0,2-1-32 15,-4 1-24-15,1 0-28 0,-1-3-28 0,-4 3-35 16,0 0-183-16,0 0-436 0,-3 0 193 0</inkml:trace>
  <inkml:trace contextRef="#ctx0" brushRef="#br0" timeOffset="-206544.11">15913 12233 92 0,'0'0'194'0,"0"0"3"0,0 8-8 0,0-8-8 16,15 4-1-16,3-3-17 0,1 0-16 0,13 1-10 15,4-4-16-15,1 1-11 0,12-6-20 16,-9 5-29-16,12-5-31 0,-14 3-40 0,13-1-42 0,-11 2-50 15,-2-4-61-15,-5 1-99 0,2 2-282 0,-3-1 125 16</inkml:trace>
  <inkml:trace contextRef="#ctx0" brushRef="#br0" timeOffset="-204559.65">17158 11776 109 0,'0'0'145'0,"0"0"-8"0,0 0-1 0,-2-7-3 16,2 7-10-16,0 0-7 0,0 0 0 0,0 0-5 15,0 0 2-15,0 0-3 0,-1-9 1 0,1 9-6 16,0 0-3-16,0 0-4 0,0 0-5 0,0 0-5 15,0 0-2-15,0 0-5 0,0 0-5 0,0 0-2 16,0 0 0-16,0 0-4 0,0 0-3 0,0 0-4 16,0 0 0-16,0 0-7 0,0 0-5 0,-1-9-5 15,1 9-3-15,0 0-2 0,0 0-7 0,0 0-1 16,1-11-6-16,-1 11 1 0,0 0-2 0,-1-8-2 16,1 8-5-16,0 0-4 0,1-9 3 0,-1 9 1 15,0 0 1-15,0-9 2 0,0 9 0 0,0 0 4 16,0-9-5-16,0 9 7 0,0 0-4 0,0 0-1 15,0 0 1-15,0-8 4 0,0 8-4 0,0 0-2 16,0 0-2-16,0 0-3 0,0 0 2 0,0 0-8 16,0 0-4-16,0 0-3 0,0 0 0 0,0 0-2 15,0 0 1-15,0 0-3 0,0 0 0 0,-9 29 1 16,8-18-3-16,-2 4 4 0,-4 2-2 0,4 2-1 16,1 0 0-16,-1-3 6 0,-1 4-3 0,3-4 7 15,-3 0-11-15,4 0 5 0,1 0-7 0,-1-5 10 16,3 1-5-16,-1-1 0 0,2-1-4 0,2-2 3 15,0 1 1-15,-1-2-2 0,1 0 3 0,-1-2 5 16,1-1-3-16,2-1 11 0,1 1-12 0,-1-2 3 0,0-2-3 16,1 0 1-16,-9 0 2 0,15 0 7 0,-7-2-10 15,-1-2 1-15,2 1 2 0,2-2-3 16,-4-3 0-16,2 3 0 0,-2-3-1 0,-1-1 2 16,2 0-2-16,-2 1-1 0,-1-4 1 0,0 2 11 0,-1-2-13 15,1 1-2-15,-2-1-1 0,-1 1 6 0,1 0-3 16,-1 2 0-16,0 1-2 0,-1 1-3 15,-1 7 3-15,4-10 1 0,-4 10-5 0,0-8-4 16,0 8 5-16,0 0 0 0,0 0-3 0,0 0 5 0,0 0-5 16,0 0 2-16,5 23 0 0,-4-15 2 0,2 3-3 15,-2 0 2-15,2 0 1 0,2-1 4 0,0 1 9 16,1-1-11-16,-1-1 0 0,3 1-3 16,-2-2 2-16,6-1 5 0,-2 1-5 0,2-2 2 0,2-3 3 15,-3 1-2-15,7 0-5 0,-4-3 4 0,-1-2 2 16,0 1-1-16,1 0-3 0,-4-6 4 0,3 3 0 15,-2-3-2-15,-2 2 2 0,-1-5 0 0,1 4-1 16,-3-4 2-16,1-1 0 0,-2 1 0 0,-3-4 1 16,2 2-1-16,-3-1-2 0,1 0 3 0,-1-1-5 15,-1 2 3-15,-1-2-3 0,-1-3 2 0,0 3-6 16,1 3 1-16,-2-2 1 0,0 1-19 0,1 2-4 16,-1 3-1-16,1 0-20 0,2 6-19 0,-5-10-22 15,5 10-28-15,-8-1-18 0,8 1-19 0,0 0-33 16,0 0-30-16,-18 9-181 0,14-4-430 0,4-5 190 15</inkml:trace>
  <inkml:trace contextRef="#ctx0" brushRef="#br0" timeOffset="-204241.81">17924 11639 4 0,'0'0'249'15,"6"-7"-18"-15,-6 7-23 0,0 0-19 0,4-6-19 16,-4 6-10-16,0 0 3 0,0 0-7 0,-3 25-3 0,0-7-6 16,1 1-10-16,-1 7-11 0,1 0-8 15,-2-1-12-15,1 0 1 0,1 0-11 0,0 1-5 16,-1-5-11-16,0-4-6 0,3 2-5 0,-2 1-6 16,2-5-7-16,0 1-6 0,-3-6-4 0,3 3-7 0,0-3 1 15,0 0-7-15,0-3-4 0,0-7-1 16,0 12-2-16,0-12-4 0,3 8 0 0,-3-8-2 0,0 7-1 15,0-7-1-15,3 6 1 0,-3-6 1 16,10 1-1-16,-10-1-2 0,17 0-6 0,-2-1-6 0,3-1-19 16,3-2-17-16,6-3-23 0,-2 2-37 0,-4-1-60 15,9-2-58-15,1 0-76 0,0-3-149 0,-2 2-470 16,1-2 208-16</inkml:trace>
  <inkml:trace contextRef="#ctx0" brushRef="#br0" timeOffset="-204059.22">18574 11901 34 0,'-5'6'146'0,"5"-6"-11"0,0 0-34 15,0 0-22-15,0 0-36 0,0 0-22 0,0 0-28 16,0 0-25-16,0 0-55 0,0 0-94 0,0 0 42 15</inkml:trace>
  <inkml:trace contextRef="#ctx0" brushRef="#br0" timeOffset="-201463.5">11375 13772 168 0,'0'-13'233'0,"0"13"-7"0,1-8-4 0,-1 8-9 15,0 0-19-15,0-10-21 0,0 10-14 0,0 0-19 16,3-7-1-16,-3 7-14 0,0 0-15 0,0 0-11 16,0 0-8-16,0 0-6 0,2 22-4 0,-2-10-10 15,2 4-7-15,-6 2-4 0,4 2-8 0,-3-2-4 16,2 0-8-16,0-1-4 0,1-2-2 0,2 0-4 15,0 1-4-15,1-6-2 0,0 2 0 0,2-2-5 16,-1-1-18-16,2-2 2 0,1 1 0 0,-2-4-1 16,0-1 1-16,1 0 0 0,1 0 3 0,1-2 0 15,3-1 1-15,-1-1-4 0,0-4 2 0,2 2-1 16,-1-2 1-16,0 0 1 0,1 0 0 0,-1-2 0 16,0-1-2-16,-2 0 2 0,0-2-1 0,-3-1-3 15,4 1 6-15,-3-1-2 0,-1-1 0 0,0 3-4 16,-3-3 2-16,2 5-1 0,-3-1 1 0,0 4-5 15,-2 4 3-15,3-9-5 0,-3 9 1 0,4-5-5 16,-4 5 0-16,0 0-3 0,0 0 7 0,0 0 0 0,0 0 2 16,-2 30-1-16,0-17 0 0,0-2-4 15,1 3 4-15,4-4-1 0,-1 2 3 0,1-1-6 16,-1 0 6-16,4-1-2 0,-1-2 2 0,6 1-3 16,-2-5 4-16,4 1-1 0,1-4 3 0,4-1-1 15,2-3 5-15,2 0-4 0,6-7 2 0,0 0 0 16,0 1 5-16,-10 0-6 0,6-5-1 0,-6 4 8 15,-2-2 2-15,-3-2 4 0,1 0 0 0,-3 2-1 16,-2-4 0-16,0 0-2 0,-3 1 4 0,-1-2-6 16,-3 1 0-16,-2 0 1 0,0 0-4 0,-4 2-1 15,0 3-4-15,-1-6-5 0,0 7-10 0,0-1-12 0,-3 1-16 16,2 2-34-16,1 4-32 0,5 4-33 16,-16-8-38-16,16 8-37 0,-14-2-202 0,3 2-449 15,11 0 198-15</inkml:trace>
  <inkml:trace contextRef="#ctx0" brushRef="#br0" timeOffset="-201169.91">12282 13377 108 0,'0'0'139'16,"9"-1"27"-16,-9 1 9 0,11 6-8 0,-2-1 8 15,-2 4-8-15,0 2-7 0,-4 3-13 0,2-2-7 16,-2 4-4-16,-3-1-7 0,0 1-7 0,-3-1-5 16,1 2-6-16,-4-2-11 0,3-2-9 0,-1-1-4 15,-2 0 1-15,1-3-6 0,0 1-7 0,1-2-7 16,1-1-7-16,1-1 2 0,2-6-14 0,-4 10-5 16,3-5-7-16,1-5 0 0,0 0-5 0,0 0-1 0,7 11-2 15,0-9-18-15,4-2-16 0,3-1-20 16,9 0-28-16,5-3-33 0,4 0-46 0,4-6-58 15,-3 3-46-15,-3 0-168 0,5-1-435 0,1 0 192 16</inkml:trace>
  <inkml:trace contextRef="#ctx0" brushRef="#br0" timeOffset="-200742.4">12821 13850 179 0,'0'0'227'0,"0"0"-8"15,-11-1-14-15,11 1-8 0,0 0-16 0,0 0-18 16,0 0-16-16,0 0-14 0,-9 0-10 0,9 0-13 15,0 0-6-15,0 0-8 0,0 0-5 0,0 0-8 16,30 0-8-16,-16 0-11 0,5-2-4 0,0 0-20 16,4 1-19-16,-4 2-35 0,0 1-33 0,-5-2-49 15,-1-2-55-15,-1 0-52 0,-5 3-132 0,-7-1-362 16,0 0 160-16</inkml:trace>
  <inkml:trace contextRef="#ctx0" brushRef="#br0" timeOffset="-200555.29">12787 13965 2 0,'-4'2'175'0,"4"-2"0"0,0 0 3 0,0 0 8 16,11 10-7-16,-11-10-13 0,20 2-17 0,-2 0-11 16,2-2-16-16,7 1-11 0,2-1-9 0,-2 2-17 15,0-1-32-15,-6-4-30 0,-1 3-36 0,3 0-50 16,-1-3-41-16,-2 1-42 0,-2 2-107 0,-5-1-275 15,5-2 122-15</inkml:trace>
  <inkml:trace contextRef="#ctx0" brushRef="#br0" timeOffset="-199604.6">14395 13630 87 0,'-8'-6'213'0,"8"6"-5"0,-10-5-10 16,2 3-4-16,-4 2-10 0,1 1-15 0,-3 2-6 16,-1 2-8-16,-1 3 4 0,0 1-7 0,-2 2-11 15,0 6-13-15,1-4-5 0,1 8-5 0,2 1-5 16,3-6-12-16,4 2-4 0,-2 0-10 0,5-2-1 15,1 3-12-15,2-3-4 0,4-1-10 0,2 0-3 16,-1-3-1-16,6 2-9 0,3-2-5 0,3-1 0 16,2-2-5-16,2-3-26 0,7 0-26 0,1-2-37 15,1-1-35-15,-3 0-45 0,1-4-43 0,-5-1-35 16,1-1-19-16,-3 1-10 0,1-4-134 0,1 1-402 16,-4-3 178-16</inkml:trace>
  <inkml:trace contextRef="#ctx0" brushRef="#br0" timeOffset="-199387.46">14751 13753 8 0,'3'-6'183'0,"-3"6"6"16,3-6 5-16,-3 6 3 0,0 0-16 0,5-7-11 15,-5 7-15-15,0 0-13 0,0 0-18 0,0 0-1 16,0 0 15-16,0 0 4 0,3 17-5 0,-4-5-5 16,0 4 2-16,0 0 0 0,1 2-13 0,-3-1-8 15,3 2-10-15,0-2-13 0,3 0-6 0,-1 1-9 16,2 0-5-16,-3-1-5 0,3 2-5 0,-2-8-14 15,0 2-25-15,0-2-50 0,-2 0-29 0,3-1-25 16,-3-3-21-16,2 1-32 0,0-1-35 0,0-3-36 16,-2-4-33-16,4 10-145 0,-4-10-415 0,8 3 184 15</inkml:trace>
  <inkml:trace contextRef="#ctx0" brushRef="#br0" timeOffset="-199193.47">15006 13782 84 0,'6'-2'205'0,"4"1"-9"0,-10 1-6 15,23-6-20-15,-5 6-16 0,0-4-14 0,1 1-14 16,4 0-14-16,4-1-6 0,-7 3-14 0,1-2-20 16,-2 1-32-16,-1-1-37 0,0 0-41 0,-5-1-27 15,1 2-28-15,-3 0-25 0,-1-3-14 0,-3 2-76 16,-7 3-224-16,9-8 99 0</inkml:trace>
  <inkml:trace contextRef="#ctx0" brushRef="#br0" timeOffset="-199000.72">15292 13615 36 0,'-4'-3'168'0,"4"3"-9"0,0 0-9 0,0 0-13 16,0 0 2-16,0 0 17 0,-10 11 2 0,7-4 0 15,1 4-8-15,-1 5-3 0,0 0-9 0,1 1 7 16,-2 1-22-16,-1 1-9 0,4 1-9 0,1-1-8 15,1 1-11-15,-3-1-12 0,-1 1-1 0,0-2-7 16,2-1-5-16,0 0-21 0,1-1-22 0,-3 0-27 16,3-1-38-16,0-3-36 0,-1-1-52 0,1-1-52 15,0 0-187-15,0-2-403 0,0-8 179 0</inkml:trace>
  <inkml:trace contextRef="#ctx0" brushRef="#br0" timeOffset="-198744.59">15785 13612 107 0,'0'0'256'0,"-10"-7"-17"0,10 7-8 0,-13 0-1 16,0 3-10-16,-1 4 3 0,-2 4-16 0,0 2-17 15,1 2-6-15,-3 4-8 0,0 0-16 0,11-2-19 16,-4 1-11-16,2 0-10 0,3 0-14 0,2 1-13 15,4-3-5-15,0 2-7 0,3-3-9 0,3 3-7 16,4-5-17-16,2 0-26 0,3-3-22 0,-2 0-27 16,2 0-24-16,-2-4-31 0,-1-2-35 15,2 2-45-15,0-3-39 0,3-1-27 0,-5-2-193 0,0 4-454 16,-1-4 201-16</inkml:trace>
  <inkml:trace contextRef="#ctx0" brushRef="#br0" timeOffset="-198481.09">16056 13782 147 0,'8'-5'168'0,"-8"5"-8"0,13-5-2 0,-13 5 13 16,11 1 11-16,-2 2-9 0,-4 1-15 0,3 3 4 15,-3 0-5-15,0 3-3 0,-1 0-7 0,-3 3-3 16,0 3-3-16,-1-5-5 0,0 4-14 0,-5-2-3 16,0 0 2-16,0 3-9 0,-3-3-10 0,2-3-7 15,-2 2-1-15,2-4-8 0,1-2-13 0,1 0-4 16,0 0-6-16,4-6-9 0,-4 10-9 0,2-7-3 15,2-3-2-15,0 0-4 0,0 0-4 0,5 11 1 16,1-9 1-16,5-1-3 0,8-1-8 0,0-1-17 16,8-1-9-16,2-3-23 0,2 4-21 0,1-4-18 15,-3-1-28-15,-2 3-22 0,-7 2-37 0,1-3-42 16,-2 1-62-16,-5 1-218 0,-5 1-512 0,0-2 226 16</inkml:trace>
  <inkml:trace contextRef="#ctx0" brushRef="#br0" timeOffset="-197962.93">13811 14450 103 0,'-17'0'225'0,"3"0"-7"0,3 0-13 16,4 2-16-16,1 0-21 0,6-2-12 15,-10 2-13-15,10-2 5 0,0 0-2 0,0 0-6 16,27 10-2-16,7-7-11 0,24-1-10 0,9 2-10 16,44-6-12-16,-1-2-6 0,11 1-7 0,6-1-7 15,9-6-5-15,6 5-4 0,1 2-15 0,3-7 0 16,-2 2 2-16,-5-1-3 0,3 5 3 0,-3-4 4 16,-6 3 5-16,-4-2-1 0,-8-1 4 0,7 2 1 15,-4 0-6-15,-2-1-1 0,-9 4 3 0,-12-3-18 16,-5 2 15-16,-29-2-3 0,22-1-1 0,-30 1-3 0,0 4-3 15,-4-2-2-15,-5-1 8 0,-15 3 7 16,-4-1-4-16,-3 2-16 0,-10-1-3 0,-5 0 18 16,-3 1-8-16,-2 0-12 0,-2 1 3 0,-6 0-8 15,0 0-5-15,0 0-21 0,0 0-32 0,0 0-35 16,-20-13-35-16,2 9-34 0,-4 1-36 0,-10 2-51 0,1-1-47 16,-2 0-48-16,-4 4-214 0,0-1-568 15,0 1 251-15</inkml:trace>
  <inkml:trace contextRef="#ctx0" brushRef="#br0" timeOffset="-193615.41">14400 14604 62 0,'0'0'208'16,"-3"-10"-14"-16,3 10-5 0,0 0-8 0,0-12-7 15,0 12-24-15,0 0-14 0,-2-7-18 0,2 7-10 0,0 0-15 16,0 0-9-16,0 0-5 0,0 0 13 15,2 37 4-15,1-12-5 0,-6 4-4 0,-1 1-2 16,1 2-26-16,1 3-3 0,0-2 2 0,-2 0-4 16,0-1 2-16,-3-2-4 0,5-1-1 0,-4 0 2 15,2-3-3-15,0-7-3 0,1 0-9 0,1-1-4 0,1-8-1 16,1 3-2-16,-3-4-8 0,-1 1 0 0,4-3-4 16,-2-1 2-16,2-6-2 0,0 11 0 0,0-11-4 15,2 7 0-15,-2-7 1 0,0 0-2 0,4 8 1 16,-4-8 1-16,6 3-5 0,-6-3 2 15,17-2-3-15,-6-2-2 0,4 2 0 0,3-3-1 16,1 0-1-16,-2-1-6 0,1 1-5 0,-2 3-16 0,2-3-16 16,0-1-17-16,0 3-26 0,-2-1-38 0,-3 1-41 15,-2 0-42-15,5 1-36 0,-3 0-141 16,-3-1-409-16,3-2 182 0</inkml:trace>
  <inkml:trace contextRef="#ctx0" brushRef="#br0" timeOffset="-193282.79">15200 14662 151 0,'-5'-4'203'16,"-2"2"-8"-16,7 2-10 0,-13-2-9 0,13 2-15 16,-19 4-9-16,9 0-13 0,0 3-4 0,-3 3-4 15,2 3-11-15,-1 2-12 0,2-1-4 0,1 2-9 16,-1 0 10-16,2 1-16 0,3-2-10 0,1 1-3 16,1-3-12-16,3-2-1 0,0 3-7 0,3 1-3 15,3-3-10-15,1-1 3 0,3 2-9 0,3-2 1 16,-2-4-11-16,6 1-20 0,-3-2-32 0,4-1-29 15,-5-1-37-15,3 1-47 0,-3-4-39 0,1 0-26 0,-2 1-156 16,-2-4-388-16,4 0 172 0</inkml:trace>
  <inkml:trace contextRef="#ctx0" brushRef="#br0" timeOffset="-193052.82">15466 14786 16 0,'0'0'187'15,"5"-3"-13"-15,-5 3 0 0,0 0 18 0,0 0-5 16,0 0-5-16,-1 22-2 0,-2-11-9 0,2 2 0 16,-2 2-13-16,1 0-16 0,-1 2-8 0,-1-2-8 15,0 2-7-15,2 0-11 0,-2-2-11 0,1 2-7 16,2-1-7-16,0 0-8 0,0-1-10 0,-1-4-3 16,4 1-4-16,-4-2-10 0,4 0-18 0,-2-3-29 15,-2 3-30-15,2-10-31 0,0 12-40 0,2-5-55 16,-2-7-40-16,0 0-38 0,0 10-144 0,0-10-407 15,0 0 180-15</inkml:trace>
  <inkml:trace contextRef="#ctx0" brushRef="#br0" timeOffset="-187841.89">7638 6257 41 0,'0'0'48'0,"0"0"-2"0,0 0-3 0,0 0-2 15,0 0 1-15,-5-9-2 0,5 9-4 0,0 0-4 16,-4-6 2-16,4 6-7 0,0 0 2 0,0 0-5 16,0 0-1-16,-5-4 0 0,5 4-2 0,0 0-3 15,0 0 0-15,-8-6 0 0,8 6 3 0,0 0-6 16,0 0 1-16,0 0-4 0,0 0 4 0,0 0-1 16,0 0 3-16,0 0 3 0,-2-5-1 0,2 5-2 15,0 0-7-15,0 0 11 0,0 0-4 16,0 0-1-16,-5-5 9 0,5 5-4 0,0 0-4 0,0 0 3 15,0 0 1-15,0 0 1 0,0 0-8 0,-3-8-4 16,3 8 7-16,0 0-5 0,0 0 0 0,0 0 4 16,3-12 0-16,-3 12-4 0,0 0-4 0,4-9 5 15,-4 9-4-15,6-6 1 0,-1 2-2 0,-5 4-2 16,4-7 1-16,-4 7 2 0,6-8-5 0,-2 3 4 16,-1-1-1-16,-3 6 3 0,5-7 4 0,-5 7-4 15,5-8-4-15,-1 3 4 0,-4 5-3 0,5-12-1 16,-3 8-1-16,-2 4 3 0,4-10 2 0,-1 5 3 15,-3 5-3-15,5-7 2 0,-2 3-6 0,-3 4 1 16,2-8 2-16,-2 8 3 0,3-8-8 0,-3 8 0 16,5-7-1-16,-3 2 2 0,-2 5 6 0,3-6-5 15,-3 6-1-15,4-8 8 0,-4 8-2 0,0 0 2 16,2-7-4-16,-2 7 2 0,0 0-2 0,0 0 6 16,1-8-8-16,-1 8 1 0,0 0 1 0,0 0-4 15,0 0 3-15,0 0-3 0,0 0 1 0,0 0-1 16,3-6-4-16,-3 6 1 0,0 0 0 0,0 0 1 15,0 0 1-15,0 0 0 0,0 0 0 0,0 0-1 16,0 0 2-16,0 0 0 0,0 0 3 0,0 0-2 16,0 0 2-16,0 0-2 0,0 0 0 0,0 0 4 15,0 0-5-15,0 0 6 0,0 0-5 0,0 0 0 16,0 0-2-16,4-7 7 0,-4 7-5 0,0 0 5 16,0 0 2-16,0 0-3 0,0 0 2 0,0 0 0 15,0 0-2-15,0 0 3 0,0 0 0 0,0 0-4 16,0 0 0-16,0 0-1 0,0 0-1 0,0 0-1 15,0 0 0-15,0 0-3 0,0 0 0 0,0 0 2 16,0 0-3-16,0 0 2 0,0 0-5 0,0 0 0 16,0 0 2-16,0 0-1 0,0 0-2 0,0 0-1 15,0 0-3-15,0 0-1 0,0 0 3 0,0 0 3 16,0 0-4-16,0 0 0 0,0 0 1 0,0 0 8 16,3 20-9-16,-3-20 6 0,2 11-4 0,-2-4 1 15,1 0-1-15,-1 0 3 0,2-1-4 0,-2 4 7 16,0 1 2-16,2 0 4 0,-4-1-5 0,2 2 2 15,-3 0 2-15,3-2 2 0,-1 4 4 0,1-4 4 16,-1 2 3-16,-1 4 4 0,1-4-9 0,-2 1-1 16,2-2-3-16,0 1 2 0,-1-1 0 0,0 2-5 15,-1 0 2-15,2-3-3 0,0 2-2 0,-1-3 1 16,1 4-4-16,0-2 2 0,0 1 3 0,-1-2 1 16,0 2 1-16,1 0-2 0,-2-1 0 0,2-1 2 15,1 1-5-15,0-2 2 0,-1 2 0 0,2-3-2 16,-1 3-2-16,1-1 0 0,-1-2 4 0,1-1 0 15,-1-7-5-15,0 15 1 0,0-10-1 0,2 3 0 16,-2-8 0-16,0 13-1 0,1-7 0 0,1 1 2 0,-2-7-2 16,0 13 2-16,2-6-2 0,-2-7 1 0,1 13 0 15,-1-7-1-15,0-6-1 0,1 11 1 16,-1-11-4-16,0 11 7 0,0-11 0 0,1 12-5 16,-2-7 0-16,1-5 4 0,-1 13-2 0,1-5-2 15,0-8 12-15,-1 13-10 0,1-7-2 0,-2 3 1 0,2-9-2 16,-3 12 2-16,1-5 1 0,0-1-1 0,1 1 5 15,1-7-1-15,-3 14-2 0,2-7 5 16,-2-2-5-16,3-5 2 0,-5 10-2 0,4-2-5 16,1-8 11-16,-4 7-7 0,2 0 1 0,2-7-3 0,-1 10 3 15,1-10 1-15,-2 9-3 0,-1-3 1 0,3-6-4 16,-2 8 5-16,2-8-3 0,-3 8 1 0,3-8 9 16,0 0-11-16,-4 10 5 0,4-10-2 15,-2 8-2-15,2-8 0 0,-3 6 2 0,3-6 0 0,-4 6 0 16,4-6-2-16,-4 5 3 0,4-5-3 0,-2 6 0 15,2-6 0-15,0 0 3 0,-4 7-1 0,4-7-1 16,-4 6 1-16,4-6 2 0,0 0-2 16,-2 8 2-16,2-8 0 0,-4 5-2 0,4-5 0 0,0 0-2 15,-5 6 4-15,5-6-3 0,0 0-1 0,0 0 2 16,-8 3 1-16,8-3-1 0,0 0 0 0,-8 2-6 16,8-2 6-16,0 0-8 0,0 0-1 0,-12 0-4 15,12 0 0-15,-9 2-1 0,9-2 2 16,-9 1 1-16,9-1-2 0,-10 2 1 0,10-2-1 0,-6 3-2 15,6-3 1-15,-9 5-2 0,9-5-1 0,-7 1 4 16,7-1-2-16,-9 4-2 0,9-4 3 0,0 0 0 16,0 0 6-16,-5 4-2 0,5-4 3 0,0 0 2 15,0 0-1-15,-7 2 0 0,7-2 3 0,0 0 0 16,0 0 2-16,0 0-5 0,0 0 2 0,-14-7-1 16,14 7 3-16,-3-5-2 0,3 5 4 0,-6-8-2 15,6 8-2-15,-2-11 6 0,0 5-6 0,2 6-2 16,0-13 3-16,0 3 0 0,3 1 3 0,2-1-5 15,0 1 1-15,3-1-1 0,-2 0-2 0,2-1-1 16,2-3-2-16,3 3-4 0,-1-2-1 0,1 0-2 16,2 1 3-16,-1 2-1 0,-4 1-2 0,0 2 1 15,3-1 0-15,-4 0-4 0,2 2-3 0,1-1-19 16,-2 1-20-16,2 1-17 0,0 0-27 0,0-2-18 16,-1 3-32-16,0-1-86 0,-2 1-259 0,1-2 116 15</inkml:trace>
  <inkml:trace contextRef="#ctx0" brushRef="#br0" timeOffset="-187668.83">8042 6574 70 0,'8'0'236'0,"-8"0"-7"0,0 0-11 0,0 0-12 15,7-5-18-15,-7 5-19 0,0 0-21 0,0 0-16 16,0 0-34-16,0 0-41 0,0 0-49 0,0 0-61 15,0 0-56-15,0 0-158 0,0 0-288 0,0 0 128 16</inkml:trace>
  <inkml:trace contextRef="#ctx0" brushRef="#br0" timeOffset="-184581.92">7645 6079 36 0,'0'0'52'0,"0"0"-6"0,0 0 6 16,0 0-3-16,0 0-6 0,0 0-6 0,0 0-2 15,0 0 1-15,0 0-4 0,0 0-3 16,0 0 0-16,0 0-6 0,0 0-1 0,0 0 3 16,0 0 4-16,0 0 1 0,0 0-4 0,0 0 1 0,0 0-4 15,2 20 2-15,-2-20-1 0,-1 7 11 0,1-7-3 16,-3 12 8-16,2-6-10 0,1-6 7 0,-4 14 2 16,3-5-8-16,-2 1-1 0,-1 0 2 15,-2 0 1-15,1 1 9 0,-3-2-1 0,2 3 3 0,1-2-3 16,-2 5 0-16,0-6-9 0,-2 5 3 0,0-1-9 15,0-4 13-15,3 1-16 0,-1-3 3 0,2 2-7 16,1-4 4-16,0-1-7 0,-1 1 4 16,5-5-7-16,-4 8 12 0,4-8-15 0,-3 5 1 0,3-5 3 15,0 0-3-15,-6 5-2 0,6-5 2 0,0 0-9 16,-2 6-1-16,2-6-19 0,0 0-11 0,0 0-23 16,0 0-23-16,0 0-26 0,0 0-30 0,0 0-76 15,0 0-224-15,0 0 101 0</inkml:trace>
  <inkml:trace contextRef="#ctx0" brushRef="#br0" timeOffset="-158662.72">16121 14714 53 0,'4'-7'143'0,"-4"7"2"0,1-9-2 0,-1 9-3 16,0 0-9-16,-1-15-2 0,1 15-12 0,-1-6-5 15,1 6-3-15,0 0-11 0,-7-8-7 0,7 8 1 16,-5-3-12-16,5 3-8 0,0 0-8 0,-10 0-2 15,10 0 4-15,-16 9 4 0,8-3-2 0,-4 0-5 16,2 3-3-16,-3 3-5 0,-1 2-9 0,0-1 2 16,1 2-1-16,-2-2-4 0,5 0-19 0,-2 4-8 15,2 1 4-15,2-2 0 0,1 0-4 0,2-2-1 16,2-2-5-16,1 1-1 0,2-1 1 0,0-1-2 16,1-1 3-16,3-2-3 0,-2 1 1 0,6-1-2 15,0 1 0-15,1 0-2 0,3-4-8 0,4 1-14 16,1-2-17-16,-1 2-19 0,3-5-31 0,-2 2-26 15,2-3-34-15,0 0-22 0,-6-1-13 0,5-1-113 16,-6 1-317-16,2-1 140 0</inkml:trace>
  <inkml:trace contextRef="#ctx0" brushRef="#br0" timeOffset="-158394.37">16287 14923 15 0,'0'0'108'0,"16"3"-5"0,-16-3 16 15,12 4-6-15,-5-2 0 0,-1 2 4 0,2 0-9 16,-2 1-9-16,-2 0 8 0,3 3 5 0,-4 0-3 16,3-1 4-16,-5 5 1 0,-1-3-10 0,0 4-2 15,-4-2-6-15,-2 5-12 0,-3-3-3 0,-2 3-5 16,1-3-7-16,-3-1-4 0,2 1-7 0,3-6-6 16,0 2-8-16,5 0 2 0,-4-1-11 0,5-2-6 15,-1 1 6-15,3-7-6 0,-1 10-2 0,5-5-3 16,3-1-1-16,4 1-2 0,4-3-1 0,8 2-8 15,5-5-12-15,4 2-15 0,1-5-24 0,-1 4-20 16,4-4-24-16,1-3-45 0,-1 2-39 0,1-5-40 16,-4 3-107-16,2-3-341 0,-2 1 151 0</inkml:trace>
  <inkml:trace contextRef="#ctx0" brushRef="#br0" timeOffset="-155576.72">10714 15966 84 0,'3'-9'185'0,"-3"9"-17"0,0 0-11 15,0 0-5-15,0 0-4 0,0 0-3 0,0 0-10 16,0 0-6-16,-12 29-12 0,5-11-9 0,2 0-9 16,-2 1-10-16,-2 6-8 0,2-7 20 0,2 1-12 15,1 7-9-15,1-7-6 0,2-2-4 0,1 1-9 16,1-2-10-16,0 1-3 0,3-2-4 0,0-5-5 15,4 2-2-15,-1-3-4 0,1-1-3 0,0-3-2 16,2 0-1-16,-1-1-4 0,-1-2 1 0,3-1-6 16,-3-1 1-16,-8 0-2 0,19-3 0 0,-10-2-3 15,-2 2-2-15,2-3 2 0,-1-1-5 0,0 0 2 16,-1-1-2-16,2-1 0 0,-1 0 1 0,-2-3 3 16,0 2-1-16,-1-1-4 0,-1 0 1 0,-1 0-2 15,2 2 1-15,-3 1-5 0,-2 8 5 0,3-13-1 16,-3 13-6-16,3-7 0 0,-3 7-3 0,0 0 0 15,0 0 0-15,0 0-3 0,0 0 2 0,0 0 3 16,0 0-1-16,0 0 1 0,10 17-2 0,-8-7 0 16,2 0 3-16,3-2 0 0,1 2-2 0,-2-2 4 15,4-1 1-15,2 0-2 0,3-1 1 0,0 0 1 16,-2-1-4-16,5-3 2 0,-5-1 5 0,7-2-4 16,-1-1 0-16,1 0 2 0,0-3-1 0,-1-1 4 15,2-1 1-15,-2 0-1 0,-1-2-2 0,1-4 5 16,-2 5-3-16,-1-5 1 0,-5-1 5 0,1-3 3 15,-1 1 1-15,-4-1 2 0,1-1-2 0,-1 1 5 16,0-1-1-16,-5 1-7 0,0 1 4 0,0-1-2 16,-3-1 1-16,-2 0-5 0,1 3 1 15,-5-1-4-15,3 1 1 0,-2 4-5 0,1 2 1 16,0 0-2-16,1 1-13 0,0 2-17 0,1 2-18 0,3 4-19 16,-11-6-22-16,11 6-26 0,0 0-50 0,0 0-46 15,-12 9-218-15,12-9-459 0,-2 12 203 16</inkml:trace>
  <inkml:trace contextRef="#ctx0" brushRef="#br0" timeOffset="-155364.45">11644 15990 19 0,'0'0'242'0,"0"0"-19"0,7-1-21 0,-7 1-23 16,0 0-17-16,11-2-17 0,-4 1-19 0,3 0-19 16,-10 1-26-16,19-2-24 0,-10-1-33 0,-9 3-35 15,14 0-41-15,-14 0-38 0,12 1-27 0,-12-1-100 16,0 0-233-16,0 0 103 0</inkml:trace>
  <inkml:trace contextRef="#ctx0" brushRef="#br0" timeOffset="-155195.16">11610 16158 83 0,'-4'3'196'0,"4"-3"-2"0,0 0-12 15,0 0-10-15,0 0-14 0,0 0-10 0,0 0-12 16,0 0-10-16,21 5-11 0,-7-5-12 0,6-3-7 16,1 1-10-16,0-1-15 0,9-1-34 0,-2-5-41 15,-5 8-49-15,3-5-65 0,0 4-170 0,-5-3-312 16,0 0 138-16</inkml:trace>
  <inkml:trace contextRef="#ctx0" brushRef="#br0" timeOffset="-152671.75">13569 15586 67 0,'-20'-3'98'0,"-3"3"-5"0,3-1-7 0,2 1-10 15,2 0 5-15,1 0 0 0,2 0 2 0,13 0-9 16,-19 0-3-16,19 0-5 0,-14 0-6 0,14 0-19 16,0 0 5-16,-13 0-5 0,13 0-2 0,0 0-4 15,0 0 1-15,0 0 16 0,0 0 4 0,0 0-7 16,42 8-4-16,-5-6-4 0,1 0-3 0,16 0-9 16,4-2 0-16,8-2 3 0,24 2-5 0,-25-1-3 15,27-1-2-15,-2-3-5 0,-27 2 0 0,28 0-11 16,-2-4 10-16,-24 3 2 0,31-4-4 0,-6 0 1 15,2-1-1-15,-30 5-9 0,29-1 6 0,-36 0-3 16,6 0 3-16,-3-2-13 0,-2 2 16 0,-1-1-9 16,-4 1 4-16,-13-1-4 0,1 0 1 0,-3 2 4 15,0 1-6-15,-1-3 5 0,-3 1-6 0,0 3 4 16,-6 2-5-16,-3-3 3 0,-9 2-3 0,-1-1 1 16,-3 1-5-16,1 1 1 0,-11 0 0 0,12-1 4 15,-12 1-2-15,0 0-8 0,0 0-9 0,0 0-18 16,0 0-19-16,0 0-26 0,0 0-35 0,-37 10-30 15,5-5-91-15,-3-3-253 0,-4 0 112 0</inkml:trace>
  <inkml:trace contextRef="#ctx0" brushRef="#br0" timeOffset="-152117.37">13436 15612 98 0,'0'0'155'0,"0"0"-15"0,0 0-11 15,0 0-18-15,0 0-12 0,0 0 1 0,0 0 14 16,0 0-2-16,2 25 0 0,0-8-7 0,2 9-4 15,-2 2-4-15,-2 4 4 0,-2 3-14 0,2-1 9 16,-4 17-7-16,-2 0-4 0,-3-4 4 16,5 7 2-16,0 0-12 0,-6 1-8 0,1-5 21 15,0 0-10-15,5 0-6 0,-3 0-9 0,0-4-2 16,3 2-6-16,2-14-36 0,-5 1 0 0,7 0-1 16,-2-3-3-16,0 1-1 0,0-4 0 0,-2-1-5 15,10 0 0-15,-4-2-1 0,-2-6 1 0,2-2-1 0,-2-3-3 16,4 0-1-16,-1-4 1 0,-3 1-5 15,0-4 8-15,2 3-7 0,-2-11 1 0,0 14 1 16,0-14 3-16,4 10-1 0,-4-10 5 0,0 0 17 16,0 0 0-16,0 0-1 0,0 0-6 0,0 0-4 15,0 0 0-15,0 0-5 0,-15-18 0 0,7 9-1 16,2-4 0-16,-5 0-2 0,-1-3-1 0,3 1 0 16,-6 0-5-16,-5-6 8 0,1 1-6 0,-3 0-5 15,0-1 1-15,-3 2-4 0,0 1 5 0,-1 1-3 16,-5 2-1-16,1 1 1 0,-4 2-2 0,0 0 5 15,-2 5-2-15,3 0 5 0,1 4 4 0,5-2-8 16,4 1 1-16,8 1-4 0,2 0-13 0,1 1-21 16,6 0-19-16,1 0-24 0,5 2-29 0,0 0-22 15,0 0-37-15,0 0-46 0,0 0-213 0,0 0-457 16,34-17 203-16</inkml:trace>
  <inkml:trace contextRef="#ctx0" brushRef="#br0" timeOffset="-151772.59">14181 15884 47 0,'0'-12'229'15,"0"12"-10"-15,0-10-13 0,0 10-18 0,0 0-20 16,3-6-15-16,-3 6-17 0,0 0-15 0,0 0-9 16,0 0-2-16,0 0-8 0,-26 19-10 0,14-9-10 15,3 4-4-15,1-1-10 0,-2 1-6 0,5-3-6 16,1 0-7-16,0-1-2 0,0 0-3 0,3 1-8 16,-1 0-1-16,0 1 2 0,2-3-8 0,2-2-1 15,1 2-5-15,1 1 1 0,2-3-3 0,1 1-22 16,3-2-16-16,-2 0-26 0,3-1-21 0,3-3-23 15,-5-1-30-15,-9-1-20 0,27-1-6 0,-14-1-15 16,5-1 1-16,-5 0 2 0,-1-2 3 0,8 0-77 16,0-3-248-16,-3 3 111 0</inkml:trace>
  <inkml:trace contextRef="#ctx0" brushRef="#br0" timeOffset="-151597.65">14342 16021 777 0,'13'-9'-73'0,"1"-1"19"0,-1-2 19 0,-2 5 8 16,-2-4 4-16,-2 2 40 0,0 0 23 0,-1 3 6 16,-1-3-5-16,0 4 24 0,-5 5 8 0,7-10 5 15,-7 10-1-15,4-8-19 0,-4 8-1 0,0 0-11 16,8-3 10-16,-8 3 12 0,0 0 15 0,0 0 9 15,3 22 0-15,-5-10-6 0,2-1-3 0,-1 1-4 16,1 4-8-16,0-4-6 0,-2 5-4 16,2-1-4-16,0 3 1 0,0-2-16 0,-2 0 1 0,2-1-6 15,2 0-23-15,0-5-16 0,-4 0-25 0,4-1-29 16,-2 1-37-16,0-11-42 0,0 16-38 0,-2-11-121 16,2-5-319-16,0 0 141 0</inkml:trace>
  <inkml:trace contextRef="#ctx0" brushRef="#br0" timeOffset="-151384.06">14606 15972 2 0,'0'0'203'0,"0"0"-7"0,8-5-22 16,-8 5-8-16,11-2-15 0,-1-1-20 0,3 0-11 15,-1 2-11-15,7-1-8 0,1 0-13 0,0 2-9 16,2-3-18-16,-1 1-26 0,-1 0-32 0,2-2-35 16,-4 1-44-16,1 1-43 0,-6-1-113 0,-2 2-252 15,2-5 112-15</inkml:trace>
  <inkml:trace contextRef="#ctx0" brushRef="#br0" timeOffset="-151164.4">14889 15838 122 0,'0'0'187'0,"0"0"-7"0,0 0-24 15,0 0-13-15,0 0 1 0,0 0 9 0,0 0-17 16,-6 13-2-16,5-4 0 0,-1 2-7 0,1-1-16 16,0 3-8-16,-1-2-7 0,0 5-10 0,2-3-13 15,-2-2-6-15,2 1-6 0,0 1-2 0,0-2-28 16,0 2-28-16,-1-2-34 0,1-11-21 0,0 22-46 15,0-11-31-15,3-5-47 0,-3-6-128 0,4 12-328 16,-4-12 145-16</inkml:trace>
  <inkml:trace contextRef="#ctx0" brushRef="#br0" timeOffset="-150931.66">15282 15818 118 0,'0'0'211'0,"0"0"-14"16,-8-6-7-16,8 6-5 0,-13 4-5 0,3 1-5 16,1 3-1-16,-5 1-18 0,-1 7-11 0,4-3-15 15,0 1-11-15,2 2-13 0,-1-1-10 0,-1 0-7 16,6-4-9-16,0 5-10 0,2-4-8 0,3 3-13 16,2-4-20-16,-1 1-23 0,3-3-24 0,0 0-26 15,2 2-37-15,-6-11-21 0,16 14-28 0,-9-8-26 16,2-1-12-16,-1-2-11 0,-8-3-103 0,14 5-305 15,-14-5 136-15</inkml:trace>
  <inkml:trace contextRef="#ctx0" brushRef="#br0" timeOffset="-150679.65">15461 15951 66 0,'0'0'138'0,"10"3"-3"15,-4 0 4-15,-2 2 5 0,0 1-1 0,0 2 5 16,-2 1-6-16,-1 3-3 0,1-3-5 0,-2 5-10 15,-3 1-5-15,-1 9 1 0,0-6-14 0,1 0-2 16,-6 0-4-16,4-2-2 0,0-1-8 0,-1-4-11 16,2-1-3-16,-3-2-10 0,6 0-3 0,-3-1-11 15,1-2-5-15,0 0-1 0,3-5-6 0,0 0-1 16,5 13 1-16,-5-13-1 0,16 4-9 0,-3-4-1 16,5 0-15-16,2-3-11 0,8-2-12 15,0-1-21-15,-1-2-24 0,1 1-27 0,-2 0-28 16,-7 4-38-16,-2-3-41 0,-6 2-27 0,2 1-122 0,-13 3-365 15,14-4 163-15</inkml:trace>
  <inkml:trace contextRef="#ctx0" brushRef="#br0" timeOffset="-150246.83">13840 16496 129 0,'-9'1'202'0,"1"0"-13"15,1 0-20-15,7-1-11 0,-9 4-4 0,9-4-3 16,0 0-12-16,14 12-6 0,5-12-12 0,18 6-7 16,16-3-5-16,8 3-10 0,31-11-7 15,9 1-8-15,0-1-2 0,5 1-12 0,10-3-5 16,2-2-3-16,-3 3-14 0,6 2-1 0,-6-1-4 0,-5-2 4 16,-4 2 2-16,3-5-7 0,-2 5 8 0,-10 0-1 15,-1 4-2-15,-31-3 1 0,2 1-5 0,22 2-4 16,-36 1-2-16,2-2 0 0,-20 0-1 15,6 4-10-15,-5 0-1 0,-5-1-5 0,-8 1-1 16,-3-2 0-16,-2 1-15 0,-6 0-9 0,-4-1-13 16,-1 0-18-16,-7 0-22 0,0 0-36 0,0 0-46 15,0 0-63-15,-41 0-222 0,7-1-458 0,-5-2 203 16</inkml:trace>
  <inkml:trace contextRef="#ctx0" brushRef="#br0" timeOffset="-149531.18">14238 16786 199 0,'0'0'203'0,"2"-9"-8"0,-2 9-7 16,5-5-5-16,-5 5-5 0,0 0-12 0,1-9-10 15,-1 9-16-15,0 0-10 0,3-5-14 0,-3 5-11 16,0 0-17-16,0 0-7 0,0 0-13 0,0 0-5 16,0 0 0-16,0 0 11 0,5 21 0 0,-5-9-9 15,4 5 1-15,-1 9 2 0,1-2 9 0,-2-3-12 16,1-2-4-16,-2 1-10 0,1 0 1 0,2-2-11 15,-4 2 6-15,2-3-5 0,2 2-1 0,-4-2-6 16,0-5-1-16,0 0-6 0,-2-2-2 0,4 1 8 16,-2-2-8-16,-2 1-4 0,2-5 2 0,-4 3-3 15,4-8 0-15,0 9-2 0,0-9-2 0,0 0-7 16,0 11 7-16,0-11-8 0,0 0 6 0,0 0-8 16,4 7 7-16,-4-7-4 0,6 2-1 0,-6-2 1 15,16-2-2-15,3 1 3 0,1-2-9 0,12-1-8 16,-2-1-15-16,0 0-16 0,2-5-24 15,1 2-25-15,2-1-41 0,-1 0-36 0,0 1-47 0,-5-1-61 16,-1 1-162-16,-8 3-467 0,-1-3 207 0</inkml:trace>
  <inkml:trace contextRef="#ctx0" brushRef="#br0" timeOffset="-149015.16">15049 16774 141 0,'0'0'244'0,"2"-4"-7"15,-2 4-15-15,3-5-12 0,-3 5-18 0,0 0-15 16,0 0-15-16,0 0-16 0,0 0-15 0,0 0-17 15,0 0-7-15,0 0-14 0,0 0-8 0,-27 6-4 16,16 0-6-16,-3 5-4 0,3-1-6 0,-3-1-1 16,0 5-6-16,-2 5-4 0,4-2-7 15,3-1 1-15,-1 1-8 0,1-1 6 0,3 0-3 0,-1-1-1 16,5 2-4-16,-3-4 0 0,7 0-2 0,-2-4 1 16,3 1-10-16,-1-1 3 0,5 0-5 0,-1-2 1 15,1 0-4-15,5-2 3 0,1-2-3 0,4 1-4 16,-3-3-4-16,5 0-10 0,-2-2-14 15,2 0-23-15,-2-1-20 0,3 2-24 0,-2-5-25 16,0 0-20-16,-4 0-27 0,-3 1-26 0,0 1-24 16,0-4-22-16,0 1-149 0,-2-2-400 0,1 0 178 0</inkml:trace>
  <inkml:trace contextRef="#ctx0" brushRef="#br0" timeOffset="-148780.22">15298 16894 110 0,'0'0'176'0,"0"0"3"16,0 0-7-16,1-8-10 0,-1 8-9 0,0 0-14 16,0 0-8-16,0 0-16 0,0 0-16 0,0 0-4 0,0 0 16 15,0 0 4-15,0 0-9 0,0 23-7 16,-1-12 0-16,-1-4-9 0,2 4-6 0,0-1-10 16,-2 1 0-16,1-1-11 0,0 1-6 0,-2 1-3 15,2-2-7-15,1 3-4 0,-1-4-3 0,0 2-5 16,-1-3-9-16,1 1-12 0,1-9-25 0,0 0-23 15,-1 15-24-15,1-15-28 0,0 0-35 0,2 12-43 16,-2-12-46-16,0 0-137 0,-2 11-375 0,2-11 166 16</inkml:trace>
  <inkml:trace contextRef="#ctx0" brushRef="#br0" timeOffset="-148479.36">15802 16724 109 0,'0'0'229'0,"0"0"-12"0,0 0-9 16,-19-7-14-16,19 7-11 0,-24 7-13 0,12-1-8 16,-2 2-10-16,-4 5-14 0,4-1-2 0,-1 2-4 15,0 2-3-15,-1 4-8 0,6-4-11 16,-1 0-8-16,1 0-9 0,1-1-6 0,3 1-11 15,3-4-8-15,-1 0-2 0,3 0-12 0,-3-1-3 16,4-1-7-16,3 0-2 0,-1 0-4 0,3-2-7 16,1-2-18-16,1-1-18 0,-1-1-31 0,4 1-19 15,-1 0-28-15,1-5-33 0,0 4-34 0,0-3-24 0,-10-1-20 16,21 0-14-16,-11 0-148 0,-10 0-386 16,15-4 172-16</inkml:trace>
  <inkml:trace contextRef="#ctx0" brushRef="#br0" timeOffset="-148244.33">15918 16870 55 0,'8'-3'104'0,"-8"3"24"0,0 0 1 0,0 0 4 15,24 4 12-15,-24-4 1 0,9 9 0 0,-4-2-10 16,1-2-1-16,-1 4-6 0,-1-1-8 0,0 5-5 16,-1-4-3-16,-3 3 0 0,1-1-9 0,-2 0-4 15,1-11-2-15,-4 21-5 0,3-12-7 0,-3 1-6 16,1 0-8-16,2-4-6 0,1-6-4 0,-3 12-9 15,3-7-3-15,0-5-1 0,-3 10-9 0,3-10 1 16,0 0-7-16,11 10 0 0,-1-7-12 0,2-3-21 16,1 0-22-16,-1-3-25 0,8-1-30 0,-1-2-52 15,0-3-43-15,8-3-46 0,0 2-163 0,-8 1-411 16,10-5 183-16</inkml:trace>
  <inkml:trace contextRef="#ctx0" brushRef="#br0" timeOffset="-147585.25">17292 16133 100 0,'0'0'235'0,"0"0"-12"0,0 0-17 0,0 0-13 16,0 0-15-16,0 0-10 0,11-2-6 0,-11 2-2 16,12 4-10-16,-1-5-10 0,1 2-11 0,1 0-21 15,6 1-2-15,0-4-10 0,-2 1-12 0,0 1-19 16,-4-1-25-16,0 0-35 0,-1 1-42 0,-6 1-55 16,2-1-62-16,-8 0-45 0,10 1-146 0,-10-1-373 15,0 0 165-15</inkml:trace>
  <inkml:trace contextRef="#ctx0" brushRef="#br0" timeOffset="-147422.18">17206 16241 86 0,'-4'4'197'0,"4"-4"-9"0,0 0-6 16,0 0-9-16,0 0-11 0,11 11-10 0,-1-10-15 15,5 3-7-15,2-3-18 0,3-1-8 0,-1-1-31 16,2 1-24-16,1-3-48 0,1 1-50 0,5-1-54 15,4-3-163-15,-4-3-288 0,5 2 127 0</inkml:trace>
  <inkml:trace contextRef="#ctx0" brushRef="#br0" timeOffset="-146947.48">18864 15391 161 0,'-8'-2'218'0,"0"-2"-11"0,-1-1-9 0,2 1-8 15,7 4-10-15,-10-4-5 0,10 4-10 16,-9-2-12-16,9 2-18 0,-5-3-12 0,5 3-15 16,0 0-7-16,0 0-5 0,44-8-6 0,-4 6-14 15,18-10-3-15,35 11-9 0,-4-12-6 0,2 7-8 16,0-1-3-16,2 1-4 0,4-8-1 0,5 3-5 15,2 0-2-15,1 4-3 0,1-5-2 0,-7 2 0 16,-1 3-1-16,-5 1 9 0,-30 2-11 0,2-2-1 16,1 0-3-16,0-1 0 0,-3 1-1 0,-3 5-2 15,-6-1-3-15,-13 2-5 0,-4 0 5 0,-3 2-6 16,-2-3 0-16,-10 0 0 0,0 2-17 0,-6 0-25 16,-4 0-31-16,-5-1-28 0,0 2-24 0,-7-2-19 0,0 0-34 15,0 0-40-15,0 0-192 0,-40 14-433 16,8-11 191-16</inkml:trace>
  <inkml:trace contextRef="#ctx0" brushRef="#br0" timeOffset="-146335.5">18854 15402 16 0,'0'0'181'15,"-3"-7"-8"-15,3 7-6 0,-3-5-3 0,3 5-7 16,0 0-10-16,0 0-12 0,-3-7-10 0,3 7-17 16,0 0-9-16,0 0-12 0,0 0-13 0,0 0-7 15,0 0-2-15,0 0-3 0,0 0 5 0,0 0-3 16,3 25 6-16,0-9-4 0,0 3-5 0,-1 8 2 15,0 2 0-15,-4 3 1 0,1 16 7 0,-4-14-1 16,1 14-6-16,-1-1-6 0,0-1 2 0,-4 2-3 16,4-3 0-16,3-12 2 0,-3 15-12 0,0-3 4 15,0 6 1-15,-1-16-3 0,1 13-3 0,-1-14-3 16,1 15 15-16,-5 1 2 0,3 0 14 0,-4-5-13 16,3 0 3-16,0-9-2 0,-1 9 0 0,-4-1-6 15,4 2 0-15,0-13-8 0,-1 11-1 0,-2-11 4 16,1-1-8-16,4 0-11 0,-3 1-6 0,0 3 3 15,1-4 0-15,2-1 0 0,-1-2-5 0,-3 0-3 16,5-4-1-16,-2-2 0 0,2-5-2 0,1-2-35 16,-4-1-5-16,6-5 7 0,1-1 3 0,2-1-1 15,-2 0 3-15,1-2 0 0,1-6 1 0,-1 13 1 16,1-13 5-16,0 7-3 0,0-7 15 0,0 0 18 16,0 0 16-16,0 0 20 0,1 10-8 0,-1-10-3 15,0 0-2-15,0 0-14 0,-19-18 2 0,11 8-7 16,-1-4 1-16,-3 0-4 0,-5-7-4 0,-2-2-6 15,2-2-12-15,-1 1-13 0,-2-7 1 0,3 3-2 16,-3 1-6-16,-2-3-9 0,3 1 9 0,-1 3-9 16,-1 1 5-16,3 0-4 0,-1 1 0 0,2 5-11 15,3 3-1-15,3 2-28 0,-2 1-12 0,4-1-14 16,1 4-19-16,2 1-19 0,0 2-25 0,2 3-41 16,4 4-58-16,-3-13-57 0,3 13-181 15,0 0-528-15,16-17 234 0</inkml:trace>
  <inkml:trace contextRef="#ctx0" brushRef="#br0" timeOffset="-144663.96">19576 15453 138 0,'0'0'161'0,"0"0"-12"15,0 0-3-15,0 0 8 0,0 0 4 0,0 0-5 16,-3 32-7-16,3-15-11 0,-2 10-9 0,0 1-9 16,4 0-11-16,-2 0 15 0,3 0-10 0,-1 1-8 0,-2-1-8 15,2-3-4-15,-2-5-12 0,3-2-9 0,-1 1-7 16,0-4-3-16,-1 1-6 0,0-1-3 16,2-3-9-16,-1-3-4 0,0 2-3 0,-1-2-3 15,0-3-7-15,-1-6-18 0,0 11-19 0,1-5-16 16,-1-6-19-16,2 8-22 0,-2-8-13 0,0 0-21 15,0 0-16-15,0 10-16 0,0-10-41 0,0 0-157 0,0 0-360 16,0 0 159-16</inkml:trace>
  <inkml:trace contextRef="#ctx0" brushRef="#br0" timeOffset="-144427.59">19194 15929 159 0,'-8'2'155'0,"1"-1"-6"16,7-1-2-16,0 0 0 0,0 0-9 0,27 7-11 16,8-5-14-16,20 0-7 0,2-1-13 0,10 0-6 15,27-6-8-15,-2-1-5 0,-27 6-13 0,29-2 1 16,-29-2-6-16,-2 2-7 0,-2-2-6 0,-1 3 1 16,-6 1-10-16,-19 0-5 0,3 0-1 0,-10 0-5 15,-2 3-9-15,-9-2-23 0,-3 0-22 0,-1 0-22 16,-5 0-28-16,0 3-27 0,-8-4-26 0,10 7-134 15,-10-7-288-15,0 0 128 0</inkml:trace>
  <inkml:trace contextRef="#ctx0" brushRef="#br0" timeOffset="-143117.15">19684 16415 37 0,'0'0'230'16,"2"-8"-3"-16,-2 8 0 0,0 0-15 0,0 0-11 15,-3-12-17-15,3 12-13 0,0 0-17 0,0 0-18 16,0 0-13-16,0 0-12 0,-1-7-11 0,1 7-10 16,0 0-10-16,0 0-12 0,0 0-5 0,0 0-8 15,0 0 7-15,0 0-7 0,0 0 5 0,0 0 8 16,2 34-9-16,-3-25-6 0,2 1-5 0,-1 4-5 16,3 2 4-16,-3-1-4 0,1 1 4 0,1 0-1 15,-2 0-6-15,0 1-4 0,0-5-3 0,-2 1-2 16,2-2-5-16,-1 3-1 0,1-3-2 0,0 0-2 15,-3-1 8-15,3-2-8 0,-1-1-6 0,1-7 0 16,-3 13-7-16,3-13 4 0,-1 8-4 0,1-8 6 16,0 7-9-16,0-7 6 0,0 0-4 0,0 0 1 15,-1 8 2-15,1-8 2 0,0 0-3 0,0 0 3 16,0 0-2-16,0 0 9 0,0 0 0 0,0 0 6 16,6 5-5-16,-6-5 0 0,19-5-6 0,-8 2-1 15,3-2-2-15,-1 2-5 0,6-3 5 0,-7 5-5 16,1-2 2-16,1-1-2 0,-1 2-4 0,0-1-2 15,-2 0-7-15,1 0-6 0,1 2-14 0,-3 1-7 16,1-4-19-16,0 2-12 0,-2 0-17 0,-2 1-15 16,1-2-19-16,-8 3-14 0,0 0-34 0,0 0-17 15,17-4-30-15,-14 3-33 0,-3 1-140 0,0 0-414 16,0 0 184-16</inkml:trace>
  <inkml:trace contextRef="#ctx0" brushRef="#br0" timeOffset="-134026.52">20235 16419 53 0,'7'-11'147'0,"-5"8"0"0,1-2 4 0,-3 5 1 15,5-7-3-15,-5 7-10 0,5-7 1 0,-5 7-2 16,4-6-6-16,-4 6-15 0,2-5-6 0,-2 5-8 15,0 0-15-15,0 0-11 0,0 0-4 0,-25 0-5 16,13 5-4-16,-3 1-4 0,-4 2-1 0,1 0-6 16,-3 1 3-16,0 5-2 0,3-1-6 0,1 0 3 15,3-1-4-15,0 1 1 0,1 1-3 16,2-1 4-16,2 2-1 0,0-4-1 0,4 0-5 16,1 2 0-16,3-1-5 0,-1-1-1 0,4-1-7 0,1 1 2 15,4 0-6-15,-1 0-5 0,8-1-1 16,-2-1-16-16,4 0-13 0,5-2-22 0,-2-4-21 15,1 2-27-15,3-2-29 0,-5 1-30 0,3-3-32 16,-10 0-37-16,7-2-9 0,-1 1-114 0,-17 0-356 16,20-3 158-16</inkml:trace>
  <inkml:trace contextRef="#ctx0" brushRef="#br0" timeOffset="-133812.31">20385 16590 60 0,'0'0'175'0,"0"0"-10"0,0 0-4 16,0 0-15-16,0 0-12 0,0 0-12 0,0 0-7 16,0 0 1-16,0 0-4 0,0 0-5 0,0 0-7 15,7 19-7-15,-7-19-5 0,2 13-13 0,-1-5-3 16,-1-8-12-16,3 17-5 0,-1-7-3 0,2-1-7 16,-3 1-22-16,2 0-24 0,-2 1-14 0,-1-11-18 15,4 19-31-15,-4-19-38 0,4 17-36 0,-2-12-20 16,-2-5-104-16,0 0-282 0,1 19 125 15</inkml:trace>
  <inkml:trace contextRef="#ctx0" brushRef="#br0" timeOffset="-133393.59">20905 16024 42 0,'-3'-11'182'15,"3"11"-14"-15,0 0-12 0,0 0-12 0,0 0-14 16,0 0-7-16,0 0-14 0,0 0-9 0,0 0-7 16,10-9-8-16,-2 5-7 0,5 1-9 15,4-1 0-15,2 1-7 0,2 0-5 0,0-1-5 16,7 0-11-16,1-2-4 0,-7 4 3 0,9-3-7 15,-3 0-6-15,0 1-23 0,0 1-23 0,-7 2-28 16,-4-2-27-16,-2 2-29 0,-3 0-19 0,0 0-26 0,-12 1-84 16,0 0-250-16,15-3 110 0</inkml:trace>
  <inkml:trace contextRef="#ctx0" brushRef="#br0" timeOffset="-133163.75">21172 15838 90 0,'-3'-14'139'0,"3"14"6"0,0 0 15 0,0 0-4 15,0 0-7-15,0 0-5 0,-11 30-6 0,7-17-9 16,-2 3-8-16,-1-1-11 0,3 3-11 0,-1-2-6 16,1 3-16-16,1-2-9 0,-1 2 3 0,-1 0-9 15,1 1-5-15,0-2-2 0,3 1-19 0,-2-2-23 16,3 1-28-16,-2 0-25 0,-1-3-29 0,3-3-35 15,-2 2-35-15,0-2-35 0,0 2-89 0,2-14-282 16,-3 22 124-16</inkml:trace>
  <inkml:trace contextRef="#ctx0" brushRef="#br0" timeOffset="-131604.36">21586 15394 57 0,'0'0'185'0,"0"0"-13"16,0 0-12-16,0 0-12 0,0 0-14 0,1-9-15 16,-1 9-16-16,0 0-8 0,0 0 7 0,0 0-3 15,0 0 4-15,2 30-4 0,-4-19-3 0,2 7-1 16,0 0-10-16,0-3-4 0,0 2 17 0,0 1-8 15,0 0-6-15,-1-3-9 0,1 1-6 0,0 2-8 16,-3-4-5-16,3 0-5 0,0-3-3 0,0 5-6 16,2-5-5-16,-1 1-1 0,-1-1-21 0,1 0-25 15,1-1-24-15,-2 2-25 0,-2-4-41 0,0 3-34 16,2-3-46-16,-3-2-36 0,0 4-111 0,3-10-355 16,-7 12 157-16</inkml:trace>
  <inkml:trace contextRef="#ctx0" brushRef="#br0" timeOffset="-131381.75">21348 15866 110 0,'0'0'190'0,"0"0"-9"0,0 0-12 15,40 0-11-15,-11-1-16 0,7 1-11 0,14-2-6 16,5 4-18-16,0-1-4 0,0-2-10 0,1-1-10 15,-4 1-11-15,1 0-2 0,-16 0-16 0,-1 2-13 16,-6-1-27-16,0 0-33 0,-10-1-35 0,-1 2-26 16,-6 0-37-16,-1 0-29 0,-1 1-93 0,-11-2-256 15,12 2 113-15</inkml:trace>
  <inkml:trace contextRef="#ctx0" brushRef="#br0" timeOffset="-130917.27">21465 15954 31 0,'0'0'185'16,"0"0"-10"-16,0 0-11 0,0 0 7 0,0 0-4 16,0 0-4-16,14 23-1 0,-11-10-15 0,1 6-10 15,-4 0-6-15,3 5-11 0,-2-5-7 0,-2 2-8 16,1-2-10-16,0 0 2 0,-3 1-12 0,2-3-8 15,0 2-12-15,1-6 2 0,0 0-8 0,0 0-3 16,0-3-1-16,-2 3-4 0,2-5-4 0,2 2-31 16,-2-3-4-16,0-7 0 0,0 11 1 0,1-6-1 15,-1-5-1-15,1 6-1 0,-1-6 9 0,0 0 7 16,3 8 3-16,-3-8 9 0,8 3-3 16,-8-3-3-16,12 0-1 0,1 0-6 0,-1 2 0 0,0-2-5 15,1-2 0-15,2 1-9 0,-2 0-19 0,5-1-23 16,-5 1-23-16,0-1-36 0,1 0-33 0,-3-2-44 15,2 3-40-15,-7-1-200 0,2 2-442 0,-8 0 196 16</inkml:trace>
  <inkml:trace contextRef="#ctx0" brushRef="#br0" timeOffset="-130626.08">22074 16045 41 0,'-4'-11'214'0,"4"11"-8"15,0 0-5-15,-18-3-8 0,18 3-5 0,-24 7-11 16,10-1 2-16,-4 3-16 0,3 5-8 0,-2 0-15 16,2-1-12-16,-3 0-5 0,6 1-7 0,-3-2-4 15,6 2-9-15,-2-1-17 0,3-2-2 0,2-1-13 16,1-1-4-16,-1 3-8 0,4-2-4 0,-1 0-4 15,5-1-6-15,-1-2-4 0,3 3-3 0,3-4-19 16,2 1-24-16,3-1-30 0,-2-2-27 0,4 0-35 16,3-3-44-16,1 2-40 0,-2-2-29 0,2-1-19 15,-6-1-121-15,0-1-378 0,3-2 168 0</inkml:trace>
  <inkml:trace contextRef="#ctx0" brushRef="#br0" timeOffset="-130369.95">22225 16218 129 0,'5'2'160'0,"0"0"-1"0,2 2-2 0,-3 1-7 16,-1 1 6-16,2 1-6 0,-1 0-12 0,0 1 4 15,-4 1 5-15,1 2-11 0,-2 0-2 0,-2-2-3 16,0 5-4-16,-4-1-8 0,4-2 0 16,-4-1-10-16,1 1-9 0,-1 0-8 0,-2-1-7 15,3-1-14-15,1-2-3 0,0 0-8 0,2-2 2 16,0 0-16-16,3-5-3 0,-2 10-1 0,2-10-5 15,6 11-3-15,3-6 2 0,5-3-10 0,7-2 2 16,6 1-17-16,7-1-17 0,1-3-12 0,-1-2-19 0,2-1-25 16,-3 1-22-16,-5-1-36 0,0 1-41 0,-8-3-37 15,-3 2-41-15,-5-1-142 0,1 1-411 16,-4-1 183-16</inkml:trace>
  <inkml:trace contextRef="#ctx0" brushRef="#br0" timeOffset="-129547.18">20771 15222 12 0,'-8'0'78'0,"8"0"-8"0,0 0 8 16,0 0-6-16,-13 0-2 0,13 0 6 15,0 0-7-15,-10 0 15 0,10 0-6 0,0 0-2 0,0 0-9 16,-9-1 6-16,9 1-3 0,0 0-10 0,0 0-1 16,0 0-10-16,0 0 3 0,0 0-3 0,0 0 1 15,0 0 1-15,41 1-6 0,-8-1-2 0,5-1 1 16,16-1-3-16,5 2 0 0,7-2-13 16,26-2 5-16,-1-2-8 0,-1 4 6 0,3-5-4 15,4 0-2-15,-3 2-8 0,1-4-5 0,1 3 8 0,-5 2-5 16,2-2-3-16,-1-3 1 0,-28 4-1 15,33-5-3-15,-6 0 2 0,-30 1 3 0,3-1 2 0,-4 4-1 16,-1-3-2-16,-7 0 3 0,-13 2 5 0,-2-1 7 16,-4 1 6-16,-4 1 6 0,2-2 2 15,-9 7 6-15,-3-3-3 0,-5 2 4 0,-4-1-5 0,0 1-4 16,1 0-2-16,-6 2-7 0,-5 0-2 0,10-3-6 16,-10 3 1-16,8-1-5 0,-8 1-4 0,0 0-5 15,7-1-17-15,-7 1-7 0,0 0-15 0,0 0-19 16,0 0-20-16,0 0-30 0,0 0-33 15,0 0-41-15,0 0-151 0,0 0-349 0,0 0 154 0</inkml:trace>
  <inkml:trace contextRef="#ctx0" brushRef="#br0" timeOffset="-118809.7">23600 7622 96 0,'3'-12'212'0,"-3"-1"-13"0,1 1-13 16,-1-5-11-16,-1 6-13 0,-3-1 0 0,1 2-1 0,-1-3-6 16,-2 5-5-16,-2-2-15 0,2 1-9 15,0 1-5-15,-1-1-10 0,1 3-13 0,-1 2-11 0,0 3-7 16,-3-2-10-16,1 2-6 0,-4 1-6 16,4 2-12-16,-3 1-1 0,2 2-3 0,1 3-4 15,-4 4-6-15,1 1-1 0,3 3-5 0,-5 6 3 16,3 2 2-16,0 8-3 0,2-3 0 0,1-1-2 0,2 7 2 15,3-2-2-15,1 1-3 0,-1 0-1 0,3 0-2 16,0 3 0-16,3-2-5 0,-1-3 1 16,1 1-3-16,-1-5 1 0,2 2 6 0,-2-4-12 0,0 0 0 15,1-7 1-15,-1 6 2 0,-3-7-4 0,1 0-1 16,-1 1 1-16,0-4-4 0,-2 0-7 0,2-3-16 16,-2-2-4-16,0 1-14 0,0 0-13 0,-1-5-16 15,1 0-27-15,1 0-30 0,2-6-26 0,-7 8-30 16,7-8-30-16,-7 2-178 0,7-2-419 0,0 0 185 15</inkml:trace>
  <inkml:trace contextRef="#ctx0" brushRef="#br0" timeOffset="-118637.02">23281 7960 174 0,'0'0'166'0,"3"-8"-5"16,-3 8-5-16,9-4-10 0,-1 2-9 0,0 1-17 15,3-1-9-15,3-2-15 0,4 3 1 0,3 0-17 16,-1 0-15-16,-1 2-37 0,0-1-28 0,3-1-55 16,-1 1-53-16,0 1-121 0,7-2-249 0,-7 0 110 15</inkml:trace>
  <inkml:trace contextRef="#ctx0" brushRef="#br0" timeOffset="-118479.8">23810 7877 138 0,'7'-3'170'0,"0"0"1"0,-1 1-13 16,3-2-13-16,3 0-17 0,0 1-14 0,1 0-6 15,5 2-16-15,-4-1-27 0,4 1-34 0,-5 2-48 16,1-1-45-16,-3 2-47 0,-2 2-80 0,0-1-205 0,-4 0 91 16</inkml:trace>
  <inkml:trace contextRef="#ctx0" brushRef="#br0" timeOffset="-118328.02">23872 8022 45 0,'-5'6'195'0,"5"-6"-1"0,-2 5 1 0,2-5-6 15,0 0-10-15,0 0-11 0,0 0-13 0,0 0-14 16,0 0-12-16,0 0-19 0,19 2-8 0,-5-4-17 0,-1 1-24 16,6-2-36-16,1 1-43 0,0 2-50 0,0-3-62 15,0 2-164-15,0 0-317 0,0-1 142 16</inkml:trace>
  <inkml:trace contextRef="#ctx0" brushRef="#br0" timeOffset="-117275.77">22813 14436 90 0,'0'0'103'0,"0"0"-14"0,0 0-11 0,0 0-11 16,0 0 5-16,0 0 1 0,0 0-6 0,1-18-5 16,-1 18-3-16,0 0-3 0,-1-9-21 0,1 9 5 15,0 0-5-15,-2-11-27 0,2 11-13 0,-2-7-4 16,2 7-24-16,-8-6 4 0,8 6-4 0,-3-5 7 15,3 5-8-15,0 0-4 0,-9-7-3 0,5 4-4 16,4 3-7-16,-7-4-2 0,7 4-36 0,0 0-96 16,-7-5 42-16</inkml:trace>
  <inkml:trace contextRef="#ctx0" brushRef="#br0" timeOffset="-116320.27">22799 14347 29 0,'0'0'65'0,"0"0"-7"0,7-3 14 16,-7 3-5-16,5-4-4 0,-5 4 3 0,0 0-5 15,4-6 0-15,-4 6 0 0,0 0-6 0,0 0-7 16,0 0-2-16,0 0-6 0,0 0-6 0,0 0-3 16,-4-13 3-16,4 13-5 0,2-6 2 0,-2 6 1 15,0-11-2-15,0 11 3 0,0-13-10 0,1 6-2 0,0 0 11 16,-1 7 2-16,0-22-4 0,0 6-7 15,2 3 6-15,-2-5-7 0,1-7 0 0,3-1-8 16,0-3-1-16,1-1 0 0,1-2 3 0,4-16-9 16,1 15-7-16,5-15 12 0,-4 4-4 0,2-2 6 0,-4-2 8 15,0 2-7-15,0 0-7 0,-1-2 2 0,-4 14 2 16,1-14-8-16,-2 1 9 0,-3-2-4 0,1 4 2 16,-2 10 1-16,3-12 1 0,-6 0-4 15,1 12 1-15,-1-13-4 0,1 3 5 0,0 10-10 0,2-1 5 16,0-12-9-16,-1 1 6 0,4 0-8 0,-3-3-1 15,-2 3 3-15,4-1 2 0,-1 0 0 0,-1-1 0 16,0-2 2-16,1 0 0 0,1 1-7 0,-1-1 7 16,0-1-2-16,0 5 0 0,-2-3-2 0,5 5 1 15,-4-4 6-15,1 14-12 0,-1-10 11 0,-1 12-3 16,-2-1 1-16,1-1 4 0,-1 1-2 0,1 2-6 16,-1-4 9-16,-7-11-7 0,1 13 6 0,5-1 1 15,-4 0-7-15,-1-10 8 0,3 11 0 16,-5-13-4-16,4 15 5 0,-1-3-8 0,1-14 5 0,-3 17 0 15,3 0-3-15,3-1 13 0,-1-2-9 0,0 1-1 16,0 0-5-16,0 1 1 0,1 0-5 0,-2-1 7 16,0-2 2-16,-2-9-4 0,3 11-6 0,-1-2 10 15,0 0 5-15,-2-11-7 0,-2 1 4 0,5 11-7 16,-4-10 3-16,1 12-6 0,-4-11-2 0,3 9 15 16,-4-9-6-16,3 12-4 0,-2-1 0 0,1-1 2 15,0 2-2-15,0 0 8 0,0-2-9 0,1 0-1 16,1 1-3-16,-4-11 2 0,2-1-3 0,5 12 9 15,-6-16-9-15,6 4 1 0,-2-2 2 0,-2-1 0 16,0 3-2-16,3 12 2 0,-2-13 1 0,1-1-7 16,0 13 9-16,2 0-5 0,-5-11 3 0,2 13-3 15,0-3 11-15,2 3-9 0,0-1 5 0,1 0 2 16,2 0-4-16,0 0-3 0,0 0 5 0,1 2 2 16,3-3-5-16,-2 1 3 0,2 1-2 0,0 0 3 15,0-1-2-15,0 1-5 0,3-2 5 0,-3-2 2 16,1 2 3-16,-1-1-6 0,1 0 3 0,-2-1 3 15,0 1-4-15,0 0 0 0,-2 0-3 0,0 2 5 16,1 1 3-16,-2 1-2 0,0 3-6 0,1-3 1 0,-4 5 3 16,2-3-2-16,0 3-4 0,-2-3 3 15,0 5-5-15,3-1 12 0,-1 0-5 0,1 5 7 0,0 2-1 16,-1-1-8-16,0 0 3 0,2 1 2 16,-2-1 3-16,3 1-6 0,-3-1-1 0,1 2-2 15,-1 0 2-15,-2-1-2 0,1 2 7 0,-1-2 3 0,1-2-14 16,-2 2 2-16,2-1 5 0,0 2-8 0,1 0 13 15,2 5 1-15,0-1-1 0,2 2-1 0,-1 3-7 16,2 1 0-16,0 7 2 0,0-13-4 0,0 13 0 16,1-7-4-16,-1 7-4 0,4-5-4 0,-4 5 0 15,0 0-6-15,10-1-6 0,-10 1 3 0,0 0 3 16,19 2-11-16,-19-2-9 0,16 3-5 0,-5-2-10 16,-11-1 0-16,20 2-1 0,-8-2-8 0,-1 1-11 15,3 0-4-15,-1-2-13 0,0 0-68 0,5-1-173 16,-5-1 77-16</inkml:trace>
  <inkml:trace contextRef="#ctx0" brushRef="#br0" timeOffset="-115901.85">22227 8246 69 0,'-17'-4'78'0,"0"3"4"0,6 1-7 15,2-2 3-15,9 2-2 0,-17-1 7 0,17 1-7 16,-9 0-4-16,9 0-1 0,0 0 2 0,-9-3 2 16,9 3-23-16,0 0 1 0,0 0-5 0,0 0-7 15,22-11-3-15,-9 9-4 0,7-6-2 0,8 3-2 16,-1-4 1-16,2 4-9 0,0 0-5 0,-1 0-4 15,-2 2 5-15,-5 0-1 0,-1 0-2 0,0 0-2 16,-3 0 0-16,-3 1-1 0,-1-2-6 0,1 1 1 16,0 3-1-16,0-2 0 0,-3 1 2 0,0 0-7 15,-3-2 2-15,-8 3 5 0,10 0 2 0,-10 0-9 16,10 0 3-16,-10 0 1 0,9-3-5 0,-9 3 9 16,0 0-5-16,0 0-5 0,8-2 3 0,-8 2-3 15,0 0 4-15,0 0 6 0,0 0-10 0,0 0 0 16,0 0-10-16,10 2-6 0,-10-2-16 0,0 0 2 15,5 3-3-15,-5-3-18 0,5 5-10 0,-5-5-9 16,4 8-10-16,-4-8-11 0,3 6-77 0,-3-6-183 16,0 0 82-16</inkml:trace>
  <inkml:trace contextRef="#ctx0" brushRef="#br0" timeOffset="-115659.8">22544 8058 9 0,'0'0'100'0,"-9"-8"-4"0,6 4-11 0,-4 0-1 15,7 4-8-15,-6-7-3 0,6 7-10 0,-4-4-1 0,4 4-21 16,0 0 7-16,0 0-3 0,-2-8-15 0,2 8 2 16,0 0-4-16,0 0-1 0,12-8-10 15,-5 7-10-15,-7 1-1 0,15-4-9 0,-7 2-13 16,2 2-4-16,0-2 2 0,0 2-7 0,1 0-4 15,0-2-5-15,-2 4-7 0,0-2-10 0,-9 0-8 0,14 0-47 16,-7 0-115-16,-7 0 52 0</inkml:trace>
  <inkml:trace contextRef="#ctx0" brushRef="#br0" timeOffset="-115439.11">22636 7932 45 0,'0'0'80'0,"0"0"-8"0,0 0-8 0,0 0-9 16,0 0-4-16,0 0-4 0,0 0 4 0,0 0-12 0,30 11 1 16,-21-6-1-16,0 2-6 0,1 2 1 0,-4 1-3 15,1 2-9-15,0 1 9 0,0 2-7 0,-3-1-5 16,-2 4 0-16,-3 0 8 0,0 0-14 16,-5 1 10-16,-4 5-7 0,1 2-7 0,-2-3 6 15,-2 3-7-15,3-1-17 0,-2-2-14 0,1 1-19 0,4-5-22 16,1 0-65-16,1-2-138 0,4 1 61 0</inkml:trace>
  <inkml:trace contextRef="#ctx0" brushRef="#br0" timeOffset="-113835.55">25246 7467 66 0,'-4'-12'240'0,"2"1"-13"0,-2 0-12 16,1 1-7-16,2 4 0 0,-3-4 9 0,3 3-20 16,1 7-10-16,-4-9-21 0,4 9-14 0,-2-9-20 15,2 9-13-15,-2-6-19 0,2 6-10 0,0 0-12 16,0 0-3-16,0 0-4 0,-5 30-7 0,5-13 11 15,-1 2-12-15,-2 0-6 0,0 7-1 0,1 1-14 16,0-10 1-16,2 9-4 0,-3-9-2 0,2 2-5 16,1 1-2-16,-1-2-6 0,1 1-2 0,-2-1-1 15,1 0-1-15,1 1-4 0,1-2-20 0,-1-1-28 0,-1 0-16 16,1 3-30-16,0-4-35 0,-1 0-38 16,1-2-36-16,0-4-20 0,-2 3-33 0,0 1-149 15,-2-5-420-15,0-1 186 0</inkml:trace>
  <inkml:trace contextRef="#ctx0" brushRef="#br0" timeOffset="-113651.08">24983 7925 148 0,'-16'-1'210'0,"16"1"-17"0,-11 0-8 0,11 0-10 16,0 0-11-16,-9-3-3 0,9 3-11 0,0 0-8 15,0 0-14-15,33-2-11 0,-1-3-10 16,7-1-11-16,20-3-9 0,4 3-10 0,28-4-22 0,-27 1-24 15,2 4-30-15,2 1-38 0,-7 0-33 0,-1 1-43 16,-6 1-42-16,-14 2-154 0,-8 2-335 0,-3 0 148 16</inkml:trace>
  <inkml:trace contextRef="#ctx0" brushRef="#br0" timeOffset="-113226.1">25003 8235 198 0,'0'0'214'0,"-4"-6"-10"0,4 6-9 15,0 0-13-15,0 0-9 0,0 0-13 0,22 2-11 16,-22-2-13-16,9 4-10 0,-2 2-17 0,-2 0-7 15,1 3-11-15,-2 0-6 0,0 3-13 0,-2-1-4 16,-2 2-7-16,-2 6-3 0,-2-4-4 0,0 1-2 16,-5 0-10-16,1-3 0 0,-2 2-3 0,-3-1-5 15,-1 0-2-15,-2-2-4 0,0-2 0 0,1-1-3 16,2 0-1-16,-1-3-3 0,4-4 0 0,1 0-2 16,-1-1-4-16,2-1 4 0,8 0-3 0,-10 0-1 15,10 0-1-15,-11-5 4 0,11 5 8 0,-7-5-5 16,7 5 0-16,0 0-4 0,0-9-1 0,0 9-3 0,0 0-3 15,0 0 2-15,22-1 2 0,-12 4-2 16,4 0-1-16,1 4 1 0,3 0 1 0,0 3-4 16,0 1-5-16,-1-2 3 0,-1 1 1 0,2 1-4 15,0 1-8-15,-4-1-18 0,3-1-15 0,0 3-36 0,-2-1-52 16,3-2-49-16,-3-3-54 0,-2-1-190 0,-2-2-454 16,1-1 201-16</inkml:trace>
  <inkml:trace contextRef="#ctx0" brushRef="#br0" timeOffset="-112990.02">25379 8277 163 0,'1'-7'281'0,"-1"7"-25"16,2-12-23-16,-2 12-19 0,1-7-27 0,-1 7-10 15,0 0 5-15,0 0 1 0,0 0-10 0,0 0-15 16,14 24-3-16,-14-13-20 0,0 6-8 0,0-1-11 15,2 1-11-15,-4 5-6 0,2-3-8 0,0 0-13 16,0 0-6-16,0-3-17 0,0 2-18 0,2 1-26 16,-2-1-30-16,0-3-29 0,4-3-36 0,-4 0-49 15,2-1-44-15,-1-4-29 0,-1-1-36 0,0-6-155 16,-1 11-430-16,1-11 191 0</inkml:trace>
  <inkml:trace contextRef="#ctx0" brushRef="#br0" timeOffset="-112795.66">25491 8301 15 0,'3'-10'247'0,"-2"3"-22"16,1 1-22-16,-2 6-19 0,3-7-9 0,-3 7 2 15,0 0 9-15,0 0-13 0,0 0 4 0,0 0-13 16,-2 30-13-16,1-14-10 0,-2 3-20 0,0 3-6 16,3-3-8-16,-2 4-13 0,2 2-10 0,0-5-8 15,0-4-6-15,0 1-27 0,4 0-24 0,-4-5-32 16,2 0-32-16,3-2-36 0,-1 3-47 0,-1-6-63 15,3-1-37-15,-3-1-150 0,-3-5-408 0,4 4 182 16</inkml:trace>
  <inkml:trace contextRef="#ctx0" brushRef="#br0" timeOffset="-112642.75">25399 8249 152 0,'8'-5'171'0,"4"0"-14"0,3-3-9 15,3 1-17-15,9-3-21 0,0 3-5 0,3-1-13 16,3 0-24-16,0 2-33 0,6 0-39 0,12-3-47 16,-11 0-135-16,8-3-201 0,2 1 89 0</inkml:trace>
  <inkml:trace contextRef="#ctx0" brushRef="#br0" timeOffset="-101543.58">26823 7267 48 0,'-5'-6'100'0,"1"0"-1"16,4 6 1-16,-14-9-8 0,8 4 2 0,-1 1 0 16,-3-1 2-16,4 1-12 0,-3 0-2 0,3 1-12 15,-6-1-2-15,5 1-5 0,-2-1 7 0,1 3-1 16,8 1 5-16,-16-3-6 0,11 0-4 0,5 3-4 16,-18 0-4-16,13-1-6 0,-1-2-3 0,6 3-1 15,0 0 2-15,-16 0-10 0,16 0-2 0,0 0-3 16,-9 0-6-16,9 0-2 0,0 0-6 0,0 0 2 0,0 0-3 15,0 0-4-15,0 0 1 0,0 0-2 16,0 0 2-16,0 0 7 0,38 7 6 0,-7-5-5 16,21-2 1-16,5 0 1 0,6-3-4 0,27-3-1 15,-3-4 1-15,-20 7-3 0,26-1-4 0,-2-4 3 0,-1 1-5 16,-26 1-1-16,27 1-1 0,-27 0-2 0,1 1-2 16,-2-2 2-16,1 3 0 0,-3 0 0 15,29-4-3-15,-27 4 1 0,-4-1-3 0,1 0 0 16,0-1-1-16,-1 2 2 0,-3 3-2 0,-4-3 4 0,-13 0-8 15,-2 0 5-15,-4 2-2 0,-1-2 7 0,-1 0-7 16,-3 0 1-16,-5 1-4 0,3 0 7 0,-5-1-3 16,-7-1 0-16,1 3 3 0,-3 0-1 15,-2-2 0-15,-2 0 5 0,-1 2 2 0,-7 1 3 0,12-1 6 16,-12 1-3-16,11-1-3 0,-11 1 0 0,6-1-3 16,-6 1 1-16,0 0-7 0,0 0 1 0,8-2-20 15,-8 2-6-15,0 0-5 0,0 0-23 0,0 0-12 16,0 0-18-16,0 0-12 0,0 0-23 0,0 0-29 15,0 0-24-15,-27 10-128 0,9-7-318 0,-2 3 141 16</inkml:trace>
  <inkml:trace contextRef="#ctx0" brushRef="#br0" timeOffset="-100080.88">26781 7254 32 0,'0'0'76'0,"-8"-7"0"15,8 7-4-15,0 0 4 0,-4-5-11 0,4 5 2 0,0 0 0 16,-5-6-6-16,5 6-4 0,0 0-2 0,-4-7-5 16,4 7 6-16,-4-5 0 0,4 5-4 0,0 0-1 15,-7-5 6-15,7 5-7 0,0 0 5 16,0 0-4-16,-5-5 1 0,5 5-7 0,0 0 4 0,0 0-11 16,0 0 3-16,0 0-5 0,-3-6 0 15,3 6-6-15,0 0-2 0,0 0-4 0,0 0-2 0,0 0-2 16,0 0 2-16,0 0-9 0,0 0 4 0,0 0-3 15,0 0 0-15,0 0 0 0,0 0-2 0,0 0-4 16,0 0 1-16,0 0-4 0,0 0-2 0,0 0 0 16,0 0 2-16,0 0 5 0,0 0-5 0,0 0-2 15,0 0 2-15,0 0-5 0,0 0-3 0,0 0 9 16,0 0-2-16,0 0-8 0,0 0 4 0,0 0 2 16,0 0 2-16,0 0-3 0,0 0-5 0,0 0 2 15,0 0 1-15,0 0 4 0,0 0-4 0,0 0 3 16,0 0 2-16,0 0-7 0,0 0 0 0,0 0 2 15,-10-2 2-15,10 2 0 0,0 0-6 0,0 0 7 16,0 0-4-16,-13 2 1 0,13-2 1 0,0 0 0 16,0 0 3-16,-10 1 1 0,10-1 0 0,0 0 1 15,0 0-2-15,0 0-5 0,0 0 6 0,-9 0 0 16,9 0-5-16,0 0 5 0,0 0-2 0,0 0 3 16,0 0 2-16,0 0-6 0,0 0 4 0,0 0-6 15,0 0 1-15,0 0-4 0,-6 5 6 0,6-5 3 16,-3 10-3-16,1-2 5 0,-1 5 13 0,-1 2-5 15,-1 2-1-15,-1 6 12 0,2 4 1 0,-1 0 9 16,1 5-11-16,-3 1 6 0,0 2-2 0,-2 14 4 16,0-2-4-16,-5 2-1 0,1 1-1 0,-1 2-4 15,1-3-3-15,1 4 2 0,-3 0-1 0,-1 3 0 0,3-1-2 16,0 1 2-16,-1 1 2 0,3 1 8 16,-1-3 3-16,3 5 1 0,1-2 6 0,-6 24-10 15,10-26-8-15,-3-4 6 0,3 1-7 0,2-1 2 0,1 0-7 16,-3-5 1-16,4 2-2 0,-2-3-1 15,-4-11-2-15,2 11 2 0,-2-1 3 0,1-13-4 16,1 3-3-16,-6-2 2 0,-1 0-6 0,1-1 5 16,-4-3-2-16,3-1-1 0,0-4-3 0,1 0 2 0,4-7-4 15,-3-3 3-15,2-2-1 0,0-4-2 0,2 1 0 16,1-4 11-16,0 2 11 0,-1-4 2 0,5-3-5 16,-13 4 2-16,4-5-6 0,9 1 5 15,-18-7-1-15,9-2-1 0,-2-4-2 0,-1 0-2 0,3-5 1 16,-6-5-2-16,1-3-2 0,1 0-1 0,1 0-6 15,-3-1 2-15,1-2-3 0,-1 3 4 0,-2 0-6 16,2-1-1-16,-3 0 1 0,1 1-7 0,-2 0-4 16,4 1 0-16,-4 4 1 0,3-3 1 0,5 8-7 15,-1-1-8-15,0 2-6 0,3 2-5 0,2 2-12 16,1 0-16-16,0 3-33 0,2-1-22 0,0 2-23 16,1 1-22-16,3 6-32 0,5-12-11 0,-1 5-148 15,6-3-378-15,3 2 168 0</inkml:trace>
  <inkml:trace contextRef="#ctx0" brushRef="#br0" timeOffset="-99426.34">27411 7519 19 0,'0'-5'205'16,"2"-3"-8"-16,-2 8-7 0,3-11 8 0,-3 4-3 15,0 7-9-15,2-10-14 0,-2 10-20 0,0 0-16 16,2-8-17-16,-2 8-12 0,0 0-15 0,0 0-12 15,0 0-5-15,0 0-2 0,0 0-3 0,2 36-2 16,-2-18 0-16,0 6-2 0,-2 2-6 0,0 3-3 16,-1 0-2-16,-1-1-9 0,2 0-1 0,-2-1-4 15,2-9-5-15,-3 7-3 0,5-5 0 0,-5-1-4 16,5 0-4-16,-4-3 0 0,4-1-5 0,-1 2-6 0,1-4-14 16,-2 0-16-16,2-4-19 0,0 3-19 0,0-4-27 15,-2 2-23-15,2-2-17 0,0-8-27 16,0 11-8-16,0-5-5 0,0-6-13 0,0 0 3 15,-2 9-124-15,2-9-319 0,0 0 142 0</inkml:trace>
  <inkml:trace contextRef="#ctx0" brushRef="#br0" timeOffset="-99224.71">27156 7979 47 0,'-7'1'120'15,"-1"0"-3"-15,8-1-7 0,-11 5 5 0,11-5 10 16,0 0 8-16,0 0-15 0,0 0-5 0,34 5-4 15,-3-4-7-15,5-2-13 0,19-3 2 16,1-1-22-16,4 0-2 0,1-1-5 0,4 2-7 0,-4-3-5 16,-2 1-6-16,-4 0-9 0,-16 1-2 0,-2 3-3 15,-1-1-7-15,-6 2-22 0,-2 1-27 0,-11 1-27 16,1 0-25-16,-5 1-31 0,-4 2-26 16,-2 0-109-16,-1 1-262 0,-4-2 116 0</inkml:trace>
  <inkml:trace contextRef="#ctx0" brushRef="#br0" timeOffset="-98857.99">27281 8239 125 0,'0'0'246'0,"-2"-7"-8"0,2 7-11 15,0 0-9-15,-4-8-14 0,4 8-17 0,0 0-23 16,0 0-22-16,0 0-15 0,0 0-15 0,0 0-8 16,0 0-2-16,-2 24-9 0,2-8-2 0,1 4-5 15,-2 6-7-15,-3 0 1 0,4 2-9 0,0 3-8 16,-2-3-1-16,0 1 0 0,2-3-18 0,-2 0-3 16,-1-5-1-16,3-4-5 0,1 1 2 0,1 1-6 0,-2-2-3 15,2-4 0-15,0-2-2 0,0-2-4 16,4 1-1-16,-2-3 2 0,0-1-2 0,3 2-2 15,-1-4 4-15,4 0-5 0,1-3 6 0,4-1-4 16,-1-1-1-16,7 0-5 0,-2-5 1 0,8 3-15 0,-6-3-11 16,-1 0-19-16,-2 1-11 0,3-1-26 0,-5 0-27 15,-3 2-38-15,4 1-45 0,-1-5-35 16,-5 3-44-16,-2 2-146 0,3-3-436 0,-2 1 193 16</inkml:trace>
  <inkml:trace contextRef="#ctx0" brushRef="#br0" timeOffset="-98598.25">27845 8315 77 0,'-5'-5'240'0,"-1"-2"-8"16,-1 1-5-16,0 1-12 0,-2 1-8 15,2 2-12-15,-3 0-13 0,10 2-9 0,-14 0-18 0,3 4-13 16,1 4-8-16,-3 3-8 0,4-2-10 0,-1 4-3 15,-1 3-9-15,3 0-6 0,0 3-13 0,4-2-9 16,0 1-8-16,4-8-4 0,2 7-1 0,2 0 0 16,4-2-13-16,1-1-17 0,1 1-22 0,4-4-18 15,-1 0-21-15,2-1-22 0,0 0-32 0,-3-6-38 16,1 2-34-16,7-1-48 0,-9-2-29 0,2 1-166 16,-1-3-428-16,-1-1 190 0</inkml:trace>
  <inkml:trace contextRef="#ctx0" brushRef="#br0" timeOffset="-98404.46">28011 8441 225 0,'5'-8'217'0,"-5"8"-15"0,0 0-14 15,0 0-17-15,6-1-2 0,-6 1 3 0,0 0-3 16,0 0 3-16,6 11-1 0,-6-11 2 0,-1 17-13 16,2-4-15-16,-2-3-13 0,1 3-8 0,0 0-14 15,-1 2-12-15,-1 2 2 0,1 0-19 0,2-2-11 16,-1-2-28-16,2-2-19 0,-1 1-26 0,-1 1-22 15,0-4-30-15,1 1-38 0,0 0-51 0,1-3-38 16,2-2-60-16,-4-5-153 0,7 8-429 0,-7-8 190 16</inkml:trace>
  <inkml:trace contextRef="#ctx0" brushRef="#br0" timeOffset="-98180.29">28403 8056 93 0,'5'-5'202'0,"5"-1"-15"16,1 0-24-16,5 0-9 0,4-2-13 0,7 1-13 16,0 2-10-16,1-2-12 0,0 3-15 0,1-3-11 15,-6 5-36-15,-2 0-24 0,1 1-35 0,-1-3-30 16,-4 2-42-16,-2 2-29 0,-3 0-95 0,-4-2-228 15,-1-1 100-15</inkml:trace>
  <inkml:trace contextRef="#ctx0" brushRef="#br0" timeOffset="-97981.64">28661 7887 112 0,'-8'-5'202'15,"8"5"-9"-15,0 0-12 0,0 0-14 0,0 0-20 16,-4-3-9-16,4 3-2 0,0 0 2 0,0 0-1 15,-7 20-4-15,7-8-10 0,-3 4-8 0,-1 0-13 16,0 1-8-16,2 0-12 0,-2-1-5 0,1 4-6 16,1-4-6-16,1 1-8 0,-1 0-5 0,0 0-29 15,2-1-33-15,4 1-46 0,-4-6-47 0,3 0-44 16,4-1-60-16,-3-1-130 0,1-2-366 0,-1 0 162 16</inkml:trace>
  <inkml:trace contextRef="#ctx0" brushRef="#br0" timeOffset="-97691.83">29369 7549 131 0,'0'-14'274'0,"1"1"-12"0,-2 5-10 0,2 1-18 16,0 0-18-16,-1 7-25 0,0 0-20 0,1-10-20 15,-1 10-14-15,0 0-12 0,0 0-10 0,0 0 0 16,0 0-6-16,-5 32-3 0,4-13-11 0,-4 5-7 16,1 3 3-16,3-3-17 0,-2-4-7 0,1 4-5 15,-1 2-7-15,2-6-5 0,-2-2-6 0,1-1-4 0,-1 2 2 16,3 0-17-16,-1-1-24 0,0-2-26 0,1-1-21 16,0-2-19-16,-2 0-36 0,0 0-23 15,1 2-31-15,-2-4-35 0,2-1-29 0,-4 0-11 16,1-2-132-16,-1 0-391 0,0-2 173 0</inkml:trace>
  <inkml:trace contextRef="#ctx0" brushRef="#br0" timeOffset="-97551.42">29175 7961 122 0,'0'0'141'16,"0"0"-10"-16,0 0 3 0,0 0-1 0,33-6-7 16,-12 3-9-16,6 1-7 0,4 0-12 0,1-3-12 15,4 1-17-15,2 0 3 0,12-2-11 0,-12 4-16 16,-3-1-29-16,0 0-50 0,-1 0-50 0,-14 2-141 15,-1-1-242-15,-7 4 108 0</inkml:trace>
  <inkml:trace contextRef="#ctx0" brushRef="#br0" timeOffset="-97246.81">29218 8090 39 0,'-5'5'227'15,"5"-5"-15"-15,-6 8-1 0,3-4 3 0,2 4-3 16,-1 0-6-16,-2 2-2 0,3 0-10 0,1 4 6 16,-1 3-17-16,0-1-12 0,1 3-16 0,0 0-12 15,0 0-6-15,-3-1-10 0,3 1-11 0,-1 0-7 16,2 0-7-16,-2-3-3 0,2 4-2 0,-1-4-5 16,1 0-6-16,-1-3-4 0,0 0-6 0,2-4-11 15,-2 4-1-15,1-5-16 0,0 3 4 0,-1-4-6 16,1 0-6-16,-1-7 0 0,2 10-4 0,-2-10-6 0,2 9-5 15,1-6 1-15,-3-3-2 0,9 8-8 16,-4-6-8-16,5-2-28 0,0 0-26 0,6-4-31 16,0 1-34-16,2 0-31 0,3-2-40 0,-3 0-40 15,7-5-45-15,-6 6-34 0,-2-2-166 0,8-3-506 0,-4 4 225 16</inkml:trace>
  <inkml:trace contextRef="#ctx0" brushRef="#br0" timeOffset="-96977.58">29769 8185 233 0,'-5'-9'242'0,"5"9"-11"0,-5-3-12 0,5 3-14 0,0 0-11 16,-17 3-9-16,7-1-12 0,-2 3-7 0,-6 4-3 15,2 2 0-15,-6 4-8 0,5-4-11 0,-3 8-8 16,7-6-11-16,-1 0-10 0,2-1-6 15,2 3-15-15,3-1-7 0,0-2-3 0,3-1-9 0,3 2-10 16,1-3-1-16,1 0-6 0,5 1-10 0,1-1-12 16,6 1-18-16,1 1-16 0,5-6-27 0,0-2-27 15,2 2-34-15,-1-2-29 0,-3-1-41 0,2-1-30 16,-2-4-21-16,-3 2-22 0,-3-2-194 0,2 2-457 16,-3-3 203-16</inkml:trace>
  <inkml:trace contextRef="#ctx0" brushRef="#br0" timeOffset="-96760.49">29904 8356 45 0,'9'-5'175'0,"0"3"4"16,1 0-1-16,-1 2-1 0,-1-1 1 0,-8 1-4 16,15 1-5-16,-7-1-17 0,-2 3-8 0,2-2 5 15,-3 6 3-15,2-4-7 0,-2 5 4 0,0 2-11 16,-3-3 4-16,2 3-2 0,-3 1-8 0,-2-1 0 16,0 4 0-16,-5-5-12 0,2 6-17 0,-1-5-7 15,1 0-10-15,-2-2-5 0,4-1-12 0,-2 0 2 16,0 2-11-16,3-2 0 0,1-7-7 0,5 13-3 15,4-7-8-15,7 0-7 0,5-3-26 0,12-3-23 16,1 1-29-16,4-4-36 0,13-7-41 0,-15 5-50 16,-2 0-57-16,6-2-56 0,-4-4-215 0,1 0-538 15,-3-2 239-15</inkml:trace>
  <inkml:trace contextRef="#ctx0" brushRef="#br0" timeOffset="-96038.81">28521 7054 148 0,'0'0'161'15,"0"0"0"-15,0 0 0 0,0 0-15 0,0 0-14 16,0 0-4-16,29-5-5 0,5 0-14 0,17-1-6 16,16 0-11-16,30-7-5 0,11 5-7 0,7-4-11 15,12 2-6-15,3-1-8 0,1 5-4 0,5-5-7 16,-2 5 4-16,-2 0-8 0,-5 1-4 0,-7-7-2 15,-12 5-2-15,-14 2-3 0,-32 1-2 0,1-2 0 16,-4 2 3-16,-8 3-3 0,-14-5-1 0,-3 4 1 16,-5 1-1-16,-8-6 5 0,0 4 4 0,-7 2 4 15,-3-2 7-15,0 2 1 0,-4-1 3 0,2 1 2 16,-9 1-3-16,10-4 0 0,-10 4-2 0,8-1-2 16,-8 1-2-16,0 0-1 0,0 0-6 0,0 0-5 15,13 1-8-15,-13-1-9 0,0 0-11 0,0 0-20 16,0 0-19-16,0 0-21 0,0 0-26 0,0 0-20 15,-23 12-40-15,11-9-29 0,1 4-29 0,-1-3-165 0,-7 5-396 16,-1-2 176-16</inkml:trace>
  <inkml:trace contextRef="#ctx0" brushRef="#br0" timeOffset="-89415.88">23011 7599 36 0,'3'-16'130'0,"-2"3"5"0,0 2 4 16,-2 1 2-16,1-1-8 0,-1 2-6 0,2 0-13 0,-1 9 4 15,0-14-1-15,0 14-13 0,-1-11-13 0,1 11-11 16,0-8-11-16,0 8-4 0,0 0-10 15,0 0 2-15,0 0-13 0,0 0-1 0,0 0-11 16,8 23 2-16,-5-4 0 0,2 3-9 0,-1 8 0 0,-1 1-1 16,-1 1-2-16,2 14-1 0,0-1 2 0,-3-9 1 15,-2-1-7-15,2 15 1 0,-2 0 5 16,-2 1-1-16,1-2-2 0,-2-1 1 0,3 1-4 0,-5 0 1 16,6 0-1-16,0 3-3 0,-1-2 1 0,4 5-2 15,1-4 1-15,1 1-2 0,1 0-3 16,0 2 2-16,1-1-2 0,-2 1 3 0,1 0-6 0,-2-3 0 15,5 1 0-15,-5 1 0 0,1-5-1 0,-1 1 0 16,0-2-1-16,1 2-4 0,-4-3 5 0,3 2-2 16,0-1 7-16,-4-1-8 0,1 0 3 0,0 1-2 15,-1-1 2-15,-2-12-7 0,-2-2 2 0,1 5-3 16,1-4 6-16,-2 1-3 0,0 0 2 0,0-4 3 16,-1 0-4-16,0-2 1 0,-1-1-1 0,2-3 0 15,-1-5-17-15,2-1-16 0,-1-1-11 0,4-2-14 16,0 1-11-16,0-5-20 0,2-1-22 0,0-3-12 15,2-1-18-15,1 0-21 0,-1-2-104 0,5-1-287 16,-9-3 127-16</inkml:trace>
  <inkml:trace contextRef="#ctx0" brushRef="#br0" timeOffset="-87670.26">23383 6845 49 0,'-12'-2'74'0,"12"2"-14"0,-10-1-9 16,10 1-1-16,0 0-4 0,-13 0-8 0,13 0-2 15,0 0-3-15,-7 2-4 0,7-2-5 0,0 0 1 16,0 0 3-16,0 0 2 0,0 0-2 0,16 17 2 16,-4-11-12-16,5-3 14 0,4 3-10 0,9-4 3 15,4 3-2-15,3-2 1 0,17-1-1 0,3-1 12 0,5-1-9 16,3-1 6-16,29 1-15 0,-4-1 1 15,3 0-1-15,0-3-1 0,-26 1 4 0,30-2 1 16,0-1-3-16,6-1-19 0,0-3 21 0,-1 9-7 16,5-5 5-16,0-1-6 0,4-1 8 0,0 6-3 0,0-2-6 15,6 1 7-15,0-3-4 0,-2 2 3 16,1 1 1-16,-1 0-5 0,4-4 6 0,-4 7-2 16,4-4 2-16,-1 2 0 0,1-2 0 0,1-1 1 15,1 2-1-15,-2 2 0 0,2 0-6 0,-1-5 6 0,-3 5-3 16,1-4-2-16,-1 3 1 0,4-4-1 15,-6 1-6-15,4 4 3 0,-2-5-1 0,1 5 3 16,-3-2 0-16,0-5-4 0,0 3-6 0,-4 0 0 0,6 2 6 16,-8-3 1-16,5 0-5 0,-6 2 0 0,0-1 0 15,6 1 0-15,-4 1-8 0,-4-2 6 0,-1 0-7 16,2 3 3-16,-5-2 9 0,-1 0-7 0,4 1 2 16,-3-1 1-16,-1 3 0 0,-1 0-5 0,-4-2-1 15,0-1-3-15,0 4 0 0,-6-2-6 0,0-2-2 16,-26 4 3-16,30-4 0 0,-3 4 0 0,-27-1 10 15,27-2-12-15,-28 0 2 0,28 5 1 0,-29-2 5 16,1-3-5-16,4 7-4 0,-2-4 0 0,27 1 2 16,-29 2-6-16,1-3-13 0,-2 1 5 0,6-1-5 15,-7 2 5-15,-1-4-1 0,-5 4 5 0,-1 3 5 16,-17-5-7-16,-2-2 7 0,-1 2-2 0,-7 0 8 16,-7-2 6-16,-1 2-15 0,-4 0 18 0,4 2-10 15,-10-2 8-15,-3 0 1 0,4 0-5 0,-3 2 7 16,-7-2 3-16,0 0 3 0,13-2-1 0,-13 2 0 15,10 2 3-15,-10-2 0 0,0 0 1 0,0 0 5 16,0 0-9-16,9-2-1 0,-9 2 6 0,0 0-1 16,0 0-10-16,0 0 5 0,9 2 7 0,-9-2-9 15,0 0 0-15,0 0-1 0,5 3 2 0,-5-3-6 16,2 7 1-16,-2-7 5 0,4 10 6 0,-1-6-10 16,-3-4-2-16,2 11-1 0,-2-3 6 0,3 0 4 15,-1 3-3-15,-2 1-1 0,2-2 3 0,0 3-4 16,-2 1-6-16,3 4 9 0,-2 0-6 0,-1-2 0 15,0 4 9-15,3 0-3 0,-5 6-10 0,2 1 10 16,3 4 2-16,-3-5 1 0,-1 3-5 0,1 2 3 16,0 2 1-16,0 0-2 0,0 3-2 0,1 0 8 15,0 9-4-15,-2 2 0 0,0 0 8 0,2 0-5 16,-2 2-1-16,2-3 5 0,-2 4 1 0,3-4 7 16,0 3-12-16,-4 2 1 0,1 2 10 0,0 1-2 15,-2 0-6-15,-1 0 3 0,5 4-1 0,-3-2-2 0,1 1-1 16,-1-4-8-16,2 4 2 0,-2-3 6 0,0 7-3 15,5 21-1-15,-3-24-4 0,3 23 7 0,-6-26 1 16,3 6-5-16,-1 20 2 0,-3-26-1 16,1 3-2-16,2-3-5 0,-5 3 10 0,3-3-8 0,-3-3 0 15,-1 28 7-15,3-27-1 0,2 0 8 0,-6 2 3 16,5-4-3-16,-3 2 1 0,-1 1 0 16,2-3-5-16,-2-1-1 0,0 0 2 0,1-14-9 15,3 10 12-15,-4-11-9 0,2 11 4 0,-1-12-8 0,-2 0-1 16,-5 12-11-16,4-13-2 0,-1-3 2 0,-1 2 4 15,-1-1-3-15,-1-1 6 0,2-3-2 0,-1 0-3 16,-2-3 1-16,-2 1-1 0,3-2 0 0,-5-1 0 16,3-3 4-16,-3 2 3 0,4-8-4 0,-3-1 3 15,-6 4 2-15,6-4-1 0,-6 0 1 0,4-5-2 16,0 0 0-16,-1-1 1 0,0 2 1 0,-6-1 3 16,-1 0-9-16,1-1 4 0,-4-3-3 0,-6 3 5 15,-15-2 2-15,-3 0-2 0,-9 0-3 16,-2-3 5-16,-31 1 0 0,1-1 5 0,-1-5-5 0,-4 2-2 15,-1 0-4-15,-4-2 3 0,2 0 2 0,-11 0-1 16,0-3 12-16,-5 4-8 0,0-2 2 0,-8 1-9 16,2 1 2-16,-2 0 4 0,2-6-2 0,-7 8 7 15,-1-4 0-15,-2 3-1 0,-1-3 3 0,2 4-1 16,-5 1 2-16,-2-5 2 0,2 6-6 0,-6-9 4 16,6 10-5-16,-5-5 2 0,2 4-2 0,4-1 3 15,-7 2-5-15,1-4 6 0,1 2-2 0,5 0-11 16,0 0 11-16,-2 0 2 0,5 2-7 0,-4 0 8 15,7-2-3-15,6 0-3 0,4 2 0 0,3-1-1 16,8 2 0-16,2 1 1 0,6-2 2 0,1 1-4 16,6-2-3-16,4 3 2 0,27-4 0 0,-29 0-2 15,0-2 0-15,31 2 3 0,2 0 1 0,-4 0-2 16,-2-3 3-16,6-2-1 0,-4 0-4 0,2 3 0 16,2-5-1-16,3 2 4 0,1 0-7 0,-1-2 5 15,5 1 3-15,-6 0-3 0,3-1-2 0,-3-2 7 16,1 2-6-16,4 1-1 0,-1-5 1 0,1 2-1 15,5 0 2-15,11 2 2 0,-2 0-3 0,5-3-2 16,-1 2 0-16,3-2 4 0,2 3-1 0,2-1 0 16,7 2 0-16,3-2-5 0,-1 2 0 0,6-1 3 15,0 3 2-15,4-1-1 0,-3 1 2 0,13 4-1 16,-14-6-3-16,14 6 3 0,-14-6-4 0,14 6 1 16,-10-4 3-16,10 4-1 0,0 0-9 0,-15-4-1 15,15 4-2-15,0 0-12 0,-20 0 2 0,20 0-15 16,-12-1-13-16,12 1-20 0,0 0-9 0,-26 0-29 15,26 0-23-15,-16 1-121 0,16-1-271 0,0 0 120 16</inkml:trace>
  <inkml:trace contextRef="#ctx0" brushRef="#br0" timeOffset="-86901.29">23185 9677 24 0,'-4'-6'94'0,"4"6"-13"0,-4-4-3 0,4 4-17 0,-7-5 1 15,7 5-9-15,-8-4-2 0,3 0-6 16,5 4 0-16,-9-3 6 0,9 3-24 0,-12-4-1 0,12 4-1 16,-10-2 0-16,10 2-6 0,-9-2-2 0,9 2-7 15,-10 0 5-15,10 0-7 0,0 0 10 0,-9-1-9 16,9 1 2-16,0 0-4 0,0 0-3 0,0 0 1 16,0 0-1-16,-9-1-4 0,9 1 11 0,0 0-11 15,0 0-1-15,0 0 2 0,0 0 9 0,-5 6 6 16,5-6-5-16,0 0 4 0,0 11-2 0,0-11-5 15,0 10 5-15,-3-4-8 0,3-6 11 0,-1 16 2 16,1-5 10-16,-1 0-2 0,0 3 1 0,-2-4 3 16,0 5-7-16,1-2-4 0,0 4 2 0,1-6 2 15,0 4-1-15,0-2 11 0,1 6-10 0,-3-3 3 16,3-3-4-16,3 2 4 0,-3 1-8 0,1 0-6 16,0-5 2-16,0 0-2 0,2 2 5 0,-3-4 0 15,1-1-4-15,3-1 1 0,-2-2-2 0,0 3-5 16,-2-8 7-16,5 13-5 0,-4-6 1 0,-1-7 2 15,3 7-2-15,-3-7-5 0,2 8 7 0,-2-8-1 16,0 0-2-16,2 7 5 0,-2-7 6 0,2 6-1 16,-2-6 8-16,7 2-6 0,-7-2-1 0,9 4 9 15,2-4-7-15,2 1-3 0,7-1 1 0,8 1-3 16,7 1 5-16,3-4-5 0,15 1 3 0,0 1-2 16,4-1-8-16,2 3 5 0,3-2-4 0,3 2-9 0,0-1 9 15,-2 3-10-15,-2 1 12 0,-2 0-9 16,-4 0-8-16,1 1-10 0,1 2-8 0,-5-2-16 15,-2 0-8-15,-11-3-17 0,1 2-11 0,12 3-27 0,-12-5-4 16,9 6-22-16,-14-5-101 0,0 1-247 16,2-4 109-16</inkml:trace>
  <inkml:trace contextRef="#ctx0" brushRef="#br0" timeOffset="-80935.69">24763 11271 119 0,'-2'-13'154'0,"2"1"16"16,-2 3 0-16,2-1-14 0,0 10-6 0,-2-12-9 15,2 12-11-15,0-8-20 0,0 8-7 0,0 0-15 16,-2-9-14-16,2 9-7 0,0 0-4 0,0 0-6 15,0 0-7-15,0 0 0 0,-3 29-3 0,3-13 4 16,-2 1-5-16,0 1-2 0,2 7-6 0,-4 0 1 16,3 1-2-16,1 0-6 0,-2-1-1 0,1-6-3 15,1 7-3-15,-1-7-3 0,1 5 2 0,1-5-6 16,-1 0 1-16,3-1 2 0,-2 0-7 0,0-1 0 16,2-1 1-16,-3-1-14 0,2-4-23 0,-2 2-28 15,0-3-25-15,2-3-27 0,-1 0-28 0,-1-7-30 16,1 10-22-16,-1-10-97 0,3 5-303 0,-3-5 134 15</inkml:trace>
  <inkml:trace contextRef="#ctx0" brushRef="#br0" timeOffset="-80742.93">25142 11418 132 0,'17'-4'155'0,"3"0"-15"0,-1-1-9 16,2 3-14-16,-4-2-13 0,11 0-19 0,-6 3-6 16,-1-1-12-16,-1 1-22 0,8 1-25 0,-7-1-26 15,0 1-35-15,-4-2-19 0,-5 2-30 0,1-1-57 16,-4 0-159-16,0-2 72 0</inkml:trace>
  <inkml:trace contextRef="#ctx0" brushRef="#br0" timeOffset="-80520.89">25347 11245 86 0,'-5'-8'184'0,"5"8"-19"0,0 0-12 0,-4-6-22 16,4 6-14-16,0 0-4 0,0 0 4 0,0 0 12 16,0 0-4-16,-4 17-14 0,4-7-7 0,0-1-9 15,-2 3-5-15,-1 3-11 0,1 0-12 0,-1 2-2 0,1 0-3 16,0-1-11-16,-2 3-1 0,3-3-5 15,0 1-3-15,1 2-19 0,1 2-23 0,-1-3-27 16,0 2-27-16,1-1-39 0,3-1-23 0,0-1-41 0,0-2-137 16,2-4-317-16,-1-1 142 0</inkml:trace>
  <inkml:trace contextRef="#ctx0" brushRef="#br0" timeOffset="-80140.24">25671 11185 167 0,'2'-8'217'0,"-2"2"-22"0,0 6-21 0,0-9-24 15,0 9-8-15,0 0 7 0,0 0-6 0,0 0-12 16,13 21-7-16,-9-7-9 0,1 1-12 0,2 2-7 16,-3 0-11-16,1 2-4 0,-1-2-8 15,1 2 0-15,-1-1-6 0,0 0-7 0,-3-2-6 0,4 0-5 16,-3-4-3-16,2 1-6 0,-2-3-6 0,-1-3 0 15,1 0-1-15,0-1-5 0,-2-6-2 0,0 12-3 16,0-12-4-16,0 7 6 0,0-7-2 0,4 8 0 16,-4-8-2-16,0 0-6 0,0 0 2 0,0 0-5 15,0 0 2-15,9-16 0 0,-4 8-7 0,0-1 0 16,1-2-5-16,3 1-4 0,0 3 0 0,0-3 0 16,0 1-6-16,0 1 1 0,0 3 0 0,-2 2 1 15,-1 1-4-15,1 0 4 0,-7 2 2 0,12 3-1 16,-6 1-1-16,-2 0 1 0,3 2 2 0,-5 2 0 15,1 1-4-15,2 3-7 0,-5-2-11 0,0 2-17 16,0 2-24-16,2 2-34 0,-2-1-20 0,0 0-44 16,2-3-31-16,0 1-156 0,5-5-380 0,-3-1 170 0</inkml:trace>
  <inkml:trace contextRef="#ctx0" brushRef="#br0" timeOffset="-79863.88">26199 11207 178 0,'-5'-9'227'0,"2"2"-7"0,1 2-21 0,2 5-19 15,-2-9-21-15,2 9-19 0,0 0-15 0,0 0 4 16,0 0-6-16,-13 18 1 0,6-1-3 0,-3 7-4 0,2 2-9 16,-1 1-2-16,1 4-1 0,0-2-6 0,-1-2-13 15,5 4-6-15,-1-2-3 0,1 4-3 16,-1-6-11-16,3 4-6 0,-1-5-6 0,3-1-4 15,-2-6-4-15,2 1-1 0,-2-2-8 0,4 1 1 0,-2-2-6 16,0-1-4-16,2-3-4 0,-2-2-17 0,0 0-25 16,0-1-19-16,3-2-23 0,-3-8-30 0,0 12-35 15,0-12-26-15,-3 8-23 0,3-8-56 16,0 0-154-16,0 0-418 0,0 0 184 0</inkml:trace>
  <inkml:trace contextRef="#ctx0" brushRef="#br0" timeOffset="-79720.38">26079 11465 86 0,'13'-5'101'15,"4"0"-7"-15,2 1-3 0,2-2-16 0,8 0-10 16,2 0-29-16,-5 3-19 0,5 1-26 0,-2 0-35 16,0 2-42-16,-9 0-92 0,0 0 41 15</inkml:trace>
  <inkml:trace contextRef="#ctx0" brushRef="#br0" timeOffset="-79448.36">26465 11460 46 0,'0'0'137'0,"0"0"5"16,0 0 6-16,0 0 5 0,0 0-14 0,0 0-2 15,0 0-9-15,0 0-12 0,0 0-14 0,21-7-7 16,-17 4-8-16,5-1-6 0,1-1-7 0,-2-1-1 16,1 1-4-16,1-2 3 0,-2 1-7 0,-1-2-6 15,-3 3 1-15,0-2 1 0,2 2-5 0,-6 5-6 16,2-12 1-16,0 7-2 0,-2 5-4 0,0 0-8 15,-9-14-5-15,4 11-5 0,5 3-2 0,-13 0 1 16,13 0-7-16,-23 7 1 0,12 0-1 0,-7 2-2 16,7 4-2-16,-3 0-5 0,5-1 4 0,1 4-1 15,1 1-2-15,2 0-3 0,3 2 3 0,2-3 5 16,2 1-4-16,3-2-4 0,2 0 0 0,1 1-17 16,4-4-27-16,2 1-28 0,1-1-35 0,-1-1-31 15,3-1-33-15,-1 0-40 0,-5-3-121 0,-1-3-350 16,-1 3 156-16</inkml:trace>
  <inkml:trace contextRef="#ctx0" brushRef="#br0" timeOffset="-79011.91">24732 11980 108 0,'-5'1'174'0,"5"-1"-16"0,-10 1 0 0,10-1 7 16,0 0-3-16,0 0-2 0,35 13-13 0,3-7-7 0,19 1-11 15,37-2-7-15,8-1-7 0,3-2-8 0,9 0-5 16,7-4-2-16,9 1-6 0,-1-3-5 0,-2 3-8 16,-5-3-5-16,-11 6-8 0,-2-6-7 15,-8 4 2-15,-9-2-11 0,-25 2-4 0,23-1-3 16,-34 1-6-16,3-1-3 0,-1-1-5 0,-9 2 0 0,-10 2-5 16,-1-2 4-16,-7-2-9 0,-2 2-3 0,-8 0-1 15,-6 0 0-15,-2 0-2 0,-3 0 6 16,-1-1 1-16,-9 1 1 0,11-1 1 0,-11 1-2 0,11 0-5 15,-11 0-7-15,0 0-12 0,0 0-23 0,0 0-18 16,-29-8-27-16,9 4-45 0,-8 2-24 0,-3-5-44 16,-2 4-39-16,-5-3-170 0,2-2-422 0,0 0 186 15</inkml:trace>
  <inkml:trace contextRef="#ctx0" brushRef="#br0" timeOffset="-78036.51">23693 10168 28 0,'-7'-7'201'0,"2"1"-3"0,-3 0-6 15,-2 1-6-15,0 0-12 0,-2 2-15 0,-1 0-9 16,0 3-15-16,1 2-12 0,0 0-14 0,1 3-9 15,-2 0-8-15,3 4-5 0,-3 3-14 0,4 1 0 16,3-2-11-16,-1 4-1 0,2 2-9 0,-1 0-7 0,4 0-2 16,4-1-4-16,0 0-3 0,5-1-3 0,2-1-4 15,-2-4 0-15,10 3 1 0,-4-4-7 0,6 1 1 16,0 0-3-16,-2-4-7 0,4 0-1 16,-1 1-4-16,1-3-3 0,-4-4 1 0,-4 2-2 0,-1-1 0 15,0 1 2-15,-6-2-3 0,-6 0 3 0,9-3-2 16,-9 3 1-16,7-4-1 0,-7 4-8 0,0 0 3 15,0 0 4-15,0 0-3 0,-25-13 1 0,13 11-1 16,-1 0 4-16,-6 2-4 0,1 3 5 0,0 1 5 16,2 0 5-16,-1 4 4 0,-1 1-2 0,4 2 3 15,-3 1-7-15,4 1-3 0,3-1 0 0,1-1-1 16,3 0 4-16,2 1-5 0,1 0 1 0,5 0-3 16,0 0-1-16,6 0 2 0,2 2-2 0,5-4 8 15,3 0-6-15,1-1-5 0,11-2 0 0,3 0-8 16,5-4-4-16,-3-1 0 0,2-3-2 0,-1-2-4 15,-2 0 4-15,1-2-4 0,-2-1 3 0,-1-2-3 0,-1-1 6 16,-3 1 1-16,-3-4-3 0,-8 5 5 16,-3-4 1-16,0 2-2 0,-4-4 0 0,-2 3 5 15,-4-2 2-15,-2-3 1 0,1-1 8 0,-6 4 1 0,0-3 4 16,-1 4-1-16,0 2 12 0,-4-2-2 0,0 4-4 16,-2 0 0-16,1 3-7 0,-1-2 0 0,-1 5 1 15,-1 1-4-15,-1 1-1 0,2 3-2 16,-1 0 3-16,1 1-4 0,1 2 3 0,-1-1-4 0,2 2-2 15,2 0-1-15,0 0 3 0,3-2-2 0,3 3 2 16,-1 1-4-16,2-1 9 0,2 0-6 0,1 1 1 16,1-1-3-16,1 0 2 0,1 1-3 15,0-1 4-15,2 7-6 0,-4-5 2 0,1-1 1 16,-1 2 2-16,0 5-7 0,0-2 5 0,-2 0-3 0,-1 2 3 16,-2-2 0-16,-1 1 0 0,-1 3 2 0,1-6-2 15,-2 5-1-15,0 0 5 0,-1-3-2 0,-1-1-18 16,1 1-18-16,-1-4-19 0,4-1-22 15,-1 2-32-15,0-6-27 0,1-1-31 0,2-5-44 0,-1 12-170 16,1-12-408-16,0 0 180 0</inkml:trace>
  <inkml:trace contextRef="#ctx0" brushRef="#br0" timeOffset="-77586.19">24208 10440 219 0,'2'-4'217'0,"-2"4"-23"16,5-9-16-16,-5 9-13 0,4-5-15 0,-4 5 2 16,0 0 4-16,0 0-9 0,0 0-10 0,9 17-11 15,-8-12-16-15,1 5-10 0,2-2-10 0,0 2-9 16,-1-2-6-16,1 0-6 0,1 1-8 0,2 1-6 16,1-3-4-16,0 1-4 0,3-2 0 0,2-1-5 15,-3-2-7-15,3 0 0 0,4-1-4 0,-5-1-3 16,1-1 1-16,-1-1 1 0,1-1 5 0,-3-1 4 15,0-1-4-15,-3-2-3 0,1-1-5 0,-1-1 3 16,-2 0-2-16,1-1 0 0,-1-2-1 0,-1 0-1 16,-3 0 0-16,2 0 3 0,-1 1 1 0,1 2 4 15,-2-2-1-15,-1 10-4 0,3-11-5 0,-3 11-5 16,1-6-5-16,-1 6-1 0,0 0-3 0,0 0-3 0,0 0 4 16,0 0-1-16,0 0 0 0,-5 27 1 15,5-17-7-15,-1 2 5 0,2-1-2 0,0 1-1 16,2-1 1-16,1-2 3 0,2 1-4 0,2-1 0 15,-1-1-2-15,2 0 7 0,3-1-8 0,3-1 5 0,-1-2-2 16,4-4 0-16,1 1-7 0,1 0 0 0,-4-2-3 16,-1 0-1-16,-3-1-6 0,-1-2-4 0,2 2-7 15,-4 0-1-15,1-1-11 0,-2 0-19 16,-3 0-22-16,-5 3-28 0,6-4-26 0,-6 4-29 0,4-7-27 16,-4 7-27-16,0 0-10 0,0-8-164 0,0 8-418 15,0 0 185-15</inkml:trace>
  <inkml:trace contextRef="#ctx0" brushRef="#br0" timeOffset="-77206.19">24878 10373 220 0,'-6'-4'227'0,"-4"0"-6"0,-1 1-6 0,-3 3-10 16,1 3-7-16,-6 1-15 0,4 2-11 0,-5 1-11 15,2 2-14-15,0 3-16 0,4-2-11 0,-2 2-7 16,5 0-15-16,1-3-10 0,3 1-12 0,0-1-6 16,0 1-3-16,7-3-6 0,-2 3-5 0,4-1-6 15,1-3-4-15,1 3-7 0,1-4 0 0,1 0-4 16,3-1-8-16,0-1-7 0,1-1-5 0,2-1-3 16,-1 0 0-16,1-1 0 0,-1-2-1 0,-2 0-1 15,0-2 2-15,1-1-3 0,-5 2 0 0,3-4-1 16,-2 0-3-16,1-1-2 0,-3 3 3 0,1-4-1 15,0 1-4-15,-3 2 2 0,2 0 6 0,-4 6 2 16,4-7 6-16,-4 7-14 0,4-7-5 0,-4 7-2 16,0 0 4-16,0 0-1 0,0 0 1 0,0 0-3 15,9 17 1-15,-10-10 3 0,2 0-1 0,-1 3 5 16,0-1-12-16,1 3-29 0,0-2-22 0,1 0-30 0,-1 0-37 16,0 0-37-16,3-1-44 0,0-2-48 15,0-1-132-15,3 1-419 0,0-3 186 0</inkml:trace>
  <inkml:trace contextRef="#ctx0" brushRef="#br0" timeOffset="-76974.76">25167 10307 133 0,'0'-14'261'0,"0"4"-7"0,1 3-20 0,-1 7-19 15,0-9-26-15,0 9-18 0,0 0-12 0,0 0 6 16,0 0-4-16,0 0-4 0,-3 37-7 0,-1-12-10 15,-1-1-7-15,1 1-20 0,-3 0-4 16,2-1-12-16,0 0-6 0,-1 0-13 0,2 1-8 0,0-7-6 16,0 1-10-16,0 1-17 0,1-3-33 0,0-1-24 15,0-5-33-15,3 0-29 0,-4 0-35 0,4-2-32 16,-2-2-28-16,2-7-29 0,-1 11-12 0,1-11-152 16,-3 4-401-16,3-4 179 0</inkml:trace>
  <inkml:trace contextRef="#ctx0" brushRef="#br0" timeOffset="-76748.14">25052 10526 61 0,'0'0'137'0,"0"-10"-7"0,0 10-4 0,4-11-9 16,-4 11 0-16,8-8-16 0,-2 7 5 0,3-4-7 15,3 2-12-15,-1 1 1 0,3-1-2 0,2 1-8 16,2-1-5-16,-1 2-1 0,-3 1 6 0,-1 0-8 16,0-2-5-16,1 2 8 0,-3 0-2 0,-1 2-3 15,-2-1-5-15,-1-1 1 0,-1 3 11 0,2 1 18 16,-4 1 3-16,3-1-4 0,-3 1-6 0,-3 1-4 15,2 2-7-15,-2-2 1 0,-1-6-16 0,2 14-7 16,-2-4-2-16,-2-2-26 0,2 0-28 0,2 0-26 16,-2 0-29-16,2-1-25 0,-2-7-39 0,0 13-39 15,0-7-36-15,0-6-177 0,0 11-405 0,0-11 180 16</inkml:trace>
  <inkml:trace contextRef="#ctx0" brushRef="#br0" timeOffset="-76350.86">25314 10355 45 0,'0'0'76'0,"0"0"-12"16,12 14-10-16,-10-4-17 0,2 2-6 0,0 5-12 0,-2-2 4 15,3 2-6-15,-3 1-8 0,0-1 4 0,2-6-4 16,-3 2-4-16,2-1 7 0,0-1 7 15,-1-1 1-15,1-3 8 0,-2-1-7 0,0 1 9 16,1-1-10-16,-2-6 19 0,3 11 11 0,-3-11 4 16,4 6 11-16,-4-6 0 0,3 4 0 0,-3-4 7 0,5 3 6 15,-5-3 0-15,9 0-5 0,-9 0-1 0,0 0 3 16,16-5 1-16,-8 4 4 0,1-1 7 0,-2 0-6 16,-7 2 2-16,13-1-8 0,-5-1 1 0,-8 2-4 15,10-4-2-15,-4 3-4 0,-6 1-3 0,11-2-3 16,-11 2-3-16,0 0-2 0,12 0-2 0,-12 0-4 15,11 0-3-15,-11 0-8 0,6-2 3 0,-6 2-9 16,0 0-2-16,10 2-3 0,-10-2-2 0,5 5-5 16,-5-5 0-16,4 4-1 0,-4-4 4 0,2 8-8 15,-2-8 3-15,-2 14-15 0,2-6-20 0,-2-1-32 16,-1 3-31-16,2-1-52 0,1-9-52 0,-1 16-206 16,1-16-422-16,2 11 187 0</inkml:trace>
  <inkml:trace contextRef="#ctx0" brushRef="#br0" timeOffset="-76123.63">26048 10351 64 0,'0'0'266'0,"2"-8"-30"15,-2 8-14-15,0 0 9 0,0 0 10 0,0 0-20 16,-4 25-6-16,2-9-20 0,0 3-11 0,0 0-16 15,-2 1-24-15,2 5-11 0,-4 0 2 0,5 1-28 16,-3-1-5-16,0-6-18 0,2 0-25 0,-3-3-27 16,0 4-33-16,3-2-42 0,-1-3-56 0,1 0-60 0,2-3-55 15,-2 0-207-15,2-7-456 0,0-5 203 16</inkml:trace>
  <inkml:trace contextRef="#ctx0" brushRef="#br0" timeOffset="-75635.63">26005 10533 152 0,'9'-7'139'0,"0"-2"-6"16,4-1 3-16,3 0-12 0,-1-2-11 0,2 0-3 15,4-3-4-15,-6 4 1 0,5 1-9 0,-4-1-2 0,2 0 3 16,-3-1 0-16,-1 1-1 0,1 2-3 0,-1-1-1 16,-5 2 7-16,0-1 4 0,0 2 4 0,-4 0 0 15,1 2-6-15,-2-1-1 0,1 2-16 0,-5 4-12 16,7-5-8-16,-7 5-6 0,5-4-9 0,-5 4-9 15,0 0-4-15,0 0 0 0,4 13-4 0,-4-3-8 16,-4 5 0-16,1 4-3 0,-4 0-1 0,7 1-1 16,-6-1-2-16,1-1 4 0,1 0-8 0,-1 1-2 15,1 0 0-15,-1-3 0 0,3 0-3 0,0-4-2 16,2-1 2-16,0-2-1 0,0-2-4 0,0 3-1 16,2-3-3-16,-2-7 3 0,2 12 0 0,3-6 0 15,-5-6-2-15,4 11-1 0,1-2 0 0,-1-3 3 16,-2 0-5-16,3 0 3 0,-1-1 1 0,4-1 3 15,0 0 0-15,1-1 0 0,3 2-5 0,-1-2 4 16,4 0-2-16,-1-4 3 0,3-1-3 0,-1 0 1 16,0-2 0-16,4 0 4 0,-6 1-5 0,-1-3 0 15,-4 3 5-15,3-2-4 0,-3 0 4 0,-1 1 7 16,-1-4 1-16,0 3 2 0,-2-1-10 0,-1 0 8 16,0 2-2-16,-4 4 6 0,3-11 2 0,-3 11-4 15,0-9-3-15,0 9 2 0,0 0-4 0,-11-5-2 0,11 5-3 16,-23 5 1-16,8 0 1 0,-4 0-1 15,1 5-3-15,1 0 5 0,1 1-8 0,4 1 0 16,-2 0-27-16,8-3-20 0,-3 2-36 0,1-2-57 16,5 1-68-16,1-3-80 0,2-7-177 0,5 13-499 0,-5-13 221 15</inkml:trace>
  <inkml:trace contextRef="#ctx0" brushRef="#br0" timeOffset="-74922.19">26756 10781 172 0,'12'-6'213'0,"1"-6"-6"0,2-2-2 16,3 2-9-16,-5-2-2 0,1-1-14 0,-1 1-8 16,0-1-11-16,-1 0-9 0,-1 0-8 0,5-7-11 0,-7 8-1 15,0-2-6-15,-5 1-9 0,1 4 2 0,0-1-1 16,-3 2-8-16,0 0 2 0,-2 0-23 0,0 3-7 15,0 7-9-15,-4-13-4 0,3 8 6 16,1 5-19-16,-4-10-6 0,4 10-5 0,-5-4-5 0,5 4-9 16,0 0-6-16,0 0-8 0,0 0-3 0,0 0-4 15,0 0-6-15,0 0 1 0,0 0-8 0,0 0 1 16,23 15-15-16,-5-6 1 0,-1-2-4 0,10 0-2 16,-6-2 2-16,12 2 8 0,-7-2-8 0,-5 0 3 15,0-2 3-15,-3-1 0 0,-7 3-4 0,0-1 5 16,-1 1 0-16,0 1 1 0,-5 1 0 0,-1 2 4 15,2-3-4-15,-2 5 5 0,-4-1-2 0,0 1 4 16,0-1 1-16,0 0 5 0,0 0 0 0,0-1 1 16,0 1-2-16,0-1-1 0,2-2 1 0,0 0 1 15,2-1-1-15,1-2 3 0,-1 0 2 0,1 0 1 16,4-1-1-16,2 0-1 0,0-3 2 0,3 0-5 16,3-3 6-16,-3 0-3 0,2-3-3 0,0 0 2 15,-1-4 0-15,-3 3 2 0,1-4 1 0,1-1-4 16,-5 3-1-16,0-4 4 0,-3 3 0 0,3-6 7 0,-4 1-11 15,1-1 1-15,-3-1-2 0,-1 1-3 16,2 3 3-16,-4 3 1 0,0 0 0 0,0 1-3 16,0 9 1-16,0-13 3 0,0 13-3 0,0-8-3 15,0 8 2-15,0 0 0 0,-7-2-2 0,7 2 4 0,0 0-7 16,-17 20 6-16,10-9-2 0,0 0-2 0,-1 2 4 16,6 0 1-16,1 3-6 0,-1-4-22 15,2-1-16-15,3 0-18 0,1 1-33 0,6 1-28 0,2 0-26 16,2-4-25-16,4 1-12 0,9-4-19 0,1 0-6 15,1-4-145-15,3 1-386 0,0-4 172 0</inkml:trace>
  <inkml:trace contextRef="#ctx0" brushRef="#br0" timeOffset="-74392.54">27721 10671 835 0,'29'-6'-45'0,"-10"1"23"0,0-1 17 0,0-2 14 0,-2-1 17 15,-3-1 16-15,-1 1 16 0,-3-1 29 0,0-3 9 16,-5 3 11-16,0-3 22 0,-1 1 2 0,-4 2-9 16,3-1-1-16,-6 0 4 0,3 11 1 0,-4-12-5 15,-1 7-8-15,-3 1-9 0,-2 1 4 0,-1 6-5 16,0-1 2-16,-3 2-7 0,-1 2-6 0,-1 3-9 15,4-2-2-15,2 0-14 0,-2 2-5 0,5 2-11 16,-3-2 0-16,2-2-6 0,4 2-5 0,1 0-4 16,1-1-2-16,2-8-2 0,0 13-8 0,2-6-4 15,2-2-13-15,2-1 2 0,5 2-5 0,-4-4-1 16,1 0-3-16,4-2-2 0,-1 2 3 0,-1-2 0 16,2-3-2-16,-2 0 1 0,-2 0 2 0,0 0-1 15,-2-1 1-15,0 1 0 0,-1-4-3 0,3 0 0 16,-6 2 2-16,0-1 4 0,-2 6-1 0,4-11 2 15,-1 6 3-15,-3 5 2 0,2-11-1 0,-2 11 1 16,1-6-5-16,-1 6-4 0,0 0 1 0,0 0-6 16,0 0-4-16,0 0 6 0,0 0 2 0,0 0-3 0,3 20-2 15,-3-12 3-15,2-1 3 0,-2 0-3 16,2 0 0-16,1 2 2 0,1 0-1 0,3-1 4 16,0 0-8-16,2 0-7 0,2-2-7 0,6-3-4 15,-3 0-5-15,2-1-5 0,3-3-4 0,-1 0-4 16,-1-3 1-16,-1-1-2 0,0-1 9 0,-1-1-2 15,-2 1 5-15,-4-1 2 0,0 0 7 0,1-3 4 16,-3-1 5-16,-1 0 9 0,1-3 8 0,-3-1 0 0,1-2 10 16,-2 1 7-16,1-1-3 0,-2 2 4 0,2-2 5 15,-2 0 8-15,-1 3 8 0,1 3 10 0,0 3 3 16,-2 0 3-16,0 8-7 0,2-10-9 0,-2 10-8 16,2-8-7-16,-2 8 7 0,0 0-8 0,0 0 2 15,0 0 8-15,-2 29 4 0,0-13 1 0,1 2-7 16,-3 0 0-16,0 1-1 0,0 4-8 0,0-3-1 15,1 1-8-15,-2 4-33 0,3-7-28 0,1 2-29 16,-1-2-50-16,0 9-54 0,2-8-67 0,0-2-56 16,2-2-210-16,0 1-549 0,1-6 242 0</inkml:trace>
  <inkml:trace contextRef="#ctx0" brushRef="#br0" timeOffset="-74101.88">28731 10436 55 0,'-1'-9'293'0,"1"9"-5"0,-2-12-17 0,4 5 0 0,-2 7-19 16,0 0-12-16,-3-11-24 0,3 11-22 15,0 0-21-15,-1-7-16 0,1 7-18 0,0 0-18 16,0 0-7-16,0 0-3 0,0 39-8 0,0-19-7 15,-3 6-1-15,2-2-4 0,-2 1-1 0,1 2-16 0,-2-2-4 16,2 2-9-16,-1-4-6 0,2 5-5 0,-1-9 0 16,0 0-19-16,2 0-15 0,0 2-36 15,-1-4-13-15,-1 1-24 0,4-3-26 0,-2 0-30 16,-2-2-50-16,2-2-44 0,0-2-48 0,0 0-220 0,-1-2-514 16,1-7 228-16</inkml:trace>
  <inkml:trace contextRef="#ctx0" brushRef="#br0" timeOffset="-73888.13">28897 10551 185 0,'13'-1'200'0,"-5"1"-14"0,-1 0-5 16,-7 0-4-16,16 2 9 0,-10 1-12 0,-1 1-9 15,-1 2-10-15,0 3-8 0,-3-2-5 0,-1 2-13 16,-1 1-8-16,-3-2-14 0,-2 1-7 0,-1 1-15 15,-7 2-7-15,1-3-12 0,-1 2-24 0,-1-3-27 16,1 0-33-16,-4-2-42 0,8-1-43 0,-3 1-47 16,3-1-49-16,1-1-154 0,1 0-380 0,8-4 169 15</inkml:trace>
  <inkml:trace contextRef="#ctx0" brushRef="#br0" timeOffset="-73358.26">29086 10528 208 0,'0'0'252'0,"-5"-10"-11"0,5 10-9 16,-9-2-4-16,9 2-10 0,-17 3-10 0,7 1-16 15,1 3-12-15,0-1-17 0,-1 1-16 0,3 2-13 0,-1-1-16 16,3 1-8-16,-1-2-11 0,0 2-13 0,5-3-5 16,0 4-8-16,1-10-4 0,1 13-8 0,3-5-9 15,1-4-13-15,3 2 2 0,1-1-18 16,0 0 2-16,3-1-3 0,-3-2-5 0,2-2-2 0,-3-2 3 15,4 1-3-15,-3-3-5 0,0-1-1 0,-2 1 3 16,1-2-1-16,-3 2 1 0,3-5-3 16,0 1 1-16,-2-1 6 0,-2 0 0 0,1 0 6 0,-1 3 1 15,0-1 5-15,-1 1 0 0,-3 6-2 0,6-8-4 16,-6 8-5-16,2-8 1 0,-2 8-8 0,0 0 6 16,5-2-9-16,-5 2 1 0,0 0 0 0,0 0-3 15,0 18 2-15,0-8-4 0,-1-1 5 0,1 1-3 16,0-1 1-16,0 1-1 0,1 0 0 0,1-1 0 15,-2-3 0-15,1 3 0 0,1-1 2 0,1-1-3 16,1-1 10-16,2-1-8 0,-2-1 17 0,4 0-15 16,-2-1-2-16,1-2 11 0,-7-1-12 0,16-1 1 15,-6-2 0-15,0 1-4 0,-1-3 6 0,-2 2-8 16,1 0-5-16,2-4 5 0,-3 1-3 0,2 0-2 16,-1-2 0-16,1-1-1 0,-1-2-6 0,-1 3 1 15,1-2-2-15,0 3 3 0,-3 0 0 0,0 2 1 16,-1 1-2-16,0-1-3 0,-1 0 4 0,-3 5-3 15,8-6-1-15,-8 6 3 0,0 0-5 0,0 0 3 16,12 7 6-16,-12-7 0 0,3 11 0 0,-4-4 10 16,1-7-10-16,1 17 7 0,-1-9-8 0,0 2-22 15,0-1-21-15,0 3-32 0,-2-3-47 0,2 1-61 16,0-3-59-16,0 3-237 0,1-3-526 0,-1-7 233 16</inkml:trace>
  <inkml:trace contextRef="#ctx0" brushRef="#br0" timeOffset="-73146.19">29591 10440 16 0,'1'-11'299'0,"2"3"-9"0,-2 1-22 16,-1 7-21-16,3-10-28 0,-3 10-18 0,0 0-5 16,0 0 6-16,0 0-1 0,0 0-13 0,-4 29-1 15,3-11-21-15,-3 0-15 0,1 1-12 0,-2 6-14 16,0-6-14-16,1 6-7 0,2 0-15 0,-1-6-4 15,1-6-41-15,-1 5-30 0,0 0-36 0,3-3-46 16,-2 3-53-16,2-5-65 0,0-1-72 16,-1 0-224-16,1-5-521 0,0-7 231 0</inkml:trace>
  <inkml:trace contextRef="#ctx0" brushRef="#br0" timeOffset="-73001.48">29545 10637 171 0,'1'-5'271'0,"-1"5"-21"0,5-6-29 16,-5 6-19-16,8-9-25 0,-1 2-17 0,2 4-24 16,4-4-44-16,4 1-55 0,10-1-73 0,4-2-74 15,-3 2-153-15,6-2-282 0,5 1 124 0</inkml:trace>
  <inkml:trace contextRef="#ctx0" brushRef="#br0" timeOffset="-72783.06">30257 10447 67 0,'4'-8'299'0,"-4"8"-9"16,0 0-11-16,0 0-22 0,1-7-26 0,-1 7-2 15,0 0-5-15,0 0 17 0,0 0-6 0,4 20-11 16,-4-8-5-16,0 5-9 0,0-1-42 0,0 4 7 16,-3-2-18-16,3 0-17 0,-1 0-15 0,0 1-6 15,-1-2-28-15,2 0-14 0,-2-2-25 0,2-3-33 16,-1 6-33-16,1-2-32 0,0-4-24 0,0-1-39 0,0 0-35 15,-2-2-50-15,2 0-57 0,-1-2-43 0,1-7-207 16,-4 12-543-16,0-10 240 0</inkml:trace>
  <inkml:trace contextRef="#ctx0" brushRef="#br0" timeOffset="-72511.42">30235 10643 140 0,'3'-7'209'0,"1"0"12"0,2 2-17 16,-1 0-1-16,1 0-8 0,3 1-17 0,-2 1-14 15,1 0-11-15,-8 3-14 0,17 0-10 0,-9 1-11 0,2 1-5 16,3 1-11-16,-3 1-5 0,3 0-10 0,0 0-5 16,-2 0-4-16,3-1-5 0,4 3-6 15,1-2-8-15,1 0-4 0,-1-2-4 0,-1-2-4 16,-5 0-1-16,2 0-4 0,-5-3 3 0,-2 3 9 0,2-5-1 16,-4 3-1-16,-1-4 4 0,-1 1-1 0,0 0 1 15,-4 5 5-15,4-11-1 0,-4 6-13 0,0 5-3 16,-8-13-3-16,3 4-6 0,-5 2-7 15,0 0-6-15,-2 2-6 0,-6-4-9 0,2 5-26 0,3 1-20 16,0-1-22-16,2 2-28 0,-1 2-48 0,2 0-61 16,10 0-63-16,-14 0-236 0,14 0-539 0,-12-1 239 15</inkml:trace>
  <inkml:trace contextRef="#ctx0" brushRef="#br0" timeOffset="-71688.41">30870 10413 186 0,'13'1'231'0,"-13"-1"9"0,12 6-4 0,-7-3-17 0,4 4-16 15,-4 2-3-15,-1 1-6 0,0 0-13 0,-1 2-13 16,-1-1-13-16,-1 1-6 0,-4 1-18 0,1 3-11 16,-6 0-13-16,4-4-6 0,-7 1-11 0,1 0-10 15,-2 1-8-15,-2 2-2 0,2-4-6 0,1 1-9 16,1-4-5-16,1-2-5 0,1 0 0 0,1 0-7 15,1-2-5-15,3-1-1 0,3-4-1 0,-8 7-4 16,8-7-2-16,-5 5 5 0,5-5-12 0,0 0-2 16,0 0 2-16,18 8-4 0,-7-5 0 0,1-1 1 15,4 3 0-15,5-5-3 0,2 2 2 0,-2-4-7 16,9 4 1-16,-2-4 0 0,0 4-3 0,-5-4 2 16,5 0 1-16,-6-1-3 0,6-2-1 0,-10 3 4 15,1-1-3-15,-2 0 2 0,-1-3 0 0,-5 1-3 16,0 0 1-16,-2 0 3 0,-1-2-2 0,-2 0 3 15,2-2 0-15,-5 1 4 0,1-3-7 0,-2 1 2 16,0 0 1-16,-2 0 7 0,0-1 4 0,-1 3 2 16,0-3 2-16,-1 2-6 0,2 9 4 0,-4-12-5 15,3 6 4-15,1 6-4 0,-4-10 2 0,4 10-2 16,-6-4-6-16,6 4-2 0,-15 7 5 0,2-1 2 16,-2 4 7-16,-3 0-8 0,2 3 2 0,1-1 3 15,1 1-10-15,2 1-1 0,2-4 2 0,1 3 2 16,4-1-3-16,1-2 1 0,2 1-3 0,2 0 8 15,0 1-11-15,4-3-2 0,1 0 7 0,1 0-5 16,4-1-1-16,2-4-7 0,-1 0 5 0,3-2-7 16,-2-1-6-16,2 2-1 0,0-3-2 0,-2 0-2 15,0 0-2-15,0-3-3 0,-1 1-1 0,2-3 5 16,-4 0 2-16,1 1 3 0,0-4-7 0,-4 4 0 0,3-3 3 16,2 0 3-16,-1 1-7 0,1 0 6 15,1-4-6-15,2 3-6 0,-5-1 5 0,-1 4 1 16,-2 0 1-16,-1 1-2 0,-5 3-2 0,10-2 0 15,-10 2 4-15,12 6 3 0,-8-1-1 0,0 0 7 16,-2 0 1-16,1 1-3 0,-2 1 7 0,2 1 0 0,1 0 4 16,-1 1-2-16,0-4 0 0,-2 3 4 0,2-2-4 15,1-1 6-15,-2 1 3 0,-2-6-8 16,9 7 4-16,-2-1 1 0,0-3-8 0,1-3-4 16,2 3-6-16,-2-3-2 0,3 1-3 0,-2-1 0 0,5-2-5 15,-5 0-1-15,3-1 5 0,-5 1 0 16,1 0-1-16,-8 2 10 0,12-3-5 0,-12 3 1 15,10-2 4-15,-10 2 2 0,0 0 0 0,9-2 3 0,-9 2 0 16,4-3-1-16,-4 3 5 0,0 0 0 0,0 0-4 16,0 0-6-16,0 0-9 0,9-2-17 0,-9 2-18 15,0 0-14-15,2-5-21 0,-2 5-25 0,4-5-24 16,-4 5-14-16,0 0 2 0,10-8 3 0,-3 6-14 16,-1-1-2-16,-1-1-2 0,3 0 6 0,-3 1 1 15,0-1 13-15,0 1 12 0,-1-2 2 0,-4 5 10 16,6-9-67-16,-2 5-204 0,-4 4 90 0</inkml:trace>
  <inkml:trace contextRef="#ctx0" brushRef="#br0" timeOffset="-71602.76">31652 10649 228 0,'-11'-6'-14'16,"11"6"12"-16,0 0 5 0,-11 0 4 0,11 0 4 15,0 0-5-15,-12 2 9 0,12-2-9 0,0 0 1 16,-11 1-13-16,11-1-16 0,0 0-19 0,0 0-42 16,-11-3 19-16</inkml:trace>
  <inkml:trace contextRef="#ctx0" brushRef="#br0" timeOffset="-66146.04">24593 12217 93 0,'0'0'120'16,"0"0"-1"-16,0 0 3 0,0 0-2 0,0 0-5 15,0 0-6-15,0 0-6 0,0 0 4 0,0 0 5 16,0 0 1-16,0 20-1 0,-2-11-7 0,0 1-3 16,2 7-3-16,-5-1-5 0,0 2-9 0,0-1-5 15,1 2-5-15,-2 7-10 0,2-7-2 0,1 0-4 16,2 0-7-16,1-1-3 0,0 0-8 0,0 1-2 0,4-4-5 16,1-3-3-16,0 0 0 0,-1 0 0 15,1-3-9-15,3 0 0 0,0-2 0 0,-1 0-1 16,2-3-3-16,1 1 2 0,0-2-4 0,-3-1 1 15,3-2-4-15,-10 0 1 0,15-3 1 0,-4-3 0 0,-4 1-2 16,2-1-3-16,-1-1-1 0,0-1 0 0,-1-2 1 16,0 0-4-16,-2 1-1 0,1-4 3 0,-3 3-4 15,2 0 0-15,-1-2-1 0,1 3 0 16,-3-1 0-16,-2 4 0 0,0 6-4 0,4-11 0 16,-3 7-3-16,-1 4-2 0,0 0-2 0,0 0 3 0,0 0 0 15,0 0 2-15,0 0-1 0,0 0 1 16,10 14 1-16,-8-8 1 0,1 1-1 0,-2-1 1 15,5 1 3-15,-2 1-4 0,0-3 3 0,3 2 2 0,-1-2-1 16,4-1 0-16,0-1 0 0,0 1 1 0,4-4-2 16,-3 2 2-16,0-5 0 0,2 0 0 0,-2 0 0 15,2 0 5-15,-3-2 7 0,-1 0 4 0,-1 1-5 16,1-4-1-16,-3 0 2 0,-1 2 0 16,-1-5-2-16,-1 2-3 0,-2-1-2 0,1-2 2 0,-4 3-3 15,2-3 0-15,-2 2 0 0,-2-3-2 0,1 2-1 16,-2 1-5-16,0-1-8 0,2 3-5 0,1 5-11 15,-3-4-15-15,5 7-19 0,-4-9-37 0,4 9-27 16,-3-3-16-16,3 3-29 0,0 0-21 0,0 0-157 16,0 0-374-16,0 0 166 0</inkml:trace>
  <inkml:trace contextRef="#ctx0" brushRef="#br0" timeOffset="-65857.58">25185 12195 69 0,'10'-3'144'0,"-10"3"0"15,8 2-6-15,-8-2-4 0,10 6 5 0,-6-3-9 16,0 5-5-16,-1 0-11 0,1 1-11 0,-2-1 5 16,0 2-4-16,-2 1 1 0,-2 1-6 0,-1-1-9 15,2 0-1-15,-2-2-3 0,2 2-6 0,-2-5-2 16,1 0-3-16,-1 1-5 0,3-7-11 0,-4 7-5 15,1-1-1-15,3-6-8 0,-2 6-3 0,2-6-5 16,0 0-4-16,-2 8-5 0,2-8 1 0,0 0-8 16,0 0-11-16,4 7-10 0,-4-7-20 0,12 4-20 15,-4-3-27-15,2-1-28 0,3 2-32 0,0-1-28 16,6 0-27-16,1 1-144 0,-2-2-351 0,3 1 156 16</inkml:trace>
  <inkml:trace contextRef="#ctx0" brushRef="#br0" timeOffset="-65602.28">25738 12333 192 0,'-9'-3'225'0,"0"0"-15"16,2-3-1-16,-4 3-13 0,-1-1-14 0,0 4-13 15,-2 2-12-15,0 3-8 0,-4 1-14 16,7 0-13-16,-5 4-7 0,5 1-8 0,-2 1-9 15,-1 3 2-15,5 0-17 0,-4 0-10 0,4 0-6 0,4 0-8 16,1 0 1-16,2 1-12 0,0-4 0 0,6 4-16 16,0-5-13-16,0 0-22 0,3 3-26 15,1-5-27-15,3 1-27 0,-1-3-24 0,4 3-23 16,1-4-31-16,-1-2-22 0,-2-1-20 0,2-1-114 16,-1 1-344-16,-1-4 153 0</inkml:trace>
  <inkml:trace contextRef="#ctx0" brushRef="#br0" timeOffset="-65417.97">25820 12494 56 0,'0'0'203'0,"1"-9"11"0,-1 9 2 16,3-6-12-16,-3 6-14 0,0 0-16 0,0 0-18 15,2-8-12-15,-2 8-1 0,0 0 14 0,0 0-4 16,0 0-6-16,0 0-8 0,-5 33-20 0,4-22-6 16,-1 4-8-16,-2 0-9 0,0-3-11 0,1 2-8 15,2 1-9-15,-2-1-6 0,-1 0-34 0,4-2-18 16,-2-2-33-16,4 1-34 0,-2 0-45 0,0-1-55 15,0-5-59-15,4 3-202 0,-4-8-452 0,3 7 201 16</inkml:trace>
  <inkml:trace contextRef="#ctx0" brushRef="#br0" timeOffset="-65164.54">26243 12308 76 0,'-4'-7'280'0,"0"1"-13"0,-1 1-14 0,1 0-14 16,4 5-14-16,-16 1-20 0,5 3-12 0,-1 1-11 15,3 3-11-15,-4 3-7 0,-1 2-12 0,1 1-8 16,-1 0-14-16,5 2-10 0,0-1-16 0,0-3-8 16,4 4-11-16,1-4-11 0,4 1-8 0,0-2-5 15,4 1-17-15,-1-2-22 0,4 0-26 0,2-1-20 16,-2 0-31-16,3-2-34 0,0 0-32 0,-1-2-41 15,-1-1-37-15,4 0-38 0,-1-1-174 0,-6-1-445 16,-5-2 198-16</inkml:trace>
  <inkml:trace contextRef="#ctx0" brushRef="#br0" timeOffset="-64907.7">26381 12454 124 0,'8'0'178'0,"-8"0"-2"16,0 0-13-16,11 4-2 0,-11-4 5 0,7 7-12 15,0-3-9-15,-4 2 3 0,-1 0-5 0,2 0-9 16,-4 2-5-16,2 1-5 0,-2 1-8 0,-2-1-7 16,2 3-4-16,0-3-5 0,-4 1-4 0,2-2-11 15,-3 2-5-15,0-2-11 0,0-1-5 0,1 0-9 16,2-3-5-16,2-4-6 0,-5 9-1 0,5-9-7 16,0 0-4-16,0 7-1 0,0-7-2 0,0 0 3 15,9 5-12-15,-2-3-1 0,5-4-11 0,-1 1-9 16,2 1-13-16,3-1-12 0,2-2-13 0,-1 2-22 15,4-3-38-15,-2-2-45 0,9 1-51 0,-1 1-55 16,-5-4-141-16,5 0-421 0,-8 2 187 0</inkml:trace>
  <inkml:trace contextRef="#ctx0" brushRef="#br0" timeOffset="-64370.93">27537 11959 36 0,'-7'-5'246'0,"7"5"0"15,-6-5-9-15,6 5-9 0,-8-5-11 0,8 5-17 16,0 0-17-16,-4-5-18 0,4 5-16 0,0 0-16 15,0 0-14-15,0 0-12 0,0 0-10 0,0 0-10 16,0 0-5-16,20 0-7 0,-7 0-9 0,6 1-23 16,2 0-22-16,-2 1-26 0,4-2-40 0,-5 2-46 15,0-1-53-15,0 0-50 0,-7 2-183 0,3 0-407 16,-5-2 180-16</inkml:trace>
  <inkml:trace contextRef="#ctx0" brushRef="#br0" timeOffset="-64210.63">27571 12122 164 0,'0'0'176'0,"-5"5"-1"0,5-5-9 0,0 0-12 16,0 0-9-16,20 4-17 0,-10-4-25 0,8 0-42 0,1-1-38 16,8-2-50-16,2 0-61 0,-1-2-109 0,7-3-214 15,1 1 96-15</inkml:trace>
  <inkml:trace contextRef="#ctx0" brushRef="#br0" timeOffset="-63799.52">28627 11577 2273 0,'0'-24'49'0,"-3"4"29"15,1 1 10-15,1 3-25 0,0 1 12 0,0 4-10 16,1-1-3-16,0 2 9 0,-2 1 0 0,0 0 14 16,2 9 3-16,2-13 6 0,-2 13-30 0,0-6-5 15,0 6-11-15,0 0-5 0,0 0-2 0,0 0-9 16,0 0 1-16,0 0 8 0,16 26 8 0,-11-10 0 16,2 8 7-16,-1 1 0 0,-1 1 4 0,0-7-7 15,-3 7 10-15,-2-9 2 0,0 2-2 0,1 2-9 16,-2-2 5-16,0 2-7 0,2-2-5 0,-1-1-5 15,-1-1-2-15,0 0 0 0,-1-2-5 0,1-2-7 16,-1 1-2-16,-1-3 5 0,3 0-14 0,0-1-5 16,-1-1 8-16,1-2-2 0,0 3-5 0,-1-4-3 15,1-6 4-15,-2 13-3 0,2-13 0 0,2 10 0 0,-1-5-5 16,-1-5-12-16,10 8-7 0,-1-4-9 16,0-2-8-16,7-2-11 0,5 0-10 0,7-5-17 15,2 3-8-15,2-3-14 0,-1-2-24 0,4 0-33 0,-6 2-33 16,4-1-43-16,-2-2-44 0,-3 3-44 15,-7 0-189-15,0 0-541 0,-3 0 240 0</inkml:trace>
  <inkml:trace contextRef="#ctx0" brushRef="#br0" timeOffset="-63547.98">28316 12103 40 0,'-11'4'191'0,"5"-3"4"0,5 3 9 15,1-4-6-15,0 0-10 0,30 12-12 0,6-9-15 0,19-3-14 16,8 0-12-16,29-1-12 0,1-6-15 0,-26 2-9 16,27-5-6-16,-29 2-12 0,2 3-7 0,22-7-12 15,-31 6-2-15,-3 2-16 0,-18 1-24 16,0 1-29-16,-4 0-30 0,-2 2-44 0,-10 0-46 0,-7 0-48 15,-3 0-150-15,-5 0-355 0,-1 3 157 0</inkml:trace>
  <inkml:trace contextRef="#ctx0" brushRef="#br0" timeOffset="-63228.78">28801 12333 188 0,'-11'-5'250'0,"-2"0"-6"0,0 1-4 0,-6 1-9 16,4 1-10-16,2-1-16 0,0 3-22 0,-1 0-16 16,0 3-15-16,-3 1-12 0,0 4-16 0,0-1 0 15,2 6-4-15,2-2-5 0,-3 1-6 0,5 2-6 16,0 3-12-16,2-2-9 0,1 1-3 0,3-1 19 15,3 1-8-15,-1 1-13 0,6-5-5 0,1 4-2 16,5-1-11-16,2-1 0 0,1-3-8 0,10 3-17 16,4-4-17-16,-5-5-19 0,6 4-27 0,-5-7-20 15,-3 1-29-15,9 1-29 0,-8-4-33 0,8 0-32 16,-8 0-47-16,0 0-32 0,1-2-207 0,-6 0-497 16,3-2 220-16</inkml:trace>
  <inkml:trace contextRef="#ctx0" brushRef="#br0" timeOffset="-62948.05">28985 12523 193 0,'0'0'242'0,"7"-2"0"16,-7 2-2-16,10 0-11 0,-10 0-18 0,11 0-14 16,-11 0-12-16,11 5-13 0,-5-1-5 0,0-1-12 15,0 1-5-15,-3 3-1 0,0 0-9 0,0 1-5 0,-2 4 0 16,0-2 4-16,-5 3-7 0,2-2-11 15,-5 3-11-15,1 2-5 0,-3-1-29 0,-1-3 19 16,-1 2-11-16,4-2 4 0,-2-2-17 0,3-1-2 16,0-2-16-16,0 1-3 0,2-1-11 0,4-7-5 15,-2 11 1-15,2-11 0 0,8 8-3 0,5-5-9 0,6-1-15 16,8-1-27-16,4-4-28 0,1 0-27 0,4-2-29 16,0-4-30-16,-2 2-29 0,1-2-51 15,2-1-49-15,-2 0-40 0,-1 1-203 0,-5-1-546 16,2-3 242-16</inkml:trace>
  <inkml:trace contextRef="#ctx0" brushRef="#br0" timeOffset="-55886.51">24915 13662 92 0,'0'0'189'15,"0"0"-12"-15,0 0 1 0,0-9-10 0,0 9-9 0,0 0-13 16,0 0-11-16,0 0-9 0,0 0-13 0,0-9-6 15,0 9-14-15,0 0 4 0,0 0-12 16,0 0-9-16,0 0-9 0,0 0-8 0,0 0-5 16,0 0-5-16,0 0-4 0,0 0-2 0,0 0-6 0,0 29 5 15,1-18 0-15,-2 2-2 0,1 4 1 0,-1 0-6 16,0-1-2-16,-1 1-1 0,1 1-2 0,1 0-2 16,0-1-4-16,-1 0 0 0,-1-1-4 0,2 0 2 15,0-5-4-15,0 2-3 0,0-1 0 16,2-2-3-16,-1 1-1 0,0 0 0 0,1-2 0 0,-1 1-3 15,0-3-15-15,-1 0-11 0,1 1-20 0,1-1-22 16,-2-7-27-16,0 13-23 0,2-9-32 0,-2-4-40 16,2 9-25-16,-2-9-120 0,1 9-354 15,-1-9 158-15</inkml:trace>
  <inkml:trace contextRef="#ctx0" brushRef="#br0" timeOffset="-55644.17">25205 13797 29 0,'0'0'208'0,"4"-7"-15"0,-4 7-16 0,8-8-7 16,-2 5-9-16,3-3-13 0,3 2-12 15,3-2-10-15,3 0-11 0,0 2-14 0,0-2-8 16,3 3-9-16,-1-2-12 0,2 2-6 0,-1-3-19 0,-3 3-20 15,1-1-29-15,-1-1-21 0,-4 4-29 0,-5-1-22 16,2 0-26-16,-11 2-26 0,14-5-22 16,-10 2-90-16,0-1-259 0,-4 4 115 0</inkml:trace>
  <inkml:trace contextRef="#ctx0" brushRef="#br0" timeOffset="-55417.8">25446 13585 126 0,'-7'-10'166'15,"2"6"12"-15,5 4-2 0,-6-5 0 0,6 5-10 16,-4-6-17-16,4 6-11 0,0 0-16 16,0 0-8-16,0 0 5 0,0 0 2 0,0 0 0 0,-8 21-2 15,8-12-8-15,2 3-3 0,-2 1-2 0,-2 3-8 16,2 2-7-16,2 1-10 0,-4-2-7 0,2 2-8 16,0-1-4-16,-1 7-7 0,1-6-5 0,-1 1-6 15,1-1-2-15,-2 1-24 0,0-4-15 16,2 1-20-16,0 0-32 0,0-2-31 0,2-1-42 0,1-4-49 15,0 1-37-15,-1 0-185 0,2 0-424 0,2-4 187 16</inkml:trace>
  <inkml:trace contextRef="#ctx0" brushRef="#br0" timeOffset="-54972.06">25839 13521 48 0,'0'-10'274'0,"0"0"-11"16,0 10-14-16,-2-12-19 0,2 12-23 0,2-9-26 0,-2 9-21 15,0 0-10-15,0 0-19 0,0 0-7 0,0 0 9 16,4 25-7-16,-4-7-3 0,0 0-11 16,0 9-10-16,0-9-6 0,2 7-10 0,-4-6-7 0,4 0-9 15,0 0-7-15,-2-1-5 0,1-3-6 16,1 2-3-16,-2-1-7 0,2-5-5 0,-2 1-2 0,0-3-2 15,5 1-5-15,-5-4-2 0,0-6 1 0,1 11-6 16,-1-11 2-16,2 6 0 0,-2-6-1 0,0 0 7 16,0 9 11-16,0-9 5 0,0 0 4 0,0 0 3 15,2 6 6-15,-2-6-7 0,0 0-13 0,0 0-1 16,0 0-7-16,4-21-6 0,0 12-2 0,1-2-14 16,1-4-5-16,4 0-4 0,1 0-6 0,-1 0-4 15,3 0 3-15,-2 2-4 0,-1 4 6 16,2 1-5-16,-1 0 0 0,1 2 0 0,-4 1-5 15,3 3 4-15,1 2-2 0,-3 1 2 0,0 2 5 0,1 4 0 16,-2 0-3-16,-2 3 3 0,1-1 5 0,-1 4-2 16,-2-2 4-16,0 7-3 0,-2-3-2 0,0 1-1 15,-2-2-30-15,0 1-20 0,0-3-23 0,0 1-28 16,0-5-55-16,2 0-67 0,-2 1-53 16,-2-1-191-16,2-8-512 0,0 0 227 0</inkml:trace>
  <inkml:trace contextRef="#ctx0" brushRef="#br0" timeOffset="-54676.01">26473 13502 238 0,'0'-10'255'0,"0"10"-19"0,0 0-26 15,0-7-22-15,0 7-3 0,0 0-13 0,0 0-3 16,-19 23-16-16,11-8-14 0,-2 2-14 15,1 1-7-15,1 6-5 0,-1-1-6 0,-3 4-2 16,8-1-2-16,-1-2 4 0,1-5-15 0,0 6-2 0,4-4-5 16,-4-2-5-16,0-1-6 0,4 0-9 0,0 2 3 15,0-3-16-15,0-2 0 0,0 0-9 0,2-2-1 16,-2-1-9-16,2-1 3 0,-2-2-7 16,4 1 3-16,-4-2-5 0,2 0-19 0,0-2-24 0,-2 1-21 15,0-7-20-15,0 9-24 0,0-9-24 0,0 0-32 16,0 9-33-16,0-9-50 0,0 0-45 0,-8 2-160 15,8-2-458-15,0 0 203 0</inkml:trace>
  <inkml:trace contextRef="#ctx0" brushRef="#br0" timeOffset="-54524.91">26283 13781 64 0,'8'-6'174'0,"0"3"-20"16,-8 3-14-16,19-4-11 0,-2 0-13 0,2 3-14 15,0-3-30-15,2 2-32 0,2 1-26 0,6-4-33 16,-2 1-28-16,2 0-28 0,-3 2-69 0,3 0-156 16,-6 0 69-16</inkml:trace>
  <inkml:trace contextRef="#ctx0" brushRef="#br0" timeOffset="-54227.82">26710 13747 66 0,'5'3'100'0,"-5"-3"-2"0,0 0 2 15,7 4 7-15,-7-4-2 0,4 3 8 0,-4-3 3 16,0 0 5-16,9 1 11 0,-9-1 3 0,0 0-5 15,14-4-3-15,-5 1-3 0,-1-1-7 0,3 1-6 16,-1-2-2-16,3 0-5 0,-1-2-9 0,-3 0-6 16,1 0-2-16,0-1 0 0,-3 1-3 15,1-2 2-15,-5 0 0 0,1 1-10 0,0-2-8 0,-2 1 0 16,-2 3-6-16,0 6-8 0,-2-13 0 0,-2 6-6 16,4 7-4-16,-9-8 1 0,-4 7-6 0,3 2 1 15,-3 3-1-15,-7 4 8 0,-5 4 3 0,3 3-5 16,0 0 2-16,1 3-1 0,8-2-5 15,-3 8-2-15,3-4 0 0,4 2-7 0,1-2-4 0,4-2-1 16,2 1 4-16,2-2-9 0,6-1 7 0,2 0-13 16,5-1-2-16,0-1-21 0,5-3-19 0,7 4-15 15,2-6-27-15,-3-2-24 0,5 2-27 0,-8-5-42 16,-3 2-38-16,-2-3-54 0,-2 2-223 16,-3 0-515-16,-3-2 228 0</inkml:trace>
  <inkml:trace contextRef="#ctx0" brushRef="#br0" timeOffset="-52828.29">28962 12365 125 0,'0'0'161'0,"2"-7"1"0,-2 7 3 0,0 0-11 16,0 0-11-16,0-8-15 0,0 8-14 15,0 0-5-15,0 0 4 0,0 0 2 0,-14 16 9 0,-3 5-5 16,0 0-10-16,-6 3-4 0,-3 3-11 0,-8 9-5 16,1-1-8-16,-3 0-7 0,11-6 11 0,-1-4-8 15,3 1-9-15,-3-2-6 0,4 2-6 16,0-2-6-16,1-2-10 0,1 0-26 0,2-1-26 0,0-2-32 16,3-4-33-16,-4 3-30 0,2-4-41 0,-1-3-44 15,-5 3-168-15,-4-3-389 0,3 0 172 16</inkml:trace>
  <inkml:trace contextRef="#ctx0" brushRef="#br0" timeOffset="-52206.29">26681 12082 30 0,'4'-6'155'16,"-4"6"7"-16,0 0 9 0,5-7-8 0,-5 7-17 15,0 0-15-15,0 0-15 0,0 0-5 0,0 0-1 16,0 0-3-16,-31 17 3 0,10 2-3 0,-5 2 0 0,-6 15-2 15,-2 0-2-15,-6 3-5 0,-1 4-4 0,-1-2-9 16,0 2-3-16,-19 17-3 0,22-19-11 16,1-2-2-16,0 1-6 0,0-1 10 0,3-1-7 15,0-4-5-15,1 0-4 0,7-10-6 0,3 2-8 0,-1-3-14 16,5-1-20-16,3-2-23 0,2-4-30 0,2-2-31 16,1 1-39-16,4-2-50 0,1 0-37 0,1-2-180 15,-4 0-415-15,1-3 183 0</inkml:trace>
  <inkml:trace contextRef="#ctx0" brushRef="#br0" timeOffset="-50622.02">27516 13761 84 0,'0'0'169'0,"-8"-3"-9"0,8 3-5 15,0 0-4-15,-11 1-12 0,11-1-11 0,0 0-8 16,0 0-11-16,0 0-6 0,0 0-8 0,0 0 1 15,0 0-6-15,0 0-9 0,27-3-9 0,-8 1-5 16,0 1-8-16,10-2-3 0,-2 0-27 0,0 1-27 16,-5 0-22-16,-2 0-27 0,-1 0-36 0,2 0-28 15,-2 1-30-15,-6-1-120 0,-3 0-282 0,1 2 124 16</inkml:trace>
  <inkml:trace contextRef="#ctx0" brushRef="#br0" timeOffset="-50444.93">27599 13881 163 0,'0'0'172'15,"-6"4"-18"-15,6-4-7 0,0 0-9 0,0 0-20 16,-6 4-8-16,6-4 3 0,0 0-8 0,0 0-9 16,27 6-30-16,-14-5-32 0,0 1-26 0,7-2-42 15,1 0-44-15,-1-2-30 0,-2 1-93 0,5-1-218 16,-4-2 97-16</inkml:trace>
  <inkml:trace contextRef="#ctx0" brushRef="#br0" timeOffset="-50002.1">28354 13608 102 0,'-3'-10'267'0,"3"10"-10"0,0-10-11 0,0 10-17 16,0 0-13-16,-1-11-26 0,1 11-15 0,0 0-20 15,-2-8-19-15,2 8-17 0,0 0-10 0,0 0-4 16,0 0 4-16,0 0-16 0,-11 24-5 0,8-15-8 16,-1 3-6-16,0 4-7 0,0 1-2 0,-2-1-8 15,4 0 1-15,0 3-3 0,-1 0 0 0,3-2-4 16,-1 2-8-16,1-1 2 0,-1 0-4 0,-3 0-3 15,4 0-1-15,0 0-8 0,0-2 1 0,0 0-4 16,0-5-5-16,2 5-21 0,-2-4 1 0,0-1 2 16,3-2 5-16,-2 3-4 0,1-4-3 0,-2 1 2 15,1-1-1-15,0-2 8 0,-1-6-10 0,3 10 2 16,0-5-2-16,-3-5 10 0,2 7-11 0,-2-7 1 16,0 0 4-16,2 10-3 0,-2-10 2 0,3 6 2 15,-3-6 6-15,0 0-3 0,6 3 4 0,-6-3-2 16,0 0 0-16,13-3 0 0,-13 3-2 0,19-4 2 15,-7 0-1-15,-1 1-16 0,2-3-9 0,5 0-20 16,-3 0-15-16,4-1-25 0,-2 3-9 0,1-4-25 16,1 1-29-16,-2 1-38 0,2-1-40 0,-4 1-41 15,-2 4-149-15,-3-5-441 0,2 1 196 0</inkml:trace>
  <inkml:trace contextRef="#ctx0" brushRef="#br0" timeOffset="-49326.91">28796 13682 42 0,'0'0'216'16,"-1"-9"4"-16,1 9-14 0,0 0-6 0,0 0-15 15,-1-8-5-15,1 8-24 0,0 0-11 0,0 0-19 16,0 0-10-16,0 0-18 0,0 0-7 0,0 0 2 16,0 0 1-16,0 0-4 0,0 0-3 0,-6 30-12 15,4-20-9-15,-1 3-8 0,1 0 8 0,-1-1-13 16,1 2-2-16,1 0-9 0,-1-3 0 0,2 5-7 15,2-6 1-15,0 0-6 0,-1-2-3 0,3 2-3 16,1-2 5-16,-1-3-12 0,4 1 5 0,-3-2-2 16,5 2-3-16,0-5-1 0,3 2 0 0,-1-3-3 15,1 0 0-15,4-3-1 0,-4 3 2 0,0-4-4 16,-2 0-1-16,1-2 0 0,1 1 2 0,-3-2-3 16,1-3-4-16,-1-1 4 0,-2 3 0 0,1 1-3 15,1-6-1-15,-3 3-4 0,-1 1 6 0,-1 0-3 16,-2 2-1-16,1 2 4 0,-1-1-5 0,-3 6 0 15,4-9-4-15,-4 9-4 0,3-5 2 0,-3 5-2 16,0 0 1-16,0 0 1 0,0 0 0 0,0 0-2 16,4 16 4-16,-4-16 0 0,-2 15 0 0,-1-6-2 15,3 1 2-15,1-1 0 0,0-1 0 0,0-1-1 16,3 2 4-16,0-2 0 0,0-1 2 0,3 0 4 16,1 0-6-16,4-2 0 0,2-2 3 0,4 0 2 15,1-2-4-15,-1-2 4 0,0 0-2 0,2-1 0 16,-2-1 0-16,-1-2 2 0,-2-2 0 0,-1 3-3 15,-4-3 5-15,1 0-4 0,-3 0 4 0,3-5-5 16,-5 4 0-16,1-3 1 0,-1 2 1 0,-2-2-1 16,-2 1-1-16,-1 0-3 0,1-1 5 0,-4 1-4 15,2 1 1-15,-2 1-11 0,1 2-11 0,1 7-3 16,-4-13-3-16,1 8-12 0,3 5-18 0,-1-9-20 16,1 9-26-16,-4-7-32 0,4 7-31 0,-5-3-29 15,5 3-36-15,0 0-129 0,-14 0-389 0,14 0 172 16</inkml:trace>
  <inkml:trace contextRef="#ctx0" brushRef="#br0" timeOffset="-48910.66">29401 13293 220 0,'-4'-10'227'0,"4"10"-18"0,0 0-25 0,-3-7-17 16,3 7-20-16,0 0-15 0,0 0-13 0,0 0-12 15,0 0-10-15,0 0-4 0,23 15-7 0,-16-6-8 16,2 4-4-16,-2 1 2 0,-2-2-2 0,2 3-9 15,-2-1-5-15,-3-1-2 0,0 0 1 0,-6-2-1 16,3 2 1-16,-1-1-2 0,-4 2-1 0,0-3-5 16,-1-2-2-16,2 2-6 0,-1-3 0 0,1 0-5 15,-1-4-4-15,3 2-4 0,-1 0-5 0,4-6-2 16,-7 5 6-16,7-5-15 0,-5 6 2 0,5-6 0 16,-2 8-1-16,2-8-1 0,0 0 0 0,7 9-1 15,-2-7-1-15,2 1-12 0,1-2-9 0,4-1-11 16,0 3-13-16,7-3-15 0,-2 0-20 0,2 3-30 15,-6-3-44-15,6 0-38 0,-6 0-32 0,1 2-161 16,-14-2-402-16,20 1 178 0</inkml:trace>
  <inkml:trace contextRef="#ctx0" brushRef="#br0" timeOffset="-48544.07">29775 13714 93 0,'0'0'257'0,"0"-11"-8"0,0 11-10 0,0 0-14 15,-3-11-14-15,3 11-23 0,-7-6-17 0,7 6-11 16,-10-4-4-16,2 4-11 0,8 0-5 0,-24 9 1 15,7-2-8-15,-1 0 0 0,-1 6-5 16,2-3-3-16,-2 1-5 0,0 11-7 0,0-4-8 16,0 0-7-16,5-2-16 0,1-1 0 0,4-2-12 15,1 1-9-15,2-3-3 0,2 2-13 0,0-3 5 0,4 2-5 16,4-4 0-16,2 1-3 0,2-1-7 0,7 0-5 16,3 1 4-16,3-5-10 0,6 2-1 0,3-5 1 15,2 2-12-15,0-1-17 0,-4-4-17 16,-6 0-23-16,-1 1-31 0,-4-1-33 0,-4-1-49 0,-2 2-60 15,0-4-76-15,-3 3-234 0,-3-2-571 0,-5 4 252 16</inkml:trace>
  <inkml:trace contextRef="#ctx0" brushRef="#br0" timeOffset="-44090.46">30302 13995 26 0,'0'0'32'0,"-6"-3"0"0,6 3 4 16,0 0-13-16,0 0 2 0,-10-3-5 0,10 3-2 0,0 0 0 16,0 0-1-16,-6-4-3 0,6 4-4 0,0 0-2 15,0 0 1-15,-6-3 3 0,6 3 0 0,0 0-1 16,-9-3-9-16,9 3 5 0,-9 0 3 0,9 0-4 15,-11-3-1-15,11 3 1 0,-12-3 2 16,3 2-10-16,0 0-9 0,-2-1 2 0,-1 2-4 0,4-1 4 16,8 1-3-16,-15-2 5 0,15 2-3 0,-13-1 0 15,13 1 1-15,-8 1 7 0,8-1-3 0,0 0 5 16,-9-1 2-16,9 1 7 0,0 0 4 0,0 0 9 16,-10-3 2-16,10 3 6 0,0 0 8 15,-6-5-1-15,6 5 6 0,0 0 3 0,-5-4 18 16,5 4 0-16,0 0 2 0,-7-5-1 0,7 5-8 0,0 0 4 15,-5-8-1-15,5 8 0 0,-5-6 3 0,5 6 11 16,-5-4-4-16,5 4 2 0,0 0 2 0,-5-6-1 16,5 6 0-16,-4-6 5 0,4 6-1 0,0 0 6 15,-8-6-1-15,8 6 0 0,0 0 2 0,-4-7-3 16,4 7 3-16,0 0-5 0,-3-7-6 0,3 7 0 16,0 0 2-16,0 0-1 0,-4-7 0 0,4 7-3 15,0 0-6-15,-4-5-8 0,4 5 10 16,0 0-8-16,0 0-1 0,-4-7-4 0,4 7 0 15,0 0-1-15,0 0-2 0,0 0-7 0,0 0-2 0,0 0-4 16,0 0-3-16,0 0-1 0,0 0-7 0,-1-10-6 16,1 10 0-16,0 0-1 0,0 0-5 15,0 0-3-15,0 0-2 0,8 32 2 0,-7-21-1 0,1 3 4 16,-2 3 1-16,-1 0 7 0,1 2 10 0,-2 0 8 16,-1 0 0-16,2 0 0 0,-3-1-2 0,1 5-2 15,1-2-6-15,-3-4-1 0,1-1 4 0,0 1-15 16,2-1 10-16,-2-4-5 0,1 0 4 0,0 4-5 15,1-5-5-15,-1-2 2 0,1-1-2 0,-1 0-2 16,2-3 0-16,1-5-5 0,-3 12 2 0,3-12 6 16,-1 7-9-16,1-7 4 0,-1 6-8 0,1-6 3 15,0 0-32-15,0 0-17 0,-3 9-13 0,3-9-12 16,0 0-43-16,0 0-35 0,0 0-50 0,0 0-58 16,0 0-43-16,-18-12-217 0,13 9-553 0,5 3 245 15</inkml:trace>
  <inkml:trace contextRef="#ctx0" brushRef="#br0" timeOffset="-38268.14">25021 14889 61 0,'-6'-7'136'0,"6"7"-3"16,-3-5 9-16,3 5-13 0,-5-7-3 15,5 7-6-15,0 0 1 0,-6-6-3 0,6 6-8 0,0 0-5 16,0 0-9-16,0 0-7 0,0 0-11 0,-4-5-7 15,4 5-9-15,0 0-11 0,0 0-8 0,0 0-3 16,0 0-2-16,0 0 2 0,0 23-2 0,0-11-4 16,0 3 3-16,2 3 5 0,-2 0-1 0,2 1-4 15,-1 1 6-15,0-2-12 0,1 1 1 0,-2 0-2 16,1-1-1-16,1 0-2 0,2-3-4 0,-4 3-2 16,2-1-2-16,-2-2-5 0,2-2 4 0,-2-2-2 15,3 1-2-15,-1-1 0 0,-2-1-3 0,0-1-4 16,3 2 2-16,-1-4-2 0,-2-1-11 0,0-6-17 15,3 12-21-15,-2-5-22 0,-1-7-19 0,1 7-27 16,-1-7-9-16,0 8-30 0,0-8-20 0,0 0-122 16,0 0-315-16,0 0 141 0</inkml:trace>
  <inkml:trace contextRef="#ctx0" brushRef="#br0" timeOffset="-38055.92">25259 15059 19 0,'14'-3'124'0,"-1"1"-9"0,8-1-8 0,-4-1-12 16,2 2-2-16,1-2-15 0,-3 1-7 0,4 1-27 0,-6 0-14 15,-1 2-21-15,4-2-16 0,-6 0-17 0,-2-1-13 16,-1 2-16-16,-2 0-58 0,-7 1-120 0,11-3 53 15</inkml:trace>
  <inkml:trace contextRef="#ctx0" brushRef="#br0" timeOffset="-37829.68">25470 14905 89 0,'-8'-9'131'0,"4"4"3"0,4 5 7 0,-6-6 5 0,6 6-4 16,-2-6-8-16,2 6-12 0,0 0-12 15,0 0-15-15,-4-7-8 0,4 7-11 0,0 0 2 16,0 0-1-16,0 0-6 0,-2 21 4 0,2-9-5 0,2-1-5 16,-4 4-5-16,1-2-6 0,2 3-1 0,-2-1-8 15,1 1-7-15,0-3-1 0,1 0-3 16,-2 0-11-16,1-2-21 0,0 6-25 0,0-5-20 16,0 1-28-16,0-2-33 0,3 2-34 0,-1-4-24 15,0 2-113-15,0-4-298 0,-2 0 133 0</inkml:trace>
  <inkml:trace contextRef="#ctx0" brushRef="#br0" timeOffset="-37395.46">25797 14796 159 0,'0'0'204'0,"2"-7"-29"0,-2 7-16 15,4-6-20-15,-4 6-12 0,0 0 16 0,0 0 4 16,6 24-2-16,-3-7-7 0,-1 2-18 0,0 1-5 16,1-1-9-16,-1-2-7 0,1 2-6 0,-1 0 6 15,-2-1-15-15,0-1-4 0,4 0-9 0,-4-4-6 16,2-2-5-16,-2-3-8 0,1 2-3 0,0-1-5 16,-1-2-6-16,0-7-1 0,3 10-4 0,-3-10-2 15,0 9-4-15,0-9-3 0,0 0 5 0,0 9-1 16,0-9 2-16,0 0 2 0,0 0 2 0,0 0-1 15,0 0 1-15,0 0-5 0,0 0-8 0,0 0-5 16,0 0-7-16,9-24-2 0,-3 13-14 0,4-3-9 16,0 0-3-16,2-1 4 0,1 1-2 0,5-6 6 15,-2 6-4-15,-3 3 2 0,1 2 6 0,-3 1-8 16,1 2-1-16,-4 0-3 0,-1 4 7 0,4 0 0 16,-3 2-1-16,-8 0 0 0,17 8 1 0,-11-3 4 15,2 3 0-15,-1 2 2 0,-1 1 1 0,0-1-1 16,-4 2-1-16,2-1 14 0,-4 1-11 0,2 0 3 15,-2 3-3-15,-5 0-21 0,8-6-31 0,-6 2-23 16,2-2-39-16,-1 0-43 0,2-9-45 0,2 14-169 16,-2-14-406-16,-2 8 181 0</inkml:trace>
  <inkml:trace contextRef="#ctx0" brushRef="#br0" timeOffset="-37092.39">26369 14743 60 0,'-5'-12'240'15,"5"12"-25"-15,-2-6-22 0,2 6-12 0,0 0-15 16,0 0 1-16,0 0-10 0,-8 24-3 0,3-10-9 16,-4 2-18-16,0 9-8 0,2-2-8 0,1 4 1 15,3-1 1-15,0 1-14 0,1 0-8 0,0-2-6 16,-2-5-3-16,4-2-8 0,0 7-2 0,2-6-6 15,0-1-4-15,2 2-8 0,-4-1-3 0,3-1-4 16,0-2-2-16,1 2-7 0,-4-7-5 0,2 0-1 16,-2 0-5-16,2 0-2 0,-2-3-3 0,1 1-24 15,-1-9-13-15,0 13-12 0,4-9-18 0,-4-4-7 16,-2 9-19-16,2-9-18 0,0 0-37 0,0 0-36 16,-5 10-42-16,5-10-208 0,-12 0-447 0,12 0 198 15</inkml:trace>
  <inkml:trace contextRef="#ctx0" brushRef="#br0" timeOffset="-36933.58">26247 15005 85 0,'15'-6'89'15,"2"-2"-22"-15,1 3-27 0,-2 1-24 0,2-1-16 16,2 1-19-16,-2 1-28 0,0 2-50 0,-2 1 22 15</inkml:trace>
  <inkml:trace contextRef="#ctx0" brushRef="#br0" timeOffset="-36650.82">26517 14989 5 0,'0'0'60'0,"7"3"5"16,-7-3 2-16,0 0 6 0,0 0 16 0,0 0-14 16,0 0 23-16,0 0-16 0,4 3 9 0,-4-3 5 15,0 0-5-15,0 0 3 0,0 0 7 0,14-9 0 16,-9 5-3-16,3-1-3 0,-3-3-9 0,4 1-7 15,-4-2-1-15,1-1-7 0,1 1-3 0,0-3-7 16,-3 3-5-16,1-1 9 0,-1 0-10 0,-4 0-1 16,2 3-2-16,-2 7 6 0,0-12-4 0,0 12-6 15,-2-9-8-15,2 9-6 0,-8-6-3 0,8 6-8 16,0 0 5-16,-23 10-1 0,9 0-2 0,-2 1-4 16,-2 8 6-16,5-3 2 0,0 0-3 0,-3 4 0 15,7-2-1-15,0 1-2 0,4-3-4 0,3-1 1 16,0 2-7-16,2 1-5 0,2-3-15 0,4 0-13 15,2-5-27-15,3 1-27 0,5 0-29 0,1-2-49 16,6-5-45-16,4 1-156 0,-7-2-380 16,11-3 169-16</inkml:trace>
  <inkml:trace contextRef="#ctx0" brushRef="#br0" timeOffset="-36374.28">27097 14877 229 0,'-4'-5'251'0,"4"5"-7"16,0 0-14-16,0 0-8 0,0 0-16 0,0 0-19 15,0 0-19-15,6-8-13 0,0 5-17 0,1-1-8 16,1 1-9-16,3-1-16 0,2 1-8 15,-1 0-10-15,0 0-8 0,7-1-10 0,-4 1-17 0,3-2-19 16,-7 1-23-16,8 3-25 0,-9-1-27 16,3 0-37-16,-7 0-41 0,3 0-44 0,-9 2-30 0,12 0-11 15,-12 0-128-15,10 4-360 0,-10-4 160 0</inkml:trace>
  <inkml:trace contextRef="#ctx0" brushRef="#br0" timeOffset="-36197.14">27083 15017 195 0,'-7'4'202'0,"7"-4"-11"15,0 0-9-15,0 0-18 0,21 1-11 0,-8-1-16 16,1-3-9-16,6 0-13 0,2 0-6 0,5 1-14 16,-6-2-32-16,8-4-20 0,-3 4-28 0,3-1-32 15,-2-1-52-15,1 1-47 0,-6-1-149 0,-6-1-288 16,2 3 128-16</inkml:trace>
  <inkml:trace contextRef="#ctx0" brushRef="#br0" timeOffset="-31142.31">28303 14705 58 0,'2'-9'172'0,"-2"9"3"0,2-7-5 16,-2 7-4-16,0 0-4 0,0 0-17 0,0 0-5 16,-4-13-15-16,4 13-12 0,-4-6-13 0,4 6-6 15,-7-4-10-15,7 4-9 0,-9-4-5 0,9 4-6 16,-13 0-6-16,13 0 1 0,-19 3 4 0,6 0 0 15,4 1-11-15,-5 1 0 0,1 1-7 0,-1 3-3 16,-1 1-7-16,1 0 1 0,-1 4 9 0,0 0 2 16,2 1-2-16,-5 3-7 0,7-1-4 0,-1-2-3 15,2 2-2-15,1 0-1 0,3-1-1 0,-1-1 1 16,2 1-2-16,3-4-4 0,3 1-2 0,-1-3 1 16,5 3 0-16,0-3-1 0,4-1-3 0,4 1 1 15,5-1-5-15,1-2 9 0,0-1-9 0,9 0-1 16,-1-2-2-16,0-1-3 0,-5-3-10 0,-3 0-15 15,0-1-18-15,0-3-19 0,2 3-26 0,-7-1-20 16,-1 1-20-16,-1-3-31 0,1 1-27 0,-2 0-18 16,1-3-149-16,-2 2-373 0,-3 1 166 0</inkml:trace>
  <inkml:trace contextRef="#ctx0" brushRef="#br0" timeOffset="-30864.03">28474 14899 154 0,'0'0'229'0,"0"0"-10"0,0 0-13 15,0 0-20-15,-4-8-18 0,4 8-16 0,0 0-16 16,0 0-19-16,0 0-14 0,0 0-7 0,0 0-10 16,0 0 0-16,0 0 3 0,7 25-6 0,-7-16-3 15,0 1-7-15,1-1-5 0,0 2-10 0,-1 0-1 16,1-2-7-16,1 4-4 0,-1-6-6 0,0 5 0 15,0-3-4-15,-1 1-3 0,0 0-5 0,0-3-3 16,0 3-1-16,0-3-1 0,0 0-8 0,0-7-18 16,2 15-19-16,0-9-20 0,-2 0-20 0,0-6-44 15,3 13-39-15,-3-13-31 0,1 8-27 0,1-4-139 16,-2-4-369-16,0 0 163 0</inkml:trace>
  <inkml:trace contextRef="#ctx0" brushRef="#br0" timeOffset="-29572.73">28843 14872 22 0,'0'0'120'0,"0"0"-2"0,0 0-1 15,0 0 1-15,0 0-2 0,0 0-7 0,0 0-1 16,0 0-7-16,0 0-7 0,0 0-12 0,0 0-18 16,0 0 2-16,0 0-5 0,0-17-3 0,0 17-7 15,0 0 0-15,-10-2-4 0,10 2 3 0,-6-4-7 16,6 4 3-16,-7-2-8 0,7 2 0 0,0 0-8 15,-12-2 2-15,12 2-2 0,0 0-2 0,-11 0-2 16,11 0-5-16,0 0 6 0,-7-1-8 0,7 1 1 16,0 0 2-16,0 0-4 0,-12-1 2 0,12 1-4 15,0 0 1-15,0 0-1 0,0 0-3 0,0 0 5 16,0 0-9-16,0 0 2 0,0 0-2 0,0 0 5 16,0 0-6-16,0 0 1 0,0 0 0 0,0 0 1 15,0 0 0-15,0 0-2 0,-6-3-3 0,6 3-1 0,0 0 3 16,0 0-2-16,0 0-1 0,0 0 2 15,0 0 2-15,0 0 1 0,28 3 4 0,-28-3-1 16,10 0-2-16,-1 0-4 0,-9 0 3 0,14-2-5 16,-6 2 1-16,6 0 1 0,-7 0 2 0,-7 0-2 15,16 0-1-15,-10 0 1 0,-6 0-7 0,15 2 6 16,-7-4-25-16,-8 2-10 0,13 0-15 0,-13 0-11 16,13-1-11-16,-13 1-18 0,10 0-18 0,-10 0-19 15,9 1-10-15,-9-1-8 0,0 0-115 0,0 0-277 16,0 0 122-16</inkml:trace>
  <inkml:trace contextRef="#ctx0" brushRef="#br0" timeOffset="-29196.04">28867 14725 10 0,'0'0'184'0,"0"0"-2"0,0 0-13 16,0 0-8-16,-3-7-17 0,3 7-3 0,0 0-12 15,0 0-13-15,0 0-15 0,0 0-10 0,0 0-7 16,0 0-11-16,0 0-5 0,0 0 2 0,0 0-2 15,0 0-1-15,0 0-4 0,10 25-2 0,-10-15-5 16,4 0 0-16,-2 2-1 0,1-1 0 0,-2 1-2 16,1 1-8-16,-2-2 4 0,1 1-13 0,-1-1-3 15,0 2-1-15,0-1-2 0,2 1-4 0,-4-1-3 16,2-2-6-16,-1 2-9 0,2-2-12 0,-4 3-15 16,2-4-24-16,-2 0-20 0,2-1-22 0,0 1-35 15,-3 1-27-15,3-3-34 0,1-7-135 0,-5 13-342 16,4-7 152-16</inkml:trace>
  <inkml:trace contextRef="#ctx0" brushRef="#br0" timeOffset="-28808.38">29309 14640 211 0,'0'-9'214'0,"0"9"-17"0,0 0-14 16,1-7-20-16,-1 7-17 0,0 0-16 0,0 0-9 15,0 0-5-15,0 0-3 0,0 0-6 16,-27 17-2-16,16-8-2 0,-1 2-12 0,-1 0-9 15,2 3 1-15,2 0-10 0,-1 1 0 0,-3-2 5 16,5 3-5-16,-2-2-2 0,5 1 1 0,-3-2-12 16,4 0 6-16,2-1-16 0,1 0-4 0,1-1-5 0,-2 0-1 15,6-2-4-15,-1 0-3 0,1 0-4 16,3-1 3-16,2 1-8 0,0-3-1 0,6 2-1 16,2-3-21-16,1 0-15 0,0-2-22 0,2-2-20 15,-1 0-29-15,-2-2-31 0,-2 1-37 0,-2-1-29 16,2-2-21-16,-3 1-15 0,-2-2-124 0,2-1-369 15,-2 1 165-15</inkml:trace>
  <inkml:trace contextRef="#ctx0" brushRef="#br0" timeOffset="-28531.53">29532 14815 121 0,'9'7'163'16,"-4"-4"3"-16,3 5-3 0,-5-4 0 0,2 4-5 0,-1 0-8 15,-1 2-9-15,-1-4-1 0,0 5-3 16,-2-1-6-16,-1-1-7 0,-3 1-6 0,3 2-6 16,-4-2-2-16,-2 0-9 0,1 2-7 0,-2-3-7 15,3-1-10-15,-1 1-6 0,2-4-8 0,-1 1-7 16,-1-1-5-16,3 1-4 0,3-6-5 0,-5 10-7 16,5-10 2-16,0 7-3 0,0-7-4 0,9 11-3 15,0-9-6-15,3 1-8 0,9-1-12 0,-3 0-15 16,11-3-14-16,1 0-15 0,-1 1-24 0,2-1-17 15,-10 1-23-15,7-1-29 0,-8-1-38 0,-1 1-24 16,-1 0-158-16,-7 1-385 0,0-1 171 0</inkml:trace>
  <inkml:trace contextRef="#ctx0" brushRef="#br0" timeOffset="-27941.06">27771 15399 5 0,'0'0'189'16,"-10"-5"-1"-16,10 5-15 0,-6-3-8 0,6 3-16 15,-5-2-11-15,5 2-14 0,0 0-5 16,0 0-10-16,0 0-13 0,42 0-5 0,-5 0-10 16,17 0-3-16,6 1-5 0,30 3-3 0,5-4-7 15,6-2-5-15,0 1-7 0,6-1-2 0,0 2-4 16,1-2-5-16,-1 4 2 0,-1-2-5 0,1 0-4 0,-5 0-2 15,-5-4 6-15,-3-2-5 0,-30 7-6 0,-1-1 7 16,-2-4 0-16,-2 3 2 0,-8-2 0 16,-13 3 2-16,-1-2 2 0,-1 0 2 0,-8 1 0 15,-6 1-1-15,-4-1-5 0,-5 1-1 0,-4 0-2 16,-9 0-5-16,15-3-1 0,-15 3 2 0,12 0-2 16,-12 0-18-16,0 0-18 0,0 0-28 0,0 0-24 0,0 0-34 15,0 0-47-15,-38-7-43 0,17 4-40 16,-12 3-138-16,-3-3-394 0,0 3 174 0</inkml:trace>
  <inkml:trace contextRef="#ctx0" brushRef="#br0" timeOffset="-27434.05">28080 15607 26 0,'0'0'235'0,"0"-10"1"0,0 10-21 0,0 0-15 16,0-9-28-16,0 9-15 0,0 0-23 0,0 0-8 15,0 0-6-15,0 0-8 0,0 0 4 0,5 27 25 16,-2-11-7-16,0 4-7 0,-1-3-14 0,1 8-2 16,1-6-16-16,-3 0-2 0,-1 0-6 0,4-2 4 15,-4 2-10-15,1-3-8 0,0 1-5 0,-1-5-2 16,0 5-6-16,0-6-5 0,1-1-1 0,-2-2-2 15,1 0-4-15,0-8 0 0,0 12-9 0,0-12-6 16,-2 9 8-16,2-9-8 0,-3 6-2 0,3-6-2 16,0 0-5-16,-1 8-1 0,1-8-2 0,0 0 3 15,0 0 1-15,0 0-5 0,14 5-4 0,-2-5 1 16,1 0-2-16,4-1-4 0,4-1 0 16,7-2-11-16,-7 4-7 0,5-3-11 0,4-3-23 0,-2 2-19 15,-5 1-24-15,6-1-33 0,-10 1-45 0,0-2-53 16,2 1-52-16,-5-1-215 0,1 1-521 0,-5-1 230 15</inkml:trace>
  <inkml:trace contextRef="#ctx0" brushRef="#br0" timeOffset="-27024.66">28948 15613 202 0,'0'0'254'0,"0"0"-20"0,-5-8-9 0,5 8-13 16,-5-7-10-16,5 7-18 0,-8-4-15 0,8 4-10 15,-11 2-12-15,11-2-4 0,-13 3-9 0,3 3-15 16,-2 0 11-16,1 1-10 0,0 1-8 0,5 1-12 16,-5 3-4-16,-1-1-11 0,6-1-1 0,-1 1-5 15,2-4-6-15,0 5-5 0,0-4-15 0,3 2 16 16,-1 1-16-16,3-1-1 0,0-3-6 0,3 1-15 16,1-1 14-16,2 1-12 0,-1-3 0 0,3 2-5 15,1-3-4-15,2 1-19 0,-1-1-16 0,2 1-25 16,6-4-30-16,-4 0-26 0,0-1-26 0,2 0-17 15,-3 0-29-15,1-1-12 0,0 0-31 0,-2-1-10 16,-2 0-2-16,1-2-1 0,0 1-137 0,-1 0-387 16,1 0 171-16</inkml:trace>
  <inkml:trace contextRef="#ctx0" brushRef="#br0" timeOffset="-26797.9">29149 15743 25 0,'0'0'179'0,"0"0"11"0,0 0 7 16,0 0 6-16,0 0-1 0,0 0-4 0,9-3-11 15,-9 3-7-15,0 0-10 0,0 0-8 0,0 0-15 16,0 0-12-16,0 0-13 0,0 0-14 0,0 0-11 16,0 0-3-16,0 0 15 0,-1 12 6 0,1-12 4 15,-4 14-15-15,-1-9-11 0,2 3-3 0,-1 2-11 16,0-1-11-16,2 0-4 0,-1 1-7 0,1 0-8 16,-1 1-2-16,1-2 3 0,-2 0-10 0,0 2-1 15,0-2-27-15,2 3-30 0,-1-2-24 0,2-2-30 16,-1 2-31-16,0-1-39 0,-1 0-48 15,2-3-55-15,1-6-242 0,-3 16-527 0,2-10 233 0</inkml:trace>
  <inkml:trace contextRef="#ctx0" brushRef="#br0" timeOffset="-26486.63">29508 15718 18 0,'0'0'261'0,"-1"-12"-8"0,1 5-14 0,0 7-15 16,-4-8-20-16,4 8-18 0,-8-5-21 0,8 5-7 16,-11 0-5-16,11 0-15 0,-16 9-7 0,7-2-7 15,-1 0-3-15,1 2-14 0,0 1-8 0,-2 3-6 16,3-2-16-16,0 3 2 0,2-4-5 0,-1 6-7 0,1-6-6 15,4 1-5-15,-1 0-5 0,3-1-9 16,0 0 3-16,2-1-5 0,1 1-2 0,3-2-8 16,1-2-17-16,1 2-21 0,1 0-26 0,0-5-27 15,1 1-33-15,0-1-36 0,-1-1-42 0,4-2-58 16,-3 0-207-16,-10 0-472 0,18-3 209 0</inkml:trace>
  <inkml:trace contextRef="#ctx0" brushRef="#br0" timeOffset="-26205.63">29699 15793 45 0,'0'0'193'0,"11"9"2"0,-9-7 6 16,2 5-8-16,0-2-7 0,1 1-9 0,-1 1-17 16,0-2 5-16,1 2-7 0,-2 4-14 0,-1-4-14 15,-1 1-11-15,1 1-10 0,-1 0-2 0,-1-1-10 16,0-8-2-16,0 12-10 0,0-5-13 0,0-7-3 15,-3 10-10-15,3-10-15 0,0 10 8 0,0-10-5 16,0 8-9-16,0-8 1 0,2 10-2 0,-2-10-5 16,4 6-2-16,-4-6 3 0,2 7-5 0,-2-7-3 15,10 4-11-15,-2-3-14 0,1-1-9 0,-9 0-16 16,19 0-13-16,-7-1-19 0,7-1-21 0,-4-2-37 16,-2 0-36-16,6-4-46 0,1 0-44 0,-3 1-138 15,7-7-408-15,1 0 181 0</inkml:trace>
  <inkml:trace contextRef="#ctx0" brushRef="#br0" timeOffset="-25288.1">30288 15079 87 0,'0'0'186'16,"0"0"-17"-16,0 0-9 0,0 0-19 0,0 0-12 15,0 0 0-15,0 0-4 0,0 0-6 0,0 0-7 16,0 0-2-16,0 0-9 0,11 20 0 0,-7-11-3 0,1 0-8 16,2 1 6-16,-1 0-14 0,-1 1 1 0,1-1-5 15,1 1-4-15,1 0-5 0,0-3-9 16,0 3-4-16,0-2-8 0,3 5 0 0,-2-6-7 16,-1-1-1-16,1 3-4 0,-3-5 4 0,2 1-5 15,-3-1-11-15,-1 2-13 0,-2-2-16 0,-2-5-18 16,7 2-16-16,-7-2-25 0,5 7-21 0,-5-7-31 0,0 0-22 15,4 5-20-15,-4-5-37 0,0 0-132 16,0 0-352-16,0 0 156 0</inkml:trace>
  <inkml:trace contextRef="#ctx0" brushRef="#br0" timeOffset="-25056.44">30478 15090 55 0,'0'0'201'0,"-17"8"-13"0,10-1-4 0,-1 1-18 15,-2 1-13-15,2 0-14 0,-3 3-6 0,-2-1-12 16,0 4-1-16,0-2-14 0,2-1-8 0,-2-1-8 16,0 3-11-16,2-3-5 0,-2 2-12 0,4-3-25 15,3-2-25-15,-2 0-19 0,0-1-36 0,2 0-28 16,1 1-33-16,5-8-37 0,-5 11-135 0,2-6-298 15,3-5 132-15</inkml:trace>
  <inkml:trace contextRef="#ctx0" brushRef="#br0" timeOffset="-24404.01">30947 14834 124 0,'3'-18'214'0,"-5"7"-3"0,2 11-7 0,0-14-5 15,0 14 1-15,0-12-4 0,0 12-9 16,0 0-10-16,2-13-11 0,-2 13-18 0,0 0-14 16,0 0-14-16,1-12-14 0,-1 12-12 0,0 0-4 15,0 0 4-15,0 0 0 0,0 0-5 0,-1 41-2 16,-1-25-3-16,2-1-2 0,-1-2-5 0,0 3 1 0,-1-1 4 16,0 4-2-16,-1-1-5 0,1 0 4 15,-2 1 0-15,2-1-1 0,-2 0-3 0,2-3-12 16,0 3-2-16,-1-2-7 0,1-5-3 0,2 3-11 15,-2-4-21-15,1 2 20 0,0-2-6 0,1-10 5 16,-3 19-7-16,3-11-9 0,0-8 8 0,0 14-9 16,0-14-6-16,0 0 6 0,1 14-17 0,-1-14 6 15,2 9 6-15,-2-9 2 0,0 0-6 0,0 0 1 16,0 11-1-16,0-11-3 0,0 0-1 0,0 0 5 16,5 6 1-16,-5-6 5 0,0 0-13 0,13 0 0 15,-13 0-10-15,21-6-5 0,-8 3-8 0,4-2-16 16,2 0-17-16,-1-2-14 0,0 3-23 0,0-4-18 15,2 0-29-15,1 0-28 0,-3 2-31 0,7-4-46 16,-1-1-46-16,-3 4-236 0,-5 0-562 0,2-1 249 16</inkml:trace>
  <inkml:trace contextRef="#ctx0" brushRef="#br0" timeOffset="-23320.17">31752 14785 122 0,'0'0'190'0,"0"0"-9"0,0 0-5 16,1-9-6-16,-1 9-4 0,0 0-9 16,0 0-10-16,0 0-6 0,0 0-9 0,0 0-6 15,0 0-16-15,0 0-5 0,0 0-9 0,-5-13-7 16,5 13-7-16,0 0-8 0,0 0-4 0,0 0-8 15,0 0-6-15,0 0-5 0,0 0-5 0,0 0-5 16,0 0-3-16,0 0-7 0,0 0-1 0,0 0 1 16,0 0-12-16,0 0 5 0,0 0-8 0,0 0-1 15,0 0-3-15,0 0 3 0,0 0-6 0,0 0 2 16,0 0-4-16,0 0 2 0,0 0-2 0,0 0 1 16,0 0-4-16,0 0 2 0,0 0 0 0,0 0-3 15,0 0 0-15,0 0 1 0,0 0-2 0,0 0 0 16,0 0-1-16,0 0-1 0,0 0 2 0,0 0 0 15,0 0 7-15,0 0-11 0,0 0 6 0,0 0-3 16,0 0-2-16,0 0 1 0,0 0 3 0,0 0-5 16,0 0 2-16,0 0 0 0,0 0 3 0,0 0-2 15,0 0-2-15,0 0 2 0,0 0-2 0,0 0 0 16,0 0 2-16,0 0 1 0,0 0-2 0,0 0-1 16,0 0 1-16,0 0 3 0,0 0-3 0,0 0 1 15,0 0-3-15,0 0 2 0,0 0 2 0,0 0-2 16,0 0 1-16,0 0 1 0,0 0-2 0,0 0 2 15,0 0-1-15,0 0 1 0,0 0-1 0,0 0 1 16,0 0 2-16,0 0-2 0,0 0-2 0,0 0 3 16,0 0-4-16,0 0 1 0,0 0 2 0,0 0 6 15,0 0-8-15,0 0 1 0,0 0-2 0,0 0 2 16,0 0 1-16,0 0-3 0,0 0 0 0,0 0 2 16,0 0 0-16,0 0-2 0,0 0-2 15,0 0-4-15,0 0 4 0,0 0-3 0,0 0 8 16,0 0 1-16,0 0 3 0,13 28 4 0,-8-20-5 0,4 0 3 15,-2 5-1-15,-2-3 1 0,1 1-1 0,4 5 5 16,-5-6-4-16,6 5 7 0,-4-1-2 0,0-2 0 16,-1-2-5-16,1 4 5 0,-1-3-4 0,-1-1-1 15,3-1-2-15,-3-1 3 0,1 1-2 16,-1 0-12-16,-1-5-15 0,-1 2-19 0,2 0-26 16,-5-6-9-16,1 7-20 0,-1-7-25 0,1 6-18 15,-1-6-32-15,0 0-36 0,0 0-13 0,-10 6-111 16,10-6-356-16,0 0 158 0</inkml:trace>
  <inkml:trace contextRef="#ctx0" brushRef="#br0" timeOffset="-23066.34">31913 14796 53 0,'0'0'217'0,"0"0"-22"15,0 0-18-15,0 0-21 0,0 0 1 0,0 0 3 16,0 0-3-16,0 0-6 0,-13 18-2 0,6-9-10 16,-5 4 1-16,-1 1-11 0,2-2-10 0,-3 2-11 15,2-1-9-15,-3-1-9 0,0 2-12 0,1 0-3 16,0-3-7-16,0-1-19 0,2 1-10 0,-3 0-20 16,6-3-14-16,0 0-19 0,0-1-27 0,0 0-35 15,1 0-37-15,3-3-33 0,1 0-56 0,-2 0-155 16,6-4-385-16,0 0 170 0</inkml:trace>
  <inkml:trace contextRef="#ctx0" brushRef="#br0" timeOffset="-22728.3">32394 14733 9 0,'1'-8'250'0,"-1"8"-22"0,0 0-12 16,0 0-21-16,0 0-12 0,0 0-4 0,-14-3-12 15,14 3-7-15,-18 8-10 0,7 1-11 0,0 0-8 16,5 0-9-16,-8 4-1 0,2 2 0 0,1 1-4 16,0-2-11-16,0 2-2 0,1 0-4 0,0-1-8 15,5-1-6-15,1-2 1 0,-1 2-8 0,2-3-11 16,2 1-5-16,1-1 0 0,2 0-3 0,2-1-9 15,1-1 1-15,3 0 9 0,2 0-25 0,4 0 7 16,4-1-5-16,-1-1-4 0,2-2-5 0,-2 1 1 16,4-2-16-16,-2 0-5 0,-7-1-36 0,1-1-21 15,-4 0-33-15,1-2-40 0,1 0-36 0,-11 0-43 16,15-4-39-16,-9 0-40 0,4 0-162 0,-10 4-476 16,14-7 210-16</inkml:trace>
  <inkml:trace contextRef="#ctx0" brushRef="#br0" timeOffset="-22432.02">32668 14938 45 0,'0'0'225'0,"0"0"-14"0,0 0-11 0,0 0 5 15,0 0-2-15,0 0-6 0,0 21 10 0,2-11-11 16,-2 0 2-16,0-10 1 0,1 19-5 0,-2-6-10 15,-1 1-1-15,2-3 2 0,0 1-5 0,-1 0-7 16,-1 1-15-16,0 3-18 0,1-3-12 16,1-3-12-16,-2 1 6 0,0 0-15 0,1 0-3 15,0 0-11-15,1-11-11 0,-3 17-3 0,3-9-14 16,0-8-2-16,-2 13-4 0,2-13-8 0,0 11-3 16,0-11-13-16,1 10-22 0,-1-10-34 0,0 0-35 15,0 0-33-15,-1 12-30 0,1-12-35 0,1 6-33 16,-1-6-43-16,0 0-57 0,0 0-298 0,0 0-632 15,-15 2 279-15</inkml:trace>
  <inkml:trace contextRef="#ctx0" brushRef="#br0" timeOffset="-21458.89">30943 14882 57 0,'3'-9'208'0,"-3"9"-3"0,0 0-11 0,2-7-12 16,-2 7-17-16,0 0-14 0,0 0-19 0,3-7-10 15,-3 7-13-15,0 0-12 0,0 0-4 0,0 0-15 16,0 0-9-16,0 0-8 0,0 0-3 0,0 0-9 16,0 0-2-16,0 0-7 0,0 0-1 0,0 0-5 15,0 0-3-15,0 0-1 0,0 0-12 0,0 0-18 16,6 23-28-16,-6-23-35 0,9 7-9 0,1-3-50 16,1-2-23-16,1 1-11 0,-1-3-5 0,2 0-93 15,-1 0-275-15,1 0 121 0</inkml:trace>
  <inkml:trace contextRef="#ctx0" brushRef="#br0" timeOffset="-21198.17">31137 14883 585 0,'21'-4'-44'15,"-6"-3"-2"-15,4 3 15 0,-2-1 5 0,-4 0 5 16,-2-2 13-16,2 3 16 0,-4 0 8 0,-3 0 20 16,-6 4 13-16,12-6-2 0,-12 6 18 0,8-8 0 15,-8 8 11-15,3-7 3 0,-3 7 3 0,0 0-2 16,0 0-1-16,-1-13 6 0,1 13 0 0,0 0-2 16,0 0 8-16,-12-11-3 0,12 11 1 0,-15 2 8 15,15-2-4-15,-25 15 10 0,8-3-6 16,-6 8 3-16,-2 1-5 0,-4 3-9 0,-6 8-3 0,0 2 0 15,-6 2-2-15,17-10-3 0,-13 9-6 16,10-10-4-16,-10 8-9 0,11-8-4 0,-12 8-6 16,11-9-1-16,3 0-12 0,0-2 2 0,3-2-7 0,3 3-1 15,-1-5-7-15,6-1 1 0,1-6-3 0,1 3-6 16,0-1-18-16,1 0-15 0,3-4-21 0,0 1-22 16,-1-2-24-16,3-3-34 0,5-5-29 15,0 0-34-15,-9 11-26 0,9-11-178 0,0 0-418 16,0 0 185-16</inkml:trace>
  <inkml:trace contextRef="#ctx0" brushRef="#br0" timeOffset="-20620.27">32801 14817 154 0,'0'0'195'15,"0"0"-10"-15,0 0-16 0,0 0-11 0,0 0-6 16,0 0-5-16,0 0-5 0,0 0-8 0,0 0-2 16,0 0-25-16,0 0-6 0,0 0-7 0,0 0-12 15,0 0-5-15,0 0-6 0,0 0-6 16,0 0-6-16,0 0-6 0,0 0-6 0,-14-63-4 0,14 63-6 15,0 0-5-15,0 0 0 0,0 0-3 0,0 0-1 16,-10-29-1-16,10 29-1 0,0 0 0 16,0 0-2-16,0 0 4 0,0 0-3 0,0 0 2 0,0 0-3 15,0 0-8-15,0 0 0 0,0 0-7 0,0 0-3 16,-11-25-1-16,11 25 1 0,0 0 2 0,-17 15 1 16,3-2 15-16,-9 6-5 0,-4 1 5 15,-1 2-4-15,-12 7 3 0,12-4 0 0,-2-2 3 16,-9 6-1-16,14-6 1 0,-3-1-2 0,0-1-3 15,1 0-3-15,2-4-1 0,2 3-1 0,-2-2 0 16,1-1 0-16,-1-1-2 0,3 0-14 0,3-5-19 16,4 0-25-16,-2-1-32 0,2 1-27 0,-3-2-53 15,4 1-45-15,0 0-40 0,-1-1-146 0,-2-1-418 16,0-3 184-16</inkml:trace>
  <inkml:trace contextRef="#ctx0" brushRef="#br0" timeOffset="-19675.01">28087 15747 26 0,'0'0'92'0,"6"-4"-4"0,-6 4-6 0,7-6-5 16,-7 6 9-16,7-5 11 0,-4 2 5 0,-3 3-10 0,9-6-8 15,-7 3-1-15,-2 3-4 0,8-9-4 16,-5 6-9-16,-3 3 1 0,8-7-12 0,-8 7 8 16,6-7-1-16,-6 7-4 0,4-2 2 0,-4 2-3 15,0 0-2-15,6-4 29 0,-6 4-5 0,0 0 1 16,0 0-3-16,0 0-4 0,0 0-5 0,0 0-8 15,0 0-2-15,0 0-1 0,0 0 1 0,0 0 1 16,0 0 3-16,-24 29 2 0,11-14 2 0,-10 4-2 16,1 2-4-16,0 0 1 0,-3-1 0 0,-1 1-7 15,1-1-1-15,2 2-3 0,0-2-5 0,1 2 2 16,-1-5-6-16,1 2 1 0,2-1-7 0,-3 2-4 16,9-6 0-16,-4 0-3 0,1 4-7 0,1-6 1 15,1 1-19-15,3-1-18 0,3-4-24 0,0 1-31 16,-1-5-31-16,4 2-48 0,1-1-57 0,5-5-48 15,-8 8-157-15,8-8-446 0,0 0 197 0</inkml:trace>
  <inkml:trace contextRef="#ctx0" brushRef="#br0" timeOffset="-18984.5">29186 15591 78 0,'0'0'144'0,"0"0"-3"0,0 0-7 0,0 0-4 16,0 0 0-16,0 0-3 0,0 0 1 0,0 0-3 15,0 0-3-15,0 0 1 0,0 0-3 0,0 0-3 16,0 0-2-16,0 0-8 0,0 0 2 0,0 0-10 15,0 0-5-15,0 0-6 0,0 0-8 0,0 0-3 16,0 0-7-16,0 0-8 0,0 0-4 0,0 0-8 16,0 0-9-16,0 0-2 0,0 0 3 0,0 0 11 15,0 0 4-15,-20 29 0 0,5-15 2 0,-8 6 2 16,2 1 7-16,-5 2-8 0,-1 1 18 0,2 2-7 16,-5-4 3-16,1 2-5 0,0-1-3 0,-2 1-8 15,3-2-13-15,1-1-11 0,1-3 9 0,2-2 3 16,3 0-10-16,5-2-5 0,2-4-3 0,1 2 3 15,4-5-11-15,0 1-10 0,0-3 18 0,3 2-22 16,0-2-5-16,6-5-15 0,-8 4-11 0,8-4-13 16,-5 5-19-16,5-5-12 0,0 0-16 0,-5 7-11 15,5-7-26-15,0 0-30 0,0 0-56 0,0 0-41 16,0 0-223-16,0 0-509 0,0 0 226 0</inkml:trace>
  <inkml:trace contextRef="#ctx0" brushRef="#br0" timeOffset="-13867.79">24323 16340 85 0,'0'0'192'0,"-5"-9"-11"0,5 9-6 16,-5-9-9-16,5 9-8 0,-4-7-5 16,4 7-16-16,0 0-5 0,-3-6-11 0,3 6-8 0,0 0-17 15,0 0-10-15,0 0-12 0,0 0-7 16,0 0-6-16,0 0 5 0,0 0 11 0,5 28 0 16,-3-12-5-16,2 4-2 0,-1-3-10 0,-2 9-4 15,1-7 4-15,1 0-3 0,-2-2-5 0,3 2-8 16,-3-2-3-16,1 0-6 0,-4-1 2 0,4 1-6 15,0-4 0-15,-2-3-6 0,0 2 1 0,0-1-3 16,0 1-2-16,0-1-3 0,0-11-15 0,0 19-22 16,0-19-21-16,0 12-25 0,0-12-32 0,0 0-43 15,2 12-30-15,-2-12-37 0,0 0-167 0,0 0-405 16,0 0 180-16</inkml:trace>
  <inkml:trace contextRef="#ctx0" brushRef="#br0" timeOffset="-13681.55">24601 16472 92 0,'18'-1'147'0,"1"1"-25"16,0-1-10-16,2 1-8 0,5 1-13 0,-5-2-13 15,-2 2-1-15,0-1-36 0,-2 0-29 0,-5 0-31 16,-1 2-25-16,-11-2-23 0,14 0-58 0,-14 0-134 15,0 0 59-15</inkml:trace>
  <inkml:trace contextRef="#ctx0" brushRef="#br0" timeOffset="-13472.2">24768 16365 122 0,'0'0'148'0,"0"0"-12"0,0 0-7 16,0 0-16-16,-3-8-10 0,3 8 10 0,0 0 2 15,0 0 7-15,-7 23 1 0,2-6-2 0,2-5-8 16,-2 6-13-16,1 0 0 0,1 2-12 16,3-4-5-16,-6 2-11 0,5 2-6 0,-3-4-6 0,4 3-1 15,-5-2-17-15,4 1-28 0,-3-3-31 0,0-4-27 16,4-11-38-16,-2 19-56 0,2-12-40 0,0-7-103 16,0 0-304-16,0 0 135 0</inkml:trace>
  <inkml:trace contextRef="#ctx0" brushRef="#br0" timeOffset="-13068.54">25154 16225 166 0,'0'0'202'15,"0"0"-24"-15,0 0-15 0,0 0-14 0,0 0 10 16,0 0-2-16,0 0 0 0,0 45-10 0,-2-18-8 15,-1 2-2-15,2-1-11 0,-3-2-13 0,4 1-8 16,-1-8-5-16,0 6-10 0,-1-7-5 0,5-1-4 16,-4-1-10-16,2-3-1 0,-1-3-12 0,0-1-7 15,0-9-5-15,1 15-3 0,-1-15-3 0,0 12-3 16,0-12-2-16,0 0-1 0,1 10 4 0,-1-10-2 16,0 0 9-16,0 0 11 0,0 0-10 0,0 0 3 15,0 0-12-15,0 0-11 0,0 0-6 16,17-22-4-16,-12 11-7 0,4-2-4 0,5-1-5 0,-5-2-3 15,5 1-4-15,-3 2-2 0,-2 4 1 0,7-2-2 16,-6 2 1-16,-1 2-1 0,1 2-4 0,0 3 4 16,-10 2 0-16,19 0-2 0,-19 0 0 0,13 9 5 15,-6-1-1-15,2 0 1 0,-4 3 0 16,1-1 3-16,-4 1-1 0,0 2 1 0,2 2-3 16,-3-4-19-16,3 0-20 0,-1 1-19 0,-3-1-25 15,0-11-30-15,1 19-60 0,-1-19-42 0,2 13-180 16,-2-13-435-16,0 0 192 0</inkml:trace>
  <inkml:trace contextRef="#ctx0" brushRef="#br0" timeOffset="-12763.58">25592 16362 16 0,'0'0'206'0,"-3"-11"-13"0,3 11-24 0,0 0-12 15,0 0 1-15,0 0 0 0,0 0-4 0,0 0-10 16,-16 35-7-16,12-18-1 0,-3 2-6 0,-3 4 4 16,2-3-8-16,0 3 0 0,3 1-9 15,-3-7-2-15,5 8-3 0,-4-9-6 0,4 3-3 16,-1 0-6-16,2-2-6 0,0-2-9 0,0 1-6 16,0 1-4-16,2-2-4 0,0 0-5 0,0-1 2 0,0-4-10 15,0 3-4-15,0-2-2 0,0-11-8 16,0 21-1-16,0-12-15 0,0-9-19 0,-1 13-20 0,1-13-20 15,-4 12-19-15,4-12-13 0,-2 9-17 16,2-9-11-16,0 0-25 0,-7 14-31 0,7-14-41 16,0 0-44-16,0 0-189 0,0 0-458 0,0 0 203 15</inkml:trace>
  <inkml:trace contextRef="#ctx0" brushRef="#br0" timeOffset="-12612.66">25434 16645 23 0,'21'-8'103'0,"-10"6"-7"0,2-3-12 15,2 2-36-15,2-3-34 0,-1 0-35 0,-3 2-38 16,1-1-61-16,-1 3 27 0</inkml:trace>
  <inkml:trace contextRef="#ctx0" brushRef="#br0" timeOffset="-12326.38">25745 16606 15 0,'11'3'155'16,"-11"-3"-5"-16,12 0 0 0,-12 0-9 0,0 0-13 15,15-3 5-15,-15 3-6 0,13-4 4 0,-13 4-11 16,9-5-1-16,-9 5 6 0,9-8-20 0,-7 2-7 16,-2 6-10-16,8-13-1 0,-6 6-12 0,-2 7-7 0,2-18-4 15,-4 7-5-15,2 11-7 0,-7-18 4 16,4 11 4-16,3 7-5 0,-9-11-3 0,9 11-5 15,-8-7-1-15,8 7-10 0,-16-2 3 0,16 2 0 16,-18 9-2-16,6 0 4 0,-1 3-3 0,-1 1 2 16,3 3-4-16,2-1-1 0,0 1-5 0,3 2 3 15,1-2-11-15,5 0 6 0,0 2-7 0,0-4 3 16,2-2-6-16,7 1-19 0,1 0-24 0,3-3-19 16,-4-2-28-16,9-3-30 0,2 0-42 0,7-3-42 15,-5-2-42-15,-1 1-143 0,-3-2-401 0,-2-2 178 16</inkml:trace>
  <inkml:trace contextRef="#ctx0" brushRef="#br0" timeOffset="-12141.08">26155 16579 120 0,'0'0'163'0,"10"-4"-16"0,-10 4-14 0,13-4-12 15,-13 4-13-15,19-4-14 0,-9 2-8 0,-10 2-11 16,19-7-26-16,-19 7-31 0,13-4-39 0,-5-1-49 16,-8 5-101-16,14-4-184 0,-14 4 81 0</inkml:trace>
  <inkml:trace contextRef="#ctx0" brushRef="#br0" timeOffset="-11965.48">26180 16694 19 0,'0'0'194'0,"-9"6"-13"0,9-6-15 16,0 0-13-16,-6 7-7 0,6-7-8 0,0 0-9 16,0 0-5-16,0 0-12 0,0 0-9 0,0 0-9 15,0 0-11-15,0 0-4 0,32-8-29 0,-32 8-26 16,23-10-34-16,-13 4-41 0,8-1-42 0,0 0-57 16,-3-1-99-16,3 1-269 0,-4 0 119 15</inkml:trace>
  <inkml:trace contextRef="#ctx0" brushRef="#br0" timeOffset="-10672.47">27043 16460 118 0,'0'0'145'16,"0"-9"10"-16,0 9 4 0,0 0 0 0,-2-10-6 16,2 10-2-16,0 0-8 0,0 0-3 0,-1-8-11 15,1 8-4-15,0 0-17 0,0 0-9 0,0 0-14 16,0 0-3-16,0 0-16 0,0 0 0 0,0 0 7 15,0 0 5-15,0 0-1 0,-4 29-4 0,4-14-8 16,0 3-7-16,0 0 0 0,2 0-1 0,-4 7 4 16,4-6-6-16,-4-1-3 0,4 2-3 0,0-2-5 15,-1-1-5-15,3 1 3 0,-2-1-11 0,-2-5 3 16,4 0-3-16,-2 0-5 0,-1 3 2 0,2-6 1 16,1 3-9-16,-4-2 0 0,2 1-2 0,-2-4 0 15,5 1-7-15,-3-1-18 0,0 0-19 16,-2-7-25-16,7 8-20 0,-5-6-40 0,-2-2-34 15,4 6-65-15,-4-6-226 0,0 0-470 0,0 0 208 0</inkml:trace>
  <inkml:trace contextRef="#ctx0" brushRef="#br0" timeOffset="-10439.11">27365 16641 57 0,'15'-1'171'0,"-5"1"-7"0,2 0-7 15,1 0-17-15,3-1-16 0,2 1-10 0,-2-1-11 16,2 0-11-16,0-1-9 0,2 2-5 0,-2-1-10 16,-4 0-6-16,1-1-14 0,-1 0-18 0,0 0-26 15,-4-2-28-15,2 1-30 0,-3-1-32 0,-9 4-19 16,13-8-100-16,-6 3-221 0,-7 5 98 0</inkml:trace>
  <inkml:trace contextRef="#ctx0" brushRef="#br0" timeOffset="-10204.47">27591 16457 98 0,'0'0'166'0,"0"0"-9"0,0 0-15 0,0 0-18 0,0 0-15 16,0 0 20-16,0 0 1 0,0 0 0 0,-6 17 5 15,6-17 0-15,-3 22-2 0,-2-10-12 16,3 4 3-16,2-1-6 0,-2-3-14 0,4 5 0 16,-4-4-14-16,0-1-7 0,2 4-4 0,1-4-11 15,-1 0-5-15,1 2-7 0,-1-5-5 0,0 1-7 16,0-10-20-16,2 18-20 0,-2-7-28 0,0-11-29 16,2 12-39-16,-2-12-44 0,3 10-43 0,-3-10-41 15,2 8-117-15,-2-8-363 0,0 0 161 0</inkml:trace>
  <inkml:trace contextRef="#ctx0" brushRef="#br0" timeOffset="-9887.96">28292 16323 212 0,'0'0'241'0,"-3"-10"-14"16,3 10-12-16,-13-8-20 0,13 8-10 0,-17 0-9 16,17 0-11-16,-23 6-8 0,7 3-10 15,-2 1-4-15,1 1-5 0,3 4-5 0,-1-1-4 16,2 2-5-16,2 0-6 0,0 1-7 0,5-2-8 16,1 2-7-16,0-3-8 0,5-2-10 0,-3 0-1 15,6-2-12-15,-1 4-1 0,1-3-8 0,5-1-3 16,1-1-4-16,1-1-4 0,8 1-6 0,-2-3-15 15,-1 1-29-15,-1-4-24 0,-3 0-27 0,2-1-31 16,-1-2-33-16,0 2-33 0,-12-2-38 0,24-4-23 16,-11 1-28-16,0-2-184 0,-3 1-462 0,-2 0 204 15</inkml:trace>
  <inkml:trace contextRef="#ctx0" brushRef="#br0" timeOffset="-9674.61">28512 16375 31 0,'0'0'172'0,"0"0"14"0,0 0 4 0,0 0-4 16,3 27 7-16,-4-17-5 0,-3 5-8 0,3 3 0 15,-1-5-14-15,0 2-10 0,-2-2-7 0,1 2-20 16,1-1-13-16,-2-3 1 0,3 0-21 0,-1 1-7 16,0 0-6-16,0-3-9 0,1 2-29 0,0-2-25 15,1-9-32-15,-3 16-28 0,3-16-37 16,0 14-46-16,0-14-25 0,0 10-35 0,0-10-25 15,0 0-119-15,-6 14-352 0,6-14 156 0</inkml:trace>
  <inkml:trace contextRef="#ctx0" brushRef="#br0" timeOffset="-9454.93">28045 16834 176 0,'0'0'222'0,"22"13"-14"0,-9-12-12 16,7 0-10-16,9 1-14 0,1-5-12 0,3-1-14 15,2 4-13-15,-4-4-12 0,1 1-16 0,0 0-7 16,-3 0-12-16,-10 3-17 0,1-2-41 0,-4 2-33 16,-3-2-44-16,-1 1-49 0,-12 1-40 0,14-1-44 15,-14 1-91-15,0 0-295 0,0 0 131 0</inkml:trace>
  <inkml:trace contextRef="#ctx0" brushRef="#br0" timeOffset="-9153.15">28400 17012 22 0,'0'0'259'0,"0"0"-11"0,-25-12-6 0,25 12-13 15,-12-2-13-15,4 2-12 0,-4 0-8 0,3 4-5 16,-4-1 21-16,-1 1-14 0,2 3 0 0,-3-1-17 16,2 1-5-16,-1 2-20 0,-1 4-7 0,7-6-8 15,-3 1-16-15,3 2-14 0,1-2-20 0,1 3 7 16,-1-1-26-16,1 0 10 0,2-1-10 0,2-1-4 16,2-1-7-16,0-7-5 0,2 15-5 0,1-9-7 15,4-1 0-15,0 0-11 0,5-2-16 0,-1 0-11 16,2 0-24-16,0-2-26 0,1-1-33 0,-3 0-22 15,7 0-34-15,-6 0-33 0,2-1-35 0,-2-2-51 16,0 0-54-16,2 0-187 0,-4 1-532 0,1-3 235 16</inkml:trace>
  <inkml:trace contextRef="#ctx0" brushRef="#br0" timeOffset="-8848.41">28569 17120 51 0,'3'1'214'15,"2"3"-4"-15,2 0 7 0,-7-4-18 0,9 6 0 16,0 0 6-16,-4 0 0 0,3 1-1 0,-2 0-7 0,0-1-14 16,1 0-5-16,-5 2 1 0,2 1-17 15,-2 2 0-15,0-3-5 0,-2-8-16 0,-2 21-11 16,-1-10-5-16,-2 0-16 0,-2 0 3 0,-1 0-13 16,0-1-4-16,-2 3-10 0,1-5-4 0,0 0-2 15,1 0-8-15,0-1-15 0,-2-1-1 0,10-6-10 16,-7 9-7-16,7-9-2 0,-3 9 1 0,3-9-5 15,0 0 5-15,0 0-16 0,14 9 15 0,-3-8-8 16,4-1 1-16,4-1-9 0,9-2-3 0,1 2 2 16,0-3-2-16,2-1-19 0,1 0-10 0,-4 0-19 15,-1-2-24-15,-5 5-27 0,-2-3-36 0,-3 0-38 16,-4 1-45-16,-2-2-61 0,-2 2-74 0,-1-1-218 16,-8 5-598-16,10-7 265 0</inkml:trace>
  <inkml:trace contextRef="#ctx0" brushRef="#br0" timeOffset="-5668.25">27306 16318 80 0,'8'-3'119'0,"-5"-1"-2"16,-3 4 0-16,10-6-6 0,-10 6 1 0,5-3-11 15,-5 3-5-15,6-4 5 0,-6 4-8 0,0 0-9 16,0 0 2-16,0 0 1 0,0 0 11 0,0 0 6 16,0 17-8-16,-8-9-3 0,-1 6-6 0,-2-1-6 15,-7 8-4-15,0 1-5 0,-6 1-6 0,3 1-7 16,2-1-7-16,0 0-6 0,-4 3-1 0,-1-4-5 16,6 1-3-16,0 0-3 0,0-1-7 0,-2 1-23 15,3-4-18-15,2 2-20 0,1-3-21 0,3-3-23 16,0 2-20-16,-7 2-21 0,5 1-26 0,-1-4-15 15,3-2-127-15,-7 5-310 0,-2-1 137 0</inkml:trace>
  <inkml:trace contextRef="#ctx0" brushRef="#br0" timeOffset="-4964.03">24675 16222 68 0,'0'-17'72'0,"0"17"-2"16,0 0-5-16,0 0-6 0,-2-17 0 0,2 17 3 16,0 0-10-16,1-15 4 0,-1 15 5 0,0 0 7 15,0-14 5-15,0 14 1 0,0 0 8 0,0 0-10 16,-3-16 2-16,3 16-7 0,0 0-3 0,0 0 2 15,0 0-5-15,0 0 7 0,0 0 5 0,0 0-3 16,-27 27 7-16,8-7-7 0,-1 6-5 0,-15 11-8 16,-1 2-2-16,-4 2-5 0,-19 20-4 0,16-17 1 15,-19 14-10-15,17-20-2 0,-20 20-6 0,18-19-18 16,-21 14-24-16,21-16-31 0,-1-1-38 0,0-2-36 16,-3 0-54-16,-1 3-109 0,0-1-305 0,1-5 134 15</inkml:trace>
  <inkml:trace contextRef="#ctx0" brushRef="#br0" timeOffset="-3963.26">23815 17098 87 0,'-1'-10'154'16,"1"10"-11"-16,-4-9 9 0,4 9-6 0,0-7-8 15,0 7-1-15,-5-5-9 0,5 5-10 0,0 0-12 16,0 0-10-16,-3-7-15 0,3 7-6 0,0 0-12 16,0 0 5-16,0 0-5 0,10 35 8 0,-7-17 31 15,6 10-4-15,-7 1-8 0,2 2-2 0,0-1-7 16,-1 0-7-16,-1-1-8 0,1 0-5 0,-3-1-4 16,1 1-4-16,2-10-3 0,-2 1-5 0,-2-2-5 15,3 1-4-15,1-1-2 0,0-1-3 0,-3-5-3 16,2 1 0-16,-1-3-16 0,0 1 12 0,-1-11-4 15,3 16-2-15,-3-16-3 0,1 10-2 0,-1-10 2 16,0 0-5-16,0 12 4 0,0-12-11 0,0 0 19 16,0 0 2-16,1 10 8 0,-1-10 3 0,0 0-1 15,0 0-2-15,0 0-5 0,0 0-2 0,0 0-5 16,0 0-1-16,0 0-1 0,11-37 3 0,-6 26-8 16,4-5-5-16,-2 1-7 0,4 2 3 0,1-3-18 15,0 3 15-15,-2 0-5 0,4-1 5 0,0 3-2 16,-2 4-4-16,-2 0 2 0,1 4 0 0,7-4-1 15,-6 5 0-15,-1 1 0 0,2 1-2 16,-1 3 4-16,0 0-3 0,1 3-1 0,-3 0 0 16,2 5-7-16,-4-3 9 0,2 1 2 0,-4 1 5 15,2 5-5-15,-4-4 1 0,0 1-11 0,-1 0-19 0,2-1-15 16,-2 0-20-16,0-1-34 0,-3-10-40 0,6 21-52 16,-4-14-69-16,-2-7-146 0,6 12-438 0,-6-12 193 15</inkml:trace>
  <inkml:trace contextRef="#ctx0" brushRef="#br0" timeOffset="-3650.22">24556 17275 208 0,'0'0'208'0,"0"0"-10"0,0 0-14 15,-19 17-14-15,14-9-8 0,-2 3-8 0,1 4-15 16,0 0-13-16,-1 4-6 0,1-2-4 0,1 1-10 0,2 2-3 16,2-2-6-16,-6 1-6 0,5 0-4 0,0 2-5 15,0-2-6-15,4 8 11 0,-2-8-12 0,0-1-2 16,2 0-6-16,-2-5-10 0,4 3-5 0,-4 0-2 16,2 0-5-16,1 0-2 0,-2-6-11 0,1 1 3 15,-1 0-4-15,5-1-7 0,-5-2 0 16,4 1 1-16,-5-9-16 0,2 12-15 0,-2-12-26 0,1 11-20 15,-1-11-24-15,0 0-37 0,0 0-22 16,0 13-42-16,0-13-43 0,0 0-172 0,0 0-422 16,0 0 186-16</inkml:trace>
  <inkml:trace contextRef="#ctx0" brushRef="#br0" timeOffset="-3496.04">24413 17537 59 0,'10'-4'136'0,"-10"4"-11"0,24-7-6 0,-5 1-16 16,-2 2-23-16,10 1-30 0,-8-1-27 0,-1 1-38 15,0 0-36-15,0 1-55 0,0 2-113 16,-5 0 51-16</inkml:trace>
  <inkml:trace contextRef="#ctx0" brushRef="#br0" timeOffset="-3211.57">24794 17498 85 0,'0'0'114'16,"11"0"2"-16,-11 0 2 0,10-3-3 0,-10 3 0 16,13-3-7-16,-13 3 3 0,12-5-10 0,-12 5 6 0,10-8-9 15,-5 4 4-15,-5 4-1 0,9-8-12 16,-1 1-5-16,-5-1-10 0,-3 8-1 0,7-11-1 16,-7 11-6-16,0-14-2 0,0 14-4 0,-4-15-6 15,4 15 8-15,-6-14-6 0,-2 10-4 0,1-1 7 16,7 5-4-16,-20-8 2 0,11 7-2 0,-4 1-9 15,13 0 0-15,-25 8 1 0,7 0-5 0,3 3 3 16,-1 1-13-16,5 2 11 0,-1 2-11 0,5 1 2 16,-4 6-6-16,5-6-3 0,1 0 4 0,6 1-8 15,2-1-1-15,2-2-5 0,4 1-20 0,5 0-17 16,-1-5-27-16,3 1-19 0,1-6-40 0,2 1-37 16,-1-3-40-16,2-1-39 0,0 1-130 0,-5-3-383 15,4 0 169-15</inkml:trace>
  <inkml:trace contextRef="#ctx0" brushRef="#br0" timeOffset="-3046.74">25183 17454 85 0,'16'0'104'16,"-16"0"-25"-16,16 0-44 0,-16 0-23 0,17-2-35 15,-17 2-26-15,10 2-53 0,-10-2 24 0</inkml:trace>
  <inkml:trace contextRef="#ctx0" brushRef="#br0" timeOffset="-2896.46">25181 17574 94 0,'-9'15'142'0,"5"-7"-12"0,3-3-14 0,1-5-10 16,-4 11-10-16,4-11 2 0,0 0-7 0,4 15-7 15,-4-15-19-15,0 0-18 0,18 5-18 0,-18-5-41 16,20-4-42-16,-2-1-31 0,3 0-74 0,-6-2-170 16,14-3 75-16</inkml:trace>
  <inkml:trace contextRef="#ctx0" brushRef="#br0" timeOffset="-2405.86">25940 17125 47 0,'0'0'200'0,"0"0"0"0,0 0-9 16,-5-14-7-16,5 14-13 0,-8-6-10 0,8 6-13 15,-14-3-6-15,14 3-5 0,-22 1-5 0,10 4 1 16,-6 2-14-16,0 3-5 0,-1 0-8 0,2 2-6 16,1-1-3-16,3 1-10 0,0 3-2 0,1-2-3 15,1 0-7-15,3 3-5 0,3-4-4 0,2 0-8 16,-1 3-3-16,4 2-7 0,0-6-1 0,2 0-7 16,2 0-4-16,6 2 1 0,1-4-4 0,3 1-4 15,1-1-13-15,-1-3-22 0,4 2-23 0,2-5-26 16,0 0-14-16,7 0-18 0,-6 0-22 0,8-3-25 15,-10 3-27-15,8-5-18 0,-8 1-23 0,-1-1-9 16,-5 1-123-16,5 0-363 0,-18 1 161 0</inkml:trace>
  <inkml:trace contextRef="#ctx0" brushRef="#br0" timeOffset="-2196.44">26191 17201 65 0,'-2'-16'193'0,"2"16"12"0,-2-12-8 15,2 12-7-15,0 0-17 0,-3-11-19 16,3 11-14-16,0 0-19 0,0 0-5 0,0 0-3 0,0 0-6 16,0 0-4-16,0 0-9 0,7 44-9 15,-4-28-6-15,2 2-9 0,-5 0-7 0,4 0 3 16,-4 0-18-16,0-3-2 0,4 4-20 0,-1-4-21 16,1 2-20-16,2-1-26 0,-5-4-24 0,4 1-29 15,-3-1-32-15,2 0-33 0,-1-2-168 0,-3-10-353 16,-1 22 156-16</inkml:trace>
  <inkml:trace contextRef="#ctx0" brushRef="#br0" timeOffset="-1977.94">25805 17641 107 0,'0'0'180'16,"0"0"-12"-16,42 3-18 0,-14-8-16 0,1 2-9 16,2 1-12-16,1-3-18 0,3-2-7 0,-3 4-9 15,-3 1-12-15,0 0-36 0,-8 0-25 0,-4-2-47 16,-2 4-34-16,-15 0-47 0,24 2-63 0,-24-2-199 16,0 0 89-16</inkml:trace>
  <inkml:trace contextRef="#ctx0" brushRef="#br0" timeOffset="-1681.05">26057 17747 6 0,'-7'0'246'0,"7"0"-9"16,-14-3-21-16,14 3-12 0,-13 1-16 0,4 2-9 15,-3 3-11-15,0 0-7 0,1 4-3 0,1-1-18 16,1-1-11-16,-1 2-4 0,0-1-4 16,1 5-9-16,0-5-10 0,0 1-13 0,4 0-6 15,-1 2-7-15,6-3-9 0,-4 1-6 0,3-1-3 16,1-9-9-16,2 20-5 0,3-13-6 0,2 1-21 16,0-4-22-16,0 3-16 0,-7-7-29 0,17 3-17 15,-5 0-30-15,-2-3-25 0,-10 0-22 0,23 2-17 16,-12-4-20-16,1-1-15 0,-3 1-143 0,2-1-367 15,-1-2 164-15</inkml:trace>
  <inkml:trace contextRef="#ctx0" brushRef="#br0" timeOffset="-1416.76">26199 17794 59 0,'0'0'137'0,"0"0"7"0,13 0-6 0,-13 0 3 15,0 0-13-15,18 7 12 0,-18-7-1 0,11 3 1 16,-2 2-9-16,-9-5-2 0,11 8-6 15,-11-8 0-15,7 11-9 0,-7-11 2 0,4 13 5 16,-4-13-2-16,-2 15-8 0,2-15-1 0,-4 17-9 0,4-17-12 16,-7 11-10-16,7-11-6 0,-5 9-10 15,5-9-5-15,0 0-6 0,0 0-8 0,-4 13-4 16,4-13 0-16,0 0-3 0,0 0 1 0,0 0-5 16,18 7 1-16,-18-7 1 0,27-2-23 0,-9-2-6 15,4-1-16-15,5 0-13 0,0-3-15 0,-6 5-25 16,10-6-20-16,-7-1-40 0,6 1-36 0,-3 0-38 15,0-1-50-15,0 0-129 0,0 0-407 0,0-2 180 16</inkml:trace>
  <inkml:trace contextRef="#ctx0" brushRef="#br0" timeOffset="-189.75">23484 17180 50 0,'0'0'197'0,"2"-13"-10"0,-2 13-13 15,3-10-4-15,-3 10-14 0,0 0-9 0,2-10-21 16,-2 10-13-16,0 0-17 0,0 0 0 15,0 0-9-15,0 0 17 0,9 33-4 0,-6-5-5 0,2 4 0 16,0 2-9-16,3 14 1 0,2-4-13 0,-3 9-1 16,-1-5-8-16,0 0-5 0,-2-12-5 0,-4-1-6 15,4-2-3-15,-3-1-6 0,2-2-2 0,-2 0-7 16,-2-4 0-16,-1 0-37 0,4 1 6 0,-4-10-19 16,1 1-9-16,0-1-5 0,-2-2-16 0,1 1-17 15,-2-5-28-15,-2-1-37 0,3-2-44 16,-2-1-180-16,5-7-384 0,-8 10 170 0</inkml:trace>
  <inkml:trace contextRef="#ctx0" brushRef="#br0" timeOffset="1213.47">23498 17101 115 0,'0'0'145'16,"0"0"-6"-16,-3-10-23 0,3 10-12 0,0 0-5 16,0 0-17-16,21-15-5 0,-12 9-7 0,12-2 0 15,9-1-13-15,7-1 0 0,14-3 0 0,5 0-8 16,-2 4 2-16,0 0-5 0,3-1-4 0,2 0-11 15,2 2 3-15,-1 0-6 0,31-4-2 0,-28 2 9 16,29-2-12-16,-28 5-10 0,25-6 6 0,-25 5-1 16,27-7 3-16,-27 9-2 0,30-1-5 15,-29 2 0-15,30 3-2 0,-30-3 5 0,-2 2-7 0,1 1-1 16,28-2 0-16,-31 3 8 0,0 1 0 0,1 1-6 16,-3 1 7-16,2-4 3 0,-1 6-5 15,-3-2 2-15,0 0-5 0,1 3 5 0,-1-2-3 16,-3 5-1-16,-2-4-5 0,1 0 1 0,-1 2 1 0,0 1 4 15,-1 2-7-15,-10-6 1 0,10 7 6 16,-12-6-5-16,15 1-1 0,0-2-2 0,-2 1 1 16,0 0 1-16,-12-2-7 0,11 1 5 0,-1 0-3 15,-10-2 2-15,-1 2 0 0,-1-3-5 0,1 1 3 16,-1-5 1-16,-1 4-2 0,-3-1 0 0,-1-1-1 16,-1 1-2-16,-13 1 3 0,9-1 0 0,1-1 0 15,-7 2-7-15,-5-1 5 0,2-1 2 0,0 2-3 16,-2-1-2-16,-5 1 4 0,1-2-4 0,-1 4 4 15,-12-2-3-15,17-2 2 0,-17 2-4 0,11 0 0 16,-11 0 3-16,0 0-3 0,14 3 3 0,-14-3-1 16,0 0-1-16,0 0 9 0,13 2-1 0,-13-2-1 15,2 8 6-15,-2-8 10 0,4 13 0 0,0-7 4 16,0 3-2-16,-4 2 0 0,4 0 1 0,-6 4 4 16,5 1-7-16,-1-1 5 0,0 2-3 0,-2 2 9 15,0 0-8-15,0 7 10 0,0 0 1 0,0-2-5 16,0 0 0-16,0 2 3 0,-2 0-5 0,0-2-2 15,2 1 0-15,-1-6 1 0,-3 7-1 0,2 0-4 16,0-7 0-16,0 6-2 0,0-6-2 0,0 1 2 16,-2 5-16-16,2-7 10 0,-2 7 0 0,3-7-4 15,2 6 1-15,-3-7-4 0,-3 7 2 0,5-5-1 16,-2 0 0-16,-2 0-1 0,1 0 1 16,-2-1-2-16,5 0 3 0,0-1-4 0,-2 0 3 15,4 3 4-15,-4-2-4 0,0 0-31 0,0 1 4 0,-3-4 5 16,5 5 4-16,-2-5 2 0,2 2 8 0,0-3-4 15,0-1-4-15,-2 2 8 0,4-3 0 0,-2-1 3 16,0 1 1-16,-2-2-3 0,0 1 3 0,0 1 2 16,2-12-3-16,0 0 3 0,0 0-2 0,0 0-1 15,-14 52 1-15,14-52 1 0,0 0-7 16,0 0 2-16,-11 32 4 0,11-32 0 0,0 0-5 16,-13 20 5-16,13-20-1 0,0 0 3 0,-19 23-4 15,19-23-2-15,0 0 3 0,-20 17 0 0,20-17 2 16,0 0 22-16,-29 16-3 0,29-16-1 0,0 0 1 15,-37 11 4-15,37-11-5 0,-35 6-3 0,35-6-1 16,-34 4-3-16,34-4-2 0,-40 3 2 0,40-3-4 16,-50 1 0-16,50-1 1 0,-56 0-2 0,25 0-2 15,31 0 2-15,-61 2-11 0,25-2 1 0,36 0 1 16,-69-2 5-16,35 2-1 0,-7-1 0 0,5-2-8 16,-4 2 8-16,-12-1-2 0,-4-2 0 0,5 0 0 15,-1 4-1-15,12-2-1 0,2-2 5 0,-16 0-7 16,2 2 0-16,0-2-1 0,14 1 1 0,-16 0 0 15,16-1-12-15,-11 1 14 0,8-1-6 0,-12-1-6 16,-2 3 5-16,1-3 1 0,3 3-4 0,-3-3 0 16,-2 0 4-16,2 2 2 0,1 1-4 0,-3 0 1 15,1 0-4-15,-6 1 7 0,3-1-5 16,-2 1 0-16,1 2 0 0,1-2 3 0,5 1 0 16,2-2 2-16,-3 2 2 0,14 1-3 0,-16-1 1 15,5 0-1-15,13 2 5 0,-1-2-2 0,-14 2 0 16,13-1 3-16,-10 1-4 0,15 1 2 0,-5 0-1 15,0-2-1-15,3 2 4 0,-4-1-8 0,3 0 6 16,0 0 2-16,38-2-1 0,-73 1-1 0,38 3 1 16,-2-3-3-16,37-1 3 0,-69 3-1 0,35-4-10 15,34 1 11-15,-63 0-2 0,31-2-1 0,32 2 4 16,-63 2-4-16,34-5 2 0,29 3 1 0,-60-1 0 16,60 1-1-16,-49-3 1 0,20 3-1 0,29 0-1 15,-45-5 0-15,45 5 1 0,-42-5-4 0,42 5 8 16,-40-4-2-16,40 4-2 0,-38-6 2 0,38 6-4 15,0 0 2-15,-41-7-3 0,41 7 0 0,-29-3 3 16,13-3-2-16,16 6 0 0,-26-3 4 0,14 1-5 16,2 1-7-16,1-2 11 0,9 3-4 0,-19-2 6 15,19 2-11-15,-13-3 7 0,13 3-2 16,-10-2 1-16,10 2 4 0,0 0-2 0,-16-1-4 16,16 1 5-16,0 0 0 0,0 0-5 0,-12-2 2 15,12 2 3-15,0 0-12 0,0 0-9 0,0 0-8 16,0 0-19-16,0 0-15 0,0 0-15 0,0 0-35 15,0 0-23-15,0 0-41 0,0 0-40 0,0 0-167 16,0 0-413-16,0 0 182 0</inkml:trace>
  <inkml:trace contextRef="#ctx0" brushRef="#br0" timeOffset="15370.55">24018 17622 57 0,'0'0'79'0,"0"0"-14"0,0 0 4 0,0 0-9 0,0 0-13 16,0 0-9-16,0 0-27 0,-5 27-24 0,5-27-57 15,0 0-74-15,0 0 33 0</inkml:trace>
  <inkml:trace contextRef="#ctx0" brushRef="#br0" timeOffset="16528.08">24263 17497 11 0,'0'0'37'0,"0"0"-12"0,0 0-29 0,0 0-8 16,0 0-12-16,0 0 5 0</inkml:trace>
  <inkml:trace contextRef="#ctx0" brushRef="#br0" timeOffset="18618.29">6585 9274 1730 0,'6'-11'-25'0,"1"-2"15"0,-2 4 5 16,0 3 5-16,-1-3-40 0,0 5 3 0,-4 4 14 16,2-5 2-16,-2 5 0 0,0 0 5 0,0 0 7 15,0 0-9-15,0 0 10 0,-6 28 6 0,1-12 8 16,-2 1 1-16,-2 8 7 0,-1 1-4 0,1 0-6 0,3 5 9 16,-1 1 0-16,0 14 9 0,2-11-2 0,-4 10 0 15,5 1-11-15,-2 0 5 0,2 4-6 16,2-3 4-16,4 3-7 0,-2 0-2 0,1 3 7 15,2 2 0-15,-2 3-4 0,3 1 4 0,1 1 10 0,0 0 0 16,2 24 1-16,1-3 7 0,-3-24-5 0,2 24-4 16,-1 0 2-16,2 3-3 0,-7-3 4 0,4 5 3 15,0-5 3-15,-2 4-6 0,-3-5-1 16,0 7 5-16,-3-1 0 0,2 0-2 0,1 5-5 0,0 3 4 16,-1 4 8-16,-1 6-5 0,0-1-2 0,-1-3 5 15,2-1-12-15,0 2 5 0,-1 8 0 0,0-2-1 16,6-1-2-16,-2 0 2 0,2 1 0 0,-1-1-1 15,2 1 0-15,8 3 2 0,-6 0-7 0,5 6 7 16,-1-1-1-16,2 0 5 0,2 3 0 0,5-1 5 16,-1-1 3-16,0 1 14 0,-1 1-3 0,1-4-4 15,-4 0-3-15,1 0-1 0,-1 1 2 0,-2 0-7 16,-2 3-15-16,-3-2-7 0,-2-8-4 0,1 1 1 16,-7-3 2-16,1-2 0 0,0-5-4 0,-1 1 1 15,-4-6-3-15,2-3 0 0,1-3-3 0,-3-4 4 16,3-25-11-16,-1 22 1 0,1-25 0 0,1 3-2 15,1-2-3-15,1 3 24 0,0-2-14 0,1-1-11 16,3-6-25-16,-5 0-24 0,2-16-27 0,1 11-36 16,-2-16-54-16,1 0-41 0,-5 0-152 0,1-11-401 15,-1-1 178-15</inkml:trace>
  <inkml:trace contextRef="#ctx0" brushRef="#br0" timeOffset="20064.03">964 9299 111 0,'-2'-6'252'16,"2"6"-12"-16,0-10-22 0,0 10-24 0,0-9-16 15,0 9-22-15,0 0-19 0,0 0-11 0,0 0-18 16,0 0-8-16,0 0 4 0,0 30-6 0,-3-6 0 16,-1 6-8-16,-2 2-3 0,3 2 20 0,-3 0-8 15,-6 0-12-15,7-4-7 0,-1 2-3 0,2-3-12 16,-2-3-3-16,2-6-6 0,0 0-3 0,0-2-10 16,2-2-3-16,-3-4-4 0,3 0-3 0,0 0-2 15,1-5-1-15,-1-1-7 0,0 1-2 0,2-7 6 16,-3 10 0-16,3-10 1 0,-2 6-8 0,2-6 19 15,0 0-1-15,0 0-5 0,0 0-5 16,0 0 3-16,0 0-6 0,0-27-5 0,5 11-3 0,-1-1-3 16,-1-7-2-16,4-2-2 0,1-2-7 0,2-1-3 15,-1-1-7-15,1-1 6 0,-3 0-5 0,5-1-1 16,-2-1 4-16,3 1-1 0,-1 4 0 0,-3-2-1 16,3 4-4-16,-1 3 1 0,-4 9 2 0,-1-3 3 15,1 7-2-15,-5 4 0 0,1 0-5 0,-3 6 1 16,10-7-3-16,-10 7 6 0,0 0-3 15,19 13 4-15,-8 2-3 0,-2 2 4 0,2 3 1 0,-2 7 7 16,0 0 6-16,1-2 0 0,-2 4 5 16,-2-3 1-16,-1 1-1 0,1-3 4 0,-3-5-8 0,2-1-12 15,-1 2 12-15,0-1 7 0,3 0-6 0,-2-3 2 16,0-2 1-16,-1-2 0 0,1 1-12 16,-3 2-17-16,0-5-23 0,0-2-31 0,1-1-28 15,-3-7-35-15,0 12-19 0,0-12-35 0,0 0-31 16,1 12-34-16,-1-12-170 0,0 0-453 0,-13 3 202 15</inkml:trace>
  <inkml:trace contextRef="#ctx0" brushRef="#br0" timeOffset="20436.74">915 9571 155 0,'0'0'209'0,"-7"-7"-24"0,7 7-17 0,0 0-18 15,0 0-11-15,15-12-4 0,-4 7-26 0,8 0-8 16,8 0-10-16,2-3-21 0,3 2-25 0,-3 0-24 15,5-1-23-15,-1 3-25 0,1-2-25 0,0 0-12 16,-3 2-16-16,0 0-1 0,1 1-3 0,-5-2-4 16,4-1 10-16,-11 3 4 0,-2-1 9 0,1-1 19 15,-2 1 19-15,-3 1 27 0,-5-1 23 0,-9 4 25 16,13-8 3-16,-13 8 22 0,9-13 11 0,-7 7 5 16,1-2 5-16,-3 8 4 0,2-15 14 0,-2 15 18 15,0-12 6-15,0 12-3 0,-2-13 7 0,2 13-2 16,0 0-9-16,0 0-13 0,0-14-12 0,0 14-16 15,0 0-13-15,0 0-1 0,0 0-11 0,0 0 5 16,0 0 18-16,-3 52 7 0,2-23-6 0,1 2-1 16,-3 0 3-16,1 3-5 0,0-2-6 0,1 0-6 15,-1 0-4-15,-1-4-2 0,-1 1-7 0,0 0-11 16,6-3-5-16,-2-2-1 0,-2-4-19 0,2-3-22 16,2-1-35-16,-2-3-19 0,0-2-26 0,0-11-30 15,0 17-42-15,0-17-44 0,4 12-40 16,-4-12-44-16,0 0-182 0,0 0-500 0,0 0 221 0</inkml:trace>
  <inkml:trace contextRef="#ctx0" brushRef="#br0" timeOffset="20824.89">1427 9304 90 0,'9'-17'204'0,"-3"7"-9"16,2-2-8-16,-3 3-10 0,4 2-12 15,-9 7-17-15,17-10-14 0,-7 7-13 0,-10 3-6 0,24 0-12 16,-11 3-12-16,-2 0-6 0,0 1-11 0,1 4-5 16,-3-1-6-16,0 0-6 0,2 3-7 0,-5 0-2 15,-1 5-7-15,3 0-3 0,-7-2-2 16,-1-1-5-16,0 4-1 0,-1-4-4 0,-2 3-2 16,-2-4-6-16,1 1-14 0,-1-2-16 0,3-1-10 15,2-9-10-15,-7 11-6 0,7-11-5 0,-1 10-2 16,1-10 2-16,0 0-5 0,0 11 9 0,0-11-1 0,0 0 8 15,11 7-1-15,-11-7 2 0,13 2 4 16,-13-2 8-16,13 3 8 0,-13-3 10 0,9 3-3 16,-9-3 10-16,13 4 0 0,-13-4 9 0,10 5 3 15,-10-5 14-15,9 6 11 0,-9-6 9 0,4 9 6 16,-4-9 6-16,2 9 4 0,-2-9-1 0,0 0-1 16,-7 17-5-16,3-9-8 0,-1 1-4 0,-3-1-4 0,2-2-14 15,6-6-25-15,-12 13-25 0,8-8-36 16,4-5-15-16,-11 12-71 0,8-8-48 0,3-4-173 15,0 0-392-15,0 0 173 0</inkml:trace>
  <inkml:trace contextRef="#ctx0" brushRef="#br0" timeOffset="20993.45">1923 9478 179 0,'18'-5'181'0,"-10"4"-18"0,-8 1-19 15,19-4-20-15,-10 3-3 0,3-1-12 0,-12 2-20 16,13-1-35-16,-13 1-30 0,20-1-40 0,-20 1-34 16,15 2-24-16,-10 1-20 0,-5-3-65 0,7 7-173 15,-7-7 76-15</inkml:trace>
  <inkml:trace contextRef="#ctx0" brushRef="#br0" timeOffset="21124.74">1971 9574 182 0,'0'0'181'0,"-9"7"-2"0,9-7-9 16,-8 5-7-16,8-5-2 0,-5 6-6 0,5-6-9 15,0 0-8-15,0 0-9 0,0 0-5 0,0 0-8 16,0 0-17-16,0 0-28 0,30 2-42 0,-11-6-55 16,3-3-71-16,4-1-79 0,1-4-115 0,2 1-315 15,1 1 139-15</inkml:trace>
  <inkml:trace contextRef="#ctx0" brushRef="#br0" timeOffset="21313.55">2637 9288 2672 0,'5'-10'36'0,"-1"0"40"0,1 0-6 0,-5 10 6 0,4-13 15 16,-4 13 10-16,0 0 8 0,5-13-6 16,-5 13 0-16,0 0-1 0,0 0 1 0,0 0 14 15,0 0 11-15,0 0 9 0,-1 49 0 0,-5-19-11 16,1 1-11-16,-2 1-10 0,4 4-12 0,-3-1-6 16,1-2-15-16,1 0-27 0,2 0-43 0,-1 0-39 15,1-3-56-15,3 3-50 0,-2-2-54 0,-2-3-71 16,2 1-92-16,-4-2-258 0,3-1-670 0,-3-3 296 15</inkml:trace>
  <inkml:trace contextRef="#ctx0" brushRef="#br0" timeOffset="23337.33">1798 9583 8 0,'5'-5'63'0,"-5"5"3"0,0 0-8 16,0 0 6-16,0 0-5 0,2-7-14 0,-2 7-9 15,0 0 4-15,0 0-4 0,4-8-10 0,-4 8 3 16,3-5-5-16,-3 5 2 0,4-8-1 0,-4 8 5 16,4-6-10-16,-2 1 3 0,-2 5-7 0,8-8 5 15,-4 4-2-15,-4 4-3 0,7-7-4 0,-4 4-3 16,-3 3 1-16,6-8 3 0,-2 6-7 0,-4 2 2 16,6-7 3-16,-2 1 0 0,-4 6-8 0,4-7-9 15,-4 7 1-15,4-5-7 0,0 0-6 0,-4 5-4 16,6-8-9-16,-6 8-3 0,5-6 0 0,-1 1-7 0,1 1-4 15,-5 4 0-15,8-7-3 0,-3 3-34 16,-5 4-90-16,8-7 40 0</inkml:trace>
  <inkml:trace contextRef="#ctx0" brushRef="#br0" timeOffset="23801.83">1942 9419 173 0,'0'0'-8'15,"5"-2"6"-15,-5 2 2 0,0 0 11 0,0 0-2 16,0 0 2-16,7-4 0 0,-7 4 3 0,0 0-3 16,0 0 6-16,0 0-3 0,0 0-2 0,0 0 10 15,0 0 4-15,0 0 10 0,0 0 1 0,0 0 19 16,0 0-12-16,0 0 6 0,5-6 5 0,-5 6-13 15,0 0 20-15,0 0-4 0,0 0-6 0,0 0 5 16,0 0-7-16,0 0 9 0,0 0 1 0,-17-6 1 0,17 6-3 16,0 0 8-16,-9 0-7 0,9 0 9 15,0 0-1-15,0 0-5 0,0 0-2 0,0 0 2 16,-11-1-5-16,11 1-2 0,0 0-4 0,0 0-3 16,0 0-4-16,0 0-4 0,0 0-3 0,0 0-3 15,0 0-6-15,0 0 0 0,0 0 0 0,0 0-2 16,0 0-4-16,15 18 1 0,-6-12 5 0,0-2 0 15,0 0-5-15,4 0-2 0,1 1 2 0,2 0 0 16,2-1-3-16,1 1-2 0,0-2-4 0,-1 0-1 16,2-1 4-16,-2 0-1 0,2 1-2 0,0 2-2 15,-2-3 0-15,0 1-1 0,1 0 5 0,-6-1-10 0,-2 0-2 16,-3-1-1-16,0-1 4 0,-8 0-4 16,13 4 3-16,-13-4-5 0,9 0 3 0,-9 0-3 15,0 0 1-15,7 2 3 0,-7-2 10 0,2 7 10 16,-2-7 8-16,0 0 0 0,-16 16-2 0,5-11 0 15,-3 4 4-15,-3 1-5 0,0 1 4 0,-2 0-5 0,-4 5-1 16,-1-3 0-16,1 1 0 0,-1-1-1 16,5-2-2-16,-5 1-1 0,7-1-4 0,-1-2-1 15,-1 2-1-15,1-3-4 0,0 3-3 0,3-1-1 16,-1 0-11-16,1-2-16 0,6 0-13 0,-1-2-18 16,-2 3-17-16,3-4-34 0,1 2-33 0,5-2-42 0,-4 2-34 15,5 0-14-15,2 0-116 0,0-7-366 0,0 0 162 16</inkml:trace>
  <inkml:trace contextRef="#ctx0" brushRef="#br0" timeOffset="24034.6">2221 9875 101 0,'0'0'234'15,"10"0"-9"-15,-10 0-6 0,0 0-10 0,0 0-11 16,0 0-10-16,0 0-12 0,0 0-14 0,0 0-13 0,0 0-14 16,0 0-13-16,-32 17-14 0,10-4-12 15,-2 1-7-15,-4 0-15 0,1 4-16 0,0 2-27 16,-2-3-30-16,6 2-34 0,-7 0-46 0,2 1-50 16,0-1-60-16,-1 2-169 0,2 0-388 0,-1-2 173 15</inkml:trace>
  <inkml:trace contextRef="#ctx0" brushRef="#br0" timeOffset="29594.9">327 10697 28 0,'0'0'15'0,"0"0"-16"16,40-18-6-16,-40 18-9 0,0 0 4 0</inkml:trace>
  <inkml:trace contextRef="#ctx0" brushRef="#br0" timeOffset="30167.51">700 10703 45 0,'0'0'157'16,"0"0"-17"-16,0 0-1 0,0 0-3 0,0 0-8 16,0 0-12-16,0 0-3 0,0 0-2 0,0 0-5 15,0 0 0-15,0 0 0 0,0 0-3 0,0 0 0 16,0 0-11-16,0 0-6 0,0 0 2 0,-37 66-6 15,37-66-6-15,-7 36-5 0,7-36-2 0,-7 35-7 16,7-35-5-16,-8 35-5 0,8-35-9 0,-4 32-2 16,4-32 3-16,0 0-11 0,-5 36-2 0,5-36-2 15,0 0-2-15,-5 30-4 0,5-30-2 0,0 0-2 16,0 0-1-16,0 0 27 0,0 0-5 0,-4 30 3 16,4-30 5-16,0 0 6 0,0 0 6 0,0 0 2 15,0 0-3-15,0 0-10 0,0 0-4 0,0 0-7 16,0 0 1-16,0 0-5 0,0 0-3 0,0 0 0 15,0 0-8-15,0 0 0 0,0 0-2 0,37-102-4 16,-24 76 5-16,-5 3-10 0,1-3 2 0,5 1-6 16,-5-3 3-16,-9 28-2 0,20-51-2 0,-14 32 0 15,-6 19-2-15,13-36 4 0,-13 36 4 0,13-31 3 16,-13 31 3-16,0 0 0 0,8-23-7 0,-8 23-3 16,0 0-1-16,0 0-6 0,0 0 4 0,0 0-4 15,14-18 1-15,-9 23-2 0,-5-5-1 0,13 22 1 16,-5-7 4-16,4 10 9 0,-5-1-2 0,2 1 1 15,-6 3 6-15,3-4-1 0,-2 1 11 0,3 1 1 16,-3-1-2-16,1-7-3 0,-1 1-2 0,3-2 2 16,-2 0 0-16,1 0-7 0,-3-1 7 0,1 0-4 15,0-4-11-15,0-1-4 0,0-2-6 0,-2 1-21 16,2-3-29-16,-4-1-26 0,4-1-26 0,-4-5-36 16,0 0-40-16,0 0-52 0,-4 11-42 0,4-11-217 15,0 0-528-15,-20 2 233 0</inkml:trace>
  <inkml:trace contextRef="#ctx0" brushRef="#br0" timeOffset="30320.72">706 10954 93 0,'0'0'228'0,"0"0"-20"0,0 0-3 16,0 0-10-16,0 0-13 0,0 0-15 15,0 0-18-15,44-17-12 0,-28 12-23 0,2 2-41 0,3-3-45 16,4-3-55-16,2 0-77 0,-10 3-171 15,3-2-298-15,-1 3 133 0</inkml:trace>
  <inkml:trace contextRef="#ctx0" brushRef="#br0" timeOffset="32457.78">1238 10735 47 0,'0'0'197'0,"0"0"-5"0,-8-5-14 0,8 5-10 16,0 0-18-16,0 0-15 0,0 0-17 0,0 0-11 15,0 0-9-15,0 0-7 0,0 0-10 0,0 0-8 16,0 0-2-16,27 10-9 0,-17-5-9 0,2-3-3 16,-1 4-10-16,0-3 0 0,3-1-3 0,-1 3-6 15,3 1 2-15,-3 0-5 0,5-3 1 0,-2 1-6 16,-2 0 3-16,-1 1-9 0,0-2-2 0,-1-1 1 15,1-1-2-15,-1 2-2 0,-2 0 0 0,2-1 0 16,-5 0-6-16,0-2 2 0,-7 0-5 0,10 3 5 16,-5 1-3-16,-5-4 2 0,8 2-3 0,-8-2 0 15,0 0 1-15,3 3 14 0,-3-3 2 0,0 0-1 16,-10 14 6-16,0-7 1 0,4 2-2 0,-7 1 0 16,3 0-3-16,-2 0 1 0,-2 2-4 0,-1 2-2 15,1-1-3-15,1-2-3 0,-1 1-1 0,2 2-19 16,2-2-18-16,-1 2-31 0,2-5-20 0,0 1-38 15,0-1-41-15,4 1-32 0,-3 0-137 0,4 0-352 0,-1-2 156 16</inkml:trace>
  <inkml:trace contextRef="#ctx0" brushRef="#br0" timeOffset="32658.02">1560 11058 149 0,'0'0'212'0,"0"0"-10"0,0 0-14 0,0 0-16 16,0 0-17-16,-27 4-12 0,15-2-10 0,1 3-17 16,0 1-9-16,-3-3-12 0,1 2-8 0,3 2-7 15,-2-2-11-15,0 3-4 0,0-2-20 0,0 1-29 16,1-1-27-16,-1 1-29 0,1 0-32 0,-3 0-49 16,5-1-48-16,-4 3-102 0,3-3-292 0,2-2 129 15</inkml:trace>
  <inkml:trace contextRef="#ctx0" brushRef="#br0" timeOffset="32987.21">1966 10597 189 0,'0'-9'257'0,"0"9"-16"0,0-9-13 15,0 9-10-15,0 0-14 0,0 0-27 0,0-8-13 16,0 8-21-16,0 0-16 0,0 0-13 0,0 0-13 16,0 0-9-16,-2 26-6 0,2-13-10 0,-2 3-4 15,1-1-10-15,0 4-4 0,-2-1-7 0,1 1-3 16,1 1-3-16,-1-1-7 0,2 4-2 0,-2-4 0 15,2-1-21-15,2-1-17 0,-2-1-24 0,0-3-20 16,0 2-29-16,0-1-37 0,2-4-34 0,-1-1-34 16,1 1-28-16,0 0-140 0,-2-3-376 0,0-7 167 15</inkml:trace>
  <inkml:trace contextRef="#ctx0" brushRef="#br0" timeOffset="33175.94">1795 10977 21 0,'0'0'188'16,"0"0"-6"-16,0 0-2 0,0 0-13 0,0 0-4 15,0 0-3-15,0 0-21 0,30-2-12 16,-9-1-13-16,7-2-10 0,2 0-13 0,0 2-27 0,0-2-33 16,4 0-17-16,-3 1-29 0,3 0-38 0,1-1-36 15,-3 1-39-15,-5 1-116 0,-4 3-263 0,-4 2 116 16</inkml:trace>
  <inkml:trace contextRef="#ctx0" brushRef="#br0" timeOffset="33511.8">2026 11160 110 0,'-6'-6'270'0,"6"6"-6"0,-6-5-7 0,6 5-11 15,-4-6-14-15,4 6-15 0,0 0-24 16,0 0-20-16,0 0-23 0,0 0-16 0,0 0-14 0,0 0-6 16,0 0-17-16,-8 16-7 0,8-4 1 15,0 3-6-15,0 3-3 0,-1 1-5 0,2 1-7 16,-1 5-6-16,0 1-8 0,0-7-1 0,0 7-7 15,2-10-2-15,1 1-8 0,-1-1-2 0,-1 3-2 16,0-3-9-16,0 2 3 0,-1-2-4 0,2-1 0 16,-2-2-28-16,1 2-27 0,-1-5-22 0,0 2-27 15,0-5-28-15,0-7-42 0,-1 17-40 0,-1-12-46 16,-1 6-214-16,-4-4-487 0,5-1 215 0</inkml:trace>
  <inkml:trace contextRef="#ctx0" brushRef="#br0" timeOffset="33903.35">2039 11077 36 0,'3'-12'229'0,"1"5"-9"0,-1 2-18 15,1-4-15-15,1 4-19 0,0 1-14 0,2 1-16 16,1-1-16-16,2 4-10 0,1 0-12 0,2 1-10 15,-3 2-8-15,-1 2-8 0,1 0-10 0,-3-1-4 16,0 4-5-16,0 0-6 0,-2 2-6 0,-2-1-5 16,3 1-2-16,-5 2-2 0,-1-2 1 0,0-1-4 15,-1 2-8-15,0-1-1 0,-4-1-11 0,2 1-6 16,1-3-4-16,0-1-14 0,0 0-7 0,2-6-8 16,-3 9-3-16,3-9-1 0,-1 7 0 0,1-7-9 15,0 0-7-15,5 10 6 0,-5-10-1 0,11 1 5 16,-11-1 1-16,11 0 8 0,-4 0 3 0,-7 0 2 15,13 2-2-15,-13-2 11 0,9 3 1 0,-9-3 7 16,5 4 18-16,-5-4 12 0,3 9 11 0,-3-9 9 16,0 0-1-16,-12 14-1 0,7-8-7 0,-4 1 0 15,0-2-5-15,-1 2-3 0,-7 1-3 0,6-3-21 0,-3 3-29 16,2-2-35-16,-3-1-52 0,5-1-62 16,-6 3-131-16,2-4-332 0,1-1 148 0</inkml:trace>
  <inkml:trace contextRef="#ctx0" brushRef="#br0" timeOffset="36926.91">2645 10637 129 0,'-7'-2'180'0,"7"2"6"0,0 0-20 15,-11-2-5-15,11 2-6 0,0 0-3 0,-9 0-5 16,9 0-12-16,0 0-11 0,0 0-12 0,0 0-5 15,-9-2-12-15,9 2-5 0,0 0-13 0,0 0-7 16,0 0-6-16,0 0-8 0,0 0-3 0,0 0-6 16,0 0-8-16,0 0-3 0,0 0-3 0,0 0-2 15,0 0-4-15,0 0-2 0,0 0-4 0,0 0-1 16,22 10-1-16,-13-6-1 0,1-3-5 0,-1 3 3 16,1 0-5-16,0 0 0 0,0 0-2 0,2-1 0 15,-2 3 2-15,-1-2-6 0,2 0 1 0,-2 0 0 16,-4-1-2-16,2 3 0 0,1-1 5 0,-3-1-8 15,-1 0 3-15,0 2-1 0,0 0-5 0,0-2 3 16,-4-4 0-16,3 11 2 0,-3-4-1 0,0-7-2 16,-1 12 3-16,-3-5 0 0,0 0 0 0,0 3-1 15,-3-3-1-15,-2 3 4 0,0-2-4 0,-4 2 1 16,3-2 0-16,1 0-1 0,0-1-1 0,1-1-26 16,0 0-18-16,1 1-27 0,-1 0-26 0,3-2-33 15,-1 2-31-15,1-1-42 0,-2 4-130 0,4-4-359 16,0-2 159-16</inkml:trace>
  <inkml:trace contextRef="#ctx0" brushRef="#br0" timeOffset="37143.18">2911 10950 113 0,'0'0'240'0,"0"0"-7"0,0 0-11 15,0 0-17-15,0 0-15 0,0 0-19 0,0 0-17 16,-36 6-9-16,25 0-22 0,-6 0-5 0,3 3-20 16,-3-1-25-16,4 3-11 0,-2 2-28 0,1-2-23 15,0 2-33-15,0 3-31 0,2-3-37 0,2 2-48 16,0-1-42-16,0 0-106 0,2-3-308 0,-1-1 137 16</inkml:trace>
  <inkml:trace contextRef="#ctx0" brushRef="#br0" timeOffset="37576.01">3440 10519 230 0,'0'0'243'0,"-4"-9"-9"0,4 9-10 0,-8-5-12 15,5 1-13-15,3 4-21 0,-8-4-20 0,8 4-13 16,-12 0-12-16,12 0-9 0,-16 8 0 0,7-2-8 16,0 2-9-16,0 1-6 0,3 2-10 0,-5 3-7 15,0 1-2-15,6-5-8 0,1 2-8 0,0 1-2 16,0-4-7-16,5 2-8 0,-4-1-5 0,3 2-5 16,2-1 3-16,2 0-8 0,0 0-5 0,2-3-21 15,3 2-22-15,1-2-23 0,1-2-30 0,-1 1-43 16,4-1-45-16,-2-2-37 0,1-2-27 0,-2 1-24 15,-1 1-133-15,1-3-407 0,-3 1 180 0</inkml:trace>
  <inkml:trace contextRef="#ctx0" brushRef="#br0" timeOffset="37855.71">3615 10642 78 0,'0'0'166'0,"10"-3"3"0,-10 3 6 16,10 0 0-16,-10 0-4 0,11 4-10 0,-5-1-3 0,-1 1-13 15,-1 1-5-15,1 2-2 0,2 0-13 0,-4 6-1 16,-1-1 5-16,-2-1-8 0,0 2-3 16,-3 2-6-16,-1 1-9 0,-1 0-6 0,-1 0-6 15,-3 0-1-15,-3-2-10 0,5 1-7 0,-2-6-2 16,0 2-10-16,2 0-5 0,1-3-7 0,-1-1-5 0,0-2-2 16,3 1-7-16,0-2-3 0,4-4-8 15,-6 7-3-15,6-7-2 0,0 7-11 0,0-7 0 16,0 0-13-16,10 6-7 0,0-6-12 0,2 0-15 15,3-2-13-15,-2 2-14 0,6-2-23 0,-2-1-27 0,3 0-32 16,-2-1-36-16,1 1-27 0,0-1-34 0,-6 1-125 16,5-1-400-16,-6 1 176 0</inkml:trace>
  <inkml:trace contextRef="#ctx0" brushRef="#br0" timeOffset="38078.04">3391 11087 106 0,'-6'1'189'15,"6"-1"-6"-15,-9 3-6 0,9-3 4 0,-5 3-1 0,5-3-7 16,0 0-14-16,20 5-11 0,-1-7-14 0,3 2-10 16,10-3-14-16,4-3-10 0,0 4-12 0,3-3-10 15,-1 2-24-15,13-3-23 0,-14 2-31 0,-4-1-33 16,-1 4-43-16,0 0-39 0,-11 1-35 15,0 1-30-15,-10 0-98 0,2 3-299 0,-3 0 133 0</inkml:trace>
  <inkml:trace contextRef="#ctx0" brushRef="#br0" timeOffset="38355.53">3702 11246 259 0,'-10'-1'264'0,"10"1"-10"0,-13-2 0 16,7 0-7-16,6 2-14 0,-15 0-13 16,15 0-9-16,-15 2-7 0,7-2-5 0,2 3-27 0,-3 1-3 15,-1 1-12-15,-2 2-2 0,-3 3-7 0,5-1-8 16,-2 1-13-16,1 2-10 0,2 2-15 0,1-4-9 16,2 2-7-16,-2 3-12 0,4-6-17 0,2 3 8 15,-1-2-7-15,4-1-1 0,1 1-7 16,0 0 0-16,5-1-16 0,2 0-19 0,2-4-36 0,7 3-30 15,1-3-23-15,2-3-28 0,0-1-39 0,6-1-37 16,-5 1-37-16,6-4-38 0,-8 3-33 0,1-1-206 16,-3-2-533-16,0 1 236 0</inkml:trace>
  <inkml:trace contextRef="#ctx0" brushRef="#br0" timeOffset="38523.25">3945 11359 112 0,'0'0'296'0,"0"0"-15"0,5-4-7 0,-5 4-9 15,0 0 6-15,0 0 15 0,0 0 10 0,0 0 10 16,-1 21-8-16,-2-9-10 0,-1 5-29 0,0 0-31 16,-1 10-17-16,-2-4-19 0,0 1-18 0,2 2-20 15,0-7-38-15,1-1-55 0,3 0-79 0,-2-1-96 16,1 2-88-16,2-6-117 0,-5 5-301 0,2-1-671 16,-2 0 298-16</inkml:trace>
  <inkml:trace contextRef="#ctx0" brushRef="#br0" timeOffset="95991.4">3238 9374 70 0,'0'0'107'0,"-4"-5"-4"16,4 5 0-16,0 0-2 0,0 0-5 0,-5-8-4 16,5 8-6-16,0 0-4 0,0 0-5 0,0 0-6 15,0 0-9-15,0 0-6 0,0 0-2 0,0 0-9 0,0 0-6 16,0 0-5-16,0 0 0 0,0 0-3 15,0 0 0-15,0 0-7 0,0 0 1 0,0 0 4 16,17 13 1-16,-11-4 6 0,-2-2-1 0,2 3-6 16,-1 0-1-16,1 0 1 0,0 5-2 0,3-1-2 15,-5-2-5-15,1-1-2 0,0 0 4 0,-1-1-8 0,2 1 6 16,-3-1 2-16,0-1 4 0,0 0-10 16,0-2 1-16,0-2 0 0,-1 1-1 0,-2-6-4 15,4 8 2-15,-4-8 5 0,1 6 4 0,-1-6 3 0,0 0 2 16,5 7 0-16,-5-7 1 0,0 0-4 0,0 0-5 15,0 0 2-15,22-13-2 0,-2-3-3 16,8-4-14-16,12-13-19 0,11-3-22 0,24-16-27 16,4-2-26-16,5-5-35 0,0 3-34 0,4-2-122 15,-1-1-305-15,8-1 136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05:27:46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21971 3046 1 0,'0'0'3'15,"0"0"1"-15,0 0 3 0,0 0-4 0,0 0-1 16,0 0-1-16,0 0 0 0,0 0-1 0,24-2 2 16,-24 2 1-16,16-1-4 0,-5-3 5 0,4 3 0 15,4-1 0-15,8-4 4 0,4 3-2 0,-1-3-2 16,4 4 1-16,2-2-1 0,2 3 1 0,0-2-2 15,12-1-2-15,-12 2 4 0,15-1 6 0,-14 2-9 16,-4-2 2-16,3 0-5 0,13 3 5 0,-14 0-3 16,-1-4 2-16,18 0-2 0,-17 2 4 0,1 0 0 15,-1 0-4-15,4-2-1 0,-1 1 5 0,-2 3-3 16,2 0 0-16,-3-1-2 0,2-1 4 0,1 2-4 16,14 0 1-16,-16 1 1 0,14-3 2 15,-13 3-3-15,13 0-1 0,-13-1-1 0,-1 1-1 0,1 0 1 16,1 2-2-16,-1-2-1 0,10 3 0 15,-14-2-1-15,-2 1 6 0,0-3-3 0,2 2 3 16,1 0-3-16,-2-1 0 0,3-1 1 0,-1 3 3 0,1 0-5 16,0-3-3-16,4 2 1 0,-1-4 4 15,-2 4-7-15,16-2 0 0,-17 1 2 0,1-1-7 16,0 1-14-16,-2 4 7 0</inkml:trace>
  <inkml:trace contextRef="#ctx0" brushRef="#br0" timeOffset="732.17">26054 2924 11 0,'23'-1'11'0,"-5"-1"2"15,4 2-1-15,-1 0-3 0,-3 2-3 0,0-4 2 16,-3 4 0-16,-3 0-2 0,3-2 0 0,-1 2-3 15,-1 0 2-15,-6-1-4 0,-7-1 4 0,16 3-5 16,-16-3 0-16,13 3-2 0,-13-3 1 0,7 2 0 16,-7-2-1-16,0 0 2 0,5 10-3 0,-5-10 7 15,0 0-7-15,2 12 3 0,-2-12 2 0,0 0-5 16,2 12 3-16,-2-12-5 0,2 11 4 0,0-3-1 16,-2 3 5-16,0-11-3 0,5 13-3 0,-3-4 0 15,4 0 0-15,-5 2 3 0,8-2 0 0,-5 3 3 16,3-2-2-16,0 3 5 0,4 4-3 15,-4-2-2-15,6-1 2 0,-1 1-3 0,-1 2 0 0,5 4 1 16,-5-4 3-16,4 4-3 0,-1-4 4 0,1 5-3 16,2-1-1-16,-2 2 3 0,3-1-5 0,0 0 4 15,-4 1 0-15,4 0-3 0,-1 0 3 16,-1 2-1-16,0 3-1 0,2-2-1 0,-3 1 4 0,1-1-5 16,0 0 4-16,0 4-1 0,1-1 0 0,2-1 1 15,-1 2-4-15,-1-1 3 0,6 14 2 0,-8-15 1 16,2 4-3-16,-2-1 0 0,3 1 2 0,5 10 3 15,-8-10-5-15,6 8 0 0,-6-7-1 0,3-2-3 16,-3 2-5-16,-3-1 0 0,3 1-3 16,2 10 2-16,-4-11-3 0,-1 1-11 0,1-1-22 15,-4 1 10-15</inkml:trace>
  <inkml:trace contextRef="#ctx0" brushRef="#br0" timeOffset="1996.96">27059 6493 2 0,'8'57'5'16,"-1"1"-1"-16,0-2-1 0,-3 30 0 0,6-5 2 15,-8 0-2-15,0-21-3 0,2 23-5 0,-4 2-4 16,0-3 2-16</inkml:trace>
  <inkml:trace contextRef="#ctx0" brushRef="#br0" timeOffset="2678.7">27836 10259 2 0,'7'46'16'0,"-5"-12"4"0,0 12 1 0,0-11 1 0,0 0-8 16,-2 10 2-16,0 4-2 0,-2-3-1 0,0 1 3 15,0-2-8-15,1-9 8 0,-3 13-7 16,2-4 2-16,2-9 3 0,-6 12-5 0,4 1 4 15,-4-3-3-15,-1 2 4 0,1-1 5 0,-1-2 3 0,-1 2-5 16,-2 1-5-16,-1-1 3 0,-3 2-4 0,3 2-3 16,-4-2 10-16,-1 2-4 0,-2 1 0 0,2 0 0 15,-2 3 5-15,-1-1-5 0,-2 2-2 16,-6 21 2-16,9-26-6 0,-2-1-6 0,-5 3 5 16,0-1-4-16,6 1 0 0,-6 3-3 0,4-1-2 0,3 0-5 15,-4-1-6-15,4 1-9 0,0 0-1 0,-2-1-6 16,-1 1-6-16,3-4-28 0,-4-1-67 0,1-1 31 15</inkml:trace>
  <inkml:trace contextRef="#ctx0" brushRef="#br0" timeOffset="4424.75">28096 6025 10 0,'-8'25'29'0,"1"2"-9"0,-3-4 2 0,4 2 3 16,-1 2-8-16,1 0 8 0,1 0-2 0,0-1-6 15,-1 3-6-15,1-2 6 0,2 3 1 0,1-4 0 16,-1 4-6-16,0 1 7 0,3-2-3 0,0-2 1 15,0 4 2-15,3-2 0 0,1 0-4 0,-2 1 1 16,4-1 4-16,-4 1-5 0,3 3 4 0,-2 0-2 16,3 1 0-16,1 0 1 0,0 15-4 0,-1-15 1 15,1-1-2-15,-4 3 11 0,8 12-16 0,-5-3 1 16,1-10-3-16,-2-1 3 0,1 11 1 0,-2-10-1 16,3 11 0-16,-4-12 1 0,4 2-7 0,0 10 10 15,-3-12-4-15,1 12-8 0,-2-13 0 16,0-1 2-16,-1 14 2 0,6 1 1 0,-10-11-1 0,5-1-3 15,2 13-4-15,-1-12 7 0,-2 11-4 0,2 2-1 16,-1 4 2-16,0-6 12 0,-2 2-15 0,1-1 4 16,2-2-4-16,0 0-3 0,-2 1 4 0,4-1 2 15,-3-11 1-15,5 17-8 0,2 3 12 0,1-1-7 16,0 1 3-16,3-2-2 0,-1 1 2 0,-1 2 3 16,1 3 0-16,-2-1 4 0,3-2-9 0,-3 2 1 15,1 0-2-15,-5-3-1 0,3 28-4 0,-4-31 9 16,-5 1-4-16,1 2 0 0,-3 0 5 0,5 4-3 15,-7-2-4-15,2 0 2 0,-1-1 0 0,2 0-2 16,0 0 0-16,-4-1 4 0,2 0-5 0,-1-1 3 16,-2 25-3-16,-2-25 6 0,3 1-3 0,-4-1-2 15,1 1-1-15,-1 1 11 0,-1 1-8 0,-2-2 2 16,-1 2-4-16,0-1 2 0,-1 2 3 0,0-1-4 16,-1-1 10-16,3 1-8 0,-1-1 5 0,2-2-3 15,1-1 4-15,-1 4-3 0,-1-4 4 0,3 1 1 16,1 2 1-16,-2 2 2 0,2-3-7 0,-1-1 1 15,3-2 0-15,0-4-4 0,2 0 4 0,-1 4-8 16,2-2 7-16,2 2 5 0,4 1-2 0,-2-2-4 16,4 1-7-16,-2-2 3 0,1-2 3 0,1 0 2 15,5-2 0-15,0 1 1 0,-2-2-6 0,4 0-1 16,0 0 0-16,-1-11 1 0,3 10-10 0,-4-9 0 16,6 10-7-16,-7-12-15 0,3 9-3 0,-2-6 1 15,-2-4-15-15,-1 3-9 0,2-2 4 16,-3-1-1-16,3-3-31 0,-4 0-93 0,2-5 42 0</inkml:trace>
  <inkml:trace contextRef="#ctx0" brushRef="#br0" timeOffset="5672.11">28230 5499 21 0,'92'-10'40'0,"-3"1"-12"15,-26 2 4-15,30-3-7 0,-27 2 4 0,0 3-9 16,29-2-3-16,-29-2-3 0,26 2 5 0,-24 3-5 16,24 0 0-16,-27-1-6 0,27 0 4 0,-31 3 0 15,2 0 0-15,0-2 0 0,-2 4-6 16,4-1 3-16,-4 2-4 0,2 1 2 0,-2-3-2 0,1 6-3 15,-3-6 0-15,2 3 2 0,-1-3-4 0,-1 2 6 16,0 1-9-16,-4-1 5 0,-3 6-5 0,-12-4 9 16,11 0-8-16,-1 1 7 0,-12 2-9 0,0-4 3 15,-2 0 4-15,1 2-3 0,0-2 2 0,0 3-6 16,0-1 7-16,-1 0-3 0,0 0 1 0,-2-2 2 16,-2 1-1-16,-2 3 7 0,0 0-10 0,-3-2-1 15,-5 0 2-15,-2 1 0 0,1 3-4 0,-2-1 2 16,-1 2-4-16,0 0 7 0,-4 1 1 0,2 1-3 15,-1 0 0-15,0 2 0 0,-2 0-3 0,2 1 0 16,4 4 6-16,0 0 1 0,-3 3-5 16,0-1 0-16,3 2 0 0,-3 1 4 0,2 1-3 15,-3 0 6-15,3 1-8 0,-3 2 3 0,2-3-1 0,-2 4 4 16,-1-1 4-16,-1 5-9 0,5 0 12 0,-4 2-12 16,5 9 5-16,-2-1 7 0,-3-9-5 15,4 10 1-15,-2 0 2 0,2 1-5 0,-4-11 5 0,8 12 0 16,-3 1-5-16,2-3-1 0,-1 3 4 0,-1 0-1 15,-1-3-1-15,-2-1 0 0,3 5-3 0,-5-2 1 16,-2 3 4-16,0-1-1 0,1 3-4 16,-2-2 6-16,1 2-2 0,-3 2 1 0,-2 1-7 0,0 2 3 15,-1 1 0-15,0-1 0 0,-2 3 9 0,1-3-12 16,-3 0 4-16,0 3-7 0,1-3 20 0,1 28-12 16,-3-26 0-16,3 2-1 0,2-1 3 0,2 24-6 15,-1-24 3-15,3-2 0 0,0 1-2 0,1 1-1 16,1-1 0-16,7 22 3 0,-6-26-2 15,-1 4-1-15,6 24 0 0,-2-25 8 0,-3 25-7 0,-1-26 3 16,-2 6-3-16,-1 17-1 0,0-19 1 0,2 0-1 16,-5 1 5-16,3 23-5 0,-5-22 4 0,2 20-6 15,-3-23 3-15,2 23-1 0,-3-24 8 0,0 2-8 16,0 22-5-16,-3-24-1 0,-2 3 4 0,2 20 4 16,-3-21-6-16,2-1 11 0,-4 26-11 0,5-29 0 15,-1 4 3-15,-6 22 4 0,3-24 1 0,1 3-4 16,2 23-1-16,-2-25 2 0,0 0-8 0,-4 22-1 15,2-25 2-15,3 3 3 0,-3 23-9 0,2-25 7 16,3 2-3-16,-3 0-7 0,1-1-1 0,1 0 7 16,-2 2-10-16,0-5 9 0,2 0-3 0,0 0-2 15,1-2-3-15,0 0-5 0,-3-1 9 0,4 0-5 16,-1 0-3-16,-1-1 0 0,2-1 1 0,-1 1 2 16,-3-1 1-16,2-1-1 0,-2-2 0 0,-2 0 5 15,-1-1 2-15,-1 1 2 0,1 1-8 0,-2-15 6 16,-1 14-14-16,-5-3-26 0,-2 1 12 0</inkml:trace>
  <inkml:trace contextRef="#ctx0" brushRef="#br0" timeOffset="5831.46">31347 12598 2 0,'-32'18'3'16,"-14"3"2"-16,12-6-4 0,-2-1 2 0,-14 3-2 15,1-4 7-15,-2-1-4 0,-2-2-1 0,-4 1 1 16,1-3-6-16,-3 1 6 0,-1-1-3 0,-28 0 4 15,23-3-2-15,-23 5-1 0,21-3-3 0,-26-1 0 16,-3 4-7-16,0-2-8 0,-1-2 4 0</inkml:trace>
  <inkml:trace contextRef="#ctx0" brushRef="#br0" timeOffset="5884.24">29807 12836 17 0,'-107'9'-4'0,"3"1"7"15,6-3 0-15,-2 3-2 0,4 0 4 0,2-2-2 16,27-1-3-16,-21 7 0 0,26-8-5 0,-4 1-6 16,3 2 4-16</inkml:trace>
  <inkml:trace contextRef="#ctx0" brushRef="#br0" timeOffset="6604.31">29721 12892 7 0,'0'8'23'0,"-1"3"-1"16,2-1 0-16,-2 2-4 0,0 5-3 0,0-1 2 15,-2 1 2-15,3 0-5 0,-4 0 0 0,3 7-6 16,-3-5-2-16,3 0 6 0,-4 0-4 16,4 5-4-16,-3-6 3 0,1 1-3 0,3 5 1 15,-1-4-2-15,-4-1 1 0,3 6 0 0,0-6 1 0,0 6-2 16,0-4 3-16,1-2-6 0,-2-1-1 15,1 1-1-15,0 5 1 0,1-5 2 0,2 0 0 0,-1 0 1 16,-1 0-2-16,-1 0 2 0,2-1-4 16,-3 1 10-16,3-2-9 0,-5 0 3 0,1 1-2 15,-1-1-1-15,-2-1-2 0,0-1 5 0,-1 1 0 16,0-2 0-16,-3 0-4 0,3-3 2 0,-3 1-1 0,1 1-4 16,-2-4 7-16,2-2-4 0,-7 3 2 15,2-3-1-15,-3 3-1 0,0-3 2 0,-2 1 2 16,-8 1 1-16,-2 0-4 0,1-3 2 0,-3 2 0 15,-3-1-1-15,-2 0-6 0,-13 1 6 0,-3 1-7 16,0-3 0-16,-1 3 1 0,0-2-4 0,-4 3-4 0,-2-1 4 16,3 1-7-16,-1 0 3 0,2 0-14 0,0-1-30 15,1 3 13-15</inkml:trace>
  <inkml:trace contextRef="#ctx0" brushRef="#br0" timeOffset="8861.77">29382 12433 6 0,'5'26'14'0,"0"-3"1"16,2 6-4-16,-2-3 1 0,-2 2 2 0,0 1-4 0,-3 1 2 15,0-2-2-15,-2 1-10 0,0-2 4 16,-1 1 7-16,-2-2 5 0,0 2 0 0,-1 0-3 15,-1-2-2-15,1-2 2 0,-2 3 5 0,-1 0 0 16,2-3-4-16,-1 2-2 0,1 0 5 0,-1-2-6 16,1 0-7-16,2-4 9 0,-1 4-12 0,-2 1 7 0,4-6 3 15,-2 6-6-15,2-5 3 0,0-1-15 0,0-1 13 16,-1 1 2-16,1-1-5 0,2 1-1 0,1-1 0 16,1 1 2-16,1-3-4 0,0 2 4 15,0-2 3-15,4 1-4 0,0-3 1 0,1 0-3 16,-1 2-4-16,1 1 5 0,-1 2-5 0,3-3 5 0,-3-1-2 15,0 2-9-15,-1-5 5 0,-1 3-2 0,-2 1-1 16,-1 0-5-16,0 0 3 0,0-5 10 0,-3 1-6 16,1 4 2-16,0-4 0 0,1 1-1 15,-1 2-8-15,-2-1 9 0,0-2-2 0,0 3-1 16,-1-1 3-16,3-5-7 0,-1 3 6 0,-1-2 0 16,-1 2-1-16,1-2-2 0,1 0 8 0,0 0-8 15,1-1 7-15,-3 3 0 0,4-3-2 0,-3 1-5 16,0 0 10-16,-1 4-8 0,-1 2 5 0,-6-3-5 15,1 3 1-15,-3 4 5 0,-4 1-3 0,-1 0-9 16,1-2 0-16,-1-1 6 0,3-5-4 0,0 0 1 16,-1 0 1-16,-1-2 1 0,1 0 4 0,0-2 0 15,-2 3-5-15,-6 2 5 0,2-3-2 0,-4 2 2 16,-1-2-1-16,-1 0-2 0,2 2 4 0,-5-3-1 0,0 0 3 16,-1 0 3-16,-2-1-9 0,-1 1 1 15,0-3 3-15,-1 3 3 0,-1-1-3 0,-11 1 2 16,10-3-1-16,2-3-6 0,-15 2-2 0,2-2-2 15,10 1-7-15,-11-1 16 0,-1 2-5 0,0-3-7 0,0-1-15 16,-1-2 44-16,-1 1-21 0,2 2-3 16,-2-2 9-16,0 1-5 0,-5 0 3 0,1 0 1 15,-1 0 1-15,-1-1 4 0,-1 4 1 0,-1-1-1 16,-28 0-2-16,27-1 1 0,-24 5 0 0,23-3 5 16,-1 0-4-16,0 4-2 0,-27-1 0 0,27-1 5 15,-25 5-4-15,25-2-1 0,-27 5-1 0,29-5 3 16,-31 8-6-16,4-4 8 0,-2-6-5 0,29 3-1 15,-27 4-4-15,25-6 2 0,-34 7 1 0,3-1-1 16,8-4 3-16,23 0 0 0,-27-2 1 0,0 3 1 16,4-3 4-16,25-1 4 0,-2-3-1 0,-29 3-7 15,4 1-4-15,25-2 4 0,-25-1-4 0,25 1 7 16,-25-5-6-16,25 6 1 0,-26-2-1 0,29-3 0 16,-27 0 2-16,25-2-9 0,-4 1 5 0,-25 1 4 15,0 0-7-15,26 1 8 0,-27-4-7 0,4-3 3 16,-3 6 0-16,4 0 3 0,25 0-3 0,-26-2 1 15,26-1-3-15,-29-1-2 0,4-2 1 0,23 2 0 16,-24-1 5-16,24 2-1 0,-30-3-2 0,6 3-1 0,25-1 2 16,-2-1-4-16,-26-3 5 0,28 4-6 15,-27-3 0-15,1 1-1 0,26 0-2 0,-27 3 7 16,25-2-4-16,-21-4 3 0,25 7-5 0,-29-4-4 16,27 2 8-16,-24 1-3 0,26-4-4 0,-29 0 7 15,26 2-4-15,-25-7 7 0,26 8-3 0,-25-2-1 0,25-3 5 16,-24 3-1-16,24-2-2 0,1 7 2 15,-3-9 0-15,-22-1 1 0,27 2-6 0,-2 1 1 16,-1-4 3-16,1 2 0 0,2 1-2 0,-1 0 5 16,0-4-6-16,2 2-6 0,0-1 6 0,2 2 2 15,1-1-5-15,2 1-7 0,0-3 3 0</inkml:trace>
  <inkml:trace contextRef="#ctx0" brushRef="#br0" timeOffset="8890.98">20036 14435 13 0,'-58'-9'-3'0,"3"0"4"0,4-3-4 16,1 2-1-16,-1 0 1 0</inkml:trace>
  <inkml:trace contextRef="#ctx0" brushRef="#br0" timeOffset="9952.18">19750 10050 2 0,'3'-45'17'0,"2"12"-3"0,-2 1-2 16,-1-1 4-16,0-3 0 0,0 4 2 0,1-3 3 0,-3 3 2 16,0-1 6-16,0-1-6 0,0 0-1 0,0 2-2 15,0-2 3-15,-1 2 5 0,1 0-9 16,1-2 7-16,-1 2-6 0,2-1 1 0,1 1-7 16,0 0-4-16,-1 1 4 0,1-2-6 0,-1 0 6 15,3 2-3-15,-2 1-4 0,-2 0 1 0,2 3-5 16,-3 0 2-16,1-3 1 0,-2 0 3 0,2 0-3 0,-2 0 1 15,-2 1 5-15,2 0-8 0,0 0 1 0,-1 0-2 16,0-3-2-16,-2 1 8 0,3 3-6 16,-2-5 2-16,1 2 1 0,0 1 8 0,1 0-9 15,-2-3 4-15,0 3-3 0,-1-2 0 0,1 2-9 16,-2-2 8-16,1 5 4 0,-1-1-4 0,1-2 4 16,-1 2-5-16,0 3 0 0,1-1 4 0,-3 3 0 0,0-2-1 15,2 0 1-15,-1 1-2 0,1 5-1 16,-2-5-3-16,1 1 1 0,2 3-4 0,-1 0 4 15,1 2-1-15,0-2 9 0,2 2-7 0,-1-2 0 16,-2 0 6-16,3 1-1 0,-4 0 3 0,4 1-8 16,-2 0-1-16,3 1 8 0,-2 0-3 0,0 6-7 15,1-7 12-15,-1 7-4 0,3 11 2 0,-5-24-6 0,7 13 3 16,-2 11 5-16,0-17-11 0,3 6-11 16,-3 11 4-16,3-16 9 0,-3 16 0 0,6-13 5 15,2 7-6-15,1-1-1 0,2 1-1 0,5 0-2 16,4-1 1-16,-2 0 6 0,10 0-12 0,1-4 4 15,1 1-3-15,2 6 3 0,-1 0 2 0,3-1 0 16,3-2-10-16,-1 4 0 0,1-3 6 0,-1 5 3 16,2 0-2-16,1-1 0 0,13 1-7 0,-1-1-3 15,0 4 8-15,-1-1 0 0,1 2 3 0,3-2-7 16,0 3-1-16,2 0 3 0,3-3-4 0,2 3 2 16,-4 0 8-16,4 1-12 0,-1 0-2 0,-3-4-1 15,6 0-1-15,-2 1-2 0,0 1 7 0,2-5 3 16,1 1-2-16,2 0 1 0,0-2-3 0,-2 0-4 15,-1 0 2-15,0-2 3 0,-3 1-7 0,-1-2 5 16,-2 2-1-16,-2 1 7 0,3 0 2 0,0 0-1 16,1-1 1-16,-1 1-3 0,-1 0 0 0,1 4-6 15,-1-1 6-15,-3 3-11 0,0 3 5 0,-2-4-5 16,-12-1 1-16,-2 3-2 0,-1-2-4 0,0 2 8 16,0-1-2-16,-1 0 0 0,-3 1 1 0,-2 0-1 15,-3-2 2-15,0 0-11 0,-7-1 26 0,-1 3-21 16,-2 1-24-16,1-4 11 0,-6 2 95 0,0-1-67 15,-13-2 1-15,18 2-6 0,-8 2 11 0,-10-4-8 16,13 3-10-16,-13-3 5 0</inkml:trace>
  <inkml:trace contextRef="#ctx0" brushRef="#br0" timeOffset="9977.9">22845 7779 27 0,'0'0'-2'0,"0"0"-3"0,0 0-4 15,13 1 2-15</inkml:trace>
  <inkml:trace contextRef="#ctx0" brushRef="#br0" timeOffset="10109.94">22869 7784 2 0,'0'0'12'0,"0"0"6"16,0 0 6-16,0 0-9 0,0 0 5 0,0 0 10 15,18-4-20-15,-18 4 2 0,0 0-2 0,18-3-2 16,-18 3-3-16,15-2-2 0,-15 2-1 0,18-2-2 16,-18 2-2-16,19-4-4 0,-6 3-5 0,-13 1-3 15,27-1-9-15,-14-1-26 0,6 2 12 0</inkml:trace>
  <inkml:trace contextRef="#ctx0" brushRef="#br0" timeOffset="10270.79">23759 7805 9 0,'51'3'33'0,"-13"-1"-3"15,2 1-7-15,12 2-2 0,-12-2-3 0,-1-2 0 16,0 2-5-16,0-1-6 0,1 3-9 0,-2-4-3 16,-3 3-5-16,-3-3-17 0,0 1-27 0,-2 0 12 15</inkml:trace>
  <inkml:trace contextRef="#ctx0" brushRef="#br0" timeOffset="16288.26">30464 10492 22 0,'0'0'17'0,"0"0"-24"0,0 0-7 0,-9-1 3 16</inkml:trace>
  <inkml:trace contextRef="#ctx0" brushRef="#br0" timeOffset="17152.88">30544 10355 47 0,'0'0'71'0,"0"0"-9"0,0 0-13 0,0 0-19 16,0 0-20-16,0 0-20 0,0 0-34 0,0 0-47 15,0 0 22-15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10:25:54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29168 11703 2 0,'0'0'6'0,"-4"11"-6"0,3-6 0 0,1-5-2 0,-3 14 3 16,2-7 2-16,0 2 1 0,-2 0-4 0,2 1 3 15,0 0 2-15,-1 0-3 0,-1 0 1 16,1 2 0-16,0-1-3 0,1-1 1 0,-2 2-1 0,2-2-3 16,1 0 10-16,0 2-10 0,0-1 4 0,1 3-1 15,0 0-6-15,2-1-6 0,-1 1 3 0</inkml:trace>
  <inkml:trace contextRef="#ctx0" brushRef="#br0" timeOffset="8867.84">30231 8096 25 0,'0'0'80'0,"0"0"-8"15,2-9-10-15,-2 9-6 0,0 0-4 0,0 0-17 16,2-5-16-16,-2 5-15 0,0 0-5 0,0 0-9 16,0 0-10-16,0 0-13 0,0 0-25 0,0 0-61 15,0 0 28-15</inkml:trace>
  <inkml:trace contextRef="#ctx0" brushRef="#br0" timeOffset="33695.61">3172 3651 30 0,'0'0'172'0,"-2"-7"-8"0,2 7-8 16,0 0-12-16,0 0-12 0,0-10-10 0,0 10-18 15,0 0-11-15,0 0-11 0,0 0-12 0,0 0-11 16,0 0 2-16,0 0-10 0,0 0 0 0,5 38-5 15,-2-19-6-15,0 8-1 0,-2 5-3 16,-1 0 3-16,-1 1-7 0,-1 2-4 0,0-1-6 0,0-1 2 16,-1-1-3-16,0-4 4 0,0 0-7 0,1-1-2 15,-1 0 0-15,1-11-3 0,-1 2-1 0,-1-1 9 16,4-4-9-16,-1-2-1 0,0 0-4 16,0-4 1-16,1-7 0 0,0 12 0 0,0-12-2 0,-2 8-6 15,2-8 5-15,0 9 2 0,0-9 3 0,0 0-3 16,2 7-1-16,-2-7-2 0,6 1 2 0,-6-1 7 15,11 0-7-15,1 0-7 0,1 0 5 0,-2 0 1 16,7-1 2-16,-1 1-1 0,3-1 1 0,1-1 1 16,0 0 1-16,7-3-3 0,1 1-1 0,-3 0 1 15,2-1 0-15,-2-1 5 0,5 2 2 0,-4-3-4 16,2 1-5-16,-2-2 11 0,0-1-9 16,-2 1-3-16,1-2 4 0,-8 4 0 0,1-3-6 0,-1-2 5 15,-4 1-1-15,2-1-1 0,-5 1-1 0,-2 1 3 16,-2 0 4-16,0-2-6 0,-1 0 3 0,-2 0-2 15,-4-1 4-15,0 0 0 0,-3 0 5 16,1 0-4-16,-2 2 1 0,0 1-2 0,-4 1-2 0,5 3 4 16,-3 0-6-16,6 5-1 0,-12-6-2 15,3 7-2-15,-2 4 0 0,0 5-2 0,-3-1 4 16,1 7-1-16,2-2-1 0,0 2 0 0,4 1-1 0,0-2 4 16,0 2-5-16,4-2 4 0,6 1-1 15,-2 0-5-15,8-2-22 0,-1-5-22 0,1 2-39 0,7-3-31 16,1-1-31-16,2 0-39 0,1-4-101 15,0 1-313-15,8-4 139 0</inkml:trace>
  <inkml:trace contextRef="#ctx0" brushRef="#br0" timeOffset="33920.68">4066 3721 113 0,'0'-7'206'0,"0"7"-19"0,-1-12-18 0,1 12-19 15,0 0-11-15,-1-6 0 0,1 6-1 0,0 0 7 16,0 0-11-16,-2 41-9 0,4-22-11 0,-2 4-9 16,0 5-12-16,3-1-10 0,-1 2-8 0,0-3-5 15,1-2-6-15,1 1-7 0,2 0-14 0,-2-6-16 16,-2-2-13-16,4 1-19 0,-3-1-32 0,0-5-34 16,-2 1-32-16,4 2-40 0,0-6-36 0,-3 1-130 15,-2-3-335-15,0-7 148 0</inkml:trace>
  <inkml:trace contextRef="#ctx0" brushRef="#br0" timeOffset="34061.25">4023 3973 76 0,'0'0'141'0,"0"0"-22"0,0 0-13 0,-7-10-3 16,7 10-17-16,0 0-9 0,0 0-6 0,0 0-6 15,30-3-28-15,-10 2-40 0,2 1-34 0,8-3-46 16,4 0-44-16,3-4-137 0,-1-1 61 0</inkml:trace>
  <inkml:trace contextRef="#ctx0" brushRef="#br0" timeOffset="35533.67">4982 3740 21 0,'0'0'85'0,"0"0"5"0,0 0 12 0,0 0-5 16,0 0 0-16,0 28 5 0,-1-13-4 0,1 4-5 15,-1 6-6-15,0-2 2 0,1 5-6 0,-2-3-9 16,1-1-4-16,4-4-9 0,-3 5-3 0,1-6-8 16,1 0-8-16,2-2 1 0,1-1-7 0,1 0 3 15,-1-4-8-15,1-1-4 0,2-1 1 0,-1-1-2 16,0-1-4-16,2-5 1 0,0 2 4 0,0-3 3 16,2-1-1-16,-3-1 7 0,-8 0 7 0,18-6 3 15,-10-1-3-15,0-2 1 0,0 0-1 0,0-2-9 16,2-1 6-16,-4-4-4 0,1-2-5 0,-1 0 3 15,2-1-12-15,-2-7 4 0,-1 8-2 0,-1-8-3 16,1 8-3-16,3-7 0 0,-3 7 2 0,-1 4-1 16,1 1 0-16,-3 4-4 0,2-2-1 0,-2 3-7 15,-1 1 2-15,-1 7-3 0,0 0 3 0,9-4-9 16,-9 4-5-16,0 0 6 0,10 19 1 0,-4-2 1 16,-4 2 0-16,3 7-1 0,-3 0-3 0,2-8 4 15,0 5 1-15,-2-3-1 0,2-3 0 0,1-2 0 16,2 0 30-16,-3-4-7 0,3 0 0 0,-2-1-2 15,1-2-4-15,0-2 3 0,-1 1-4 0,3-4 4 16,-5-1-6-16,4 1 0 0,-7-3-2 0,13-1 0 16,-13 1-1-16,15-9 0 0,-7 4-4 0,1-4 1 15,1-4-6-15,-1-3 1 0,-1 8-9 0,-2-9-2 16,0 3 2-16,-1-3 0 0,-1-2 0 0,0 5-10 16,0-4 3-16,-4 6-1 0,3-1 0 0,-3 3 4 15,0 4 0-15,1-2-1 0,-1 8-2 0,1-9-3 16,-1 9-1-16,0 0 0 0,0 0 2 15,0 0 3-15,0 0-1 0,-15 32 7 0,7-15-6 0,-1 5 4 16,3-6 0-16,2 4 3 0,-1-1-2 0,0 4 4 16,1-5-3-16,1 0 3 0,-1 0-4 0,2 1 2 15,-1-2 2-15,3 0-6 0,0-1-8 16,0 1-8-16,0-5-22 0,0 2-25 0,0-2-37 16,0-2-42-16,3 0-44 0,-2 0-137 0,-1-4-357 15,0-6 159-15</inkml:trace>
  <inkml:trace contextRef="#ctx0" brushRef="#br0" timeOffset="36508.35">6184 3831 30 0,'2'-6'236'0,"-2"6"-24"0,0 0-17 15,0 0-10-15,0 0-4 0,-20 3-8 16,8 3-15-16,-3 7-11 0,1 2-11 0,-8 2-12 16,9 0-12-16,-3 4-8 0,6-4-16 0,-1 0-8 15,4 0-9-15,2 0-2 0,3 3-8 0,1-4-5 0,4 3-7 16,-1-3-18-16,3-1-14 0,3-4-12 16,0 0-22-16,3-3-22 0,6 2-12 0,-2-2-20 15,3 0-10-15,0-6-26 0,4 0-4 0,-1-2-11 16,9-2-7-16,-4-4-9 0,-5 0 1 0,7-1 7 15,-7-2 7-15,4-3 13 0,-9 1 12 0,0-3 19 16,-2-1 16-16,-1 0 12 0,-4-2 27 0,-1-1 10 16,-2 1 22-16,-2 1 8 0,-2 5 19 0,-1-6 23 15,-1 6 14-15,-1 1 8 0,1 2 5 0,0 8-6 16,-5-11-3-16,5 11-12 0,-4-9-4 0,4 9 1 16,0 0 9-16,-12 6 1 0,4 5-5 0,-2 0-1 15,-1 6-1-15,4 0-5 0,0 2-8 0,-1-2 2 16,2 1-7-16,3 0-5 0,0 0-4 0,2 0-5 15,1-2 0-15,1 0-4 0,2-6 2 0,-1 3-5 16,5-3-2-16,1-1 0 0,0-2-2 0,0 0-4 16,-1-2-8-16,5-2-1 0,-2 1-5 0,-2-4 3 15,3-2-4-15,0 0-4 0,-4-3 1 0,6 0-6 16,-7-2 3-16,2 0 1 0,0-3 0 0,-2 0-2 16,-1-3-1-16,-1-2 12 0,-4 3-7 0,0-3 0 15,0-1-4-15,-1-3 1 0,-2 2 4 0,1 0 0 16,0-2 2-16,-4 2-7 0,1 3 2 0,1 1-3 15,1 4 4-15,1 0-1 0,1 1 2 0,1 8-7 16,-3-11 0-16,3 11-6 0,0 0 6 0,0 0 0 16,0 0 5-16,0 0-2 0,0 0 3 0,23 15 1 15,-14-2 1-15,1 2-1 0,-3-6 2 0,4 7 1 16,-2-2 2-16,1 2 3 0,-1-3 0 0,-1 0 0 16,-2-3 1-16,1 2-1 0,-1-2 1 0,-1-1 0 15,0 1-2-15,-1-6 1 0,-3 3-1 0,-1-7 2 16,4 8 4-16,-1-4 5 0,-3-4 16 0,0 0-4 15,0 0-4-15,0 0 1 0,0 0-3 0,0 0-3 16,0 0-4-16,0 0 1 0,-9-19-1 0,9 19-5 16,0-16 2-16,2 4-5 0,1-1-7 0,1-2 2 15,1 0-3-15,4 2-7 0,-3 3 1 0,2 1-2 16,1-1-2-16,1 4 0 0,0 2-1 0,1 2 8 16,0 0-11-16,1 5 4 0,-7-1 2 0,5 3-2 15,0 2 1-15,-2 2 3 0,-2 0-1 0,3 2 1 16,-1-1-2-16,0 0 5 0,-2 0 0 0,4-1 4 15,-4 0 7-15,1-1 8 0,1-2 1 0,-2-1 6 16,0-1 3-16,1-1-1 0,0 0 0 16,1-2 1-16,-8-1-2 0,14 0-2 0,-6-4-4 0,-1 0-1 15,1-1-1-15,-2-3 1 0,1-1-6 0,-1-1 0 16,2 2-1-16,-2-2-2 0,-2 0-1 0,0-3 2 16,0 3-4-16,-2-2-1 0,1 3 1 0,1 2 3 15,-2 2-4-15,-2 5-3 0,2-9-2 0,-2 9-5 16,3-5 0-16,-3 5-2 0,0 0 4 15,0 0-5-15,0 0 5 0,2 21-2 0,-2-7-2 0,-2 1 8 16,1 1-1-16,0 0 1 0,-2 4-3 0,3-2 3 16,-2 7-9-16,-1-8-28 0,3-2-31 0,3 0-37 15,-2-1-57-15,2-3-44 0,-1 4-166 0,-1-2-402 16,3-5 179-16</inkml:trace>
  <inkml:trace contextRef="#ctx0" brushRef="#br0" timeOffset="36692.97">7091 3992 65 0,'2'-9'215'0,"-1"4"-14"15,-1 5-12-15,2-12-25 0,-2 12-19 0,0 0-17 0,4-3-13 16,-4 3-8-16,0 0-3 0,6 20-12 16,-3-10-7-16,0 6-7 0,-2-1-9 0,1 3-2 15,1 2-8-15,-3-1-20 0,3 0-29 0,-2-2-39 0,1 0-53 16,0-1-55-16,0 0-144 0,-2-4-305 0,3-2 136 15</inkml:trace>
  <inkml:trace contextRef="#ctx0" brushRef="#br0" timeOffset="37618.21">7509 3905 191 0,'-8'-2'210'0,"8"2"-8"0,-23 4-10 16,11-1-13-16,0 4-8 0,-2 3-18 0,0 5-10 15,1-1-8-15,1 3-16 0,-4 5-10 0,3 0-12 16,3-5-9-16,4 1-5 0,3 1-12 0,-2-1-7 16,4-1-4-16,2-4-8 0,3 2-1 0,0-3-8 15,2-3-17-15,3 0-5 0,1-2-1 0,7 0-8 16,-3-4-9-16,3 0-12 0,-4-4-2 0,6-3-11 15,-2-3-7-15,0-1-2 0,-3-3-4 16,0-1 8-16,-2-2-1 0,-3-1 6 0,-2-2-7 0,-2-2 12 16,3-7-2-16,-3-3 4 0,-1 0 1 0,1 0 4 15,-1 0 0-15,-1-2 5 0,-2 0 2 0,3 0 6 16,-3 0 5-16,1 0 7 0,1 2 7 0,-2 2 4 16,-2 8 13-16,1 0 14 0,0 9-3 0,-3-2-2 15,3 6-5-15,0 6-4 0,2-11-9 0,-1 6-5 16,-1 5-4-16,0 0-5 0,0 0 0 0,0 0 0 15,-5 24-4-15,4 0-2 0,-3 7 0 16,1 4 1-16,-2-1 1 0,3 13-2 0,-2-11 0 0,1-1-3 16,-1-3 5-16,7 1-5 0,-2-3 2 0,0-2 0 15,1-1-3-15,0-8-1 0,3 0 1 0,3-2 3 16,0-1-3-16,-1-2 3 0,-2-3-4 16,3-2 5-16,2-2 0 0,1-3-4 0,1 2 1 15,2-3-3-15,1-3 3 0,2 0 0 0,1-3 0 16,3-2-3-16,-1-2-2 0,-2 0-2 0,8-5-6 0,-2 2 0 15,-1-5-5-15,-1-2 1 0,-2 0-1 0,-5 3 1 16,3-5 1-16,-4-3-5 0,-5 5 4 16,-2 1-2-16,-2-3-1 0,0 0 3 0,-4 2-1 15,2 1 1-15,-3 3 1 0,-3 2 1 0,1 0 1 16,-1 3 1-16,1 0 1 0,-2 2-4 0,0 2 4 16,4 4-2-16,-18 3 1 0,6 4 0 0,0 3 4 0,-4 4 4 15,2 2-2-15,-1 6 1 0,1-2-2 16,2-3-1-16,3-3 6 0,3 3-6 0,0-3 0 15,3-2 2-15,3 0 1 0,1-2 1 0,3 1 1 16,0-3 0-16,4 1 1 0,1-2 1 0,2-3 0 16,3 0 0-16,4-3-1 0,1-2-6 0,2-1 3 15,-3-3-3-15,1-1 2 0,1-2-5 0,-1 2-2 16,-2-4 4-16,1 0-4 0,-1-1 2 0,-4-1 1 0,0-1-1 16,-1 0 2-16,1 0-3 0,-4 0 2 15,0-2-2-15,-2 5 4 0,0 3-1 0,-4 2 1 16,1-2-2-16,-4 7 1 0,7-4-4 0,-7 4 3 15,0 0-1-15,0 0 2 0,0 0 0 0,0 0 1 16,-2 20 11-16,0-10-7 0,-1 3-2 0,-2-1-13 0,3 0-40 16,-2 4-49-16,2-4-56 0,0 4-220 15,1-4-409-15,3-2 181 0</inkml:trace>
  <inkml:trace contextRef="#ctx0" brushRef="#br0" timeOffset="37945.61">8756 3583 278 0,'-3'-11'268'15,"1"4"-18"-15,2-1-27 0,0 8-26 0,-2-10-20 16,2 10-27-16,-3-5-15 0,3 5-14 0,0 0-12 16,0 0 1-16,3 45-8 0,-6-18-1 15,1 6-8-15,0 4-2 0,0 11-6 0,-2-2-5 16,3 0-7-16,-4-11-7 0,3-2-6 0,2-1-7 0,0 1 2 16,0-3-9-16,0-3-2 0,-1-1-5 0,1 0-14 15,-2-7-25-15,0 0-34 0,1-4-44 16,-3 0-36-16,3-6-62 0,-2 1-46 0,-1-4-180 15,4-6-434-15,-11 6 192 0</inkml:trace>
  <inkml:trace contextRef="#ctx0" brushRef="#br0" timeOffset="38500.3">8713 3787 95 0,'12'-8'126'0,"3"0"-16"0,-5 1-11 15,5-4-3-15,2 4 3 0,-7 0-10 0,3 0 4 16,-3-2-6-16,5 0-4 0,-6 2 1 0,-1 1-10 16,2-2 0-16,-2 0-4 0,-2 5-2 0,1-5-3 15,-3 2-5-15,2-1-5 0,-2 1 3 0,0 0-8 16,-2 1-2-16,-2 5-8 0,4-10-4 0,-1 6-6 16,-3 4 1-16,4-7-10 0,-4 7-1 0,0 0-4 15,0 0-1-15,0 0-4 0,0 0-2 0,1 19 4 16,-4 0 5-16,1 0-1 0,-1 11 0 0,-2 0 4 15,0 1-3-15,1 0 2 0,-4 1-4 0,3-1-2 16,3-3 2-16,0-1-5 0,0-1-6 0,-1-6-11 16,5-3-7-16,-1 1-7 0,-1-8-3 0,0 0-5 15,0-1-4-15,0-4-7 0,0-5 20 0,2 10-9 16,-2-10 17-16,7 4-2 0,-7-4 8 0,18-8 3 16,-7 4 16-16,7-5 6 0,-1 2 7 0,2 2 7 15,0 0-9-15,-2 0-1 0,-3 3-1 0,0 0-3 16,-1 2 8-16,2-1-2 0,4 1 2 0,-4 0-4 15,1 1 2-15,0-1-2 0,-2 2-1 0,0-1-3 16,4 1-2-16,-5-3-1 0,0 1 5 0,0-1-7 16,-2-2 3-16,3-2 0 0,-2 1 3 0,-1-2-7 15,1 1 2-15,-5-2 4 0,1-2 2 0,2 0 1 16,-6-2-7-16,3 1 0 0,-4-2 0 0,0-1 0 16,-3 3-1-16,1-2-1 0,-1 12 2 0,-4-19 6 15,3 8 2-15,-3 2-1 0,4 9 3 0,-6-13-6 16,1 10-5-16,5 3 1 0,0 0-6 0,-25 8 5 15,14 0-5-15,-7 12 0 0,3-5 0 0,5 3-1 16,-6 6-2-16,5-2-14 0,4-5-14 0,6 2-24 16,2 0-36-16,3-2-33 0,8 1-51 0,9-1-46 15,5-3-148-15,8-1-388 0,17-3 172 0</inkml:trace>
  <inkml:trace contextRef="#ctx0" brushRef="#br0" timeOffset="39133.28">9885 3910 69 0,'4'7'183'0,"1"1"1"0,-3 1-1 0,1 1-14 16,1-1-6-16,-3 1-10 0,0-4-10 0,2 0-5 16,-3-6-11-16,4 8 0 0,-4-8 1 0,2 8 5 15,-2-8 5-15,0 0 6 0,0 0 1 16,0 0-11-16,0 0-5 0,0 0-13 0,0 0-4 15,0 0-21-15,0 0-10 0,-11-28-10 0,7 18-10 16,1-1-10-16,3-6-7 0,0-1-6 0,3-2-15 0,2-4-8 16,3-3-14-16,-2 2 5 0,3 1-10 15,6 1-4-15,-4 6-3 0,4 3-3 0,0 1-2 16,2 2-3-16,1 4-7 0,1 6 8 0,0 2-2 16,0 2 4-16,2 5-1 0,-2 0 0 0,1 10 4 15,1 3 3-15,-6 2 6 0,0-1 3 0,-3 3-11 16,2 0 4-16,-6-8 2 0,-2 0 1 0,-2 1-3 0,0-4 4 15,-2 2-1-15,3-7 7 0,-3 2-1 16,-1-5 1-16,-1 0 10 0,0-6 5 0,1 9 2 16,-1-9-2-16,0 0-1 0,0 0-1 0,-11 1-3 15,11-1 3-15,0 0-4 0,-13-13-4 0,10 7 3 16,-2-3-6-16,4-1-8 0,1-7-4 0,0 1-5 16,4-1-1-16,4-8-8 0,-1 7 2 0,8-5-5 15,-3 9 3-15,7-6-2 0,-5 7 3 0,3 4 0 16,-3 0-1-16,-1 6 6 0,-2 2-8 0,2 1-2 15,0 3 3-15,-2 2-1 0,1 4 6 0,-1 1 2 16,0 2 5-16,-5 5-3 0,3-1 1 0,-3-1-11 16,-2 4-19-16,-1-3-21 0,-1-1-20 0,-2 2-20 0,2 0-39 15,-2-6-41-15,0 1-27 0,-2-2-113 16,2-10-350-16,-1 14 155 0</inkml:trace>
  <inkml:trace contextRef="#ctx0" brushRef="#br0" timeOffset="39697.98">10644 3740 157 0,'0'0'171'0,"0"0"-20"15,0 0-11-15,0 0 1 0,0 0 8 0,0 0-12 16,-15 28-13-16,7-11-11 0,5 0-13 0,0 1-11 16,3 0-8-16,-2 0-10 0,4-1-8 0,1-1-3 15,0-4-5-15,2-2-2 0,4 0-2 0,-3-1-7 16,3 0 5-16,0-2-4 0,4-2-3 0,-1 0 2 15,0-6-4-15,2 1-5 0,1-2 3 0,1-2-7 16,-3-1 1-16,0-1 3 0,1-2-4 0,-5-2-8 16,1 0 1-16,-2-2 0 0,-2 1-3 0,0-6-2 15,1 6 1-15,-5-6-3 0,1 2-2 0,-1-2-2 16,-3 5 0-16,1 2-1 0,0 0 0 0,0 10-3 16,1-12-5-16,-1 12-4 0,2-7-2 0,-2 7 1 15,0 0-1-15,0 0-3 0,0 0 2 0,6 23-1 16,-5-10 4-16,2 4-10 0,-2-1 10 0,1 1 0 15,4-2 0-15,-1 0-1 0,1 1 4 0,2 1-7 16,0-2 5-16,4-4 4 0,-1-2 2 0,-2-2-1 16,10 2-1-16,0-5 1 0,1 1-1 0,0-5 6 15,3 0-5-15,-3-3 0 0,1-1-2 0,-1-2-2 16,-2-3 6-16,0-1-6 0,-3 1 4 0,-1-4-3 16,-4-1 3-16,-1 1 10 0,0-5-7 0,-2-1 5 15,-2 0 3-15,1-6-4 0,-1 0 2 0,-3-1-5 16,-2 1 4-16,3-1-3 0,-3-1 27 0,0 7-1 15,0 0 4-15,0 4 0 0,2 4-1 0,-2 1-7 16,1 4 6-16,0-1-14 0,-1 8-4 0,1-8-3 16,-1 8-9-16,0 0 3 0,0 0-1 0,0 0-5 15,0 34 4-15,0-9-4 0,0 0-1 0,-5 1 2 16,0 5 1-16,2-2 0 0,-3 2 1 0,2-1 0 16,1 0 2-16,1-3-5 0,0-1 5 0,-3 0-20 15,4-7-8-15,-3 0-23 0,2-2-30 0,1 0-33 16,1-5-44-16,-1 0-47 0,0-2-51 0,-1-1-158 15,2-9-435-15,-5 9 193 0</inkml:trace>
  <inkml:trace contextRef="#ctx0" brushRef="#br0" timeOffset="40123.33">11068 3828 85 0,'0'0'189'16,"0"0"-20"-16,5-14-18 0,0 10-14 0,4-1-10 0,2 0-12 15,3 3-13-15,2-1-9 0,6 0-7 0,0 2-11 16,5-5-11-16,-7 4-2 0,2 1-5 16,-1 0-7-16,1 2-2 0,-5-1-9 0,-4 1-3 15,2 1-5-15,-5-2-5 0,2 3-6 0,-5 2-5 16,0 0 2-16,0 1 7 0,-3 1 12 0,3 3 1 0,-4-1 5 16,3 7 3-16,-4 0 1 0,1-6 2 0,-1 2-6 15,1-1-5-15,1-1-4 0,1 0-3 16,-3 0-3-16,3-2 1 0,1 1-3 0,-1-5-4 15,1 1 2-15,4-1-2 0,-1 0-1 0,3-2 0 16,-3 0-1-16,1-4-5 0,0 0 3 0,2-1-3 16,-3-2-2-16,1 0-1 0,1 0-1 0,-4-3 3 0,3 2-2 15,-4-4-4-15,2 1 1 0,-2 1 0 0,-2-3-4 16,1 0 1-16,-1 0-1 0,6-3 1 16,-7 6 1-16,1-4 0 0,-2 3-2 0,0 4 1 15,0 0 6-15,-2 5-2 0,3-9-6 0,-3 9-7 16,0 0 2-16,0 0-3 0,0 0 4 0,0 0 0 15,0 0-1-15,0 0 2 0,1 26 0 0,-1-12 0 16,1-3 1-16,1 5 4 0,0-4-16 0,-2 4-23 16,3-3-26-16,3-2-27 0,3 2-33 0,5-3-53 15,-3-2-180-15,8 0-380 0,6-3 169 0</inkml:trace>
  <inkml:trace contextRef="#ctx0" brushRef="#br0" timeOffset="40479.87">12038 3833 28 0,'-1'-12'214'0,"-1"5"10"0,-2-2-9 16,0 2-10-16,-2 1-16 0,-3 1-10 0,-2 3-17 16,-1 2-15-16,-1 6-8 0,-3 1-6 0,-1 4-11 15,-1-1-14-15,3 0-10 0,0 1-8 0,2 1-9 16,6-2-8-16,-2-3-9 0,4 3-5 0,2 0-5 16,2-1-4-16,-1 1-10 0,3-3-9 0,1 2 0 15,2-3-5-15,2-2-7 0,2 0-4 0,3 0-2 16,-1-4-7-16,2 0 0 0,-1-1-4 0,0-4 1 15,-2 2-1-15,0-2 3 0,-2 1-3 0,-1-1 0 16,0-1-2-16,-2-2 1 0,0-1-1 0,1 1 3 16,-3 1-1-16,-2-4 4 0,2 5-7 0,-2 6 1 15,2-12 1-15,0 7 0 0,-2 5-5 0,0 0 2 16,0-9-6-16,0 9-1 0,0 0 0 0,0 0 2 16,0 0 3-16,0 0 0 0,0 0 0 0,-3 29 3 15,2-18-2-15,3 0 4 0,-2 0-1 0,4-1 2 16,-1 1 1-16,3 0 0 0,0-4 3 0,2 3-14 15,1-4-14-15,5 0-23 0,3-1-27 0,2-1-35 16,0-2-33-16,0-6-41 0,8-1-29 0,-7-1-128 16,-4-1-366-16,2-2 162 0</inkml:trace>
  <inkml:trace contextRef="#ctx0" brushRef="#br0" timeOffset="40660.33">12286 3735 64 0,'3'-25'109'0,"1"0"-1"15,-2 0 7-15,1 6 11 0,-1-1 2 0,3 5 16 16,-5 0 14-16,0 5 5 0,4 1-6 0,-4 3-13 15,2 0-22-15,-2 6-12 0,0 0-16 0,0 0-8 16,0 0 9-16,0 0 2 0,1 33 6 0,-4-6 4 16,1 3-4-16,0 2-2 0,-4 2-7 0,4 0-8 15,-2-2-6-15,2 3-5 0,2-2-8 0,0 0-3 16,0-2-22-16,-2-1-47 0,4-1-51 0,-2 0-75 16,0-10-114-16,0 6-173 0,2-8-453 0,-2-6 202 15</inkml:trace>
  <inkml:trace contextRef="#ctx0" brushRef="#br0" timeOffset="41387.25">12819 3985 107 0,'27'-13'162'0,"-3"-4"-6"0,-1-1-2 0,-1-2-4 15,-2 4 5-15,-3-4-5 0,-4 5-3 0,-2-1-10 0,3-6-13 16,-4 4-5-16,-3 0-5 0,0 2-2 0,-2 0-2 16,-3 5 2-16,2-1-2 0,-3 2-7 0,0 3-9 15,-1 7-6-15,3-11-9 0,-3 11-11 0,0-7-9 16,0 7-9-16,0 0-5 0,-16 14-5 16,5 0-4-16,-2 7-2 0,1-4-3 0,-1 6 0 15,4 0-7-15,-3 1-2 0,8-7-3 0,2-1-2 0,2 0 0 16,0-3 0-16,2-3-3 0,2 3-2 0,4-3 1 15,1 0-1-15,4-2-4 0,1-3-4 0,5 0 2 16,0 0-3-16,3-3-3 0,-2-2-1 16,7-2 0-16,0-4-2 0,-4-1-2 0,-4 1 2 0,-1 0-5 15,1-3 9-15,-2 1-6 0,-1-3-3 16,-3-1 2-16,-4-1 2 0,1-1 0 0,-1 0-1 0,-1 0 0 16,0-1-4-16,-2-2 3 0,-1 1 0 0,-1 5-1 15,0-1 0-15,-2 3 1 0,-1-1 1 0,1 3-4 16,-2 7 4-16,2-10-7 0,-2 10-3 0,0 0 2 15,0 0 2-15,0 0 0 0,0 0 5 16,0 0-3-16,-7 35 4 0,5-24 1 0,0 4 2 16,0 2-1-16,0-6 1 0,-1 2-3 0,1-4 3 0,2 1-1 15,0 0 2-15,0-5 0 0,0-5 1 0,0 10-2 16,0-10 4-16,0 0 4 0,0 10-1 0,0-10-2 16,0 0 4-16,0 0-2 0,0 0 0 15,15-6 0-15,-15 6-2 0,15-7 1 0,-7-1-2 16,1 4-3-16,1-1 1 0,1 0-4 0,-3 0 2 15,-1 3-3-15,2 2-2 0,-9 0-2 0,14 0 2 0,-3 6-3 16,-2-1 5-16,0 2-1 0,-3 3 2 0,4 0 0 16,-4 1-10-16,-3 0-17 0,3 3-19 15,-4-2-24-15,1 4-52 0,1-5-53 0,-1 1-48 16,-3-2-128-16,2 0-382 0,-2-10 169 0</inkml:trace>
  <inkml:trace contextRef="#ctx0" brushRef="#br0" timeOffset="41568.55">13221 3530 53 0,'0'0'87'0,"0"0"-16"0,20 11-23 16,-7-2-35-16,5 3-38 0,3 5-17 0,1-1-44 15,5 0 19-15</inkml:trace>
  <inkml:trace contextRef="#ctx0" brushRef="#br0" timeOffset="42314.08">13923 3720 174 0,'0'0'180'0,"-6"-13"6"0,6 13-6 0,-8-3-7 16,0 1-12-16,8 2-12 0,-17 0-11 0,5 3-14 15,1 2-10-15,-5 3-13 0,-2 4-8 0,-2 5-6 16,6-4-7-16,-4 9-7 0,5-6-9 0,-3 5-3 16,7-3-9-16,3-2-4 0,2 3-4 0,1-2-3 15,3-3-3-15,0-2-6 0,2 0-1 0,1 0-2 16,1-2-1-16,3-2-1 0,-1 0-4 0,4-3-6 16,-2-1 2-16,3 0 0 0,3-4-5 0,3-1-2 15,0-4-6-15,0-2 3 0,1-1-4 0,-4-2 3 16,0-4-2-16,-1 1 0 0,1-4-3 0,-1-4 5 15,-2-2-3-15,-4-2-5 0,-2 6 5 0,1-5 0 16,1-1 4-16,-5-2-1 0,7-1 28 0,-6 1 1 16,-1-2-8-16,2 1 3 0,0-1-2 0,-4 5 1 15,2-1 4-15,-1 9 7 0,-1 0-2 0,0 0 1 16,2 8-9-16,-2 0-7 0,0 8-3 0,0-9-7 16,0 9-4-16,0 0-6 0,0 0 1 0,0 0 0 15,-4 31-1-15,-1-2 2 0,-3 0-2 0,-2 4-3 16,1-1 3-16,0 13-1 0,1 1 3 0,2-14-3 15,4-3-3-15,0-2 6 0,6-2-4 0,-4-6-2 16,3 1 4-16,2-4-2 0,-1-3-1 0,3-2 9 16,1-1-3-16,-1 0 0 0,3-1 0 0,2-5-2 15,2 0 1-15,-2-3-2 0,8 1-4 16,-3-2 1-16,-2-3-6 0,4-1-3 0,-2-3-3 0,-4 2 2 16,2-2 4-16,-1-3-3 0,-1-1 1 15,-6-6-6-15,4 5-3 0,-2-3 3 0,-4-2 3 0,2 0-1 16,-3 0-1-16,0 4 3 0,-1 2-1 0,-3 2 2 15,1 2-5-15,2 0-2 0,-3 7-2 0,0 0-2 16,0 0 6-16,0 0 0 0,0 0 9 0,0 0 2 16,-17 34 1-16,8-15 0 0,3-2 6 15,0-1-6-15,1 0-1 0,3-4 0 0,-2-1 1 16,4 1 0-16,0-3 2 0,0-2-1 0,2 1-2 0,0-1 4 16,0-1 1-16,3-1 0 0,1-1 5 0,0-1-1 15,2-2-6-15,-8-1 3 0,0 0-3 0,25-4 2 16,-14 1-3-16,-2-2 1 0,-1-1 2 15,-2 1-1-15,2-2-5 0,-1-1 4 0,0-2 0 16,0 2-6-16,-1-4-3 0,3-2 4 0,-2-2-3 16,-2 5-5-16,2 0 0 0,-3 1 3 0,1 1-1 15,1 3-1-15,-6 6-1 0,5-11-5 0,-5 11 2 0,0 0-3 16,0 0 3-16,0 0 3 0,15 16-1 16,-10-6 3-16,-3 3 2 0,5 3 5 0,-5-1-1 15,3-5-19-15,-2 4-26 0,1 0-46 0,4 0-59 16,-1-4-65-16,5 2-183 0,-2-5-432 0,2-3 192 15</inkml:trace>
  <inkml:trace contextRef="#ctx0" brushRef="#br0" timeOffset="42518.4">14723 3763 40 0,'0'0'222'0,"-13"0"-5"0,2 5-11 15,1 3-11-15,-2 5-14 0,2-4-17 0,-3 7-17 16,5 0-13-16,0 1-7 0,-1 0-18 0,5 1-10 16,-3-2-6-16,7 1-8 0,3 0-18 0,1-3-24 15,0-3-24-15,5 4-23 0,5-4-33 0,1-2-50 16,3-2-56-16,0-2-171 0,2-4-338 0,1-2 150 16</inkml:trace>
  <inkml:trace contextRef="#ctx0" brushRef="#br0" timeOffset="42742.8">15048 3572 190 0,'3'-16'246'0,"-1"3"1"0,-1 4-4 0,-1 2-12 16,0 7-23-16,2-12-24 0,-2 12-24 0,2-5-21 16,-2 5-14-16,0 0-4 0,-4 26-7 0,1-6-5 15,-3 7-13-15,-1 4-6 0,0 1-10 0,-1 1-5 16,1-1-7-16,0 14-5 0,2-14-6 0,0-1-2 15,-1 1-10-15,3-5-3 0,1 0-20 16,-1-8-20-16,-3 2-19 0,3-6-22 0,1-2-37 16,-1-2-39-16,0 0-48 0,3-5-43 0,-2 2-194 0,2-8-432 15,-13 6 191-15</inkml:trace>
  <inkml:trace contextRef="#ctx0" brushRef="#br0" timeOffset="43194.73">14830 3751 8 0,'4'-4'162'16,"7"-1"-11"-16,0 1-7 0,7-2-10 0,4 1-10 15,6-2 0-15,-3 2-22 0,10 3-9 0,-7-5-10 16,5 5-7-16,0-1-8 0,1 1-2 0,-4 0-11 16,0-3-2-16,-2 4-10 0,-12-1-1 0,-2 1 4 15,-2 0-13-15,0 1 1 0,-3-2 3 0,-9 2 4 16,12 0 11-16,-12 0 10 0,11-1 3 0,-11 1-1 15,0 0 4-15,7 1-2 0,-7-1-9 0,0 0-6 16,0 0 3-16,0 0-2 0,-22 28 2 0,5-7 0 16,1 2 3-16,-6-1 2 0,6 3-7 0,0 0 0 15,-1-2-7-15,3-1-3 0,4-4-6 0,1-1-2 16,2 1-5-16,3-2 1 0,0 0-1 0,2-5-7 16,3-1 0-16,2-1-1 0,0 1 0 0,-3-10 0 15,8 11-1-15,3-7-4 0,-1-2-1 0,0 0-1 16,-10-2-4-16,23-5 0 0,-13 1-2 0,4-1-1 15,-4-1 2-15,2-1-5 0,-2-1 1 0,-1 2 0 16,1-5-1-16,-1 1-1 0,-1 0 3 0,-2 1-1 16,3-7-3-16,-3 2 1 0,0 2-2 0,-1 1 1 15,-1 2-2-15,1 0 3 0,-5 9-3 0,6-13-6 16,-6 13 2-16,3-6-6 0,-3 6-1 0,0 0 1 16,0 0 2-16,0 0 2 0,0 0 3 0,3 26 0 15,-6-15-13-15,1 3-15 0,0-3-20 0,-2 1-38 16,0-1-49-16,7 1-70 0,-6 0-217 0,3-2-461 15,0-10 205-15</inkml:trace>
  <inkml:trace contextRef="#ctx0" brushRef="#br0" timeOffset="43401.3">15433 3903 107 0,'6'-12'219'16,"-1"2"-8"-16,5-5-11 0,-1-1-10 0,1 4-10 0,2 1-15 15,-3 3-17-15,0 3-13 0,1 0-19 0,0 0-9 16,2 6-13-16,-1 0-10 0,-1 4-7 16,1 3-8-16,-1 2-12 0,-1-2 0 0,0 7-5 0,-2-4-3 15,0 4-9-15,-3 0-4 0,1-3-23 16,-4 0-23-16,0-1-53 0,1 0-61 0,0-1-65 16,-2-2-148-16,0-8-365 0,8 11 162 0</inkml:trace>
  <inkml:trace contextRef="#ctx0" brushRef="#br0" timeOffset="43792.88">15979 3699 132 0,'-2'-6'250'16,"-3"0"-16"-16,5 6-15 0,-13-5-16 0,4 5-17 15,-9 3-9-15,3 7-10 0,-8 6-8 0,1 5-11 16,1 0-6-16,0 4-5 0,2 1-11 0,2 0-7 15,3-1-9-15,4-1-15 0,3 0-13 0,1-6-6 16,6 0-9-16,0-1-5 0,0-4 0 0,8 3-4 16,-1-2-5-16,6 0 0 0,1-4-2 0,5-1-2 15,7-2-3-15,2-4-4 0,2-2-3 0,0-1-6 16,2-2-2-16,-4-2-6 0,0-1-7 0,-1-3-6 16,-7 0-2-16,-1-1-3 0,0-1-10 0,-3-2 4 15,1 0-11-15,-1-2 2 0,-4-3 0 0,1-5 2 16,-1 0-2-16,-4 6-2 0,-1-3 2 0,-1-6 0 15,-2 8 2-15,-4 7-2 0,0 0 5 0,0 10-2 16,-6-13 10-16,6 13-4 0,-15-5 6 0,5 7-1 16,-8 4 6-16,2 5-1 0,-5 7 5 0,-1-1-4 15,5 2 9-15,1 2-14 0,3-7 2 0,5 1-1 16,1 0-2-16,5-2-20 0,3 3-25 0,1-3-23 16,5-2-45-16,7 0-51 0,4-1-93 0,7 0-229 15,2-4-520-15,3-2 230 0</inkml:trace>
  <inkml:trace contextRef="#ctx0" brushRef="#br0" timeOffset="47257.66">3476 4978 108 0,'-3'-4'252'0,"3"4"-15"0,-4-13-15 0,2 9 7 15,2 4-22-15,-5-7-21 0,5 7-21 0,-4-7-23 16,4 7-16-16,0 0-15 0,0 0-13 16,0 0-11-16,0 26-6 0,0-7-6 0,1 11-2 15,0 2-9-15,1 1-7 0,-1 1-4 0,3 13-2 16,-2-12-6-16,-2 0-2 0,1-3-2 0,-1 4-3 0,2-6-5 16,-1 2-2-16,0-5-6 0,-1 0 1 15,-1-9-4-15,1-1-5 0,-1-4 4 0,1-2-4 16,-2-1-2-16,2-10 5 0,-1 15 0 0,0-11-1 15,1-4-5-15,0 10 6 0,0-10-2 0,0 0-2 16,0 0-1-16,0 0-2 0,0 0-2 0,0 0 1 16,0 0-4-16,-14-27-14 0,14 16 1 0,0 11-2 15,6-31-5-15,3 15-2 0,2-7-1 0,0 1 4 16,3 6-1-16,4-3-3 0,-4 8 3 0,0 2-2 16,-1 3-1-16,4 2 0 0,-4 0 4 0,-2 2-1 15,-1 2 0-15,-10 0-3 0,23 6 2 0,-13 2-4 16,0 0-8-16,-3 0-13 0,-1-2-5 0,-1 4-9 15,-5-10-15-15,2 18-7 0,-2-18-11 0,-9 20-17 16,1-11-1-16,-5 4-4 0,-1-3 0 0,0 0 10 16,-3-2 14-16,-2-1 12 0,4 0-5 0,-3-1 23 15,7-3 7-15,0-1 19 0,-1 1 13 0,12-3 15 16,-17 0 8-16,17 0 7 0,-13 0 11 0,13 0-1 16,0 0 14-16,-13 2 1 0,13-2-4 0,0 0-2 15,0 0-1-15,0 0-7 0,0 0 0 0,0 0-4 16,0 0-1-16,0 0 0 0,32-10-2 0,-15 4-2 15,5 3-1-15,5-4-3 0,1 1 0 0,0 1-3 16,-2-3 0-16,4-1 3 0,-2 1-3 0,3-2-1 16,-3-1-3-16,-2 3-3 0,0-4 4 0,-1-1 3 15,-3 0-3-15,-3 3-3 0,-2 1 4 0,-1-1-3 16,0 0-3-16,-2-2 5 0,-1 1 1 0,0-2-3 16,-5-2-1-16,-1 1 1 0,1 1 3 0,-6 0 8 15,-3-3-1-15,1 4 2 0,-2 2 20 0,-1 0 0 16,-1-1 4-16,-2 3 2 0,1-1 0 0,0 2-7 15,-2 2 1-15,1 0-11 0,-7 5-4 0,3 1-7 16,0 5 0-16,-2 1 1 0,-2 5-2 0,0 3 0 16,-1 6 0-16,2-6-2 0,1 8-1 0,5-5-2 15,3-2-2-15,1-3-1 0,3 6-2 0,3-3 7 16,5 2-3-16,-1-5-1 0,2-3 0 16,7-1 2-16,-1-2-2 0,3-1 0 0,2-2 0 15,1-3-5-15,8-1-4 0,-7-4-2 0,7 0-1 0,-2-4 0 16,-2 0 2-16,-3-5-3 0,-3 2 1 0,1 0-2 15,-6-2 1-15,6-5-4 0,-8 4 5 16,0-2 0-16,-3 1 3 0,-4-3-1 0,1 0-3 16,-4-1 1-16,0 1 3 0,-2 0 5 0,1-1 1 15,-4-2 4-15,2 5 3 0,-2 0-3 0,1 4 5 16,-1 1 6-16,-1 3 2 0,2 2-4 0,0-2-2 0,2 8-6 16,0 0-4-16,-2-6-3 0,2 6 2 0,0 0-4 15,0 0 7-15,-9 36-2 0,7-18 3 0,-5 6-5 16,3 2 12-16,0 1-3 0,3-1-3 15,-2 3 3-15,1-3-5 0,1 3 4 0,1 1-2 16,1-1 6-16,-2-4-2 0,2-6-15 0,0 7-22 16,0-9-17-16,2-1-20 0,1-1-22 0,-1-2-35 15,0-3-47-15,0 1-37 0,1-2-40 0,-4-9-129 0,0 0-401 16,1 15 179-16</inkml:trace>
  <inkml:trace contextRef="#ctx0" brushRef="#br0" timeOffset="47407.93">4118 5298 69 0,'0'0'156'0,"12"-9"-13"0,-3 5-23 0,-9 4-25 16,23-8-20-16,-10 5-23 0,6-2-27 0,0 0-35 16,8 0-23-16,-7 0-83 0,2 3-124 0,-3-5 55 15</inkml:trace>
  <inkml:trace contextRef="#ctx0" brushRef="#br0" timeOffset="47790.4">4480 5214 25 0,'0'0'168'0,"0"0"5"0,0 0-1 0,0 0-3 15,-25 21-5-15,18-14-13 0,3 2-11 0,-1 0-10 16,3 2-6-16,-2 0-14 0,4 2-8 0,0-2-2 16,0 1-13-16,2 1-12 0,4-3-6 0,-3-1-3 15,4 0-8-15,-2-1-4 0,3 1-4 0,-1-3-4 16,2-2-4-16,0-1-2 0,1-1-4 0,-10-2-1 15,22 2-8-15,-13 0-1 0,-9-2-4 0,18-3-1 16,-18 3-6-16,14-4 1 0,-9 0-3 0,-5 4-3 16,13-12 0-16,-8 6-7 0,0-4-1 0,-1 4-3 15,1-3-1-15,-5 9 1 0,3-13 0 0,-3 13 1 16,3-11 1-16,-3 11-3 0,0 0-4 0,3-11 0 16,-3 11-4-16,0 0 3 0,0 0-3 0,0 0 4 15,0 0 0-15,0 0 2 0,0 0 0 0,0 0-1 16,9 25 0-16,-7-18 2 0,-2-7 2 0,8 10 1 15,-3-7 1-15,-5-3-3 0,9 5 7 16,-9-5 9-16,10 1 2 0,-10-1 10 0,0 0 12 0,0 0 2 16,20-7-3-16,-20 7-2 0,9-13-3 0,-4 7-4 15,1-4-3-15,-3 3 1 0,2-3-7 0,-3 1-9 16,1-3-25-16,1 3-33 0,-2-1-34 16,1 0-42-16,1-1-48 0,0 2-44 0,-1 2-146 15,-3 7-390-15,0 0 173 0</inkml:trace>
  <inkml:trace contextRef="#ctx0" brushRef="#br0" timeOffset="48060.31">4797 5386 26 0,'0'0'206'0,"16"0"-6"16,-16 0-5-16,19-9-14 0,-10 2-17 0,2 0-4 16,3-5-16-16,-4 4-13 0,-1-3-12 0,3 0-10 15,-3 4-8-15,1-2-9 0,-5-3-9 0,-1 1-6 16,0 2-7-16,0-4 1 0,-2 4-10 0,0-2-5 15,-2 11-2-15,-3-19-3 0,3 19-3 0,-5-12-4 16,-2 7-7-16,7 5-2 0,-16-5-7 0,16 5 3 16,-21 5 0-16,3 1 2 0,7 2-2 0,-3 3-3 15,1 1-1-15,0 4-2 0,3 1-1 0,0-3-5 16,1 3 1-16,5 1-1 0,2-4-4 0,0-1 2 16,2 0-7-16,4-3 5 0,1 1-15 0,3-3-30 15,0 1-26-15,2-2-50 0,6-1-64 0,-3-3-51 16,0-1-164-16,-13-2-415 0,32 2 184 0</inkml:trace>
  <inkml:trace contextRef="#ctx0" brushRef="#br0" timeOffset="48323.21">5078 5382 115 0,'12'-5'221'0,"-12"5"-4"16,12-7-1-16,-4 1-1 0,-3 1-4 0,-5 5-5 15,14-11-10-15,-5 4-17 0,0-2-13 0,0 4-10 16,-1-3-4-16,1 1-3 0,-1 0-8 0,-1-3-10 15,1 2-16-15,-2 0-9 0,1-1-1 0,-5 3-5 16,1-4-6-16,-1 1-3 0,-2 9 7 0,0-13-10 16,0 13-6-16,0 0-19 0,-6-14 1 0,6 14-8 15,-8-8-6-15,8 8-10 0,-16 4-3 16,16-4-5-16,-22 17-5 0,8-6-4 0,1 4-1 16,0 2 5-16,-1 7-8 0,5-5-30 0,-1-2-18 15,8 2-21-15,-1 0-24 0,2-2-23 0,1-1-23 16,0-16-38-16,6 23-39 0,2-12-35 0,-2 0-32 0,4-2-199 15,-3 0-503-15,2-3 223 0</inkml:trace>
  <inkml:trace contextRef="#ctx0" brushRef="#br0" timeOffset="48518.24">5333 5444 62 0,'12'-12'149'0,"-3"1"0"0,0-4 1 16,4 0 4-16,-3 0 5 0,2-2 1 0,-1 0-2 15,2 4-1-15,-3-2-3 0,2 1-1 0,-2 2-1 16,0 3-1-16,0 4-10 0,1-3-8 0,-4 5-12 15,5-1-11-15,-2 2 2 0,-10 2-7 0,19 0-8 16,-10 6-12-16,0-1-7 0,-9-5-1 0,21 11-13 16,-12-2-1-16,-2 2-4 0,2 0-5 0,0 3-15 15,-1 0-45-15,-3-2-35 0,0-3-43 0,-1 2-75 16,-2 1-95-16,-2-12-197 0,2 20-488 0,-2-20 217 16</inkml:trace>
  <inkml:trace contextRef="#ctx0" brushRef="#br0" timeOffset="49377.98">6574 5153 30 0,'0'0'253'0,"-11"-7"-32"0,4 6-17 15,7 1-7-15,-17 5-14 0,4 5-3 0,-2 3-10 0,-2 7-10 16,1 5-13-16,3 0-12 0,-2 5-16 0,6-5-9 15,1 2-8-15,3 1-8 0,2-9-15 0,3 5-4 16,1-5-9-16,5 0-6 0,0-4-5 0,1 0-5 16,4-2-3-16,2-1-2 0,2-2-4 15,-3-4-7-15,3 0 0 0,4-2 6 0,3-1-14 0,-2-3-1 16,8-2-3-16,-6-4-5 0,-2 1-4 0,-1-1-4 16,0-1-3-16,-3 0 3 0,-2-4-4 0,-1-2-3 15,-2-1-3-15,0 3 3 0,-3-4 2 16,0 0-3-16,-3-3-2 0,-1 6 2 0,-1-7-1 15,-1 4 0-15,0 4 0 0,2-1-2 0,-4 5 0 16,1 1 0-16,-1 6-5 0,3-11-2 0,-3 11 1 0,0 0-1 16,0 0-2-16,0 0 0 0,0 0 5 0,0 0 0 15,3 32 3-15,1-19-3 0,-1 0 3 16,0 4 1-16,3-1-1 0,-1-2 4 0,2-3 1 16,1 1 1-16,1-4 0 0,1 2 2 0,2-5-2 15,4 4 5-15,2-4-3 0,0-2-2 0,0 0 1 0,0-3 2 16,0-3-2-16,-5 3-4 0,1-3-2 0,-3 0-2 15,-1-3-10-15,-3 0 4 0,-1-1-7 16,-1-2 1-16,-3 1-7 0,-4-2-2 0,0-1-8 0,-3-1-5 16,-4-6 0-16,-7-2 0 0,5 6 4 15,-7-5 5-15,0 0-4 0,3 6 8 0,3 1 1 0,-3-1 3 16,5 5 4-16,1 1 2 0,1 3 3 0,3 0-8 16,5 4 6-16,-10-3 1 0,10 3 0 0,0 0 4 15,0 0 0-15,0 0 4 0,0 0 1 0,11 20 4 16,2-14 1-16,2 0 1 0,6-2 1 0,8 0 2 15,0-1 0-15,2-3-1 0,2 0 3 16,1-3-3-16,0-1 3 0,-2-2 1 0,0-1-3 0,-3 1 0 16,-8-2 0-16,-3 3 4 0,-2-1-2 0,0-5 3 15,-7 6 5-15,0-3 6 0,-2-1 0 0,0 1 3 16,-2-1 1-16,-1 1 2 0,-2-2 5 16,1 5 11-16,-3 5-2 0,1-12 2 0,-1 12-5 15,1-6-6-15,-1 6-4 0,0 0-7 0,0 0-3 0,0 0-3 16,0 0 1-16,0 0 4 0,-4 34 1 0,2-16 0 15,-3 7-3-15,0 0 3 0,2 2-3 0,-1-2 0 16,3 1-3-16,0-6 0 0,-2 6-6 16,3-7-28-16,0 0-30 0,0-3-33 0,3 1-53 15,-2-5-64-15,2-1-58 0,-2-3-153 0,-1-8-443 16,6 11 197-16</inkml:trace>
  <inkml:trace contextRef="#ctx0" brushRef="#br0" timeOffset="49552.77">7170 5046 153 0,'0'0'139'0,"0"0"-18"0,0 0-28 16,0 0-18-16,0 0-34 0,0 0-33 15,25 4-26-15,-14-3-38 0,7 1-37 0,1 1-101 16,2-6 45-16</inkml:trace>
  <inkml:trace contextRef="#ctx0" brushRef="#br0" timeOffset="49740.33">7471 4981 73 0,'1'-6'205'0,"0"-1"-13"15,-1 7-11-15,3-11-3 0,-3 11-5 0,0-8-9 16,0 8-12-16,0 0-15 0,2-8-21 16,-2 8-14-16,0 0-9 0,0 0 0 0,4 20 13 0,-3 0 0 15,1 8-2-15,-2 6-4 0,-2-2-9 0,2 14-8 16,0-11-3-16,-2 0-11 0,1-1-6 15,-1 0-8-15,1-1-16 0,0-2-29 0,2-4-25 0,4 1-23 16,-2-3-29-16,2-1-35 0,-1-5-41 16,-2-4-37-16,2 1-27 0,-3-4-129 0,2 0-363 15,-1-3 160-15</inkml:trace>
  <inkml:trace contextRef="#ctx0" brushRef="#br0" timeOffset="50035.64">7585 5504 116 0,'8'-8'117'0,"4"-5"2"0,-2 0-3 0,4 0 2 15,-2-1-5-15,-1-2 5 0,2 0-14 0,-3 1-3 16,2 1-7-16,-1-1-13 0,0-1-5 0,0 1-10 16,-2 0-3-16,-1-1-8 0,2 0 4 0,-7 4 4 15,1 1-1-15,0-1 14 0,-2 4 8 0,-2-1-10 16,1 3-4-16,-1 6-7 0,-1-11-3 0,1 11-8 16,-3-9-5-16,3 9-7 0,0 0-2 0,0 0-8 15,-18 10-1-15,14 1-5 0,-2-1 3 0,-1 5-8 16,2 4 3-16,-1 0-3 0,2-3-3 0,3 2-1 15,0 1 0-15,1 0-2 0,1-3 1 0,0 0-2 16,1-5-4-16,1 2-1 0,2-2 3 0,0 4-1 16,-1-1 5-16,1 0-6 0,-1-2 0 0,1-2-5 15,-2 0 9-15,-2 2-7 0,3 0 3 0,-4 0-4 16,-1-1-15-16,-4 3-14 0,0 2-18 0,-3-2-43 16,0-3-38-16,-1-1-51 0,-1 3-181 0,-4-2-384 15,3-5 170-15</inkml:trace>
  <inkml:trace contextRef="#ctx0" brushRef="#br0" timeOffset="50398.37">8398 5053 136 0,'0'-10'261'0,"0"4"-28"0,2 0-24 0,-2 6-27 16,0 0-12-16,0 0-1 0,0 0-6 0,0 0-2 0,6 28 7 15,-6-9-11-15,-2 10 3 0,2 2-16 0,-3 1-5 16,-1 4-7-16,3 0-14 0,-5-2-5 0,1-1-8 16,-1-2-10-16,1-2-13 0,4 0-3 15,-2-2-3-15,-1-2-7 0,1-7-12 0,0-1-5 16,1-1-3-16,0-6-4 0,2 0-4 0,-1-3-3 0,0 0-3 15,1-7-1-15,2 12-4 0,0-7-5 0,-2-5 5 16,7 5-2-16,1-5-4 0,1 0-1 16,4 0-6-16,3-3-2 0,3-1 1 0,8-4-13 15,-1 1-17-15,1-3-23 0,0 1-28 0,1 3-34 16,1-2-42-16,-2 2-57 0,2-1-63 0,-2 0-251 0,-9 3-553 16,4 0 244-16</inkml:trace>
  <inkml:trace contextRef="#ctx0" brushRef="#br0" timeOffset="50582.42">8896 5370 123 0,'0'0'237'0,"0"0"-26"15,0 0-18-15,5-5-14 0,-5 5 11 0,0 0 18 16,0 0 4-16,0 0-7 0,-3 23-14 16,2-12-14-16,-2 0-14 0,2 3-14 0,-2 1-14 15,2 2-14-15,-1 0-9 0,2-1-10 0,-3 1-20 16,3 0-40-16,-1 1-37 0,1-2-42 0,-1 3-48 15,1 1-58-15,0-4-55 0,-2 1-231 0,4-5-465 0,-1 0 205 16</inkml:trace>
  <inkml:trace contextRef="#ctx0" brushRef="#br0" timeOffset="51033.25">9797 5243 236 0,'-3'-11'256'0,"-1"0"-30"16,-1 0-8-16,0 3-11 0,-1-2-8 0,-3 1-5 16,1 5-10-16,-1-1-19 0,-2 4-15 15,-2 2-15-15,-1 3-16 0,-3 5-8 0,-3 6-14 16,-2 6-3-16,1 2-10 0,1 1-9 0,2 5-7 0,2-3 3 15,5-1-12-15,4-6-7 0,3 0-5 0,3-2-6 16,1-1-2-16,2-3-3 0,5 4-6 0,-1-5-3 16,3-3-2-16,1-1 0 0,3-1-1 15,0-3-6-15,1 0-11 0,-2-3-1 0,6-4 0 16,-1 1-10-16,0-4-7 0,-1 0 5 0,1-5-2 0,-3 0 1 16,0-2 10-16,-3 1-7 0,0-2-2 0,-1-2 0 15,-4-2 0-15,1 1 2 0,-3 0-2 0,1 1 3 16,-4-1-5-16,3 2 5 0,-4 5 8 0,1 3 9 15,-1-1-2-15,0 8-4 0,0-11-5 16,0 11-3-16,0-7 0 0,0 7-6 0,0 0 4 0,0 0 1 16,0 0 3-16,-4 29-3 0,3-11 1 0,-2 1 5 15,1 2-2-15,1-2 0 0,2 5 0 16,-1 2-8-16,2-7-33 0,1-2-36 0,2 1-33 0,-1-2-55 16,1 1-69-16,-1-3-217 0,0-6-484 15,0-1 214-15</inkml:trace>
  <inkml:trace contextRef="#ctx0" brushRef="#br0" timeOffset="51360.49">9979 5356 125 0,'0'0'198'0,"0"0"1"16,0 0 3-16,9 14-4 0,-9-14-3 0,7 16-9 15,-5-7-13-15,0 1-14 0,0 2-14 0,1-1-8 16,-1 2-14-16,0-3-8 0,-1 2-12 15,0-1-9-15,2-3-8 0,-2-1-9 0,-1-7-10 16,1 12-3-16,1-7-7 0,-2-5-1 0,3 8-6 0,-3-8-5 16,0 7 1-16,0-7 0 0,0 0-6 0,0 0-3 15,0 0-8-15,0 0 10 0,0 0-15 0,9-19-6 16,-5 10-2-16,2-2 0 0,4-5-9 16,0 1-3-16,-1-2-5 0,1 0-4 0,1 1-3 15,0 1 1-15,3 1 1 0,-2 5-3 0,-1 1 3 0,1 3-3 16,-3 0-3-16,-1 3 1 0,1 1-4 0,-9 1 5 15,17 8-1-15,-10 1-6 0,0-1-17 16,0 3-20-16,0 3-19 0,-5 2-31 0,3 0-45 16,-2-4-51-16,2 3-207 0,-5-2-438 0,6-3 193 15</inkml:trace>
  <inkml:trace contextRef="#ctx0" brushRef="#br0" timeOffset="51778.23">10515 5321 224 0,'-5'-10'234'0,"-2"1"-5"16,1 0-18-16,-3 4-6 0,0 0-16 0,-1 3-21 15,-2 3-18-15,0 3-10 0,-3 5-16 0,0 2-3 16,2 4-6-16,-4 7-10 0,0-1-10 0,2 1-14 16,6-5-1-16,1 0-10 0,0 0-6 15,6-1-9-15,2-3-2 0,2-1-4 0,5 2-2 0,-1-4-8 16,3 3-1-16,6-4-4 0,-1-2-2 0,6-4-8 15,0-2-12-15,2-1-7 0,-1-4-11 0,5-4-4 16,-7 1-5-16,0-1 2 0,-2-4-8 16,-2-2 7-16,-3 1-3 0,-1-3 3 0,-4-1 0 15,2-9 5-15,-4 2-1 0,-3-1 2 0,-2-2-2 0,2 4 2 16,-2-5 0-16,0 2 2 0,0 0 2 0,1-1 0 16,0 0 2-16,-1-1 6 0,0 8 13 0,3-4 1 15,-3 7 4-15,1 4 10 0,-1 2 8 0,0 0 6 16,0 5-3-16,0 6-10 0,0-11 1 0,0 11-13 15,0 0-3-15,0 0 2 0,0 0-5 0,4 33-2 16,-3-7 2-16,0 4 1 0,-2 2-2 0,0 0 0 16,0 0 1-16,-2 0-2 0,-2 2 3 0,2 0-3 15,1-2-5-15,1 1-29 0,1-4-29 0,0 1-31 16,2-5-45-16,2 0-53 0,1-9-57 16,-1-4-199-16,1-3-470 0,4-3 207 0</inkml:trace>
  <inkml:trace contextRef="#ctx0" brushRef="#br0" timeOffset="52074.23">11177 5114 185 0,'2'-6'269'0,"1"1"-20"0,-3 5-18 16,4-8-22-16,-4 8-24 0,0 0-13 0,0 0 6 15,0 0-3-15,6 20 4 0,-6-3-7 0,-2 11-1 16,2 1-10-16,-3 3-8 0,1-2-12 0,0-2-12 15,0 3-8-15,0-4-8 0,0 0-6 16,-1-2-9-16,1 0-6 0,0-8-8 0,1-1-12 16,0 1-8-16,1-3 0 0,-2-3-6 0,2-1-8 0,0-4-6 15,0-6 0-15,-3 13-8 0,3-7-1 0,0-6 9 16,5 9-16-16,-3-4-5 0,5-2 4 16,-1-2-13-16,7-1-13 0,8-1-23 0,0-2-20 15,12-1-30-15,1-3-27 0,0-2-33 0,1 1-28 16,4 0-47-16,-8-1-36 0,1-1-18 0,-1 4-20 0,-3-2-163 15,-9 2-480-15,3-1 213 0</inkml:trace>
  <inkml:trace contextRef="#ctx0" brushRef="#br0" timeOffset="52332.57">11701 5399 89 0,'0'0'199'16,"6"-7"-12"-16,-6 7-8 0,0 0 0 0,7-6-4 16,-7 6 2-16,0 0-5 0,0 0-8 0,0 0-9 15,0 0-10-15,0 0-8 0,0 0 0 0,0 0-5 0,16 14-2 16,-16-14-7-16,6 9-8 0,-4 2-5 15,3-2-14-15,-4 4-7 0,-1-2-5 0,-1 0-6 16,0 3-6-16,-2 1-6 0,2 1-4 0,-5 0-7 16,0 0-8-16,1 0-3 0,-1 0-4 0,2-4-5 15,-2-2-5-15,3 1 0 0,-1 1-4 0,2 1-4 0,-1-3-2 16,3 0-2-16,3 2 2 0,-1-3-2 0,3 1 0 16,3-3-2-16,6 3-2 0,2-2 3 15,10-2-10-15,2-4-13 0,3 1-15 0,4-4-15 16,3-1-15-16,16-3-26 0,5-2-29 0,-2-1-40 15,1-3-60-15,-2 0-41 0,-4 2-226 0,-1-2-511 16,3-1 227-16</inkml:trace>
  <inkml:trace contextRef="#ctx0" brushRef="#br0" timeOffset="55206.25">13103 5221 106 0,'-2'-10'213'0,"0"1"-9"0,2 2-21 16,0 7-14-16,0-10-18 0,0 10-17 0,0 0-13 15,0 0-14-15,0 0 4 0,0 0-1 0,0 0-6 16,0 0-3-16,2 38-6 0,-2-20-12 0,0 9-3 15,-2 1-9-15,-2 0-5 0,4-2-9 0,-5-6-4 16,5 8-7-16,-6-5-2 0,4-3-5 0,0-2-3 16,-1-2-4-16,1 1-1 0,-1-5-6 0,3 0-3 15,-4-3-1-15,4 0 4 0,-2-1-8 0,-1 0 0 16,3-8-1-16,-2 10 0 0,2-10 0 0,-2 8-4 16,2-8 6-16,0 0-3 0,0 0-1 0,0 0 0 15,0 0 3-15,0 0-8 0,0 0-3 0,0 0-2 16,0 0 0-16,6-36-1 0,4 22-7 0,-1 1-1 15,2 0-2-15,-3 3 4 0,6 0-4 0,-1 1 2 16,-1 1-1-16,-3 4-5 0,2 2 6 0,1-2-2 16,-3 4-1-16,1 4 3 0,-2 0 6 0,1 2-9 15,-3 3-1-15,-1 0 2 0,-1 1 3 0,-1 2-3 16,-3-1 4-16,-5 2-3 0,2 2 3 0,-5 0 1 16,-3 0 3-16,-3 0-2 0,-6 2 1 0,-5-3 3 15,1 1 0-15,-1-2 2 0,0-2-17 0,7-4 1 16,-2-3-24-16,1 1-17 0,0-4-36 0,5 1-39 15,3-4-53-15,0 1-191 0,-3-1-401 0,5-4 178 16</inkml:trace>
  <inkml:trace contextRef="#ctx0" brushRef="#br0" timeOffset="55534.05">13187 5607 86 0,'9'-5'153'0,"2"1"-7"0,0-2-10 16,3-4-2-16,-3 3-15 0,5-1-7 16,-5 0-8-16,0 0-15 0,3-3-9 0,1-2-9 0,-3 0-3 15,1 1-4-15,0-1 1 0,-1 1 2 0,-1-4-10 16,-2 1 8-16,0 3-7 0,0-5-2 0,-4 2-1 16,3-1-2-16,-2 4 2 0,-2 1-6 0,0-5-1 15,-2 6 4-15,-2 1 11 0,3-2 0 0,-3 4-2 16,0 7-3-16,2-10-6 0,-2 10-4 15,0 0-8-15,-5-9-7 0,5 9-1 0,0 0-5 0,0 0-7 16,-20 11-3-16,9 2 1 0,0 3 1 0,3 1 3 16,-2 0-8-16,3 2 0 0,1-2-2 0,0 1-5 15,6 0-5-15,0 1-5 0,4-2-9 0,2-1-13 16,3-3-19-16,-1 1-29 0,7-2-29 0,4-2-44 16,2-3-27-16,6-1-175 0,0 0-377 0,2-3 167 15</inkml:trace>
  <inkml:trace contextRef="#ctx0" brushRef="#br0" timeOffset="55749.15">13869 5296 122 0,'-4'-5'163'0,"-2"-4"-5"0,1 4-5 0,-1 3-7 16,6 2-13-16,-17 0-12 0,7 4-1 0,-5 5-1 15,2 5-3-15,-1-1-3 0,-3 9-6 0,1 0-5 16,5 1-9-16,0 0-10 0,2-1-7 15,2-4-5-15,5 0-4 0,-2-1-9 0,4 0-3 16,2 1-2-16,0-2-5 0,4-2-22 0,1 1-32 0,3-1-33 16,3-2-29-16,3-3-42 0,1 0-33 0,2-4-23 15,3 0-130-15,-4-4-320 0,6 1 142 0</inkml:trace>
  <inkml:trace contextRef="#ctx0" brushRef="#br0" timeOffset="56855.88">14162 5403 75 0,'0'-14'136'0,"0"-3"13"0,0 5-3 16,0 2 17-16,0 0-12 0,-4 1-1 0,3 2-8 16,1 7-10-16,-7-10-14 0,3 6-14 0,4 4-11 15,-13-1-5-15,2 4-7 0,-3 6-5 16,-1 1-2-16,1 6-9 0,1-2-3 0,-2 7-7 16,5-5-4-16,-1-1-6 0,1 1-9 0,6-3-2 0,1 1-1 15,-1-1-4-15,4-2 0 0,2 1-2 0,1-2-4 16,-1-1-11-16,4-1-8 0,-1 1-14 0,2-3-5 15,2-2-7-15,2 0-1 0,1-1-7 16,-2-3 5-16,1-2 2 0,1 0 3 0,-1-1 0 16,1-3 6-16,-3-1 3 0,-1 3 0 0,-1-3 5 15,0-3 4-15,-2 2 3 0,1-2 1 0,-3-1 3 0,1-1 5 16,-2 2 6-16,-2-1 0 0,2 0 6 0,-2-2 0 16,0 1-2-16,2 5 7 0,-2-1 1 15,0 8 0-15,-2-12-8 0,2 12-4 0,0-9-5 16,0 9-1-16,0 0-4 0,0 0 2 0,0 0-6 15,0 0-3-15,0 0 6 0,0 0 1 0,-2 28-3 16,0-19-5-16,2 2 8 0,-1-1-3 0,1 1-2 0,0-4 1 16,1 3 1-16,-1-3 4 0,4 2-3 0,-2-3 1 15,1 1 0-15,2-1 1 0,-1-1 1 16,3-2 3-16,1 0 1 0,2-1 2 0,1-2 0 16,-1 0 1-16,1-2-3 0,-1 1-2 0,1-4 2 0,3 1 0 15,-5-2-2-15,1 2 6 0,-2-4 3 0,1 0-1 16,-3 1-3-16,-1-2 1 0,-1 0-8 0,4-4 11 15,-4 2-2-15,-2 1 3 0,3-6-5 16,-3 4-1-16,-2 0-1 0,2 4-1 0,-2 0 2 16,0 8-4-16,0-9-3 0,0 9-1 0,4-6-3 15,-4 6-7-15,0 0 1 0,0 0-2 0,0 0 1 0,0 0 2 16,-4 24 2-16,2-12 1 0,2-1 0 16,-1 2 3-16,2 2-4 0,1 1-1 0,-2-4 2 15,0 0 0-15,2 0 1 0,0-1 0 0,2-2 1 16,2 1 3-16,-2-2 1 0,0-3-1 0,1 0 3 15,3-1-2-15,2-1 2 0,-1-2 0 0,2 1-2 0,1-4 4 16,-1 1 0-16,2-2 2 0,0-2 1 0,-2-1 1 16,1 1-3-16,-3-3 4 0,-3-1-4 15,3 2 7-15,-1-2 0 0,-2-2 4 0,-2 1-7 16,1-6 2-16,-1 0-1 0,0 1-7 0,-3-1 2 16,-1 4-2-16,0 1 1 0,0 3 0 0,0-1-2 0,0 9 1 15,2-11-2-15,-2 11-6 0,0 0-5 0,3-8-2 16,-3 8-2-16,0 0-1 0,0 0 0 15,0 0 6-15,0 0 1 0,3 25 0 0,-2-13-4 16,1-2 0-16,-1-1 2 0,3 0 7 0,-2 1-4 16,0-3 4-16,2 2-4 0,-1-3 2 0,1-1 3 15,2 2-2-15,2-1 3 0,-3-1-2 0,4-3 2 0,0-1 2 16,2-1-4-16,0-2-2 0,1 0-7 0,0-1 0 16,-2 0-1-16,1-4 2 0,0 3-1 15,-4-3 2-15,4-1-3 0,-6 4 4 0,1-3-2 16,-1-3-3-16,-1 2 0 0,-2-3 1 0,2 4-1 15,-2-3 2-15,-1 4-1 0,-1 6 0 0,3-11 1 0,-3 11-2 16,2-8-6-16,-2 8 0 0,0 0-6 0,0 0 1 16,0 0 2-16,0 0 0 0,0 0 5 15,4 23-2-15,-4-9 3 0,0 3 8 0,-1 0-5 16,-2 2 2-16,3 0-2 0,-2-3 3 0,1-3 0 16,1 0 0-16,-1-3 0 0,1-2 3 0,0-8 1 15,1 13-1-15,-1-8-3 0,0-5 5 0,1 8 4 0,-1-8 3 16,6 6-4-16,-6-6-1 0,12 2 0 0,-12-2 0 15,17-7-1-15,-6 2 2 0,1 0-2 16,2-4 2-16,0 1-3 0,1-2 0 0,-1 0-1 16,-1-4-2-16,-1 1 2 0,1 0-1 0,-4 0 2 15,-1-2-1-15,0 5-3 0,-4-1 4 0,3-7 1 0,-5 8 5 16,2 0 9-16,-4 3 2 0,4 1-1 16,-4 6-1-16,3-9-4 0,-3 9-7 0,-2-7-2 0,2 7-1 15,0 0-2-15,0 0 0 0,-10 16 2 16,4-6 2-16,2-1-2 0,-4 4 6 0,3 2-4 15,0-3 0-15,2 1-1 0,1-2-28 0,0 1-12 0,2-1-43 16,2 1-39-16,3-3-44 0,3 1-38 0,2-1-180 16,3 0-412-16,9-2 183 0</inkml:trace>
  <inkml:trace contextRef="#ctx0" brushRef="#br0" timeOffset="57096.36">15464 5205 97 0,'0'-6'251'0,"3"-1"-8"0,-3 7-14 0,1-10-25 15,-1 10-21-15,2-7-23 0,-2 7-14 0,0 0-1 16,0 0 7-16,0 0-11 0,1 29-3 0,-1-12-7 16,0 9-2-16,0 0-8 0,2-1-10 0,-4-2-13 15,2 3-9-15,0-6-5 0,0 5-10 0,0 1-7 16,0-7-10-16,0-1-30 0,0 0-21 0,0-2-30 15,0 0-23-15,0 0-38 0,-3-3-47 0,1-2-41 16,2-2-40-16,-4 0-189 0,0-1-435 0,4-8 193 16</inkml:trace>
  <inkml:trace contextRef="#ctx0" brushRef="#br0" timeOffset="57615.34">15483 5413 39 0,'13'-15'119'0,"4"-5"-5"16,2-1-11-16,2 4 9 0,0 0 0 0,-7 3 3 15,2 0-6-15,-4 1 2 0,1-1-14 0,-2 2 12 16,1-2 3-16,0 0 0 0,-6 7 4 0,0-3 0 16,0 1-8-16,-1 0 1 0,-3 3 1 0,3 1-1 15,-5 5-7-15,4-8-14 0,-4 8-7 0,3-6-12 16,-3 6-14-16,0 0-2 0,0 0-6 0,0 0-5 16,0 0-7-16,2 21 1 0,-3-6-5 0,-2 1-4 15,1 1 3-15,1 2-5 0,-3 6-3 0,-2 0 0 16,2 0-2-16,0-8 1 0,1 2-4 0,-2-2 0 15,4 0-3-15,-3-5-3 0,1-1-17 0,0-1-1 16,1-1-5-16,1-3-11 0,1-6 3 0,0 11-5 16,0-11-2-16,0 0-2 0,0 8 4 0,0-8 5 15,0 0 3-15,11 1 0 0,-11-1 6 0,16-5-2 16,-16 5 0-16,19-3 10 0,-9 1 5 0,3 2 1 16,0-2 2-16,0 2-3 0,1 3 2 0,0-2-3 15,4 2 4-15,-7-1-3 0,4 1 5 0,-2 0-4 16,5 0 3-16,-1 1 0 0,1-1-1 0,1-3 1 15,0 0 3-15,0-2-2 0,0-3-1 0,3 0-1 16,-2-1 0-16,0-2 0 0,-1 1 4 0,-1 0-1 16,-4-3 8-16,1-2 4 0,-5 3 13 0,-2 0 1 15,1-7 2-15,-1 6 2 0,-5-2 7 0,0 1 0 16,-2-5 5-16,2 4 7 0,-4 1-7 0,-1-1 8 16,1 2-7-16,-3 4 5 0,2-2-4 0,2 8-9 15,-8-8-3-15,8 8-9 0,0 0-6 0,0 0-2 16,-21 6 4-16,10 1 1 0,2 2 1 0,-3 5-2 15,2-1-6-15,4 2-3 0,1 1 0 0,2-1-9 16,2-2-28-16,4-2-31 0,-1 2-36 0,6 2-40 16,2-3-49-16,4-2-78 0,1 1-250 0,-2-8-542 15,8 1 239-15</inkml:trace>
  <inkml:trace contextRef="#ctx0" brushRef="#br0" timeOffset="61203.1">3694 6355 139 0,'-5'-5'245'0,"-1"1"-24"0,6 4-20 0,-13-3-11 16,13 3-12-16,-17 4-13 0,6 3-7 0,-2 3-7 16,-6 10-9-16,2 1-5 0,-1 3-11 0,3 1-11 15,-3 3-8-15,4-2-12 0,3-2-10 0,2 3-9 16,3-9-9-16,5 1-5 0,1 5-7 0,1-7-5 16,3 1-5-16,1-6-6 0,4 2-2 0,4 0-1 15,0-3-10-15,5-2-8 0,-1-2-5 0,2-1 2 16,1-3-13-16,2-1-4 0,6-4-3 0,-1-1-5 15,0-4-2-15,-7 1 1 0,6-3 2 0,-7 0-3 16,-1 1 6-16,-3-3 2 0,-1 2-3 0,-2-4 3 16,-1 2 3-16,-3 1 4 0,-2-1-7 0,-2-2 4 15,0 2 5-15,-4-2 9 0,1 2 5 0,-1 2 2 16,0 9 2-16,-2-17-3 0,0 12 9 0,2 5 0 16,-2-10-4-16,2 10-7 0,0 0-5 0,0 0 1 15,0 0 6-15,0 0-6 0,-19 19 2 0,13-6-1 16,0 0 7-16,3-1-2 0,0 4-3 0,1 0-1 15,1-4-2-15,2-1-1 0,3 3-1 0,0-1 0 16,0-4-1-16,2 3-2 0,3-5 2 0,1 0-4 16,2 0 3-16,1-2-1 0,-1-1-3 0,1-2-1 15,1-1-5-15,4-1 0 0,-4-3-3 0,5 0-3 16,-7-1-2-16,2-3-6 0,-4 1-1 0,0 0 6 16,-2-4-11-16,0 2 2 0,-1-3-7 0,-3-4 2 15,-2 1 2-15,-1-2-2 0,-2-3 1 0,-2 0-1 16,-5 2-1-16,-2-7-1 0,0 6 9 0,-3-4-3 15,0 6 4-15,2 2 0 0,-3 2 2 0,2 0-2 16,2 4 8-16,-1 1-5 0,2 2-3 0,1 1 1 16,0 1-3-16,8 3 1 0,-10-1 4 0,10 1 1 15,0 0 3-15,0 0-4 0,-3 13 4 0,3-13-1 16,12 9 4-16,-2-4 0 0,2 0 1 0,8-2 2 16,1-1-1-16,2 1 4 0,9-7 0 0,-3 1 0 15,-1 2-1-15,1-3 0 0,0 1 0 16,-9-1-3-16,-2 0 5 0,1 1-2 0,-6 0 3 0,-2 2-4 15,0-1 2-15,-5-2 16 0,2 3 3 0,-8 1 11 16,10-2 4-16,-10 2-1 0,8-2 1 0,-8 2-3 16,0 0-2-16,0 0-2 0,9-2-4 0,-9 2-8 15,0 0-5-15,0 0 2 0,3 14 6 0,-3-5-3 16,-1 3 1-16,1 0-3 0,-1 3-2 0,0 1 1 16,-1 0 5-16,0 1-5 0,0 1 2 0,1-3-7 15,1 1-9-15,-1 0-22 0,1 0-16 0,0-4-36 16,1 0-30-16,-1 1-35 0,0-2-53 0,0-2-48 15,-1 2-181-15,1-11-456 0,-1 18 202 0</inkml:trace>
  <inkml:trace contextRef="#ctx0" brushRef="#br0" timeOffset="61573.78">4568 6133 121 0,'0'0'244'0,"2"-8"-21"0,-2 8-16 0,0 0-24 16,0 0-17-16,5-6-12 0,-5 6 1 0,0 0 5 15,0 32-7-15,1-8-3 0,-2 3-3 0,-2 3-11 16,2 5-10-16,0 0-14 0,-1-1-8 0,2 2-10 16,0-3-7-16,0 0-12 0,2-3-6 15,-1-1-24-15,0 1-25 0,-1-5-37 0,0 0-28 0,0-6-28 16,0 0-54-16,3 0-45 0,-3-3-39 0,1 1-170 15,0-5-413-15,-1-2 182 0</inkml:trace>
  <inkml:trace contextRef="#ctx0" brushRef="#br0" timeOffset="61873.43">4717 6606 107 0,'15'-24'198'0,"-2"1"-12"15,6-2-6-15,-5 0-9 0,1 2-3 0,-3-2-4 16,1 2-8-16,-3-1-11 0,-3 6-4 0,3 0-8 15,-2 1-13-15,0 0-10 0,0 2-7 0,-4 6 1 16,-1 0 1-16,-1 1-5 0,0 2-2 0,2 1-8 16,-4 5-14-16,2-9-10 0,-2 9-8 15,0 0-8-15,0 0-1 0,0 0-6 0,-8 23-2 0,1-5-15 16,3-1-2-16,-2 5-6 0,-2 2-3 16,3 1-7-16,3-5-10 0,-2 5 0 0,1-6-4 0,2-2-6 15,2 2-4-15,-1-2-2 0,2-3 0 16,-1 0 1-16,0-2 0 0,1 1 3 0,0-3 0 0,-1 1-2 15,4-1-3-15,-5 1 0 0,2-1-6 0,-2 1-2 16,-2-2-5-16,1 1-16 0,-4 2-17 16,0-2-14-16,0 1-22 0,-2-3-23 0,0 3-38 0,-3-4-30 15,1 2-143-15,-2-3-363 0,1-2 161 0</inkml:trace>
  <inkml:trace contextRef="#ctx0" brushRef="#br0" timeOffset="62669.59">5717 6293 104 0,'-9'-5'267'16,"-1"1"-10"-16,-1 3-12 0,-2 2-13 0,-5 1-11 15,0 3-10-15,-7 9-6 0,-1-1-18 0,3 5-11 0,0 3-11 16,3 0-17-16,4 0-10 0,1-1-20 0,6-1-7 15,4 0-10-15,1-1-14 0,3-1-7 0,1 0-7 16,2-2-7-16,5-1-10 0,0 0-1 16,5-2-5-16,1 0-10 0,1-4-10 0,3-1-7 15,1-3-8-15,2 1-8 0,-1-3-3 0,-1-1-8 0,2-4 0 16,0 0-5-16,-2-3-1 0,-1 1 0 16,-4-1 1-16,-2-4 4 0,2 1-6 0,-4-4 2 0,-1 3 3 15,1-5 1-15,-6-2-1 0,-1-1 0 0,0-1 0 16,-2 0 4-16,-1 0-6 0,-2 2 7 15,1-1-6-15,-1 6 5 0,2 0 3 0,-2 3 8 0,2 1 4 16,1 8-5-16,-2-10-3 0,2 10-6 0,0 0 4 16,0 0-7-16,0 0 9 0,0 0 3 15,0 0 6-15,0 0-1 0,2 40 4 0,-2-20 0 0,1-4 0 16,-1 3 2-16,2-2-4 0,2 2 2 16,-1-2-2-16,1 0-2 0,0-2 0 0,4 1-1 0,1-4 1 15,-2-1 4-15,2-1-2 0,1-3-1 0,2-2-1 16,-2 0-2-16,3-1 3 0,-1 0-5 0,2-1 1 15,-2-3-1-15,-1 0-5 0,0-2-2 0,1-1-1 16,-3-1 1-16,1 0 2 0,-3-1-7 16,0-2 9-16,-1 0-11 0,-1-2 1 0,0 0-11 0,-1-2 3 15,0 1-3-15,3-6-7 0,-4 5 0 0,5-4-6 16,-3 0 2-16,2-2-3 0,2 5 1 0,1 1-2 16,-1 0 6-16,0 3 0 0,3 1 4 0,0 1-4 15,-1 3 3-15,1 0 1 0,-2 2 1 0,0 2 3 16,2 2 2-16,-2 4 12 0,0 2-5 0,2 3 10 15,-5-2-6-15,3 4-4 0,-5 1 4 0,2-2 1 16,-2 3-2-16,-2-1 2 0,-1 0 5 0,2-4-7 16,0 0 5-16,1-1 1 0,0-3 0 0,2 2-3 15,-2-2 5-15,1-1 7 0,2-1 3 16,2-1 2-16,0 0 1 0,4-4-6 0,-2-3 4 0,7 0-6 16,-4-1 0-16,3-1 1 0,-2 0 2 15,1-4-2-15,-2-1-2 0,0 0-1 0,-6 1 2 0,2-4-2 16,2 0 1-16,-5-2 0 0,0 1-1 0,-5-3-3 15,4 2-3-15,-6-1-1 0,0-1 5 0,-2 2 1 16,0 4 10-16,-6 1 8 0,5 4-6 0,-2-1 0 16,4 7-7-16,-8-8 1 0,2 7-2 0,6 1 0 15,-23 7-5-15,5 2 2 0,3 4 2 0,-7 5-1 16,5 0-4-16,3-4-4 0,3 3-23 0,2 0-24 16,-1-1-33-16,4 1-41 0,4-1-52 0,2-3-67 15,5 2-253-15,0-3-534 0,7 0 237 0</inkml:trace>
  <inkml:trace contextRef="#ctx0" brushRef="#br0" timeOffset="63303.03">7004 6534 2466 0,'-2'-13'26'15,"-2"1"42"-15,-1 0-8 0,1 3-24 0,0 3-16 16,0 0-5-16,4 6-8 0,-9-5 1 0,9 5 0 15,0 0 9-15,-10 16 4 0,4-7-1 16,2 4 0-16,-4 3 0 0,7 1 2 0,0 0-3 0,1 0-4 16,2-2 2-16,2 0 0 0,2 1-1 15,1-6-3-15,-1 1 3 0,2 0 0 0,3-2 2 16,-2-2-3-16,5-1 2 0,-1-3-1 0,5 1-1 0,-5-1 0 16,-3-2-3-16,3-1 0 0,0-2 0 15,1-1-3-15,-4 0-2 0,0-2-4 0,2-2 0 0,-3 0-5 16,-2-3 4-16,0 1-4 0,1 0 1 0,-2-3 1 15,0 0-1-15,-1-3 0 0,-1 1-2 0,-3 2-2 16,3 0 1-16,-3 2-2 0,2-1 5 0,-2 4-1 16,-1 7-6-16,3-10-5 0,-3 10 1 0,0 0 0 15,0 0 2-15,0 0 0 0,0 0 2 0,6 19 2 16,-3-8-2-16,-2 5 4 0,3-3-1 0,1 0 0 16,-1 4 4-16,1-3-1 0,-1-2 0 15,2-2 0-15,2-2 3 0,1 1 0 0,-2-4 1 0,4 1-1 16,-1-4 2-16,4 0-1 0,4-4-2 0,-5 0 2 15,3-3 1-15,2-1 1 0,-3-1 0 0,-4 0 2 16,2-4 3-16,-3-3 6 0,-1 0-2 0,-3-1 0 16,-2 1 2-16,1-3 2 0,-1 2 0 0,-1-2 1 15,-4 0 5-15,-4 1-8 0,-1 0 1 0,-1-3-8 16,2 5-9-16,-4 2-13 0,1 2-16 0,0 1-19 16,-1 2-22-16,-1 4-27 0,-1 0-25 15,0 3-24-15,3 4-31 0,-1-1-37 0,0 4-163 0,2 0-409 16,-1 1 182-16</inkml:trace>
  <inkml:trace contextRef="#ctx0" brushRef="#br0" timeOffset="63621.68">7576 6466 101 0,'0'0'219'0,"0"0"-2"0,0 0 4 15,0 0-11-15,-11 17 1 0,1-3-10 0,1 2-15 16,0 0-15-16,0 0-15 0,3 0-18 0,-1 2-11 15,6-2-13-15,-3-1-14 0,4-2-6 0,2 0-10 16,3-2-7-16,1 1-7 0,3-2-7 16,1-2-5-16,1-3-3 0,5 2-6 0,-3-3-4 0,5-1 2 15,0-2-10-15,2-2-2 0,0-3 1 0,-1-1-3 16,0-1-1-16,-4-1-1 0,-2 0 2 0,-3 0-4 16,-1-4-3-16,2-1-1 0,-5 0-6 0,-6-4 2 15,0 4-4-15,-3-5-4 0,-2-3 3 0,-5-2-3 16,-1 5-4-16,2 1-5 0,-3 0 5 0,0 3-4 15,1 1-8-15,-2 5-7 0,3 1-15 0,-3 0-16 16,4 3-13-16,-3 2-20 0,0 2-33 0,-1 3-21 16,3 1-26-16,0 1-26 0,3 3-20 0,3-4-18 15,2 3-160-15,2-8-408 0,2 11 180 0</inkml:trace>
  <inkml:trace contextRef="#ctx0" brushRef="#br0" timeOffset="63958.89">7853 6473 73 0,'6'-2'228'15,"-6"2"-13"-15,12-2-12 0,-12 2-15 0,0 0-8 16,9 4 2-16,-9-4 4 0,1 13 0 0,-1-6-5 16,-1 5-12-16,-1 4-12 0,1-1-12 0,0 1-7 15,-1 1-18-15,4-4-10 0,0 2 0 0,0-2-21 16,0 0-5-16,5 1-11 0,-2-2-7 0,4-2-2 16,-2-2-7-16,2-1-3 0,0 0-6 0,4 1 1 15,0-5-13-15,6 2 2 0,-6-3-7 0,5-4-2 16,0 0-3-16,-2-2-7 0,-3-1 0 0,0-1 2 15,-2 0-8-15,1-3-2 0,-2-2 0 0,-1 2-1 16,-1-4-3-16,0-4 2 0,-2 1-3 0,-3-1-2 16,0 0 3-16,-2 2-3 0,2 3 3 0,-2 2 0 15,2 0-3-15,-3 3-5 0,0 7-1 0,2-11-3 16,-2 11-2-16,0 0-2 0,0 0 2 0,0 0 4 16,0 0-5-16,3 31 7 0,-3-15-1 0,0 4 4 15,-3-3-3-15,6 1-5 0,-3 3-17 0,0-3-25 16,1 1-28-16,0-1-37 0,-1-3-36 0,3 1-38 15,1-4-41-15,1 0-19 0,0 0-179 0,-1-3-461 16,0 1 205-16</inkml:trace>
  <inkml:trace contextRef="#ctx0" brushRef="#br0" timeOffset="64165.7">8226 6711 24 0,'3'-12'141'0,"2"-5"-1"0,2 0-1 0,1 4 5 16,2-2 3-16,3 1 4 0,-4 4 1 0,5-1-3 15,-4 4-3-15,2 1-4 0,-1 3-5 0,1 1-7 16,-2 2-5-16,3 2-9 0,-4 1-5 0,2 4-5 16,-3-1-9-16,5 1-12 0,-6 3-6 0,0-1-7 15,0 1-4-15,-3 2-6 0,0-2-18 0,-1 2-29 16,0-3-25-16,0 2-32 0,0-1-31 0,-2-2-44 16,1 0-52-16,1-3-41 0,1 3-141 0,-4-8-379 15,7 7 169-15</inkml:trace>
  <inkml:trace contextRef="#ctx0" brushRef="#br0" timeOffset="64565.5">8783 6535 42 0,'0'0'227'0,"-6"-11"-4"16,1 6-4-16,-2 3-5 0,-3 2-9 0,10 0-8 16,-28 8-4-16,11 1-11 0,-8 4-6 0,8 0-9 15,-2 6-11-15,4-7-9 0,-2 7-15 16,4-2-10-16,3-1-14 0,0 0-5 0,1-1-13 0,4 0-11 15,2-4-6-15,2 2-8 0,1-4-5 16,3 2 0-16,0-2-13 0,5 0 2 0,0-3-2 16,2 0-4-16,4-2-12 0,4-3-8 0,2-2-5 15,1-3-7-15,-1-2-4 0,-1 1-1 0,-1-5-4 16,-2 0-1-16,-1-2 0 0,-1 0 3 0,-2-3 4 0,0-1-7 16,-3-7 1-16,-4 4-1 0,2-8-4 0,-1 0 4 15,-3-2-2-15,-2 0 1 0,1-2 0 0,1-1 2 16,-3 1-5-16,1-1 2 0,1 2-1 0,-1 1 3 15,0 1-7-15,-2 1 4 0,1 11 19 16,0 2 14-16,-1 3 8 0,2 3-2 0,-1 2-4 0,0 6-4 16,0-10-17-16,0 10 1 0,0 0-6 0,0 0 5 15,0 0 0-15,5 39 4 0,-4-10 2 0,-3 3 9 16,2-1-7-16,0 4 3 0,0-1-5 16,-2 0-2-16,2 0 1 0,0-5 2 0,-1 2-24 0,2-1-31 15,-2-3-32-15,2 2-33 0,2-5-60 0,-2-3-73 16,1-2-79-16,-2-2-192 0,0-5-546 0,1-2 242 15</inkml:trace>
  <inkml:trace contextRef="#ctx0" brushRef="#br0" timeOffset="65178.54">9242 6521 2782 0,'-4'-9'56'0,"-2"-1"-12"0,-1 3-4 0,1 4-21 15,1-2-10-15,0 1-3 0,5 4 0 0,-13 0-5 16,13 0 3-16,-14 9 2 0,6-1 5 0,2 1 0 16,-2 3 23-16,-1 2 0 0,3 1 3 0,1 0-3 0,1 1-1 15,3-5 0-15,1 2-4 0,1 2-3 16,3-3-3-16,-3-1-3 0,4 1 7 0,0-3-7 15,4 1-1-15,0-3-1 0,0-1-5 0,1-1-4 16,2 2 2-16,-1-6-1 0,0 1-4 0,-3-2 1 16,1 0-3-16,3 0-1 0,-2-2 1 0,-3-1-3 15,2-3-2-15,-3 1-2 0,0-3 1 0,-1-1-2 16,-2-3-2-16,1 1 3 0,-3-7-2 0,0 4 0 16,1-4 7-16,-1 1-2 0,2-2-6 0,-1 1 1 0,2 1-5 15,1 1 5-15,-1 0-11 0,-2 5-4 0,2 2 6 16,1 2-3-16,2-2-1 0,0 6 0 15,0 3 0-15,-7 0 2 0,19 7 1 0,-4 2 4 16,-3 4 0-16,0 1 2 0,-1 2 3 0,-1 2 0 16,-2 2 2-16,-1-2-3 0,1-1 4 0,-3 0 1 0,0-1 3 15,2-6 1-15,-6 2 0 0,1-3 2 16,0 1 2-16,-1-5 7 0,0 2 11 0,-1-7 12 0,3 8 8 16,-3-8 18-16,2 6 10 0,-2-6-4 15,0 0-2-15,0 0-12 0,0 0 2 0,0 0 4 0,0 0-14 16,0 0-6-16,4-26-7 0,-1 13-4 0,3-2-4 15,3-2-7-15,4-5-2 0,0 2-9 0,2-5-4 16,2 4-8-16,-3 6-2 0,5-4 7 0,-4 9-9 16,0 1-1-16,-3 5-3 0,0 1 4 0,0 2-4 15,0 2 2-15,2 2-1 0,-3 2 5 0,2 6-2 16,-1-4 14-16,-2 8-21 0,-2-2-26 0,0 4-17 16,-1-2-23-16,-3 5-37 0,0-4-60 0,-1 3-55 15,0 0-45-15,1 1-199 0,0-4-516 0,-2-3 228 16</inkml:trace>
  <inkml:trace contextRef="#ctx0" brushRef="#br0" timeOffset="65447.99">10197 6406 222 0,'-2'-11'322'0,"0"2"-27"0,1 3-34 16,1 6-23-16,-2-10-29 0,2 10-25 0,-1-7-20 16,1 7-13-16,0 0-2 0,0 0 0 0,4 36 1 15,-4-17-4-15,1 7-11 0,0 3-13 0,3-2-7 16,0 2-11-16,-1-3-8 0,-3 0-11 16,1-1-6-16,-1-4-7 0,0-1-12 0,1 5-28 0,-1-8-23 15,-1 2-30-15,0 0-27 0,-1-4-24 0,1-3-40 16,-1 4-51-16,0-7-48 0,-2 0-39 0,1-2-196 15,3-7-482-15,-11 6 213 0</inkml:trace>
  <inkml:trace contextRef="#ctx0" brushRef="#br0" timeOffset="65903.5">10183 6606 102 0,'11'-13'174'0,"2"2"-18"15,2-1-4-15,-1 1-4 0,0-3-8 0,-1 3-4 16,1-2 2-16,-4 4-9 0,-1 1-5 0,4-4-2 15,-5 2-2-15,0 3-1 0,2-2-10 0,-3-1-10 16,0 1-7-16,-1 2-4 0,1-1-12 0,1 0-1 16,-5 3-10-16,1 1-8 0,-4 4-8 0,6-7-5 15,-3 4-10-15,-3 3-3 0,0 0-6 0,0 0-2 16,0 0 0-16,15 11-2 0,-12 0 0 16,-1 4 0-16,0 7 0 0,-1 3-2 0,-1 0 1 0,-1 3-3 15,1-3 1-15,-3 1-5 0,4-1 3 0,-2-6-3 16,1-2-4-16,0-1-1 0,0-3-1 0,0 0 1 15,0-3 0-15,1 0 2 0,1-3-6 0,0 2 2 16,1-2 0-16,1-1 0 0,-2-1-2 16,2-1 1-16,1 1-2 0,1-1 1 0,2 1 0 0,2 0-3 15,3-2 4-15,0-1 0 0,1-1 1 0,3-2 0 16,2 0-1-16,-3-2 2 0,2 0 3 0,-2-1-2 16,3 0-2-16,-3-3 0 0,1 1-2 0,-1-3 3 15,0-1 1-15,-2 0 2 0,-3-1 6 0,1 0 1 16,-2 1 0-16,-5 0 5 0,0 0 4 0,1-2 6 15,-3 1 16-15,-1 0 4 0,-1 1 5 0,0 2-3 16,-1 1 1-16,0 7-1 0,-4-11-9 0,1 7-6 16,3 4-5-16,-13-2-3 0,0 8-5 0,-2 1-6 15,-7 9 1-15,1 0-15 0,1 2-27 0,3 3-21 16,6-5-31-16,1 2-52 0,1-1-76 0,8 0-83 16,-3 1-210-16,5-2-535 0,4-3 236 0</inkml:trace>
  <inkml:trace contextRef="#ctx0" brushRef="#br0" timeOffset="66327.42">11138 6883 187 0,'11'-16'291'0,"7"-6"-16"0,0-1-6 16,-1 2-22-16,0-3-13 0,1 1-17 0,3 0-21 15,-5-2 7-15,6-1-19 0,-3 0-19 0,3-1-20 0,-2-4-7 16,1 4-17-16,0-4-13 0,-2 3-6 16,-3 1-17-16,-1 4 11 0,-5 8-17 0,-2 4-21 15,-2 0-7-15,-1 3-2 0,-1 3-10 0,0-3-7 16,-1 5-5-16,-3 3 2 0,2-8-15 0,-2 8-3 0,0 0-9 16,0 0-2-16,0 0 3 0,-13 24-4 0,5-11-5 15,-4 4-3-15,0 5-3 0,3-7-3 16,2 2-9-16,3-1-2 0,-2 1 4 0,6-1 1 0,0 1 3 15,4 0 1-15,1-2-7 0,3 2 4 0,6-3-1 16,1 1 4-16,-1-1 5 0,3 1-2 0,-1-2 3 16,0-1-3-16,-1 1 3 0,-1-2 5 15,0 1 1-15,-5-6-1 0,-1 2-3 0,-5-3 2 0,4 2 3 16,-4-2 5-16,1 1 5 0,-4 2 7 0,0-8-4 16,-5 13 3-16,1-7-1 0,-3-1-2 0,0 4-11 15,-4-5-15-15,-3 3-21 0,2-2-30 0,-5-1-25 16,1 3-34-16,0-2-35 0,4-3-34 0,2-1-26 15,1 1-186-15,1 0-440 0,8-2 196 0</inkml:trace>
  <inkml:trace contextRef="#ctx0" brushRef="#br0" timeOffset="66668.27">11839 6574 232 0,'0'0'225'16,"5"-5"-11"-16,-5 5-17 0,0 0-7 0,0 0 6 15,-20 17-9-15,4-6-8 0,2 1-17 0,-1 2-7 16,2 0-14-16,0 1-12 0,-2-2-19 0,6 0-6 16,-4 0-13-16,6-2-8 0,1-2-7 0,1 0-6 15,3-1-10-15,0 1-7 0,1-4-3 0,1-5-11 16,5 12-10-16,-2-9-5 0,-3-3-8 0,15 6-2 16,-2-8-5-16,-3 0-3 0,4-1-3 0,-2-1-1 15,-1 0 1-15,3-2 1 0,-3-1 3 0,1 1-6 16,-3-1-2-16,2-1 1 0,0-1 6 0,-2 0-5 15,-4 0-1-15,3 1 2 0,-1 1 1 0,-2 0-1 16,-1 3 1-16,0-1 0 0,-4 5-3 0,5-6-6 16,-5 6 3-16,0 0-1 0,0 0 0 0,0 0 5 15,14 13 8-15,-14-4-5 0,2-1 3 0,-2 1 0 16,1 4-2-16,0 3-13 0,-2-5-23 0,0 2-41 16,2-1-50-16,0 1-59 0,-1-4-60 0,1 3-167 15,2-3-440-15,-3-9 196 0</inkml:trace>
  <inkml:trace contextRef="#ctx0" brushRef="#br0" timeOffset="67337.25">12091 6670 213 0,'0'0'231'0,"0"0"4"15,11 10-7-15,-10-3-8 0,1-1-11 0,-2-6-11 16,4 15-17-16,-4-5-14 0,2-1-6 0,0-3-19 15,-2-6-10-15,0 12-7 0,0-12-6 0,0 9-6 16,0-9-1-16,0 9 0 0,0-9 1 0,0 0 9 16,0 0 6-16,0 0-2 0,0 0-25 0,0 0-5 15,0 0-6-15,0 0 4 0,0 0-10 0,0 0-8 16,0 0 11-16,-10-21-20 0,10 21-10 0,0-14-9 16,3 4-5-16,2-2-3 0,-1 1-5 0,6-5-15 0,1 1-4 15,3 0-18-15,-3 1-4 0,9-4-10 0,-4 6-4 16,0 0-3-16,-1 5 5 0,-2 2-9 0,-1 1 4 15,1 4 1-15,-3 2 1 0,0 1 9 16,1 1-10-16,-1 3 4 0,-3 2 4 0,-1 2 1 0,0 0-3 16,-1 1 15-16,1-1-10 0,0 1 0 0,-2-1 2 15,-1-1-1-15,0-1 9 0,0 1-5 0,-1-1 2 16,0-2 4-16,0-2 0 0,-2-5 4 0,2 9-3 16,-2-9 2-16,3 6 6 0,-3-6-4 15,0 0 4-15,0 0 2 0,0 0-5 0,0 0 1 16,0 0-11-16,0 0 0 0,0 0-9 0,0 0 6 0,13-12-1 15,-10 7-12-15,1-2 5 0,3 0 1 0,1-1-3 16,0-1-7-16,3 0 2 0,-1 1-5 0,0 1 3 16,5 0-2-16,-3 1 5 0,-1 3-2 0,1 2 0 15,1 1 1-15,0 1 4 0,1 2 0 0,-3 1 3 16,3 1 2-16,1 1 6 0,0 3 9 0,2-1 1 16,1-1 3-16,-3-1 7 0,-1 1 3 0,-1-1 3 15,1-1 7-15,-1-3 3 0,6-1 6 0,-1 1-3 16,0-5-3-16,-1 1 3 0,4-6 6 0,-3 2-9 15,-1-1 2-15,0-2-5 0,-4 0 5 0,3-1 2 16,-7 2 2-16,-1-1 4 0,-1-2-5 0,0-1 5 16,-4 1-2-16,1 0-6 0,-4 0-3 0,-4 1 1 15,-1-1-4-15,0 1-7 0,0 2 1 0,-3 2-3 16,-1 2 10-16,-3 3-19 0,-1 3 2 0,0 3 8 16,-5 4 0-16,-1 1-5 0,2 2 1 0,-2 5-4 15,0 1 2-15,5-3-3 0,3 2 4 0,-1-2-17 16,4 3-42-16,3-4-42 0,3 3-45 0,4-5-44 15,1-1-73-15,7-2-92 0,0-1-251 0,7 1-642 16,8 2 284-16</inkml:trace>
  <inkml:trace contextRef="#ctx0" brushRef="#br0" timeOffset="68501.28">13333 6576 191 0,'-14'5'239'0,"-1"1"-10"0,-1 9-15 16,0-2-5-16,-2 10-5 0,3 0-12 0,-1 1-15 16,5 0-8-16,4-5-19 0,1 1-13 0,2-4-11 0,2 2-12 15,4 2-13-15,-1-3-8 0,8-1-9 0,-4-1-6 16,5-1-7-16,4-1-6 0,0-3-7 0,4-2-5 15,9-3-6-15,-1-2-5 0,1 1-8 16,2-5-9-16,-2-4-7 0,-8 0-6 0,10-2-5 16,-11 4-1-16,0-6 3 0,-3 2-7 0,1-3-2 0,-7 3 3 15,5-6-5-15,-7 4 4 0,-1 0-4 0,1-3 3 16,2-3-3-16,-4 5 2 0,-3-5-3 16,2 2 0-16,-2 3 2 0,-2-2 0 0,0 4-2 15,0 0 5-15,0 8-5 0,3-10 1 0,-3 10-7 0,0 0 4 16,0 0 8-16,0 0 7 0,0 0 1 15,0 0 6-15,-16 19 1 0,11-8 2 0,1 1-3 0,1 4 4 16,1-5-2-16,0 2 0 0,-2 2-5 16,1 1 3-16,6-6-3 0,-1 3 0 0,2-2 0 0,5-2 2 15,-1-1-5-15,0 0 7 0,3-2-4 0,3-4 5 16,3 1-4-16,0 1 2 0,0-4-3 0,1 0-3 16,-5-1 3-16,1-3-3 0,-5 1-1 15,3 0 0-15,-1-4-3 0,-2 1 0 0,-3 1-6 0,2-5 5 16,-2 3-8-16,-2-1-1 0,-1-5-3 0,-1 1-7 15,-2 0 0-15,-2 0 0 0,-1-5-9 0,-3 4 5 16,0-5-5-16,-2 5 5 0,-1 3 0 0,1 2 1 16,-2-1 2-16,-1 3-1 0,0 2 1 0,-3 4-4 15,3 1 2-15,-5 2 3 0,1 3 9 0,-3 3-7 16,4 2 0-16,-4-1 3 0,1 11 3 0,2-7 8 16,5-2-3-16,3-1 1 0,3 5 3 0,2-3 0 15,2-4 1-15,2 4 3 0,4 0 2 0,3-5 0 16,7 1 0-16,0 2 0 0,4-5 3 0,9 2-3 15,-2-5 2-15,5-3 9 0,-1 1-15 0,1-2 9 16,-5-1-7-16,1-2 0 0,-1-3-2 0,-6 3 1 16,-3 0-10-16,-1-5 3 0,-2 2-3 0,0-1-1 15,-7-1-3-15,0-1 1 0,-1 1-1 0,-3-1 0 16,0 0 2-16,-4-3 1 0,0 2-3 0,2 0 0 16,-2 0 2-16,0-2 0 0,-2 0-2 0,2-3-3 15,0 4 22-15,0 2-1 0,2-2-6 0,0 4-3 0,1 1 1 16,-1-2-5-16,3 3-2 0,0 3-1 15,1-2 1-15,3 2 1 0,3 0-2 0,-12 3 0 16,17 3-1-16,-8-2 4 0,5 6 4 0,-4-2-7 16,0 1 0-16,-3 5 2 0,1-2-1 0,-1 2-1 15,-3-2 4-15,2 4-2 0,-2 1-2 0,1-2 3 16,-4 0 8-16,2-3-10 0,-1 3 2 0,0 0 7 16,0-2-5-16,1 0 4 0,1 0-2 0,-4-4 4 15,5 0 5-15,0 0 2 0,-1 1 2 0,5-3 0 16,-3-1 0-16,6 0 3 0,1 0-3 0,1-3-4 0,6 0-1 15,8-1 4-15,-7-4-2 0,0 1-1 0,-2 1-3 16,0-3 1-16,1-3 2 0,-2 2-1 16,-2-2 1-16,-1-2-3 0,2 0-1 0,-5-3-1 15,-3 0 0-15,1 1-1 0,-3-2 4 0,-1-1-1 0,0-1-8 16,-5 1 5-16,-1 0-1 0,-5 6-2 0,3-1-1 16,0 1-3-16,0 5-1 0,-5-2 4 0,1 5-4 15,-4 0 2-15,1 3 2 0,-5 3 6 0,-1 6 10 16,-1 2 6-16,-4 8 13 0,0-3-3 15,7-2-2-15,0-1-4 0,1 3 0 0,3 0-3 0,3-4-2 16,0 3 0-16,4 2-6 0,4-1-26 0,0-4-30 16,4 2-34-16,2-1-58 0,5-3-104 0,4 0-329 15,4-7-613-15,10 0 271 0</inkml:trace>
  <inkml:trace contextRef="#ctx0" brushRef="#br0" timeOffset="68649.64">14791 6872 5259 0,'9'1'159'0,"-3"0"-127"15,1 1-16-15,-7-2-2 0,9 2 65 0,-9-2 53 16,10 1 16-16,-10-1-11 0,0 0-37 0,9 2 0 16,-9-2-11-16,0 0-12 0,6 1-23 0,-6-1-42 15,0 0-60-15,0 0-81 0,0 0-105 0,0 0-112 16,0 0-148-16,0 0-366 0,0 0-931 0,0 0 412 16</inkml:trace>
  <inkml:trace contextRef="#ctx0" brushRef="#br0" timeOffset="87197.68">14842 6899 55 0,'0'-10'147'0,"0"10"-3"0,0 0-1 15,0-8 2-15,0 8-8 0,0 0-3 0,0-9 0 16,0 9-10-16,0 0-6 0,0 0-7 0,0 0-11 16,0 0-10-16,0-8-10 0,0 8-8 0,0 0-8 15,0 0-11-15,0 0-6 0,0 0-5 0,0 0-7 16,0 0-3-16,0 0 1 0,-8 25-2 0,1-8 0 16,-1 8 1-16,0-9-7 0,-3 10-2 0,-1 0-1 15,1-1-3-15,-4-2-27 0,3 3-17 0,-1 0-25 16,-1-3-29-16,4 1-31 0,-4-3-56 0,0 1-132 15,5-5-323-15,-5-2 144 0</inkml:trace>
  <inkml:trace contextRef="#ctx0" brushRef="#br0" timeOffset="87489.81">15175 6517 202 0,'2'-20'208'0,"2"4"-5"0,-2 3-3 15,1 1 3-15,1 2-3 0,-3 2-18 0,0 4-20 16,-1 4-19-16,3-13-19 0,-3 13-12 0,0 0-15 16,0 0-8-16,0 0-9 0,12 28-5 0,-6-11-8 15,-3 3-5-15,1 4-5 0,0 4-3 0,2 1-7 16,-2 0-4-16,0 0-3 0,1 0-1 0,-1-3-5 0,0 0-7 15,0 3-18-15,0-3-14 0,0-1-18 16,-2-7-28-16,-2 7-42 0,0-7-31 0,0 0-27 16,-2-2-22-16,1-6-38 0,-6 5-111 0,0-5-348 15,1-1 155-15</inkml:trace>
  <inkml:trace contextRef="#ctx0" brushRef="#br0" timeOffset="88902.99">15255 6629 76 0,'10'-12'123'0,"0"-2"-16"0,1 0 3 0,1 2-7 16,0 0-6-16,-1-1-7 0,2 1-11 15,0 0-3-15,1-2-7 0,-3 2-11 0,1 0-7 16,-6 5 9-16,2 0 9 0,-3 0 13 0,1-1-6 0,-3 3-9 16,2 0 2-16,-2 0 0 0,-3 5 0 0,6-9-5 15,-5 4-2-15,-1 5-3 0,4-9-3 0,-4 9-5 16,4-4-3-16,-4 4-14 0,0 0-4 0,0 0-4 15,0 0-5-15,0 0-5 0,0 0 0 16,5 16 5-16,-4-2 0 0,1 3-2 0,-2 0-2 0,1 2 2 16,-1 7-3-16,-3-1 0 0,3-1-3 0,-2-5 0 15,-1 0 0-15,3 1-2 0,-5-1 0 0,5-4-3 16,-1-1-1-16,1-2-6 0,0-3-3 16,-1-2 2-16,-1 4-4 0,2-11 1 0,0 10 3 0,0-10 0 15,0 9 1-15,0-9-7 0,0 0-5 0,2 7 3 16,-2-7-3-16,6 3-2 0,-6-3 5 0,13 0 0 15,-6 0 2-15,4 0 3 0,1 0-3 0,1 0 2 16,-1 0 1-16,3 0-2 0,0-1-2 0,5 1 1 16,-1 0 3-16,-1-2 2 0,1 2 1 0,-2-1-2 15,3-2 1-15,-7 1 0 0,4-3-5 0,-4 0-2 16,4 0 2-16,-2-3 0 0,-2 2-1 0,-1-2 5 16,-1 2 0-16,-2-1 3 0,0-2-3 0,-1 2 2 15,-1-4 1-15,-2 3-1 0,0-2 1 0,-1 1-2 16,-1-2 4-16,1-1-4 0,-4 2 3 0,1-2-3 15,-1 3 1-15,-1 1 7 0,1 8-7 0,0-13 8 16,0 13-5-16,-3-10 4 0,3 10-10 0,0 0 2 16,-1-7-4-16,1 7-1 0,0 0 1 0,0 0 5 15,-26 23 3-15,16-10 9 0,0 1-10 0,-2 0 4 16,2 1-3-16,1 1 2 0,0-2 1 0,5-2 0 16,2 0 2-16,-1-2 1 0,2 0-5 0,0 0 7 15,2-3-3-15,2-1-6 0,0 0 7 0,6-1-2 16,2 0-3-16,-1-2 4 0,2-2 2 0,3-1-3 15,2 0 1-15,-4 0-2 0,6-4 1 0,-1 1-1 16,0-1 0-16,-2-2-3 0,0-1 3 0,1-2 2 16,-3 2-2-16,-5 0 0 0,1-1-3 0,0-1 0 15,-2 0-1-15,-2-3 0 0,1 2 2 0,-2-1-2 16,-1 0-1-16,-2-1 9 0,-1 1-9 0,1-2 2 16,-2 4 0-16,2-2 3 0,0 2-1 0,-5 1 3 15,3 8-1-15,0-14-2 0,0 14 0 0,-1-9 1 16,1 9 2-16,0 0-5 0,1-10 0 0,-1 10-4 15,0 0-3-15,0 0-1 0,0 0-1 0,0 0 6 0,0 0-4 16,0 0 2-16,0 0-1 0,0 0 3 16,0 0-3-16,0 0 1 0,0 0 2 0,0 0 0 15,0 0-1-15,0 0-2 0,-14 17 3 0,14-17 7 16,-4 6-1-16,4-6 4 0,0 0-3 0,0 0 3 0,-5 6 1 16,5-6-2-16,0 0 2 0,-4 5-2 15,4-5 2-15,0 0 5 0,0 0 0 0,0 0 3 16,0 0-2-16,0 0 1 0,0 0 0 0,0 0-2 15,0 0 1-15,0 0 0 0,0 0-1 0,0 0-1 16,0 0 0-16,0 0-2 0,0 0 1 0,0 0-2 0,0 0 0 16,0 0-2-16,0 0 1 0,0 0-2 15,0 0 2-15,0 0-5 0,0 0 0 0,0 0-1 16,0 0 0-16,0 0-1 0,0 0-1 0,-2 6-1 16,2-6 1-16,0 0 1 0,0 0-4 0,0 0 1 15,0 0-1-15,0 0-5 0,0 0 2 0,0 0 1 0,-2 10-1 16,2-10 1-16,2 10-2 0,-2-10 4 0,0 10 0 15,0-2 1-15,0 1 3 0,1 2 1 16,0-3 5-16,1 2 4 0,-1-2-3 0,1 3 0 16,2-4 0-16,-1 2 0 0,-2-1 2 0,1 0 0 0,1-2-2 15,0 1 1-15,-3-7 0 0,6 9-2 16,-1-4-1-16,-1 0 0 0,-4-5 3 0,8 5-5 16,-5 0 3-16,-3-5-3 0,9 3 2 0,-2-2 4 0,-7-1-1 15,13 1-5-15,-13-1 4 0,12 0-3 16,-4-1 1-16,-8 1 0 0,15-4-2 0,-8 1-2 0,3-2 3 15,-1-1-3-15,1 0-1 0,-2-2-1 0,-2 0 1 16,6-1 3-16,-7 2 0 0,3-5-3 0,0 3-1 16,-3-3 2-16,2 1-2 0,-3-1-3 0,-2 0 4 15,2-4-3-15,-1 1-2 0,-1-1 6 0,0 6-5 16,0-3-2-16,-2 2 1 0,1-1 3 0,-2 2-4 16,1 0 1-16,0 10-1 0,0-13-1 0,0 13 3 15,-2-11-2-15,2 11-1 0,-3-7 5 16,3 7-3-16,0 0-6 0,-2-8 1 0,2 8 0 15,0 0 1-15,0 0 0 0,0 0-3 0,-2-7-3 0,2 7 4 16,0 0 1-16,0 0 1 0,0 0 0 0,0 0 4 16,0 0-10-16,0 0-1 0,0 0 1 0,0 0 0 15,19 11 3-15,-19-11 10 0,13 4-10 16,-3-1 0-16,2 0 4 0,-1-2-3 0,3 1 2 0,3 0 2 16,-3 1-4-16,-2-2 0 0,-1-1 2 0,-1 3-4 15,-2 1 2-15,-2-1 2 0,2 1-5 0,-2-1 5 16,1 3-2-16,-2 2 0 0,-1 1 8 15,1 1 5-15,0-1 4 0,-5 4 5 0,2-3 1 0,-2 2 5 16,2 2-6-16,-1-1 3 0,-1-2-5 0,0 2 2 16,1 0 0-16,2-3-1 0,-2 0 0 0,1 2-1 15,0-3-13-15,1 0-21 0,-3-1-21 0,1-3-36 16,-1-5-43-16,5 13-40 0,0-8-41 0,-1-2-42 16,-4-3-127-16,6 2-401 0,-6-2 177 0</inkml:trace>
  <inkml:trace contextRef="#ctx0" brushRef="#br0" timeOffset="89081.4">16130 6250 93 0,'0'0'150'0,"0"0"-11"0,-10 0-16 16,10 0-10-16,0 0-29 0,0 0-32 0,0 0-48 15,18 15-64-15,-9-11-57 0,9 1-126 0,-5-1 56 16</inkml:trace>
  <inkml:trace contextRef="#ctx0" brushRef="#br0" timeOffset="90244.13">4203 7464 87 0,'-4'-7'180'0,"4"7"-23"16,0 0-12-16,0 0-12 0,0 0 4 0,0 0-5 15,9 21-7-15,-4-6-10 0,-2 1-6 0,2 3-11 16,-1 6-8-16,0-6-8 0,-1 0-6 0,1 0-6 16,0 0-7-16,-2-1-5 0,1-1-6 15,0-3-9-15,-2 0-2 0,0-3-1 0,-1-4 8 0,3 1-4 16,-3-2-3-16,0-6 0 0,1 8 1 0,-1-8 14 16,1 8 9-16,-1-8 9 0,0 0 5 0,3 7-9 15,-3-7-5-15,0 0-10 0,0 0-5 0,0 0-6 16,2-25-7-16,0 12-5 0,3-4-2 0,0-1-15 15,3-1 0-15,3-4-8 0,2 0-3 0,1 2-3 16,1 0 0-16,-2 8-3 0,1 1 2 0,1 1-6 16,-3 4-3-16,5 1-1 0,-5 1 4 0,1 2 1 15,0 3-3-15,0 0 2 0,-1 4 0 16,4 2 1-16,-5 1 3 0,5 1-2 0,-4-1 1 0,3 2 0 16,1 1 0-16,-2-1 0 0,3-1 0 0,-2 1 1 15,2-4 1-15,-2 2 2 0,-1-3-1 0,1-1 0 16,1-2 3-16,-3-1 0 0,3-2-1 0,1 0 3 15,1-4-4-15,-4-1-1 0,-3 0 3 0,1 2-1 16,-2-3 3-16,0 1 3 0,2-5-6 0,-6 2-1 16,3 0 4-16,-4-2-6 0,-1 0 7 0,-2 0-6 15,0-4 3-15,-1 4-3 0,-1 0 1 0,-3-1-1 16,0 3 0-16,0 0-1 0,-1 1 4 0,0 1 1 16,1 3-1-16,-2 0-4 0,5 5 1 0,-12-2-2 15,12 2-2-15,-15 12 4 0,4-2-3 0,2 3 3 16,-1 3 0-16,3 1-2 0,1 1 6 0,3 0-3 15,0 0-6-15,3 0 7 0,3-2-5 0,3 0-1 16,0 2-9-16,5-2-22 0,0-3-39 0,2-3-36 16,4 1-31-16,0-2-39 0,3-1-32 0,0-3-145 15,3-3-386-15,-2-2 170 0</inkml:trace>
  <inkml:trace contextRef="#ctx0" brushRef="#br0" timeOffset="90445.66">5069 7354 138 0,'-1'-7'226'0,"1"-1"-8"0,0 8-22 16,-4-11-20-16,4 11-19 0,0 0-15 0,0 0 5 15,0 0 11-15,0 0-6 0,0 0-9 0,4 52-16 16,-3-28-13-16,-3 4-10 0,3 0-10 0,0 0-9 16,2-1-6-16,-3 0-10 0,2 4-3 0,2-1-8 15,-2-2-18-15,1-3-29 0,1 1-37 0,-2-7-34 16,1-1-43-16,0 0-49 0,1-2-62 0,-7 0-144 15,2-4-388-15,-2-3 173 0</inkml:trace>
  <inkml:trace contextRef="#ctx0" brushRef="#br0" timeOffset="90597.7">5021 7535 67 0,'19'-4'30'0,"0"2"-47"0,3 0-17 0,7-3 8 16</inkml:trace>
  <inkml:trace contextRef="#ctx0" brushRef="#br0" timeOffset="90887.92">5712 7618 207 0,'0'0'209'0,"10"-7"-4"16,-6 2-7-16,4-4-14 0,-4 2-15 16,5-1-16-16,-2-2-16 0,0-1-12 0,1 3-12 15,0-1-10-15,0 0-12 0,-3-2-6 0,0 0-11 16,0-1-7-16,-2 1-5 0,1 0-6 0,-2 2-7 16,-1 0-4-16,2 2-5 0,-3 7-6 0,-1-12-3 15,1 12-7-15,-8-7-1 0,8 7-4 0,-11 0-1 16,11 0 6-16,-21 12-2 0,8-2 8 0,3 5-3 15,-9 8-1-15,4-2-2 0,-1 1 1 0,7-1 0 16,-1 3-4-16,6-8 0 0,1 1-3 0,4 2-4 0,4-5-1 16,1 1-16-16,6-1-15 0,-4-2-40 15,9 1-48-15,0-5-23 0,10 0-42 0,-2 0-46 0,-3-6-135 16,-1 0-381-16,7-2 169 0</inkml:trace>
  <inkml:trace contextRef="#ctx0" brushRef="#br0" timeOffset="91229.77">6056 7535 50 0,'1'-7'225'0,"2"-1"-1"0,-3 8-3 0,2-10-23 15,-2 10-15-15,0 0-9 0,0 0 1 0,0 0-15 0,0 0-11 16,4 38-9-16,-4-12-7 0,0 1-4 0,0 1-13 16,1 2-15-16,-2-1-5 0,1 1-11 15,0-3-8-15,-2-1-5 0,0-1-9 0,2-7-6 16,0 0-5-16,0-3-3 0,-2-2-8 0,3-2-2 15,-1-5-4-15,0-6-1 0,1 13 2 0,-1-8 3 0,0-5 20 16,0 0 4-16,0 0 7 0,0 0-22 0,0 0-1 16,0 0-7-16,0 0-1 0,0 0-2 15,-6-32-10-15,3 14 1 0,0-2-4 0,1-2-13 16,1-8-6-16,2 2-10 0,-1-4-5 0,3 0-4 16,1-4-6-16,-1 2-4 0,1-1-4 0,3 1 6 0,0 6 4 15,2 0-4-15,0 3 2 0,-1 8 0 0,-2 0 5 16,2 5-9-16,-3 3-5 0,3 3-9 0,0-1-1 15,2 4-12-15,-1 2-8 0,1 2-25 16,1 2-28-16,0 4-29 0,-1 0-45 0,1 8-38 0,0-2-184 16,-5 2-442-16,-1-2 196 0</inkml:trace>
  <inkml:trace contextRef="#ctx0" brushRef="#br0" timeOffset="91623.74">6094 7687 158 0,'-6'3'229'0,"6"-3"-23"0,0 0-17 0,0 0-18 16,0 0-8-16,19-7-14 0,-6 2-14 0,2-3-11 16,6 2-14-16,-3-2-7 0,2 2-13 0,0 1-9 15,7-4-7-15,-9 4-7 0,1-1-10 0,-2 3-4 16,-4 1-6-16,-2 0-5 0,2 2-7 0,-4 0-6 16,-1 0-1-16,-2 4-6 0,2 3 0 0,-1-1 8 15,-2 1 7-15,-1 5 2 0,0-2 5 0,-1 3 4 16,-2 2-3-16,-1-1 0 0,1 2-3 15,-3-3-3-15,2 3-3 0,0-4-4 0,0-1-1 0,0-1-4 16,1 1-4-16,-1-4 0 0,0-7 0 0,0 9-1 16,0-9 1-16,-1 8 2 0,1-8 12 0,0 0 5 15,0 0 0-15,0 0-2 0,0 0-1 0,0 0-4 16,0 0 0-16,0 0 3 0,-5-27-5 0,5 12-3 16,-2 1-4-16,1-3 0 0,0-1-4 0,-1-1 0 15,0-6 1-15,1-2-6 0,-1 1 3 0,4 0-18 16,0-3 0-16,3-2-4 0,2 4-9 0,2-4-1 15,2 1-9-15,1 5-4 0,3 0-6 0,0 1-3 16,1 4-14-16,-5 7-14 0,2 0-23 0,0 3-31 16,-4 4-43-16,9 0-43 0,-1 5-24 0,-4 2-24 15,-1 4-128-15,-3 0-409 0,1 3 182 0</inkml:trace>
  <inkml:trace contextRef="#ctx0" brushRef="#br0" timeOffset="91960.24">6482 7718 59 0,'0'0'191'0,"0"0"-11"0,0 0-7 0,0 0-14 15,0 0 2-15,23-7 4 0,-16 2-9 0,3-1-8 16,2-4-6-16,3 3-6 0,1-2-3 0,-1-1-3 16,-1 1-7-16,1-1-3 0,-2 0-3 0,-4 3-3 15,5-5-5-15,-4 6-4 0,4-4-4 0,-5 2-10 16,-1-1-4-16,0 2-3 0,-1-2-7 0,-2 1 3 15,1 0-3-15,-3-1-3 0,0 3-7 0,-2 1 0 16,-1 5-7-16,0-13 6 0,0 13-21 0,-4-9 1 16,4 9-5-16,-3-8-3 0,3 8-8 0,-12-2-1 15,12 2-4-15,-17 6-2 0,5-1-6 0,-4 7 0 16,1 2 6-16,-5 7-18 0,8-5 6 0,-3 4-2 16,6-1-1-16,-1-2-5 0,3-1-9 0,3-2-8 15,0 4-8-15,6-5-13 0,2-2-7 0,1-1-13 16,2 1-11-16,2-4-26 0,5 4-33 0,3-4-44 15,1-3-47-15,2-2-52 0,2-1-201 0,-4-2-508 16,2-1 225-16</inkml:trace>
  <inkml:trace contextRef="#ctx0" brushRef="#br0" timeOffset="92165.81">6949 7507 225 0,'-5'-4'224'0,"5"4"-8"0,-7-8-10 0,0 8-6 0,7 0-12 15,0 0-8-15,-24 9-6 0,14-3-11 0,-4 6-17 16,1 2-16-16,-6 7-11 0,7-5-7 0,3 1-5 16,-2 6-12-16,6-5-10 0,-1 1-4 0,4-2-10 15,-1 0-11-15,6-1-1 0,-2-6-14 0,4 2-21 16,0-3-26-16,3 2-27 0,2-3-32 0,-1-2-40 16,5-3-46-16,2-2-43 0,1-1-47 0,-4 0-121 15,5-2-386-15,-1-5 171 0</inkml:trace>
  <inkml:trace contextRef="#ctx0" brushRef="#br0" timeOffset="92379.84">7182 7393 211 0,'-1'-6'279'0,"1"6"-6"0,1-11-28 16,-1 11-20-16,0 0-23 0,0 0-11 0,0 0-1 15,0 0 0-15,0 0-11 0,-3 30-3 0,1-9-7 16,-2 6-2-16,-1 0-11 0,1 2-1 0,-4-1-9 15,2 1-3-15,1 3-19 0,0 0-16 0,0-6-7 16,1 3-6-16,0-5-39 0,3-5-38 0,-2 2-32 16,3-3-33-16,-2-3-34 0,2 1-37 0,0-4-48 15,-3-1-60-15,4-1-49 0,-1-4-204 0,0-6-519 16,-2 8 230-16</inkml:trace>
  <inkml:trace contextRef="#ctx0" brushRef="#br0" timeOffset="92645.38">7072 7633 59 0,'2'-8'202'0,"4"5"-10"15,-6 3-9-15,11-6-11 0,1 4-8 0,0-2-13 16,1 1-13-16,5-1-10 0,0 1-14 0,-1-1-6 0,-3 1-10 16,2 0-7-16,0 3-7 0,-4-3-3 15,1-1-7-15,0 4-4 0,-1 0-2 0,-1-1 1 16,0 2 18-16,1 1-2 0,-1 3-4 0,-2-5-4 15,-2 3-9-15,-1 3 10 0,0-2 7 0,1 3 9 16,-1 1-5-16,0 2-3 0,-3 0-9 0,2 2-11 0,-2-3-5 16,-1 1-3-16,1 2-15 0,-2-3-17 0,-1 2-23 15,0-2-29-15,3 3-45 0,-6-5-52 16,2 5-48-16,1-3-59 0,-3 0-236 0,3-9-503 16,-5 14 223-16</inkml:trace>
  <inkml:trace contextRef="#ctx0" brushRef="#br0" timeOffset="92833.26">7329 7499 2083 0,'-3'-12'14'0,"1"-1"-6"0,2 6-5 0,-2 1-8 15,2 6-38-15,-1-13-12 0,1 13 0 0,4-6 5 16,-4 6-5-16,6-7-1 0,1 5-8 0,2 2-29 15,-9 0-29-15,20 2-26 0,-7 0-79 0,0 2-247 0,3-1 110 16</inkml:trace>
  <inkml:trace contextRef="#ctx0" brushRef="#br0" timeOffset="93306.24">7541 7564 151 0,'1'10'212'0,"-1"4"-3"0,0-2 1 0,-1 3-7 16,2-2-17-16,-1-3-5 0,3 6-8 0,-3-3-11 15,1-2-12-15,0 4-9 0,1 1-15 16,-1-3-9-16,2-3-10 0,-1 2-10 0,1-2-10 0,-1-1-9 16,2-2-5-16,-3 1-8 0,2-3-7 0,-3-5-3 15,4 10-5-15,-2-4-5 0,-2-6-4 0,3 7 2 16,-3-7-6-16,0 0 0 0,2 6-4 16,-2-6-2-16,0 0-5 0,0 0-1 0,12-10-2 15,-6 1-5-15,1-1-3 0,-1-2-3 0,4-2-1 0,2-2-5 16,-2 0-3-16,0-2 2 0,3 1-8 0,4-4 5 15,2 3-1-15,-4 5-1 0,2 0-1 0,-1 2 0 16,1 3-1-16,-1 1 1 0,-4 0 2 16,2 3 7-16,-2-1 2 0,4 1-2 0,-3 3-2 0,-1-1 0 15,1 0 3-15,0-2-3 0,0 4 0 0,-3-2 2 16,1 1 1-16,1-2 1 0,-5 2-3 0,0-1 2 16,0 1 1-16,-1-2 4 0,-6 3 2 0,10-8-7 15,-6 3-1-15,-4 5 3 0,4-9-8 0,-4 9 0 16,-1-13 4-16,1 13-4 0,-5-9 1 0,-1 3-2 15,0 2 0-15,1-2 0 0,-5 4-5 0,0 0 2 16,-2 2-1-16,1 3-1 0,-6 6 3 0,2 2 5 16,-6 8 7-16,1 3 3 0,1-1 6 0,1 4 5 15,4-4 0-15,1 2-5 0,7-5 4 0,0 1-4 16,3 0-5-16,5-3 2 0,2 0-1 0,5-1-11 16,4-1-21-16,2-1-23 0,9-3-22 0,3 2-31 15,1-5-47-15,2-1-67 0,0-4-54 0,0 0-226 16,-9-4-526-16,8-1 234 0</inkml:trace>
  <inkml:trace contextRef="#ctx0" brushRef="#br0" timeOffset="96015.62">8553 8004 14 0,'-5'-4'205'0,"5"4"-16"0,3-13-19 0,3 3-18 16,3-3-8-16,6-3-4 0,5-4-7 0,4 0-13 16,-3-2-5-16,5 0-11 0,-3 0-13 0,1 1-12 15,1 2-4-15,-2 0 1 0,-4 1-13 0,0-2-3 16,0 0-8-16,-6 4 1 0,-3 0 4 0,0 1 0 15,-3 5 1-15,-2-5 1 0,-1 4 3 0,-2 1-8 16,1 0-1-16,-2 0-5 0,-1 4-8 0,0 6-1 16,0-11-6-16,0 11-3 0,0 0-6 0,-5-10-6 15,5 10-1-15,0 0-2 0,0 0 0 0,-13 15 2 16,8-5-2-16,-4 5 1 0,4 4-7 0,0 0 8 16,0 0-5-16,1 0-1 0,3-2 0 0,-1 0-3 15,4-1 16-15,0 0-1 0,2-5-3 0,1 1 0 16,0-3-2-16,2-2-1 0,3 1 1 0,-1-1-1 15,1-3-1-15,1-1-5 0,0-3-2 0,0 3-3 0,2-2-5 16,-3-2-1-16,3-5-3 0,-4 4-6 16,1-3-2-16,-2-1 3 0,2 0-2 0,-1 0-6 15,0-4-5-15,4 0-2 0,-8 0 2 0,1-1 2 16,0-1-1-16,-3 0 4 0,2 2-2 0,-1-4 4 0,0 6-3 16,-1-5 1-16,-1 6 10 0,-1-3-8 15,2 1 1-15,-2 2 0 0,-1 7-1 0,3-8-1 16,-3 8-2-16,0 0 7 0,0 0 5 0,0 0-6 15,6 19 0-15,-7-9 1 0,2 2 4 0,-1 4 0 16,0 0 0-16,3 0 4 0,-1-4-3 0,0-1 3 0,-2-3 0 16,1-2-1-16,-1-6 3 0,0 12-2 0,0-12 3 15,1 9-1-15,-1-9 4 0,0 0 4 16,1 7 8-16,-1-7 6 0,0 0 2 0,12-3-4 16,-12 3 1-16,15-8-1 0,-7-1-2 0,0 1-2 0,3 0 0 15,-2-1-3-15,1 2 0 0,4-3 0 0,-5 1-6 16,0 2 3-16,-1 4-4 0,2-3 1 15,-3 3-7-15,-1 2 2 0,-6 1 3 0,13 4-2 16,-7-1-2-16,-1 3-2 0,3 0 7 0,-4 3-4 16,0 1-1-16,1 1-7 0,-3 2-27 0,1-3-16 0,-1 2-22 15,-2-2-30-15,0 2-36 0,-1 1-21 16,0-2-56-16,-2 1-140 0,-2-2-383 0,0-1 170 0</inkml:trace>
  <inkml:trace contextRef="#ctx0" brushRef="#br0" timeOffset="96951.86">9720 7616 64 0,'0'0'214'0,"-9"-6"-8"16,9 6-5-16,-17-4-6 0,6 1-8 0,1 3-15 15,-2 0-12-15,-2 4-14 0,3 2-11 0,-7 5-13 16,1 0-9-16,-3 4-11 0,-3 7-6 0,6-1-10 16,-1 1-9-16,1-2-8 0,4 3-7 0,5-6-7 15,3-2-4-15,2 0-6 0,2-2-4 0,3 0-4 16,4-3-2-16,-1 1-3 0,0-2-5 0,5 1-1 16,0-4-2-16,3-1-3 0,1-1 10 0,-1-4-6 15,1 0-4-15,4-3-12 0,-4-1-3 0,4-1-4 16,-3-4 7-16,1-1-6 0,-3-2 2 0,-1 0-4 15,-3-3 2-15,0-1-1 0,-3-2-2 0,-2 0-1 16,1-6 1-16,-3-3 7 0,0 1-1 0,-2-2-2 16,-2 2-2-16,-1-1 7 0,-1-2-1 0,2 1-5 15,-4-1 5-15,3 4-6 0,-1-3 4 0,-4 3 9 16,3 5 3-16,1 2 1 0,2 3 1 0,-1 6 4 0,2 2-8 16,-2 1-3-16,3 6 1 0,-2-12-4 15,2 12-7-15,0 0 0 0,0 0 1 0,0 0-3 16,3 36 0-16,1-8 2 0,0 3-2 0,0 4-2 15,1 9 5-15,0-12 0 0,0 3-1 0,-2-3 3 16,2-3-2-16,0 1 0 0,2-4-3 0,0-1 4 0,2-7-4 16,-3-1 1-16,5 0 1 0,-1-5 1 15,-4-2 0-15,3-3 1 0,-1-1 0 0,2 1 1 16,-2-2 1-16,-2-1-2 0,2-2 2 0,-1 0-2 16,-7-2-1-16,13-3-5 0,-13 3-5 0,12-7 1 0,-3-1-4 15,-3 2 0-15,-1-3 0 0,-1 0-1 0,0-1 2 16,1-2-7-16,-4-1 1 0,1 1-6 15,-2-4 1-15,0 1-1 0,1 2 4 0,-1 6 3 16,-1-3 0-16,1 10-6 0,0-13 2 0,0 13 2 0,0 0 1 16,0 0-2-16,0 0 4 0,0 0 1 0,0 0 0 15,0 0 4-15,1 37 3 0,-1-27 0 0,1 2 1 16,0-2 1-16,2 0 0 0,0 0 1 0,-1-2 3 16,5-1-1-16,-2 2-1 0,1-5-2 15,-1-1 9-15,2 0-5 0,2-2 0 0,1-1 0 0,0 0 10 16,0-3-10-16,2-1-2 0,-1-2 2 0,-3-1-1 15,3 0 4-15,-3 1-1 0,0-3-1 0,-1-1 2 16,0-2-2-16,-1 1 0 0,-3-1-4 0,2 3 3 16,-5-2 2-16,1-1-5 0,0 3 2 0,-2-4-1 15,2 7 2-15,-1 6-5 0,2-9-2 0,-2 9-2 16,0 0 1-16,0 0 0 0,0 0 1 0,0 0 1 16,0 0-4-16,0 0 5 0,1 28-3 0,0-14 8 15,-1-3-4-15,2 4 0 0,-2-4-16 0,3 6-33 16,4-2-37-16,-1 1-44 0,-1-6-53 0,4-1-47 15,0 1-135-15,0-4-397 0,1 0 175 0</inkml:trace>
  <inkml:trace contextRef="#ctx0" brushRef="#br0" timeOffset="97158.49">10349 7557 172 0,'0'0'223'0,"-12"-3"-6"0,12 3-2 0,-19 10-14 0,10 0-8 16,-1 4-9-16,1 1-12 0,3 4-16 0,2-3-17 16,0 2-15-16,0-1-14 0,2 0-8 0,0-1-11 15,7 0-6-15,0-1-6 0,2-1-18 0,2 0-32 16,2 0-36-16,0-3-54 0,3-1-55 16,2-4-40-16,2-1-48 0,-3 0-132 0,3-3-362 0,0-2 161 15</inkml:trace>
  <inkml:trace contextRef="#ctx0" brushRef="#br0" timeOffset="97379.22">10562 7437 151 0,'-2'-10'262'0,"0"3"-16"0,2 7-21 16,-2-10-25-16,2 10-18 0,0 0-7 0,0 0 4 15,0 0-3-15,0 32-6 0,0-7 1 0,1 3-9 16,-1 2-11-16,0 2-13 0,3-6-15 0,-3 5-7 15,1-3-12-15,1 0-10 0,0 1-9 0,-2-4-5 16,2 1-5-16,-2-2-13 0,0-5-25 0,2 1-37 16,-1-2-25-16,-1-4-28 0,-1 1-35 0,1 1-50 15,-2-5-56-15,1-2-45 0,-4 0-200 0,2-5-473 16,3-4 210-16</inkml:trace>
  <inkml:trace contextRef="#ctx0" brushRef="#br0" timeOffset="97851.58">10423 7657 35 0,'17'0'201'0,"-8"0"-23"0,4-1-11 0,5 0-7 16,0-1-9-16,3 0-16 0,1 1-9 0,-1-2-12 15,7 2-13-15,-5 1-13 0,-3-2-4 0,1 0-10 16,-3 0-8-16,0 0-6 0,-4 0-5 0,-2 1-3 15,-1 1-8-15,-2-2-2 0,-9 2-2 0,12-1-5 16,-12 1 7-16,10 0 11 0,-10 0 2 0,0 0-4 16,0 0-2-16,7 3 0 0,-7-3-3 0,0 0 1 0,0 0-9 15,0 0-1-15,-12 20-1 0,7-8 7 16,1-1 7-16,-2 6-1 0,0-2-5 0,1 2-2 16,1-2-4-16,2-3-3 0,-2 4-2 0,3-5-4 15,2 1 0-15,-1-2-4 0,4 0-5 0,0 0 1 0,-1-6 0 16,4 2-1-16,0 1-2 0,1-5-1 15,-1 1-4-15,3-3 1 0,1 0-4 0,-2-4-5 16,1 1-1-16,2 0 2 0,-4-4-3 0,3 3-3 16,-3-2 0-16,-1-6 3 0,-1 5-3 0,0-2-1 0,-1-2-1 15,-3-3 5-15,2 5-4 0,-2-2 3 16,0-5-1-16,-3 3-1 0,1 3 0 0,0 0 1 16,0 10 1-16,-1-12-4 0,1 12-1 0,-2-9 1 0,2 9-8 15,0 0 2-15,0 0-2 0,0 0 5 16,0 0 2-16,0 0 1 0,-2 26-1 0,0-11 2 0,2 0 2 15,0-1-15-15,0 4-26 0,0-1-41 0,3 0-46 16,0-2-61-16,-1 1-45 0,-1 2-164 16,-1-6-428-16,3 1 189 0</inkml:trace>
  <inkml:trace contextRef="#ctx0" brushRef="#br0" timeOffset="98045.99">10957 7816 75 0,'5'-17'171'0,"2"-1"-2"15,2-5 1-15,1 7 8 0,0 2-1 0,-4 5-1 16,3-1-11-16,2 2-13 0,-4 2-16 0,0 1-10 16,1 2-17-16,0 2-4 0,-8 1-4 0,17 4-8 15,-8 2-8-15,0 3-7 0,-2-3-5 0,1 5-9 16,-2-4-6-16,1 5-14 0,-2-2-32 0,3 6-39 16,-3-5-34-16,-2-1-46 0,1 1-43 15,2-4-35-15,-3 3-147 0,0-4-359 0,0-1 160 0</inkml:trace>
  <inkml:trace contextRef="#ctx0" brushRef="#br0" timeOffset="98403.25">11303 7583 137 0,'-6'-4'214'0,"6"4"9"0,0 0-6 0,-13 24-15 0,6-9-16 16,-1 2-6-16,3 1-14 0,-1 6-16 0,-5-1-9 15,6 1-15-15,3-8-14 0,2 2-8 0,1-2-12 16,0 0-5-16,4 0-8 0,2-1-8 0,3-5-4 16,-1 1-4-16,7-1-8 0,1-4-5 0,1 0-4 15,1-1-4-15,10-3-1 0,-9-4-8 0,1 0-9 16,-3-1-5-16,0-6-7 0,-1 5 0 0,2-2-7 16,-2-2 3-16,-6-1-5 0,-2 2 4 0,5-4-2 15,-6 1 2-15,2-3-1 0,-7 1-3 0,2-3-1 16,-2 4 4-16,0-1 1 0,-3 0-4 0,-3 0 3 15,1 4 7-15,-1-1 0 0,1 3 1 0,2 6-3 16,-8-7-1-16,8 7-1 0,-14 1 7 0,4 5 1 16,-2 3 0-16,0-1 0 0,1 9-3 0,-2-3-1 15,1 1-2-15,3 3-6 0,-2 6-26 0,8-7-30 16,-1-2-52-16,2 1-66 0,4-4-69 0,-1 4-199 16,7-1-472-16,5-2 209 0</inkml:trace>
  <inkml:trace contextRef="#ctx0" brushRef="#br0" timeOffset="98878.52">11940 7939 2712 0,'11'-6'136'0,"-2"1"-85"0,1-1-18 0,1-1 27 15,-2 1 15-15,0-3 20 0,-2 2 26 0,1 0 14 16,1-3 6-16,1 1 4 0,-1-3-7 0,0 3-6 16,2-1-7-16,-2-1-11 0,1-1-14 0,2 2-9 0,0-3-8 15,1 2-9-15,-1-3-4 0,2 2-10 16,-1 0-4-16,-5 0-7 0,1 5-8 0,1-6-24 15,-4 4-2-15,-1-1-7 0,-1 3-4 0,0 1-1 0,-2 1-1 16,-2 5 4-16,3-8-14 0,-3 8-7 0,0 0-11 16,0 0 11-16,0 0 7 0,0 0-8 15,0 0 13-15,0 0-9 0,-13 29 7 0,10-17 1 16,-1-2-4-16,2 0-3 0,1-2 8 0,2 4 17 16,1 0-15-16,0-2 2 0,2-2 2 0,-1-1 1 0,3 1-8 15,-1-3-2-15,4-1 4 0,-1-3-16 0,2 1-9 16,3-1 0-16,-2-4-11 0,2 2-4 0,-1-6-1 15,-1 2 3-15,1-2 1 0,-5 1 10 16,1-4-5-16,1 0 7 0,0 0-6 0,-2 1 8 0,-1 1-2 16,1-3 13-16,0-4-8 0,-4 4 0 15,1-1 3-15,-1 2 4 0,1 1-1 0,-2 0 5 0,0 4-4 16,-2 5 3-16,4-10-4 0,-4 10-3 0,2-4-3 16,-2 4 9-16,0 0 16 0,0 0 14 0,1 19 17 15,-1-10 2-15,-3 7 6 0,1-1 12 0,-2 4-11 16,1-1-8-16,-1-3 4 0,-2 3-7 0,3 1 1 15,-2-1-1-15,1-3-7 0,4-3 2 0,-4 4-10 16,3-1-8-16,-1-3-30 0,2-3-33 0,0-2-29 16,3 3-34-16,-3-10-32 0,-1 10-41 0,1-10-48 15,0 0-65-15,-2 6-269 0,2-6-617 0,0 0 273 16</inkml:trace>
  <inkml:trace contextRef="#ctx0" brushRef="#br0" timeOffset="99043.86">12146 7444 222 0,'-3'-5'239'0,"3"5"-13"0,-3-8-18 0,3 8-28 16,-2-8-15-16,2 8-15 0,0 0-14 0,0 0-35 16,0 0-62-16,0 0-75 0,0 0-91 0,0 0-124 15,0 0-271-15,0 0 120 0</inkml:trace>
  <inkml:trace contextRef="#ctx0" brushRef="#br0" timeOffset="99817.73">13046 7914 60 0,'0'0'264'0,"-2"-12"-18"0,2 12-12 0,8-19-16 0,-1 5-13 16,4 0-10-16,1 0-15 0,1-3-9 0,5-2-16 16,0-2-10-16,-4 7-14 0,1 0-11 15,-1-2-9-15,1 1 6 0,-1 3-20 0,-5-1-9 16,2-1-3-16,-4 5-6 0,0-3-6 0,-3 1-9 16,2-1-5-16,-3 1-8 0,1 0 2 0,-4 0-7 0,2 1-2 15,-2 2-10-15,0 8-1 0,0-10-7 16,0 10-5-16,3-11 0 0,-3 11-7 0,0 0-2 0,0 0-8 15,0 0 3-15,0 0 3 0,-12 22-4 0,6-2 0 16,2-1 0-16,1 5-6 0,-1-5 2 0,2 7 0 16,2-8-1-16,0-1 1 0,4-1 5 0,1 0-1 15,1-4 7-15,1 1-10 0,7-2 1 16,-5-3-2-16,6 0 4 0,-1-4-3 0,3 0-11 0,2-4-3 16,3 0-5-16,-2-2-5 0,2-2-1 0,-3-3-1 15,0-1 0-15,-2 4 0 0,-2-5 0 0,-3 2 5 16,-1-1 5-16,-3-1-3 0,2-1 2 0,-4 1 0 15,3-4 3-15,-7 3 2 0,4-5-2 0,-4 3 2 16,0-1 4-16,0-2-4 0,0 2 6 0,0 4-5 16,-4 1 0-16,2 8 1 0,0-10-1 0,0 10-4 15,0 0 5-15,0 0-5 0,0 0 10 0,0 0 1 16,0 0 1-16,0 0-1 0,-2 35 7 16,0-25-5-16,-2 0 5 0,0 3-3 0,4-3 2 0,-2 2-2 15,4-5 0-15,-2 2 3 0,0-9 2 0,0 11-3 16,0-11 3-16,1 10-4 0,-1-10 2 0,3 6-1 15,-3-6 9-15,0 0-6 0,6 4-2 0,-6-4 0 16,0 0 7-16,18-8-3 0,-9 3 0 0,0-2-1 16,0-1 0-16,5 0-4 0,-1 0 4 0,-2 1-5 15,1 1-2-15,-2 1-3 0,-3 3 1 0,5-2 1 16,-6 6-2-16,3-2-1 0,1 3 0 0,-4 1 2 16,1 2 0-16,-1 2 0 0,-1 0-7 0,2 4-14 15,-3-2-19-15,-3 3-27 0,1-2-39 0,-2 4-43 16,0-3-54-16,-2-3-49 0,-1 2-165 0,-2-1-451 15,1 0 200-15</inkml:trace>
  <inkml:trace contextRef="#ctx0" brushRef="#br0" timeOffset="99997.67">13270 7472 136 0,'0'0'136'0,"0"0"-42"0,0 0-27 0,25 16-51 0,-8-8-92 15,9 1-80-15,3 1 36 0</inkml:trace>
  <inkml:trace contextRef="#ctx0" brushRef="#br0" timeOffset="100706.06">14024 7570 209 0,'-11'4'247'0,"11"-4"-10"0,-10 8-20 16,5 0-7-16,2 2-3 0,-3 2-19 0,3 1-13 16,-3 4-13-16,2 0-8 0,2 2-13 0,3-2-8 15,0-1-14-15,1 2-12 0,2-1-5 0,1 1-13 16,3-3-11-16,-1-1-2 0,2-1-12 0,0-3-2 15,3-1-7-15,-1 3 5 0,0-3-14 0,1-1-6 16,3-4-2-16,-3 3-2 0,3-5-7 0,-4 2 1 16,3-4-8-16,-4 0-13 0,4-2-4 0,-5 0-7 15,0-1-7-15,1-3-2 0,0 2-12 0,-1-3-3 16,-5 1-8-16,2-3 0 0,-1-1-8 0,-3 0-5 16,2-5 0-16,-2 2 1 0,0 0 0 0,-4-2 0 15,0-3 8-15,0 2 2 0,-3-1 3 0,-2 2 7 16,2-1-1-16,-3 2 6 0,4 4-1 0,-1-2 7 15,0 5 10-15,-2-2 1 0,3 3 1 0,1 3 4 16,3 3-2-16,-6-4 2 0,6 4-3 0,0 0 7 16,0 0 4-16,0 0-4 0,0 0 1 0,0 0 9 0,0 0 1 15,25 13 2-15,-12-11-1 0,1 2-1 16,5-4-1-16,0 1 0 0,0 1-1 0,2-4-1 16,0 4-2-16,1-2 1 0,-6 1-2 0,-4 0-2 15,1 1-3-15,-5 1 1 0,1-5-1 0,1 8 1 0,-2-4-3 16,-1 3 10-16,-2 1 7 0,2 2 4 15,-3 1 9-15,-2 3 20 0,-2 4-12 0,-4-1 9 16,4-1-8-16,-4 3-4 0,-1 0 11 0,2 0-18 16,1-1 1-16,0-4-4 0,2 1-4 0,-2-2-1 0,4 0-4 15,0 0 1-15,3-1-4 0,2-3-4 16,0 0 3-16,1-1-1 0,1-3-5 0,5 0-2 16,3-1-6-16,-3-2-3 0,4-2-1 0,2-2-3 15,-2 1-11-15,-2-4-3 0,0-2-2 0,-1-1 4 0,2 0-1 16,-4 0-3-16,1-3 0 0,-3-1-3 0,-1 1 0 15,0-3 0-15,-2-1 0 0,-1 0 5 0,-1-1-4 16,-3 1 3-16,-1-2 2 0,1 4 1 0,-6 2-1 16,-1-2 6-16,2 5 1 0,-1 5 0 0,-1-1 5 15,-1 2 1-15,5 4-5 0,-18 0 4 0,8 4 3 16,-3 5 5-16,-2 3 3 0,2 2 7 0,-1 3 8 16,-1 5-6-16,1-1-2 0,5-5-2 15,2 0 0-15,1-1 9 0,1 1-19 0,5-3-19 0,5 1-19 16,0 0-42-16,-1-2-42 0,5-5-48 0,6 2-36 15,3-2-40-15,0-1-139 0,0-4-416 0,6 1 185 16</inkml:trace>
  <inkml:trace contextRef="#ctx0" brushRef="#br0" timeOffset="101530.02">14985 7663 30 0,'-6'-12'224'0,"2"3"2"16,-1 3 0-16,-1 2-7 0,0 0-13 0,-3 1-12 15,9 3-6-15,-15 8-5 0,5 1-10 0,2 0 2 16,-7 5-18-16,3 2-8 0,2-5-14 0,1 4-15 16,0 3-5-16,5-6-12 0,1 0-12 0,0-2-8 15,3 1-10-15,1 0-4 0,3-2-4 0,1 1-8 16,3-4-3-16,-3 1-10 0,5-1-8 0,2-2-5 16,-1-2-7-16,2-2-2 0,0-1-7 0,-2-2-4 15,3 0-6-15,2-2 3 0,-6-2-9 0,1 4-1 16,-4-4-1-16,3-2 0 0,-1 0 1 0,-4 0 3 15,0-1 1-15,-2 0-3 0,1-2 0 0,-3-6 1 0,0 6-3 16,-1 0 4-16,0 1-3 0,1-1-1 16,-2 0 1-16,1 6 0 0,0 6 0 0,-2-12-3 15,2 12 1-15,0 0-4 0,1-7 3 0,-1 7 2 16,0 0 12-16,0 0 3 0,0 0 13 0,-8 29 1 16,6-16-9-16,2-2 8 0,0 7 4 0,-3-6 0 15,3-1-4-15,0 2 2 0,3-1-3 0,-3-1-2 16,5 1 1-16,1-5 1 0,2 2-2 0,-2-2 11 15,4-2-14-15,3-4 1 0,-1 3 2 0,4-4-4 0,2-2-1 16,4 0-9-16,-3-1 0 0,-1-3-5 0,0-1-3 16,1 1-4-16,-3-1-1 0,0-2-3 15,0-2-3-15,-7 5-3 0,4-7-2 0,-1 0 0 16,-3-1 0-16,-3-1 5 0,3 1-6 0,-6-3-1 0,-1 2 0 16,1 0-1-16,-3 2-3 0,-2 1 11 0,1 2-5 15,-1 1-1-15,2 1 3 0,0 8-4 0,-4-9 2 16,4 9-6-16,-5-4 5 0,5 4-1 15,0 0 5-15,0 0 0 0,-9 20 6 0,7-10 4 16,1 5 3-16,-1 1 3 0,0 3 4 0,5 6 4 0,-2-7 2 16,0 7-3-16,-1-10 2 0,2 3-1 0,2 2 2 15,-2-1 0-15,3-3-2 0,2 0-4 16,-5-5 5-16,-4 2-6 0,5-4 3 0,1 1-3 16,-4-1 1-16,0-3-11 0,0-6-2 0,-1 13-6 0,0-7-2 15,1-6 0-15,0 0 0 0,0 10 0 0,0-10 2 16,0 0-1-16,0 0 2 0,0 0-9 0,0 0 3 15,0 0-3-15,0 0 0 0,0 0 0 0,16-12 2 16,-4 5-2-16,-1 0 2 0,6-3-2 0,0-2 6 16,-1 2-8-16,0-3-3 0,1 3 0 0,6-6 5 15,-6 6-5-15,0-2 7 0,-1-1-3 0,-1 0 5 16,-2 0-3-16,1 0 3 0,-3 0 0 0,-2-1 8 16,1 2-5-16,-5 0 5 0,-3 0-3 0,1 2 2 15,-2 2 6-15,-1 1-2 0,0 7-1 0,-5-12 5 16,0 9-7-16,5 3 7 0,-17 0 2 0,6 5 12 15,-3 4-1-15,-2-1 9 0,1 5-1 0,1 1 2 16,0 1 2-16,1-1-1 0,3 1 2 0,0-1-6 16,4 1 5-16,0 1-7 0,5-5-1 0,1 2-13 15,4-2-20-15,4-1-17 0,6-1-35 0,0 0-48 16,2-2-57-16,4-4-59 0,1 3-21 0,11-2 22 16,1-2-141-16,1-2-403 0,0-1 179 0</inkml:trace>
  <inkml:trace contextRef="#ctx0" brushRef="#br0" timeOffset="101916.64">15926 7719 83 0,'-4'-10'184'16,"-3"2"4"-16,0 2 7 0,1-1 1 0,-2 5-3 15,-3-2-2-15,1 0-7 0,0 7-5 0,-2 0 0 16,0 1-14-16,-4 4-6 0,1 2-10 0,1 2-3 16,-1 2-6-16,3-1-11 0,-1 0-10 0,6-2-12 15,-1 3-9-15,2-2-5 0,3-4 0 0,3 3-22 16,-1-1-1-16,2-1-5 0,3-2-10 0,2-1 9 15,3 0-17-15,1-3-8 0,1-2-12 0,0-1-6 16,5-1-4-16,-5-2-3 0,8-3-11 0,0 0-4 16,-5-1-4-16,1-1 2 0,0-3-2 0,-2-4 1 0,-3 3 2 15,-4 2 2-15,5-7 5 0,-5 1-10 0,2 0 3 16,-1-9-4-16,-4 6 7 0,2-6-3 16,-1-2-1-16,-3 1 3 0,0 1-2 0,1-2-1 15,4 1 12-15,-5-1-12 0,0 8 2 0,2 1 13 0,-2 2-6 16,-1 5 11-16,3 1 10 0,-2 3-4 0,-1 7-4 15,-1-9-5-15,1 9-2 0,0 0 20 0,0 0 13 16,0 0 14-16,1 33 10 0,-3-10 2 0,2 5 2 16,-4 1-2-16,-1 1-16 0,-2-1-1 0,4 2 0 15,1-5-12-15,-2 3 0 0,4-1-10 0,4-3-24 16,1 0-37-16,3-7-26 0,-3 0-39 16,0-1-40-16,0-1-44 0,1 0-59 0,0-8-55 0,-2 4-284 15,-3-6-622-15,-1-6 276 0</inkml:trace>
  <inkml:trace contextRef="#ctx0" brushRef="#br0" timeOffset="103985.93">16627 7522 132 0,'-1'-4'203'0,"-2"-4"-3"0,3 8-17 16,-2-9-17-16,2 9-27 0,0 0-12 0,0 0-10 15,0 0-3-15,0 0 0 0,0 0-5 16,9 38-7-16,-3-10-15 0,-1 0-11 0,-1 1 0 16,1-2-8-16,-3 3-6 0,1-5-9 0,0 1 0 0,0-1-7 15,-1-7-6-15,-2-3-2 0,3-2-2 0,-3-2-7 16,1-1 0-16,-2-3-4 0,1-7 0 16,0 12 3-16,1-8 9 0,-1-4 11 0,1 8 8 15,-1-8 0-15,0 0-5 0,0 0-3 0,0 0-3 16,0 0-9-16,0 0-6 0,0 0-4 0,0-24 0 0,4 12-7 15,2-1-5-15,3-1-5 0,0-1 3 0,4-1-8 16,0 2 0-16,1 0-4 0,6-1 3 0,-3 6-3 16,1 1 1-16,-5 3-3 0,3 1-2 15,2 2-2-15,1 0 3 0,-6 4-2 0,-3 3 1 0,-1 0-3 16,0 0 6-16,0 1 1 0,-2 2-2 0,-5 2 1 16,0 1-1-16,-5 0 7 0,-1 1-7 0,-4 3 5 15,-1-3-2-15,-2 1 1 0,-3-2 3 0,-1 0 0 16,-1 0 1-16,0-1-2 0,-1-2-4 0,-1-1-3 15,5-1-11-15,1-2-15 0,-1-1-32 0,1-1-29 16,1 0-38-16,0-1-24 0,4-2-31 0,7 1-36 16,-14-4-134-16,9 1-382 0,5 3 169 15</inkml:trace>
  <inkml:trace contextRef="#ctx0" brushRef="#br0" timeOffset="104455.76">16957 7606 157 0,'10'4'196'0,"-10"-4"0"16,8 8 0-16,-3-4-7 0,-1-1-14 0,2 5-13 16,-2-3-12-16,4 3-12 0,-2 0-11 0,-1 1-13 15,4-3-8-15,-4-1-10 0,2-1-10 0,-2 2-9 16,0-2-7-16,3 1-5 0,-2-2-4 0,0-2-8 16,1 2 0-16,-7-3-6 0,14 0-1 0,-8 0-2 15,-6 0 5-15,11-4 0 0,-6 0 8 0,-5 4-2 16,8-8 4-16,-4 6 2 0,-1-5 0 0,-3 7-4 15,4-10 4-15,-2 8-4 0,-2 2 0 0,3-8-3 16,-3 8-10-16,0 0-1 0,4-6-10 0,-4 6 1 16,0 0-15-16,0 0-6 0,0 0 1 0,0 0 5 15,15 28-9-15,-10-2 2 0,2 0 0 0,1 6 3 16,1 13-2-16,2 1-2 0,0-2 2 0,1 2 10 0,-6-11-12 16,4 11 6-16,2-1 1 0,-5 2 7 0,-1-14 14 15,-1 0-16-15,0 0-6 0,-4 2 3 16,2 2 4-16,-1-3 3 0,-6 2 0 0,-1-7-4 15,1 0-4-15,-3-3 7 0,-2-8-9 0,-5 5 1 0,1-8-1 16,-4-2-2-16,3-3-1 0,-5-3-6 0,1-5-10 16,0-3-8-16,-1-5-7 0,-5-5-5 0,1-9 3 15,2-1-13-15,3-6 1 0,1-2-3 16,4-5 2-16,0-12 1 0,5 0 3 0,5 0-3 0,6-4-1 16,9 2-1-16,6 1-6 0,6 1-7 15,3 0-4-15,6 3-10 0,3 1-2 0,4 6-6 0,0 0-11 16,4 5-13-16,-1-2-24 0,2 6-38 15,1-1-30-15,0 5-30 0,-14 6-202 0,-3 1-451 16,2 0 199-16</inkml:trace>
  <inkml:trace contextRef="#ctx0" brushRef="#br0" timeOffset="105761.86">4003 8406 56 0,'0'0'177'0,"0"0"-25"0,0 0 0 16,0 0 0-16,0 0-4 0,-5 32 0 0,5-12-16 16,-4 6-10-16,3 0-12 0,-3 1-10 0,2 0-12 15,1-9-5-15,-1 0-10 0,2 4-8 0,0-5-6 16,0-1-3-16,-1-4-5 0,1-1-4 0,0-4-7 16,0 0 4-16,0-7 12 0,-1 11 9 0,1-11 13 15,-1 6 15-15,1-6-10 0,0 0-5 0,-9 0-9 16,9 0-2-16,-11-9-10 0,4 1 1 0,0-2-3 15,2 1-6-15,-1-6 2 0,-1 0-4 0,2-1-5 0,2-1-6 16,3-7-3-16,1 5-3 0,5-7-10 16,-1 2 1-16,9 0-9 0,-5 0 0 0,5 1-6 15,-1 10-1-15,2 2-2 0,2 2-4 0,2 2 2 16,0 4 2-16,-1 0-7 0,1 6 2 0,-1 3-2 16,5 9 3-16,2 2-2 0,-5 5 0 0,-3-2 0 15,0 0 3-15,-2 2-3 0,-6-4 1 0,1 0 1 16,-4-1 2-16,-1 0-1 0,0-3 1 0,-1 2 1 15,-1-2-2-15,-1-4 1 0,-2-1 2 0,0 1 1 16,-1-3-1-16,-3 0-3 0,4-7 3 0,-6 8 0 0,2-3-1 16,4-5-1-16,-10 2 1 0,10-2 1 15,0 0-1-15,-15-7 2 0,12 0-1 0,0-2-3 16,2-1 2-16,1-3-2 0,3 1-1 0,1-5-5 16,4-2-4-16,3-3-5 0,1-1-3 0,0 7-2 15,1 1 1-15,4-3 1 0,-2 5 0 0,0 4 0 0,0 0 3 16,-1 5-1-16,-1 4 2 0,5 0 1 15,-6 1 1-15,4 7 0 0,-6-1 3 0,2 6-2 16,-1-1 2-16,-2 6 3 0,-1-1-1 0,-3 3 1 16,0 3 3-16,0 2 0 0,-2-1-22 0,-2-5-23 0,0 0-32 15,-1 0-46-15,0-3-39 0,0-2-37 0,-2 2-178 16,-2-6-409-16,0 2 181 0</inkml:trace>
  <inkml:trace contextRef="#ctx0" brushRef="#br0" timeOffset="106146.05">4617 8514 76 0,'0'-10'228'0,"0"10"-12"0,0-11-18 0,0 11-21 16,0-7-19-16,0 7-12 0,0 0-5 0,0 0 0 16,0 0 3-16,4 29 1 0,0-12-14 0,-3 2-12 0,3 5-13 15,-2-4-7-15,2-2-10 0,-3 0-9 16,3-2-9-16,3 0-5 0,-1 0-7 0,-2-5-3 15,2-1-5-15,3-1-3 0,0-3-3 0,1 0-6 16,2-2-2-16,1-3-3 0,2-2 0 0,-2 0-10 0,1-2 1 16,-3-1-1-16,5-6-4 0,-6 4-2 15,0-2-3-15,-2-2 7 0,2-2-8 0,-2-1-2 0,-3-3 0 16,-1 1-1-16,0-2-3 0,-3-1 1 16,0 0-2-16,0-1-1 0,-2 0-3 0,1 2 3 15,-2 2 0-15,2 4 1 0,0 4-4 0,0 7-2 0,1-12 1 16,-1 6-4-16,0 6-4 0,0 0 1 0,0 0-2 15,0 0 2-15,0 0 4 0,0 0 3 0,1 41 3 16,0-22-3-16,3 7 0 0,-1-9 7 0,2 3-5 16,0 3 0-16,1-5 1 0,3-3-1 15,-1 1-20-15,-2-1-23 0,5-3-35 0,-3-2-44 0,0-1-62 16,4-1-43-16,-3-1-202 0,5-5-461 0,-2-2 203 16</inkml:trace>
  <inkml:trace contextRef="#ctx0" brushRef="#br0" timeOffset="106369.48">5136 8335 34 0,'0'-10'262'0,"0"4"-12"16,0 6-22-16,0-10-23 0,0 10-12 0,0 0-8 16,0 0-10-16,0 0-6 0,6 24 3 0,-3-6-2 15,1 14-4-15,-2 3-12 0,0-1-10 0,-1 1-12 16,1-3 1-16,0 3-20 0,1-3-9 0,-1 2-10 15,-1-4-12-15,1-1-4 0,0 1-8 16,-1-4-21-16,-1 0-24 0,1-6-36 0,-1-2-32 0,0-3-39 16,0 0-43-16,-1-5-59 0,1-1-43 0,0-3-226 15,0-6-490-15,-3 9 216 0</inkml:trace>
  <inkml:trace contextRef="#ctx0" brushRef="#br0" timeOffset="106806.07">5012 8571 94 0,'10'-3'165'0,"0"0"-2"0,3-1-20 15,5-1-1-15,1 3-9 0,-1-2-6 16,0 1-7-16,4 1-13 0,-2 2-5 0,1-2-9 0,-2 4-7 16,-1 0-7-16,-1 1 5 0,-5 1-16 0,2 2 8 15,-5 1 14-15,0 0 8 0,1 6 1 0,-5-1-4 16,0 3-1-16,1 2-1 0,-4-1-2 0,2 1-3 15,-3 1-9-15,2 0-2 0,-1-2-9 0,1 0-7 16,-1-6-4-16,1 2-6 0,1-1-5 0,0-3-4 16,0 0-4-16,-1-2-3 0,2 0-6 0,0-3-6 15,-1 1-12-15,3-1-13 0,-7-3-10 0,14-2-6 16,-7 2-6-16,1-4 1 0,1 0-4 16,2-1 4-16,-3-2-4 0,1-1 3 0,-1-1 5 0,1-1 0 15,-4-2 0-15,-1 1 6 0,1-6-2 0,0 0 3 16,-2 1 6-16,0-1-3 0,-1-1-1 0,0 1 3 15,-1 2-1-15,1 4 13 0,-1 1 8 0,0 3-3 16,-1 0 0-16,0 7-1 0,0-9-7 0,0 9-3 16,0 0 6-16,0 0 4 0,0 0 7 0,14 19 2 15,-7-9 1-15,-2 5 0 0,-1-2-3 0,1 3 3 16,0 2-2-16,1-2-1 0,2 0-2 0,-3 0-19 16,0-4-26-16,0 0-25 0,2-2-29 0,3 4-10 15,3-3-27-15,5-5-44 0,0 1-38 0,2-2-177 16,-1-1-412-16,-2-4 183 0</inkml:trace>
  <inkml:trace contextRef="#ctx0" brushRef="#br0" timeOffset="107373.09">5878 8629 88 0,'-4'-11'161'0,"-1"-1"6"0,-3 2-4 0,-2 0 8 16,1 3 1-16,-1 1 1 0,0 3-10 0,0 3-9 15,-3 1-9-15,2 7-5 0,-1 4-3 0,-3 0-6 16,4 4-12-16,0 0-5 0,2 1-13 0,1-1-7 15,3 1-9-15,4-2-10 0,0 0-7 0,-2-4-6 16,7 2-6-16,-2-2-3 0,2-2-7 0,0 0 2 16,1-3-12-16,3-1-9 0,1-2-7 0,0 2-8 15,-1-4-10-15,3-2-3 0,-1 1 0 0,-3-5-1 16,0 4 2-16,1-3-1 0,0-2 2 0,-2-2-3 16,-2 2-2-16,0-2 3 0,-3-2 1 0,0 0 3 15,-1-1-5-15,0-1 4 0,0 1 1 0,2-2-2 16,-2 2-3-16,0 1 2 0,-3 0-1 0,3 10 0 15,0-12 0-15,0 12-3 0,-2-10-3 0,2 10 1 16,0 0-1-16,0 0 8 0,0 0 4 0,0 0 2 16,0 0 4-16,0 27 3 0,2-15-1 0,-2-1 1 0,4 0 1 15,0 2 4-15,1-2 2 0,1 0-3 16,-2-1-1-16,5 0 3 0,1-1 0 0,-3-3 2 16,4 1-2-16,4-3 2 0,2-4-4 0,2 0-2 0,3-3 1 15,-2-2-3-15,5-4 6 0,0-3-10 0,-6 3 1 16,-2-3-2-16,1-2 2 0,-4 2 1 0,1-3-3 15,-2-1 0-15,-4 1-2 0,1-3-2 16,-1-5 2-16,-4 4 3 0,-1 1 6 0,-1-3 9 16,-2 2-6-16,2-8 2 0,-5-2 0 0,2 5-2 0,-1 4 1 15,0-5 7-15,0 7 5 0,-1 7 5 0,2-1 9 16,-1 5 5-16,0-1-10 0,1 8-13 0,0-9-11 16,0 9-2-16,0 0 1 0,0 0 10 0,0 0 13 15,-2 42 11-15,-2-15 9 0,1 4 1 0,0 1-14 16,-2 1-10-16,-1-3 14 0,2 1-13 0,-1 1 0 15,2-3-7-15,-1 1 5 0,3-5-11 0,5 1-11 16,0-7-24-16,3-6-30 0,1 1-37 0,1-1-39 16,0-3-45-16,1-1-57 0,0-5-63 0,2 1-64 15,-1-4-177-15,1-1-564 0,-12 0 250 0</inkml:trace>
  <inkml:trace contextRef="#ctx0" brushRef="#br0" timeOffset="110547.7">6855 8886 30 0,'0'0'187'0,"0"0"-15"0,-4-8-16 0,4 8-20 15,0 0-11-15,7-15-6 0,-1 7-8 16,1 1-16-16,1-2-4 0,6-2-12 0,5-7-6 0,-2 5-10 15,4-3 0-15,-4 3-14 0,5-4 1 0,-3 1-4 16,-5 4-4-16,-2 0-3 0,2 0 3 0,-3 0-1 16,-3-1-3-16,-1 3 4 0,0 1-2 0,-2 0-1 15,-1 0 7-15,-1 0-3 0,0 0 0 16,-1 0-3-16,-2 2-8 0,0 7 0 0,2-12-4 0,-2 12 1 16,0-10-7-16,0 10-1 0,0 0-4 0,-4-10-1 15,4 10-2-15,0 0-3 0,0 0 0 0,0 0-2 16,0 0 5-16,-14 16-3 0,10-4 2 15,-2 3 0-15,0 3-2 0,2-1-1 0,1-1-1 0,1 1 0 16,0-2-1-16,2 2 0 0,3-2-5 0,1-5 3 16,0 2 0-16,3-2-1 0,1 0-1 0,1-3 1 15,2-1-2-15,0 0 2 0,0-3-11 0,2-1-5 16,0-1-4-16,-1-4-7 0,2 1-2 0,-1-1-4 16,-1-3 2-16,-1 1 3 0,2-1 0 0,-4-2 0 15,0-1 5-15,0-2-6 0,-2 3 7 0,-1-4 1 16,0 2 5-16,-1-2-6 0,-2 1 4 0,-1-1 4 15,0 1 6-15,1 2-6 0,-1-2 0 0,-2 6-1 16,0 5 6-16,2-10-3 0,-2 10 1 0,1-9-2 16,-1 9-4-16,0 0 4 0,0 0 2 0,0 0-2 15,0 0-1-15,0 0-2 0,0 0 5 0,0 0 0 16,0 0 0-16,-1 29 1 0,1-21 2 0,1-1 1 16,-1-7 2-16,2 13-4 0,-2-13-4 0,1 10 9 15,2-7 1-15,-3-3-2 0,2 6 3 0,-2-6 8 16,8 2-2-16,-8-2 12 0,13 0-2 0,-13 0-3 15,14-6 2-15,-5 4-2 0,3-1-1 0,-1-2-1 16,-2 0-4-16,1 0 4 0,-1 1-6 0,1 2-5 16,-1 0 6-16,-1 0-5 0,-8 2 0 0,12-1-4 15,-12 1 3-15,14 4 0 0,-6-1-2 0,0 3 0 16,-4-1-1-16,2 3 5 0,-1 2-8 0,0 3-20 16,-2-2-14-16,-1 1-13 0,0 4-41 0,-2-4-33 15,-2 1-45-15,-3-2-125 0,0 1-318 0,0-2 141 16</inkml:trace>
  <inkml:trace contextRef="#ctx0" brushRef="#br0" timeOffset="111508.87">7878 8578 177 0,'0'0'222'0,"-1"-10"-2"0,1 10-14 0,-5-8-4 16,-3 3-2-16,2 0-18 0,-3 3-17 15,-4 0-14-15,0-1-17 0,2 6-10 0,-3 1-16 16,-3 2-5-16,2 2-8 0,-1 5-16 0,-3 6-1 0,0-1-8 16,5 3-7-16,-1 0-5 0,5-3-9 0,2-2-4 15,0 1-6-15,3-1 6 0,3 0-13 0,0-4 2 16,4-2-6-16,0 2-6 0,3-3 2 15,0 0-4-15,4 1-3 0,0-4-8 0,4-1-9 0,-1-2 1 16,2-1-2-16,2-2-10 0,2-3 1 0,0-1-5 16,0-3 1-16,-3-3 3 0,2-1-1 0,-4 2 3 15,-1-4 0-15,-3-1 4 0,0-4-2 0,-2 1 3 16,-2 1-1-16,0-10 1 0,-4 8 0 0,2-1 0 16,-3-9-1-16,-1 3 6 0,-1-1 0 0,0-1 5 15,-1 2-3-15,2 1 2 0,-2 5-1 0,2-1 3 16,0 0-1-16,1 1 2 0,0 8 7 0,-3-4 3 15,3 2 2-15,-1 4 2 0,0 4-6 0,1 5-2 16,2-10-8-16,-2 10 1 0,0 0-3 0,0-8-1 16,0 8-2-16,0 0 1 0,0 0 5 0,5 40-3 15,0-11-6-15,-5 2 4 0,4 5-2 0,-1 10 3 16,-4-10-2-16,-1 9 2 0,5-11-4 0,-2-3 3 16,0-1-3-16,2-2 4 0,1-3-2 0,0-6 0 15,2-3 1-15,-1 0 1 0,0-3 1 0,0-2 6 16,0-3-8-16,2-1 0 0,0-1 0 0,1 0-2 15,0-4-3-15,1 0-4 0,-9-2-3 0,15-4 1 16,-6 0-4-16,2-1 1 0,-3-3 1 0,0 1 5 16,0-1-1-16,-1-4 0 0,1-1 2 0,-2-3-1 15,-1 2-1-15,2-2 2 0,-5-1 0 0,-1 5-1 16,2-4 1-16,-2 4 1 0,-1 2-2 0,2 2 1 16,-2 8 0-16,0-12-1 0,0 12-2 0,1-6 3 15,-1 6-7-15,0 0 6 0,0 0 1 0,0 0 0 16,0 0 0-16,-4 29 3 0,3-18-3 0,2-1 4 15,0 1-4-15,1-1 2 0,-1-1-1 0,0 1 3 16,1-3 0-16,1 0 0 0,0-1 3 0,2-2-6 0,-5-4-2 16,9 8-4-16,-4-7 1 0,-5-1-4 15,13-1-5-15,-13 1-1 0,13-6 1 0,-3 0 5 16,-4 2-5-16,1-4 3 0,0 3 5 0,-2-4-1 16,-1-1 1-16,0 0 0 0,1 2 0 0,-2-1 4 0,-2-2-3 15,4 3 4-15,-5-1-2 0,3 3 1 0,-3 6 2 16,1-12-5-16,-1 12 1 0,1-5-1 15,-1 5 0-15,0 0 1 0,0 0-1 0,0 0 4 16,0 0 1-16,5 20-4 0,-5-10 1 0,2 1 4 0,-2 2-26 16,2 3-22-16,2-1-24 0,-1-2-32 0,3-1-24 15,3-2-39-15,-4 2-22 0,1-3-110 0,1-1-326 16,3-2 145-16</inkml:trace>
  <inkml:trace contextRef="#ctx0" brushRef="#br0" timeOffset="111717.47">8456 8590 163 0,'0'0'170'0,"-13"-4"2"0,13 4-5 16,-11 6 1-16,3 2-4 0,-5 5-3 0,0 1-12 16,3 2-9-16,0 8-12 0,4-6-9 15,0 0-10-15,3 0-6 0,-1 0-15 0,3 0-6 0,1-1-13 16,5 0 8-16,-2-1-22 0,5-1-27 0,0-1-32 15,3-2-36-15,0-5-45 0,0-1-43 0,7 0-42 16,-6-4-145-16,3-2-340 0,2-1 151 0</inkml:trace>
  <inkml:trace contextRef="#ctx0" brushRef="#br0" timeOffset="111946.04">8740 8421 48 0,'1'-11'237'0,"-1"2"-4"0,0 9-13 16,0-9-20-16,0 9-21 0,0 0-13 0,0 0-10 16,0 0 5-16,0 0 5 0,3 26-12 0,-3-1-8 15,-2 1-2-15,2 2-6 0,-1 2-7 0,1 1-8 16,0-2-11-16,0 2-11 0,0-2-6 0,-1 1-12 16,1-4-7-16,-2 0-5 0,2-1-13 0,-2-6-18 15,2-1-25-15,-1 3-28 0,-1-4-29 0,1-5-35 16,-4 1-56-16,1-4-50 0,2 1-55 0,-6-2-191 15,3-4-463-15,-4 2 206 0</inkml:trace>
  <inkml:trace contextRef="#ctx0" brushRef="#br0" timeOffset="112420.07">8547 8656 76 0,'18'-4'183'16,"3"-1"-17"-16,7 0-8 0,1-2-9 0,-1 4-14 0,-1-1-14 16,0-2-14-16,1 2-6 0,-8 0-11 15,2 3-11-15,-4-1-6 0,-4 1-5 0,0 1-9 16,-4-1-3-16,1-2-9 0,-4 3-1 0,-7 0-3 16,11-2-10-16,-11 2 7 0,9-1 3 0,-9 1-2 0,0 0-7 15,0 0 1-15,0 0-2 0,5 6 0 0,-5-6-3 16,0 0-6-16,-14 16 4 0,9-6 13 15,-1 4 2-15,1 2-2 0,-4 0 4 0,2 0-5 16,1 2-2-16,1-2 1 0,1 0-4 0,0 0-2 16,2-1-3-16,2-3-4 0,2-2 2 0,-1 0-8 0,1-2 3 15,0-1-6-15,2-1 5 0,0 0-8 0,1-2 4 16,3-2-2-16,-1 1 0 0,0-2-8 16,-7-1-3-16,19-4-3 0,-10 0-1 0,0 0-2 15,-1-3 1-15,2-1-1 0,-3 1 1 0,3-1-5 0,-3-2 5 16,-2 1-2-16,2-3 3 0,-2 2 0 0,-1-2-2 15,-2-1-1-15,1 2 2 0,2 1-1 0,-4 1 2 16,1-1 0-16,0 3-2 0,-1 0-1 0,-1 7-7 16,1-8 1-16,-1 8 3 0,0 0 1 0,0 0 7 15,0 0 6-15,0 0 2 0,7 22-3 0,-7-12 3 16,0 3-1-16,0 0-3 0,1-1-7 0,-1 4-22 16,1-5-26-16,1 5-43 0,-1 0-35 0,0-4-52 15,1-1-204-15,-2-1-413 0,1 0 183 0</inkml:trace>
  <inkml:trace contextRef="#ctx0" brushRef="#br0" timeOffset="112622.49">9135 8763 120 0,'3'-20'204'16,"4"2"3"-16,-2 0-1 0,0 1-3 0,3 2-4 15,-1 1-17-15,1 7-14 0,-1-2-19 0,3 3-15 16,-1 2-12-16,2 1-14 0,-1 6-12 0,2 1-7 15,-2 0-7-15,4 8-7 0,-2-2-10 0,-2 5-5 16,-1 0-4-16,-3 1-8 0,-1 1-27 0,-1 1-30 16,0-3-40-16,-3 1-33 0,2-3-65 0,-1 0-46 15,1-3-160-15,-3 1-381 0,0-11 168 0</inkml:trace>
  <inkml:trace contextRef="#ctx0" brushRef="#br0" timeOffset="112995.88">9525 8541 71 0,'0'0'250'0,"-19"14"-13"0,11 1-13 0,-3 1-3 16,1 9-10-16,1-7-16 0,2 11-14 0,0-4-19 15,5-5-9-15,0-1-11 0,2 0-12 0,0-1-10 16,5 0-10-16,1 0-11 0,0-1-1 0,4-4-16 15,3-2-9-15,1 0-3 0,3-4-10 0,4-3-5 16,6 1-7-16,0-7-11 0,2 1-7 0,-2-5-13 0,3 0-5 16,-9 0-8-16,2-7-4 0,-6 6-4 0,1-5-3 15,0 2-6-15,-5-2 0 0,-3-2-4 16,1 0-1-16,-2-3 4 0,-4 2-4 0,-1-2 5 16,-1 1-4-16,-2-2 5 0,-1-1 2 0,-1 7 2 0,-2-5-1 15,1 7 7-15,-1 0-2 0,-1 5 3 0,0 1 1 16,4 4 0-16,-15 0 3 0,6 6 7 15,-5 2 2-15,0 6 3 0,1 1-5 0,-2 7 2 16,1 3 0-16,2-4-1 0,3 3-1 0,6-5-19 0,0 0-31 16,3-2-46-16,1-1-73 0,3-4-65 0,0-2-192 15,2-1-448-15,8 1 198 0</inkml:trace>
  <inkml:trace contextRef="#ctx0" brushRef="#br0" timeOffset="113235.47">10351 8524 68 0,'2'-6'304'0,"-2"6"-31"16,-2-11-22-16,2 11-14 0,0 0-3 0,0 0-13 16,0 0-4-16,-9 29-18 0,7-10-18 0,-2 0-21 15,1 7-11-15,-3 2-13 0,2-1-11 0,0 0-14 16,3-3-7-16,1 5-11 0,-1-3-11 0,3 0-10 15,-2-6-37-15,2-2-29 0,-1 0-21 0,2-1-28 16,-2 0-32-16,1-5-46 0,-2-1-58 0,2-2-29 16,-2-3-43-16,0-6-144 0,-2 10-427 0,2-10 189 15</inkml:trace>
  <inkml:trace contextRef="#ctx0" brushRef="#br0" timeOffset="113602.13">10373 8548 203 0,'3'-6'209'0,"-1"1"-18"16,-2 5-3-16,0 0-2 0,7-6-9 0,-7 6-14 15,0 0-11-15,11 12-8 0,-6-4-8 0,2 4-7 16,-1-4-16-16,-1 2-9 0,3-1-6 0,-1 0-11 16,0 0-3-16,2-3-7 0,1 2-7 0,0-2-8 15,0 1-3-15,1-3-1 0,-1-2-11 0,0-1-4 16,1 0-2-16,0-1-6 0,-2-1-2 0,2 0-5 0,-2-1-1 15,0-2-4-15,1-3-1 0,-1 2-4 0,-1-3 0 16,0 1-1-16,2-1 0 0,-4 0-5 16,2-1 0-16,0 0-1 0,0 2 1 0,0-4-1 15,-3 4-3-15,-1 3-1 0,1-3-3 0,0 4-4 0,-5 3-1 16,8-2 4-16,-8 2 4 0,0 0 5 16,9 14 7-16,-6-5 15 0,-3 8 5 0,2 1 9 15,-2 1 0-15,-1 8 1 0,-3 0-5 0,0 1 1 16,2-2-2-16,-2-1-9 0,2 0-4 0,2 0-5 0,-1-8-30 15,2 2-24-15,1-2-28 0,2 0-30 0,-3-1-53 16,1-4-63-16,5 0-50 0,-3-1-221 0,3-3-513 16,-2-1 228-16</inkml:trace>
  <inkml:trace contextRef="#ctx0" brushRef="#br0" timeOffset="113761.49">10947 8848 249 0,'0'0'314'0,"7"-2"-23"15,-7 2-4-15,0 0 2 0,8-3-7 0,-8 3-26 16,0 0-23-16,0 0-24 0,0 0-23 0,0 0-20 16,0 0-29-16,11 4-49 0,-11-4-41 0,0 0-46 15,0 0-73-15,1 8-90 0,-1-8-92 0,0 0-171 16,0 0-460-16,0 0 204 0</inkml:trace>
  <inkml:trace contextRef="#ctx0" brushRef="#br0" timeOffset="117759.56">12010 8581 185 0,'-2'-10'233'0,"-4"2"-14"16,3 3-11-16,-4 0-12 0,0 1-13 0,-2 3-8 15,-5-1-14-15,-3 5-6 0,-3 3-6 0,0 3-12 16,-9 2-10-16,3 5-14 0,2-1-11 15,5-2-9-15,2 0-4 0,3-2-15 0,3 2-7 0,2 0-8 16,5-1-8-16,-1-1-6 0,2 1-1 16,6 0-6-16,4 1-2 0,4 1-3 0,2 0-1 15,4-3-8-15,9 2 2 0,-2-1-3 0,1 0 0 16,0 1-7-16,-4-6-1 0,6 3-4 0,-10-3-2 0,1 1-1 16,-2 0 1-16,0 1-7 0,-7-3 4 0,1 2-5 15,-4-4 1-15,-1 4 0 0,-4-1-1 0,-1-7 2 16,-3 11-2-16,-7 0 0 0,1-4 10 15,-10 3-9-15,-5 1-1 0,4-3 2 0,-9-1 0 0,1-1 2 16,0 1-10-16,1-4-3 0,-2 1-12 0,6-2-12 16,1-2-19-16,4 1-28 0,-4-1-19 0,8-1-24 15,4-1-31-15,2-1-36 0,-1 1-20 0,4-1-166 16,5 3-406-16,-3-10 181 0</inkml:trace>
  <inkml:trace contextRef="#ctx0" brushRef="#br0" timeOffset="118013.48">12046 8879 40 0,'5'4'158'0,"4"0"-11"16,-3 1 1-16,3 2 7 0,-2-3-7 0,3 1-7 15,-4-2-4-15,3 2-4 0,-1-1-10 0,2-2-10 16,3-1-7-16,-1-1-8 0,1-1-6 0,0-1-5 16,5-3-6-16,0-1-1 0,0 0-5 0,-2-4 3 15,-3 2-7-15,0-2 1 0,-3 2 1 0,-1-1-5 16,-2-1-3-16,0 1-6 0,-5-2 1 0,0 0-8 15,-2-1-4-15,-4 0-1 0,-1 0-9 0,2-1-6 16,-6 4-3-16,-2-3-4 0,-3 1-1 0,-1 3-17 16,-1 3-18-16,-3 0-22 0,1 5-26 0,-1 3-23 15,1 2-29-15,2 4-26 0,-1 1-39 0,3 0-45 16,-1 3-126-16,5 1-376 0,6-3 167 0</inkml:trace>
  <inkml:trace contextRef="#ctx0" brushRef="#br0" timeOffset="118573.06">12538 8983 2041 0,'14'-2'110'0,"-1"-1"-82"16,-5 0-8-16,4-1-6 0,-3 0 14 0,0-2 17 15,-2 0 16-15,7-5 5 0,-6 2 9 16,1-1-4-16,-1-1 8 0,2-2-12 0,-1-2 3 16,5 2-6-16,-6-2-6 0,3 3-5 0,1-2-5 0,-1 0-2 15,1 1-7-15,-3-1-1 0,-1 5-3 0,1-5 5 16,-1 4-4-16,0-5-5 0,1 3-3 0,-4 0 2 15,2 2-4-15,-3 2-2 0,-2 2 0 16,1-2-3-16,-1 4 1 0,-2 4-11 0,4-8 3 0,-4 8-5 16,0 0-5-16,4-4 5 0,-4 4-3 15,0 0-4-15,0 0-2 0,-17 24 4 0,7-10 1 0,4 2-1 16,-1 1-3-16,-1 0 0 0,2 0-1 0,2-2 5 16,4-1 5-16,0-4-5 0,4 4-2 15,2-4 0-15,-2 0-4 0,5-1 5 0,-1 0 4 0,4-4 6 16,1 0-12-16,1-4 1 0,6 0 0 0,-2-3 1 15,0-2 2-15,2-1-7 0,-1 0 3 0,-4-3 1 16,1 1 0-16,-7 1 1 0,0 0-2 0,0-1-3 16,0-2 4-16,-3-1-3 0,-1-1 2 0,1-1-3 15,0 1 8-15,-2-1-9 0,-2 2-1 0,2-3 4 16,-4 5-2-16,1-1-1 0,0 3 1 0,-1 6-4 16,3-9-4-16,-3 9 0 0,0 0-1 0,0 0 1 15,0 0 4-15,0 0-2 0,0 0-3 0,0 0 4 16,6 27 4-16,-6-18-3 0,2 0 11 0,-2-3-11 15,1 1 3-15,1 0-1 0,-2-7 3 0,7 12-3 16,-7-8 3-16,0-4 2 0,7 9-2 0,-3-5 9 16,2-2-5-16,-6-2-1 0,12 2 0 0,-5-2 1 15,-7 0-1-15,11-2-1 0,-1-3 0 0,-2 4 2 16,-1-2-4-16,-1 0-4 0,-6 3 8 0,14-2 1 16,-14 2-8-16,11-1-4 0,-4 1 1 0,-7 0-10 15,9 3-11-15,-9-3-11 0,7 8-23 0,-3-3-33 16,-4-5-37-16,2 11-40 0,-2-6-39 0,0-5-57 15,-6 15-153-15,4-10-455 0,-6 3 201 0</inkml:trace>
  <inkml:trace contextRef="#ctx0" brushRef="#br0" timeOffset="118979.43">13614 8493 222 0,'0'0'255'0,"0"-7"2"0,0 7-7 15,0-9-18-15,0 9-25 0,0 0-23 0,0 0-20 16,0 0 13-16,0 0 10 0,4 33-7 0,-2-7-19 16,1 2 7-16,-1 1-28 0,0 1-7 0,3 3-22 15,-3-3-6-15,1 0-14 0,1 0 0 0,-2-2-11 16,2-1-11-16,1 0-4 0,-3-2-8 0,0-7-31 15,6-2-24-15,-8 0-42 0,2 0-34 0,-2-4-37 16,0-4-53-16,0-1-43 0,0-7-42 0,-2 12-213 16,2-12-500-16,-10 3 222 0</inkml:trace>
  <inkml:trace contextRef="#ctx0" brushRef="#br0" timeOffset="119680.18">13654 8707 123 0,'16'-14'130'15,"5"-4"-14"-15,3 1 0 0,-4-2-5 0,3 2 3 16,-1-1-4-16,0 1 1 0,-3 5-1 0,-2 1 3 0,2-2 2 16,-4 1-1-16,-1-1-6 0,-1-1 0 0,-4 5-2 15,0 1 0-15,-2 0 3 0,1 0 4 16,-3 4-10-16,-5 4-11 0,7-4-11 0,-7 4-7 16,5-4-10-16,-5 4-8 0,0 0-7 0,0 0-5 0,2 17 0 15,-2-4 1-15,-5 4-5 0,-1 7-2 16,-2 2-5-16,2 2 2 0,-1 0-6 0,-1 1-3 15,0-1-3-15,4-5 0 0,-3-4-5 0,3 1 0 16,0-4-2-16,3 0 1 0,-1-3-3 0,0-2 1 0,0-1-9 16,2-2-4-16,0-2-5 0,0-6 4 0,-2 10-9 15,2-10 3-15,0 0 0 0,2 7-1 0,-2-7 3 16,0 0 2-16,13-3-2 0,-13 3 2 16,16-7-4-16,-5 3 2 0,0-3 0 0,3 2 1 0,-3 1 1 15,5-3-2-15,-3 3 0 0,0 2 12 0,6-1-2 16,-1 1 3-16,-5 1-3 0,8 0 11 0,-8 2-4 15,9-4 1-15,-4 1-4 0,0 2-1 0,3-4-1 16,-4 2-1-16,2 0-2 0,-4-1 2 0,1 0 1 16,-5 0-1-16,1 1 7 0,-2-2-10 0,-3 2 4 15,1-1-2-15,0 0-3 0,-3-1 4 0,-1-1-2 16,-4 5 0-16,8-9-5 0,-7 2 3 0,-1 7-1 16,2-9-2-16,-2 9 2 0,2-13 1 0,-2 6-1 15,0 7-2-15,0-12-2 0,0 12 1 0,-4-8-3 16,4 8-1-16,0 0-1 0,0 0 0 0,0 0 0 15,0 0 2-15,0 0-5 0,0 0 7 0,0 0-5 0,1 29 1 16,-1-18 0-16,3 0-1 0,0-1 9 16,-1 2-6-16,3-2 3 0,-1 1 3 0,5-3 4 15,-3 1-6-15,4-2-1 0,-1-1 3 0,-1-1 0 16,2-2 0-16,1-2-2 0,0-2 5 0,0-1-5 0,0 0 2 16,-2-2 0-16,-3 0 2 0,0 0-3 15,3-5 2-15,-1 2-1 0,-4 1 2 0,2-2-4 16,-1-1 0-16,-1 0 2 0,0-1-2 0,0-1 0 15,-3 2-1-15,2-1-1 0,-2 0 4 0,1 2-3 0,-2 8-1 16,4-8 0-16,-4 8-3 0,3-8-5 16,-3 8 3-16,0 0-3 0,0 0 7 0,0 0-4 15,0 0 5-15,5 24 4 0,-5-13 3 0,0 2-1 16,-3 3 3-16,3-2-2 0,-1 1 1 0,1-3-3 0,0 3-5 16,-1-3-18-16,-2 0-26 0,3-1-34 15,-2-1-42-15,0 1-57 0,0-5-27 0,-1-1-224 0,-1 0-464 16,4-5 206-16</inkml:trace>
  <inkml:trace contextRef="#ctx0" brushRef="#br0" timeOffset="119855.42">14236 8538 2151 0,'-2'-11'19'0,"-1"-1"46"0,1 6-17 16,0-4-21-16,0 4-9 0,2 6-4 0,-2-10-5 15,2 10-11-15,-2-8-6 0,2 8-13 0,0 0-19 16,0 0-25-16,0 0-44 0,0 0-70 0,15 18-143 16,-5-14-347-16,-2 5 154 0</inkml:trace>
  <inkml:trace contextRef="#ctx0" brushRef="#br0" timeOffset="120249.98">15016 8664 16 0,'-14'-10'262'0,"5"2"-8"16,1 3-17-16,-3 1-18 0,1 2-9 0,-1 0-15 16,-3 4-19-16,1 6-11 0,-5 5-2 0,-3 6-20 15,3 3-11-15,-2 0-10 0,5 2-5 0,1 1-20 16,3 0-11-16,2-1 0 0,2-5-17 0,7 0-6 15,2-2-9-15,5 1-2 0,4-2-17 0,-2-2-24 16,7 1-25-16,1-5-22 0,8 3-29 0,2-6-43 16,3-1-20-16,-1-4-30 0,2-2-23 0,1-2-10 15,-3-2-9-15,0-2-115 0,1-1-339 0,-11 0 150 0</inkml:trace>
  <inkml:trace contextRef="#ctx0" brushRef="#br0" timeOffset="120974.09">15242 8882 102 0,'12'-15'42'0,"-3"-2"12"0,-1-1 10 15,-3-1-1-15,1-1 4 0,-2-5 11 16,-2 7 7-16,-3 1-9 0,0 0 13 0,-1 5 3 0,0-2 16 15,-1 5 4-15,-1-1-8 0,0 2-5 0,2 3-5 16,2 5-7-16,-13-3 7 0,13 3 1 16,-18 12 1-16,4 0 2 0,-3 6-10 0,1 2 3 15,4-4-8-15,-2 5-9 0,3-4-2 0,2 2-8 0,2-3-4 16,1 0-7-16,4 1-4 0,0-6-4 0,4 2-6 16,-1-3 1-16,0 1-5 0,1-4-3 0,4 1-1 15,-1-1-2-15,0-3-5 0,4 0 4 0,-3-2-5 16,7-2 0-16,-3 0-5 0,2-1 3 0,-2-3-3 15,-1 1-1-15,2-2-4 0,-4-2 1 0,2 0-3 16,-4-1 2-16,3-1-1 0,-2-2-5 0,-1 1 2 16,-1-2 1-16,0-3-4 0,0 1 5 0,-4 0-5 15,2-1 4-15,0 2-3 0,1-1-1 0,-3 1 2 16,3 5 0-16,-3 1-5 0,0 7-3 0,0-10-2 16,0 10 1-16,0 0-5 0,0 0 9 0,0 0-10 15,0 0 3-15,0 0 2 0,-3 35 1 16,2-19-3-16,1-4 4 0,-1 0 1 0,1 0 0 0,1-1 0 15,3-1 8-15,0-1-5 0,-1 1 8 0,4-2 5 16,1-1 1-16,2 0-2 0,-1-3 1 0,1-1-2 16,4-2-1-16,-1-1 0 0,1-2 0 0,2-2-3 15,-4 0 3-15,6-1-5 0,-9-3 1 0,3 3-1 16,-1-3-4-16,-3 0 2 0,2-2-4 0,-5 0-1 16,0 0 2-16,0-2-1 0,0-2 0 0,-4 1-1 15,2 2-1-15,1-2 1 0,-3 0-2 0,0 3-2 16,1 0-1-16,-1 4 0 0,-1 6-1 0,1-10-5 15,-1 10-2-15,0 0-2 0,0 0 1 0,0 0 2 16,4 20 2-16,-4-8 1 0,0 8-1 0,-1-1 0 16,-2 7-1-16,1 0 3 0,-2-1 4 0,-1-5 1 15,3-1-1-15,-1 0 1 0,-1-1-1 0,1-6-3 0,3 2 2 16,-1-2 3-16,0-3 3 0,1 2-4 16,-2-3 11-16,2-8-6 0,-2 10 2 0,2-10-1 15,2 7 2-15,-2-7-2 0,7 3 1 0,-7-3-2 16,11 0 3-16,-11 0-4 0,18-7-4 0,-8 2-6 0,7-2-1 15,-3-3-13-15,1 0-1 0,0-3-4 0,0 0 8 16,-2 0-4-16,-1-3-4 0,5-5-4 16,-4 4 7-16,-3 0-1 0,-4-2-1 0,1 2 4 0,-2 1 4 15,0 1-3-15,-4 5 13 0,0-2 5 0,-1 3 9 16,0 9 7-16,-2-11 0 0,2 11-4 0,-9-3 0 16,9 3-1-16,-14 7 1 0,5 1 1 0,-4 4-1 15,1-1-2-15,0 5-4 0,2-3 2 16,3 4 3-16,2 0 3 0,0 0-4 0,1-3-1 0,8 3-22 15,0-5-30-15,2 2-48 0,1-2-53 0,7 1-52 16,-1-3-43-16,1 0-134 0,5-3-405 0,1 1 180 16</inkml:trace>
  <inkml:trace contextRef="#ctx0" brushRef="#br0" timeOffset="121133.98">15982 8911 119 0,'0'0'230'0,"0"0"-6"0,0 0-5 0,0 0-14 16,0 0-16-16,0 15-18 0,0-15-15 0,-3 13-14 16,3-13-15-16,-2 15-10 0,0-8-22 0,2 0-38 15,0 3-47-15,-1-1-57 0,1-9-73 0,0 12-196 16,0-12-342-16,0 0 152 0</inkml:trace>
  <inkml:trace contextRef="#ctx0" brushRef="#br0" timeOffset="121393.57">16428 8595 255 0,'0'0'268'0,"0"0"-15"0,0 0-3 15,0 0 2-15,-4 33-7 0,4-14-6 0,1 7-7 16,-1 2-21-16,2 2-15 0,-2-1-20 0,1 1-13 0,0-5-15 15,2 3-15-15,-1 1-12 0,0-2-16 0,0-1-7 16,-2-9-5-16,1 2-17 0,-1 1-20 16,0-4-34-16,-1 3-19 0,0-7-30 0,-3 2-23 0,-1-2-36 15,0-2-35-15,0 0-36 0,-2-5-45 0,2-1-28 16,-2-1-37-16,-1-2-143 0,8-1-443 0,-13-4 197 16</inkml:trace>
  <inkml:trace contextRef="#ctx0" brushRef="#br0" timeOffset="121853.25">16378 8886 28 0,'10'-13'163'0,"-1"0"-5"0,4 1-7 0,0-3-9 16,0 2 0-16,1 0 0 0,0-1 3 0,-3 2 3 15,1-1-7-15,2 2-7 0,-3-3-6 0,2 3-7 16,-4 2 1-16,-1 0-12 0,-1 0 0 0,1-1-10 16,0 2-7-16,-2 1-6 0,-1 1-5 0,0-1-5 15,0 3-7-15,-1-1-8 0,-4 5-4 0,5-6-11 16,-5 6-4-16,0 0-7 0,0 0 6 0,0 0-5 15,13 13 0-15,-10-3-4 0,-3 1-1 0,1 4-9 16,-2 2 4-16,0 0-2 0,-2 2-2 0,0 0-5 16,2-2 3-16,-2 2-7 0,1-4 1 0,-1 3-6 0,2-5-2 15,1 1-9-15,0-1 0 0,3-4-1 16,-2 3 0-16,3-4 7 0,-2 3-8 0,4-2 4 16,0-1-2-16,0-1-2 0,-1-1 1 0,3 2 3 15,1-3 7-15,1 1-8 0,0-2 2 0,7-1-1 0,-7 0 0 16,2-2 6-16,6 0-8 0,-2-2 1 15,0 0 3-15,1-2 0 0,-1-2 4 0,-3 1-7 16,1-1 6-16,-1 1-6 0,-1-2 3 0,2-2 1 16,-4 1 5-16,-1-1 0 0,0-1 6 0,-1-2-3 0,0 3 4 15,-5-2 12-15,1 1 8 0,-1-1 2 0,-3 1-6 16,0 2 4-16,0 7 0 0,-3-12 3 16,-1 7-2-16,4 5-2 0,-11-5-3 0,11 5 3 15,-17 3-6-15,6 3 4 0,1 0-7 0,1 3 2 0,-3 4-2 16,5-2 1-16,-1 2-2 0,3-2-2 0,2 1-4 15,2-1-20-15,1 0-28 0,1-1-31 16,4-1-34-16,3 1-48 0,5-3-63 0,3-4-65 16,1 1-239-16,1-6-553 0,1 2 244 0</inkml:trace>
  <inkml:trace contextRef="#ctx0" brushRef="#br0" timeOffset="122919.59">4147 9401 1939 0,'2'-6'101'0,"2"1"-51"0,-4 5-33 0,5-8-18 16,-5 8-1-16,0 0 7 0,0 0 0 0,23 19 12 15,-13-2 0-15,1 7 3 0,1 3 4 0,-3 5 4 16,2 0-2-16,0 0 1 0,-2 0 0 0,-1-3-1 16,0 0 0-16,0-1-1 0,-4-8-3 0,0-1-3 15,1-2-2-15,-1-1 6 0,0-6-6 0,-2 0 2 16,-1-1 5-16,1-3 13 0,-2-6 14 0,2 10 15 15,-2-10 15-15,0 0-16 0,0 0-2 0,0 0-3 16,0 0 1-16,0 0-5 0,0 0-2 0,0 0-10 16,-12-21-1-16,10 10-7 0,4-1 12 0,1-3-3 0,4-2-14 15,0 0-8-15,4 0-4 0,4-8-5 16,-1 3-9-16,4 2 0 0,0 2-1 0,-3 5-6 16,3 2 0-16,-4 3-2 0,-1 3 2 0,5 1 3 15,-7 4-7-15,2 1-1 0,-3 3-1 0,2 2 4 16,-1 2-3-16,1 5 6 0,1 0-2 0,-2 0-5 0,-2 1 4 15,1-4 3-15,2 4 0 0,-2-2-3 16,-1-2 6-16,4 1-3 0,2-1 1 0,0-1 1 16,-4-3 2-16,5 0 2 0,1-1 2 0,2-5-1 15,0 0-2-15,0-1-2 0,2-4 3 0,-2-1-3 0,-1 1-3 16,1-2 4-16,-5-2-1 0,-1 3 2 16,-3-2-2-16,-1-2 0 0,-1 0 5 0,-2 0-2 15,-2-2-2-15,0 1-4 0,-2-4 2 0,-2-2-1 16,-2 5 1-16,2-5 1 0,-3 5 4 0,1 2 2 15,-2 0 3-15,2 2 0 0,-1 2-4 0,-1 1-1 0,4 5-3 16,-9-4-4-16,9 4 3 0,-13 9-4 16,6 0 2-16,-2 6 1 0,-2 0 1 0,-1 10-4 15,4 0 5-15,0 0-3 0,6-7-1 0,0 7 7 16,4-7-1-16,2 0-15 0,1-2-18 0,2-1-20 16,5 1-35-16,-1-3-46 0,2-2-55 0,5-1-63 15,1-3-215-15,-2-2-500 0,12-4 222 0</inkml:trace>
  <inkml:trace contextRef="#ctx0" brushRef="#br0" timeOffset="123141.21">5224 9467 6 0,'1'-12'275'0,"0"3"3"0,1 2-10 0,-1 1-24 0,-1 6-22 15,1-7-26-15,-1 7-10 0,0 0 7 16,0 0 0-16,3 21-4 0,-2-4-6 0,0 2-3 0,1 6-9 15,-2 3-13-15,0-3-19 0,-2 2-13 16,2 0-6-16,0 0-8 0,2-8-12 0,-2 7-9 0,1-6-16 16,0 4-35-16,1-6-38 0,-2-2-33 15,2 1-28-15,0-5-49 0,-2 1-57 0,0-1-68 0,-2-3-61 16,0-1-183-16,2-8-515 0,-7 11 228 0</inkml:trace>
  <inkml:trace contextRef="#ctx0" brushRef="#br0" timeOffset="123303.16">5091 9682 2127 0,'8'-10'57'0,"-1"0"-41"0,1 3-19 15,0 1 2-15,1-1 1 0,1 2 0 0,2 0 0 16,5-1 1-16,4-2 0 0,-2 4 0 0,10-3-11 16,-1 0-26-16,3 1-20 0,2 2-28 0,1-5-35 15,-2 5-27-15,0-2-27 0,-4 3-90 0,-7-4-284 16,1 4 126-16</inkml:trace>
  <inkml:trace contextRef="#ctx0" brushRef="#br0" timeOffset="123422.22">5626 9554 106 0,'0'0'182'0,"0"0"-14"0,0 0-7 15,0 0-9-15,0 0-7 0,0 0-9 0,0 0-12 16,0 0-12-16,0 0-9 0,0 0-18 0,0 0-36 16,0 0-48-16,3-10-53 0,-3 10-74 0,0 0-99 15,0 0-243-15,-15-13 108 0</inkml:trace>
  <inkml:trace contextRef="#ctx0" brushRef="#br0" timeOffset="132588.51">6013 9861 78 0,'0'0'204'0,"0"0"-12"0,0 0-8 0,0 0-3 15,0 0-1-15,0 0-7 0,0 0-4 0,0 0-10 16,0 0-8-16,0 0-13 0,17-17-9 0,-5 12-13 16,4-7-8-16,13 0-6 0,-1-2-13 0,-5 3-8 15,1-2-9-15,-5 3-7 0,-3 1-4 0,-1-3 10 16,-5 5 2-16,0 1-13 0,-1-1-5 0,-1 1-6 15,-4 1-1-15,0 0-7 0,-4 5-4 0,2-11-5 16,-2 11-3-16,-2-13-3 0,-4 8-5 0,0 0 1 16,-4 0-6-16,0 2 3 0,-2 0 2 0,-7 6-12 15,4 0-1-15,-5 0 1 0,1 4-2 0,-3 5-3 16,5-1 0-16,1 2 1 0,-4 5 2 0,3 1-5 16,8-2 1-16,2-1-2 0,0 1 2 0,2 1-1 15,5-1 3-15,6-1-4 0,1-2-10 0,5 0-22 16,5 0-13-16,6-1-33 0,0-2-35 0,4-3-33 15,3-4-36-15,-1-2-14 0,0 0-25 0,1 0-165 16,0-6-417-16,0 0 185 0</inkml:trace>
  <inkml:trace contextRef="#ctx0" brushRef="#br0" timeOffset="132913.44">6520 9765 2 0,'2'-15'158'0,"0"0"6"0,-2 4-1 0,0 1 9 15,1 3 4-15,0-1-1 0,-1 8-12 0,2-11-20 16,-2 11-15-16,0 0-11 0,0 0-3 0,0 0 4 0,0 0-3 15,0 0-10-15,2 36 0 0,-3-18-4 16,0 2-8-16,-1 4-4 0,2 1-10 0,0-5-9 16,2 7-3-16,-1-10-7 0,-4 4-7 0,1-6-7 15,4 0-3-15,0-1-5 0,-2-4-2 0,0-3-6 16,0 0 3-16,0-7-5 0,2 10 4 0,-2-5 7 16,0-5 17-16,3 8 9 0,-3-8-5 0,0 0-7 15,0 0-8-15,0 0-2 0,-3-32-6 0,3 17 0 16,-1-3-5-16,1 0-2 0,-1-8-8 0,2 3 2 15,-1-5-11-15,1 1-15 0,-1-2 2 0,-1-3-10 16,7 0-5-16,-3-4 1 0,1 2-10 0,-1 1 3 0,1 0 4 16,3 4-6-16,3 5 0 0,1 0-3 15,-6 11-7-15,1 1-20 0,-5 6-13 0,5-1-11 16,-1 4-11-16,-5 3-12 0,12 1-23 0,-12-1-24 16,15 15-24-16,-10 0-33 0,2 4-28 0,-5 5-119 0,-4-5-379 15,-5 6 167-15</inkml:trace>
  <inkml:trace contextRef="#ctx0" brushRef="#br0" timeOffset="133261.84">6499 9832 96 0,'0'0'161'0,"18"0"-5"0,-18 0-5 16,16-9-7-16,-6 5-8 0,3-1-6 0,0 1-9 15,0 1-6-15,5-1-13 0,-4 1-6 16,-1-1-7-16,-1 4-12 0,-1 0-7 0,0 3 1 0,-1 1 2 15,-1-1 1-15,0 2 1 0,1 3 2 16,-5 0 0-16,1 2-1 0,1 5-6 0,-3-3-4 0,-1 2-2 16,1 4-5-16,0-1 0 0,-2-2-11 15,1 0-2-15,-2-5-3 0,-1 2-6 0,0-5-5 16,0-1-1-16,2 2-1 0,-2-8-3 0,2 9 15 0,-2-9 9 16,0 0-3-16,0 0-4 0,0 0-4 15,0 0-1-15,0 0-1 0,0 0-2 0,-1-27-3 0,1 14-2 16,0 1-2-16,0-5-4 0,1 0-1 15,1-2-5-15,1-7 0 0,1 1-2 0,3-5-9 0,1 3-11 16,0-5-1-16,0 2-18 0,2 0-8 0,3 1-7 16,0 3-13-16,-1 1-15 0,-3 7-28 0,2 4-37 15,-1 0-49-15,-1 8-39 0,-3 2-26 16,-1 2-131-16,-5 2-405 0,9 9 179 0</inkml:trace>
  <inkml:trace contextRef="#ctx0" brushRef="#br0" timeOffset="133526.2">6942 9900 107 0,'0'0'240'0,"16"-3"-6"16,-5 0-2-16,0-5-6 0,-1 0-10 0,0 1-8 15,2 0-11-15,1-3-14 0,2-2-17 0,-2-1-13 16,0 1-14-16,-1-2-12 0,1-2-16 0,-1 1-5 16,-2-1-11-16,-2 2-9 0,-1-2-10 0,-2 0-5 15,-3 5-8-15,1 0 2 0,-4 1-10 0,0 1-3 16,1 9-3-16,-5-10-8 0,-2 8-5 0,7 2-6 15,-18 2 2-15,7 6-1 0,-6 3-1 0,-3 7-2 16,-2 3-7-16,2 1-2 0,2-3-4 0,2 5 1 16,4-7-6-16,2 6 3 0,3-6-3 0,3-1-17 15,4 0-14-15,-1-1-23 0,5 2-19 16,4-7-36-16,4 1-52 0,5-2-52 0,1-2-43 0,0 2-214 16,2-7-497-16,2-1 220 0</inkml:trace>
  <inkml:trace contextRef="#ctx0" brushRef="#br0" timeOffset="133751.57">7370 9690 106 0,'-4'-4'267'16,"4"4"-17"-16,-8-5-13 0,8 5-8 0,0 0-1 16,-19 9-11-16,11 0-3 0,-2 5-3 0,0 1-8 15,2 0-17-15,-2 3-19 0,4-1-15 0,-1-1-18 16,2 3-11-16,4-3-10 0,1 1-11 0,3 0 7 15,0 0-27-15,5 0-20 0,1-4-11 0,0-4-28 16,2-2-28-16,3 0-33 0,5 0-25 0,-2-5-32 16,4 1-37-16,0-3-40 0,9-6-33 0,-3-1-26 15,-7 1-18-15,0-1-131 0,-2-1-410 0,0-2 181 16</inkml:trace>
  <inkml:trace contextRef="#ctx0" brushRef="#br0" timeOffset="133946.62">7662 9607 2 0,'-1'-25'178'15,"2"8"25"-15,1 6 25 0,-2-1 11 0,0 3 2 16,1 3-17-16,-1 6-15 0,1-8-24 0,-1 8-5 16,0 0 23-16,0 0 11 0,0 0 0 0,-2 33 5 15,2-12 1-15,-3 3-12 0,-1 2-21 0,-2 1-15 16,2 0-18-16,0 1-17 0,2-4-10 0,-1 2-14 16,2-7 1-16,0-1-28 0,2 7-33 0,0-7-58 15,0-3-49-15,3 0-41 0,-1-2-44 0,-1-3-55 16,1 1-56-16,2-1-48 0,-3-1-249 0,-2-9-590 15,0 0 261-15</inkml:trace>
  <inkml:trace contextRef="#ctx0" brushRef="#br0" timeOffset="134218.18">7527 9769 214 0,'0'0'208'0,"0"0"-4"0,0 0-10 0,23-4-12 15,-9 1-18-15,4 2-13 0,2-2-8 0,8 0-13 16,0 2-11-16,2-4-12 0,-4 2-9 0,-6 0-8 16,2 2-10-16,-4-2-8 0,-1 3 2 0,-4 0-14 15,1 0-4-15,-5 0-3 0,4 3-2 0,-5-2 1 16,-1 2 7-16,0 2 7 0,-1 0 10 0,0 3 3 16,-2-3 0-16,0 1-1 0,-1 4-4 0,-2-1-5 15,0 1-7-15,1 1-2 0,-2 1-9 0,-2 0-2 16,0-1-10-16,1 0-14 0,-2-1-25 0,3 0-32 15,-1 0-39-15,1-10-69 0,-2 13-68 0,1-6-82 0,1-7-149 16,0 15-473-16,0-15 210 0</inkml:trace>
  <inkml:trace contextRef="#ctx0" brushRef="#br0" timeOffset="134715.17">7880 9636 92 0,'9'7'167'0,"2"1"-10"0,4 1 0 0,-2 3-7 16,3-1-8-16,-2 0-10 0,-2 2-14 0,3-3-7 16,-3 1-10-16,1 0-9 0,-3 1-4 0,-1-2-7 15,-1 1-7-15,-3-4-5 0,1 0-10 0,1 1-2 16,-4-1-5-16,0-2-7 0,-3-5-5 0,7 9-4 0,-5-4-5 15,-1 1 0-15,-1-6-1 0,4 6 0 16,-4-6 1-16,0 0 8 0,4 7 7 0,-4-7 7 16,0 0 1-16,0 0-1 0,0 0-1 0,0 0 2 15,0 0-3-15,18-13-5 0,-13 9 5 0,3-1-2 16,-2-1 3-16,0 3-3 0,1 1-2 0,-7 2-3 0,14-5 0 16,-5 4-3-16,-1 1 2 0,1-3-4 15,4 3 1-15,-1 2 2 0,2-1-2 0,-2 2-8 16,-1-3-4-16,3 0 0 0,-4 1-4 0,3-1 4 15,-13 0-6-15,23-1-2 0,-11-2-4 0,-5 0 2 0,4 0 0 16,-4 0-2-16,0-1-1 0,-1 1-5 0,-2-3-1 16,-4 6-1-16,4-13 3 0,-3 6-5 0,-1 0 2 15,0 7-1-15,1-15-3 0,-1 15 1 16,-6-10-1-16,2 3-3 0,-1 2 1 0,-4 1-3 16,9 4 2-16,-14-1-1 0,14 1-1 0,-18 4-1 0,8 2-5 15,-1 1 4-15,-1 6-1 0,-5 6 1 16,4-4-1-16,4 3 2 0,0-1 2 0,4 1-23 0,0-2-35 15,4 3-50-15,2 1-70 0,7-5-57 16,-3 0-251-16,1-5-526 0,2 0 233 0</inkml:trace>
  <inkml:trace contextRef="#ctx0" brushRef="#br0" timeOffset="135368.47">9185 9922 221 0,'-3'-11'219'0,"3"-4"-9"0,1-1-13 0,2-1-9 16,2 0-24-16,6 0-18 0,0 1-5 0,-4-3-15 16,10-2-10-16,-7 4-9 0,7-3-12 0,-7 2-7 15,-1 5-12-15,2-2-4 0,-4 3-8 0,2-1-6 16,-4 1-5-16,2-1-6 0,-4 2-6 0,1 1-3 16,-4 1 1-16,0-1-6 0,0 10-1 0,-1-12-5 15,1 12 2-15,-2-10-3 0,2 10-3 0,0 0-7 16,0-7 0-16,0 7-4 0,0 0 1 0,0 0-1 15,-12 21 1-15,7-6 0 0,-2-1 0 0,2 4-4 16,2 1 1-16,1-1-3 0,2-1 3 0,1 0-4 0,0-1 0 16,3-3 0-16,0-2 2 0,3 4-1 15,3-5 0-15,-4-1-3 0,10 1 4 0,-4-5-7 16,0-1-5-16,6-1-2 0,-4-1-4 0,0-1-2 0,0-2 3 16,2-4-5-16,0-1 3 0,-2 1 0 0,-4 0 1 15,0-1-3-15,2 0 5 0,-5-2-4 0,0-1 7 16,-1 1-1-16,-2-1 4 0,2 3-5 15,-3-3 1-15,-1 0 2 0,1 1 1 0,0 0-3 0,-3 8 3 16,2-11 0-16,-2 4-2 0,0 7 2 0,1-9 0 16,-1 9-4-16,3-5-1 0,-3 5 1 15,0 0 1-15,0 0 1 0,0 0 0 0,0 0 1 16,0 0 2-16,0 0 3 0,0 0-5 0,14 12 0 16,-10-7 5-16,-4-5 0 0,10 7 0 0,-6-4-3 0,4 0 6 15,-1-1-2-15,0 1-2 0,-1 0 0 0,1 0 1 16,1-1-4-16,-1 0 0 0,-1 1 1 0,1 0 1 15,2 3-1-15,-2-1 2 0,-2 1-2 0,2 0 4 16,-1 1-3-16,-2 3-12 0,0-2-37 0,0 2-40 16,-3-1-40-16,1-2-39 0,-2 2-196 0,0-9-396 15,0 0 175-15</inkml:trace>
  <inkml:trace contextRef="#ctx0" brushRef="#br0" timeOffset="136229.03">10038 9639 59 0,'0'0'248'0,"-28"2"-6"0,18 2-3 16,0 2-14-16,-2 0-11 0,-2 4-12 0,-1 1-7 15,3 2-4-15,0 3-13 0,-5 5-17 0,8-4-11 16,-1-1-20-16,2 0-12 0,3-1-11 0,-1 3-10 0,4-1-9 15,2-2-11-15,2-2-5 0,4 3-8 0,-1-7-3 16,3 1-6-16,1-3-3 0,2 0-9 16,1-4 1-16,3-1-16 0,-2-1-9 0,7-2-5 15,-1-1-6-15,2-5-2 0,-1 1-6 0,0-5 6 0,-3 1-10 16,-4-2 1-16,0-2 0 0,-2-1 2 0,0-2-1 16,-1-1 0-16,-1-5-3 0,-1-2-1 0,-3 0 2 15,1-2-1-15,-2 1-2 0,0-2 3 16,-2-4-1-16,2 1 0 0,-3 1-1 0,2 0 5 0,0 1-2 15,-2 2-1-15,1 2 1 0,0 9 4 0,-2 5 5 16,0 0 2-16,0 5-2 0,3 1 0 16,-3 5-4-16,0 0-2 0,0 0 1 0,0 0-1 0,2 20 1 15,-4 9 8-15,-3 3 5 0,0 15 4 0,1-13 6 16,2 2-1-16,-7 11-4 0,5-13 0 0,3-2 0 16,1-2 10-16,1-3-12 0,3-2 1 0,0-7 8 15,-1 0-14-15,4-2 2 0,-1-6 1 0,2 1-1 16,1-2 0-16,-1-1-1 0,3-3-4 0,1-1 2 15,-1-3 2-15,4-1-6 0,2-2-2 0,0-1-5 16,-1-2-9-16,2-1 4 0,-1-2-3 0,-3 1-4 16,-4-1 3-16,1 0-7 0,1-3-2 0,-3-4-3 15,-1 5 5-15,1-5-5 0,-6 4-3 0,3 1 2 16,-4 0 4-16,-1 2 3 0,1 3 4 0,-2 5-3 16,2-10-3-16,-2 10 4 0,0 0-2 0,0 0 4 15,0 0 3-15,0 0 0 0,0 0 7 0,-16 19 2 16,10-9 0-16,1 2 0 0,0-3-1 0,3 1 0 15,-1 0-3-15,2-2 4 0,1 2 3 0,0-10-3 16,2 12 5-16,2-8-1 0,0 1 1 0,-4-5-1 16,12 6 4-16,-5-5-4 0,5-1 1 0,-2-1-2 15,2 0 0-15,0-2 1 0,-2 0 0 0,1-5-4 16,-1 2 6-16,0 1-8 0,-1-1 4 0,-1-1 0 16,-2 1 2-16,1-1-4 0,-2 3 1 0,-1-1 2 15,-4 5-3-15,6-6-3 0,-6 6-1 0,6-5-2 0,-6 5 5 16,0 0-6-16,0 0 0 0,0 0 8 15,8 12-3-15,-7-6-6 0,2 2-17 0,-2 1-36 16,2-3-37-16,-1 1-44 0,1-1-61 0,1 3-53 16,1-1-193-16,1-4-485 0,2 1 215 0</inkml:trace>
  <inkml:trace contextRef="#ctx0" brushRef="#br0" timeOffset="136444.1">10822 9651 87 0,'-13'0'265'0,"0"3"-8"0,0 3-10 0,-1 5-18 0,-1-1-10 15,3 0-26-15,5 4-10 0,-1-2-16 0,3 2-13 16,0 1-16-16,2-1-12 0,3 1-13 0,3 1-5 16,2-1-12-16,1-4-12 0,7-1-26 0,0 2-29 15,3-4-38-15,2 0-40 0,0-2-48 16,3-3-55-16,-2 0-34 0,1-3-39 0,0-2-115 0,1-2-367 15,-2-1 163-15</inkml:trace>
  <inkml:trace contextRef="#ctx0" brushRef="#br0" timeOffset="136658.2">11050 9542 97 0,'0'-15'225'0,"0"3"15"0,-1 3 1 15,1-3-8-15,0 12-16 0,-1-9-20 0,1 9-21 16,0 0-7-16,0 0 12 0,0 0 21 0,0 0 7 15,-4 37-4-15,-1-10-21 0,1-2-15 0,2 1-15 16,-4 0-13-16,4 1-20 0,-2-2-5 0,1 1 3 16,0-7-20-16,1 6-18 0,-3-1-12 0,3 1-23 15,-1-9-41-15,2-1-29 0,0 2-34 0,-2-4-28 16,2-3-28-16,1 0-37 0,-3 2-40 0,3-5-44 16,0-7-25-16,-2 8-204 0,2-8-500 0,0 0 221 15</inkml:trace>
  <inkml:trace contextRef="#ctx0" brushRef="#br0" timeOffset="137114.13">10983 9664 76 0,'10'-3'182'0,"0"1"-16"0,3-2-8 16,1 1-13-16,4 2 1 0,0-1-10 0,1 0-14 15,0 1-3-15,2-2-7 0,-1-1-12 16,-2 4-2-16,2-2-8 0,-2 1-3 0,-5 0-8 0,1 1 2 15,-1 0-8-15,-3 0-8 0,-1 0 1 0,-9 0-2 16,13-2 1-16,-13 2 3 0,9-1 4 0,-9 1-7 16,0 0-2-16,9 3 3 0,-9-3 6 15,-2 8 4-15,2-8-3 0,-5 12-4 0,-1-2-5 0,1-1-5 16,1 1-7-16,-1 0-4 0,2 0 0 0,-3 0 0 16,2 0-8-16,0-1 0 0,2-1-1 0,-1-3-6 15,2 3-2-15,1-8-6 0,-1 11 1 0,1-11-4 16,0 0-2-16,2 8-2 0,-2-8 0 0,5 5 0 15,-5-5-7-15,11 3 4 0,-11-3-4 0,11-3 2 16,-11 3-5-16,13-5 2 0,-7 3-3 0,0-1-1 16,0-1-3-16,0 0-2 0,-6 4 1 0,13-9-3 15,-9 4 1-15,-1 0 1 0,3 0-2 0,-6 5-1 16,5-10 0-16,-3 4 0 0,-2 6 0 0,5-7 1 16,-5 7-3-16,6-4-4 0,-6 4 3 0,0 0-1 15,0 0 3-15,0 0-2 0,0 0 1 0,0 0 0 16,4 20 6-16,-5-10-1 0,1 2 0 0,-1-1 0 15,1 0 0-15,0 2-9 0,0-2-23 0,2 1-27 16,0-1-31-16,0 1-43 0,1-2-43 0,0 2-28 16,0-3-37-16,0-1-196 0,-1-1-471 0,0-2 209 15</inkml:trace>
  <inkml:trace contextRef="#ctx0" brushRef="#br0" timeOffset="137299.14">11481 9764 112 0,'6'-11'168'0,"2"1"7"16,-4 4 3-16,2 0 1 0,-1 1-9 0,-1 3-4 16,-4 2-6-16,11 0-15 0,-11 0-8 0,11 5-13 15,-8 1-8-15,-1 1-15 0,1 2-9 0,-2 1-7 16,0 1-14-16,2-1-29 0,-4 2-33 0,2-2-35 16,0-1-44-16,-1 0-39 0,4 0-37 0,-4-1-168 15,2-3-339-15,-2-5 151 0</inkml:trace>
  <inkml:trace contextRef="#ctx0" brushRef="#br0" timeOffset="137634.19">11741 9652 55 0,'0'0'221'0,"0"0"15"0,0 0-5 0,0 0-3 15,-25 15-8-15,15 0-9 0,-3 7-10 0,1 0-8 16,-3 2-7-16,7-7-17 0,-2 1-13 15,3 0-11-15,2 1-13 0,0-1-3 0,2 0-9 0,3-2-8 16,3-3-10-16,1-1-10 0,-1 0-7 16,5-1-9-16,-3 0-5 0,8-4-4 0,-3-2-11 0,8 0-12 15,-1-2-4-15,0-4-10 0,1-1-5 0,3-3 1 16,-1-1-16-16,-2 0-4 0,3-3-7 0,-4 1-2 16,-1-1-1-16,0-2-1 0,-4 0 1 0,-2 3 7 15,-3-4 0-15,-1 3-11 0,-2-3-2 0,-2 1 1 16,0 3 1-16,-2 1 2 0,0 7 7 0,-4-12-9 15,4 12-3-15,-7-3 4 0,-3 1-1 0,10 2 2 16,-20 6 6-16,9 0-5 0,0 3 6 0,-3 1 3 16,1 2-1-16,2 0-1 0,2 1-20 0,2 3-34 15,2-1-53-15,1-2-68 0,2-4-70 0,2 2-257 16,2 1-542-16,5-3 241 0</inkml:trace>
  <inkml:trace contextRef="#ctx0" brushRef="#br0" timeOffset="138183.14">12389 9918 267 0,'12'-14'276'0,"1"0"-17"0,1-2-1 0,4-3-21 16,2 1-17-16,-2 0-13 0,4 0-16 0,-1-1-22 15,-1 2-10-15,0 0-20 0,3 0 1 16,-4-1-24-16,2 1-10 0,-3 4-12 0,-5 1-4 15,-2 0-17-15,-1 5 8 0,-2 0-5 0,-3 2-2 0,-1 1 2 16,2 3-3-16,-6 1-11 0,4-6-8 16,-4 6-6-16,0 0-1 0,0 0 9 0,-14 22 2 0,3-11 1 15,-1 5-5-15,-1 0 21 0,3 0-15 16,0 3-3-16,1-3-2 0,4-6-5 0,3 6-8 0,0-4 1 16,2-1-2-16,2-2-3 0,1 1-5 0,5-1-4 15,4-4 7-15,-1-1-2 0,4 0-17 0,6-3 12 16,-1 0-7-16,0-2 0 0,0 0-1 0,1-2-5 15,2-1-2-15,-2-1-3 0,-2 1 0 0,-4-4 12 16,3 3-18-16,-4-4 5 0,-1 3-11 0,-2 0 20 16,-2-2-14-16,-1-1-5 0,0-1-8 15,-3 1 4-15,1-1-5 0,-2-1-2 0,0-2-3 0,0 2-2 16,-2-2-11-16,2 1 13 0,-1 1-2 0,-1 1 6 16,-2 3 3-16,2 1-7 0,-2 6-5 0,2-10 18 15,-2 10-11-15,3-6-8 0,-3 6 9 0,0 0-1 16,0 0 10-16,0 0 0 0,-12 29 12 0,6-13 9 15,-2 0 7-15,0 1 8 0,1 0 0 0,-4 0 0 16,-5 6 0-16,6-1 3 0,-2-4-2 0,3 4 0 16,0-4-3-16,-1-4-4 0,2 2 2 0,1 1-2 15,-1-3 5-15,5-3-8 0,1 1-8 0,-3-1 1 16,3 0-7-16,0-1-4 0,1-2-33 0,1-2-25 16,0-6-34-16,-2 9-23 0,2-9-17 0,-2 7-38 15,2-7-54-15,-9 4-60 0,9-4-65 0,0 0-248 16,0 0-640-16,-27-13 284 0</inkml:trace>
  <inkml:trace contextRef="#ctx0" brushRef="#br0" timeOffset="138358.71">12705 9448 22 0,'0'0'231'0,"0"0"-17"0,-8-3-22 15,8 3-19-15,-7-6-16 0,7 6-33 0,-10 0-42 16,10 0-61-16,-10-2-54 0,10 2-82 16,-11-4-63-16,1 0-194 0,5 1 86 0</inkml:trace>
  <inkml:trace contextRef="#ctx0" brushRef="#br0" timeOffset="140207.72">13605 9703 86 0,'-4'-10'234'0,"-2"1"-8"0,-2 4-12 0,1-3-11 15,-1 2-15-15,-2 3-14 0,-1 2-16 0,2 2-8 16,-3 4-10-16,-5 2-10 0,-1 1-12 0,2 1-14 16,0 5-8-16,3-2-12 0,1 0-11 0,4 0-7 15,5-2-5-15,-3 1-4 0,6-1-7 0,-2 0-7 16,2-1-4-16,2 1-4 0,2-4-6 0,1 0-7 16,3 0-3-16,4-2-2 0,-3 1-4 0,2-5-4 15,1 3 2-15,-2-3-3 0,1-2-4 0,3-1 3 16,-5-1-3-16,3 2-2 0,-3-3 4 0,-3 0-3 15,1 2 2-15,2-1-3 0,-6 1 1 0,3 0-2 16,-6 3 0-16,7-5-5 0,-7 5 2 0,0 0-6 16,14 9 5-16,-8-2-2 0,-2 4 3 0,1 6 4 15,-3 2-1-15,0 0 4 0,-2 10-1 0,-2-1 4 16,0-1-2-16,-3 2 3 0,-1-1-3 0,-6-2 1 16,3 0 2-16,-4-1-3 0,-1-2 7 0,-1 1-6 15,1-2 1-15,1-5-5 0,-5 2 5 0,5-5-9 16,-2-1-17-16,0-2-32 0,1-3-30 0,1-1-43 15,2-3-22-15,2-1-43 0,-2-2-207 0,2-1-428 16,9 0 190-16</inkml:trace>
  <inkml:trace contextRef="#ctx0" brushRef="#br0" timeOffset="140405.47">13719 9765 152 0,'5'-4'236'15,"-2"1"-25"-15,-3 3-22 0,6-7-16 0,-6 7 8 0,0 0 1 16,0 0-5-16,0 0-21 0,11 14-14 0,-7-6-16 16,1 1-8-16,-2 1-13 0,1 5-11 0,-2-2-6 15,3 2-12-15,-3-5-25 0,0 3-24 16,2 2-34-16,-4-3-34 0,4 0-41 0,-3 5-41 0,2-5-47 16,-3-1-174-16,2 1-372 0,-4-2 165 0</inkml:trace>
  <inkml:trace contextRef="#ctx0" brushRef="#br0" timeOffset="140893.47">13756 9590 48 0,'0'0'101'0,"0"0"-8"0,0 0 0 16,0 0-15-16,13 20-3 0,-7-12-14 0,2 3-3 15,3 3-1-15,2 3-12 0,-1-3-6 0,1 2-6 16,1-2-4-16,-3 0 8 0,-1 0-11 0,2-1 8 16,-5-3 7-16,1 0 0 0,-1-2-9 0,1 1 5 15,-4-2 9-15,0 1 8 0,0-2-9 0,-2 0 0 16,-1 0-6-16,-1-6-4 0,4 7 2 0,-4-7-9 16,2 6 8-16,-2-6 5 0,0 0 7 0,2 8-3 15,-2-8 4-15,0 0 5 0,0 0-3 0,0 0-3 16,0 0-5-16,0 0-3 0,0 0-8 0,0 0 1 15,0 0-3-15,0 0-8 0,15-16 1 0,-11 10-1 16,0 1-4-16,1-1 4 0,-1 2-2 0,3-1-4 16,-2-2 4-16,1 2-9 0,0 0 6 0,1-3-5 15,1 3-1-15,2-1-3 0,-3-1 1 0,0 2-1 16,5-2-2-16,-6 3-1 0,3-2 0 0,1 0-1 16,-4 1 0-16,3 0 4 0,-5 2-4 0,2-2-3 15,-6 5 5-15,10-8-2 0,-4 6 0 0,-6 2-1 16,5-5 4-16,-5 5-6 0,2-6 8 0,-2 6-4 15,0 0 1-15,0 0-2 0,0 0-1 0,0 0 1 0,-15-5-2 16,15 5 5-16,0 0-3 0,-18 9-2 0,9-2-1 16,0 1 1-16,4 1-3 0,-1-1-2 15,-1 3-3-15,3 1-22 0,-1 0-28 0,3 5-29 16,2-2-44-16,0-2-43 0,0 2-130 0,2 1-326 0,2-5 145 16</inkml:trace>
  <inkml:trace contextRef="#ctx0" brushRef="#br0" timeOffset="141084.37">14250 9787 67 0,'9'-8'213'0,"-5"-3"-1"0,6 1-3 16,-2 1-2-16,-1 1-15 0,-1 3-14 0,0-2-19 16,2 6-16-16,-8 1-14 0,13-2-13 0,-4 4-10 15,1 1-11-15,-4 1-10 0,3 3-10 0,0 1-5 16,0 2-22-16,-4 1-23 0,5 3-42 0,-3 1-48 15,3-2-51-15,-2-3-49 0,-3 2-163 0,1-2-355 16,2-3 157-16</inkml:trace>
  <inkml:trace contextRef="#ctx0" brushRef="#br0" timeOffset="141463.79">14806 9552 61 0,'-1'-6'275'16,"1"6"-25"-16,0-10-34 0,0 10-10 0,0 0-16 16,0 0-4-16,0 0-5 0,0 0-4 0,0 0-13 15,0 41-12-15,-1-25-11 0,1 2-18 0,-2 2-10 16,1-2-9-16,0-2-16 0,-4 2-5 0,3-1-6 16,0-2-6-16,-1 1-10 0,1-4-8 0,0-2-12 15,0 1-13-15,1-2-6 0,-1-1-11 0,2-8-3 16,2 13 3-16,-2-13-9 0,1 9 3 0,1-4-3 15,-2-5-4-15,8 3 4 0,0-1 1 0,-8-2-1 16,15-2-2-16,-6-1-2 0,5 2 5 0,-1 0-3 0,1-1-6 16,-3 2 5-16,0 2-1 0,1-1 3 15,-3 1-1-15,-3 0 2 0,2 2 4 0,-4 0 0 16,1 0 8-16,-5-4 11 0,0 13 8 0,-3-3-3 16,-5 2-1-16,-2-1-5 0,-2 2-1 0,-3-1-2 0,-2 1 1 15,0-1-2-15,1 0-5 0,-10 0-17 0,7-2-22 16,0-1-24-16,2 0-24 0,-3-3-30 15,9-1-32-15,0-1-25 0,2-3-35 0,2 0-35 16,7-1-172-16,-8 2-435 0,8-2 192 0</inkml:trace>
  <inkml:trace contextRef="#ctx0" brushRef="#br0" timeOffset="141872.07">15041 9728 98 0,'8'-2'211'0,"-3"-1"-11"16,4 0 0-16,-9 3-8 0,14-3-5 0,-14 3-4 15,9 1-7-15,-9-1-12 0,8 2-14 0,-3 2-11 16,-5-4-17-16,9 5-9 0,-9-5-13 0,7 6-6 16,-7-6-10-16,6 4-11 0,-6-4-3 0,7 3-9 15,-7-3-9-15,4 3 0 0,-4-3-7 0,8 3-1 16,-8-3-8-16,0 0-4 0,0 0 2 0,0 0-5 16,6 2-3-16,-6-2-3 0,0 0-3 0,0 0-7 15,4 8 1-15,-4-8-3 0,3 6-2 0,-1-1 0 16,-1 5 10-16,2 2 8 0,-1 5 1 0,0 2 13 15,-4 1-4-15,2 6 0 0,0 1 0 0,0 4 0 16,-3-1-5-16,-2 2 0 0,0-1-2 0,0 1-2 16,-4-2-2-16,3 1 5 0,-1-4-9 0,1 2-5 15,-1-2 6-15,-2-3-6 0,1-6 9 0,-2 0-9 16,-2-1-4-16,-1-4 3 0,-3 0 10 0,-1-3-13 16,0-3-4-16,-1-1-1 0,0-1-1 0,5-3 3 15,0-3-3-15,3-2-6 0,1-3-11 0,1-2-1 16,5-3-12-16,0-7-6 0,6-7 2 0,8-3-14 15,5-2-5-15,9-10-7 0,8-1-9 0,4 2-7 16,-1 2-9-16,0 1-3 0,2 5-5 0,-7 11-15 0,2-2-9 16,-2 2-23-16,1 0-29 0,-4 3-41 0,-1 4-200 15,-8 4-436-15,0-2 193 0</inkml:trace>
  <inkml:trace contextRef="#ctx0" brushRef="#br0" timeOffset="142520.84">7840 11194 16 0,'-5'-17'216'0,"0"2"-4"0,4 2-2 16,-2 3-11-16,0 3-18 0,3-1-20 0,0 8-20 0,-2-7-18 16,2 7-5-16,0 0-1 0,0 0 13 0,6 28-10 15,-4-2-1-15,-2 3-6 0,-2 2-5 16,1 5-7-16,1 10-6 0,-1-10-9 0,-1 12-9 16,2 0-8-16,-5-15-7 0,5-1-4 0,0-2-4 15,0-5-4-15,2-5-5 0,-2-2-5 0,0-4-6 0,1-4 1 16,0 0-8-16,0-1-5 0,-1-1-2 0,0-8-1 15,-1 9 1-15,1-9 0 0,1 9-3 16,3-6 0-16,-4-3 1 0,17 0 0 0,-6-3-2 16,7-2-5-16,2 0-1 0,6-2-4 0,4-4-11 0,-1 3-21 15,0-3-23-15,1 0-32 0,-2 1-40 0,3 2-52 16,-1-2-46-16,0 3-225 0,-4-1-479 0,3-1 213 16</inkml:trace>
  <inkml:trace contextRef="#ctx0" brushRef="#br0" timeOffset="142688.79">8538 11449 1933 0,'0'0'34'15,"2"-8"23"-15,-2 8-16 0,0 0-9 0,4-8 2 16,-4 8 7-16,4-3 9 0,-4 3-6 0,0 0-10 16,0 0-6-16,6-7-3 0,-6 7-2 0,12-2-11 0,-3-1-21 15,5 1-28-15,-1 0-38 0,7 2-50 0,-2 0-44 16,-1 3-161-16,-7-1-356 0,3 2 159 15</inkml:trace>
  <inkml:trace contextRef="#ctx0" brushRef="#br0" timeOffset="142831.41">8680 11607 153 0,'-6'6'184'0,"6"-6"3"0,0 0-8 0,-6 5-12 15,6-5-17-15,0 0-13 0,0 0-7 0,0 0-21 16,19 7-5-16,-5-9-28 0,6 2-42 0,8-3-41 0,6-3-62 15,5-1-63-15,0 0-102 0,15-11-253 0,-2 1 112 16</inkml:trace>
  <inkml:trace contextRef="#ctx0" brushRef="#br0" timeOffset="143128.37">9707 11107 262 0,'2'-7'281'0,"-2"7"-30"16,2-9-28-16,-2 9-21 0,0 0 0 0,0 0-2 0,0 0 8 16,10 33-5-16,-7-7-14 0,-1 0-21 0,-2 3-16 15,0-1-15-15,-1 1-8 0,0-2-13 0,-1 3-14 16,1-3-10-16,0-1-9 0,0-1-9 0,-2-5-1 16,3-4-7-16,0 2-12 0,0-7 2 15,0 2 5-15,0-3-24 0,3-4-4 0,-3-6 4 0,1 12-7 16,0-5 2-16,2-3-1 0,-3-4-9 0,5 9 1 15,-1-6-1-15,2 0 1 0,7-2-3 0,-2-1-13 16,5-1-23-16,-3-2-18 0,6-2-27 0,-1 2-24 16,1-2-31-16,-1 2-37 0,0-2-39 0,1 1-37 15,-3 0-29-15,3 3-202 0,-6-1-498 0,3-2 220 16</inkml:trace>
  <inkml:trace contextRef="#ctx0" brushRef="#br0" timeOffset="143327.24">10154 11392 151 0,'0'0'253'0,"2"-9"1"0,-2 9-3 16,2-5-15-16,-2 5-17 0,0 0-20 0,0 0-17 15,5-6-19-15,-5 6 6 0,0 0-2 0,0 0-1 16,0 0-8-16,2 32-10 0,-4-22-13 0,1 6-16 16,-1 3-7-16,2-3-10 0,-3 2-9 0,3 0-11 15,0 2-9-15,-1-5-28 0,2 2-40 0,0-5-40 16,-2 4-39-16,2-5-36 0,1 2-59 0,0-1-60 15,-1-2-249-15,2 0-518 0,-3-10 230 0</inkml:trace>
  <inkml:trace contextRef="#ctx0" brushRef="#br0" timeOffset="143594.14">10684 11358 2159 0,'-7'-9'122'0,"5"4"-37"0,2 5-24 15,-8-9-16-15,8 9-7 0,-4-7 8 0,4 7-1 16,-4-5 6-16,4 5 0 0,0 0 3 0,0 0-5 16,-4-5-6-16,4 5-6 0,0 0-2 0,0 0-3 0,0 0-6 15,27-4 0-15,-9 1-5 0,3 2-2 16,0 0-12-16,2-1-16 0,3-1-15 0,2 3-27 15,-7-1-32-15,0-1-32 0,-3 2-37 0,0-1-35 16,-6 1-40-16,0 0-141 0,-3-2-397 0,-9 2 175 0</inkml:trace>
  <inkml:trace contextRef="#ctx0" brushRef="#br0" timeOffset="143791.68">10857 11179 184 0,'0'0'242'0,"0"0"-18"0,-5-8-20 0,5 8-22 16,0 0-11-16,0 0 3 0,0 0-4 0,0 0-5 16,-5 32-3-16,3-15-11 0,0 2-16 0,1 1-13 0,-3 3-12 15,3 2-12-15,0-5-2 0,1-1-12 0,-4 7-11 16,2-8-18-16,2-1-21 0,0 9-32 16,2-7-46-16,-1-2-52 0,0-1-59 0,1-5-51 15,0 5-184-15,2-5-422 0,1-5 187 0</inkml:trace>
  <inkml:trace contextRef="#ctx0" brushRef="#br0" timeOffset="144091.97">11306 11103 16 0,'1'-8'284'0,"-1"8"-31"0,2-8-25 16,-2 8-19-16,0 0 7 0,0 0-3 0,0 0-5 15,5 27-7-15,-4-9-18 0,-2 5-8 0,1 5-19 16,1-1-12-16,-1 0-1 0,1-2-17 0,-2 2-7 16,2-2-12-16,-1-6-11 0,0 1-7 0,3 0-6 15,-1-3-10-15,0 0 8 0,-1-5-21 0,0 1-12 16,0-4 2-16,2 1-9 0,0-3 0 0,-1-1-3 16,1-1-4-16,-3-5-3 0,5 10-2 0,0-6-11 15,-5-4-16-15,14 2-21 0,-3-2-22 0,3-2-23 16,-1 2-24-16,1-2-19 0,2-2-17 0,1-1-38 15,-1 1-33-15,0-4-7 0,1 2-17 0,1 2-5 16,-4-3-168-16,4 0-425 0,-5 4 189 0</inkml:trace>
  <inkml:trace contextRef="#ctx0" brushRef="#br0" timeOffset="144522.18">11698 11378 31 0,'0'0'138'0,"7"0"-11"0,-7 0-1 0,0 0 0 15,6-3 4-15,-6 3-3 0,0 0-1 0,0 0-3 16,0 0-6-16,0 0 1 0,0 0 0 0,0 0-5 0,0 0 2 15,15 5 7-15,-15-5-3 0,6 3-3 16,-2 2-9-16,-4-5 5 0,7 6-14 0,-3-3-6 16,1 0-9-16,0 2 0 0,-5-5 3 0,9 8 12 15,-4-5-11-15,0 2 1 0,2 0-7 0,-2-1-1 0,-1-1-4 16,-4-3-7-16,9 3-5 0,-9-3-8 0,6 4 8 16,0-1-4-16,-6-3-8 0,5 3 5 0,-5-3-3 15,0 0-9-15,6 4 3 0,-6-4-13 16,6 3 6-16,-6-3-4 0,0 0-8 0,0 0 3 0,4 5 1 15,-4-5-3-15,1 9 2 0,-1-9-1 0,1 10 3 16,-1-2 8-16,3 0 11 0,-6 3 3 16,1 2 9-16,-4 3 10 0,-5 6 8 0,1-6-10 0,-2 5-5 15,-2 2-3-15,-1 1-5 0,3-8-2 0,0 0-15 16,3 0 1-16,-1 1-5 0,-2-4-10 0,7 0 4 16,-1-4-3-16,0-1-1 0,4-3-8 0,-1 1 3 15,-2-2-9-15,5-4 4 0,-3 7-9 0,3-7 7 16,-6 7-1-16,6-7-2 0,0 0 2 0,0 0-2 15,0 0-2-15,12 3 1 0,-12-3-3 0,24-6-5 16,-2 2-22-16,10-5-14 0,-4 1-26 0,1-1-31 16,2-1-20-16,-2-1-19 0,3 0-19 0,2-1-18 15,-5 0-21-15,0 3-24 0,2-1-36 0,-3 1-22 16,3-1-9-16,0 0-20 0,-1-1-205 0,-1 2-541 16,0-2 239-16</inkml:trace>
  <inkml:trace contextRef="#ctx0" brushRef="#br0" timeOffset="145303.28">12309 11171 97 0,'0'0'178'0,"0"0"-1"0,0 0-7 16,0 0-3-16,2-7-2 0,-2 7-8 0,0 0-7 15,0 0-8-15,0 0-8 0,0 0-8 0,0 0-4 16,0 0-10-16,0 0-3 0,0 0-9 0,0 0-3 0,0 0-4 16,0 0-9-16,0 0-4 0,0 0-6 0,0 0-7 15,0 0-4-15,0 0-10 0,0 0 0 16,0 0-6-16,0 0-4 0,0 0-7 0,0 0 10 15,0 0-18-15,0 0-3 0,0 0-3 0,0 0-2 0,0 0-4 16,0 0 0-16,0 0-2 0,0 0 0 0,0 0-2 16,0 0 1-16,0 0-2 0,0 0 1 0,0 0-4 15,0 0 0-15,0 0-3 0,0 0 0 16,0 0 0-16,0 0-1 0,0 0-2 0,0 0 3 0,0 0-4 16,0 0 3-16,0 0-4 0,0 0 3 0,-25 7-3 15,25-7 2-15,0 0-2 0,-10 0 1 0,10 0 2 16,0 0-2-16,0 0 2 0,-13 0 1 0,13 0 4 15,0 0 0-15,-6 2 0 0,6-2-3 0,0 0-1 16,0 0-2-16,0 0-1 0,0 0-1 0,0 0 1 16,0 0 4-16,0 0-1 0,0 0-1 0,23 6 1 15,-10-7 0-15,8 1-1 0,1-2 1 0,5 1 1 16,0-3-3-16,2 1 1 0,0-3-6 0,-2 6-20 16,-6-3-25-16,-2 2-29 0,1-2-30 0,1 3-44 15,-6-2-33-15,-2 2-31 0,-1-1-198 0,-5 2-447 16,-7-1 198-16</inkml:trace>
  <inkml:trace contextRef="#ctx0" brushRef="#br0" timeOffset="145510.09">12517 11044 229 0,'-4'-5'223'0,"4"5"-14"15,0 0-20-15,0 0-17 0,0 0-15 0,0 0 4 16,0 0-1-16,-11 17-4 0,7-6-6 0,4 7-7 15,-5 0-11-15,3 1-17 0,0-2-3 0,-4 9-15 16,4-5-5-16,-2 3-10 0,2-4-8 0,0-1-7 16,-1-1-22-16,2 1-31 0,1-1-28 0,0 0-36 15,1-1-47-15,2-5-58 0,-1 5-62 0,0 0-158 16,2-7-406-16,1 0 181 0</inkml:trace>
  <inkml:trace contextRef="#ctx0" brushRef="#br0" timeOffset="145858.22">12864 11075 1992 0,'13'-13'74'0,"-2"-2"-16"0,3 5-31 0,-1-1-16 0,1 5 0 15,-1 1 0-15,3 3 27 0,0 2 3 0,2 1 5 16,-1 2 11-16,-1 1-1 0,-3 2-1 0,1 4 2 15,0-1 1-15,-5 3-1 0,0-1-3 16,-3 3-3-16,-1 2-3 0,-5-1-3 0,-4 4-3 0,-1-2-5 16,-4 0-2-16,-5 4-2 0,-1-1-6 0,-1-1-2 15,1-3 2-15,-6 1-8 0,5-4 3 0,3-2-7 16,0 2 7-16,-1-3-8 0,5 0 1 16,-2-4-5-16,2 1-2 0,4-1-2 0,-1-3-2 0,3 2-4 15,3-5 4-15,-6 7-4 0,6-7 0 0,0 7 6 16,0-7-3-16,9 4-1 0,1-2 2 0,9-2-7 15,0 3-17-15,13-2-20 0,2-2-24 0,2-3-36 16,-2 0-30-16,4 0-45 0,-2-1-31 0,-3-1-43 16,-1 1-125-16,1-2-404 0,-3 2 179 0</inkml:trace>
  <inkml:trace contextRef="#ctx0" brushRef="#br0" timeOffset="146095.49">13497 11133 33 0,'-2'-14'271'0,"2"14"2"0,0-12-6 16,0 12-11-16,2-7-19 0,-2 7-20 0,0 0-24 15,0 0-22-15,0 0-12 0,0 0-6 0,0 0 12 16,0 0-11-16,0 36-9 0,2-20-14 0,-4 1-9 16,2 0-12-16,-2 2-9 0,2-1-13 0,0-1-6 15,-3 2-6-15,1-3-10 0,2 1-6 0,0 0-12 16,-4-1-19-16,4-2-19 0,0 1-34 0,0-4-33 15,0 0-25-15,0-1-46 0,0-2-42 0,0-8-48 16,0 11-35-16,-4-6-195 0,4-5-485 0,0 0 215 16</inkml:trace>
  <inkml:trace contextRef="#ctx0" brushRef="#br0" timeOffset="146462.34">13492 11083 259 0,'0'-5'248'0,"3"-1"-20"16,-3 6-20-16,4-7-5 0,-4 7-7 0,0 0-11 16,0 0 6-16,12 12-15 0,-6-4-7 0,-1 1-10 0,1 4-11 15,4 1-9-15,-1-2-17 0,-5 0-5 0,5 1-16 16,3 0-3-16,-2-2-16 0,3-2-3 0,1 0 6 16,1-1-22-16,2-4-8 0,-4-1-1 0,8 0-4 15,-3-3-5-15,-1-1-4 0,2 1 1 0,-6-3-9 16,1-1 0-16,-4 1-12 0,1-3 6 0,-1-1 2 15,-1 1-3-15,1-4 2 0,-2 1 13 0,3-3-9 16,-2-2-1-16,-3 1 0 0,2 2 2 0,-2 2 15 16,-1-1-15-16,1 2 18 0,-4 1 8 0,3 0-1 15,-5 2-6-15,0 5-16 0,7-5-6 0,-7 5 3 16,0 0 17-16,11 13 23 0,-11-2 3 0,4 4-5 16,-4 4 11-16,1 6-9 0,-6-1-3 0,3 1-8 15,0 1-8-15,-3-1-1 0,-1-1-5 0,2 2-31 16,0-1-39-16,0 0-66 0,0-7-74 0,2 1-55 15,-1 0-61-15,3-2-88 0,-4 0-285 0,4-3-705 16,4-4 312-16</inkml:trace>
  <inkml:trace contextRef="#ctx0" brushRef="#br0" timeOffset="146601.31">14022 11362 115 0,'5'-6'237'0,"-5"6"-18"15,5-6-33-15,-5 6-31 0,0 0-51 0,2-7-49 16,-2 7-61-16,2-6-84 0,-2 6-73 0,0 0-176 16,0 0 78-16</inkml:trace>
  <inkml:trace contextRef="#ctx0" brushRef="#br0" timeOffset="158923.57">3598 12194 75 0,'-5'-10'194'16,"-4"-1"-10"-16,2 1-8 0,-1 1 2 0,0 1-13 15,-1 3-4-15,0-1-11 0,2 2-18 0,-2-1-13 16,-1 3-14-16,1 0-6 0,0 1-9 0,-3 3-5 16,2 1-8-16,1 4-5 0,-2 6 3 0,3-3-5 15,-2 5-5-15,1 3-7 0,0 7 2 0,2 5 2 16,1 1-3-16,0 1-5 0,3 2-6 0,2 2-1 15,1 10-4-15,0-11-21 0,0 8-5 0,-1-7 3 16,-1-1-6-16,2-2 6 0,-1-1-6 0,1 0-2 16,-1-1 0-16,-2-2-3 0,2-3 1 0,-1 1 1 15,-1-4-3-15,3-3 0 0,-3-2-4 0,2 1 1 16,-2-2-21-16,1-5-14 0,-3 4-13 0,2-5-26 16,-1 1-17-16,0-2-38 0,2-3-25 0,-3 0-25 15,-1-2-23-15,0-1-137 0,-1-3-362 0,7-1 161 16</inkml:trace>
  <inkml:trace contextRef="#ctx0" brushRef="#br0" timeOffset="159249.91">3262 12681 4 0,'0'0'111'0,"16"-6"-1"0,-5 2 3 15,2 2-2-15,5 2 5 0,-2-1-16 0,4 2 1 16,0 1-9-16,-2 0 4 0,4 4-4 0,4 2-2 15,-8-1-12-15,3 0-1 0,3 5-3 0,-7-2-6 16,-1 0-2-16,0 3-11 0,-1-1-2 0,-3 1 1 16,0-2-6-16,-4-2-1 0,1 5-1 0,-4-4-3 15,0 0-2-15,-2 1-4 0,-1-3 1 0,-3-1 6 16,1-7 0-16,-3 11-1 0,3-11 3 0,-5 13 6 16,5-13 0-16,-5 5-5 0,5-5-8 0,0 0 2 15,0 0-7-15,0 0-2 0,-13-17-7 0,13 8-5 16,2-8-1-16,4 2 4 0,1-3-13 0,5-7-3 15,2-3-8-15,1 2 1 0,4-1-4 0,0-2-10 16,1 5 5-16,-1 1-6 0,3 1-10 0,-3 3-21 16,-1 7-28-16,-1 0-37 0,-1 2-43 0,0 3-31 15,-7 4-133-15,-2 2-343 0,0 0 153 0</inkml:trace>
  <inkml:trace contextRef="#ctx0" brushRef="#br0" timeOffset="159742.93">3975 12814 61 0,'9'-9'141'16,"1"2"-11"-16,1-7-12 0,0 1-1 0,1 0-10 16,-2-2-6-16,-1 1-9 0,2-2 3 0,-3 1-9 15,-1 0-5-15,-1 3 1 0,-1 1 2 0,-4 1-6 16,-1 0 4-16,-1 3-5 0,1 7 1 0,-6-14 2 15,1 9-8-15,5 5 1 0,-15-3-9 0,3 5-7 16,1 1 5-16,0 3-4 0,-6 3-3 0,2 3 0 16,-2 2-4-16,3 0-9 0,-4 5-3 0,7-4-2 15,1-2-5-15,2 3-5 0,4-1-1 0,2-2-1 16,2 0-7-16,2-2 2 0,5 1-3 0,-2-5 2 16,4 2 3-16,6 0-3 0,1-2-6 0,3-1 3 15,1-5-7-15,0-1 0 0,1 0-7 0,6-4 1 16,-4 1-8-16,-3-4-3 0,6 1 0 0,-7-2 4 15,0-1 2-15,-4-2-3 0,2 1-1 0,-4-3 3 16,-3 1-1-16,1-1 1 0,-5 1 7 0,1-3-6 16,-3 5-2-16,-1-1 3 0,2 1 1 0,-4 0 3 15,-1 5 6-15,0 5 8 0,1-11-3 0,-1 11-2 16,1-8-7-16,-1 8-2 0,0 0-1 0,0 0 10 16,0 0-1-16,0 24 6 0,-2-8 5 0,1 4 4 15,-2 5 8-15,1 3-1 0,-1-1-4 16,2-1 0-16,0 2-2 0,-2 0-2 0,2-1-2 0,2 2-4 15,-2-1 0-15,2 2 0 0,0-2-7 0,-1-1-8 16,2-1-18-16,-2-1-24 0,0-5-32 0,1-4-56 16,1 0-51-16,1-1-48 0,-2-1-169 0,-1-4-425 15,3 0 189-15</inkml:trace>
  <inkml:trace contextRef="#ctx0" brushRef="#br0" timeOffset="159894.6">4415 12843 77 0,'0'0'142'0,"0"0"-28"0,1-9-38 0,-1 9-45 16,0 0-41-16,7-7-62 0,-7 7-78 0,9-5 35 16</inkml:trace>
  <inkml:trace contextRef="#ctx0" brushRef="#br0" timeOffset="160442.93">4830 12658 14 0,'5'-5'199'15,"-5"5"-4"-15,0 0-4 0,0 0 2 0,-6 22-9 16,3-11-12-16,2-1-5 0,-1 2-15 0,-2 1-15 16,1 0-11-16,1-1-15 0,3 1-7 15,-1 0-13-15,4-1-5 0,1 0-12 0,-1 0-5 0,3 2-7 16,3-4-5-16,1-3-5 0,3 3-2 0,-4-4-5 15,3-3-4-15,1-2-4 0,4-1-7 0,-5-1 2 16,-1-1-12-16,1-1 0 0,-1-1-11 0,-3-2-1 16,-2-1-3-16,-3-1-4 0,3-2-4 0,-5-1 0 15,-2-1 1-15,-2-2-5 0,-3-4 0 0,-3 1 1 16,-2 0-2-16,-2 0 3 0,-5-4 1 0,4 6 7 16,0-1-8-16,0 3 1 0,4 5 0 0,3 0 11 15,-1 3-6-15,3 0 5 0,-2 0 2 0,2 0-2 16,4 5-6-16,0 0-1 0,-4-6 2 0,4 6 0 15,0 0 10-15,18-1-12 0,-6 2 3 0,8-2 0 16,8-3 3-16,4 1-1 0,0-3-4 0,5 0 4 16,-1-4-3-16,2 0 2 0,-2 0-4 0,-3-1-1 15,0-1 4-15,-4 0 0 0,-5-1-3 0,-6 2 1 16,-3-1 0-16,-1 1 7 0,-7 0-7 0,-2 0 4 16,-1 1-1-16,-1-2 14 0,-3 0-6 0,-1 0 0 15,-4 1-2-15,1 0 5 0,0 1 6 0,0 3 9 16,1 1 0-16,0-1 1 0,-2 3-8 0,5 4-3 15,-8-4-5-15,8 4 2 0,-9 9 9 0,3 8 10 16,-4 8 11-16,1 5 7 0,2 2-1 0,1 2 4 16,-2 13 1-16,1-1 9 0,3-12-1 0,-1 12-9 15,0-13 0-15,1 2-7 0,-1 0 2 0,0 1-13 16,1-3-2-16,1 3 4 0,-1-2-11 0,3 0 4 16,1-2-4-16,-2-2-12 0,2-2-25 0,0-2-32 15,0-6-34-15,0-2-31 0,-2 1-47 0,1-3-54 16,0-6-41-16,1 0-49 0,-3-1-164 0,3-9-497 15,0 0 220-15</inkml:trace>
  <inkml:trace contextRef="#ctx0" brushRef="#br0" timeOffset="160603.4">5238 12866 2331 0,'3'-7'16'0,"-3"7"11"0,5-9-24 15,-4 4 0-15,-1 5-3 0,5-8-5 0,-5 8 2 16,4-4 5-16,-4 4-5 0,9-6 5 0,-1 4 0 15,4 0 0-15,4-3-14 0,4 2-15 0,-1-1-29 16,3 0-48-16,6-3-39 0,0 1-48 0,-7 1-117 16,6-2-332-16,-1 1 147 0</inkml:trace>
  <inkml:trace contextRef="#ctx0" brushRef="#br0" timeOffset="161374.03">5919 12582 104 0,'-4'-4'224'0,"-1"1"-15"0,5 3-8 0,0 0-7 16,-21 8-11-16,10 4 2 0,-4 10-9 0,-2 1-14 16,1 5-16-16,3 2-14 0,0-1-13 0,3 2-15 15,4-3-7-15,3-1-11 0,2-10-9 0,2 9-10 16,3-7-5-16,1-3-6 0,0 0-2 0,5-2-9 16,-2-4-1-16,2-1-9 0,2-3-5 0,3 1-3 15,-1-3-11-15,0-2-9 0,-1-2-7 0,5-1-2 16,-5-3-5-16,1 0-2 0,1-1 0 0,-2-1-2 15,-3-2 1-15,5-2-3 0,-6-3-2 0,2-1 0 16,-4-1 1-16,-1 2 1 0,1 0-3 0,-2-3 0 16,-1-1-2-16,0 5 0 0,-2-5 5 0,1 5 2 15,-1 0 0-15,-2 0 2 0,0 3 0 0,2 0 1 16,-1 2 4-16,-1 7 5 0,1-12 4 0,-1 12-1 16,0-10-1-16,0 10-1 0,0 0-3 0,0-8 0 15,0 8 1-15,0 0-2 0,0 0-1 0,1-7 0 16,-1 7 2-16,0 0-2 0,0 0 1 0,0 0 0 15,0 0 2-15,0 0-2 0,0 0 3 0,0 0 0 16,0 0 1-16,0 0 2 0,0 0 3 0,0 0 10 16,0 0 8-16,0 0 8 0,-2-11-2 0,2 11-4 15,-5-6-1-15,5 6 0 0,-5-7 3 0,5 7-9 16,-7-10 1-16,1 1-1 0,-2 2 0 0,1 0-2 16,-4 1 0-16,4-3-1 0,-5 2-2 0,2-2-3 15,-5 1-1-15,-2 0-2 0,2 1-1 0,-2 0 0 16,-2 3-3-16,1-1 0 0,-4 7 1 0,7-4 1 15,-3 5-5-15,4 0-1 0,-3 3-4 0,1 1 3 16,-1 2-3-16,4-2-6 0,-1 6-18 0,1-3-28 16,2 2-35-16,2 2-48 0,5-2-47 0,0-3-44 15,1 3-155-15,3-2-415 0,0-10 185 0</inkml:trace>
  <inkml:trace contextRef="#ctx0" brushRef="#br0" timeOffset="161776.12">6182 12972 144 0,'15'-13'176'0,"5"-9"-7"0,-3 3-8 0,-1-1-3 15,0 0-11-15,0-2-5 0,-2 0-9 0,-2 6-6 16,2-10-9-16,-2 2-11 0,-2-3-5 0,1-1-14 15,-3 2 1-15,-5-3-16 0,3 1-6 0,-3 3 4 16,-1 7 0-16,-1 2-2 0,0 3 2 0,-1 2-1 16,2 1-7-16,-2 3-7 0,0 7-8 0,-2-11-7 15,2 11-6-15,0 0-3 0,0 0-5 0,0 0-4 16,0 0 3-16,-15 18-8 0,6-2-1 0,5-1-3 16,0 0 3-16,1 3-3 0,0-1-4 0,3 0-5 15,0 0 0-15,3 0 1 0,0 1-2 0,3-1-1 16,2-2 1-16,0 0-1 0,0 0-1 0,3 2 0 15,-2-2 2-15,0-1-4 0,-1-4 0 0,-2 2 3 16,3-2 6-16,-4 0-1 0,0 2 2 0,1-3 1 16,-3 2 2-16,0-1-2 0,-1 1-3 0,-4-1-8 15,-1 1-16-15,0-1-13 0,-3 0-28 0,-1 0-39 16,-1-1-46-16,-1-1-43 0,0 0-51 0,-1-3-122 16,1 0-387-16,9-5 172 0</inkml:trace>
  <inkml:trace contextRef="#ctx0" brushRef="#br0" timeOffset="162605.66">6609 12677 56 0,'3'-8'240'0,"-3"8"-18"16,0 0-11-16,0 0-1 0,0 0-3 0,0 0-7 15,0 0-20-15,-15 21-7 0,7-6-14 0,4-1-13 16,-2 0-14-16,1 2-16 0,1 0-7 0,3-4-11 15,2 1-8-15,0-2-14 0,0 1-6 0,3-2-9 16,-1 0 1-16,2 0-14 0,1-3 1 0,3 0-3 16,0-2-5-16,0-1-2 0,3-2-6 0,1-1 1 15,6-4-6-15,-6 1-1 0,4-3-3 0,0 0-1 16,-2-3-8-16,0-1-2 0,0-1 4 0,-3 1-6 16,0-1 2-16,-2-3-5 0,1 0-3 0,-4-2 0 15,-2-1-2-15,1-1-4 0,-2 0 3 0,4-2-7 16,-4 0 0-16,-2 2 2 0,1 1 1 0,-2 0 0 15,0 4 3-15,2 5-5 0,-3-1 0 0,0 8-2 16,0-11-2-16,0 11 1 0,0 0-5 0,0 0 3 16,0 0 0-16,0 0 2 0,-5 39 8 0,2-13-1 15,-2-2 1-15,3-5 2 0,2 0-3 0,1 1-3 0,1-1 2 16,1-2-1-16,1-1 2 0,4-2 0 16,3 2 3-16,-1-4 6 0,1-4-6 0,4 1 4 15,-2-4-1-15,7-3-3 0,-2-1 5 0,1-2-3 16,0-1 2-16,-1-2-4 0,1-3 2 0,-1 0-2 15,-2-3 1-15,-4 1 3 0,5-4 2 0,-5-1-7 0,-1-1 3 16,-2-3-2-16,-3-1 0 0,2-7 3 16,-2 0-3-16,-3-1-1 0,-3 0 5 0,0-2-5 15,-3 0-2-15,2-1-1 0,0 0-8 0,-6-3 2 16,5 5-4-16,-3 0 1 0,1 3 3 0,0 1 4 16,1 6 6-16,3 8 5 0,-1-2 1 0,0 3-5 15,1 9-2-15,-1-10-5 0,1 10 2 0,0 0-4 16,0 0 4-16,0 0 1 0,5 48 3 0,-7-16 0 15,-1 3 18-15,-4 14-6 0,1-1 0 0,2-14-2 16,-1 2 1-16,0-3 2 0,2 0-1 0,2-5-1 16,1-1 5-16,5-2-5 0,-2-6 2 0,3-2-4 15,-1-1 0-15,4-1-1 0,1-5 1 0,-1-1 3 16,3-1-3-16,-5-2 0 0,4-2 4 0,1-1-5 16,1-1 2-16,0-4-3 0,-2-1 4 0,2-1-3 15,0-2 2-15,1-4-5 0,0-2 0 0,-2-2 0 16,-1-1 1-16,-1-5-7 0,-1-3-2 0,2-1-3 0,-4-3 0 15,1-3-5-15,-4 2-5 0,-2-2-8 16,2-1-1-16,-3 0-4 0,2 0 2 0,-3-1 0 16,-1 4 2-16,1 0 2 0,1 10 5 0,-2 1-4 15,1 7 4-15,0 0 0 0,1 3-2 0,2 2 0 16,-3 5 0-16,0 0-2 0,0 0 1 0,0 0 2 0,13 29 7 16,-11-3 15-16,2 3 4 0,-2 3 2 15,0-2 6-15,-1 2 1 0,-2 3 1 0,1-6-4 16,-2 3 4-16,2-1-4 0,3-2 0 0,-4-3-2 15,1-1-18-15,-3-7-16 0,3 2-28 0,0-4-33 16,0 0-33-16,1-4-48 0,2-1-42 0,1 1-31 0,0-3-203 16,1-3-474-16,3-1 210 0</inkml:trace>
  <inkml:trace contextRef="#ctx0" brushRef="#br0" timeOffset="162953.63">7647 12605 43 0,'-5'-8'223'0,"-1"5"-11"0,-1 0-4 0,-3 1-3 16,10 2-4-16,-21 8-2 0,6 2-9 16,1 1-9-16,-6 8-16 0,-2 1-10 0,12-4-14 15,-6 5-10-15,6-4-15 0,-1-2-9 0,4-1-14 16,1 1-5-16,3-3-15 0,2 0-3 0,2-2 0 16,6-1-10-16,-5-3-7 0,6 1-7 0,-2-1 1 0,1-5-6 15,5 2-11-15,-3-2-3 0,3-1-1 16,2-2-10-16,-4-1-2 0,3-3 0 0,-4 0-4 15,3-1 0-15,-1 0-1 0,-2-2-3 0,-1 3-3 0,2-8-3 16,-4 3-5-16,-2 1 2 0,1-2-2 16,-2 0 3-16,1 2 0 0,-3-1-2 0,-1 4 4 15,1 1-6-15,-1 6 0 0,3-10-2 0,-3 10 0 16,2-5-3-16,-2 5 0 0,0 0 7 0,0 0-2 16,0 0-2-16,5 22 3 0,-6-12 1 0,3 1 0 0,-2 1 1 15,2-2 0-15,-4 3-16 0,2 0-20 0,2-3-28 16,-1 3-42-16,2-3-42 0,1-1-39 0,1-2-40 15,0-1-165-15,-5-6-429 0,14 6 190 16</inkml:trace>
  <inkml:trace contextRef="#ctx0" brushRef="#br0" timeOffset="163196">7924 12383 49 0,'0'-6'225'0,"0"6"-24"16,0 0-21-16,0 0 12 0,0 0 5 0,13 16 0 0,-9 2 3 16,1 7 1-16,0 4-10 0,0 4-8 0,-2-1-6 15,-2-1-9-15,2 2-6 0,-3-1-13 16,-3-1-9-16,-1 0-15 0,2-1-12 0,-2-2-14 16,-1 1-7-16,1-4-12 0,-4-2-31 0,2-5-30 0,0-1-27 15,-1 0-31-15,1-3-32 0,1-4-40 0,-2 0-50 16,5-5-40-16,-1 2-44 0,3-7-181 0,0 0-461 15,0 0 205-15</inkml:trace>
  <inkml:trace contextRef="#ctx0" brushRef="#br0" timeOffset="163451.18">7791 12672 132 0,'0'-7'160'0,"0"7"-16"0,7-5 4 16,-7 5-9-16,16-3-10 0,-4 0-19 0,6 2-7 15,0-2-10-15,4 0-4 0,-1 2-7 0,6-2-3 0,-6 1-6 16,-1 4-6-16,0-4 0 0,0 1-2 0,-1 1-3 16,-1 1-4-16,-6-1-6 0,0 2-2 0,1 4 10 15,-2-2 10-15,0 2-2 0,-3 3 12 16,1-1 6-16,0 2 4 0,-2 0-3 0,0 6 1 16,-3-4-3-16,0 4-7 0,-3 0-8 0,1 0-8 0,-2 3-6 15,-2-2 3-15,0 0-20 0,-2-5-34 0,0 4-34 16,-1-6-47-16,1 2-66 0,2-2-66 0,-2-1-214 15,4-9-457-15,-5 9 202 0</inkml:trace>
  <inkml:trace contextRef="#ctx0" brushRef="#br0" timeOffset="164147.62">8280 12690 153 0,'2'8'220'0,"1"-2"-17"16,-3-6-10-16,2 15-7 0,-2-5-15 0,-1 1-13 15,1 0-9-15,1 0-14 0,-1-1-17 0,3 0-8 0,-2 2-12 16,1-3-13-16,0 1-3 0,2-1-9 16,2-1-6-16,-1-1-7 0,0 0-4 0,-5-7-7 0,10 11 0 15,-3-8-4-15,1 0 0 0,-3-2-11 16,-5-1-3-16,13 1-1 0,-13-1-1 0,12-2-4 15,-6-1-3-15,-6 3-2 0,10-8 1 0,-1 3-6 0,-3-3-8 16,-1 1-2-16,-1-2 4 0,0-1-17 0,0 0-3 16,-2-1-3-16,2 0 1 0,-3-2-2 15,4-3-3-15,-3 5 1 0,3-3 1 0,-3 0-1 16,4 1 2-16,-1 3 2 0,1 1 0 0,-1 2 3 16,0 4 9-16,0-1 3 0,-5 4 0 0,16 1 3 0,-9 2 3 15,1 5 5-15,0 1-8 0,-1 0 0 0,0 3 4 16,-2-2-6-16,-1 2 17 0,1 0 2 0,-1 3 7 15,-2-4 4-15,2 1 1 0,0-4-5 16,-3-3-1-16,2 1-4 0,-3-6 5 0,2 9 10 16,-2-9 12-16,2 7 12 0,-2-7 11 0,0 0 5 0,1 6-8 15,-1-6-4-15,0 0-10 0,0 0-4 0,0 0-6 16,6-17-4-16,-3 12-6 0,-1-3-3 0,5-1-6 16,-1-1 2-16,1-3-7 0,0-1 0 15,5 0-1-15,0-2-8 0,0 3 1 0,2 0-2 16,0 1-4-16,1 4 5 0,1 0-3 0,-5 3 10 0,1 2-10 15,-1 1-6-15,1 2-2 0,-2 3 5 0,-1 2-4 16,2 1 5-16,-3-1-2 0,-1 5-2 0,-1-2 1 16,0 3 3-16,-2 0-2 0,-1 2 0 0,-1-3-3 15,-2 2-3-15,-1-2-32 0,0 3-39 0,-1-3-48 16,-2-1-63-16,1-3-83 0,-2 3-275 0,-2-2-584 16,2 2 259-16</inkml:trace>
  <inkml:trace contextRef="#ctx0" brushRef="#br0" timeOffset="164308.96">9040 12666 33 0,'0'0'241'0,"0"0"-20"0,5-4-29 0,-5 4-29 0,0 0-44 15,0 0-63-15,0 0-71 0,0 0-77 16,0 0-61-16,0 0-166 0,-29-4 73 0</inkml:trace>
  <inkml:trace contextRef="#ctx0" brushRef="#br0" timeOffset="165236.91">5855 13690 112 0,'-6'-10'228'0,"-2"3"-8"0,-1 0-11 15,4 3-16-15,-1 0-18 0,1 0-14 16,5 4-10-16,-13 1 7 0,13-1-5 0,-13 14-9 15,4 3-4-15,-2 8-14 0,2 8-2 0,-2 12-11 0,6 0-7 16,-1 2-6-16,2-2-8 0,6 1-9 0,-4-10-28 16,6 0-2-16,-1 14-4 0,0-14 1 0,-1 0-2 15,0-4 0-15,1 2 6 0,1 0-1 0,-3-5-6 16,1-1-4-16,-2 0 2 0,2-2-2 0,-4 2-3 16,1-3 1-16,-1-5-1 0,0-3-4 0,-3 2-5 15,1 0 0-15,1-2-6 0,-1-2 1 0,-1-2-2 16,0-3 8-16,1-2-17 0,0-1-5 0,1 0-17 15,1 0-5-15,-3-1-12 0,5-6-25 16,-4 7-27-16,-3-5-24 0,7-2-35 0,-12 0-45 0,12 0-39 16,-13-4-37-16,4-2-190 0,0-2-481 0,0-1 214 15</inkml:trace>
  <inkml:trace contextRef="#ctx0" brushRef="#br0" timeOffset="165405.97">5680 14217 78 0,'0'0'133'0,"0"0"-4"16,5-8-10-16,-5 8-2 0,5-2-12 0,-5 2-7 15,15-3-10-15,-4 0-6 0,3 0-5 16,6-1-5-16,1-1-27 0,1 2-31 0,7-4-50 16,2 0-44-16,-3 1-94 0,-1-2-188 0,-1 3 84 0</inkml:trace>
  <inkml:trace contextRef="#ctx0" brushRef="#br0" timeOffset="165578.71">6414 14086 139 0,'0'0'135'0,"15"-3"-9"0,-5 1-17 0,-1 1-12 16,4-2-6-16,1 3-18 0,3-5-41 0,1 2-43 15,0 0-41-15,-6 1-72 0,-3 2-133 0,0-2 59 0</inkml:trace>
  <inkml:trace contextRef="#ctx0" brushRef="#br0" timeOffset="165751.5">6537 14172 160 0,'-6'4'170'16,"1"-1"-2"-16,1 3-13 0,4-6-11 0,-5 5-8 0,5-5-7 15,0 0-4-15,-1 8-9 0,1-8-7 0,0 0-6 16,14 4-13-16,-6-2-17 0,4-1-30 16,1-5-24-16,6 1-33 0,1 0-43 0,9-3-44 15,-2 0-37-15,-5 2-101 0,-3 0-258 0,1-2 114 16</inkml:trace>
  <inkml:trace contextRef="#ctx0" brushRef="#br0" timeOffset="166534.16">7969 13530 34 0,'1'-11'253'16,"-1"11"-8"-16,3-8-10 0,-3 8-18 0,0 0-20 16,3-7-17-16,-3 7-21 0,0 0-18 0,0 0-15 15,0 0-11-15,0 0 3 0,0 0 10 0,6 17-4 16,-3-4 0-16,-1 5-6 0,2-1-6 0,1 9-8 15,0 2-8-15,-1-2-7 0,1 2-6 0,-2-2-12 16,-1 2-4-16,1-3-6 0,-1 3-3 0,0-4-11 16,0-4 1-16,-2 4-7 0,1-7-3 0,1 2-20 15,-1-2-22-15,-2 3-39 0,-1-8-18 0,1 4-22 16,-1-1-26-16,0 1-31 0,0-4-41 0,1-1-32 16,-1 0-30-16,1-1-152 0,0-1-429 0,1-2 190 15</inkml:trace>
  <inkml:trace contextRef="#ctx0" brushRef="#br0" timeOffset="166918.91">7461 14139 102 0,'-19'5'208'16,"6"-1"-23"-16,2-2-15 0,2 2-14 0,3 0-19 0,4 0-6 16,2-4-4-16,0 0-6 0,21 15-9 0,10-7-10 15,5-1-2-15,21-3-3 0,10 1-7 0,32-5-3 16,7-3-5-16,2 0-4 0,0-6-12 0,9 5-3 16,4-5 3-16,7 2-3 0,11-1 1 15,9-5-7-15,3-2 0 0,4 2-10 0,2 0 2 0,5-4-3 16,1 3-6-16,-5 2-4 0,-1-8-3 0,-5 6 5 15,3 2-3-15,0-1-1 0,-6-5 3 0,-6 6 0 16,-2 0 3-16,-7-1 5 0,-2-3 0 0,-2 3-2 16,-9-4 2-16,-2 7 1 0,-13 0-4 15,-10-3-10-15,-32 3 2 0,1 2-3 0,-4 2-3 16,-5-2-15-16,-17 2-12 0,-3 2-24 0,-10 0-18 0,-9-1-26 16,-7 4-49-16,-10 1-75 0,1-3-47 0,-1 3-216 15,0 0-491-15,-62-2 216 0</inkml:trace>
  <inkml:trace contextRef="#ctx0" brushRef="#br0" timeOffset="169457.95">7124 14497 93 0,'0'0'212'16,"0"0"-32"-16,0 0-8 0,0 0-16 0,3-12-7 15,-3 12-16-15,6-8-12 0,-6 8-11 0,11-8-8 16,-1 5-5-16,1-3-5 0,2 4-4 0,-1 0-8 0,2 0-5 15,-2 0-7-15,2 4-6 0,-2 0 3 0,1 1-4 16,-6 4-4-16,4-2-3 0,-5 5-2 16,2-1-5-16,-3 6 1 0,-3-3-7 0,-2 5 1 15,-2-1-8-15,-2-1 6 0,-4 2-12 0,-1-1 2 16,-4-1-2-16,-3 5-1 0,-6-6-2 0,6 0-1 16,-2-3-3-16,0-2-1 0,-6 2-6 0,4-5 5 0,1 0-8 15,0-1 2-15,0-2 1 0,2-3-2 16,3 3 1-16,1-4 6 0,1 2-6 0,-1-2-5 15,5-1-1-15,8 2-1 0,-13-4 2 0,7 1 1 16,1 0-4-16,5 3 0 0,-6-7-3 0,6 7 3 16,0-10-3-16,0 10 4 0,5-9-6 0,-5 9-6 15,10-6 2-15,1 6 2 0,0-1 3 0,1 4-4 16,1 0-3-16,-1-1 5 0,2 4-3 0,-3 1 3 16,4 1-1-16,1 2 10 0,-1-1-10 0,1 1 1 15,-1 0-1-15,0 2 4 0,2 1-3 0,-4 0-4 16,2-2-23-16,-4 2-27 0,-2-4-36 0,4 3-35 15,-4-5-32-15,-1 2-38 0,1-1-178 0,-3-2-405 0,1-1 179 16</inkml:trace>
  <inkml:trace contextRef="#ctx0" brushRef="#br0" timeOffset="169693.68">7464 14547 142 0,'2'-6'218'0,"-2"6"-20"16,1-9-20-16,-1 9-16 0,0 0 4 0,0 0-6 16,0 0-2-16,14 12-2 0,-9 1-5 0,2 2-13 15,1 0-10-15,-4 3-10 0,0 1-12 0,0 1-8 16,-3-1-9-16,2-1-6 0,-3 8-10 0,0-7-8 16,1 0-3-16,-4 0-22 0,5-2-19 0,-2 1-17 15,1-6-35-15,0 4-33 0,1-3-40 0,-1-4-29 16,-1 0-36-16,0-3-43 0,0-6-122 0,1 11-362 15,-1-11 161-15</inkml:trace>
  <inkml:trace contextRef="#ctx0" brushRef="#br0" timeOffset="169893.61">7638 14580 141 0,'0'0'198'0,"1"-8"-10"0,-1 8-3 16,0 0 2-16,0 0-8 0,0 0-7 0,2 23-11 15,-4-10-8-15,2 0-10 0,2 3-12 0,-2 0-10 16,1 0-14-16,-2 2-9 0,2 0-8 0,-1 0-9 16,1-1-7-16,-1 0-16 0,3-5-31 0,-4 0-17 15,4 0-38-15,-1 0-41 0,-1-1-32 0,-1-3-49 16,0-2-39-16,0-6-140 0,0 11-354 0,0-11 157 16</inkml:trace>
  <inkml:trace contextRef="#ctx0" brushRef="#br0" timeOffset="170051.52">7512 14543 59 0,'0'0'130'0,"11"-3"-10"16,-11 3-13-16,24 0-19 0,-8 0-38 0,2 1-34 15,-1-1-42-15,3 4-65 0,0 1-98 0,8-3 43 16</inkml:trace>
  <inkml:trace contextRef="#ctx0" brushRef="#br0" timeOffset="170658.29">8451 14423 9 0,'0'0'177'0,"0"0"-15"15,0 0-6-15,-5-1-10 0,5 1-5 0,0 0-6 16,0 0-14-16,28 0-8 0,-10-1-9 0,10-1 6 16,3 2-15-16,4-2-28 0,2-1-4 0,16-2-9 15,-2 0-4-15,3-1-5 0,-1 3-5 0,0-1-1 16,-1-1-3-16,2 4-12 0,2-4 4 0,-5 1-2 15,4 1 0-15,4 0 0 0,4-1-1 0,27-8 1 16,-26 7-4-16,31-4 4 0,-6 3-5 0,-25 0-3 16,27-4 3-16,0 5 3 0,-1-3-1 0,0-2 1 15,1 5-2-15,2-3 3 0,-1 1-2 0,5-1-2 16,-5 1-3-16,1-2 1 0,-3 2-3 0,3-2-3 16,-4-1 3-16,-23 6-3 0,30-6 2 0,-7 1-2 15,-24 3-1-15,27-4-2 0,-30 3-1 0,1 1 0 16,1-1 0-16,27 0-2 0,-37 1-4 0,-1 2 7 15,-17 2-2-15,4-2-2 0,-1 0 0 0,-3 4 0 16,-4-2-2-16,-3 4 2 0,-10-2-4 0,-6 0 4 16,-2-2-4-16,-3 1-2 0,0 1-4 0,-8 0 1 15,11-1-6-15,-11 1-6 0,0 0-3 0,2 6-11 16,-2-6-22-16,-17 8-27 0,4-5-21 0,-8 2-39 16,-5 1-30-16,-3 0-156 0,-5 4-350 0,-2-4 155 15</inkml:trace>
  <inkml:trace contextRef="#ctx0" brushRef="#br0" timeOffset="171862.2">8569 14409 104 0,'-18'3'131'0,"6"-2"-12"0,-1 0-3 0,-3 1-9 16,-4 0-5-16,0 2-2 0,0-1-5 0,0-2 2 15,-6 3-3-15,3-4-9 0,2 2 1 0,1 0-9 16,-1-2-2-16,1 0 2 0,1 1-8 0,-2-1-3 16,2 0-4-16,-1 0-3 0,-1 0-7 0,2 0-4 15,-1 1-5-15,0-1-2 0,4 0-8 0,-2 1 2 16,5-1 0-16,-1 0 0 0,3 2-1 0,-1-1-3 16,-1 0-3-16,2-1-2 0,-1 3-2 0,3-3-3 15,3 3-1-15,-2-3-4 0,8 0-2 0,-14 3-1 16,9-3 3-16,5 0-4 0,-10 0-2 0,10 0-1 15,0 0-2-15,0 0 0 0,-10 4-3 0,10-4 0 16,0 0 4-16,0 0-9 0,-7 0 6 0,7 0-4 16,0 0 2-16,0 0-2 0,0 0 2 0,0 0 0 15,0 0-2-15,-7 2-1 0,7-2-5 0,0 0 7 16,0 0 2-16,0 0-5 0,0 0 3 0,0 0-2 16,0 0-2-16,0 0 4 0,0 0-3 0,0 0 1 15,0 0-3-15,0 0 1 0,0 0 1 0,0 0-2 16,0 0 0-16,0 0 4 0,0 0-2 0,0 0 5 15,-2 7-3-15,2-7-1 0,0 0 1 0,0 0 5 16,5 12-2-16,-5-12 8 0,4 11 1 0,-1-6 0 16,-3-5-1-16,2 14 1 0,0-4 0 0,0 1 10 15,1 4 7-15,-2-2-2 0,0 2 0 0,2 3-2 16,-1 2-1-16,0 0 0 0,0 5 1 0,1 0 5 16,-2 5-1-16,-1-2-2 0,1 5 1 0,-1 1 2 15,-1 0 0-15,0 2 4 0,1 10 4 0,-1-13 3 16,-2 4 8-16,2 9-8 0,-3-13-3 0,2 1 0 15,0-1-1-15,1 0-2 0,-3 3 1 0,3-4-2 16,-1 2 12-16,1-5-19 0,1-1 2 0,-4 0-3 16,3 1-2-16,2-4 5 0,1 0 27 0,-2-6-1 15,1 6 0-15,-1-6 3 0,-3 6-10 0,2-8-5 16,0 0-3-16,1-2 0 0,-2 3-1 0,1-3-3 16,0-2 4-16,-2 3-2 0,1-4-20 0,0-2 13 15,1 2-3-15,-1-2-3 0,0-2 3 0,1 1-20 16,-3-3 27-16,4-6-12 0,-1 9 3 0,1-9 8 15,-4 5-5-15,4-5 7 0,0 0 18 0,0 0 3 16,-2 7-9-16,2-7-3 0,0 0 2 0,0 0-9 16,0 0-6-16,-16-19-8 0,9 10 2 0,2 0 0 15,-4-6-4-15,1 1-7 0,-1-4 1 0,-1-5-4 16,1 7 7-16,1-2-9 0,-5-3-2 0,2 3-1 16,-3 3 4-16,2-2 1 0,-1 3-3 0,-3-7-6 15,2 10 2-15,-2-2-3 0,2 4-3 0,0-1-3 16,0 2-7-16,2 1-9 0,0 3-24 0,2 1-20 15,-3 0-29-15,1 2-22 0,1-1-32 0,3 2-19 16,8 0-29-16,0 0-39 0,-20 5-36 0,20-5-36 16,-6 2-18-16,6-2-167 0,0 0-532 0,0 0 236 15</inkml:trace>
  <inkml:trace contextRef="#ctx0" brushRef="#br0" timeOffset="180331.22">8747 14880 30 0,'2'-8'137'0,"-2"8"-18"0,1-6 0 15,-1 6-4-15,0 0-3 0,0-11-11 0,0 11 2 16,0 0-6-16,0 0 0 0,-3-10 2 0,3 10-4 16,0 0-10-16,-3-6-5 0,3 6-5 0,0 0-8 15,-8-4-8-15,8 4-5 0,0 0-6 0,-13-2-6 16,13 2-5-16,-10 1-1 0,10-1-2 0,-10 5-4 16,1-3-2-16,0 5 4 0,-2-4-6 0,1 7 4 15,1-3-1-15,-1 4-4 0,-1 0-3 0,2 1-2 16,0 3 3-16,0-1-3 0,1-1-3 0,2 4 3 15,-1-1 2-15,3-1 3 0,2-3-5 0,-2 3-1 16,7-2-3-16,-2 0 1 0,0-2-1 0,2 0 0 16,1 1-1-16,1-3-1 0,1 0-1 0,2-2 1 15,1 0-1-15,1-1 0 0,0-2-2 0,4 0-3 16,3-2 3-16,1-1 1 0,1-1 0 0,-1-2-4 16,2-1 3-16,-2-1-3 0,0 1 0 0,0-1 5 15,-5 0-10-15,0 1-7 0,1-1-14 0,-4-2-12 16,0 2-23-16,-2 1-19 0,-3 0-28 0,1-2-39 15,-1 0-38-15,-5 5-141 0,7-9-345 0,-6 2 152 16</inkml:trace>
  <inkml:trace contextRef="#ctx0" brushRef="#br0" timeOffset="183349.3">9324 14711 2 0,'-3'-4'136'0,"-1"-3"1"0,4 7-2 15,-8-10-13-15,8 10-7 0,-9-4-13 0,3 1-12 16,6 3-4-16,0 0 2 0,-24 11-3 0,14-6 2 16,-3 8-3-16,-4 6 1 0,4 3-8 0,1 2 0 15,-2 1-8-15,2 0-4 0,3 5-7 0,2-5-4 16,0-2-7-16,4-3-3 0,0-4-4 0,2 4 0 16,2-1-5-16,0-2-4 0,3-1-1 0,1 0-2 15,0-5-1-15,4 3-5 0,-2-4 1 16,4 2-1-16,-1-2 1 0,5-3-2 0,0 3-7 0,0-5-11 15,4 2-15-15,-2-4-27 0,2 0-28 0,-1-1-24 16,-1-2-35-16,2-1-27 0,-3 1-133 0,0-3-311 16,-6 1 138-16</inkml:trace>
  <inkml:trace contextRef="#ctx0" brushRef="#br0" timeOffset="183661.29">9588 14725 20 0,'0'0'165'0,"0"0"-2"0,0 0-7 0,0 0 1 16,-2 27-13-16,1-13-6 0,-2 1-6 0,0 5-10 16,2-3-14-16,-3 1-13 0,3 1 3 0,-2-1-11 15,2-1-3-15,-1 0-8 0,2-2-7 16,-2-1-3-16,2-2-4 0,-1-1-6 0,1-1-7 0,-2-2-9 15,0-1-4-15,2-7-4 0,2 11-1 0,-2-11 4 16,-2 10-11-16,2-10-1 0,2 7-7 0,-2-7 5 16,0 0-2-16,6 5 7 0,-6-5-8 15,11 0-2-15,0-1-4 0,3 0-16 0,-3-2-20 0,8 2-23 16,-3-3-27-16,-1 2-40 0,-2 0-30 0,2 0-25 16,-2-1-135-16,1 0-328 0,-3 1 145 15</inkml:trace>
  <inkml:trace contextRef="#ctx0" brushRef="#br0" timeOffset="183876.26">9895 14882 109 0,'0'0'155'0,"0"0"2"15,0 0 9-15,0 0-6 0,0 0-2 0,1 29-7 16,-1-18-9-16,2 4-13 0,-4 3-15 0,4-1-7 15,-4 2-11-15,2-1-13 0,0 2-2 0,-2-2-11 16,1 1-6-16,-2 0-6 0,3-1-14 0,-1 0-24 0,-1-2-33 16,2-1-39-16,0-4-26 0,2 1-42 15,-1-4-45-15,-1-1-108 0,0-7-296 0,0 0 131 16</inkml:trace>
  <inkml:trace contextRef="#ctx0" brushRef="#br0" timeOffset="184069.23">10112 14890 39 0,'13'-2'162'0,"-1"0"-12"0,5-1-13 16,0 0-21-16,1 2-6 0,0 1-11 0,0-3-13 15,0 2-35-15,-2 2-36 0,2-1-20 0,-5-1-26 16,0-1-28-16,-2 2-27 0,-2-1-45 0,-9 1-142 15,13-3 64-15</inkml:trace>
  <inkml:trace contextRef="#ctx0" brushRef="#br0" timeOffset="184275.94">10282 14705 49 0,'0'0'170'16,"0"0"-15"-16,-1-6-7 0,1 6 4 0,0 0-4 15,0 0-1-15,-1 22 4 0,2-10-14 0,0 5-7 16,-1 3-16-16,0 0-10 0,0 5-7 0,0-1-15 16,-2-5-5-16,4 6-7 0,-2-7-2 15,2 1-10-15,-2 1-12 0,0-2-24 0,1-3-36 0,-1 2-33 16,1-5-37-16,2-1-39 0,-1-2-46 0,1 0-113 16,-3-9-305-16,5 12 135 0</inkml:trace>
  <inkml:trace contextRef="#ctx0" brushRef="#br0" timeOffset="184551.2">10633 14661 16 0,'6'-2'219'0,"-6"2"-5"15,0 0-12-15,2 22-7 0,-4-9-5 0,2 5-10 16,-1 0-15-16,-3 1-18 0,1 1-9 0,1 4-7 15,-1-5-8-15,2 0-10 0,0-1-10 16,-1-5-11-16,1 4-6 0,-2-6-10 0,3 0-7 0,2 0-6 16,-2-2-9-16,0 0-5 0,1-3-4 0,2 1-5 15,-1-1-1-15,-2-6-1 0,7 9-4 16,-1-6-3-16,3-1-6 0,1 1-19 0,0-3-17 0,2 0-29 16,-2 0-31-16,-1-3-45 0,-9 3-40 15,20-9-36-15,-11 6-33 0,-1 0-121 0,0-4-374 16,1 3 166-16</inkml:trace>
  <inkml:trace contextRef="#ctx0" brushRef="#br0" timeOffset="184810.47">10941 14876 157 0,'4'4'160'0,"0"2"17"0,0-1-10 15,2 2-13-15,-2 0 0 0,-1 4-7 0,0-4-11 16,-2 6-3-16,1-2-5 0,-4 1-8 0,2 2-11 15,-4 3-6-15,0-5-11 0,-2 2-9 0,3-1 3 16,-3-5-16-16,1 5-6 0,0-4-7 0,0 1-5 16,-1 0-5-16,3-4-5 0,1-1-6 0,2-5-2 15,-2 12-6-15,2-12 3 0,2 7-7 0,-2-7-1 16,9 6 7-16,-2-4-5 0,5-1-7 0,0-1 0 16,1 0-6-16,5-1-14 0,1 0-23 0,-3-3-26 15,3 0-26-15,1-1-50 0,5-3-39 0,-2 1-44 16,-9 2-134-16,4-3-372 0,-1-1 165 0</inkml:trace>
  <inkml:trace contextRef="#ctx0" brushRef="#br0" timeOffset="188470.17">11321 14834 81 0,'0'0'168'0,"-9"-3"5"16,9 3-15-16,-7-4 5 0,7 4-7 0,0 0-15 15,-7-5-10-15,7 5-13 0,0 0-11 0,0 0-9 16,0 0-10-16,0 0-6 0,0 0-11 0,-5-4-7 16,5 4-8-16,0 0-2 0,0 0-7 0,0 0-5 15,22-4-2-15,-11 2-3 0,2 2-5 0,2-1 2 16,3 1-12-16,-4 0-13 0,-1-3-16 0,4 0-26 15,-4 3-21-15,-2 0-36 0,2-3-18 0,0 3-23 16,-4-1-20-16,-2-1-116 0,2 2-289 0,-9 0 129 16</inkml:trace>
  <inkml:trace contextRef="#ctx0" brushRef="#br0" timeOffset="188691.99">11464 14679 129 0,'0'0'141'16,"0"0"-12"-16,0 0-7 0,0 0 8 0,0 0 11 16,0 0 2-16,0 0-11 0,0 0-6 0,-2 20-7 15,4-8-10-15,0-3-7 0,-1 2-13 0,0 2-6 16,2 1-7-16,-1 0-9 0,1 0-5 16,-1 2-6-16,0 0-7 0,-2 2-1 0,1-1-17 0,2 0-22 15,-2 1-18-15,0-1-24 0,-2-1-33 0,2-2-42 16,-1-2-31-16,-1 1-151 0,0-1-314 0,-3 0 139 15</inkml:trace>
  <inkml:trace contextRef="#ctx0" brushRef="#br0" timeOffset="189047.37">11686 14686 35 0,'12'-1'183'0,"-12"1"-13"0,22 4-15 0,-12 1-5 16,1 1-6-16,0 3-12 0,-2 3-7 0,-3-2-14 15,3 6-9-15,-4-2-12 0,-2 1-7 0,-3 2-4 16,0 1-7-16,-1-5-3 0,-3 3-5 16,-1 1-8-16,-3-6-5 0,-1 3-4 0,2-5-3 15,-5 1-1-15,2-3-7 0,-2 1 0 0,5-3 3 0,-4 1-1 16,0-3 3-16,5 1 13 0,-1-3 1 15,-1 0-1-15,8-1 0 0,0 0-11 0,-15-1-5 16,15 1-3-16,-7-3-3 0,7 3-1 0,0 0-3 0,-9-1-4 16,9 1-4-16,0 0-5 0,0 0-1 0,0 0-6 15,0 0 3-15,0 0 0 0,0 0 0 0,0 0-2 16,31 6-7-16,-19-3-19 0,2 0-18 0,-1-1-27 16,5 2-26-16,-5-2-36 0,4 1-31 15,0-2-35-15,-3 2-156 0,-1-3-375 0,-2-1 167 16</inkml:trace>
  <inkml:trace contextRef="#ctx0" brushRef="#br0" timeOffset="189284.01">11949 14714 81 0,'0'0'230'16,"-1"-7"-22"-16,1 7-17 0,0 0-26 0,0 0-11 0,0 0 1 15,0 0 1-15,0 0-13 0,-3 23-10 0,3-13-16 16,0 5-9-16,0-1-12 0,0 2-7 16,-2 1-9-16,2 1-9 0,0-1-6 0,2 0-9 15,-4-3-11-15,2-2-18 0,2 4-23 0,-2-3-28 16,-2-2-27-16,4-1-35 0,-2-10-46 0,0 13-21 16,0-6-30-16,-4 0-109 0,4-7-314 0,0 0 139 0</inkml:trace>
  <inkml:trace contextRef="#ctx0" brushRef="#br0" timeOffset="189653.37">11923 14698 78 0,'0'0'130'0,"0"0"13"16,0 0 18-16,0 0-17 0,0 0-6 0,0 0-11 15,0 0-7-15,0 0-5 0,20 20-11 0,-15-13-10 16,1-1 0-16,-2 0-11 0,6 1-7 0,-5-3-3 15,5 2-8-15,1-3-4 0,-1 1 2 0,0-2-6 16,1-1 0-16,-1-1-2 0,1 0 0 0,-11 0 0 16,16-5 1-16,-5 1-9 0,-2-1-4 0,2-1-6 15,-2-1 1-15,-2 0-4 0,0 0 1 0,0-1 2 16,-1 0-5-16,-2-1-3 0,3-2-3 0,-5 1-1 16,-1 0-3-16,0-1-1 0,-1 5 9 0,3-1 2 15,-3 7 3-15,3-10 0 0,-3 10-6 0,2-9-3 16,-2 9-3-16,0-6-8 0,0 6-1 0,0 0-1 15,0 0-2-15,0 0-2 0,0 0-2 0,5 26 1 16,-5-11 0-16,0-2-1 0,1 4 4 0,-1 1-6 16,0 0 2-16,-1 0-6 0,1 1 5 0,-3-2-9 15,3 2-9-15,0-2-19 0,0 1-24 0,-2-2-38 16,2-3-34-16,0-3-42 0,0 1-40 0,0-1-169 16,0-4-408-16,0-6 180 0</inkml:trace>
  <inkml:trace contextRef="#ctx0" brushRef="#br0" timeOffset="189894.08">12325 14625 202 0,'0'0'198'0,"12"2"-2"15,-12-2-4-15,10 10-14 0,-4-2-11 0,-1 1-12 16,1 3-8-16,0-1-20 0,0 3-7 0,1-3-10 15,-3 5-11-15,-1-4-7 0,1 5-11 0,-1-2-6 16,-3 2-6-16,2-2-1 0,-2-1-6 0,0 0-14 16,-2-1-2-16,-3 2-14 0,3-2-22 15,-1-1-24-15,-1-1-28 0,-2 1-26 0,1 1-47 16,0-4-32-16,-2 1-50 0,-3 0-119 0,1-2-341 0,1-1 151 16</inkml:trace>
  <inkml:trace contextRef="#ctx0" brushRef="#br0" timeOffset="190424.31">12650 14497 171 0,'-2'-4'206'0,"2"4"-12"0,0 0-15 16,0 0-14-16,0 0-20 0,0 0-19 0,0 0-11 15,0 0-8-15,0 0-12 0,0 0-1 0,0 0-4 16,18-7-7-16,-18 7-1 0,16 3-6 0,-7-2-6 15,-1 2-10-15,2-5 2 0,-1 2-7 0,-9 0-8 16,18 0-5-16,-13 2-3 0,-5-2-6 0,12 0-2 16,-12 0-6-16,9 1-1 0,-9-1-6 0,8 1 1 15,-8-1-3-15,4 7 0 0,0-2-3 0,-4-5 3 16,5 10 0-16,-3-1 5 0,0 2 8 0,2 6 3 16,-4 0 1-16,0 1 3 0,-2 2 0 0,0 5-3 15,-2 2 3-15,2-2 0 0,2 1-3 0,-3 2-3 16,-1 0 2-16,0-2-3 0,4 0 1 0,-6-1-4 15,6-1-1-15,-4-3 1 0,4-2-2 0,-2 1-6 16,-1-2 0-16,2-1 0 0,-2 2-1 0,1-3-1 16,0 0-5-16,-3 0 1 0,3-3-3 0,0-3 2 15,0 0 0-15,-3 1 3 0,1 0-11 0,1-2-2 16,-1 0-7-16,0-1-7 0,-3-1-17 0,-1 0-15 16,0-1-22-16,-3-1-34 0,-3-1-35 0,-1 2-61 15,-2-5-40-15,-2 1-164 0,-1 0-435 0,-1-2 193 16</inkml:trace>
  <inkml:trace contextRef="#ctx0" brushRef="#br0" timeOffset="191395.99">8417 14811 16 0,'-7'-4'167'16,"1"1"-7"-16,6 3 6 0,-9-3-10 0,1 0-9 15,8 3-8-15,-9-4-10 0,9 4 1 0,-6-4-14 16,6 4-6-16,0 0-8 0,-8-4-11 0,8 4-6 15,0 0-9-15,-11 0-6 0,11 0-5 0,0 0-14 16,-11 4-1-16,11-4-7 0,-6 5-4 0,0-1-4 16,6-4 1-16,-7 12-3 0,3-3-4 0,0 0-3 15,-1 2 7-15,3 6 1 0,-1-6 1 0,-1 7-5 16,1-1-3-16,-1 0 1 0,1 0-4 0,1 4 0 16,-2-2 2-16,3-2-3 0,-1 2-4 0,2 2 2 15,-2-2 0-15,2 0 2 0,0-2-1 0,1 2 4 16,0 7 0-16,1-8 1 0,1 1-5 0,0 0 0 15,0 0-3-15,-1 0-3 0,2 0 2 0,-2 0-3 16,0 1 2-16,0-2 1 0,6 6-2 0,-4-7-4 16,0 3 0-16,-2-4 1 0,1 1-1 0,-2 3 4 15,-1-4 2-15,3 1-2 0,-3-2 1 0,2 4 6 16,-2-2 3-16,0-1 3 0,0-4-3 0,1 5-6 16,-2-6 37-16,-1 0-8 0,2-1 0 0,-2 0-9 15,2-2-3-15,0-8-7 0,0 12-2 0,0-12 3 16,-1 9-8-16,1-9-1 0,0 9 0 0,0-9-4 15,-1 7-2-15,1-7-2 0,0 0 0 0,0 0-1 16,7 6 3-16,-7-6-1 0,14-3-3 0,-2 1-5 16,5-3-19-16,3 0-20 0,-1-2-23 0,11-6-24 15,-1 2-31-15,0-1-30 0,5 0-43 0,0-4-46 16,1 2-29-16,2-2-168 0,-3-3-461 0,12-1 204 16</inkml:trace>
  <inkml:trace contextRef="#ctx0" brushRef="#br0" timeOffset="193977.98">4903 13737 79 0,'-2'-3'151'0,"-2"-3"-7"0,4 6-14 0,-7-8-12 15,3 3-6-15,4 5-4 0,-7-4-13 0,7 4-12 16,0 0-12-16,-5-6-8 0,5 6-7 0,0 0 11 15,-5 26 0-15,1-8 2 0,1 10-7 0,1 6-2 16,2 9-2-16,-3 5-3 0,3 8-2 0,0 1 6 16,-1 4-6-16,1 20 8 0,-3-24-7 0,6 1-2 15,-4 1-3-15,1 24-5 0,-3-26-3 0,3 2 4 16,-4-4 3-16,2 1 4 0,4 2 8 0,3-5-10 0,-5 0-1 16,0-5-1-16,3 0-6 0,-3-1-1 15,2-13-3-15,0-3-7 0,-2 3-2 0,0-2-1 16,0-2-2-16,-3 2-23 0,2-2-2 0,-3-3-10 15,4-3-28-15,-5-5-25 0,0-2-15 0,1-6-28 16,1-3-32-16,1 1-23 0,-1-2-29 0,-1-2-133 16,4-5-349-16,-10 0 156 0</inkml:trace>
  <inkml:trace contextRef="#ctx0" brushRef="#br0" timeOffset="195654.26">4852 13552 47 0,'4'-5'60'0,"0"-2"8"0,2 0-10 16,2-2-1-16,1-1-7 0,0 4 1 0,0-3 5 16,5-1 1-16,0 0-2 0,4 0-1 0,0 0 8 15,1 2-10-15,6-2 6 0,2 3-5 0,-1-1 10 16,4 0-23-16,0 1-5 0,2 0-5 0,2-1 0 15,6-1 1-15,8-2-6 0,-9 2 0 0,14 0-1 16,-13 0-3-16,-2 3-5 0,15-7 0 0,-5 1-3 16,3 3 2-16,-14 3-4 0,15-6-2 0,-1 2 3 15,1 2 4-15,0 1-4 0,0-2 6 0,-1-1-13 16,4-1 2-16,2 2-2 0,1-2 12 0,4 2-11 16,1-1 8-16,-3-1 0 0,4 3-3 0,0-1 5 15,0-1-5-15,1 4 2 0,23-7 9 0,-25 7-9 16,1-1 2-16,26 1-5 0,-28 3 3 0,3-2-3 15,1 0 3-15,28 0-5 0,-30 0-1 0,28-2 4 16,-27 3-7-16,27-1 5 0,0 2 4 0,-28 1-6 16,34-4 4-16,-6 0-8 0,-27 3 5 0,28 1-1 15,-1 0 3-15,-26-1-7 0,26 2 1 0,-2-2 1 16,1 1 3-16,1-1-5 0,0 3 2 0,-2 3 3 16,2-2 0-16,-27 0-4 0,33-2 4 0,-7 4-5 15,1-1 4-15,3 0 0 0,1-5-1 0,1 4-3 16,0 1-1-16,0-4 1 0,1 2 0 0,2-4-3 15,-2 2 6-15,2-1-1 0,0 0-1 0,1-6 2 16,-2 6-2-16,1 1-1 0,1-1 3 0,-5 7-1 16,1-12 7-16,1 0-12 0,0 3 5 0,-1 0-5 15,5 2 4-15,-10-3 1 0,6 1-5 0,0 4 0 16,-4-9 0-16,-2 10 1 0,9-3-1 0,-9 2 1 16,4-1 2-16,-4 0-5 0,4 3 7 0,-5-1-4 15,1 0 2-15,-26 0-1 0,30 1-1 0,-4 1-1 16,2-2 5-16,-4-2-6 0,0-2 6 0,-23 4-7 15,30-3 7-15,-7 0-4 0,0 2 0 0,-23-2 5 0,25 1 1 16,-27 2-4-16,31-2-3 0,-35 1 1 16,6 1 0-16,-2-1 4 0,1 1-2 0,2 0-1 15,22-1-2-15,-32 2 0 0,5 0 1 0,-5-1-1 16,0 4 3-16,-4-2-2 0,2 0 0 0,-1 0 1 16,-5 0-2-16,-13 1 3 0,1 0-1 0,-2 1-2 15,-2-1 0-15,1 0 0 0,-3 2 0 0,-3-1 3 16,-2 0 2-16,2 5-3 0,-8-4-3 0,-3-1 6 15,0 2-2-15,-3 2-1 0,1 1 2 0,-5-2-1 16,1-1 14-16,-1 7-4 0,-2-4-7 0,0 2 0 16,0 2 2-16,-3 3-6 0,-2-1 10 0,-1 2 5 0,-1 1 6 15,-2 0 0-15,0 2 3 0,0-2-4 16,0 8-3-16,-2-1-2 0,0 1 0 0,0 1-5 16,0 0 4-16,1 0-4 0,-1 1 1 0,2-1-3 15,0 2 0-15,0-1-4 0,0 2 7 0,-2 0-8 16,0 0 2-16,2 0-3 0,0 0 6 0,0-1 3 0,2 3 2 15,0 1 6-15,0 2 1 0,1-3 0 16,-1 3-2-16,2 0 0 0,1 1 1 0,4 8-4 16,-3-10 0-16,5 12-17 0,-1-1 0 0,-1-9 10 15,0-1 3-15,0 0 1 0,4 11-8 0,-4-2 3 16,5 3 1-16,-4-14 0 0,0 0-7 0,5 15 3 0,-1 1 1 16,0-4 2-16,-1 0-1 0,3 1 1 15,-5-2-5-15,0 2 3 0,2-1 0 0,-4 1 5 16,0 2-3-16,3-1 2 0,-3-1-4 0,-2 0 3 15,-3-12-1-15,5 12 3 0,-2 0-5 0,-2-10 4 16,0 12-5-16,1-1 5 0,-2-2-1 0,-4-9-2 0,2-1 2 16,0-2-6-16,-4 2 2 0,0 9 1 15,2-10-1-15,-4-1-1 0,-2 1-2 0,-2-2 0 16,0-1 0-16,-2 3 30 0,-1-3-1 0,-1 2-9 16,-3-3 0-16,-1 0-3 0,-4-1-2 0,1 2 2 15,-3-5-7-15,-10 10 2 0,8-11-4 0,-4 0 0 16,-8 10-2-16,-1-6 1 0,-5 1 0 0,-3-2-5 15,3 0 2-15,0-1-2 0,-6 0 0 0,-7-5-2 0,2 2-9 16,-4-4 3-16,1 5-1 0,-5-7 3 16,1 4-5-16,-27 4 1 0,26-6 0 0,-24 2 0 15,22-7 0-15,-23 10-2 0,21-11 0 0,-25 5 3 16,25-9-2-16,-27 3 0 0,2 3 2 0,25-7-28 16,-29 3 9-16,-1 1-3 0,1-3 1 0,4 3 1 15,-4-6 3-15,0 3 4 0,2-3-2 0,-3 3 7 16,-2-3 1-16,-4 1 0 0,2-2 2 0,-2 0 0 15,-2 1 0-15,4 0-1 0,-2-1-1 0,0-1 7 16,4 2-2-16,-4-3-1 0,3 3 4 0,-1 0-1 16,5 0-1-16,-2-1 3 0,-4-5 3 0,7 4 0 15,-7-2-1-15,3 1-2 0,-4 5 5 0,-3-6 0 16,4 2-3-16,-5-1-1 0,-4-2-2 0,2-2 3 16,1-1 0-16,-1-2 1 0,-6 3 1 0,-3-1-2 15,0 7 4-15,-3-2-4 0,0-1-1 0,-1 0 5 16,5-5-2-16,-3-1 0 0,1 6-2 0,-1 1 6 15,2-2-4-15,3 5 2 0,1-7 0 0,6 3 3 16,-9-1-2-16,5-2-1 0,-1 3 2 0,-1-1-1 16,1-3 0-16,4 5 0 0,-3-6-2 0,6 8 7 15,-2-4-6-15,4 3-3 0,-4-7-1 0,5 0 0 16,0 1 3-16,-1 0-3 0,2 2-1 0,2-3 2 16,-3 3 0-16,2 3 2 0,-4-1-6 0,4-3 4 15,-2 3-2-15,7-2 0 0,-4 2-1 16,32-2 6-16,-26-1-1 0,30 0-1 0,-3-2-1 0,3 3 3 15,0-2-4-15,3 1 2 0,3-3 0 0,3 2 0 16,12-2 0-16,3-2 0 0,1 1-2 0,1 0 9 16,1-1-10-16,2 0 3 0,-1-1-16 0,6 2-4 15,1 0-13-15,0-1-12 0,5 1-30 16,2-1-20-16,1 0-29 0,0 1-44 0,2-3-48 16,-10 0-111-16,0 0-352 0,7 0 157 0</inkml:trace>
  <inkml:trace contextRef="#ctx0" brushRef="#br0" timeOffset="196472.87">4797 15309 70 0,'-3'-7'78'0,"3"7"-1"16,0 0-9-16,0 0 9 0,-2-7-14 0,2 7-6 15,0 0 2-15,0 0-6 0,-5-9 4 16,5 9-1-16,0 0-8 0,-4-9-1 0,4 9 10 0,-4-6 13 15,4 6 6-15,0 0 0 0,0 0-3 0,-1-8-4 16,1 8-7-16,0 0-12 0,0 0-7 0,0 0-2 16,0 0-8-16,0 0-4 0,0 0 2 0,-9 18 2 15,5-1-3-15,0 5-3 0,-3 6 0 16,3 1-3-16,-3 1-2 0,1 4 5 0,1 1-3 16,-1 13 4-16,-2 1 3 0,3 3-6 0,1-2 3 0,0 1-5 15,1-1 1-15,1 0-5 0,-2 0 3 0,4-1-2 16,0 1-3-16,4 1 2 0,-5-4-10 0,1 2 8 15,0-12-30-15,0 9 5 0,0-12-1 0,-3 0 5 16,3-2-6-16,0 1 13 0,0-2-10 16,3-2 5-16,-3-2-2 0,0-1 10 0,0-6-6 15,1-2 3-15,-1-2-3 0,1 1 5 0,-1-5 0 16,0 1 5-16,0-4-6 0,1 2 2 0,1-1 3 16,-1-3-7-16,0 2 4 0,1-3 0 0,-2-6-3 15,2 12 0-15,-2-7 0 0,0-5-2 0,3 11 2 16,-2-5-2-16,-1-6-1 0,3 11 4 0,1-6-2 15,-3 2 1-15,3 0 0 0,1-1 2 0,-3 0-2 16,3 2 0-16,-1-3-1 0,4 5 13 0,-3-2-10 16,5-1 5-16,-2-1-3 0,7 2-7 0,2 0 5 15,-1-2 1-15,4-2-3 0,-1 4 3 0,10 0 3 16,-3 2-3-16,3-7 0 0,-1 2-8 0,4-1 5 16,3 1 6-16,-2-3-5 0,3 2 1 0,1-2 6 15,18-1 0-15,1 4 1 0,-1-6-5 0,2 2 2 16,1-2-9-16,2-2-6 0,-1-2-11 0,6 1-9 15,24-9-19-15,-26 6-18 0,33-4-31 0,-3-4-25 16,4 1-36-16,-2 1-127 0,-3 0-304 0,1 2 136 16</inkml:trace>
  <inkml:trace contextRef="#ctx0" brushRef="#br0" timeOffset="-121476.72">2682 1466 106 0,'0'0'189'0,"0"0"-19"0,-1-11-1 16,1 11-11-16,0-8-4 0,0 8-2 0,0 0-17 16,0 0-3-16,0-9-16 0,0 9-5 15,0 0-14-15,0 0-10 0,0 0-14 0,0 0-5 16,0-9-3-16,0 9-8 0,0 0-7 0,0 0-1 15,0 0-10-15,0 0 2 0,0 0-11 0,0 0 2 0,0 0-6 16,0 0-2-16,0 0 3 0,-18 12 2 16,18-12-6-16,-9 5 2 0,5 0-3 0,-1-1-1 15,5-4 2-15,-9 7 5 0,9-7 3 0,-11 13 3 16,2-3-3-16,0 5 9 0,-2-5 1 0,2 4-4 16,0 1 2-16,-2-2-1 0,1 4-4 0,-3 5 1 15,0 0 1-15,0 3 2 0,2-1 4 0,2 5 5 16,3-3-1-16,-3-2-4 0,4 2-4 0,2-1-1 15,1-7-12-15,3 8 12 0,-1-9-10 0,4 3 4 16,1 1-18-16,0-6 10 0,1 3-22 0,1-2-4 16,3 0-9-16,0-1-27 0,2-1 0 0,0 0-28 15,2-2-30-15,4-2-36 0,-1 1-48 0,1-4-52 16,1 0-196-16,-6-1-463 0,3-6 206 16</inkml:trace>
  <inkml:trace contextRef="#ctx0" brushRef="#br0" timeOffset="-121176.79">3100 1591 100 0,'1'-17'219'0,"3"2"-22"0,-3-2-4 0,1 7-5 16,-1-1-4-16,0 1 5 0,-1 10-17 0,1-13-26 15,-1 13-3-15,3-9-20 0,-3 9-19 0,0 0-12 16,0 0-7-16,0 0-11 0,0 0-8 0,0 0 0 16,5 30-4-16,-1-5 1 0,-3 2-1 0,3 3-10 15,-4-3-5-15,-4 1-3 0,4-3-8 0,0 1-1 16,3 0-1-16,-3-6-5 0,0 6 3 16,-3-5-4-16,3-2-6 0,-2 5-18 0,0-6-16 15,1-1-19-15,2-1-24 0,-2-1-28 0,0-4-40 16,1-1-30-16,0-10-43 0,2 16-177 0,0-9-405 0,-2-7 179 15</inkml:trace>
  <inkml:trace contextRef="#ctx0" brushRef="#br0" timeOffset="-120875.58">3335 1800 100 0,'-4'17'162'0,"3"-7"-11"0,1-10-5 15,-1 19-7-15,1-6-7 0,1-4-7 0,2 1-2 16,2-1-7-16,5 0-1 0,-1-2-11 0,1-1-7 16,3-2-5-16,5 0 1 0,1-2-5 0,1-4-5 15,7-2-2-15,-6 0-18 0,2-1 5 0,-3-3-5 16,4-1-2-16,-4 0-3 0,-8-3-8 16,5-1-8-16,-4 2 1 0,1-1 6 0,-5-2-5 15,-2 1-3-15,1-1-1 0,-6 2-5 0,0 0-3 0,-4-4-7 16,-1 3-5-16,-2 3-1 0,-3 0-3 0,-1 1-1 15,0 2-1-15,-4 2-4 0,-3 3-2 16,-3 2-15-16,-2 2-13 0,3 4-11 0,-2 0-35 16,-4 6-20-16,5-2-47 0,3 0-51 0,1 4-189 15,-2-2-404-15,8-3 179 0</inkml:trace>
  <inkml:trace contextRef="#ctx0" brushRef="#br0" timeOffset="-120590">3883 1676 1981 0,'8'-19'49'0,"-2"2"-30"0,-1 0 40 0,-2 1-4 16,1 6 3-16,-3-2-8 0,0 6 11 0,-1 6 2 15,2-14-9-15,-2 14-11 0,0-10 0 0,0 10-8 16,0 0-4-16,0 0-7 0,0 0 0 0,0 0-4 0,0 0 2 15,6 34 0-15,-4-14-4 0,-1 6 1 0,-1 0-2 16,-1 1 0-16,-1-1-9 0,1-1 6 16,0 3 4-16,1-8-2 0,-2-1-3 0,2 7 4 15,-2-9-7-15,-1 1-11 0,1-1-18 0,0-5-29 16,-2 3-28-16,2-3-43 0,-1-3-58 0,-2-1-63 16,-1 1-127-16,1-3-397 0,5-6 175 0</inkml:trace>
  <inkml:trace contextRef="#ctx0" brushRef="#br0" timeOffset="-120319.29">4145 1633 84 0,'0'0'180'0,"0"0"-20"16,0 0 1-16,0 0-12 0,0 0-16 15,0 0-9-15,-29 19-8 0,19-10-20 0,1-4-1 16,-2 2-12-16,3-1-6 0,3-1-10 0,5-5-5 0,-12 8-5 15,7-5-9-15,5-3 2 0,0 0 1 0,-10 6-3 16,10-6-7-16,-5 6-3 0,5-6-7 16,0 0 0-16,0 0-8 0,0 0-3 0,-2 13-3 15,2-13 5-15,8 11-4 0,-8-11 3 0,11 16-1 16,-3-8-3-16,0 2-1 0,2-1-2 0,-1 1-3 16,3 2-22-16,0 0-18 0,-2-5-42 0,7 3-34 15,-7-2-66-15,1 1-128 0,-4-2-325 0,5-3 144 16</inkml:trace>
  <inkml:trace contextRef="#ctx0" brushRef="#br0" timeOffset="-119097.65">4323 1588 27 0,'-2'-13'128'16,"2"13"-7"-16,0 0-6 0,-4-10-8 0,4 10-5 16,0 0-7-16,0 0-6 0,0 0-5 0,-3-12-11 15,3 12 2-15,0 0-2 0,0 0-8 0,0 0 3 16,0 0-3-16,0 0 0 0,0-5-5 0,0 5 1 16,0 0-4-16,0 0 1 0,0 0-2 0,0 0-7 15,0 0-3-15,0 0-5 0,-1-9-3 0,1 9-2 16,0 0-4-16,1-9 6 0,-1 9-4 0,-1-10 1 15,1 10-5-15,1-10 2 0,0 3 2 0,-1 7-1 16,2-11 2-16,-2 11 6 0,0-9-4 0,0 9-6 16,0-9 0-16,0 9 5 0,0 0-4 0,0-10 7 15,0 10-7-15,0 0-3 0,0 0-3 0,0 0-6 16,2-6-4-16,-2 6-5 0,0 0 2 16,0 0-8-16,0 0 3 0,2 21 1 0,-2-4-3 15,-2 2 5-15,0 2 3 0,2 5 4 0,-6 3 2 16,5 0 0-16,0-2 4 0,0-8-7 0,-1 7 0 0,0-8 2 15,-1-2-7-15,-1 4 4 0,-1-4-4 16,4 0 1-16,-1 2 0 0,-1-6-6 0,0 0 7 16,1 0-4-16,1-2-11 0,-2-1-12 0,0 1-20 15,3-10-24-15,-4 12-23 0,4-12-24 0,-7 11-24 16,7-11-28-16,-4 7-29 0,4-7-162 0,0 0-375 16,0 0 166-16</inkml:trace>
  <inkml:trace contextRef="#ctx0" brushRef="#br0" timeOffset="-118753.42">4292 1689 103 0,'0'0'153'0,"3"-10"-17"0,-3 10-6 15,0 0-13-15,11-5-8 0,-6 0-10 0,7 2-4 16,1-1-8-16,3-1-10 0,2 3-2 16,3-4-10-16,-2 2-4 0,1-2-12 0,1 2-2 15,-3-1-7-15,3-1-4 0,-4 1 3 0,0-1-9 0,-1-2-3 16,-3 5 0-16,-1-2-6 0,-1 2 3 0,-2-6-8 15,-1 3 3-15,-2 0-4 0,3-4 6 16,-5 5 3-16,1-4 1 0,-1 2-4 0,1-9 4 16,-1 7-5-16,-4 9 5 0,2-15 0 0,2 9 1 15,-4 6 0-15,4-11-2 0,-4 11 2 0,0 0-10 16,1-10 0-16,-1 10 2 0,0 0-15 0,0 0 3 16,0 0 1-16,0 0 8 0,0 0 3 0,-4 35 10 15,-3-11 9-15,2 3-7 0,-3-1 6 0,1 2-10 16,4-1 5-16,-5-3-2 0,2 2-3 0,2-7-3 15,0 1 0-15,0 0-1 0,0-4-3 0,-1 4-2 16,3-9-13-16,-1 2-21 0,2-1-24 0,1-2-29 16,0-10-39-16,-3 16-48 0,2-7-184 0,1-9-368 15,0 0 163-15</inkml:trace>
  <inkml:trace contextRef="#ctx0" brushRef="#br0" timeOffset="-118454.59">4770 1534 35 0,'8'-4'191'0,"-8"4"-6"15,16-5-11-15,-6 4-8 0,-10 1-17 0,20 2-10 16,-12 1-6-16,-8-3-8 0,16 8-5 0,-8-1-9 16,0 0-6-16,-2 2-13 0,-1-1-10 0,-2 2-4 15,-2-1-5-15,0 3-2 0,-3 4-1 0,-3-5-3 16,-2 5-6-16,-2-2-5 0,-1 0-2 0,-2-3 0 15,2 2-1-15,1-5 2 0,0 1-4 0,3-3 2 16,-3 3-3-16,3-5-3 0,2 1-5 0,-1-1-3 16,1 2-5-16,4-6-3 0,-5 7-5 0,5-7-1 15,-3 8-3-15,3-8-5 0,0 0 3 0,0 0-4 16,9 14-18-16,0-10-23 0,4-1-40 0,-2 0-36 16,10-3-65-16,6-1-65 0,-8 1-166 0,10-4-431 15,-3-1 191-15</inkml:trace>
  <inkml:trace contextRef="#ctx0" brushRef="#br0" timeOffset="-118291.73">5287 1666 14 0,'0'0'201'0,"0"0"-8"0,18 0-19 15,-6 0-16-15,5 2-8 0,2-2-21 0,0 0-11 16,3 0-34-16,6 0-52 0,0 0-61 0,0-2-92 15,-11-2-64-15,2 4-198 0,0-5 88 0</inkml:trace>
  <inkml:trace contextRef="#ctx0" brushRef="#br0" timeOffset="-118031.52">5896 1381 36 0,'0'0'293'16,"4"-10"-19"-16,-4 10-24 0,0 0-27 16,0 0-19-16,0 0-26 0,0 0-15 0,0 0-2 15,0 0-4-15,0 0-10 0,8 32-12 0,-8-7-9 16,-3 0-15-16,2 1-4 0,-3 2-18 0,0-2 10 16,0 1-15-16,2-2-3 0,-1-6-9 0,-1 0-3 15,1 7-11-15,-3-9-7 0,4 1-3 0,-4 1-12 16,3-1-28-16,-1 0-31 0,2-2-32 0,-1-4-36 15,0 0-38-15,3-12-50 0,-5 19-49 0,3-9-199 16,2-10-460-16,0 0 204 0</inkml:trace>
  <inkml:trace contextRef="#ctx0" brushRef="#br0" timeOffset="-117502.44">6126 1546 64 0,'0'0'214'0,"0"0"-5"0,0 0-14 0,0 0-5 16,0 0-4-16,0 0-8 0,-33 16-6 0,24-8-10 16,0 0-14-16,1 1-10 0,1 2-6 15,0-2-10-15,1 0-9 0,1 1-11 0,2 1-9 16,1-3-11-16,-2 2-7 0,4-10-5 0,1 18-10 16,2-10-1-16,-3-8-8 0,8 13 0 0,-2-5-5 15,0-4-5-15,3 2-15 0,-1-1 11 0,3-2-17 16,-2 0 16-16,-9-3-9 0,18 0-1 0,-18 0-6 15,19-4-1-15,-10 2-7 0,0-2 4 0,-9 4-4 16,13-11-10-16,-6 3-1 0,1-1-4 0,0 0 0 16,0-1-5-16,-1-4 1 0,4 1-5 0,0 0-2 15,-2 0 4-15,0 3-5 0,1 1 4 0,1-1-2 16,-1 1 4-16,-3 3-4 0,-2 3 1 0,3-3-2 16,-8 6 3-16,15-5 0 0,-15 5 0 0,15 3-1 15,-5 1 4-15,-3 2-3 0,-1-1-1 0,0 5 5 16,-3-2-1-16,0 4 1 0,4 2 4 0,-4-2-6 15,0-2 5-15,1 0 1 0,-2 0 0 16,-2-10-3-16,6 16 6 0,-4-10-1 0,-2-6 2 16,9 12 2-16,-4-7-4 0,-5-5 7 0,13 4-3 15,-13-4 1-15,15 0 0 0,-4-1 1 0,-11 1 4 16,21-3-8-16,-12-1 4 0,-2 1 3 0,0-4-2 16,2 1-1-16,-4-2 1 0,2 0 1 0,-3-2-12 0,-1 0 7 15,0-2 5-15,1 3-4 0,-4-2-4 0,0 11 4 16,-3-26-1-16,1 15-5 0,-3 1-3 15,-1 0 0-15,1 0 2 0,-1 1-12 0,-2 1-12 16,-1 2-17-16,-1 2-17 0,-3 1-18 0,13 3-31 16,-23 2-26-16,12 0-56 0,1 5-195 0,10-7-421 15,-17 6 186-15</inkml:trace>
  <inkml:trace contextRef="#ctx0" brushRef="#br0" timeOffset="-117277">6772 1453 125 0,'5'-7'280'0,"-5"7"-5"0,0 0-5 0,0 0-18 15,0 0-27-15,4-11-14 0,-4 11-26 0,0 0-19 16,0 0-18-16,0 0-5 0,0 0-5 0,2 27-17 0,-3-8-5 16,-2 6-12-16,2-6-11 0,0 5-6 0,-1 5-5 15,-1-5-11-15,-1 0-7 0,1-5-4 16,1 0-22-16,-2-2-29 0,3 0-30 0,-3 2-32 15,0-5-30-15,1-3-30 0,1 0-47 0,-2-2-58 16,0-2-219-16,4-7-471 0,-14 9 209 0</inkml:trace>
  <inkml:trace contextRef="#ctx0" brushRef="#br0" timeOffset="-116929.03">6755 1501 127 0,'4'-10'191'0,"-4"10"-24"16,0 0-10-16,0 0-8 0,0 0-8 16,0 0-4-16,0 0-16 0,19 14-6 0,-19-14-14 15,12 12-4-15,-4-4-9 0,1-4-7 0,0 1-5 0,3 2-11 16,-2-6-1-16,0 1 0 0,-10-2-9 0,22 0-6 16,-12-1-1-16,-10 1-7 0,21-7 0 0,-12 1-2 15,2 1-3-15,-2-1 2 0,0-2 2 16,0 0-1-16,0-1 1 0,-3 2-2 0,2-2-9 15,1 2 10-15,-3-2-4 0,1 0 4 0,-3 4 3 16,-4 5 1-16,7-10 0 0,-7 10-1 0,7-7-3 16,-7 7-9-16,0 0-4 0,0 0-9 0,0 0 0 15,0 0 2-15,0 0 4 0,0 0 2 0,10 24 1 16,-10-9-3-16,-1 2 2 0,-2-1-4 0,2 4 0 16,-2-1-4-16,2 1 2 0,0-2-27 0,-2-1-18 15,2 2-14-15,-3-7-35 0,3 0-34 0,1-12-38 16,1 19-67-16,-1-10-201 0,0-9-449 0,4 10 199 15</inkml:trace>
  <inkml:trace contextRef="#ctx0" brushRef="#br0" timeOffset="-116717.66">7297 1437 119 0,'0'0'271'15,"6"-8"-14"-15,-6 8-22 0,5-6-22 0,-5 6-30 16,0 0-3-16,0 0 9 0,0 0 4 15,0 0-12-15,3 25-14 0,-6-8-3 0,5 1-10 16,-4 1-19-16,1 5-6 0,1-1-11 0,-1-2-11 16,-2 3-23-16,2-3 10 0,0-3-12 0,1 0-6 15,-3-1-33-15,2 2-27 0,-3-4-33 0,0-1-46 16,0-2-42-16,-2-3-44 0,1 2-72 0,-4-1-252 16,0-4-512-16,-1-1 227 0</inkml:trace>
  <inkml:trace contextRef="#ctx0" brushRef="#br0" timeOffset="-116420.96">7236 1610 33 0,'10'-4'162'0,"-10"4"-6"0,20-9-15 16,-8 4-16-16,6-2-13 0,-6 5-13 0,2-2-10 16,-1-1-6-16,0 1-2 0,-3-1-14 0,1-2-3 15,1 1 4-15,-3 0-1 0,-9 6-4 0,18-14 5 16,-13 7 3-16,2-2-1 0,-2 1 1 15,0 1 2-15,-1-3-1 0,-4 10 6 0,8-10 7 16,-8 10 2-16,2-7-6 0,-2 7-1 0,0 0-14 16,8-9-5-16,-8 9-10 0,0 0-6 0,0 0 8 15,0 0 4-15,0 0 7 0,-3 45-1 0,2-22-5 16,-2 3-1-16,0-2-6 0,0 3 4 0,-4 1-4 16,5-4-5-16,-3 2-1 0,1-8-8 0,1 0-1 15,1 1-10-15,-1-2-28 0,1 1-33 0,0-5-37 16,1-2-37-16,1-11-41 0,-2 15-62 0,2-15-220 15,-3 12-467-15,3-12 207 0</inkml:trace>
  <inkml:trace contextRef="#ctx0" brushRef="#br0" timeOffset="-116115.47">7668 1467 121 0,'7'-8'222'0,"-7"8"-19"15,8-4-9-15,-8 4-6 0,0 0-5 0,16 0-11 16,-16 0-16-16,11 7-4 0,-11-7-5 16,11 10-10-16,-3-1-4 0,-2-1-13 0,-2 1-2 15,0 1-11-15,1-1-6 0,-5 1-4 0,0-10-9 16,-1 22 1-16,-4-11-9 0,0 3-5 0,-1-3-6 16,-1 0-6-16,2-2 2 0,-4 1-6 0,2-1-8 15,1 0-3-15,-2-2-6 0,1 2-7 0,7-9-1 16,-9 10-16-16,6-7 10 0,3-3-3 0,-5 9-5 15,5-9-2-15,-3 8 1 0,3-8 5 0,0 0-7 16,12 13-8-16,-3-8-20 0,5-2-14 0,5 2-26 16,2-1-26-16,7-3-42 0,0-1-40 0,1-3-54 15,-1-2-60-15,-6 1-161 0,4-3-469 0,-1-5 208 16</inkml:trace>
  <inkml:trace contextRef="#ctx0" brushRef="#br0" timeOffset="-115916.26">8230 1375 64 0,'0'0'270'0,"14"-6"-5"16,-14 6-8-16,13-4-16 0,-4 4-25 0,-9 0 3 15,20 5-18-15,-10 1-8 0,4 7-13 0,-1-1-14 16,2 4-12-16,-2 0-10 0,0 9-15 0,-3 1-7 16,-1 0-10-16,-1 1-13 0,-2 1-9 0,-3-1-11 15,-3 2-20-15,-7-1-25 0,-3 1-31 0,-5-1-29 16,-7 3-36-16,-11 6-43 0,-6-3-46 0,-1-3-60 15,-4-3-246-15,-9-7-496 0,-2 1 220 0</inkml:trace>
  <inkml:trace contextRef="#ctx0" brushRef="#br0" timeOffset="-111470.84">2736 2353 22 0,'-13'0'45'0,"1"-1"5"0,1 0-7 0,0-1 1 16,-1 1-6-16,0-1 3 0,0-1-1 0,1 1 3 15,0-1 1-15,-1 2-1 0,3-3 2 0,-3 2 1 16,1 0-6-16,1 0 2 0,-1 1-7 0,1-4 0 16,-1 3 1-16,11 2 5 0,-20-2-13 15,10 1 8-15,10 1 2 0,-17-2-1 0,8-1-8 0,9 3 1 16,-15-1-7-16,15 1 2 0,-13-3-7 0,13 3 0 15,0 0 4-15,-15-1-8 0,15 1 5 0,-9-2-7 16,9 2 5-16,0 0-4 0,0 0-2 0,0 0-5 16,0 0-1-16,-14 0 1 0,14 0-1 0,0 0 6 15,0 0 1-15,0 0 5 0,0 0-1 0,24 10 12 16,-6-7 0-16,9 3-1 0,6-1-3 0,5 0 7 16,13-3 1-16,2 4-1 0,0-4-9 0,1 3 5 15,1-2-1-15,0-2 0 0,0 2-1 0,-1-2-3 16,-1 3 6-16,3-2-7 0,4 0-2 15,2 0-3-15,2 1-1 0,26 0 9 0,1 0-8 16,-26 0 1-16,26 4-2 0,-26-4 0 0,26 0-2 16,-27-3 7-16,1 3-11 0,27 1 4 0,-30-4-3 15,28 7 7-15,-26-6-10 0,3 3 7 0,29-1 1 0,-2 1 2 16,-30 3 0-16,26-6-2 0,-28 4 4 0,29 3-8 16,-27-4 9-16,0 0-3 0,1 1 1 0,27 0 3 15,-30-1-4-15,2-1-1 0,0-1 2 16,27 1 5-16,-31-2 0 0,3 1-4 0,-1 0 1 15,-2-5-6-15,2 6 1 0,-2-2 3 0,-4 0-3 16,0-3 1-16,-1 6-1 0,-1-3-2 0,1 0 2 16,-1 0-7-16,-2 0 5 0,3-1 1 0,1 1-1 15,-5-1-1-15,4 2-5 0,0-1-1 0,-1 1 3 0,-4-1-2 16,3 2 0-16,0-2 4 0,2-1-3 16,-2 2 3-16,4-5-5 0,-1 4-2 0,1-1 0 15,1 0 2-15,-4-3 0 0,3 5-2 0,-5-5 1 16,2 2-4-16,-14 1 3 0,-2-2-2 0,2 2 0 15,-2-1 2-15,0 2-3 0,-1-4 1 0,2 5 0 16,11-6 2-16,-12 5-2 0,0-2 2 0,2 1-2 16,-3-1-2-16,3 1 3 0,-2-2-3 0,0 0 0 15,-1 1-2-15,-1 1 3 0,-1 0-3 0,-2-1 1 16,-1 1 2-16,0 0-2 0,-2 1 8 0,2-2-4 16,-1 2 3-16,0-2-1 0,-2 2-5 0,-1-1 2 15,0 0-1-15,-6 3 3 0,0-6-3 0,-2 3 0 16,-1 1 1-16,3 1 1 0,-4-1 2 0,-2 0-5 15,-3-1 4-15,3 0-2 0,-5 0 1 0,1 2-2 16,-1-2 2-16,-3 0-4 0,0 0-1 0,-8 0 1 16,11 0-12-16,-11 0-6 0,10 1-5 0,-10-1-10 15,0 0-14-15,0 0-20 0,0 0-30 0,0 0-30 16,0 0-9-16,0 0-30 0,-41-5-135 0,22 5-327 16,-9-2 145-16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10:29:18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5018 3185 51 0,'-8'0'121'0,"8"0"-4"0,-13-4 1 16,5 2-4-16,8 2-3 0,-13-3-3 0,4 1 0 16,9 2-1-16,-11-4-6 0,5 2 0 0,6 2-8 15,-8-3-5-15,8 3-7 0,-8-3-12 0,8 3 2 16,0 0-11-16,0 0-8 0,0 0-5 0,0 0-8 16,0 0 1-16,0 0-2 0,0 0-4 0,25 6-2 15,-5-5-4-15,8 0-1 0,-1 2-3 0,1-2 6 16,2 0-12-16,1 2-4 0,-1-3 2 0,-4-2-5 15,-4 2 1-15,-2 2-3 0,-8-4-4 0,1 4 3 16,-1-2-2-16,-1 0 1 0,-4 1 10 0,-7-1-13 16,13 2-2-16,-8 0 1 0,-5-2-3 0,7 6-1 15,-5-2 5-15,-2-4-6 0,-1 14 6 0,-4-4-4 16,-4 4 4-16,-3 2 0 0,0-1-2 0,-6 5 0 16,0 1-2-16,-3 0 14 0,1-1-11 0,-3 2-2 15,2-4 4-15,0 0-6 0,0-1 5 0,5-4 1 16,-7 4 6-16,9-6 0 0,2 0-8 0,1-1 5 15,0-3 0-15,4 2 2 0,-2-2-1 0,4-2-3 16,0-2 0-16,-1 0-2 0,6-3-5 0,-10 5 2 16,10-5 6-16,-2 8-5 0,2-8 0 0,0 0 4 15,0 0-4-15,11 13 3 0,-1-11-2 0,2 2-2 16,7-2 0-16,0 2-12 0,9-2-23 0,-1-1-20 16,1 0-34-16,3-1-33 0,-2 0-29 15,1 0-14-15,-1 0-116 0,-7 0-301 0,0-1 134 0</inkml:trace>
  <inkml:trace contextRef="#ctx0" brushRef="#br0" timeOffset="231.3">5653 3434 166 0,'0'0'165'0,"5"-4"-11"0,-5 4-10 16,0 0 5-16,0 0 4 0,0 0-9 0,0 0-14 15,6 16-7-15,-5-7-4 0,-1 2-7 0,-1 1-7 16,-1 1-10-16,0 2-7 0,-2 2-10 16,1-2-7-16,2 2-8 0,-3 1-3 0,3-4-6 15,-1-3-10-15,2 5-21 0,-3-3-26 0,3-2-28 16,-1 2-35-16,2-1-42 0,-1-2-27 0,1-1-31 16,1 2-123-16,-2-11-313 0,0 13 140 0</inkml:trace>
  <inkml:trace contextRef="#ctx0" brushRef="#br0" timeOffset="415.15">6083 3470 94 0,'11'-2'145'0,"-3"0"-10"0,2 2-17 0,3-2-20 16,-3 2-36-16,3 0-21 0,-2 0-28 0,0 0-26 15,0 0-24-15,-1 2-18 0,-3 0-46 0,-1 0-108 16,-6-2 48-16</inkml:trace>
  <inkml:trace contextRef="#ctx0" brushRef="#br0" timeOffset="545.6">6177 3537 71 0,'-7'5'125'0,"7"-5"-12"0,-8 3 0 15,8-3-3-15,0 0-5 0,-5 3-19 0,5-3 0 16,0 0-15-16,0 0-3 0,0 0-3 0,23 5-11 15,-8-6-45-15,7-1-38 0,5-2-54 0,1 0-78 16,1-4-175-16,2 1 78 0</inkml:trace>
  <inkml:trace contextRef="#ctx0" brushRef="#br0" timeOffset="4101.46">7023 3449 35 0,'0'0'182'0,"0"0"-5"16,0 0-4-16,0 0-10 0,0 0-1 0,0 0-9 15,0 0-11-15,0 0-9 0,0 0-14 16,7-6-12-16,-2 3-10 0,1 0-12 0,3-4-6 16,2-2-6-16,2 1-12 0,2-2-5 0,1-4-2 15,-2 4-6-15,-1-3-6 0,1 3 2 0,-5 1-5 16,1 1 0-16,2-4-2 0,-4 4-2 0,0-1 2 0,-1 2 1 15,-3 2-4-15,1-1-1 0,-1 2 1 16,-1-1 0-16,-3 5 0 0,8-6-5 0,-8 6-3 16,5-5-3-16,-5 5-4 0,0 0 0 0,4-5-7 15,-4 5-3-15,0 0-4 0,0 0 0 0,0 0-1 16,4 18 0-16,-3-5 1 0,0 4-1 0,-1 2 0 16,-1 7 3-16,2 2 8 0,-3 0 0 0,2 1 1 15,-3-4-4-15,3 2 2 0,-1-4-2 0,0 4-1 16,1-9 0-16,0 1 0 0,0 0 4 0,0 1-1 15,-2-2 0-15,1 0 3 0,0 0-8 0,0 0 2 16,-2-2-2-16,2 0-2 0,-3 0 5 0,3-2-23 16,-2 0-6-16,1-2-7 0,-2-2-15 0,0 1-11 15,0-1-18-15,-1 0-14 0,-3-3-27 0,2 3-23 16,-1-4-40-16,-2 0-40 0,-2-2-133 0,11-4-372 16,-24 2 166-16</inkml:trace>
  <inkml:trace contextRef="#ctx0" brushRef="#br0" timeOffset="4268.5">6961 3230 10 0,'9'-2'73'0,"3"-2"-22"0,0 3-23 0,7 2-14 16,-2 2-27-16,1 0-15 0,0 3-29 0,1 0 13 15</inkml:trace>
  <inkml:trace contextRef="#ctx0" brushRef="#br0" timeOffset="4748.05">7408 3387 101 0,'0'11'151'0,"0"-11"-2"0,-2 13 3 0,2-5 1 15,-2 0-9-15,2 2-12 0,2-4-14 0,0 4-10 16,-1 0-8-16,1-4-10 0,1 1-10 0,0 0-9 16,2 1-3-16,-1-4-7 0,1 1-5 0,3 0-4 15,1 0-3-15,0-1-11 0,0-1 2 0,-1-3-3 16,4-2-8-16,0 1 2 0,0-3 5 0,4-1-4 16,-4 0 1-16,5-3-5 0,-6 1 5 0,4 0-5 15,-3-5-1-15,-4 5-4 0,1-5 1 0,0 3-5 16,-1-2-1-16,-2 0-1 0,-1 0-2 0,0 1-2 15,-2 0 1-15,-1 4 2 0,0 0-3 0,-2 6-5 16,5-10 0-16,-5 10-3 0,2-7-1 0,-2 7-4 16,0 0 1-16,0 0 1 0,0 0 3 0,0 0-4 15,5 17 1-15,-5-8-2 0,3-2 0 0,-2 3-6 16,2-2 7-16,-1 4 0 0,2-4-1 0,0 0 1 16,4-2-1-16,-3-1 2 0,1 0 3 0,2-3-1 15,3 1 1-15,1 0-3 0,-1-5 2 0,3 0 0 16,3-4 1-16,1-2 0 0,-4 1-3 0,3-2 3 15,-5 0-1-15,-1-1 1 0,-2 2 0 0,-2-2 0 16,0 0 7-16,-1-2 1 0,-4-2-4 0,0 4 1 16,-1-4-1-16,-2 3 1 0,-2 1-2 0,-2-2-5 15,0 2-6-15,-3 2-14 0,-3-4-13 0,2 4-9 16,1 1-9-16,2 2-27 0,-2 1-13 0,1 2-30 16,7 2-21-16,-13 4-14 0,6 0-10 0,2 2-120 15,-2 0-306-15,3 0 135 0</inkml:trace>
  <inkml:trace contextRef="#ctx0" brushRef="#br0" timeOffset="5065.42">8080 3189 129 0,'2'-4'206'0,"3"-3"-7"15,-5 7-11-15,2-7-17 0,-2 7-9 0,0 0-24 16,5-5-10-16,-5 5 1 0,0 0-16 0,0 0-9 15,5 19 0-15,-5-9-3 0,0 6-5 0,-1-3-10 16,0 5-6-16,-2 2-7 0,2 3-8 0,-3-5-2 16,3 6-5-16,-4-5-4 0,2 0-2 0,2-4-5 15,-3 1 0-15,2-5-8 0,0 2-3 0,1-3-7 16,0-2-1-16,0-1-3 0,-1 0-1 0,2-7 0 16,-1 11-4-16,1-11 0 0,0 11-5 0,0-11-1 15,3 7 4-15,-3-7-5 0,6 6 0 0,-1-4-2 16,-5-2 3-16,14 2-5 0,-1-1-8 0,0-1-15 15,3 0-15-15,2-4-22 0,-1 3-13 0,-2-1-29 16,3 0-34-16,2 1-28 0,0-2-20 0,-1 2-16 16,-1 1-4-16,-5 0-114 0,4-2-335 0,-4 1 148 15</inkml:trace>
  <inkml:trace contextRef="#ctx0" brushRef="#br0" timeOffset="5276.36">8502 3410 177 0,'0'0'213'0,"1"-8"-4"0,-1 8 0 16,0 0-11-16,0 0-12 0,0 0-13 0,0 0-15 16,0 0-17-16,0 0-15 0,0 0-17 0,0 0-9 0,0 0-1 15,0 0 7-15,0 0-5 0,0 0-8 0,-1 28-8 16,0-18-9-16,1 1-8 0,0 2-5 0,0-2-8 16,-1 6-1-16,-1 0-4 0,1-3-26 0,1-1-19 15,0 3-30-15,-1-4-32 0,1-1-32 16,-2 2-36-16,4-3-42 0,-1 1-55 0,-1 1-144 15,0-12-396-15,4 15 176 0</inkml:trace>
  <inkml:trace contextRef="#ctx0" brushRef="#br0" timeOffset="5507.68">8864 3360 130 0,'0'0'231'0,"0"0"-23"0,0 0-18 15,18-14-20-15,-6 7-11 0,4 2-17 0,2-2-13 16,3 1-12-16,-1 2-11 0,6-3-16 0,-4 4-16 16,-3-2-25-16,0 3-34 0,2 0-40 0,-3-1-46 15,-4 3-33-15,-1 0-37 0,-2 0-105 0,-5 1-265 16,-6-1 119-16</inkml:trace>
  <inkml:trace contextRef="#ctx0" brushRef="#br0" timeOffset="5715.42">9075 3211 25 0,'0'0'194'0,"-4"-5"-14"0,4 5-11 15,0 0-19-15,0 0-15 0,0 0-3 0,0 0 7 16,0 0-7-16,0 0-9 0,7 25-10 0,-5-14-13 15,0 0-5-15,1 2-4 0,-1 5-6 16,0 0-7-16,0 0-4 0,1 0-7 0,-1 7-5 0,0-8-1 16,-1 0-5-16,3 0-20 0,-4-1-33 0,1-4-16 15,0 2-39-15,2-2-56 0,-3-2-45 0,4 3-176 16,-3-3-357-16,-1-10 157 0</inkml:trace>
  <inkml:trace contextRef="#ctx0" brushRef="#br0" timeOffset="6081.22">9503 3292 96 0,'10'-5'185'15,"-1"-3"-7"-15,2 2 2 0,-2-2-11 0,2-1-9 16,-2 2-6-16,2 0-15 0,-3 1-10 0,-3 3-2 15,0-1-11-15,1 0-2 0,-6 4-6 0,8-5-2 16,-4 2-4-16,-4 3-1 0,6-3-7 0,-6 3-4 16,0 0-11-16,7-3-8 0,-7 3-8 0,0 0-9 15,0 0-8-15,0 0 2 0,0 0 2 0,6 18-1 16,-5-8-2-16,-1 4-2 0,0 10 5 0,-1 1-1 16,1 3-4-16,-3-2-4 0,1 0-4 0,1 2 3 15,-2-1-1-15,2-4-7 0,-3-2-2 0,1 3-4 16,3-5 7-16,-1 0-9 0,-1 0 2 0,0-3-7 15,0 2-1-15,0-1 2 0,0-3-6 0,-1 0-16 16,1 1-15-16,-5 1-23 0,1-1-21 0,-2 2-20 16,1-4-31-16,-6 3-33 0,3-4-30 0,-3-5-38 15,4 3-31-15,-5-1-149 0,-3-5-424 0,4-1 187 16</inkml:trace>
  <inkml:trace contextRef="#ctx0" brushRef="#br0" timeOffset="6249.3">9401 3156 88 0,'0'0'118'0,"3"-5"-12"0,-3 5-37 16,13-2-38-16,-13 2-30 0,19 4-32 0,-5 2-33 15,0 0-69-15,4 0 31 0</inkml:trace>
  <inkml:trace contextRef="#ctx0" brushRef="#br0" timeOffset="6711.96">9799 3262 42 0,'0'10'170'16,"0"-10"0"-16,-2 15 1 0,0-7-11 0,0 3-5 15,1-2-15-15,1 1-11 0,-2 1-3 0,1-1-16 16,1 0-9-16,0 0-7 0,3-1-11 0,-1 1-11 15,1 0 1-15,1-2-8 0,1 0-3 0,2 0-7 0,2-3-5 16,-2-1-1-16,5 0-5 0,-3-1-2 0,0 0 7 16,4-2-6-16,-7-1 10 0,6-1-8 15,-12 1-3-15,18-5-4 0,-9 2-2 0,0-3-1 16,0 1-6-16,-3-3-3 0,-1 1-2 0,2-1-1 16,-1-3-5-16,0 3-3 0,-1-3 1 0,-1 1 1 15,-1 0-4-15,-2 3-4 0,2 1-1 0,-3 6-2 0,4-9-1 16,-3 4-7-16,-1 5 0 0,0 0-1 15,0 0 6-15,0 0-6 0,0 0 2 0,0 0-1 16,4 22 1-16,-3-14-1 0,3 3 2 0,-3-2 0 16,0 1-3-16,3 0 4 0,0 0 6 0,2-2-6 15,1 0 1-15,3-2 4 0,0-2-6 0,1-1 8 16,0-1-5-16,0 0 0 0,1-2 0 0,-1-2 1 16,0-3 1-16,3 1 0 0,-4-2-1 0,2 1-2 15,-2-3 0-15,-3 0 4 0,2-2 2 0,-2-1 6 16,3-3-3-16,-6 2 2 0,1-3-3 0,-3 3 2 15,2-3-4-15,-2 5-1 0,-2-2-1 0,-3-1 2 16,3 2-2-16,0 0-9 0,0 1-15 0,-3 1-18 16,1 3-17-16,2 6-41 0,0 0-42 0,-3-13-31 15,3 13-19-15,0 0-12 0,0 0-131 0,0 0-356 16,0 0 158-16</inkml:trace>
  <inkml:trace contextRef="#ctx0" brushRef="#br0" timeOffset="6947.45">10410 3178 144 0,'4'-5'214'0,"-4"5"2"0,5-4-5 15,-5 4-11-15,0 0-17 0,8-7-21 16,-8 7-17-16,0 0-6 0,0 0 2 0,0 0-7 16,5 16-4-16,-4-6-5 0,-1 3-11 0,0 0-10 0,-1 4-8 15,1 0-3-15,-2 2-13 0,1 2-7 0,0-2-5 16,-3-1-8-16,4 1-4 0,-2-2 1 0,0 0-9 15,1 0-5-15,0-1-20 0,1 0-23 16,-1-4-21-16,1 0-24 0,0-1-27 0,0 0-39 16,0-1-33-16,0-1-31 0,1-3-33 0,-1-6-173 15,-1 12-412-15,1-12 182 0</inkml:trace>
  <inkml:trace contextRef="#ctx0" brushRef="#br0" timeOffset="7307.42">10420 3178 33 0,'0'0'147'0,"0"0"3"0,4-5-7 0,-4 5 0 15,0 0 0-15,0 0-7 0,17 9-12 0,-12-3-9 16,-1-1-8-16,3 3-8 0,0 0-10 0,0 0-5 16,2-1-7-16,2 2-4 0,-2-4-5 0,1 2-8 15,1-4-3-15,2 1-2 0,4-1-1 0,-5-2-1 16,1-1 1-16,5-3-3 0,-5 3-2 0,1-4 6 15,-2 0-1-15,0-2-2 0,0 1 3 0,-2-1 6 16,4-5-5-16,-5 3-2 0,-1-1-6 0,1 0-4 16,-2-3-2-16,0 3 5 0,-3 1 9 0,2-1 3 15,-2 2-1-15,-1 1 1 0,-3 6-11 0,7-8-8 16,-4 4-4-16,-3 4-12 0,0 0 1 0,7-1-3 16,-7 1 3-16,0 0 3 0,3 20 5 0,-3-8 3 15,0 7 2-15,0 0-9 0,-3 5 12 0,1 1-1 16,-2 1-3-16,0 0-14 0,-1 1 11 0,0-1-3 15,-2 1-12-15,5-2-32 0,-3-1-36 0,1 0-24 16,0-5-40-16,1 0-59 0,2 1-66 0,1-4-249 16,-2 0-525-16,2-4 233 0</inkml:trace>
  <inkml:trace contextRef="#ctx0" brushRef="#br0" timeOffset="7823.8">10859 3591 33 0,'6'-2'153'0,"-6"2"-4"16,0 0 14-16,0 0 5 0,0 0-1 0,6 13-14 15,-7-5-11-15,1-8-4 0,-4 28-21 0,-1-13-10 16,-1 4-11-16,-3-2-33 0,-1 5-20 0,-3 0-38 16,3-4-30-16,2 0-59 0,0-2-41 0,-3 3-120 15,6-9-263-15,0 1 117 0</inkml:trace>
  <inkml:trace contextRef="#ctx0" brushRef="#br0" timeOffset="8360.93">12241 3300 13 0,'0'0'209'0,"-2"-6"-17"16,2 6-1-16,0 0-5 0,0 0-12 0,0 0-13 16,-4-6-13-16,4 6-12 0,0 0-15 0,0 0-12 15,0 0-13-15,0 0-9 0,0 0-11 0,0 0-7 0,13-6-5 16,-4 5-10-16,0-2-6 0,2 2-1 16,3-1-7-16,-3 1-3 0,3 0-6 0,1 0 0 15,-3 0-4-15,-1 2-4 0,-1-2-2 0,2 0 3 16,-5 1-7-16,-7 0-2 0,18 0-1 0,-11 1-6 15,-7-1 3-15,13 0-5 0,-13 0 1 0,8 2-3 16,-2-1 1-16,-6-1-4 0,0 0 0 0,7 3 0 16,-7-3 1-16,4 6 0 0,-4-6 3 0,0 9-4 15,0-9 6-15,-5 16 8 0,1-4-1 0,-4 4 8 16,-3-3-1-16,-1 4 1 0,-7 4-2 0,0-1 2 16,-2 0 0-16,0 0 6 0,2-1-2 0,-4 0-2 15,2 0-1-15,6-6-4 0,1-1 2 0,-1 0-1 16,1-3-3-16,3 0 1 0,3-1-3 0,-2-3-4 15,4 2 1-15,1-1-4 0,-2 0 2 0,5 1-3 16,2-7 0-16,-2 9 2 0,2-9-2 0,0 10-2 16,0-10 1-16,9 10 5 0,-3-7-5 0,6 3 2 15,-1-1-9-15,9-2-15 0,7 2-25 0,2-1-23 16,2-4-36-16,-2 2-50 0,1-1-38 0,1-1-32 16,-10 0-150-16,-2-1-400 0,2-1 176 15</inkml:trace>
  <inkml:trace contextRef="#ctx0" brushRef="#br0" timeOffset="8612.41">12736 3573 53 0,'13'1'173'0,"-9"0"-3"0,3 1-4 0,-7-2-12 16,14 6 0-16,-10-2-3 0,1 0-6 0,-5-4-8 15,8 10-1-15,-8-4-6 0,3 0-7 16,-3-6-5-16,-2 14-4 0,1-8-8 0,1-6-5 15,-8 16-4-15,5-8-5 0,-3 1-5 0,-1 2-4 0,0-3-10 16,1 0-5-16,1 1-7 0,-2-2-9 0,7-7-1 16,-6 12-8-16,3-6-5 0,3-6-1 0,0 0-2 15,3 14-10-15,-3-14-21 0,6 10-17 16,3-5-23-16,4-1-31 0,6-1-38 0,3-3-69 16,8-4-55-16,3 2-164 0,1-4-424 0,-1 0 187 15</inkml:trace>
  <inkml:trace contextRef="#ctx0" brushRef="#br0" timeOffset="8777.49">13390 3515 1863 0,'0'0'98'0,"0"0"-35"0,0 0-32 16,0 0-20-16,4-5-9 0,-4 5-18 0,0 0-14 15,0 0-5-15,9-5 5 0,-9 5-13 0,14-3-17 16,-14 3-27-16,13-1-41 0,-13 1-32 0,8 1-87 15,-8-1-267-15,0 0 118 0</inkml:trace>
  <inkml:trace contextRef="#ctx0" brushRef="#br0" timeOffset="8906.34">13275 3641 78 0,'0'0'206'0,"0"0"-14"15,0 0-9-15,22 5-17 0,-9-5-12 0,6-3-18 16,0 1-24-16,10-3-45 0,3-1-50 0,5 1-71 15,-1-3-156-15,-3 0-227 0,-2-3 101 0</inkml:trace>
  <inkml:trace contextRef="#ctx0" brushRef="#br0" timeOffset="9541.31">14133 3385 49 0,'0'0'222'0,"0"0"-6"0,-9 0-4 0,9 0-10 16,0 0-11-16,-8-3-13 0,8 3-18 0,0 0-14 15,0 0-18-15,0 0-11 0,0 0-13 0,19-19-13 16,-8 12-6-16,5-3-6 0,-1 3-9 0,-3 1-7 16,1 0-6-16,3-2-6 0,1 0-4 0,-6 2-7 0,-1 1-3 15,-1-3-3-15,3 4 1 0,-4-3-4 16,-1 1 6-16,-3 2 1 0,1 0 3 0,0-1-1 16,-5 5 2-16,7-5-3 0,-7 5 4 0,6-4-7 15,-6 4-3-15,0 0-11 0,5-4 3 0,-5 4-7 16,0 0-6-16,0 0-3 0,0 0-5 0,0 0 3 15,0 0 2-15,0 24-4 0,-3-6 5 0,-1 1 0 16,0 5 4-16,-3 2-1 0,-1 1-1 0,2 0 1 0,2-1 2 16,-3 0 0-16,-1 0-4 0,2-8 2 15,2 2 2-15,1-1-4 0,1 1-7 0,-2-4 7 16,0 4 0-16,0-4 0 0,-2 4 2 0,6-2-2 16,-2-7-5-16,-1 6 3 0,-1-5 2 0,-2 5-1 15,4-5-19-15,0-1-12 0,-3 1-5 0,3-1-9 16,-3 0-14-16,3-2-17 0,2-9-30 0,-5 13-30 15,5-13-42-15,-4 9-29 0,4-9-57 0,0 0-131 16,-9 1-417-16,9-1 186 0</inkml:trace>
  <inkml:trace contextRef="#ctx0" brushRef="#br0" timeOffset="9728.81">13974 3266 2292 0,'-5'-10'6'0,"0"0"-7"16,3 2 4-16,0 1 8 0,2 7 4 0,-3-11-14 16,3 11 0-16,0-10-9 0,0 10 1 0,3-12-3 15,1 9-3-15,1-3-16 0,4 2-23 0,0 2-32 16,4 1-42-16,1 0-48 0,-1 2-131 0,3-1-329 16,2 0 146-16</inkml:trace>
  <inkml:trace contextRef="#ctx0" brushRef="#br0" timeOffset="12323.95">14441 3330 42 0,'1'-7'162'0,"-2"-3"5"16,-1 2 3-16,2 8-5 0,0-11-13 0,0 11-6 16,-1-7-15-16,1 7-16 0,0 0-14 0,0 0-11 15,0 0-9-15,0 0-11 0,0 0-4 0,-6 23 4 16,4-6-7-16,-3 2-5 0,2 7-5 16,1 0-5-16,0-7-8 0,0 1 2 0,2-1-5 15,-1-1-3-15,4 0 0 0,-1-6-7 0,3 3 6 16,2-4-9-16,0 0 1 0,1-4-8 0,1 0 6 0,1 0 2 15,0-2-7-15,3-1-1 0,1-3 0 0,-1-2-4 16,2-1 4-16,-2-2-3 0,0 1-3 0,-2 0 0 16,0-3 3-16,-1 1-4 0,0-1-2 15,-1-2-1-15,-1-1-1 0,-2 1-1 0,1 0 1 16,-5-1-2-16,5 1 1 0,-5-2-1 0,3 2 0 16,-5 0 2-16,0 8-2 0,3-10-2 0,-3 10-5 15,1-9 3-15,-1 9 0 0,2-6-5 0,-2 6-1 16,0 0 1-16,0 0-1 0,0 0-1 0,0 0 3 0,0 0-1 15,0 0 1-15,0 0 0 0,0 0 1 16,12 18 4-16,-10-13-4 0,2-1 1 0,3 2 4 0,-4-2-2 16,3 0 0-16,-1-1 3 0,3 1 0 15,-1-2-3-15,3 0 2 0,1 0 2 0,-5-4-5 16,8 1 5-16,-5-3-3 0,5 1 1 0,-4-4-4 16,3 2 3-16,-3-2 1 0,-1 0-3 0,-1-3-2 0,-3 1 5 15,1-1 0-15,-3-1-1 0,-2-2-1 16,3 2 3-16,-6 0-6 0,0-1 4 0,1-4-2 15,-4 4-3-15,-1 1 1 0,3 1-4 0,-1-2-4 16,-2 4 0-16,4 0-6 0,0 2-22 0,-1 0-32 16,3 6-39-16,-5-10-43 0,5 10-46 0,0 0-111 15,-2-6-334-15,2 6 148 0</inkml:trace>
  <inkml:trace contextRef="#ctx0" brushRef="#br0" timeOffset="12597.21">15045 3224 113 0,'0'0'222'0,"3"-4"-17"0,-3 4-15 0,0 0-19 15,0 0-18-15,0 0-19 0,0 0-13 0,0 0 3 16,0 0-11-16,0 0-9 0,-3 26-1 0,0-15-12 16,1 6-3-16,-3 1-10 0,4 1-5 0,-4 0-5 15,3-2-9-15,1 1-5 0,-2-1-4 0,2-1-5 16,1-3-7-16,-1-3 0 0,1 2-5 0,0-2-4 15,2 0-3-15,-2-3-1 0,3 2-2 16,-2-3-4-16,3 2 1 0,-1-2-6 0,-1 0 3 0,2-3-11 16,1 4-10-16,0-2-19 0,3-1-15 15,1 2-30-15,0-2-17 0,1 0-30 0,0-1-33 0,2 0-28 16,1 1-156-16,-2 0-360 0,0 0 160 0</inkml:trace>
  <inkml:trace contextRef="#ctx0" brushRef="#br0" timeOffset="12846.48">15375 3493 103 0,'4'-4'150'0,"-4"4"-8"0,0 0-12 16,0 0-10-16,9-1-2 0,-9 1 8 0,0 0 4 16,5 10-1-16,-3-3-20 0,-2-7 0 0,-2 15-9 15,-1-4-8-15,-1 1-9 0,-3-2-4 16,3 3-12-16,-1-4-2 0,-3 3-8 0,1-3-4 15,-1 1-5-15,2-2-3 0,3-2-8 0,0-1-4 16,3-5-5-16,-7 7 1 0,4-2-5 0,3-5-3 16,0 0 0-16,0 0-6 0,10 13-9 0,-4-12-22 0,7-1-20 15,1 2-22-15,4-2-43 0,8-2-33 16,-5 0-27-16,8-1-134 0,-1 3-317 0,-8-5 141 16</inkml:trace>
  <inkml:trace contextRef="#ctx0" brushRef="#br0" timeOffset="13167.88">15839 3392 149 0,'0'0'167'15,"-9"-7"-8"-15,9 7-4 0,-10-1-12 0,10 1-3 16,-9-4-9-16,9 4-9 0,-7-2-17 0,7 2-3 15,0 0-13-15,0 0-8 0,0 0-11 0,-7-3-7 16,7 3-2-16,0 0-7 0,0 0-7 16,0 0-2-16,0 0 0 0,0 0 1 0,0 0 2 0,0 0 1 15,0 0 0-15,0 0-4 0,32 7 1 0,-20-7-3 16,6 0-1-16,0 0-3 0,0 2-1 0,2-4-7 16,0 2 3-16,3 0-6 0,5-2-4 0,-5 4-1 15,4-2-6-15,-1 2 0 0,-6-2-20 0,-1 1-17 16,-6-1-12-16,1 3-15 0,-2-2-19 0,-1-1-22 15,0 2-28-15,-1-1-32 0,-3 1-27 16,-7-2-134-16,9 1-335 0,-9-1 148 0</inkml:trace>
  <inkml:trace contextRef="#ctx0" brushRef="#br0" timeOffset="13401.3">16011 3273 157 0,'0'0'193'0,"-5"-4"-14"0,5 4-11 0,0 0-21 16,0 0-10-16,0 0-15 0,0 0 0 0,0 0 2 15,0 0 2-15,0 23-12 0,1-10-3 0,1-1-15 16,-2-1-4-16,4 3-6 0,-6 3-6 0,4-2-7 16,-2 2-7-16,0-1-4 0,1 1-8 0,-2 0-2 15,2 1-8-15,-2-2-20 0,1-3-29 0,-3 3-41 16,2 0-31-16,1-3-62 0,0-1-46 0,-2 3-145 15,0-4-357-15,-1-1 159 0</inkml:trace>
  <inkml:trace contextRef="#ctx0" brushRef="#br0" timeOffset="13777.39">16469 3452 1763 0,'8'-9'116'15,"-1"-1"-10"-15,-2 1-54 0,2 0-17 0,-2 0-10 16,1 0-7-16,-1-1-2 0,3 0-5 0,0-1 9 16,-1 2 10-16,1-2 7 0,-2 2 0 0,3 0 0 15,-2 1-5-15,-1-1-2 0,2 1-1 0,-2 1-3 16,2-1-2-16,-3 2-1 0,-1 1-4 0,0 0 3 16,0 0-1-16,-4 5 3 0,6-5-5 0,-6 5-3 15,4-7-1-15,-4 7-2 0,0 0-4 0,5-5-2 16,-5 5 2-16,0 0-5 0,0 0 10 0,0 0 4 15,6 14 1-15,-6-7 5 0,3 4 2 16,-3 1-2-16,2 7 2 0,-2 5-3 0,0 0 1 0,0 0-3 16,-2-4 1-16,0-1 0 0,1 6 4 0,-1-5-4 15,2 0-2-15,-3 0 5 0,2-1-2 0,-3 0 0 16,1-1-1-16,1 2 2 0,-4-3-3 0,0 1 0 16,2-1 0-16,2-5-10 0,-2 2 3 15,-1-3-14-15,-1 3-17 0,1-1-22 0,-2 1-22 16,2-5-27-16,-4 5-36 0,1-3-38 0,2-1-47 0,-3-1-205 15,-4-2-448-15,4-3 199 0</inkml:trace>
  <inkml:trace contextRef="#ctx0" brushRef="#br0" timeOffset="13957">16437 3171 1 0,'0'0'193'0,"0"-11"-37"16,0 11-46-16,1-7-38 0,-1 7-24 0,7-2-34 15,-7 2-43-15,0 0-66 0,25 8-102 0,-13-3 46 16</inkml:trace>
  <inkml:trace contextRef="#ctx0" brushRef="#br0" timeOffset="14432.94">16823 3349 22 0,'0'0'158'0,"1"12"0"15,-1-12 5-15,0 12-2 0,0-5-7 0,0 0-14 16,0-7-18-16,3 16-9 0,-2-9-8 0,5 2-11 16,-3-3 0-16,2 3-10 0,-1-1-8 0,1-1-6 15,3-1-5-15,2 1-8 0,-1-3-2 0,0 1-7 16,5-1-4-16,-3-1 3 0,2-2 7 15,-3 1-4-15,2-2-4 0,-1-2 1 0,-2 2-8 0,-1-1 0 16,1-1-5-16,0-1 3 0,-3-1 3 0,-1 1 1 16,1-3-7-16,-4 1-3 0,3-3-5 0,-1-1-1 15,0-1-2-15,-3 1-4 0,0 0-2 0,1 2-2 16,-1 0-4-16,-1 7 2 0,2-11-5 16,-2 11-3-16,0 0-6 0,0-7 3 0,0 7-4 0,0 0-2 15,0 0 5-15,0 0-4 0,0 0 3 16,0 0-2-16,0 0-1 0,-5 28 1 0,7-19 3 0,-2-9-2 15,3 15 3-15,3-6-2 0,-3-3 5 0,1 0-5 16,4-1 5-16,-2-2-3 0,5 2 3 0,0-3-1 16,-1 0-3-16,2-1 2 0,3-1 2 15,-1-3-2-15,3 0 0 0,-6 0 4 0,7-5-2 16,-5 1 0-16,0 0 1 0,-4-1 3 0,1-2 7 16,-1-1 1-16,0-1 1 0,-3 0-2 0,-2 1 2 0,0 0 0 15,0-3-2-15,-3 3-1 0,-1 0-5 0,0-2 0 16,-1 1-3-16,-1 1 0 0,0 2-10 0,2 0-13 15,0 9-18-15,-5-13-30 0,5 8-37 16,0 5-46-16,0 0-20 0,0 0-30 0,0 0-167 16,0 0-393-16,0 0 174 0</inkml:trace>
  <inkml:trace contextRef="#ctx0" brushRef="#br0" timeOffset="14697.41">17637 3262 76 0,'0'0'273'16,"2"-10"-16"-16,0 4-4 0,-2 6 1 0,0 0-10 15,0-12-13-15,0 12-26 0,0 0-15 0,0 0-25 16,2-7-19-16,-2 7-19 0,0 0-17 0,0 0-10 16,0 0-13-16,0 0-12 0,-1 26 4 0,1-9-3 15,3 1-7-15,-6-3-6 0,2 2-7 0,-1 1 0 16,1-1-22-16,-1 2 7 0,2-2-7 0,-2-2 1 15,2 2-1-15,2-5-31 0,-4 0-14 0,2 1-23 16,-1-2-19-16,0 1-29 0,1 0-30 0,-4-3-23 16,4-9-26-16,-1 16-27 0,0-9-25 0,-2-3-185 15,-1 1-430-15,4-5 190 0</inkml:trace>
  <inkml:trace contextRef="#ctx0" brushRef="#br0" timeOffset="15065.33">17617 3215 66 0,'0'0'184'0,"5"-6"-19"0,-5 6-16 15,0 0-15-15,0 0-14 0,1-7-5 16,-1 7-7-16,0 0 1 0,0 0-15 0,15 9-4 0,-6-3-8 16,-2-3-11-16,3 2-8 0,-1 0-5 0,1-1 3 15,8 3-5-15,-5-2-5 0,1-2-7 0,-2 1-2 16,1-2-5-16,1-1-2 0,3 0-1 15,-3-1 4-15,-1-1-14 0,1-2 2 0,-1 0-10 16,1 2 14-16,-3-3 8 0,1 0 5 0,-1-3 9 16,-2 3-4-16,0-3 7 0,0-1 5 0,-1 3-3 0,-3-3 2 15,1 1-2-15,-1-3 2 0,2 7 5 0,-4-1 0 16,1-1 3-16,-4 5-4 0,5-5-9 0,-5 5-6 16,4-6-9-16,-4 6-6 0,0 0-8 0,0 0-1 15,0 0 2-15,2 23 12 0,-4-4 8 16,0 1-1-16,-2 5-3 0,-1 1-2 0,0 4-5 15,-2-2-4-15,4-4 1 0,-1 3-5 0,2-2-23 0,0-4-32 16,0-4-39-16,1 2-42 0,1 0-47 16,0-4-79-16,1 2-246 0,1-6-520 0,-1-2 231 15</inkml:trace>
  <inkml:trace contextRef="#ctx0" brushRef="#br0" timeOffset="17798.9">19155 3277 28 0,'-4'-4'168'0,"4"4"-6"16,-7-3-10-16,7 3-5 0,-8-4-19 15,8 4-21-15,0 0-7 0,0 0-12 0,0 0-6 16,0 0-8-16,27 4-4 0,-11-3-9 0,4 0-4 16,1 0-3-16,6 0-8 0,-5-1-3 0,-2 1-8 15,2-2 0-15,-2 2-3 0,-7-1-9 0,1 0 2 16,-2 2-8-16,-4-1 4 0,-2-1-3 0,-6 0-7 15,13 1 0-15,-13-1 5 0,7 4 4 0,-3 0 0 0,-4-4 0 16,4 11 1-16,-3-3 1 0,-2 1 3 16,-5 6 1-16,-1 1 3 0,-2 1 3 0,-5 5 3 15,1-1-1-15,-3 0-1 0,4-5-5 0,-2 0 2 16,2-1-4-16,1-1 5 0,0-2-5 0,-1 0 2 16,3-3-5-16,1 0-1 0,0-2-2 0,4-1-3 15,0 0 1-15,-2 0-4 0,2-1 1 0,4-5-5 16,-5 10 0-16,4-6-1 0,1-4-2 0,1 10-8 15,-1-10-19-15,5 8-22 0,1-4-44 0,6-2-39 16,-2 3-45-16,4-3-167 0,-2 0-364 0,3-2 162 16</inkml:trace>
  <inkml:trace contextRef="#ctx0" brushRef="#br0" timeOffset="18191.4">19581 3492 5 0,'6'-3'178'0,"4"-1"5"0,-2 2-3 16,2 0-3-16,1 0-6 0,-3 1-9 0,-8 1-15 16,17 0-11-16,-9 0-11 0,-8 0-13 0,14 0-10 15,-7 1-10-15,1 2-10 0,0 0-6 0,-8-3-8 16,9 6-6-16,-7-4-6 0,-2-2-5 16,3 11-6-16,-2-5-2 0,-1-6-3 0,-6 11-4 0,1-1-3 15,-3-3-2-15,-1 1-6 0,0-1 1 0,0 2-4 16,0-4 0-16,3 2-6 0,1-2-3 0,-4 0-2 15,5-1 1-15,4-4-9 0,-5 5-5 0,5-5 0 16,-4 7 3-16,4-7-2 0,0 0 5 0,0 0-2 16,9 13 1-16,-3-9-3 0,3 2 2 15,0-2-2-15,3-1 1 0,-3 3-1 0,0-3 0 0,1 4 0 16,-1-3-3-16,0 1 2 0,-4 0-2 0,1 0 4 16,2 0 5-16,-3 0-7 0,-1 2-1 0,-2-4 2 15,-2-3 0-15,2 14 0 0,-2-14 3 0,-5 12-1 16,-3-2 1-16,-2-1 0 0,-4 0 0 0,-2 2-2 15,0-2 3-15,0 0-6 0,5-6-16 0,0 2-9 16,0-3-16-16,-2 3-12 0,4-3-35 16,9-2-30-16,-18 3-38 0,18-3-185 0,-15-1-371 15,5-3 165-15</inkml:trace>
  <inkml:trace contextRef="#ctx0" brushRef="#br0" timeOffset="18378.82">20123 3482 98 0,'11'-4'186'0,"-1"0"-20"16,1-1-9-16,1 2-19 0,-1 1-13 0,3 0-14 16,-4 0-23-16,0 2-32 0,-10 0-37 0,17-1-44 15,-10 2-52-15,0 1-97 0,-7-2-188 0,0 0 83 16</inkml:trace>
  <inkml:trace contextRef="#ctx0" brushRef="#br0" timeOffset="18523.04">20065 3598 168 0,'0'0'218'0,"-6"4"-9"16,6-4-17-16,0 0-18 0,0 0-20 0,0 0-14 15,0 0-13-15,34-4-18 0,-15-1-36 0,4 3-40 16,7-4-50-16,0 4-74 0,-1-2-158 0,-1-1-268 15,-1-2 118-15</inkml:trace>
  <inkml:trace contextRef="#ctx0" brushRef="#br0" timeOffset="21091.42">21097 3116 62 0,'1'-10'191'0,"-2"-1"-11"0,2-2-6 0,-2 3-13 16,2-1 0-16,-1-1 8 0,0 2-3 0,-3 1-11 15,3 0-9-15,-1 1-14 0,0-2-4 16,-2 3-5-16,3 7 0 0,-3-11-12 0,3 11-5 0,-2-6-12 16,2 6-13-16,0 0-6 0,-3-9-12 0,3 9-11 15,0 0-4-15,0 0-10 0,0 0-3 16,0 0-9-16,0 0 1 0,0 0-5 0,0 0 1 0,2 37-4 16,-1-17 3-16,-2 5-1 0,-3 1 0 15,3 1 5-15,-2 2 3 0,2-3-1 0,0-7 3 16,-1 6-6-16,1-6-1 0,-2 0 0 0,0 1-4 15,0-1 2-15,3-2-5 0,0 2 3 0,0-2-3 0,-3 1 0 16,3-1-3-16,-1-1-14 0,1-3-16 0,-1-2-14 16,1 1-11-16,0-1-23 0,0-1-19 0,-1 1-38 15,1-1-29-15,-2-2-38 0,2-8-32 16,-1 14-173-16,1-7-426 0,0-7 189 0</inkml:trace>
  <inkml:trace contextRef="#ctx0" brushRef="#br0" timeOffset="21377.87">20617 3557 14 0,'0'0'164'0,"0"0"2"0,19 9-6 0,3-8-9 0,11 1-9 15,6-4-10-15,17 0-11 0,3-1-11 0,1 0-6 16,-2-1-8-16,3-1-9 0,-1 0-3 0,-3-1-8 16,0 1-8-16,-3 1-4 0,-1 1-12 0,-15-1-6 15,-1 0-5-15,0 2-1 0,2 0-5 0,-4 1-5 16,0-2-11-16,-4 1-14 0,1 0-19 0,-12 4-16 16,1-4-29-16,-1 4-24 0,-2-1-29 0,-5 0-23 15,-2 2-18-15,-3-2-85 0,-2 1-256 0,-6-2 114 16</inkml:trace>
  <inkml:trace contextRef="#ctx0" brushRef="#br0" timeOffset="21812.6">20946 4047 56 0,'0'0'224'0,"-5"8"0"0,5-8-2 0,0 0-11 16,-4 5-12-16,4-5-8 0,0 0-15 0,0 0-10 15,0 0-10-15,0 0-10 0,23-7-16 16,-10 1-4-16,3-1-11 0,-1 0-8 0,5-1-6 0,-4 0-11 16,-3 2-8-16,-1 0 3 0,-3-2-8 15,1 3-1-15,-1-2-9 0,-2 1-4 0,1 0-5 16,-2-1 1-16,2 1-3 0,-8 6-5 0,6-9 3 0,-6 9-1 15,7-5-3-15,-7 5-7 0,0 0 4 0,6-5-17 16,-6 5-7-16,0 0-7 0,0 0 3 16,0 0-8-16,0 0 0 0,8 16 1 0,-8-4 4 15,0 4 0-15,0 9-3 0,-4 2 4 0,0 2-2 16,0 0 2-16,1 1-4 0,-3 1 1 0,1 0 0 16,-1-4-9-16,1-2 4 0,0-1-1 0,2 1 0 15,-1-8 3-15,3 2-2 0,-1-1 2 0,-1-1-3 16,0-3-14-16,2-2 7 0,0-1-17 0,-2 0-10 15,2 0-18-15,0 0-14 0,-3-2-19 0,-1 0-14 16,1-1-28-16,4-8-40 0,-13 17-43 0,3-10-67 16,-2 0-202-16,1-4-509 0,-7 0 226 0</inkml:trace>
  <inkml:trace contextRef="#ctx0" brushRef="#br0" timeOffset="22470.97">21297 4005 27 0,'0'0'298'0,"0"0"-29"0,4 4-13 0,-4-4-25 0,0 0-13 15,5 4-23-15,-5-4-23 0,0 0-17 0,0 0-14 16,5 4-16-16,-5-4-13 0,3 4-9 15,-3-4-9-15,4 9-10 0,0-6-11 0,2 2-2 16,0-1-6-16,1 0-9 0,0 2-8 0,2-1 1 16,3-3-2-16,-2 1-5 0,1-1-6 0,0 0-8 15,0-2-2-15,1 0-2 0,-5 0-3 0,1 0 1 0,-8 0-6 16,17-4 2-16,-11 1-9 0,-1 1 6 16,2-3-2-16,1-1-4 0,-1 1-1 0,-2-2-1 15,1-2 2-15,-2 1-3 0,1 0 0 0,0 0 0 16,-2 2-1-16,1-1-2 0,-4 7-1 0,2-8-1 15,-2 8-2-15,2-6 0 0,-2 6-6 0,0 0-4 16,0 0-3-16,0 0 3 0,0 0 2 0,0 0 1 16,0 0 1-16,0 0-1 0,13 11 1 0,-11-5 1 15,3-1 2-15,0 0-2 0,0-2-3 0,2 0 0 16,3 3 4-16,1-4-4 0,1-1 4 0,1 0-1 16,1-1 2-16,4-3-5 0,-4 2 9 0,2-5-3 15,-4 3 4-15,-1-3-4 0,5-1 5 0,-7 1-1 16,1-1 12-16,-3-2-2 0,-1 0-3 0,-3 0-1 15,-1-1 0-15,0-1 6 0,-3 1-2 0,-2 0 0 16,1 0-9-16,-3 1-6 0,-3-1-10 0,-2 0-6 16,1 1-14-16,0 0-10 0,-2 3-14 0,2 0-19 15,-2 3-29-15,11 3-20 0,-19-2-38 0,13 3-34 16,-3 3-25-16,0 1-124 0,0 2-375 0,4 0 166 16</inkml:trace>
  <inkml:trace contextRef="#ctx0" brushRef="#br0" timeOffset="22716.97">22019 3883 22 0,'0'0'293'0,"4"-9"-22"0,-4 9-17 0,1-5-10 16,-1 5-8-16,0 0-16 0,0 0-10 0,-9-14-15 16,9 14-20-16,-7 1-13 0,7-1-19 15,-14 7-11-15,5-1-9 0,-5 3-10 0,2 4-8 0,2-1-10 16,-1 2-2-16,-1-1-5 0,2 3-9 0,-2-1-5 15,5-1-10-15,0 2-11 0,2-5-1 0,0 1-8 16,2-2-1-16,2 1-6 0,2 0-5 0,2-1-21 16,2 0-18-16,3-1-31 0,-1 1-28 15,4-4-37-15,1-2-38 0,6 1-54 0,3-4-62 0,-2 0-219 16,-1-2-516-16,4-4 228 0</inkml:trace>
  <inkml:trace contextRef="#ctx0" brushRef="#br0" timeOffset="22956.2">22534 3541 2329 0,'-7'-7'137'0,"7"7"-36"0,-4-7-38 0,4 7-25 15,-4-7 2-15,4 7 7 0,0 0 4 0,0-8-4 16,0 8-6-16,0 0 0 0,5-10-4 0,0 6-3 15,3-1-4-15,1 0-3 0,2 2-3 0,3-1-25 16,7 1-28-16,-6 0-30 0,-2 2-42 16,0 1-42-16,-2 0-51 0,1 1-46 0,-2 2-147 15,-10-3-419-15,9 5 185 0</inkml:trace>
  <inkml:trace contextRef="#ctx0" brushRef="#br0" timeOffset="23096.43">22566 3637 72 0,'0'0'261'0,"-5"5"-1"0,5-5-8 16,0 0-8-16,0 0-12 0,0 0-28 0,0 0-18 16,0 0-27-16,0 0-26 0,24-5-26 0,-4 0-42 15,0 0-46-15,-2 1-60 0,11-5-91 0,1 3-206 16,3-2-364-16,-1-4 162 0</inkml:trace>
  <inkml:trace contextRef="#ctx0" brushRef="#br0" timeOffset="25824.23">23601 3292 146 0,'0'0'236'0,"0"0"-4"0,0 0-18 15,0 0-18-15,0 0-15 0,0 0-19 0,0 0-17 16,0 0-13-16,0 0-16 0,0 0-11 0,0 0-11 15,35-1-9-15,-22-1-8 0,0 1-8 0,4 1-8 16,1-3-19-16,1 2-31 0,-1 0-30 0,0 1-44 16,1-2-45-16,3 0-46 0,-1 0-34 0,-1 2-108 15,-3-4-319-15,3 1 141 0</inkml:trace>
  <inkml:trace contextRef="#ctx0" brushRef="#br0" timeOffset="26211.42">24288 3133 157 0,'0'0'258'0,"3"-6"-22"15,-3 6-12-15,7-4-13 0,-7 4-7 0,4-6-13 16,-4 6-19-16,6-10-16 0,-1 5-14 0,3 1-15 16,-2-3-12-16,3 0-11 0,1 1-11 15,-2-2-8-15,2 0-10 0,0-1-8 0,1 2-9 16,-2-2-3-16,-1 2-4 0,0 0-3 0,-1 1 3 15,-3 3 0-15,-4 3-2 0,7-7 0 0,-3 2 4 16,-4 5-3-16,5-6-6 0,-5 6 9 0,7-5-9 0,-7 5-14 16,0 0 12-16,5-4-13 0,-5 4-5 15,0 0-13-15,0 0 5 0,0 0-4 0,0 0-3 16,0 0-2-16,0 0-2 0,7 19 2 0,-5-5-2 16,-2 10-2-16,1-3 4 0,-2 6 2 0,1 0 0 15,0-3 1-15,0-5 6 0,-2 10 9 0,0-5-8 16,-1 2-7-16,1-7 9 0,0 0 1 0,1 5-2 0,0-4-2 15,0-2-5-15,-1 0 1 0,4 0-12 16,-5-3-9-16,2-2-13 0,-3 3-18 0,3-4-21 16,-3 4-25-16,1-5-17 0,-1 0-25 0,-1-1-25 15,1 1-33-15,-2-2-46 0,0-1-210 0,-3 0-480 16,4-5 213-16</inkml:trace>
  <inkml:trace contextRef="#ctx0" brushRef="#br0" timeOffset="26402.73">24216 2803 129 0,'0'0'177'0,"-1"-9"-19"0,1 9-15 0,5-7-21 15,-5 7-2-15,14-2-18 0,-4 2-20 0,3 2-26 16,5 2-37-16,2 2-36 0,10 0-50 0,-5 6-104 15,-9-2-185-15,1 2 82 0</inkml:trace>
  <inkml:trace contextRef="#ctx0" brushRef="#br0" timeOffset="26745.59">24026 3632 15 0,'-7'2'164'0,"0"0"-3"15,7-2-13-15,-11 2-20 0,11-2-1 0,0 0 0 16,0 0 7-16,22 8-6 0,8-7-8 0,5 1-7 15,19-4-7-15,0-1-6 0,4 1-13 0,0-4-5 16,7 0-9-16,-6 1-1 0,-1 1-5 0,-5 0-6 16,-1 2-8-16,-2 0-5 0,-14 0-3 0,-3 4-8 15,-1-4 1-15,0 4-6 0,1-4-2 0,-3 2-12 16,-3 2-15-16,-8-1-22 0,0 0-26 0,-2 3-22 16,-3-2-36-16,-3 0-37 0,1 0-30 0,-2 3-126 15,-6-1-320-15,-4-4 142 0</inkml:trace>
  <inkml:trace contextRef="#ctx0" brushRef="#br0" timeOffset="27305.39">24240 3909 212 0,'0'0'218'0,"-7"4"-23"0,7-4-21 16,-4 2-11-16,4-2-24 0,-5 8-12 0,2-3-11 16,3-5-11-16,-2 13-10 0,2-4-9 0,-2 1-5 15,2 0-2-15,3 2-10 0,-2-1-1 0,6 0-5 16,-4 0-7-16,3-1-2 0,-1 0 0 16,1 0 3-16,3 0-5 0,-1-2 0 0,1-1-8 0,2-1-2 15,-5 0-4-15,3-1 1 0,-2-3-3 0,-1 2-1 16,2-2 4-16,0-1-6 0,-8-1-3 0,12 0-3 15,-12 0-3-15,10-3-1 0,-4 1 0 16,0-2-3-16,-1-1-1 0,2-1-2 0,0-2-3 0,-1-1 0 16,-3 3-1-16,0-4-3 0,-1 5 1 15,1-3-2-15,-3 8-4 0,3-9 3 0,-1 4-5 0,-2 5-1 16,0 0-4-16,5-7-3 0,-5 7-10 0,0 0-2 16,0 0 0-16,8-2 5 0,-8 2 0 0,0 0 3 15,0 0-5-15,4 17 3 0,-1-11-3 0,-3-6 5 16,6 10-1-16,-3-5 0 0,1 0 6 0,1 0-4 15,2-1 3-15,-2-1 0 0,0-1 0 16,3 0 4-16,3-2-2 0,-2 0 1 0,1-2 0 0,3 0 2 16,-4-3-2-16,1-1 3 0,0-2 2 0,-2 3 6 15,1-3 6-15,-3-1 6 0,3 1 1 0,-5-3-2 16,1 1 0-16,-1-2-1 0,-1-2-2 0,-2 1-4 16,2 2 3-16,-3-1-4 0,-2-1-2 15,2 2 1-15,-2-6-5 0,2 5 1 0,-1 2-11 0,-2-1-6 16,3 11-7-16,-5-11-13 0,5 11-25 0,-3-11-25 15,3 11-39-15,0 0-27 0,-4-7 4 0,4 7-25 16,0 0-8-16,0 0-19 0,0 0-103 0,-7 26-322 16,7-26 142-16</inkml:trace>
  <inkml:trace contextRef="#ctx0" brushRef="#br0" timeOffset="27543.57">24925 3881 137 0,'7'-7'219'0,"-7"7"0"16,0 0-8-16,0 0-8 0,0 0-4 16,0 0-10-16,0 0-9 0,-14-7-12 0,14 7-7 15,0 0-12-15,-21 12-9 0,11-3-7 0,-2 1-9 16,-1 5-9-16,0-1-10 0,4 0-9 0,-1 1-11 16,-1-1-9-16,5 1-5 0,1-2-9 0,1 3 0 15,3-5-8-15,1 2-3 0,2-1-11 0,3 0-18 16,4 0-16-16,5-1-28 0,10 4-32 0,-4-6-29 15,7-3-41-15,3 0-49 0,1-3-31 0,3-2-27 16,-3-1-167-16,1 0-431 0,-5-4 190 0</inkml:trace>
  <inkml:trace contextRef="#ctx0" brushRef="#br0" timeOffset="27674.1">25334 3999 151 0,'0'0'256'0,"5"-4"-12"15,-5 4-11-15,4-4-17 0,-4 4-10 0,0 0-17 16,6-8-19-16,-6 8-16 0,0 0-8 0,0 0-33 15,0 0-35-15,0 0-44 0,0 0-56 0,0 0-66 16,0 0-75-16,0 0-157 0,0 0-346 0,0 0 153 16</inkml:trace>
  <inkml:trace contextRef="#ctx0" brushRef="#br0" timeOffset="33093.11">5972 5149 1845 0,'0'0'16'16,"3"-7"-5"-16,-3 7-20 0,4-6-15 0,-4 6 12 16,0 0-2-16,5-5 3 0,-5 5 2 0,0 0 1 15,11 14 4-15,-6-2-4 0,-3 6 2 16,2 8 1-16,-1 0 1 0,1 4 5 0,-3 5 6 0,-1-2 1 16,0-2-3-16,-3 5 1 0,1-3 0 0,2 3 1 15,-2 11 5-15,0-15-5 0,3 1 3 0,-2-2 2 16,2-4 0-16,-1-1-5 0,0-5 1 0,1-3 4 15,1-1-8-15,-1-6 6 0,0 1-2 0,-1-3-3 16,0-1-1-16,2-2 4 0,-2-6 2 0,1 11 14 16,-1-11 17-16,1 7 14 0,-1-7 2 0,0 0-9 15,0 0-2-15,0 0-7 0,0 0 0 0,0 0-7 16,4-30 8-16,1 17-6 0,-1-1 2 0,4-4-1 16,-2 0-3-16,8-3-4 0,-4 4-5 0,3 2 3 15,2-1-8-15,-1 3 3 0,6 2-4 0,-5 1-3 16,-1 5 0-16,-2 2-6 0,1 0 1 0,0 3-3 15,1 3 0-15,-1-1 0 0,-1 2 3 0,2 6-8 16,-3 3 0-16,-1 0 4 0,1 3-4 0,-4-2-1 16,1 1 5-16,-2 1-17 0,1-1-19 0,-2 1-31 15,0-1-30-15,-1-3-28 0,2 0-45 0,-1-1-35 16,-1 0-138-16,1 0-364 0,0-4 162 0</inkml:trace>
  <inkml:trace contextRef="#ctx0" brushRef="#br0" timeOffset="33281.56">6501 5596 142 0,'1'-9'177'0,"-1"9"-20"0,0 0-16 0,0 0-21 16,0 0-5-16,0 0-5 0,0 0-3 0,0 0-7 16,0 0-8-16,-3 34-9 0,2-18-5 0,2 0-8 15,-1 1-7-15,0 1-6 0,2 0-6 16,-2-4-25-16,1 3-32 0,0-5-37 0,2 0-24 0,-1 1-51 15,1-1-125-15,-3 1-262 0,1-3 115 0</inkml:trace>
  <inkml:trace contextRef="#ctx0" brushRef="#br0" timeOffset="33744.75">6921 5722 30 0,'8'-8'223'0,"0"-1"-9"15,-2 0-4-15,1-1-17 0,3 0-17 16,-5-2-32-16,1 1-14 0,-2 1-11 0,2-1-8 0,-3 0-15 16,-2 1-5-16,2 1-5 0,-3 0-11 0,-4 1-6 15,4 8-6-15,-7-12-10 0,1 7-2 0,-2 3-6 16,-1 0-6-16,-5 1-6 0,-1 6-4 0,-3 1-3 15,3 2 0-15,-4 5 0 0,3 1-3 16,-3 2 3-16,1 2-1 0,5-1-2 0,4 0-3 16,1-1 2-16,1 2-4 0,2-2-2 0,4-4 1 15,1 4-4-15,4-4 1 0,3 3 4 0,5-4-7 0,1 2-8 16,4-1-23-16,3-6-22 0,7 5-29 0,2-5-42 16,3-1-46-16,-3-4-46 0,1 2-129 0,0-6-360 15,-2 3 160-15</inkml:trace>
  <inkml:trace contextRef="#ctx0" brushRef="#br0" timeOffset="33998.37">7504 5383 1989 0,'-3'-20'73'0,"0"3"13"15,-1 3 12-15,0 3-37 0,0 2-16 0,0 1-12 16,2 2-5-16,2 6-9 0,-7-7 0 0,7 7 9 0,0 0 7 15,-20 15 17-15,8 10 12 0,-3 8 4 0,-3 10 7 16,0 6-1-16,3 1-7 0,5 1-7 16,1 1-5-16,1-2-3 0,4-1 0 0,0-4-7 15,4-9-8-15,3-4 1 0,4 3-2 0,3-3-5 16,1 1-13-16,6 0-20 0,-2-3-29 0,2-4-30 0,4 2-35 16,0-5-46-16,3-4-63 0,2 1-58 0,-3-4-160 15,5-4-459-15,-1-2 203 0</inkml:trace>
  <inkml:trace contextRef="#ctx0" brushRef="#br0" timeOffset="34562.44">7977 5541 99 0,'0'0'225'15,"-8"-3"-24"-15,8 3-22 0,0 0-16 0,0 0-17 16,0 0-11-16,0 0-14 0,18-10-13 0,-5 7-12 16,1 2-6-16,2-2-10 0,4 0-6 0,-1 3-11 15,-6-2-7-15,4 1-4 0,-5 1-6 0,-3 0-6 16,0-1-4-16,-1 2-6 0,-8-1-1 0,14 0-1 15,-14 0-9-15,7 1-1 0,-7-1-1 0,8 7 0 16,-5-1 19-16,-2 5 13 0,-2 1 15 0,-2 5 3 16,-6 6-2-16,-5 0 1 0,-1 3-24 0,-2-2 0 15,0 2-1-15,1 0-3 0,-1-2-1 0,2-2 1 16,2-6-3-16,2-2 6 0,-1-1-10 0,4 0-5 16,3-3-8-16,-1-1-1 0,1-1 1 0,2-2-5 15,2-1 1-15,1-5-1 0,-1 11-3 0,1-11-1 16,6 9 2-16,3-4 1 0,0-1-7 0,4-1-14 15,6 0-7-15,1 0-18 0,1-3-26 0,7 0-26 16,1-2-27-16,-8 2-36 0,8-4-38 0,-8 2-36 16,-1 0-136-16,-2-1-388 0,-1-1 172 0</inkml:trace>
  <inkml:trace contextRef="#ctx0" brushRef="#br0" timeOffset="34736.87">8381 5778 32 0,'0'0'202'0,"2"-8"-22"0,-2 8-12 15,0 0-17-15,0 0-19 0,0 0-14 0,0 0-12 16,0 0-2-16,0 0 0 0,0 0-2 0,0 0-2 16,3 29-4-16,-3-17-7 0,-3 4-8 0,2 2-9 15,-2 0-4-15,3 0-9 0,-1 0-2 0,-3 0-12 16,3-1-28-16,-2 2-25 0,2-2-27 0,-3 1-43 16,-1-3-48-16,4 1-180 0,2-8-332 0,-1-8 147 15</inkml:trace>
  <inkml:trace contextRef="#ctx0" brushRef="#br0" timeOffset="34933.8">8598 5775 22 0,'0'0'196'15,"13"-5"-20"-15,-3 3-17 0,2 0-17 0,0 0-15 16,2 1-6-16,4 1-13 0,1-2-12 0,0 4-20 15,-6-4-31-15,5 4-32 0,-4-2-36 0,0 0-31 16,-2 0-27-16,-2-2-8 0,-2 2-12 0,-8 0-55 16,10-2-168-16,-10 2 74 0</inkml:trace>
  <inkml:trace contextRef="#ctx0" brushRef="#br0" timeOffset="35097.31">8817 5729 76 0,'-3'-7'28'0,"-1"0"22"0,2-2 5 0,-4-1 9 0,1 0 13 16,-1 1 25-16,1-1 0 0,0 2 5 0,0 2 9 15,1 0 8-15,4 6-1 0,-5-7-15 0,5 7-7 16,-7-4-22-16,7 4-4 0,0 0-13 0,0 0 5 15,-6 14-2-15,3-1 11 0,-1 3-2 0,2 4 4 16,-5 6-4-16,2 2-3 0,-2-2-5 0,0-1-4 16,2 0-8-16,-1 0-2 0,3-5-8 0,1-2-2 15,-2 1-30-15,3-1-29 0,-1 0-35 0,1-2-54 16,1-5-57-16,1 1-162 0,1-1-352 0,-2-11 156 16</inkml:trace>
  <inkml:trace contextRef="#ctx0" brushRef="#br0" timeOffset="35438.21">9098 5564 19 0,'12'-4'149'16,"-1"3"-5"-16,0-1-17 0,-1 2 2 0,1 2-18 15,0-2-4-15,1 2-7 0,-2 0-9 0,0 1-7 16,-2-1-5-16,-2 1-10 0,-1 1 8 0,0 0 8 16,0 3 14-16,-2 2 16 0,-3 3 0 0,-5 0 6 15,0 6-2-15,-4 5-5 0,-5 0 0 0,1 0-1 16,-2-2-5-16,-5-1-12 0,9-4-5 0,-6 4-5 16,6-4-12-16,1-4-6 0,3-2-7 0,2 2-7 15,0-3-3-15,1 0-6 0,0-1-8 0,3 0 1 16,1-8-3-16,4 12-9 0,1-3-10 0,4-2-10 15,4-2-20-15,6-1-19 0,1-3-22 0,12-1-26 16,0 0-32-16,-1-1-30 0,-2-3-35 0,-1-1-42 16,-1-2-170-16,-11 2-422 0,-2 1 187 0</inkml:trace>
  <inkml:trace contextRef="#ctx0" brushRef="#br0" timeOffset="35651.25">9454 5821 28 0,'0'0'132'0,"0"0"10"0,0 0 3 15,14 6 8-15,-9-1 0 0,-5-5-5 0,8 6-7 16,-5-1-4-16,2 5 0 0,-4 0-11 0,0-4-5 16,1 4 1-16,-2 0 0 0,-2 3 2 0,1-4-5 15,-2 1-8-15,1 0-11 0,-1-3-10 0,1 1-6 16,-1-3-8-16,1 3-5 0,2-8-10 0,-3 11-5 16,2-4-5-16,1-7-4 0,0 9-20 0,0-9-14 15,5 7-16-15,-1-3-19 0,5-1-30 0,2-2-33 16,7 0-37-16,2-4-55 0,1-1-54 0,6-3-127 15,0 2-388-15,-1-5 173 0</inkml:trace>
  <inkml:trace contextRef="#ctx0" brushRef="#br0" timeOffset="35921.78">9898 5570 124 0,'0'0'180'0,"0"0"-14"0,0 0-11 16,0 0-8-16,0 0-7 0,16-4-16 0,-5 4-12 15,1 1-10-15,1-2-12 0,1 1-4 0,5-2-10 16,2 2-7-16,-5-3-10 0,2 2-3 0,-4-2-4 16,-4 5-3-16,2-4-6 0,-4 4-9 0,-8-2 2 15,11-2-3-15,-11 2-4 0,9 0-3 0,-9 0-4 16,0 0 3-16,8-1-8 0,-8 1-11 0,0 0-27 15,9-3-30-15,-9 3-32 0,0 0-35 0,0 0-37 16,0 0-117-16,0 0-295 0,0 0 131 0</inkml:trace>
  <inkml:trace contextRef="#ctx0" brushRef="#br0" timeOffset="36143.61">10047 5545 180 0,'-2'-7'216'0,"2"7"-1"15,-6-4-7-15,6 4-5 0,0 0-8 0,0 0-10 16,-3-6-19-16,3 6-20 0,0 0-15 0,0 0-17 16,0 0-14-16,0 0-12 0,0 0-12 0,0 0-6 15,-7 17-1-15,2-5-5 0,1 5-9 0,2 0 0 16,-1 2-6-16,-1 0-1 0,-2 0-7 0,3 0 0 16,2 0-3-16,-1 1-5 0,2-1-6 0,-2-1-21 15,2 0-26-15,-1-1-43 0,1-2-50 0,4-4-66 16,-2 0-55-16,2-3-135 0,0 0-399 0,-4-8 177 15</inkml:trace>
  <inkml:trace contextRef="#ctx0" brushRef="#br0" timeOffset="36578.49">10468 5425 2384 0,'-6'-16'16'15,"4"9"43"-15,-1 3-27 0,3 4-5 0,-6-10-18 16,6 10-5-16,-2-10-1 0,2 10 3 0,0 0 7 16,-3-8 3-16,3 8 4 0,0 0-1 0,0 0 0 15,0 0-4-15,-1-6 0 0,1 6-1 0,0 0-3 16,0 0 2-16,19 0-4 0,-19 0 0 0,16 0-4 16,-4 3 5-16,-2-1-7 0,-2-1 4 0,1-1-3 15,-9 0-1-15,11 2-1 0,-11-2 1 0,11 2-3 16,-11-2 0-16,11 3 1 0,-11-3-1 0,9 2-1 15,-9-2 0-15,10 4 0 0,-5-3 1 0,-5-1 0 16,12 5-3-16,-7 1 0 0,-1-1 3 0,0 1-3 16,1 2 2-16,-3 2-7 0,2 2 10 0,-1 3 4 15,-6 2 10-15,-1 1 4 0,-1 1 15 0,-3 5 4 16,-2 0-5-16,-2 1-4 0,-1-1 6 0,-1-2 1 16,0 0 6-16,2-5-9 0,1-2-4 0,0-1 1 15,1 0 0-15,-1-2-1 0,3-3-4 0,3 1-1 16,-2-2-3-16,2-2-2 0,3 0-4 0,-2-2-1 15,4-4 8-15,-4 7-1 0,4-7-13 0,-2 7-4 16,2-7-8-16,0 0-11 0,6 8-7 0,0-5-24 16,6 0-38-16,4-3-45 0,5 0-58 0,6 0-55 15,1-4-200-15,-1-1-478 0,-3-2 211 0</inkml:trace>
  <inkml:trace contextRef="#ctx0" brushRef="#br0" timeOffset="36927.08">10815 5672 45 0,'0'0'219'0,"0"0"-27"0,0 0-18 0,0 0-22 16,0 0-12-16,0 0-5 0,9 0 1 0,-9 0-5 15,0 0-5-15,8 7-14 0,-8-7-9 0,5 9-5 16,0-5-6-16,-4 2-13 0,3-2-7 0,-4-4-6 16,4 11-3-16,-3-5-11 0,2 0-1 0,-3-6-9 15,0 13 0-15,0-6-11 0,0-7-12 0,-3 16-8 16,-2-7-12-16,4-2-18 0,-3 1-8 0,2-2-6 15,-1 0-7-15,3-6-11 0,-4 11-7 0,1-6-1 16,3-5-9-16,-1 10 9 0,1-10 1 0,1 9 8 16,-1-9 2-16,4 9 6 0,-1-4 3 0,-3-5 3 15,5 10 4-15,-1-6 13 0,-1 2-5 0,-3-6 20 16,6 8 6-16,-4-3 10 0,1 2 8 0,-2 0 11 16,-1-7 12-16,0 12 7 0,0-12 4 0,-2 12 1 15,-2-5-4-15,1 0 1 0,1-2-4 0,2-5-2 16,-7 12-1-16,2-5-5 0,-1 2-5 0,-2-3-3 15,3 0-26-15,-1-1-13 0,1 0-39 0,-2-3-31 16,7-2-44-16,-13 3-50 0,7-3-132 0,6 0-328 16,-12-7 145-16</inkml:trace>
  <inkml:trace contextRef="#ctx0" brushRef="#br0" timeOffset="37164.87">11179 5447 199 0,'0'0'183'0,"15"10"5"0,-7-1-5 0,0 10 1 15,1 4-4-15,-4 6-13 0,-1 0-1 0,-3 4-2 16,-2-1-5-16,-3 1-9 0,2 1-4 0,-5-5-2 16,1 0-9-16,-3 0-7 0,-2-1-10 0,1-3-3 15,-1 0-12-15,-2-1-12 0,-4 0-7 0,0-1-7 16,3 0-14-16,-6-2-34 0,-2 0-33 0,1-1-42 15,-2-3-56-15,0-2-77 0,-1 1-82 0,1-4-167 16,4-6-462-16,6-2 204 0</inkml:trace>
  <inkml:trace contextRef="#ctx0" brushRef="#br0" timeOffset="37731.74">12270 5595 84 0,'-8'1'192'0,"-1"-1"-3"0,9 0 1 0,-12 2-5 16,12-2-12-16,-9 1-9 0,9-1-12 0,-7 3-14 15,7-3-9-15,0 0-11 0,-8 2-11 0,8-2-8 16,0 0-9-16,0 0-11 0,0 0-8 0,0 0-3 16,-10 0-10-16,10 0-6 0,0 0-8 0,0 0-4 15,0 0-7-15,0 0-5 0,0 0 1 0,0 0-2 16,0 0-1-16,0 0 0 0,0 0-7 0,0 0-3 15,0 0 0-15,-12 0-3 0,12 0 1 0,0 0-4 16,-12-2 0-16,12 2 0 0,-9 0-4 0,9 0 1 16,-14 0 0-16,14 0-1 0,-13-3 0 0,8 2 1 15,5 1 5-15,-12 0 3 0,12 0 3 0,0 0 11 0,-14-2 0 16,14 2-4-16,0 0 5 0,-7 2 1 16,7-2-2-16,0 0-7 0,0 0-1 0,0 0-1 15,0 0-1-15,-9 0-3 0,9 0-1 0,0 0 1 16,0 0-1-16,0 0-1 0,0 0 1 0,0 0-4 15,0 0 1-15,0 0 1 0,0 0 0 0,27 2-1 0,-10 0 1 16,4-2-3-16,8 0 0 0,2 2-3 16,-1-2 0-16,0 0 1 0,-1 0-5 0,2 0-15 15,-4 1-10-15,-7 0-20 0,2 0-24 0,-3-1-26 16,-2 2-30-16,-3-1-37 0,5 0-35 0,-8-1-32 0,1 0-160 16,-7-1-418-16,-5 1 185 0</inkml:trace>
  <inkml:trace contextRef="#ctx0" brushRef="#br0" timeOffset="37965.54">12391 5438 13 0,'0'0'240'0,"-4"-7"-3"0,4 7-9 16,0 0-15-16,-4-7-19 0,4 7-13 15,0 0-26-15,0 0-22 0,0 0-17 0,0 0-10 16,0 0-14-16,0 0-7 0,-7 25 0 0,7-10-2 0,-2 12-4 15,0-3-10-15,0-1-2 0,0 3-8 0,-3-2-3 16,4 2-5-16,-1-2-6 0,0 1 2 16,-2-5-10-16,1 5-1 0,2-6-9 0,0-1-21 15,1 1-28-15,-2 0-46 0,2 0-53 0,2-3-53 0,-2 0-219 16,-2-3-425-16,4-3 188 0</inkml:trace>
  <inkml:trace contextRef="#ctx0" brushRef="#br0" timeOffset="38570.71">13293 5407 124 0,'-7'-2'180'16,"7"2"0"-16,0 0-5 0,-7-4-4 0,7 4-13 15,0 0-13-15,0 0-14 0,0 0-13 0,0 0-12 16,0 0-14-16,31-6-6 0,-17 2-7 0,2 2-14 16,0 2-4-16,1-1-7 0,-1-1-3 0,-3 4-5 15,2-2-5-15,-7 1-1 0,1-2-9 0,1 2 0 16,-4-1-10-16,-6 0 0 0,9-1-3 0,-9 1-1 15,8 1-2-15,-8-1 1 0,5 4-4 0,-5-4-3 0,3 10 3 16,-3 0-2-16,-3 1 11 0,-2 4 7 16,-3 3 3-16,-5 5 17 0,-3-1-1 0,0 3-1 15,0-1-4-15,-2 2-1 0,0-1-2 0,0 1 0 16,1-1-3-16,-2-2 0 0,4-3 4 0,-3 1-1 16,5-7-2-16,1 1-6 0,3-2-2 0,-2-2-1 15,4-1 0-15,-2-1-4 0,5-2-4 0,-1-2 0 16,1 0-4-16,-1 0-1 0,5-5 5 0,-3 8-4 15,3-8-1-15,0 10-5 0,0-10-4 0,8 8-6 16,1-5-6-16,2-1-22 0,2 1-21 0,7-1-29 16,1-2-47-16,1 2-45 0,8-5-57 0,1 0-187 15,-2 0-448-15,1-3 199 0</inkml:trace>
  <inkml:trace contextRef="#ctx0" brushRef="#br0" timeOffset="38772.86">13714 5698 164 0,'0'0'206'0,"5"-5"-7"16,-5 5-17-16,0 0-3 0,0 0 0 0,0 0-4 15,0 0-3-15,3 17-1 0,-6-6-6 0,-1-1-9 0,1 2-9 16,1 2-17-16,-2-1-15 0,2-1-9 0,0 1-11 16,-3-2-9-16,5 4-5 0,-4-2-13 15,2 3-25-15,1-5-35 0,1 2-30 0,0-1-35 0,3-2-58 16,-3 0-49-16,4-3-50 0,-2-1-163 15,1-1-406-15,1-1 180 0</inkml:trace>
  <inkml:trace contextRef="#ctx0" brushRef="#br0" timeOffset="39381.56">14054 5475 47 0,'4'-5'176'0,"6"1"-21"0,0 1-10 16,1-1-12-16,3 2-10 0,2-2-10 0,2 2-3 15,3 1-10-15,-4 0-5 0,4-1-9 0,-1 4-9 0,-4-2-11 16,-2 1-3-16,-1 0-8 0,-2 1-6 0,-4 0-7 16,2-1-3-16,-3 2 8 0,0 1 5 0,-1 1 16 15,0 2 11-15,-2 3 14 0,-1 1 6 16,-5-1 4-16,-4 5-2 0,2 5-3 0,-7 3 1 0,-1 2-5 15,-4-2-2-15,-1 2-9 0,1-1 0 0,-2 1 0 16,2-3 3-16,-2-1-7 0,-1-1-5 0,9-6-9 16,0 0-4-16,1-2-7 0,2-2-1 0,-1-3-7 15,5 2-2-15,-4-3-9 0,6 1-1 0,-3-1-1 16,1-2 1-16,4-4-14 0,-2 9 0 0,2-9 11 16,-2 9-9-16,2-9-11 0,0 0-14 0,9 8-8 15,-3-4-13-15,4-2-16 0,1 1-20 0,2-2-24 16,3-2-26-16,-3 1-22 0,1-3-21 0,-1 2-23 15,7 0-13-15,-1-1-13 0,-2-1-8 0,-3-1-1 16,-3 1 2-16,0-2-114 0,3 1-350 0,-5-2 156 16,0 0 1363-16,-2 2-950 0,0-4 20 0,-3 3 22 15,5 0 15-15,-3-2 16 0,2 3 13 0,-4 1 14 16,3-3 17-16,-7 6 18 0,8-6 3 0,-2 4 5 16,-6 2-2-16,10-3 8 0,-10 3 5 0,9 0 11 15,-9 0 24-15,9 7 6 0,-2-3 1 0,-5 4-1 16,1-1 1-16,-3 0 6 0,0 2 3 0,2 1 1 15,-2 1 2-15,-2 0 1 0,-1-1 0 0,-4 1-1 16,2 0-6-16,-1 1-6 0,0-3-3 0,-7 5 3 16,3-1-8-16,4-4-15 0,-3 0-5 0,4-2-5 15,0-1-6-15,1 0-5 0,1-1-3 0,3-5-11 16,-2 10-6-16,2-10-11 0,2 9-8 0,3-5-16 16,7 0-20-16,-1-3-26 0,7 2-34 0,3-6-57 15,7 2-56-15,3-5-65 0,-2 0-152 0,-1-1-450 16,-1-3 199-16</inkml:trace>
  <inkml:trace contextRef="#ctx0" brushRef="#br0" timeOffset="39661.53">14919 5441 198 0,'0'0'266'0,"-2"-7"-27"0,2 7-23 16,0 0-8-16,0 0 6 0,0 0-6 0,-16 26-10 16,2-4-13-16,-2 2-3 0,-1 5-2 0,1 0-9 15,0 0-12-15,1 3-9 0,1-1-13 0,3 1-5 16,-2-1-4-16,3-3-11 0,2-1-11 0,3 1-5 16,3 1-16-16,4-3-4 0,3 0-6 0,3-2-3 15,2 1-20-15,3 0-27 0,2-5-23 0,4-1-32 16,-1 2-38-16,3-2-44 0,0-4-51 0,-4-2-47 15,7 1-39-15,-4-5-34 0,1 1-179 0,0-7-501 16,6 3 221-16</inkml:trace>
  <inkml:trace contextRef="#ctx0" brushRef="#br0" timeOffset="39911.21">15338 5611 2589 0,'1'-29'15'0,"-1"1"38"15,-1 5-11-15,1 3-6 0,0 8 25 0,0 0 12 16,-1 2 11-16,2 2 2 0,-1 8-5 0,0-12-6 16,0 12-9-16,1-10-9 0,-1 10-11 0,0 0-5 15,0 0 0-15,0 0-2 0,0 39 6 0,1-12-1 16,-3 5 5-16,3 0 7 0,-3 1-2 0,2-1-18 16,-2 0 8-16,5 0-3 0,-6-2-3 0,2 1 0 15,0-2-4-15,-1 0-3 0,4-1-11 0,-2-3-35 16,-3 1-24-16,1-9-33 0,2-1-47 0,0 4-47 0,0-4-62 15,2-3-61-15,-2-2-226 0,1-3-557 16,-1-8 247-16</inkml:trace>
  <inkml:trace contextRef="#ctx0" brushRef="#br0" timeOffset="40102.83">15587 5764 160 0,'0'0'239'0,"10"-4"-24"0,-2 1-12 0,2 2-12 16,1-2-17-16,3 3-8 0,5-3-22 0,0 0-14 16,2 1-10-16,8 1-14 0,0 0-11 0,0 0-12 0,1 1-21 15,-11-1-30-15,1 1-37 0,0-2-36 0,-8 1-39 16,1-1-38-16,-3 0-32 0,-2 0-138 16,-8 2-312-16,8-8 138 0</inkml:trace>
  <inkml:trace contextRef="#ctx0" brushRef="#br0" timeOffset="40273.82">15880 5595 80 0,'-3'-9'205'0,"-2"4"-6"0,5 5-17 16,0 0-19-16,0 0-20 0,0 0-15 0,0 0 4 15,0 0 4-15,-9 15 8 0,5 3-2 0,-1 0-10 0,0 6-9 16,-1 2-8-16,1-2-8 0,-1 1-11 0,4-6-9 16,-1 1-7-16,1-1-8 0,-1 1-7 15,2 5-3-15,-2-8-20 0,2 1-25 0,0-2-38 16,1-4-48-16,-3 0-70 0,7-2-57 0,-3 2-176 15,2-7-402-15,1 0 179 0</inkml:trace>
  <inkml:trace contextRef="#ctx0" brushRef="#br0" timeOffset="40655.51">16230 5450 135 0,'1'-7'303'0,"2"0"-22"15,-2-1-29-15,-1 8-27 0,1-8-25 0,-1 8-25 16,0 0-12-16,0 0-17 0,3 22-8 16,-2 2-10-16,-1 5-10 0,3 1-3 0,-5 1-13 0,4 2-6 15,-4-1 1-15,4-3-5 0,-1-1-9 16,4-1 9-16,-3-3-2 0,0-7-4 0,-1 1-6 0,0-3-10 16,1-2-7-16,0-3-4 0,-2-3-5 15,0 0 1-15,2-2-3 0,-2-5-5 0,1 8 14 16,-1-8 9-16,0 0 8 0,0 9 4 0,0-9-2 0,0 0-17 15,0 0-3-15,0 0-7 0,0 0-2 16,0 0-3-16,9-28-11 0,0 15-19 0,-2-2-9 16,2 3-6-16,4-1 1 0,-5 3-7 0,1 0 4 15,-2 2-4-15,4 1-6 0,-2 4-7 0,-4 2 2 0,-5 1 0 16,12 3 4-16,-5 1 0 0,-1 2-4 0,-1 2 4 16,2 4 1-16,-1-3 2 0,0 6 12 0,-2 1-15 15,1-1 2-15,-2 0-31 0,-2-2-35 0,2 0-35 16,-3-1-39-16,1 4-33 0,0-3-50 0,6-1-47 15,-6-1-243-15,3-3-564 0,2-2 250 0</inkml:trace>
  <inkml:trace contextRef="#ctx0" brushRef="#br0" timeOffset="40925.9">16749 5637 26 0,'0'-9'297'0,"0"9"-13"0,-3-13-15 15,3 13-25-15,-2-8-25 0,2 8-19 0,0 0-15 16,0 0-6-16,0 0 3 0,-17 21-7 0,9-4-6 16,-2 5-8-16,1 3-11 0,0 2-7 0,3-1-7 15,-3 1-6-15,3 0 1 0,2-1-10 0,-1 0-6 16,1 0-10-16,0-1-3 0,4-2-20 0,-1-3 3 16,-1-1-3-16,2 0-14 0,0 0-3 0,2 0 6 15,-1 1-13-15,0-2-4 0,0-2-7 0,1 0-3 16,-1 1-34-16,2-7-31 0,-3 3-39 0,0-4-32 15,1 0-32-15,-2-1-31 0,1-8-32 0,-3 15-43 16,2-12-57-16,1-3-253 0,-8 3-583 0,-1-2 259 16</inkml:trace>
  <inkml:trace contextRef="#ctx0" brushRef="#br0" timeOffset="41081.07">16533 5891 58 0,'5'-9'208'0,"1"1"-20"0,4 1-19 16,-2-1-17-16,2 1-18 0,3 2-10 0,5-1-20 16,0 2-25-16,0-1-42 0,2 2-49 0,8-1-42 15,0 3-36-15,-7 1-94 0,-1 1-197 0,-1 3 88 16</inkml:trace>
  <inkml:trace contextRef="#ctx0" brushRef="#br0" timeOffset="41353.68">16878 5918 110 0,'0'0'175'0,"4"7"1"15,-4-7 0-15,0 0 6 0,4 6 4 0,-4-6-5 16,7 0-7-16,-7 0-14 0,13-2-13 0,-3 1-11 16,0-2-11-16,1-1-13 0,0 2-8 0,2-2-8 15,-3 0-3-15,0 2 0 0,0-3-5 0,0 0-5 16,-4-2-6-16,0 0-9 0,1-1-1 0,-2 0-4 16,-1-1-6-16,-2 2-5 0,-1 0-5 0,-1 7-4 15,-1-14-5-15,-3 7-4 0,4 7 7 0,-6-9-14 16,1 6 0-16,5 3-8 0,-19-2 0 0,8 6-1 15,-6 2 5-15,0 0 5 0,-1 4 6 0,0 0-3 16,5 3-6-16,-3 1-2 0,6 0-1 0,-2 0 0 16,3 2-4-16,3 0-1 0,4-4 0 0,2 3 3 15,4 2-9-15,4-2-20 0,2-2-34 0,3 0-41 16,5-3-59-16,1-1-70 0,8-1-60 0,-7-1-197 16,11-3-510-16,1-2 226 0</inkml:trace>
  <inkml:trace contextRef="#ctx0" brushRef="#br0" timeOffset="41612.98">17324 5525 237 0,'2'-4'257'0,"-2"4"-23"0,0 0-18 15,16 10-23-15,-7-1-10 0,2 8-16 0,5 12-12 16,-1 3-1-16,3 13-6 0,-6-13-14 0,0 2-12 15,-3 0-3-15,5 11-3 0,-6-15 3 0,-6 2-8 16,1-5-10-16,-1 3-7 0,1-4-8 0,-6 3 1 16,0-5-2-16,-5 4-4 0,-2-5-3 0,-4-1-7 15,2-5-10-15,-7 2-6 0,-4-2-35 0,0-2-31 16,-3-2-41-16,-2 0-49 0,0-4-66 0,-1-2-82 16,1-1-235-16,7-2-525 0,1-1 232 0</inkml:trace>
  <inkml:trace contextRef="#ctx0" brushRef="#br0" timeOffset="41859.93">17746 5825 206 0,'5'-4'251'15,"-5"4"-17"-15,0 0-8 0,0 0-8 0,7-2-8 0,-7 2-8 16,17-1-21-16,1-2-17 0,9 1-15 0,2-1-17 16,6 2-10-16,0 1-13 0,2-1-11 15,2-1-10-15,-6 1-12 0,0 0-22 0,0-1-24 16,-12-1-31-16,-2 1-39 0,-2 0-49 0,-3-1-73 16,-3-2-57-16,-6 0-155 0,4-2-404 0,-7 0 179 0</inkml:trace>
  <inkml:trace contextRef="#ctx0" brushRef="#br0" timeOffset="42055.86">18013 5602 127 0,'-4'-3'261'0,"4"3"-13"0,-5-8-17 15,5 8-16-15,0 0-18 0,-7-4-20 0,7 4-9 16,0 0 18-16,-3 15-5 0,3-2 13 0,2 6 5 16,-3 8-4-16,2 1-12 0,2 2-11 0,-3-2-14 15,5-1-29-15,-2 3 9 0,0-2-19 16,1 0-7-16,0-2-14 0,-2 1-9 0,2-6-16 0,0-2-29 15,2 5-39-15,-3-6-57 0,-1 0-48 0,1 0-56 16,-3 0-88-16,1-1-80 0,-2-5-181 16,-3-3-545-16,-3 0 242 0</inkml:trace>
  <inkml:trace contextRef="#ctx0" brushRef="#br0" timeOffset="44571.5">18469 5672 114 0,'0'0'225'0,"0"0"-24"16,0-8-19-16,0 8-21 0,29-9-11 0,-8 4-9 15,10-2-13-15,2 1-10 0,-1 1-12 0,3 0-11 16,-3 1-10-16,-1 2-9 0,-3 2-6 0,-7 0-7 0,-2 0-10 15,-1 3-6-15,-6 0-7 0,1 1-10 16,-5-1-1-16,1 5 0 0,-3 0-4 0,-2 1-3 16,-3 4-1-16,-3 3-3 0,-2 1-1 0,-5 6 7 15,-4 0 8-15,-1 1 1 0,-2 0 2 0,-4-2-1 16,1-1-3-16,-1-3 3 0,2 0 6 0,3-4 0 0,-2-1 2 16,6-1 0-16,-1-4-4 0,4 1-6 15,3-5-6-15,-2 0-2 0,4 1-1 0,-1-1 5 16,4-4-8-16,-2 9-1 0,2-9 2 0,0 0 0 15,5 10-3-15,1-8-2 0,7 0-10 0,6-2-13 16,3 2-16-16,7-4-35 0,0 4-34 0,0-5-31 0,0 0-46 16,0 0-24-16,-7 1-30 0,-3 0-117 0,-2-1-368 15,-3 2 163-15</inkml:trace>
  <inkml:trace contextRef="#ctx0" brushRef="#br0" timeOffset="44801.68">19023 5914 67 0,'7'-2'132'0,"-7"2"1"0,6-2 6 0,-6 2-2 16,0 0-1-16,14 1-11 0,-14-1-4 0,9 3-4 16,-4 0 6-16,-5-3-9 0,8 8-15 0,-5-4-7 15,-3-4-8-15,5 8-11 0,-5-8 10 0,1 9 6 0,-1-9-8 16,-4 13 2-16,2-5-5 0,-1 1-5 0,1-3-6 16,-2 0-2-16,2 1-7 0,-1-1-4 0,0-1-3 15,3-5-8-15,-5 12-7 0,4-5 4 16,-1-1-9-16,2-6-1 0,3 11-4 0,1-7-7 15,1 1-26-15,5 1-30 0,3-2-41 0,4-2-43 0,3 1-41 16,2-3-49-16,-4-2-137 0,8-3-376 0,-4 0 167 16</inkml:trace>
  <inkml:trace contextRef="#ctx0" brushRef="#br0" timeOffset="45132.78">19438 5683 30 0,'-4'-4'237'16,"4"4"-18"-16,-4-6-15 0,4 6-15 0,0 0-19 15,0 0-17-15,0 0-17 0,0 0-12 0,13-10-12 0,-2 10-11 16,1 0-12-16,3 0-9 0,-3 1-7 0,0 2-10 16,1 0-11-16,-1 1-4 0,-2 3-3 0,0 0-6 15,-2 1-4-15,2 5-2 0,-4 3 0 16,-2-4-1-16,-1 4 2 0,-3 1-4 0,-5-1 4 15,0 2 5-15,-6-1 5 0,2 0 5 0,-2-1 0 0,-2 1 2 16,3-2 0-16,-3-2-5 0,3-1-1 0,-2 0 2 16,4-4-6-16,1-1 1 0,1 1-10 0,0-3 0 15,3-1-5-15,3-4-3 0,-7 9-1 16,7-9-1-16,0 8-1 0,0-8-15 0,8 6-18 16,-8-6-24-16,11 5-26 0,0-5-37 0,4 0-37 0,0-1-37 15,1-2-27-15,0 2-23 0,2-4-135 0,-2 1-388 16,-4-1 173-16</inkml:trace>
  <inkml:trace contextRef="#ctx0" brushRef="#br0" timeOffset="45452.71">19737 5857 12 0,'0'0'149'0,"10"-1"-2"0,-10 1-2 16,8-2-2-16,-8 2 4 0,0 0-2 0,12 0-2 16,-12 0-8-16,8 3-7 0,-8-3-1 0,10 4-5 15,-5 1-10-15,-1-2-6 0,-4-3-7 16,5 8-11-16,-3-2-5 0,-2-6-3 0,0 13-9 15,-3-4-4-15,2-1-10 0,-3 0-4 0,0 2-2 0,-1 0-8 16,0-1-4-16,1-2-1 0,1 1-1 0,0 0-10 16,0 0 4-16,3-8-12 0,0 14-5 0,1-7-9 15,-1-7-2-15,7 15-8 0,-2-8-1 16,-1 0 2-16,3 1-1 0,1-1 0 0,0 2 0 0,1-1 1 16,0-1-2-16,-2 2 10 0,0 1-8 0,-1-2 0 15,0 1 2-15,-2 1 3 0,-4-1 0 0,0 1 1 16,-4 0 6-16,-2-1 4 0,-2 0-3 0,-1-2 1 15,-8 2 2-15,4 0-1 0,-5-4 0 0,2 4-5 16,-1-5 4-16,4 0-12 0,0-1-13 0,2-2-19 16,0-1-10-16,11 0-44 0,-16 0-46 0,16 0-48 15,-11-7-187-15,11 7-400 0,-5-8 177 0</inkml:trace>
  <inkml:trace contextRef="#ctx0" brushRef="#br0" timeOffset="45627.75">20175 5824 42 0,'7'-3'194'15,"1"0"-16"-15,-3-1-12 0,3 1-20 0,-8 3-12 16,17-3-17-16,-10 3-12 0,2 0-16 0,0 1-33 16,-9-1-29-16,20 4-46 0,-13-2-40 0,2 1-29 15,-3 0-94-15,0 3-196 0,-6-6 87 0</inkml:trace>
  <inkml:trace contextRef="#ctx0" brushRef="#br0" timeOffset="45762.58">20224 5942 107 0,'0'0'152'0,"-4"4"-3"0,4-4-4 16,0 0-11-16,0 0 1 0,0 0-6 0,0 0-2 16,0 0-21-16,0 0-25 0,23 7-40 0,-9-6-27 15,5-2-36-15,0-2-40 0,2 0-37 0,7-2-91 16,1 1-206-16,3-3 92 0</inkml:trace>
  <inkml:trace contextRef="#ctx0" brushRef="#br0" timeOffset="46074.59">20748 5778 102 0,'-3'-8'185'0,"3"8"-4"0,0 0-13 0,-6-7-10 16,6 7-4-16,0 0 4 0,-17 10-9 0,11-1-1 15,-6 2 5-15,2 2-8 0,0 4-9 0,0-2-9 16,-1 3-7-16,3-1-5 0,2-2-11 0,1 1-8 15,1 1-7-15,4-6-4 0,2 5-6 0,1-4-7 16,9 0-6-16,-1 2 1 0,5-3-11 0,2-2-2 16,2-2-3-16,8-1 10 0,3-3-9 0,-1-3-5 15,1-2 1-15,-2-1-7 0,0 0-3 0,-9-3-1 16,8-2-3-16,-10-1 2 0,-4 1 9 16,1-3 0-16,-6 2 4 0,-2-6 1 0,2-2 1 15,-3-2-4-15,-5 0-12 0,-2-6-4 0,-4-1-2 0,-4 2-4 16,-5-3-6-16,0 4 1 0,-4-2 2 0,-1 2-6 15,-4 4-3-15,4 4-3 0,0 3-5 0,-7 3-13 16,-2 3-25-16,1 4-28 0,-4 2-29 0,-4 7-35 16,3 1-47-16,2 4-69 0,2 2-64 0,3-1-177 15,7 0-522-15,6-3 231 0</inkml:trace>
  <inkml:trace contextRef="#ctx0" brushRef="#br0" timeOffset="47531.39">26169 3459 133 0,'-4'1'170'0,"4"-1"0"0,0 0 3 16,29 4-6-16,-3-2-16 0,11-4-9 0,18 1 19 16,8-3-12-16,3 1-11 0,1-2-3 0,23 0-14 15,-31 2-17-15,-1 0-5 0,-5 0-12 0,-17 1-8 16,1-1-6-16,-9 3-10 0,2-2-8 0,-8 2-3 16,-10-3-5-16,1 3-5 0,-2 0-2 0,-1-2-7 15,-10 2-7-15,11 0-9 0,-11 0-22 0,0 0-20 16,0 0-29-16,0 0-29 0,0 0-40 0,0 0-58 15,0 0-179-15,0 0-389 0,0 0 172 0</inkml:trace>
  <inkml:trace contextRef="#ctx0" brushRef="#br0" timeOffset="48061.88">22285 5631 117 0,'0'0'153'0,"0"0"11"0,0 0 8 0,0 0-1 0,0 0-7 15,40 1-12-15,-7-2-12 0,3 1-16 0,17 0-6 16,-2-2-15-16,2 1-12 0,-17 2-12 0,-1-2-6 15,0 1-4-15,-6 1-22 0,2 1-28 0,-3 1-23 16,-2-3-33-16,-7 3-32 0,1 0-30 0,-7-1-46 16,2 1-122-16,-4-1-290 0,0-1 128 0</inkml:trace>
  <inkml:trace contextRef="#ctx0" brushRef="#br0" timeOffset="48340.74">23422 5540 1888 0,'8'-8'119'0,"-1"1"-18"16,-1 1-2-16,-1 2-24 0,0 0-29 0,-5 4-8 16,8-6-8-16,-8 6-9 0,5-4-3 0,-5 4 1 15,4-4-2-15,-4 4-4 0,0 0-2 0,0 0-3 16,0 0-1-16,0 0 4 0,0 0 2 0,4 16-4 15,-6-8-1-15,1 4 1 0,1 0 4 0,-3 3-6 16,2-1 2-16,-1 1-2 0,-2 1-2 0,2-4 3 16,1 5-17-16,1-3-24 0,-2 2-26 0,0 1-31 15,1-6-37-15,-1 2-28 0,2-1-35 0,-3-2-135 16,2 0-351-16,-2-3 156 0</inkml:trace>
  <inkml:trace contextRef="#ctx0" brushRef="#br0" timeOffset="48549.75">23751 5617 50 0,'5'15'129'0,"1"0"-21"16,-4 2-6-16,-1 0-3 0,-2-2-14 0,-1-2-11 15,-4 3-11-15,0 1-20 0,-5-2-23 0,-8 6-44 16,-4-2-41-16,-4 0-49 0,-2-3-124 0,-7-2 55 16</inkml:trace>
  <inkml:trace contextRef="#ctx0" brushRef="#br0" timeOffset="48759.12">22658 5669 14 0,'8'15'132'0,"5"8"-22"0,3-3-28 15,3 2-31-15,3-1-27 0,5-4-43 0,5 2-47 16,0-4-71-16,3-1 31 0</inkml:trace>
  <inkml:trace contextRef="#ctx0" brushRef="#br0" timeOffset="66120.66">5083 7264 56 0,'-6'-17'145'16,"0"2"6"-16,-1 1 6 0,0-1-8 0,0-2-8 0,-1 2 8 16,3 0 3-16,-1 4 2 0,1-2-11 0,0 4-6 15,1 0-9-15,1 4-11 0,3 5-10 16,-4-9-17-16,4 9-11 0,-3-7-9 0,3 7-10 16,0 0-7-16,0 0-8 0,0 0-3 0,3 41 10 0,0-15 0 15,-2 7-7-15,3 12-1 0,-5-9 0 0,2 11-2 16,-3-1-5-16,-4-13-3 0,0 14-1 0,2-13-3 15,1-2-3-15,-1-3-4 0,1-1-2 0,-1-3 5 16,0-6-3-16,1-2-3 0,0 1-7 16,-1-7-1-16,3 1 1 0,1-2-4 0,-1-5 4 0,1-5-1 15,0 13-2-15,0-13 1 0,-2 7 1 0,2-7 3 16,0 0-3-16,0 0 2 0,0 0-5 0,0 0 3 16,0 0-3-16,0 0-3 0,11-25 4 15,-6 13-8-15,2-4 3 0,2 0 1 0,1 0-1 0,-1 0-3 16,2 0 1-16,0 2-3 0,1 1-2 0,-1 3 2 15,-1 1-3-15,-2 3 1 0,0-1-2 0,2 1 2 16,0 3-1-16,-1 3 0 0,3 0 0 0,-3 2 1 16,1-1-1-16,0 5-1 0,-2 1-1 0,-1-1 2 15,2 3 1-15,-1-1-1 0,-2 1-5 0,2 4 5 16,-3-3-23-16,-1 3-17 0,4-3-21 0,-5 6-27 16,0-6-34-16,1 1-38 0,0-1-31 0,0-1-195 15,-2 1-422-15,1-2 188 0</inkml:trace>
  <inkml:trace contextRef="#ctx0" brushRef="#br0" timeOffset="66314.64">5463 7522 30 0,'3'-4'220'0,"-3"4"-25"16,5-8-19-16,-5 8-23 0,0 0-4 0,0 0-5 15,0 0 1-15,0 0-6 0,0 0-8 0,2 28-4 16,-3-18-15-16,0 5-6 0,-2 4-13 0,1-4-7 15,0 4-9-15,1 1-6 0,0 1-6 0,0-1-35 16,-1-1-27-16,1 1-36 0,0-3-38 0,1 1-45 16,-2-2-47-16,2 0-149 0,-1-3-337 0,0-3 149 15</inkml:trace>
  <inkml:trace contextRef="#ctx0" brushRef="#br0" timeOffset="66740.39">5705 7632 5 0,'15'-4'184'0,"-7"-2"1"0,-2 0-4 15,3 1 5-15,2-1-11 0,-3 0-12 0,0-2-13 16,-1 0-10-16,0-1-8 0,-1 0-8 0,1 1-7 16,-2 2-6-16,0 0 0 0,-2 0-9 0,0 0-6 15,-3 6-6-15,5-11-6 0,-5 11-7 0,0-7-5 16,0 7-7-16,0 0-11 0,-10-5-3 0,10 5-2 15,-22 6-2-15,6 0-2 0,-2 3-4 16,-5 4 1-16,5 0-4 0,4-2-3 0,1 3-3 0,0 3 1 16,4-3-7-16,3 2 3 0,2-3-10 0,0 1 1 15,6-2-6-15,0-2-17 0,6 5-11 0,3-2-26 16,5-1-27-16,2-5-34 0,10 5-43 0,2-5-44 16,5-2-41-16,-2-3-162 0,0 4-421 15,7-6 187-15</inkml:trace>
  <inkml:trace contextRef="#ctx0" brushRef="#br0" timeOffset="67047.87">6608 7140 145 0,'0'0'241'0,"-8"-13"-16"16,6 7-16-16,2 6-15 0,-5-8-12 0,0 6-16 16,5 2-19-16,-12 1-11 0,2 6-8 0,-3 5-4 15,-6 8-3-15,0 11-2 0,-7 12-7 0,2 6-5 16,2-1-8-16,3 6-6 0,2 1-4 16,7 1-6-16,-1 4-7 0,2-4-6 0,6-2-6 0,3 2-7 15,3-2-2-15,2-3-3 0,6-5-7 0,3-1-4 16,7-2-15-16,-8-13-18 0,6-1-32 0,0 1-13 15,3-4-35-15,3-3-50 0,-2 0-52 0,0-4-52 16,4 1-201-16,-4 1-462 0,-5-11 204 0</inkml:trace>
  <inkml:trace contextRef="#ctx0" brushRef="#br0" timeOffset="68957.5">7155 7625 79 0,'0'0'156'0,"0"0"-4"0,0 0-5 16,0 0-8-16,-11 0-13 0,11 0-1 0,0 0-8 15,-8 4-6-15,8-4-5 0,0 0-8 0,-10 3-5 16,10-3-2-16,-7 3-4 0,7-3-8 0,0 0-3 0,-6 1-2 15,6-1-2-15,0 0-2 0,0 0-5 0,0 0 5 16,0 0 0-16,-7 2-1 0,7-2 1 16,0 0-1-16,0 0-3 0,0 0-1 0,0 0-6 15,0 0-9-15,0 0-6 0,0 0-3 0,0 0 2 0,12-23-12 16,-6 14-3-16,5 0-5 0,1-5 2 0,2 3-3 16,0-4-3-16,-1 3-4 0,4-2 0 15,-6 1 18-15,5 0-6 0,-5 1 1 0,-3 2-3 16,-1 0 2-16,1 2-2 0,-1 0-2 0,-2 1-3 15,-1 2 1-15,1 1-3 0,-5 4 2 0,6-9-5 0,-6 9 1 16,5-5-8-16,-5 5-7 0,5-4 1 0,-5 4-5 16,0 0 6-16,0 0-2 0,8 16-1 0,-4-6 2 15,-3 8 6-15,0 1 0 0,-1 9 12 0,3-1-3 16,-3 2 3-16,0 0-1 0,-3 3 2 0,5-4 1 16,-4 1-4-16,1 1-1 0,1-6 7 0,-1 2-1 15,2-6-4-15,2-2-2 0,-5 0 1 0,2-1-2 16,-1 0-3-16,2-1-1 0,-2-4 5 0,1 1-3 15,-1-3-5-15,1 2 2 0,-3 0-3 0,1-2-11 16,-1-1-12-16,2-1-17 0,-3-1-22 0,-1 0-22 16,0 0-20-16,-2-1-31 0,-4-1-39 0,1-1-34 15,-2 0-35-15,1-2-205 0,-6-4-475 0,-1-2 210 16</inkml:trace>
  <inkml:trace contextRef="#ctx0" brushRef="#br0" timeOffset="69132.98">7064 7415 1833 0,'5'-15'-31'0,"-1"-3"25"15,0 6-4-15,-1 2 9 0,0 0 17 0,-1 5-27 16,2-2 0-16,1 2-6 0,-1 0-3 0,3 4-14 16,0-3-7-16,-7 4-13 0,21 0-2 0,-9 4-19 15,7-2-17-15,-1 4-20 0,2 0-101 0,1 2-231 16,-3 0 102-16</inkml:trace>
  <inkml:trace contextRef="#ctx0" brushRef="#br0" timeOffset="69603.39">7566 7479 86 0,'-2'14'154'0,"2"-7"0"15,-4 3-4-15,3 0 8 0,-2 5-18 0,0-2-7 16,-3 2-4-16,4-2-10 0,1-2-9 0,-1 1-9 15,1-1-7-15,1-1-7 0,0-1-6 0,1-3 2 16,2 1-16-16,-1 0 0 0,1-1-6 0,1-2 1 16,0 1 2-16,2-1 1 0,0-2-4 0,-6-2 2 15,17 3-4-15,-6-4 0 0,-2-3-3 0,-2 3-2 16,3-6-3-16,0 3-4 0,-1-2-3 0,0-2-3 16,1 1-7-16,-1-3 0 0,-1 3-4 0,0 1 0 15,-2-3-3-15,-1 1-2 0,-1 1 0 0,0-2-5 16,0 4 1-16,-2-2-5 0,-2 7 0 0,7-8-4 15,-5 4-4-15,-2 4-2 0,0 0-4 0,3-8 2 16,-3 8-4-16,0 0 2 0,0 0-3 0,0 0 3 16,9 13-2-16,-9-13 2 0,4 12-3 0,-1-6 2 15,0-1-1-15,4 3 1 0,0 0 3 0,1 0-6 16,1-1 6-16,2-1 3 0,1-4-4 0,0 1 0 16,2-3 4-16,2 0 0 0,0 0-4 0,2-3 2 15,-2-1 1-15,-2 0 11 0,1-3 5 0,-1 3 5 16,-4-2 5-16,-1-1 2 0,-1 0 3 0,-1-2 1 15,1 0 2-15,-4 1-4 0,-1-1-5 0,-1-1 1 16,0 1-6-16,-4-1-2 0,1 1-3 0,-2 0-4 16,1-1-1-16,-1 2 0 0,-1 1-20 0,2 1-17 15,-2 0-26-15,4 6-26 0,-6-9-31 0,2 6-44 16,4 3-44-16,-5-5-26 0,5 5-32 0,0 0-162 0,0 0-447 16,0 0 198-16</inkml:trace>
  <inkml:trace contextRef="#ctx0" brushRef="#br0" timeOffset="69886.64">8139 7335 126 0,'3'-7'235'0,"2"2"-8"0,-5 5-10 0,5-6-11 16,-5 6-13-16,4-7-25 0,-4 7-17 0,0 0-19 16,0 0-15-16,0 0-7 0,0 0-6 0,9 19-1 15,-9-2 9-15,-2 2-6 0,1 7-4 0,-3 2-3 16,-1-2-2-16,1 1-10 0,-2 0 0 0,1-2-9 15,2 0-2-15,-1-1-2 0,1-6-3 0,1 1-1 16,2-4-11-16,-2-2 3 0,3-4-7 0,-1 1-3 16,1-3-7-16,-1-7-3 0,2 11-3 0,-2-11 1 15,1 11-4-15,-1-11 3 0,9 1-8 0,-4 2 2 0,6-3-6 16,1-2 3-16,7 0-19 0,-7 2-27 16,5-4-21-16,0 0-26 0,-4-1-34 0,0 0-38 15,-2 2-44-15,7 2-41 0,0-4-26 0,-3 1-29 16,-2 0-139-16,-3 0-448 0,1 1 199 0</inkml:trace>
  <inkml:trace contextRef="#ctx0" brushRef="#br0" timeOffset="70083.82">8462 7554 175 0,'6'-9'208'16,"-4"3"0"-16,-1 2 1 0,-1 4-2 0,4-13-7 0,-4 13-4 16,2-6-12-16,-2 6-20 0,3-6-17 15,-3 6-18-15,0 0-15 0,0 0-10 0,0 0 2 16,0 0 1-16,3 18-6 0,-3-4-4 0,1-1-5 15,-2 2-6-15,0 5-2 0,1-1-11 0,-2 0-5 16,1-2-6-16,0 2-6 0,0-5-12 0,-2 5-26 0,2-4-30 16,1-2-29-16,-2-1-49 0,0 0-53 0,1-3-54 15,-1 0-57-15,1 2-163 0,1-11-452 16,-4 9 200-16</inkml:trace>
  <inkml:trace contextRef="#ctx0" brushRef="#br0" timeOffset="70321.57">8722 7553 183 0,'0'0'256'0,"0"0"-11"0,-3-6-12 0,3 6-7 15,0 0-15-15,0 0-17 0,0 0-10 0,19-6-12 16,-6 3-19-16,8 0-14 0,-1-1-16 15,7 0-12-15,1-1-11 0,-1 1-15 0,-7 1-31 16,1 1-30-16,-2-1-34 0,-7 3-41 0,2-1-47 0,-4-2-46 16,-1 3-37-16,-9 0-35 0,9-3-117 0,-9 3-359 15,0 0 159-15</inkml:trace>
  <inkml:trace contextRef="#ctx0" brushRef="#br0" timeOffset="70508.89">8906 7370 141 0,'0'0'224'0,"-3"-9"-8"0,3 9-18 0,0 0-20 16,0 0-21-16,0 0-12 0,0 0 8 0,0 0-2 16,0 0-2-16,-1 24-1 0,2-13-1 0,1 8-9 15,-4-1-14-15,4 1-8 0,-4-1-4 0,4 9-16 16,0-2-9-16,-2 1-8 0,2-7-5 0,-4 6-7 16,1-5-22-16,1-1-39 0,0-3-47 15,-1 1-67-15,1 0-66 0,1-2-65 0,-2-5-160 16,-1 2-431-16,2-12 192 0</inkml:trace>
  <inkml:trace contextRef="#ctx0" brushRef="#br0" timeOffset="71050">9284 7470 191 0,'6'-6'228'0,"1"-1"-11"0,-1 2-8 16,5-2-13-16,0-1-4 0,1 0-12 0,2-2-10 15,0-2-6-15,1 2-8 0,-2 2-8 0,-2-3-6 16,1 3-5-16,-2-1-13 0,-1 2-3 0,1-2 1 16,-2 1-18-16,-3 0 3 0,0 2-1 0,0 2-1 15,-1-2-9-15,-4 6-5 0,6-7-8 0,-3 3-11 16,-3 4-8-16,0 0-8 0,6-5-8 0,-6 5-9 15,0 0-5-15,0 0-2 0,0 0-7 0,3 18-1 16,-4-6-3-16,-2 7 4 0,-1 5-3 0,-1 2 1 16,1 1 2-16,2-1-1 0,-3 2-3 0,2 0-4 15,1 2 1-15,-1-4 6 0,2-2-1 0,-2 2-2 16,2-6 3-16,1-4-16 0,0 4 15 0,0-1-7 16,0 0 0-16,0-2-1 0,1-1-3 0,-2 0 1 15,1 1 0-15,1-1-5 0,0-4-17 0,-2 0-19 16,2-1-16-16,-2-1-6 0,1 0-39 0,-2-1-19 15,2 0-26-15,-3-2-26 0,0 0-26 0,-2-2-40 16,5-5-41-16,-11 7-216 0,3-6-523 0,0-1 233 16</inkml:trace>
  <inkml:trace contextRef="#ctx0" brushRef="#br0" timeOffset="71232.89">9261 7297 163 0,'0'0'242'0,"1"-10"-19"16,-1 10-25-16,3-7-16 0,-3 7-22 0,0 0-11 15,6-6-15-15,-2 2-14 0,-4 4-12 0,12-3-26 16,-2 4-35-16,2 1-42 0,0 1-70 0,4 1-45 0,1 1-163 16,-1 2-296-16,-3-1 131 0</inkml:trace>
  <inkml:trace contextRef="#ctx0" brushRef="#br0" timeOffset="71917.48">9785 7422 39 0,'0'0'256'0,"1"-8"-25"0,-1 8-21 0,0 0-26 15,0 0-20-15,0 0-10 0,0 0-8 0,0 0-5 16,0 0-2-16,-10 25-10 0,8-14-8 0,-1 2-12 16,1 2-8-16,2 2-11 0,0-5-8 0,0 0-8 0,1 0-6 15,1 2-6-15,1-4-7 0,1 2-5 0,2-3-3 16,-1-2-4-16,0 0-2 0,3-2-4 16,-3-1-2-16,5 0 0 0,-1-1-1 0,-1 0-3 15,0-3-2-15,-8 0-4 0,16-2-2 0,-7-2 2 0,0 4 0 16,-2-4 3-16,-2 0-2 0,1-1-2 0,-2 0 0 15,3-3-3-15,0 1-1 0,-4 1-4 0,0 1-6 16,1-5 4-16,1 2-2 0,-2 2-1 0,1 0 0 16,-4 6-2-16,3-9-1 0,1 5-4 0,-4 4-5 15,3-6 0-15,-3 6-1 0,0 0-1 0,4-5-6 16,-4 5 3-16,0 0 7 0,0 0-7 0,0 0 15 16,5 20-12-16,-4-14 3 0,1 1 0 0,-2-7-2 15,3 12-1-15,-1-5 1 0,1-1 1 0,1 1 3 16,0-1-3-16,0 0 6 0,0-3-2 0,1 2 0 15,0-3 1-15,-5-2-1 0,15 0 3 0,-4-1 0 16,-1-2 1-16,-4-2 0 0,4 4 7 0,-2-3 16 16,1-2 3-16,0-2-4 0,0 1 2 0,-3-1-5 15,1 0 2-15,-4 0-1 0,3-3-4 0,-5-1 0 16,3 2-2-16,0-2 5 0,-2 1-11 0,-1-1 1 16,3 1-1-16,-4-1-7 0,3 2 4 0,-6 0-7 15,3 1-2-15,-1-1-4 0,1 10-12 0,0-13-15 16,0 13-25-16,-1-9-26 0,1 9-35 0,0 0-43 15,0 0-30-15,-2-8-26 0,2 8-30 0,0 0-188 16,0 0-468-16,0 0 208 0</inkml:trace>
  <inkml:trace contextRef="#ctx0" brushRef="#br0" timeOffset="72169.78">10291 7354 30 0,'0'0'206'0,"0"0"-5"0,0 0-4 0,-2-11-6 16,2 11-20-16,0 0-16 0,0 0-14 0,0 0-15 16,0 0-1-16,0 0-2 0,0 0 3 0,-8 20-7 15,4-10-10-15,2 2-4 0,-1-1-3 0,-3 6-6 16,3-2-8-16,1 1-4 0,-1 1-11 0,0-2-6 16,1 0-7-16,-1-1-5 0,1 1-2 0,0-2-7 15,0-2-4-15,-1 2-4 0,0-3-4 0,1 1-8 16,1-1-13-16,0-1-25 0,-2 0-19 0,3 0-33 15,-1 1-32-15,0-3-35 0,1-7-37 0,0 10-40 0,0-10-174 16,-3 12-415-16,3-12 184 0</inkml:trace>
  <inkml:trace contextRef="#ctx0" brushRef="#br0" timeOffset="72535.3">10263 7395 85 0,'3'-5'174'0,"-3"5"-11"15,2-9-18-15,-2 9-14 0,0 0-10 16,0 0 6-16,0 0 13 0,0 0-5 0,0 0-11 0,0 0-11 16,0 0-6-16,9 19 3 0,-8-13-6 0,2 1-5 15,1-1-13-15,1 0-6 0,0 2-8 16,0 0-3-16,4-3-9 0,-1 1-3 0,2-3 0 16,0 2-2-16,3-4 1 0,-1 1 0 0,0-4-5 0,2 1-3 15,4-2-2-15,-5 0 0 0,1-2 2 0,2-2-3 16,-1 0 2-16,-4 0 4 0,1 1 12 0,-2-1-10 15,-1-2-6-15,-3 0-5 0,3 1 4 16,-2-3 7-16,-1 4-12 0,-1-1 4 0,-1 2 4 16,2 1-8-16,-6 5-1 0,7-9-8 0,-7 9-1 0,4-4-13 15,-4 4-1-15,0 0-1 0,0 0 1 0,5 15 2 16,-5-6 2-16,-2 8 4 0,0-1 7 0,-1 3 1 16,-1 1-7-16,1 2 3 0,-2 6-3 0,1-4-4 15,-1-5-2-15,2 8-12 0,-1-1-29 0,3-7-17 16,-2 6-41-16,1-8-40 0,0 5-42 0,0-3-65 15,3-2-56-15,-2-1-201 0,1-1-523 0,2-4 233 16</inkml:trace>
  <inkml:trace contextRef="#ctx0" brushRef="#br0" timeOffset="73095.2">10973 7553 4 0,'0'0'173'0,"0"0"5"16,0 0-9-16,0 0-10 0,0 0-12 0,0 0-9 15,0 0-6-15,0 0-7 0,0 0-2 0,0 0 3 16,0 0-2-16,0 0-6 0,0 0 0 0,0 0-1 16,0 0-9-16,0 0-4 0,-19-6-7 0,19 6-7 0,0 0-5 15,0 0-6-15,0 0-12 0,0 0-5 16,0 0-2-16,0 0-7 0,0 0-5 0,0 0-2 15,26-2-7-15,-14-1-2 0,4 3 0 0,2 0-9 16,4 0-1-16,-2 0-2 0,8 0-2 0,-1 2-12 0,-5-4-17 16,1 1-15-16,-5 2-24 0,2-2-28 15,-9 1-37-15,3 0-29 0,-4-2-36 0,0 2-25 16,-10 0-28-16,13 2-119 0,-13-2-376 0,0 0 167 16</inkml:trace>
  <inkml:trace contextRef="#ctx0" brushRef="#br0" timeOffset="73315.28">11142 7450 89 0,'-5'-8'242'15,"5"8"-9"-15,-2-5-3 0,2 5-19 0,0 0-22 16,-5-6-21-16,5 6-18 0,0 0-16 0,0 0-6 16,0 0 11-16,0 0-3 0,-7 24 3 0,5-9-11 15,-2 3-10-15,1-1-9 0,-1 3-9 0,2-3-14 16,-1 2-5-16,2 2-3 0,-3 4-6 0,2-4-6 15,0-3-7-15,0 1-13 0,2-1-30 0,0 0-29 16,-1 0-32-16,1 1-39 0,1-3-58 0,-1 0-53 16,2 1-61-16,-3-5-146 0,2-1-436 0,1 0 193 15</inkml:trace>
  <inkml:trace contextRef="#ctx0" brushRef="#br0" timeOffset="74206.61">11529 7423 6 0,'0'0'177'15,"0"0"-2"-15,0 0-2 0,-11 0-3 0,11 0-9 16,0 0-3-16,0 0-11 0,0 0-5 0,0 0-17 16,0 0-3-16,0 0-14 0,0 0 0 0,23-12-9 0,-14 6-3 15,3 1-6-15,0-2-5 0,4 0-2 0,-4 2-4 16,5-2-4-16,-7 1 1 0,1-1-11 15,-1 0-1-15,0 1 2 0,-6 1 8 0,5 0-4 0,-4 0-4 16,-1-1-4-16,-4 6-2 0,9-7 4 0,-6 4-2 16,-3 3-8-16,4-6-2 0,-4 6-8 15,5-3-6-15,-5 3-6 0,0 0-11 0,0 0 0 16,0 0-1-16,0 0-6 0,8 21 0 0,-10-3-2 0,2 2-1 16,-3 6 9-16,0 1 3 0,0 0 1 0,1 0-9 15,0 0 7-15,-2 3 3 0,1-4 0 0,0 0-2 16,1-8-1-16,-1 3 1 0,1-3-3 0,0-1-1 15,0 1-2-15,0-1-2 0,0-2 1 0,2-3-10 16,-3 1-18-16,1-1-20 0,-2-2-20 0,0 1-20 16,-2-1-31-16,2-1-36 0,-4 0-36 0,1-2-41 15,-3-1-50-15,-3 1-183 0,2-2-485 0,-2-4 215 16</inkml:trace>
  <inkml:trace contextRef="#ctx0" brushRef="#br0" timeOffset="74363.64">11464 7247 2 0,'9'-5'102'0,"0"0"-35"0,2 2-21 0,1-3-24 16,5 6-41-16,2 0-18 0,-3 4-40 0,4-4 18 15</inkml:trace>
  <inkml:trace contextRef="#ctx0" brushRef="#br0" timeOffset="74819.12">11873 7382 142 0,'0'10'185'16,"-2"1"-3"-16,1 1-7 0,-1 0-9 0,2 2-11 16,-2-3-7-16,-2 5 0 0,3 1-12 0,-2-5-13 15,3 0-7-15,1-1-7 0,-1 2-13 0,2-4-8 16,1 3-3-16,1-5-2 0,-1 4-10 0,4-4-3 15,-3-1-8-15,3 1-4 0,-1-3-7 0,1 1-3 16,1-1-2-16,0-3-3 0,-8-1-3 0,15-3-2 0,-7 1-1 16,2 0-6-16,1-4 2 0,-3 1-2 15,0 0-7-15,-1-1 0 0,-1-1-3 0,2 0-1 16,-2-1-4-16,-1 0 0 0,-2 0-5 0,1 4 9 16,-2-2-11-16,-2 6-3 0,6-9 0 0,-6 9-4 0,3-5-4 15,-3 5-3-15,0 0-4 0,5-5 4 0,-5 5-1 16,0 0-1-16,0 0 2 0,8 12 2 0,-3-6 0 15,-5-6 3-15,4 10-4 0,0-6 2 0,2 2-1 16,-1 1 0-16,3-3 3 0,0 0 3 0,3 1-4 16,2-3 5-16,0 1-2 0,-1-3-3 0,1-1 4 15,2 1 2-15,-3-4 5 0,2 3 8 0,-4-3 14 16,1 1 6-16,-3-3 4 0,1 0 1 0,-1-1-1 16,-2-1-3-16,2-1-4 0,-4 1 1 0,-2-3-5 15,1 1-6-15,-1 3 3 0,-2-4-4 0,0 1-3 16,-2-2-3-16,-1 2-5 0,1 0-10 0,0-1-6 15,0 6-15-15,-3-3-15 0,1 2-17 0,4 6-20 16,-5-12-30-16,3 10-34 0,2 2-35 0,0 0-32 16,-4-6-10-16,4 6-7 0,0 0-153 0,0 0-401 15,0 0 177-15</inkml:trace>
  <inkml:trace contextRef="#ctx0" brushRef="#br0" timeOffset="75063.66">12439 7311 5 0,'4'-7'208'0,"1"2"1"15,-1 1-1-15,0 0-5 0,-4 4-6 0,6-5-20 16,-6 5-15-16,6-6-19 0,-6 6-16 0,0 0-15 16,0 0-12-16,0 0-1 0,5 13-2 0,-5 0 7 0,-3 3-3 15,2 3-1-15,-2 0-2 0,-3 4-9 16,0 1-10-16,2 2-7 0,-3-2-1 0,5-7-6 16,0 0-4-16,0-4 3 0,2 1-11 0,-2-3-8 15,0-1-6-15,4 1 1 0,0-2-5 0,-2-1-1 16,2-1-4-16,2 2-2 0,1-2 11 0,2-2-14 15,4 0-5-15,-2 0-15 0,5-3-24 0,-1 1-25 16,0-1-30-16,-1-1-47 0,1 0-43 0,5-3-36 16,-5-1-33-16,1 0-183 0,-3 0-448 0,0-3 198 15</inkml:trace>
  <inkml:trace contextRef="#ctx0" brushRef="#br0" timeOffset="75300.64">12690 7504 47 0,'0'0'181'0,"9"0"-25"0,-9 0-4 0,10 0-4 15,-10 0 4-15,9 5-3 0,-3-4-4 16,-6-1-8-16,9 8-4 0,-6-4-3 0,1 1-10 16,-3 3-7-16,-1-8-4 0,4 14-5 0,-7-4-4 15,3-4-3-15,-2 6-7 0,-2 1-2 0,-6 0-6 0,2-4-5 16,1 1-5-16,-1-1-8 0,2-2-2 0,-1 1-7 16,1 2-7-16,2-6-2 0,0 3-6 15,4-7-6-15,-4 7-2 0,0-3-5 0,4-4-1 0,0 0-1 16,0 0-3-16,9 12-13 0,-2-7-18 0,4-4-21 15,3 2-36-15,3-1-44 0,2-3-38 0,8 0-41 16,2-3-25-16,-2-1-171 0,1 3-416 0,4-4 185 16</inkml:trace>
  <inkml:trace contextRef="#ctx0" brushRef="#br0" timeOffset="75669.17">13068 7503 143 0,'-9'-2'224'0,"2"0"-12"0,1-1-9 16,6 3-16-16,-10-3-18 0,10 3-15 0,-6-3-19 16,6 3-11-16,0 0-14 0,0 0-8 0,0 0-5 15,0 0-9-15,31 3-5 0,-12-3-11 0,-2 2-13 16,-3-2-23-16,3 0-21 0,-3 2-26 0,-1 0-26 16,-1-1-18-16,-1 0-14 0,-4-1-8 0,-7 0-18 15,14-1 7-15,-14 1-14 0,9-3 8 0,-9 3 1 16,6-6 14-16,-6 6 6 0,2-8 25 0,-2 8 11 15,-2-10 17-15,2 10 9 0,-2-12-11 0,2 12 17 16,-4-13 17-16,3 7 20 0,-1 1 19 0,2 5 19 16,-4-13 8-16,4 8 2 0,0 5 7 0,-5-8 4 15,5 8-1-15,0 0-12 0,-1-8-6 0,1 8-11 16,0 0-13-16,0 0 0 0,0 0 5 0,0 0 6 16,0 0-3-16,1 26-1 0,-1-13-3 0,0 2 5 15,0 1-5-15,0 1-5 0,-3-3-1 0,1 4-8 16,2 7-3-16,0-8 3 0,-2 2-21 0,2-2-28 15,0-1-46-15,-2 1-53 0,2-5-52 0,0 6-68 16,0-7-125-16,-2-1-386 0,-1-1 171 0</inkml:trace>
  <inkml:trace contextRef="#ctx0" brushRef="#br0" timeOffset="75981.64">13407 7515 17 0,'12'-8'197'0,"-1"0"-3"0,-1 2-4 16,0-2-3-16,-1 0-2 0,2 1-6 0,0 2-2 0,-4 0-11 15,0 2-3-15,-7 3-16 0,6-7-13 0,-1 5-8 16,-5 2-12-16,7-2-13 0,-7 2-8 16,0 0-8-16,0 0-14 0,0 0-2 0,0 0 9 15,7 11-4-15,-5-1 1 0,-2 6-7 0,-3 2 6 0,1 1-3 16,2 6-4-16,-4 2 1 0,4 0-5 0,-10-4-3 15,6 2-5-15,0 1 0 0,-1-2-3 0,3 1 9 16,-2-5-15-16,2-2-6 0,2 8-6 16,-3-9-2-16,-1 2-3 0,1-4-5 0,3 2-20 0,-2 0-24 15,0-1-19-15,1-3-30 0,-1 0-37 0,0-1-38 16,2-1-54-16,2-4-45 0,-2-7-44 0,-2 12-150 16,2-12-473-16,0 0 210 0</inkml:trace>
  <inkml:trace contextRef="#ctx0" brushRef="#br0" timeOffset="76134.86">13354 7367 17 0,'0'0'125'0,"0"0"-28"15,0 0-35-15,0 0-52 0,0 0-63 0,17 22-55 16,-8-15 25-16</inkml:trace>
  <inkml:trace contextRef="#ctx0" brushRef="#br0" timeOffset="76593.82">13796 7515 1863 0,'0'0'54'0,"4"7"-41"16,-4-7-9-16,-2 11-7 0,2-11 15 0,-9 14 17 15,5-4 6-15,-4 0 11 0,2 2 4 0,-1-1 3 16,3-1 6-16,0 1 5 0,2 0-1 0,-2-2-1 15,2-2-2-15,2 5-1 0,0-3-7 0,2 1-5 16,2-1 0-16,0 0-4 0,0-1-2 0,5 0 2 16,-1-2-4-16,2 0-3 0,1-3-2 0,0 3-2 15,-1-5-5-15,3 2-1 0,-1-3 1 0,-1 0-3 16,-1-1-1-16,2 1 1 0,-5-2-7 0,2-1 0 16,-1-3 1-16,2-1-1 0,-4-5-4 0,-1 7-2 15,-1-4-2-15,3-1 2 0,-2 1-2 0,-3 2-4 16,2 3 1-16,-4 4-3 0,5-11 2 0,-5 7-5 15,0 4 5-15,0 0-11 0,4-7 0 0,-4 7 1 0,0 0 1 16,0 0-1-16,0 0 0 0,9 19 3 16,-4-13-4-16,0 2 12 0,-1 0-7 0,5-2-2 15,-3 2 1-15,6-1 4 0,-3 0 1 0,2-2 0 16,3-3-2-16,3 2-1 0,1-3 3 0,3 2-1 0,-4-3-1 16,1-5 2-16,-2 1-1 0,-4 1 4 0,0-3 6 15,-2 1 3-15,-1-1 0 0,0-2 11 16,-1-2-1-16,0-1 2 0,-3 3-8 0,-3-3 0 15,2 2 3-15,-2-2-5 0,0 0-3 0,-2-1 0 0,-2 0 0 16,0 1-3-16,-1-1-10 0,-1 1-5 0,2 1-16 16,-3 2-16-16,5 2-29 0,0 6-39 15,-4-7-51-15,4 7-34 0,0 0-16 0,-7-4-17 0,7 4-23 16,0 0-127-16,0 0-402 0,0 0 179 0</inkml:trace>
  <inkml:trace contextRef="#ctx0" brushRef="#br0" timeOffset="76800.06">14391 7505 5 0,'6'-2'218'16,"1"-2"-2"-16,-7 4-3 0,9-4-3 0,-6-1-7 16,-3 5-14-16,6-5-18 0,-6 5-11 0,0 0-23 15,0 0-14-15,0 0-14 0,0 0 3 0,3 14-1 16,-4-4-2-16,-1 5 1 0,-4 0-8 0,3 1-9 16,-3 1-8-16,4 1-5 0,-3-1-9 0,0 1-3 15,1-1-7-15,3 1-7 0,-1-1-4 0,1-2-10 16,1-1-19-16,-1-4-26 0,1 1-27 0,1-1-31 15,-1-1-33-15,-1-1-41 0,1-8-36 0,2 10-24 16,-2-10-12-16,0 0-160 0,0 7-398 0,0-7 176 16</inkml:trace>
  <inkml:trace contextRef="#ctx0" brushRef="#br0" timeOffset="77142.67">14402 7551 41 0,'2'-9'133'16,"-1"2"13"-16,-1 7-13 0,0-13-1 0,2 9-12 15,-2 4-6-15,0 0 2 0,4-4-4 0,-4 4 7 0,0 0 1 16,0 0-7-16,11 10 0 0,-5-5-9 16,-2 1-8-16,3 1-4 0,1 2-7 0,-1 0-8 15,0-4-2-15,2 2-6 0,0-2 3 0,1-1-1 16,2 0-2-16,-1-1-2 0,1-1-3 0,1-2-6 0,-3-2-2 16,-1 1 3-16,1-3-5 0,-1 3-3 0,2-4 2 15,-3 0 2-15,0 1-3 0,-3-1-6 0,4-1-1 16,-2-1 3-16,-3 2-1 0,0-1-3 15,1 2-6-15,-1 0 4 0,2-2-5 0,-2 1 7 0,-4 5-12 16,4-6-3-16,-4 6-6 0,6-5-7 0,-6 5-1 16,0 0-5-16,0 0 1 0,0 0-1 15,0 0-3-15,11 11-2 0,-13 0 2 0,2-3 2 16,-2 3-1-16,2 2-1 0,0 3 5 0,-3 0-3 0,2-4-2 16,-2 3 0-16,2-2-4 0,0 3-27 0,-3-3-23 15,4 4-30-15,-2-8-36 0,1 4-53 0,1-6-48 16,0 2-56-16,-1-1-163 0,1-8-470 0,0 10 208 15</inkml:trace>
  <inkml:trace contextRef="#ctx0" brushRef="#br0" timeOffset="81526.25">15067 7551 43 0,'0'0'194'0,"-11"2"5"0,11-2-11 0,-8 1-2 0,8-1-2 16,-8 3-8-16,8-3-12 0,0 0-4 0,-9 2-11 15,9-2-5-15,0 0-10 0,0 0-5 0,0 0-13 16,0 0-10-16,0 0-12 0,0 0-7 0,-5 2-9 16,5-2-10-16,0 0-7 0,0 0-1 0,0 0-12 15,23 2-5-15,-23-2-23 0,20 0-27 0,-8 1-41 16,1-1-50-16,-2 0-49 0,7 0-55 0,-5 1-187 15,7-1-420-15,-6-1 186 0</inkml:trace>
  <inkml:trace contextRef="#ctx0" brushRef="#br0" timeOffset="81905.2">15560 7513 121 0,'7'-3'173'0,"3"-2"-10"0,3 0-16 16,1 0-8-16,1-2-17 0,-1 2 7 0,3-2-5 15,-1-1-5-15,1 3-5 0,1-3-4 0,-3 2-7 16,-1-1-1-16,-1 0 0 0,-2 3 0 0,-2-3-4 0,-1 3 3 16,-1-1-3-16,-2 3 1 0,1-2-5 0,-6 4 0 15,6-5-7-15,-6 5-5 0,7-4-10 16,-7 4 2-16,0 0-15 0,6-4-9 0,-6 4-11 15,0 0-2-15,0 0-7 0,0 0-5 0,0 0-2 0,10 11 1 16,-8-1-8-16,-2 2 4 0,1 5-1 0,0-2 1 16,-2 11 7-16,1 0-1 0,-1 2 2 0,-2-2 3 15,2 2 5-15,-4-5-13 0,1 3 0 16,-3-1 2-16,4-4-3 0,-1-4-2 0,1 3-2 0,-1 0 8 16,-1-3-13-16,3 0-16 0,-2-1-2 0,-1-1-16 15,2-4-21-15,2-2-12 0,-2 2-21 0,1 0-24 16,-2-1-23-16,4-3-23 0,-3-1-41 0,3-6-29 15,-5 9-199-15,2-5-448 0,3-4 198 0</inkml:trace>
  <inkml:trace contextRef="#ctx0" brushRef="#br0" timeOffset="82088.05">15711 7328 12 0,'-3'-8'225'0,"2"2"-20"0,1 6-24 16,-5-10-16-16,5 10-18 0,-4-5-21 0,4 5-20 16,0 0-41-16,0 0-27 0,0 0-19 0,0 0-46 15,0 0-35-15,0 0-39 0,16 16-83 0,-6-6-198 16,-4 0 88-16</inkml:trace>
  <inkml:trace contextRef="#ctx0" brushRef="#br0" timeOffset="82385.07">15297 7987 137 0,'-15'4'226'0,"4"-2"-22"15,-1-2-19-15,1 2-14 0,5-1-14 0,6-1-8 16,0 0-2-16,0 0-1 0,21 7-3 0,12-6-9 16,18-1-8-16,13-1-13 0,37-3-10 0,0-3-9 15,-2 1-9-15,-3 0-9 0,-31 4-6 0,26-3-3 16,-37 3-11-16,3-2-7 0,-17 1-1 0,-3 3-13 16,-3-3-20-16,-3 3-25 0,-4 0-27 0,-8 2-31 15,-7-2-42-15,2 0-39 0,-3-2-48 0,-3 4-165 16,-2 0-390-16,-6-2 173 0</inkml:trace>
  <inkml:trace contextRef="#ctx0" brushRef="#br0" timeOffset="82960.81">15210 8367 207 0,'0'0'268'0,"-4"-9"-23"0,4 9-25 16,0-8-23-16,0 8-22 0,0 0-22 16,0 0-15-16,0 0-10 0,0 0-4 0,0 0-14 15,0 0-9-15,-11 23-6 0,8-14-5 0,2 5-13 0,1-3-5 16,0 4-8-16,2 1-5 0,1-4-6 0,1-1-4 15,3 1-2-15,-1-2-6 0,0 0-3 0,-1-2-2 16,6 0-3-16,-4-5 4 0,2 2-9 0,2-3 6 16,1-2-8-16,0 0 4 0,-1-1-1 0,0 0-2 15,-3-3 1-15,4-2 5 0,-1-2-8 0,-1 2-5 16,2-4-1-16,-3 2 0 0,-1-2 1 0,-1 0-8 16,1 0-2-16,-2-2-3 0,1 2 2 0,-1 0 0 15,0 0-2-15,-1 3-6 0,-1 1 0 0,-1 2-2 16,-3 4-6-16,5-8-5 0,-5 8-6 0,0 0 3 15,5-3-1-15,-5 3 4 0,0 0-2 0,0 0 1 16,4 21 1-16,1-13 3 0,-3 4-1 0,0-3 4 16,2 4-2-16,-3-6 3 0,4 3 2 0,2 2 2 15,0-4-2-15,1 0 3 0,3-1-4 0,5-4 8 16,0 0-7-16,3-4 5 0,1-1-1 0,-1 1-1 16,0-1 2-16,0-4 5 0,-4-3-5 0,1 1 6 15,-2-2-2-15,-1-1 3 0,-1 0 8 0,-1-1-1 16,-5 3 0-16,-1-2-1 0,-1-2 2 0,0 2-4 15,-2-3 3-15,0 4-3 0,-4-3-4 0,1 2 0 0,1 0-8 16,-5 1-8-16,2 3-19 0,1-4-11 16,2 11-34-16,-1-9-32 0,1 9-23 0,0 0-19 15,-9-2-17-15,9 2-24 0,0 0-25 0,-8 14-154 16,8-14-396-16,0 11 176 0</inkml:trace>
  <inkml:trace contextRef="#ctx0" brushRef="#br0" timeOffset="83183.12">15982 8319 208 0,'0'0'231'16,"0"-12"-17"-16,0 12-9 0,-5-8-9 0,1 2-14 15,4 6-2-15,-11-7-20 0,4 5-9 16,-3 0-10-16,10 2-7 0,-21 5-2 0,10 0-11 0,-3 6-2 16,-2 0-8-16,1 2-10 0,1 2-11 0,-5 2-4 15,7 1-10-15,2-2-8 0,1 0-8 0,4 0-5 16,3-3-1-16,0 3-10 0,2-3-5 0,3-2-22 15,2 1-11-15,8-3-22 0,1 2-28 0,5-2-34 16,5-2-40-16,5 0-43 0,1-7-46 0,3 0-220 16,-1-1-461-16,0-4 204 0</inkml:trace>
  <inkml:trace contextRef="#ctx0" brushRef="#br0" timeOffset="83567.14">16722 7409 163 0,'0'-7'207'0,"0"7"-21"0,6-9-17 0,-6 9-15 15,14 3-8-15,-3 4-10 0,0 5-5 0,7 8-6 16,1 8-7-16,6 15-9 0,-3 2-6 0,0 9-1 0,-8 1-3 16,0 4-7-16,-4-3-8 0,-2 2-7 0,-3-1-6 15,-2 1-6-15,-8-6-2 0,1-1-6 16,-5-3-6-16,0 0-5 0,-2-13-2 0,-6 11-4 15,0-2-6-15,-1 0-2 0,-1 0-11 0,1-11-17 0,-6 7-12 16,-3 1-25-16,4-14-26 0,-1 1-34 0,-12 8-46 16,11-11-40-16,-6-2-191 0,2-1-400 15,-3-5 176-15</inkml:trace>
  <inkml:trace contextRef="#ctx0" brushRef="#br0" timeOffset="84093.4">17135 7837 185 0,'-5'-5'203'0,"5"5"-3"0,0 0-11 0,0 0-10 16,-9-1-15-16,9 1-9 0,0 0-12 0,0 0-12 15,0 0-8-15,0 0-6 0,0 0-7 0,25-6-8 16,-7 6-14-16,10-2-8 0,2 0-7 0,2-1-6 16,-2 3-9-16,1-2-20 0,-9 0-30 0,1 2-30 15,-5 4-32-15,-1-3-44 0,-6-2-38 0,0 1-42 16,-5 0-144-16,-6 0-347 0,9 0 154 0</inkml:trace>
  <inkml:trace contextRef="#ctx0" brushRef="#br0" timeOffset="84295.7">17284 7703 87 0,'0'0'201'0,"-2"-4"-22"0,2 4-24 0,0 0-10 16,0 0 2-16,0 0 8 0,-5 19-9 0,3-8-3 16,1 7-6-16,0 0-3 0,-1 7-11 0,1 1-9 15,0 0-12-15,1 1-7 0,-1 0-10 0,3 1-9 16,-1-2-5-16,1-2-5 0,-1 2-23 0,0-6-34 15,2 4-33-15,-1-7-40 0,0 1-54 0,-1-1-51 16,-1-4-171-16,0-2-368 0,0 1 163 0</inkml:trace>
  <inkml:trace contextRef="#ctx0" brushRef="#br0" timeOffset="86197.28">18038 7819 123 0,'-5'3'182'0,"5"-3"-6"0,0 0-9 0,0 0-8 15,0 0-9-15,0 0-4 0,-9 2-3 0,9-2-3 16,0 0-9-16,0 0-7 0,0 0-7 16,0 0-10-16,0 0-5 0,18-12-8 0,-12 8-2 0,4-1-10 15,1 1-7-15,0-3 1 0,1 1-6 0,-1 0-4 16,1 1-3-16,3-6-5 0,-2 3-4 0,-3-1 5 16,0 2 0-16,-1 0 1 0,0 3-6 0,0-3 0 15,-1-2-6-15,-2 2-7 0,-2 2 4 16,1-1-6-16,2-2 3 0,-4 4-3 0,-3 4-3 0,7-11-1 15,-5 7-1-15,-2 4-9 0,0 0-2 0,4-8-1 16,-4 8-5-16,0 0 0 0,6-3-7 0,-6 3-1 16,0 0-3-16,0 0-5 0,0 0 2 0,3 18-2 15,-3-7 0-15,0 4 2 0,-1 2-3 0,-1 2 4 16,-2 4 1-16,1-2-2 0,0-2-2 0,0 6 7 16,0 4-5-16,-2-6 1 0,4-4 1 0,-3 0 2 15,3-1-2-15,-1 0 0 0,2 1-1 0,-1-3-2 16,1 1 1-16,0-1-2 0,-1 0 1 0,1-1-14 15,0-4-4-15,0 1-13 0,-1 0-6 0,-1-2-14 16,1 0-15-16,-2 1-23 0,1-2-24 0,-1 1-29 16,-1-2-22-16,-1 0-40 0,-1-1-28 0,0-1-172 15,-2 0-434-15,1-2 193 0</inkml:trace>
  <inkml:trace contextRef="#ctx0" brushRef="#br0" timeOffset="86378.16">18007 7599 88 0,'0'0'159'16,"-1"-8"-30"-16,1 8-12 0,0 0-6 0,0 0-24 16,0 0-30-16,0 0-14 0,22 10-23 0,-11-2-36 15,4 1-25-15,1 4-85 0,5 2-136 0,-3-2 60 16</inkml:trace>
  <inkml:trace contextRef="#ctx0" brushRef="#br0" timeOffset="86865.03">18501 7745 167 0,'0'0'174'0,"0"0"-19"0,0 0 1 0,9 4 3 0,-9-4-5 15,-1 9-10-15,1-9-10 0,-4 15-10 0,1-7-5 16,1 3-6-16,-1-1-12 0,2 0-12 15,-2 0-7-15,2 0-3 0,1 0-11 0,1 0-4 0,3-2-9 16,-1-1 0-16,2 2-7 0,0-2-5 0,3 0-2 16,-2-4-2-16,5 3-5 0,1-5 3 15,2 4-4-15,-1-5 0 0,6 0 2 0,-8 0 3 0,3-2-3 16,1-1 0-16,-4 2-4 0,2-5-1 0,-2 3 0 16,1-1-2-16,-2-3-6 0,-1 1 6 0,-1 0-6 15,-3-1 4-15,2 1-6 0,-3-5 4 0,0 5-6 16,1 0 5-16,-2 0-7 0,-3 6-4 0,4-7-1 15,-4 7-3-15,5-7-5 0,-5 7-3 0,0 0 1 16,0 0 1-16,0 0-2 0,0 0 3 0,0 0-4 16,0 0 2-16,3 22-1 0,-3-14 0 0,2 2 0 15,0-3 1-15,2 2 1 0,1 0-1 0,2-1 1 16,0-2 1-16,4-1-1 0,0-1 3 0,2 0-1 16,1-1-1-16,4-3 1 0,-1 0 0 0,-4 0-1 15,2 0 3-15,-3-4-1 0,1 1-4 0,-1-1 1 16,0-4 1-16,-1 3 1 0,-2-3-1 0,1 1 9 15,-3-2 5-15,1 2 6 0,-4-3-2 0,1 0-1 16,-2-2-2-16,-2-1-4 0,-1 4 1 0,0-4-4 16,-1 2 1-16,-3-2-3 0,-1-1-2 0,-2-1-2 15,2 6-11-15,0-2-4 0,-1 1-13 0,1 4-19 16,1-1-18-16,0 3-30 0,4 4-43 0,-6-6-38 0,6 6-26 16,0 0-28-16,0 0-156 0,0 0-413 15,0 0 182-15</inkml:trace>
  <inkml:trace contextRef="#ctx0" brushRef="#br0" timeOffset="87349.31">19394 7649 174 0,'0'0'177'15,"-2"-7"-6"-15,2 7-5 0,0 0-1 0,0 0-7 0,-8-7-3 16,8 7-7-16,0 0-3 0,0 0-10 0,0 0-6 16,0 0-8-16,0 0-9 0,0 0-5 0,0 0-6 15,-2-6-7-15,2 6-3 0,0 0-8 16,0 0-5-16,0 0-6 0,0 0 0 0,0 0-16 0,0 0-5 16,0 0-4-16,0 0-6 0,0 0-7 0,0 0-4 15,0 0-6-15,0 0 6 0,0 0-12 0,0 0 1 16,-3 25-2-16,0-14 0 0,1 7 0 0,-1-1 2 15,-1 1-4-15,2-3-2 0,-3 3 1 0,0 1-3 16,2-2 4-16,-2-1 1 0,2-1 0 0,0 0 3 16,0-2-8-16,0-2 5 0,1 1 1 0,0-1-1 15,1-4-6-15,0-1-2 0,1-6 4 0,1 15-2 16,-2-10-4-16,1-5 8 0,-1 8-8 0,1-8 2 16,0 0-4-16,-2 10 4 0,2-10 0 0,0 0-2 15,2 7 0-15,-2-7 2 0,0 0-2 0,0 0 2 16,0 0 2-16,0 0 0 0,5 4-2 0,-5-4 1 15,0 0 2-15,14-5-6 0,-4 3-1 0,0-2 3 16,3 0-4-16,5 2-6 0,-1-1-10 0,2 0-14 16,0 3-8-16,-1-1-20 0,0 1-16 0,-5 1-21 15,2-1-25-15,-2 0-21 0,1 2-30 0,-1-1-27 16,-3 2-14-16,1-1-13 0,-4-1-129 0,2 3-379 0,-3-1 167 16</inkml:trace>
  <inkml:trace contextRef="#ctx0" brushRef="#br0" timeOffset="87963.62">19718 7842 106 0,'0'0'195'0,"0"0"-17"15,0 0-16-15,0 0-18 0,0 0-12 0,0 0-4 16,-8-2 4-16,8 2 3 0,0 0 0 0,-5 17-10 16,1-7-3-16,0 0-6 0,0 0-3 0,2 2-12 15,-2 0-8-15,0-2-11 0,1 1-4 0,0 2-10 16,0-2-4-16,-1 0-7 0,3 1 0 0,-2-1-10 15,0-1-3-15,1 1-7 0,1 0-2 0,0-2-2 16,0 1-2-16,-1 0-4 0,2-4-6 0,-1 2-18 16,1-8-18-16,0 14-22 0,0-14-30 0,-1 11-38 15,1-11-43-15,0 10-33 0,0-10-37 0,0 9-121 16,0-9-367-16,0 0 164 0</inkml:trace>
  <inkml:trace contextRef="#ctx0" brushRef="#br0" timeOffset="88417.34">20103 7874 52 0,'0'0'175'0,"0"0"0"0,-10-1-14 16,10 1-1-16,0 0-5 0,-6-4-3 0,6 4-15 15,-8-4-6-15,8 4-9 0,0 0-2 0,-9-2-5 16,9 2-7-16,-7-3-1 0,7 3-5 15,0 0-8-15,0 0-6 0,0 0-7 0,-9-2-6 0,9 2-3 16,0 0-7-16,0 0-4 0,0 0-2 0,0 0-1 16,0 0-6-16,0 0-2 0,0 0-7 0,0 0-1 15,0 0-7-15,34-2 1 0,-15 1-4 0,-1 1-4 16,0-1 0-16,0 1-4 0,0 0-4 0,2 0-2 16,-2 1-2-16,0-1 0 0,-5 0-1 0,1-1-5 15,-5 2-9-15,2-1-11 0,-4 1-14 0,-7-1-12 16,11 1-17-16,-11-1-23 0,8 3-29 0,-8-3-29 15,0 0-22-15,9 1-19 0,-9-1-18 0,0 0-163 16,0 0-383-16,0 0 169 0</inkml:trace>
  <inkml:trace contextRef="#ctx0" brushRef="#br0" timeOffset="88673.12">20206 7728 53 0,'0'0'212'16,"0"0"-10"-16,0 0-12 0,1-6-11 0,-1 6-20 16,0 0-20-16,0 0-6 0,0 0-1 0,0 0 2 15,0 0-15-15,-3 24 4 0,3-12 8 0,-2 5-13 16,1-2-5-16,-2 1-12 0,2 0-5 0,-3-1-4 16,1 2-10-16,2-2-3 0,-1 0-14 0,0 0-1 15,2-2-7-15,-1-1-6 0,0 0-3 0,0-1-6 16,2-1-4-16,-1 1-13 0,0 1-23 0,-1-1-25 15,2-2-33-15,-2 1-42 0,1-1-36 0,1-3-43 0,-1-6-36 16,0 13-167-16,0-7-412 0,0-6 183 16</inkml:trace>
  <inkml:trace contextRef="#ctx0" brushRef="#br0" timeOffset="89111.32">20534 7857 137 0,'5'-3'188'0,"4"-5"2"0,1 3-2 16,-1-3-8-16,-1 2-10 0,1-2-13 0,1 2-4 0,-1-1-9 15,0 1-9-15,1 1-6 0,1-2-10 0,-2 1-5 16,-2 3-6-16,1-2-2 0,-2 0-2 0,-1 3 4 15,1-2-5-15,-3-1-6 0,-3 5-3 0,9-5-6 16,-9 5-3-16,5-4-4 0,-5 4-7 0,0 0-6 16,5-4 1-16,-5 4-15 0,0 0-6 0,0 0-6 15,6-4-1-15,-6 4-9 0,0 0-3 0,0 0-3 16,0 0-4-16,0 0-5 0,5 13 5 0,-5-2-4 16,1-1 12-16,-1 5-1 0,-1 1 4 0,1 0-1 15,-3 0 1-15,2 3 6 0,-2 1 7 0,2-1-7 16,-2 0-1-16,1 1-6 0,-2 0-2 0,1-1 2 15,0 0-10-15,0-2 1 0,-2 2-3 0,0-1-1 16,1-1 4-16,2-1-15 0,-2-1 5 0,0 0 0 16,1-3-14-16,1-1-2 0,-2-1-13 0,1 1-11 15,0-2-18-15,-1 2-21 0,1-2-19 0,-1-2-16 16,2-2-20-16,-3 3-28 0,-2-1-35 0,2-3-35 16,5-4-28-16,-11 5-225 0,0-5-511 0,11 0 226 15</inkml:trace>
  <inkml:trace contextRef="#ctx0" brushRef="#br0" timeOffset="89288.16">20547 7688 4 0,'-1'-5'190'0,"1"5"-21"0,0-11-28 0,0 11-12 0,0-9-36 16,0 9-14-16,4-7-35 0,-4 7-31 15,11 1-38-15,-11-1-40 0,21 11-64 0,-5-5-140 16,1 2 62-16</inkml:trace>
  <inkml:trace contextRef="#ctx0" brushRef="#br0" timeOffset="89829.55">20930 7810 47 0,'0'0'169'0,"0"0"3"0,3 8-1 0,-3-8 8 16,-1 10-5-16,1-10-13 0,0 14-8 16,-2-4-8-16,2-2-13 0,2 3-13 0,-2-3-4 15,1 3-14-15,1-2-16 0,1 1-3 0,1-1-8 0,0 1-5 16,0-1-10-16,2 0 0 0,1-1-7 0,-1-1-1 16,-1-1-9-16,1-2-2 0,1-1-5 0,0 1-2 15,-7-4-5-15,13 2-4 0,-8-2-1 0,7 0 1 16,-12 0-6-16,14-2 1 0,-8-2 2 0,2 1-3 15,-2 0-4-15,-1-1 2 0,2-2-6 0,-2 2 1 16,2-4 0-16,-3 1-1 0,0 1-3 0,0 0 0 16,-1-3 0-16,0 0-1 0,3 2-1 15,-5 1 1-15,-1 6-1 0,2-10-2 0,1 4 2 0,-3 6 2 16,0 0-4-16,1-7-4 0,-1 7 2 0,0 0-4 16,0 0 0-16,0 0-2 0,0 0 2 0,0 0-1 15,0 0 1-15,0 0 3 0,0 22-4 0,1-15 5 16,1 3-6-16,-1-3 5 0,1 3 4 0,0-2-2 15,3-2-1-15,-1 2 1 0,5-1 2 0,0 0 3 16,2-2-2-16,2-2 1 0,1-2 1 0,3 3 2 16,0-3-4-16,-4-1 2 0,3 0 1 0,1-5-1 15,-5 2 4-15,1 0 4 0,-1 0 4 0,1-2 0 16,-4-1 0-16,4-2 5 0,-4 0-3 0,0-2 2 16,-1 1 5-16,-2 1 11 0,0-3-5 0,-3 1 2 15,1-1-2-15,0-1-3 0,-1-1-4 0,-1 2 1 16,0 0-5-16,-2 0-3 0,-1-2-1 0,2 4-3 15,-1-4-4-15,-2 4 3 0,0-1-4 0,2 10-3 16,-2-14-8-16,2 14-12 0,-3-9-17 0,3 9-19 16,-2-9-31-16,2 9-46 0,0 0-39 0,0 0-29 0,0 0-31 15,0 0-198-15,0 0-457 0,0 0 202 0</inkml:trace>
  <inkml:trace contextRef="#ctx0" brushRef="#br0" timeOffset="91215.8">21603 7745 59 0,'0'-10'169'0,"0"10"-3"16,0 0-9-16,-2-11-2 0,2 11-3 0,-1-8-9 15,1 8-3-15,0 0-7 0,-1-9-7 0,1 9-7 16,0 0-10-16,0 0-10 0,0 0-10 0,-3-6-8 15,3 6-6-15,0 0-7 0,0 0-8 0,0 0-6 16,0 0 2-16,0 0-6 0,0 0-6 0,0 0-7 16,0 0 1-16,0 0-3 0,0 0 3 0,0 0-13 15,0-11 0-15,0 11-3 0,0 0-2 0,0 0-1 16,0 0-2-16,0 0-6 0,0 0 5 0,0 0-5 16,0 0 0-16,0 0-3 0,0 0 1 0,0 0-6 15,0 0 3-15,0 0-1 0,0 0-2 0,0 0 4 0,0 0-5 16,0 0 2-16,0 0 2 0,0 0-4 15,0 0 1-15,0 0-2 0,0 0 0 0,0 0-3 16,0 0 3-16,0 0 4 0,-10 19-1 0,10-19-1 16,0 0 2-16,0 0-5 0,-4 7 0 0,4-7 3 0,0 0 0 15,0 0-3-15,0 0 2 0,0 0 2 0,0 0-2 16,0 0-2-16,0 0-4 0,0 0 8 16,0 0-1-16,0 0-3 0,0 0 5 0,-4 6-4 15,4-6 1-15,0 0-4 0,0 0 5 0,0 0-1 0,0 0 1 16,0 0 1-16,0 0 1 0,0 0-3 0,0 0 1 15,0 0 0-15,0 0-1 0,0 0 2 0,0 0-1 16,0 0-6-16,0 0 14 0,0 0-11 16,0 0 0-16,0 0 1 0,0 0 1 0,0 0-2 0,0 0 9 15,0 0-10-15,0 0 2 0,0 0-1 0,0 0 2 16,0 0-2-16,0 0 3 0,0 0-2 0,0 0 4 16,0 0-8-16,0 0 6 0,0 0-1 0,0 0-1 15,0 0 0-15,0 0-1 0,0 0 8 0,0 0-7 16,0 0 3-16,0 0 1 0,0 0 0 0,0 0 0 15,0 0 1-15,0 0 1 0,0 0-2 0,0 0 1 16,0 0 2-16,0 0 1 0,0 0 1 0,0 0-3 16,0 0 2-16,0 0 3 0,0 0-2 0,0 0 1 15,0 0-2-15,0 0-1 0,0 0 0 0,0 0-1 16,0 0 0-16,0 0 2 0,0 0-2 0,0 0 6 16,0 0-2-16,0 0 3 0,0 0 0 0,0 0 0 15,0 0 0-15,0 0 0 0,0 0 1 0,0 0-3 16,0 0-2-16,0 0 1 0,0 0 0 0,0 0 2 15,0 0-4-15,0 0 3 0,0 0 0 0,0 0 2 16,0 0-3-16,0 0 10 0,0 0-12 0,0 0 0 16,0 0 2-16,0 0-3 0,0 0-1 0,0 0 2 15,0 0-3-15,0 0 4 0,0 0 0 0,0 0-1 16,0 0 1-16,0 0-2 0,0 0 10 0,0 0-8 16,0 0-2-16,0 0 3 0,0 0 0 0,0 0-1 0,0 0 3 15,0 0-3-15,0 0 0 0,0 0 4 16,0 0-3-16,0 0 3 0,0 0-2 0,0 0-4 15,0 0 4-15,0 0 1 0,0 0-3 0,0 0-2 16,0 0 2-16,0 0-7 0,0 0-1 0,0 0 5 0,0 0-4 16,0 0-5-16,0 0-1 0,0 0 0 0,0 0 2 15,0 0-2-15,-1 9 4 0,0-2 1 16,-1 2-3-16,0 1-3 0,2 1 2 0,-1 0 4 0,-1 0-5 16,1 1 6-16,-1-1-1 0,0 1-3 0,1 0 0 15,0-3 6-15,-2 3-3 0,2 1-1 0,-2-2-1 16,2 0 3-16,0-4-6 0,-2 2 3 0,2 1-3 15,1-2 7-15,0-8-2 0,-3 14 0 0,3-7-1 16,0-7-21-16,-2 12-15 0,2-5-15 0,0-7-18 16,-3 7-20-16,3-7-21 0,3 10-28 0,-3-10-28 15,0 0-30-15,0 0-16 0,0 0-18 0,-5 8-147 16,5-8-406-16,0 0 179 0</inkml:trace>
  <inkml:trace contextRef="#ctx0" brushRef="#br0" timeOffset="91646.4">21560 7715 121 0,'0'0'152'0,"0"0"2"0,0 0-7 0,12 3 2 15,-12-3-8-15,7 7-6 0,-3-4-17 0,2 2-5 16,-1 2-5-16,1-1-12 0,0 1-8 0,2 1-7 15,-2 0-3-15,1 0 0 0,-1-1-5 0,3-1-4 16,-1 1-7-16,-2-2 0 0,3-1-6 0,3 2-3 16,-2-2-8-16,1-2-2 0,0 2-2 0,0-3-7 15,2 1-3-15,-3-2 0 0,2 0 1 0,-1-1-2 16,-1 0-2-16,1-1 3 0,-1-1 5 0,-1 1 0 16,-3-2 1-16,4-2 4 0,-5 3 3 0,3-3 0 15,-1-1 0-15,-1-2-9 0,2 2 0 0,-1-2 5 16,-2 2-2-16,-1-1 2 0,1 0-3 0,-2 3 1 15,-3 5 10-15,7-9-10 0,-4 3-2 0,-3 6-2 16,5-6 0-16,-5 6-6 0,3-5-6 0,-3 5-4 16,0 0-1-16,0 0-6 0,0 0 0 0,0 0-1 15,6 18 1-15,-6-9-2 0,-1 4-1 0,1-1 2 0,-1 2 7 16,2-3-9-16,-5 7-2 0,3-2 0 0,0 2 4 16,-3-2-4-16,4 2-9 0,-3 0-22 15,0-2-13-15,1 1-33 0,1 3-38 0,-1-4-44 0,0-4-57 16,4 1-24-16,-5 3-196 0,1-4-467 0,1-2 207 15</inkml:trace>
  <inkml:trace contextRef="#ctx0" brushRef="#br0" timeOffset="91981.07">22205 7657 20 0,'3'-3'210'0,"-3"3"-18"0,6-7-6 15,-6 7-15-15,0 0-9 0,13 8-4 0,-5-3-6 16,-1 5-9-16,0 1-6 0,3 4-10 0,-1 1-8 15,2 9-3-15,-2-6-10 0,-3 6-10 0,-1 0-6 16,0 1-7-16,0-1-9 0,-3 4-5 0,-2-6-5 16,0 3-5-16,-2-7-4 0,0 1-23 0,-1 5-23 15,-1-6-12-15,-2 5-33 0,-2-5-25 0,-8 0-28 16,-2 1-35-16,2-5-25 0,-8 2-24 0,-1-1-160 16,-6-3-360-16,-1 3 159 0</inkml:trace>
  <inkml:trace contextRef="#ctx0" brushRef="#br0" timeOffset="92706.15">18018 7467 70 0,'-4'-12'150'0,"4"12"-9"15,0 0-15-15,0 0 18 0,-26 17-10 0,14-3-2 16,-10 4-10-16,4 6-8 0,0 2-9 0,-2 2-3 16,3 2-10-16,-10 12-6 0,15-9-3 0,-5 11 4 15,2 5-8-15,4-5-6 0,1 3-4 0,-3-4-7 16,8-9-4-16,3-1-7 0,0 0-4 0,4 1-4 15,1-1-3-15,4-1-4 0,3-3-3 0,4 0-3 16,1-3-8-16,3 1-24 0,7-3-12 0,1-2-24 16,2-5-29-16,13 10-22 0,-6-12-33 0,15 0-31 15,0-1-26-15,-11-4-100 0,15-3-300 0,1-2 133 16</inkml:trace>
  <inkml:trace contextRef="#ctx0" brushRef="#br0" timeOffset="93777.38">22714 7635 81 0,'0'0'147'0,"3"-11"2"16,-2 5-5-16,-1 6 0 0,1-8 0 0,-1 8-1 15,0 0-4-15,0-13-5 0,0 13-6 0,0 0-9 16,0-7-12-16,0 7-14 0,0 0-7 0,0 0-11 15,0 0-8-15,0 0 4 0,0 0 3 0,-19 22-2 0,10-9-7 16,-3 4 1-16,-4 5-8 0,1 4-4 16,-2 0 0-16,2 4-3 0,2 1-5 0,-2-2 8 15,2 6-5-15,2-2-4 0,-1-1-1 0,3 0 4 16,1 0-11-16,3-2-3 0,2-2-3 0,3 2-6 0,0-2 0 16,3-3-1-16,2 2 0 0,2-8-13 0,3 3-17 15,0-4-19-15,2-2-24 0,2 0-35 16,6 1-34-16,1 0-40 0,-4-5-29 0,-1-1-38 15,1 0-127-15,2-2-381 0,1-2 169 0</inkml:trace>
  <inkml:trace contextRef="#ctx0" brushRef="#br0" timeOffset="94303.01">22964 7924 139 0,'0'0'173'0,"0"0"0"0,0 0 1 15,0 0 0-15,-10-3-6 0,10 3-8 0,0 0-15 16,0 0-16-16,0 0-14 0,0 0-11 0,10-16-7 16,-5 10-5-16,4 0-9 0,0-1 1 0,1 0-5 15,-1 1-5-15,1-2 4 0,0-1-2 0,1 4-1 16,-4-3-6-16,3 0-2 0,-2-2 3 0,-2 6-10 15,1-1 6-15,-2 1 3 0,1-2 4 0,-6 6-8 16,7-4-1-16,-3 1-10 0,-4 3-6 0,6-4-9 16,-6 4-5-16,5-5-6 0,-5 5-4 0,0 0 0 15,0 0-5-15,6 18-4 0,-6-5-1 0,0 3 0 16,0 3 10-16,-3 9-8 0,1-3 4 0,1 3-5 16,-1-4 2-16,0 2-2 0,0 0-4 0,0-7-3 15,0 1 3-15,1 4 0 0,-2-5 0 0,2-1 10 0,-2-2-15 16,3 1-16-16,-1-2-15 0,1-2-9 0,-3-2-24 15,1 1-30-15,-2 1-28 0,0-3-32 16,0 1-40-16,0-3-32 0,-2 0-215 0,1-1-470 16,-5 0 207-16</inkml:trace>
  <inkml:trace contextRef="#ctx0" brushRef="#br0" timeOffset="94462.24">22919 7779 47 0,'0'0'42'0,"14"1"-25"0,-3 1-35 0,2 0-19 16,5 4 8-16</inkml:trace>
  <inkml:trace contextRef="#ctx0" brushRef="#br0" timeOffset="94915.58">23305 7896 10 0,'-4'10'171'0,"-1"1"-15"0,-1 3-3 15,-1-3-6-15,2 4 0 0,-1-1-1 0,-1 4-11 16,4-7-10-16,-1-1-14 0,1 2-2 0,3-2-9 16,1 0-7-16,-1-2-9 0,2-1-5 0,0 0-10 15,2-1 1-15,1 0-5 0,0-1-3 0,4 1-8 16,0-3-3-16,3 0-3 0,-2-1-6 0,3-1 4 15,-1-1-4-15,0-1-1 0,-1-3-2 0,-2 2-2 16,0-1-4-16,0-2-4 0,-1 0-4 0,0-3 4 16,-3 4-10-16,-1-4 5 0,1-1-2 0,1 1-3 15,-4 0 2-15,2-1-5 0,-2 2-3 0,0 0 2 16,1 2-4-16,-3 5-5 0,4-10 0 0,-4 10-3 16,0 0 1-16,4-6-4 0,-4 6 1 0,0 0-3 15,0 0 1-15,0 0 1 0,0 0-2 0,0 0 6 16,3 23-5-16,-3-18-1 0,0-5 6 0,5 12 0 15,-2-7-3-15,1 0 4 0,2 0-2 0,1-2 0 16,5-1 1-16,-1 1 1 0,1-3 0 0,6 1 0 16,-5-4 1-16,2 1 4 0,-3-2 5 0,2 0 6 15,-1 1-1-15,-3-5-3 0,3 3 7 0,-4-4-1 16,-2 0 3-16,0 0 2 0,-1 0 0 0,-2-3-2 16,0 2-2-16,-4 0-1 0,0-1-3 0,-1 1-3 15,-1 1-6-15,1-2-5 0,-4 3-10 0,1-4-14 16,-2 5-18-16,2 0-21 0,0 1-31 0,-1 0-24 0,5 6-43 15,-7-9-37-15,4 7-21 0,3 2-160 0,0 0-402 16,0 0 178-16</inkml:trace>
  <inkml:trace contextRef="#ctx0" brushRef="#br0" timeOffset="95201.13">23837 7810 105 0,'5'-5'200'0,"-5"5"-17"15,0 0-13-15,5-3-18 0,-5 3-8 0,0 0-2 16,0 0-2-16,0 0-5 0,6 12-8 0,-6-2-1 16,0 2 1-16,0 4-11 0,-4 3-3 0,3-3-7 15,-3 3-10-15,2 7-7 0,-1-8-7 16,1 9-3-16,-4-11-5 0,3 2-12 0,0-2 3 0,-2 1-4 16,2-4-3-16,1-3-6 0,-1 2-4 0,2-2-3 15,-2-4-3-15,3 2-8 0,0-8-2 0,-1 12-1 16,1-12-1-16,-1 9-2 0,1-9-1 0,5 8-2 15,-1-5-3-15,0 0 0 0,-4-3-7 0,11 4 3 16,-11-4-8-16,13 0-17 0,0-1-15 0,-4 1-27 16,4-3-35-16,0 3-50 0,0-2-38 0,1-1-44 15,-1 3-210-15,0-1-460 0,0-2 205 0</inkml:trace>
  <inkml:trace contextRef="#ctx0" brushRef="#br0" timeOffset="95488.87">24096 8087 14 0,'6'-5'190'0,"-6"5"-6"16,5-6-19-16,-5 6-1 0,7-3-6 0,-7 3-11 15,8-2 2-15,-8 2-11 0,10 0-11 0,-10 0-12 16,9 5-5-16,-4 0-4 0,-1 1-11 0,0 2 8 16,-1 0-3-16,1 2-9 0,-4-5-6 0,0 6-6 15,-5-1 4-15,1 0-7 0,-3 1 1 0,-2 3-6 16,-4-1-5-16,3-5-5 0,1 0 0 0,-3-1-2 15,4 1-2-15,1-4-8 0,2 2 0 0,-2-3-7 0,7-3-5 16,-9 5 0-16,9-5-4 0,-5 6-2 0,5-6-4 16,0 0-3-16,0 0-1 0,0 0-4 15,13 11 4-15,0-9-9 0,-2 0-4 0,8-2-15 16,1 1-26-16,7 2-26 0,1-3-35 0,0-2-51 0,-1 2-50 16,1-2-49-16,-8 2-189 0,-3-2-468 15,2-2 208-15</inkml:trace>
  <inkml:trace contextRef="#ctx0" brushRef="#br0" timeOffset="95737.22">24506 7987 152 0,'0'0'234'0,"-4"-3"-7"15,4 3-13-15,0 0-11 0,0 0-17 16,0 0-17-16,0 0-16 0,0 0-12 0,16-10-14 0,-6 9-9 16,5-1-13-16,4 2-14 0,2 0-7 0,-1 0-13 15,-2 0-26-15,1 0-24 0,-1 2-24 0,-6-2-29 16,1 1-34-16,-2-1-34 0,-3 0-25 0,1 0-36 16,-9 0-17-16,10 3-102 0,-10-3-302 0,0 0 133 15</inkml:trace>
  <inkml:trace contextRef="#ctx0" brushRef="#br0" timeOffset="95936.1">24691 7882 175 0,'-1'-9'171'15,"1"9"-2"-15,0-9 3 0,0 9 1 0,0 0-9 16,-2-9-12-16,2 9-10 0,0 0-17 0,0 0-17 16,0 0-13-16,0 0-3 0,0 0 14 0,-13 32 2 15,9-13-7-15,-2 3 2 0,-2 2-4 0,-1 2-6 16,3-2-4-16,1-4-14 0,-4 3-8 0,2-7-2 15,0 3-1-15,1-4-13 0,3 3-23 0,-1-3-25 16,1-4-28-16,2 2-50 0,1-2-57 0,4-1-71 16,-4-5-190-16,4 0-425 0,-4-5 188 0</inkml:trace>
  <inkml:trace contextRef="#ctx0" brushRef="#br0" timeOffset="96269.17">24868 7991 101 0,'6'-5'232'0,"2"-1"-16"0,-2 0-5 15,1 3-4-15,3-5-13 0,-2 0-14 0,2 2-7 16,1-1-15-16,-3 2-6 0,1-1-9 16,0 2-10-16,-3-1-4 0,2 0-11 0,-4 1-8 0,3 0-5 15,-7 4-8-15,9-3-6 0,-4-1 2 0,-5 4-18 16,6-3-13-16,-6 3-10 0,0 0-1 0,0 0-8 15,13 6-4-15,-10 0-1 0,0 2 12 0,-1 5 2 16,0 3 6-16,-1 1-4 0,-1 2-9 0,0 0 2 16,-1 1-3-16,-1 4-4 0,0 2-1 0,-3-9-3 15,1 2-2-15,1-2-8 0,-3 2-1 0,-1-4 0 16,2 2-2-16,-3-2-6 0,1 0-15 0,2-3-10 16,-4-2-19-16,4 2-19 0,-4-3-20 0,3 0-26 15,-1 2-25-15,-2-4-36 0,3 0-45 0,-1-3-34 16,1 0-36-16,-3 1-168 0,3-2-472 0,-3-3 209 15</inkml:trace>
  <inkml:trace contextRef="#ctx0" brushRef="#br0" timeOffset="96424.63">24782 7827 93 0,'0'0'126'15,"-2"-8"-27"-15,2 8-18 0,0 0-19 0,0 0-48 16,0 0-44-16,0 0-45 0,0 0-80 0,23 18 36 16</inkml:trace>
  <inkml:trace contextRef="#ctx0" brushRef="#br0" timeOffset="96888.59">25120 7964 163 0,'2'7'183'0,"-2"-7"-8"0,0 13 2 0,-1-5-4 16,-2 2-5-16,2-1-12 0,-3 3-9 0,2 0-11 16,1-1-10-16,-1 0-14 0,1-1-12 0,1 2-7 0,3-2-8 15,0 1-10-15,1-2-6 0,0-1-6 0,2 0-6 16,1-1-1-16,1-1-9 0,2-1-4 16,1-2-3-16,-1 0-4 0,0-1 1 0,1-1-6 15,0-2-4-15,1-1-4 0,-5 0 2 0,5-3-2 0,-2 1-3 16,-1 1-3-16,-1-3 0 0,0-1-3 0,-2-1 0 15,-1 0-5-15,1-2 2 0,1 1 4 0,-3 2-8 16,-1-3 1-16,-1 1 0 0,1 4 2 0,-1-1 2 16,-2 6 2-16,2-8-1 0,-2 8-2 0,3-5-5 15,-3 5-2-15,0 0-1 0,0 0-2 0,0 0-1 16,0 0 0-16,0 0 2 0,0 0-1 0,0 0 4 16,8 15 0-16,-8-15 0 0,5 9 0 0,2-3-2 15,0 0-1-15,3-2 7 0,-1 0-4 0,5-2 3 16,6 0-2-16,-2 0 0 0,3 0-3 0,-2-2 4 15,1-2-4-15,-1 0 4 0,-3-3-2 0,0-1 3 16,-4 2 12-16,-2-2 2 0,3 0 0 0,-6-1 4 16,0-2 5-16,2 0-1 0,-7-1-2 0,1-2-3 15,0 1 0-15,-2 1 1 0,-1-2-5 0,0-1-4 16,-3 3-2-16,1 0-1 0,-2-2-7 0,-1 4-14 16,1 0-13-16,1 3-14 0,3 5-25 0,-8-9-27 15,3 6-45-15,5 3-25 0,-11-1-29 0,11 1-32 16,-12 0-182-16,12 0-431 0,-12 3 192 0</inkml:trace>
  <inkml:trace contextRef="#ctx0" brushRef="#br0" timeOffset="97093.01">25695 7906 121 0,'0'0'169'0,"11"-7"-8"16,-2 5 1-16,-4 1-7 0,1-2-14 0,-6 3-9 0,8 0-11 15,-8 0-3-15,0 0 7 0,13 4 3 16,-11 1-1-16,0 2-2 0,0 2-5 0,-1 0-7 15,-1 3-9-15,0-1-7 0,1 6-8 0,-2-5-4 16,0 0-11-16,1 1-5 0,-2-2-8 0,2 2-3 0,-2 0-8 16,2-3-19-16,0 0-20 0,0-3-22 0,-2 4-26 15,2-11-41-15,0 14-46 0,0-14-37 16,0 8-33-16,0-8-163 0,-2 8-387 0,2-8 171 16</inkml:trace>
  <inkml:trace contextRef="#ctx0" brushRef="#br0" timeOffset="97447.28">25792 7905 170 0,'4'-6'154'15,"-4"6"-3"-15,0 0 15 0,0 0 0 0,0 0-5 16,0 0-7-16,0 0-11 0,0 0-9 0,10 18 0 16,-7-13-9-16,0 1-10 0,3 2 2 0,2 1-11 15,-1-3-3-15,3 0-12 0,-1 0-3 0,3-2-7 16,-1-1-6-16,3-2-8 0,-4-1-2 0,3 0-6 15,2 0-3-15,2-3-4 0,-5 2 3 0,-1-3 5 16,-3-2 1-16,2 1-9 0,1 1-1 0,-2-2-2 16,-4 1 1-16,2 0-1 0,-1 0 0 0,-1-1 2 15,1 0-1-15,-2 0-1 0,-4 6-3 0,8-9-9 16,-4 6 2-16,-4 3-1 0,5-5-4 0,-5 5-5 16,4-6-5-16,-4 6-7 0,0 0-5 0,0 0 0 15,0 0-6-15,0 0 1 0,0 0-5 0,0 0 4 16,2 20-1-16,-4-9 4 0,0 0 2 0,-2 6-2 15,1-6 3-15,-1 6-4 0,0 0-2 0,0-1 1 16,2-4-18-16,-2 1-24 0,-1 2-26 0,3-3-27 16,-2 0-38-16,2 0-55 0,0-3-71 0,-1 1-246 15,3-2-538-15,-2-2 239 0</inkml:trace>
  <inkml:trace contextRef="#ctx0" brushRef="#br0" timeOffset="97715.68">26220 7806 115 0,'14'0'222'0,"-5"6"-13"16,0 3-9-16,5 2-14 0,-1 3-12 15,-4 3 3-15,2 6-8 0,-2 3-5 0,1 0-17 0,-2 1-11 16,-3-1-6-16,-1 1-13 0,-4-3-6 0,0 5-6 15,-4-5-12-15,-3 1-9 0,-2 2-10 0,-2-4-7 16,-2-2-3-16,-8 1-10 0,3-2-20 0,-4-2-17 16,-1 2-17-16,-1-3-23 0,1-2-34 0,-1-4-29 15,5-2-37-15,-1-1-42 0,2 2-56 0,-2-6-142 16,1-2-393-16,-2 1 175 0</inkml:trace>
  <inkml:trace contextRef="#ctx0" brushRef="#br0" timeOffset="100075.36">26668 7770 152 0,'0'0'152'0,"-9"-6"-12"0,9 6-4 0,-7-4-13 16,7 4-3-16,0 0-5 0,-9 0-17 0,9 0-10 16,0 0 12-16,-13 4-5 0,5 0-1 0,0 2-3 0,-1 0-1 15,-5 4-6-15,3 3-7 0,-2-2-2 16,-3 3 3-16,-1 9 10 0,2 0-4 0,-2 2-5 0,1 0-3 16,1 1-1-16,0 3-6 0,0 0 2 0,1 1 6 15,1 0-4-15,2-1-9 0,2 0-3 16,0-1-5-16,5 0-3 0,-4-3-1 0,6 1-13 15,2-2-3-15,0-3-2 0,4 4-1 0,2-6-4 0,4 3 0 16,1-6-22-16,4 9-23 0,4-7-22 0,1 4-42 16,1-5-55-16,4-1-34 0,-3-1-45 0,5-2-194 15,-9-6-440-15,2 1 196 0</inkml:trace>
  <inkml:trace contextRef="#ctx0" brushRef="#br0" timeOffset="100383.73">27007 7929 26 0,'0'-11'261'15,"0"-1"-10"-15,0 6-7 0,0 6-13 0,-2-10-11 16,2 10-20-16,2-12-15 0,-2 12-24 0,0 0-20 15,0 0-13-15,0 0-5 0,0 0-4 0,0 0-6 16,0 30 3-16,-4-13-1 0,-1 8-3 0,3-5-11 16,-3 3-6-16,2 3-5 0,-1-8-11 0,0 1-10 0,2-1-1 15,-1-1-10-15,-1-1-1 0,4 2-7 16,-2 0-3-16,-2-1-5 0,1-3-8 0,3 0-23 16,-3-2-29-16,3 1-23 0,0-4-27 0,0 2-32 15,0 2-35-15,-2-4-49 0,4-3-48 0,-2 1-230 0,0-7-500 16,2 10 222-16</inkml:trace>
  <inkml:trace contextRef="#ctx0" brushRef="#br0" timeOffset="100581.4">27173 8104 143 0,'0'0'182'0,"10"-4"-6"16,-6 0-10-16,5 3-11 0,-1-1-12 0,2-1-15 15,1 2-9-15,2-1-12 0,5 2-10 0,1-1-9 16,0 2-8-16,2-1-10 0,-1 0-26 0,-2 2-25 16,-4-1-30-16,3 0-37 0,-3-2-19 0,5 1-36 15,-7 0-28-15,-1 0-96 0,-4-3-245 0,0 2 109 16</inkml:trace>
  <inkml:trace contextRef="#ctx0" brushRef="#br0" timeOffset="100771.28">27474 7961 160 0,'0'-9'192'0,"0"9"8"16,-2-6-11-16,2 6-10 0,0 0-18 0,0 0-17 16,0-10-24-16,0 10-2 0,0 0-7 0,0 0 7 15,-7 20-5-15,3-9-1 0,0 1-11 0,-2 4-4 16,0 3 0-16,-1-1-15 0,1-3-9 0,-2 5-2 0,4-2-8 16,0 0-8-16,-1-1-5 0,3 1-13 0,0-2-28 15,-1 0-29-15,3-1-30 0,0-3-56 16,0 0-56-16,3-2-51 0,-1 0-138 0,4-3-379 15,-3-1 169-15</inkml:trace>
  <inkml:trace contextRef="#ctx0" brushRef="#br0" timeOffset="101189.16">27874 7883 187 0,'2'-6'256'0,"-2"0"-24"16,0 6-21-16,2-10-25 0,-2 10-17 0,0 0-12 16,0 0-5-16,0 0-4 0,2 25 3 0,-6 2 0 15,1-1-12-15,0 0-14 0,-2 0-8 0,1 2-9 16,0-3-5-16,-2-1-3 0,2 3-2 0,4-8 5 16,-3-1-23-16,1-1-7 0,0 1-8 0,-2-3-5 15,2-4-5-15,-1-1-7 0,3 0-5 0,-2-3-4 16,0 1 2-16,2-8-10 0,-3 8 4 0,3-8 3 15,-4 10-7-15,4-10 2 0,0 0-5 0,0 0 0 16,0 0-8-16,0 0 1 0,0 0-6 0,0 0-1 16,0 0-9-16,0 0-6 0,12-26-9 0,-6 16-1 15,3-1-6-15,3-3 1 0,0 2-7 0,2-3-4 0,0 4 2 16,6 2 4-16,-4 0 2 0,-5 3 4 0,2 1-8 16,-6 4 1-16,4-1 5 0,-3 2-4 15,-8 0 3-15,12 4 6 0,-5 3 0 0,-3 0-3 16,2 1 4-16,-2 2-2 0,-2-1 5 0,1 1-1 0,-2-1 7 15,-1 3-1-15,2 0 0 0,-4-3-23 0,1 1-26 16,1 0-39-16,-1 0-47 0,1-2-59 0,1-1-60 16,-1-7-171-16,4 14-461 0,-4-14 204 15</inkml:trace>
  <inkml:trace contextRef="#ctx0" brushRef="#br0" timeOffset="101471.76">28316 8087 1738 0,'6'-19'44'0,"-1"-5"48"0,-4 5-23 16,-1 2-23-16,2 4 11 0,-4 4 24 0,4-3 7 16,-2 8-13-16,0 4-3 0,0-10-7 0,0 10-6 15,0 0 1-15,0 0 7 0,0 0 5 0,-17 11 7 16,7 4 0-16,1 2 5 0,-1 2-4 0,-2 5 2 16,3 4-1-16,-1-2 3 0,2-1-2 0,1-2-3 15,0 2-11-15,0-1 2 0,4-3-2 0,-1-4 1 16,2 3-1-16,-2-2-14 0,3 0-9 0,-2-2-3 15,2 2-1-15,-1-2-3 0,0-4-2 0,2 2-2 16,0-4-2-16,0 0-2 0,0 2-30 0,2-1-14 16,-2-4-24-16,2-1-30 0,-2-6-20 0,0 13-31 15,0-7-19-15,0-6-38 0,0 10-29 0,0-10-36 16,0 0-22-16,-4 9-197 0,4-9-499 0,-9 0 221 16</inkml:trace>
  <inkml:trace contextRef="#ctx0" brushRef="#br0" timeOffset="101618.87">28115 8210 18 0,'4'-7'169'0,"-4"7"-16"0,6-6-13 0,-1 2-13 0,-5 4-16 16,16-2-9-16,-3 2-14 0,0-1-38 16,6 1-40-16,1 0-46 0,3 1-57 0,-6 3-48 15,5-3-151-15,-1 4 68 0</inkml:trace>
  <inkml:trace contextRef="#ctx0" brushRef="#br0" timeOffset="101888.99">28411 8283 45 0,'11'-2'183'15,"-11"2"-3"-15,13-4-6 0,-3 0 0 0,-1 1-11 16,1-2-11-16,0 3-10 0,1-3-13 0,1 0-10 16,1 0-16-16,4-2-6 0,-5 1-9 0,-1 0-4 15,0-1-6-15,-1 0-7 0,-1 2 7 0,-1-4-7 16,1 0-6-16,-4 0-3 0,1 3-6 0,-2-3 0 15,-1 1 3-15,-3 2 3 0,0 6 3 0,0-12-5 16,0 12-7-16,-5-7-1 0,5 7-2 0,-12-2 5 16,1 4-1-16,-1-1 5 0,0 4-2 0,-1 3-2 15,0-2 0-15,-1 6 10 0,1-3-12 0,-1 0-6 16,2 3-2-16,6-2-3 0,-3 0-7 0,5 1-2 16,2-3-7-16,-1 4-12 0,8-2-28 0,0 3-34 15,5-1-32-15,5 0-48 0,0-1-53 0,2-4-57 16,-1 2-226-16,2-2-500 0,1-1 221 0</inkml:trace>
  <inkml:trace contextRef="#ctx0" brushRef="#br0" timeOffset="102171.23">29022 7914 190 0,'0'0'204'0,"0"0"-10"0,16 5 0 0,-7 4-3 15,5 8 4-15,1 6-4 0,0 5-3 16,-4 3 15-16,0-1-8 0,1 2-25 0,-5 3-14 0,-3-2-12 16,-1 0-13-16,-2 1-11 0,-1-3-11 0,-4 0-10 15,-1-2-8-15,-1 1-8 0,-6-1-7 0,-2 0-10 16,-2-4-24-16,-5-1-20 0,-2-3-25 0,0-1-26 15,-5 0-34-15,1-4-47 0,-1 0-56 0,4-5-59 16,-1 0-218-16,5-7-481 0,1-1 213 0</inkml:trace>
  <inkml:trace contextRef="#ctx0" brushRef="#br0" timeOffset="110939.16">20763 9878 36 0,'-8'-1'265'0,"8"1"-14"0,-9-2-14 0,9 2-20 15,-6-4-23-15,6 4-12 0,0 0-27 0,4-13-12 0,1 5-11 16,3 0-7-16,2 1-11 0,5-3-12 0,1-2-6 16,0 2-3-16,1-2-2 0,1 0-9 0,3-3-8 15,-5 2-9-15,0 1-2 0,-2-1-4 16,0 0-5-16,-2 0-5 0,-2 1 0 0,3 0-4 0,-5 1-2 15,-1 1-1-15,-2 2-6 0,2 2-5 0,-4-2 7 16,1 1-3-16,0 2-1 0,-1 0-5 0,-3 5-3 16,0 0-5-16,5-7-4 0,-5 7-4 0,0 0-2 15,0 0 0-15,0 0 2 0,6 19 7 0,-6-5 3 16,3 6-2-16,-3 5 17 0,0 2-9 0,-3 1-3 16,2-1-4-16,-1 3 1 0,0-1-3 0,-2 1-6 15,2-2 5-15,-1 2-4 0,-1-4 2 0,3 3-5 16,-3-3-2-16,2 0 6 0,0-3-20 0,-1-4-15 15,-1-1-13-15,0-1-18 0,-1 1-13 0,1-4-28 16,-1-2-23-16,0 0-30 0,-3-1-27 0,3-1-30 16,-1-1-36-16,-1-1-192 0,-2-2-465 0,2-2 206 15</inkml:trace>
  <inkml:trace contextRef="#ctx0" brushRef="#br0" timeOffset="111104.83">20725 9577 38 0,'0'-6'135'0,"0"6"-37"0,0 0-29 0,2-12-38 16,-2 12-23-16,0 0-41 0,12 4-25 0,-12-4-62 16,18 8 27-16</inkml:trace>
  <inkml:trace contextRef="#ctx0" brushRef="#br0" timeOffset="111591.06">21179 9671 50 0,'0'0'152'0,"8"6"9"0,-8-6-15 16,-1 10-5-16,1-10-11 0,0 10 7 0,1-2-8 15,-1 0-7-15,2 2-7 0,-1-1-12 16,0 1-14-16,2-1-2 0,1 2-10 0,-2-2-2 0,3-3-8 15,-2 2-10-15,3 1-1 0,-2-3-5 0,2 2 0 16,0-3 7-16,4-1-9 0,-1-1 3 0,-3-1-6 16,5-2 7-16,-3 1 3 0,-8-1-6 0,18-1-7 15,-8-2-1-15,2-1-1 0,-3-2-9 0,1 1 4 16,-1 0 0-16,0-3-4 0,-3 1-4 0,3-2-2 16,-2 1 0-16,-1-1-3 0,-1-1-1 0,1 1 6 15,-1-1-1-15,1 3-4 0,-4 0 1 0,1 2-4 16,-3 5 2-16,5-9-8 0,-5 9-5 0,4-4 0 15,-4 4 0-15,0 0-2 0,0 0-3 0,0 0 1 16,0 0-2-16,0 0 4 0,2 20-3 0,-2-20-1 16,4 14 0-16,-3-8-5 0,1 0 5 0,1 0 0 15,3-1 0-15,-1-1 2 0,4 2-1 0,2-3 1 16,2-2-1-16,5 2 0 0,0-3 0 0,2-2 0 16,1 0 0-16,-3-1-1 0,-2-3 3 0,1-1 0 0,-3 4-1 15,-4-3 1-15,0-1 6 0,0 0-2 16,-3-2 0-16,-2 0-2 0,-1-1 2 0,-2 0-2 15,0-2 0-15,-2 2-1 0,-2-3 0 0,0 4-3 16,-1-2 3-16,-2-1-1 0,1 3-2 0,0-1-14 0,1 2-14 16,-4 0-18-16,5 3-28 0,2 5-35 0,-5-6-32 15,5 6-29-15,0 0-26 0,-6-4-28 16,6 4-142-16,0 0-392 0,0 0 173 0</inkml:trace>
  <inkml:trace contextRef="#ctx0" brushRef="#br0" timeOffset="111855.67">22014 9474 47 0,'5'-3'204'0,"-1"-1"-21"0,-4 4-11 15,7-3-21-15,-7 3-14 0,0 0-10 0,0 0-7 16,0 0 13-16,7 18 7 0,-11-6-7 0,1 8-5 16,0 7 2-16,-3-4-3 0,-2 3-12 0,-1 0 1 15,4 0-14-15,-3-1-10 0,6-6-7 0,-2-1-10 16,1-2-7-16,3 0-1 0,-1-3-8 0,0-1 0 15,-1-1-8-15,4 0-6 0,-2 0-6 0,2-2 5 16,1-2-12-16,-1 1 7 0,2-4-7 0,1 1 1 16,0 0 4-16,5 2-9 0,2-6-19 0,1 1-10 15,3 0-21-15,4-2-28 0,-1 0-32 0,0-2-34 16,1 0-27-16,0-2-36 0,-1-1-38 0,-1-1-175 16,-4 1-424-16,2-1 188 0</inkml:trace>
  <inkml:trace contextRef="#ctx0" brushRef="#br0" timeOffset="112099.67">22341 9714 7 0,'0'0'156'16,"10"1"-12"-16,-10-1 6 0,12 4 1 0,-6 1 1 15,3 0 0-15,0 1-8 0,-1 1-1 0,0 0-2 16,-1 2-3-16,2 0-5 0,-2 2-14 0,-2-2-8 16,-1 1-14-16,1 1-7 0,-4-1-4 0,-1 0-4 15,-3 2-3-15,-4 3-4 0,-2-1-1 0,-3-2-6 0,-2 3-3 16,0-2 1-16,-2-5-5 0,1 1 2 15,-1 1-9-15,4-3 0 0,3-1-5 0,1-1-6 16,1-2-9-16,2-1-3 0,1 3-1 0,4-5-1 16,-4 7-8-16,4-7-4 0,0 0-13 0,0 0-23 0,18 5-24 15,-4-4-34-15,6-4-40 0,8 3-40 0,1-5-46 16,0-3-38-16,2 1-135 0,2 0-408 16,1 2 181-16</inkml:trace>
  <inkml:trace contextRef="#ctx0" brushRef="#br0" timeOffset="112475.89">22796 9707 112 0,'0'0'243'0,"-5"-7"-16"0,5 7-10 0,0 0-13 16,-4-5-14-16,4 5-15 0,0 0-13 0,0 0-17 15,19-8-16-15,-1 5-12 0,1 2-11 0,1-1-13 16,1 2-26-16,0-2-21 0,-2 1-22 0,1-1-23 15,0 0-32-15,-2 2-13 0,-4 0-31 0,-4 0-1 16,-4 0-16-16,2-3-10 0,-8 3-9 0,11-3 1 16,-11 3 13-16,6-6 14 0,-6 6 11 0,1-5 21 15,-1 5 13-15,-1-10 10 0,1 10 2 0,-6-12 12 16,4 6 13-16,-1-1 14 0,-1 0 20 0,1 1 22 16,3 6 9-16,-4-12 15 0,3 7 13 0,1 5 5 15,-4-7 0-15,4 7-10 0,-4-7-8 0,4 7-9 16,0 0-5-16,0 0-6 0,0 0 9 0,0 0 2 15,-4 19 3-15,1-7 8 0,1 2 0 0,-1 3-3 16,-2 0 1-16,1 0-10 0,1 0-1 0,-1 2-10 16,1 0 1-16,1 0-12 0,-4-3 1 0,4 3-9 15,1-1-18-15,3 0-24 0,-2-6-37 0,0-1-50 16,4 2-59-16,-1-1-63 0,-2-1-212 0,-1-11-459 16,8 14 203-16</inkml:trace>
  <inkml:trace contextRef="#ctx0" brushRef="#br0" timeOffset="112810.93">23342 9731 1775 0,'8'-8'114'0,"-2"-1"-68"0,3 2-6 0,-4-1 2 0,3 0 9 16,-2 1 2-16,3-3 8 0,-3 3 2 15,3-3-1-15,0 2 12 0,1-1 7 0,0 2-3 0,-1-2 3 16,1 0 2-16,-1 3 3 0,-2-3-5 0,1 3-4 15,1 2 4-15,-4-3-2 0,0 2-3 0,-1 0 8 16,-4 5-8-16,6-8-13 0,-2 6-10 0,-4 2-8 16,0 0-4-16,0 0-6 0,0 0-5 0,0 0 1 15,12 12-10-15,-12 0 4 0,0 5-8 0,-2 2 4 16,1 7 4-16,-1-1 0 0,-1 1-7 0,-2 2 2 16,1-2 1-16,3-2 1 0,-3-3-5 0,0 3 1 15,-1-5-4-15,1 8 3 0,0-10-2 0,2 2-6 16,-4-1 14-16,0-1-17 0,2 0-21 0,1 0-15 15,-1-3-15-15,-1-2-5 0,0-2-34 0,1 0-29 16,0-1-30-16,-2 1-37 0,2-3-36 0,0-3-24 16,0 0-237-16,-4-2-517 0,8-2 229 0</inkml:trace>
  <inkml:trace contextRef="#ctx0" brushRef="#br0" timeOffset="112970.99">23277 9450 7 0,'0'0'160'0,"-2"-7"-25"0,2 7-35 15,0 0-23-15,0 0-23 0,0 0-24 0,18 11-43 16,-6-5-42-16,2 6-28 0,4-1-89 0,6 5 40 16</inkml:trace>
  <inkml:trace contextRef="#ctx0" brushRef="#br0" timeOffset="113427.49">23807 9614 82 0,'0'0'167'15,"3"5"3"-15,-3-5 5 0,-2 12-10 0,2-12-7 16,-3 16-1-16,-1-5-1 0,-1 2-14 16,2-2 0-16,-3 1-11 0,2 1-19 0,3-2-3 0,-2 0-11 15,3 1-8-15,-1-4-7 0,2 3-7 0,0 0-8 16,5-3-4-16,0 0-5 0,0 1 0 0,3-2-7 15,-2-4 1-15,3 0-2 0,1-1-4 0,0 0-6 16,1-1-3-16,0-2 1 0,-2-3 4 0,1 1-13 16,-2 0-1-16,0-3-1 0,2 1-5 0,-4-1 5 15,1-1-5-15,0-1-1 0,-2-1 0 0,0 1-2 16,0-1-4-16,-3 0 1 0,1 1-2 0,-1 0 7 16,-2 2-2-16,-1 6 1 0,6-9 0 0,-6 9-4 15,3-9-3-15,-3 9-3 0,0 0-5 0,0 0 2 16,0 0-3-16,0 0 1 0,0 0-2 0,0 0-2 15,1 21 4-15,0-14-3 0,1 0 2 0,0-1-3 16,0 2-1-16,3 1 3 0,-1-2-1 0,2 1 3 16,0-3-2-16,5 0 2 0,-2 1 1 0,2-1 0 15,1-3-3-15,-1 0 1 0,2-2-3 0,1 0 6 16,0-2-5-16,-3 0 4 0,2-2-5 0,-1 1 4 16,-3-3-1-16,0 0 4 0,-3-3-2 0,2 2 0 15,-5-2-5-15,0 0 4 0,-1 0-3 0,-1-2-4 16,-1 1-8-16,-3-2-14 0,0 1-10 0,2 1-21 0,-3 3-18 15,2-2-21-15,-1 2-39 0,3 7-31 0,-4-10-31 16,4 10-35-16,-5-6-169 0,5 6-430 16,-5-6 190-16</inkml:trace>
  <inkml:trace contextRef="#ctx0" brushRef="#br0" timeOffset="113659.2">24528 9594 148 0,'0'0'226'0,"11"-4"-1"15,-11 4-2-15,4-3-10 0,-4 3-11 0,0 0-19 16,0 0-15-16,0 0-17 0,0 0-1 0,0 0 6 16,4 14-1-16,-4-14-6 0,-6 21 0 0,1-10-6 15,-2 5-2-15,2-1-19 0,0 2-8 0,0-2-10 16,0 2-15-16,1-1-7 0,-1 1-16 0,0-1 5 16,1-5-12-16,1 1-4 0,-1 4-21 0,2-6-23 15,2 1-24-15,-2-2-25 0,0 0-28 0,1-2-33 16,1 1-33-16,0-8-35 0,-2 10-23 0,2-10-31 15,5 9-12-15,-5-9-172 0,3 3-439 0,-3-3 194 16</inkml:trace>
  <inkml:trace contextRef="#ctx0" brushRef="#br0" timeOffset="113981.37">24560 9719 70 0,'7'-16'121'0,"-1"-1"4"0,-1 2 1 16,0 4 17-16,-2 2 6 0,-1 1 6 0,-1 2-2 15,-1 6-11-15,4-9-16 0,-4 9-18 0,0 0-9 16,4-6 8-16,-4 6-1 0,0 0 0 0,0 0-1 15,0 0-2-15,8 20-10 0,-5-13-8 0,1-2-6 16,0 1-6-16,5 2-9 0,-1 0-2 0,2-1-4 16,1 0-1-16,1-3-7 0,1-1-3 0,6 0 0 15,-6 0-9-15,-1-2-3 0,1-1-1 0,1-3-6 0,-1 1 0 16,-3-2 5-16,2 2-8 0,-2-3-3 16,-1-1 2-16,2 1 4 0,-5 2 4 0,-1 0 0 15,1-3-7-15,-2 1-2 0,2 0 1 0,-6 5 4 0,8-6 2 16,-5 2-2-16,-3 4-4 0,0 0-5 0,7-4 0 15,-7 4-7-15,0 0-5 0,0 0 1 0,0 0 1 16,3 17 3-16,-4-7-1 0,-2 0 2 0,2 2-2 16,-4 3 1-16,2-3 0 0,0-1-3 0,0 4 0 15,-1-3-6-15,0-2-31 0,1 2-22 0,1-2-34 16,1 2-36-16,-1-2-57 0,2-2-51 0,0-8-236 16,2 10-502-16,-2-10 223 0</inkml:trace>
  <inkml:trace contextRef="#ctx0" brushRef="#br0" timeOffset="114218.01">25233 9503 85 0,'11'6'250'0,"0"7"-1"0,-6 4-5 15,6 7-16-15,-3 3-8 0,-1 2-15 0,-5 2-15 16,0 0-16-16,-1-2-12 0,-2 4-15 0,-2 1-7 15,2-3-16-15,-3 3-8 0,1-1-14 0,-1-1-7 16,2-2-12-16,-7 0-9 0,2-6-12 0,-4 4-24 0,-2-5-22 16,2-7-24-16,-8 5-27 0,-3-3-28 15,-5-1-35-15,-6 0-47 0,1-4-37 0,-7-2-40 16,-14 3-154-16,-3-5-406 0,1-5 180 0</inkml:trace>
  <inkml:trace contextRef="#ctx0" brushRef="#br0" timeOffset="114919.28">20567 9271 48 0,'0'0'192'0,"-9"-6"-5"0,9 6-13 16,-17 13-1-16,-5 2 5 0,0 7-6 0,-12 15-4 15,0 7-5-15,1 6-3 0,-15 19-11 0,14-19-5 16,6 2-13-16,5 2-3 0,3 4-8 0,6-2-6 16,1 3-8-16,7-4-6 0,6-2-10 0,7-2-4 15,5-4-11-15,4 2-8 0,10-6 6 0,9-2-18 16,4-2-2-16,6-4-9 0,7-2-22 0,27 3-34 15,-17-16-37-15,26 2-50 0,-25-9-63 0,27 0-67 0,-30-10-209 16,6 3-473-16,-5-4 211 0</inkml:trace>
  <inkml:trace contextRef="#ctx0" brushRef="#br0" timeOffset="120020.76">19153 9767 56 0,'0'0'151'0,"0"0"-6"0,0 0-5 15,0 0-7-15,0 0-4 0,-6-26-16 0,6 26 7 16,0 0-5-16,2-10 1 0,-2 10 3 0,0 0-6 16,0 0-7-16,1-9-11 0,-1 9-6 0,0 0-8 15,-4-8-7-15,4 8-1 0,0 0-2 16,0 0-2-16,-6-7-4 0,6 7-7 0,0 0-4 0,0 0-4 16,0 0-7-16,-5-3-8 0,5 3 1 0,0 0-5 15,0 0 1-15,0 0-8 0,0 0-2 0,0 0-5 16,0 0 6-16,0 0 2 0,0 0 6 0,0 0-1 15,28 5 0-15,-14-4-2 0,5 1-3 0,9-1-1 16,2-1 0-16,2 1-3 0,-2-2-1 0,0 0 1 16,0 1-4-16,0 0-1 0,-3-2-4 0,-8 2 0 15,-1 0-1-15,-3-1-3 0,-2-1 5 0,-2 2-6 16,-1-2 1-16,-10 2-1 0,13 0 1 0,-6-1-2 16,-7 1-1-16,8-1-8 0,-8 1-13 0,0 0-22 15,0 0-20-15,10-2-30 0,-10 2-25 0,0 0-27 16,0 0-27-16,0 0-27 0,0 0-171 0,0 0-396 15,0 0 175-15</inkml:trace>
  <inkml:trace contextRef="#ctx0" brushRef="#br0" timeOffset="121097.47">25832 9694 23 0,'0'0'183'0,"0"0"-1"0,0 0-6 0,0 0-1 15,0 0-6-15,0 0-3 0,0 0-11 0,0 0-2 16,0 0-9-16,0 0-2 0,0 0-13 0,0 0-11 16,0 0-13-16,0 0-6 0,0 0-7 0,0 0-6 15,13-22-10-15,-10 18-7 0,6-3-3 0,-4 3-5 16,4-3-4-16,1-1-9 0,2 2-1 0,-1-1-5 16,-3-3-7-16,5 4 2 0,-2-2-8 0,-1 0 11 15,2 1-10-15,-3-1 1 0,-1 1 8 0,0-1-5 16,-1-1 1-16,1 3 4 0,-3 0 1 0,-1 1-2 15,1 0-2-15,-2 0 5 0,-3 5-3 0,8-8-2 16,-8 8 1-16,4-4-8 0,-4 4-5 0,0 0-2 16,5-5-3-16,-5 5-1 0,0 0-8 0,0 0 1 15,0 0-5-15,0 0 0 0,0 0 1 0,0 0-7 16,4 19 4-16,-4-7-2 0,0 1 1 0,2 3-1 16,-2 2 1-16,2 1-1 0,0 6-1 0,0 0 0 15,-2 0 1-15,0 1 0 0,0 1 2 0,-3-4-2 16,0 2 1-16,-1-5-3 0,2 5 0 0,0-8 5 15,-1 1-3-15,-1 0 3 0,0-2-4 0,2 1 2 16,-1-2-2-16,1-2-1 0,0-1-8 0,-5 1-10 0,4-5-7 16,1 3-13-16,0-1-19 0,0 0-16 0,-2-3-16 15,1 2-21-15,-1-2-27 0,2-1-43 0,2-6-17 16,-6 9-39-16,2-7-166 0,4-2-435 0,-9 0 192 16</inkml:trace>
  <inkml:trace contextRef="#ctx0" brushRef="#br0" timeOffset="121300.78">25954 9446 2030 0,'-4'-17'-2'0,"0"3"-8"16,2 4 27-16,0 0-6 0,0 5-5 0,2 5 8 15,0-14-11-15,0 14-2 0,4-9-7 0,-4 9 10 16,8-7-2-16,-2 4-3 0,0 0-5 0,-6 3-16 15,15 0-17-15,-7 3-21 0,5 0-30 0,-3 1-32 16,-1 3-34-16,0 1-107 0,1 1-284 0,0-2 126 16</inkml:trace>
  <inkml:trace contextRef="#ctx0" brushRef="#br0" timeOffset="121639.5">25502 10171 42 0,'0'0'160'0,"0"0"4"0,0 0-14 0,0 0-10 16,31 10-8-16,-1-9-9 0,10 2-12 0,18-5-5 16,5 1-11-16,29-3-9 0,-29 3-2 0,0-3-6 15,0 2-6-15,-1-2-3 0,-1-2-3 0,-5 4-6 16,-17 1-5-16,-1 1-10 0,-6-2-2 0,1 2-3 16,-5 0-3-16,-9 0-18 0,-5 2-17 0,-3-2-36 15,1 1-33-15,-3 1-15 0,-3 0-22 0,-2 2-29 16,-4-4-128-16,0 0-281 0,0 0 126 0</inkml:trace>
  <inkml:trace contextRef="#ctx0" brushRef="#br0" timeOffset="122181.82">25848 10355 8 0,'-5'3'208'0,"-1"1"-7"16,-1 3 7-16,-3 3-6 0,2-3-9 0,2 4-14 0,-1 0-5 16,-3 3-16-16,6 3-9 0,-1-4-8 0,3 0-19 15,0 0-10-15,4 3-5 0,0-5-7 0,0 1-5 16,3 0-3-16,4 1-7 0,-2-2-3 0,4 3-6 16,1-6-5-16,3 0-3 0,-4-1-5 0,7-2-7 15,-2 0-2-15,-3-1 3 0,0-1-8 0,2-3-2 16,-4 0-7-16,0 0-2 0,0-3-2 0,-4 2-3 15,2-3-5-15,0-1-3 0,0-1 0 0,-3-1-3 16,4-2 6-16,-6-1-12 0,1 1-6 0,-1-2 7 16,0 1-3-16,-1 0-2 0,-1 1-2 0,0 1 1 15,0-1-1-15,-2 3 0 0,0 6-1 0,5-10 3 16,-5 10-8-16,3-8-1 0,-3 8-3 0,0 0-3 16,0 0 3-16,0 0 0 0,0 0-3 0,0 0 0 15,0 0 5-15,-12 22-3 0,8-12-1 0,3 0 2 16,-3-2-2-16,6 2 0 0,-2 1 2 0,2 0 0 15,1-3-3-15,3 2 3 0,0-1-1 0,2-3-1 16,5-2 8-16,-1 1-6 0,1-4-1 0,-2 2 7 16,3-4-5-16,-3 1 4 0,3-3-1 0,1-2 0 15,-3 2 2-15,-3-3 5 0,4 1-9 0,-3-3 13 0,0 1-14 16,1-6-2-16,-1-1 1 0,-4 2-3 16,-1-2 2-16,-1 2 7 0,1-4-2 0,-1-1 1 15,1 3-4-15,-5-1-1 0,0 2-3 0,-3 0 8 16,1 4-8-16,0-2-16 0,-1 3-15 0,3 0-20 0,-4-3-21 15,0 7-30-15,4 4-29 0,-5-4-27 0,5 4-10 16,0 0-22-16,0 0-30 0,-18 10-186 16,14-7-443-16,-1 3 197 0</inkml:trace>
  <inkml:trace contextRef="#ctx0" brushRef="#br0" timeOffset="122414.06">26511 10442 153 0,'4'-5'233'0,"-4"5"-13"0,0 0-10 0,0 0-11 16,0 0-7-16,0 0-8 0,0 0-2 0,-34 7-10 15,24-1 7-15,-7 5-8 0,4-1-10 0,-5 0-9 16,5 3-16-16,-3-2-14 0,3 1-12 0,3 1-9 16,-1 3-11-16,3-4-9 0,2-1-10 0,4 1-7 15,0-2-9-15,4 3-1 0,0-3-26 0,6 2-26 16,5-2-21-16,5 0-38 0,0-5-44 0,11 4-54 15,2-7-41-15,-2 1-56 0,0-3-172 0,1 0-459 16,-1-1 203-16</inkml:trace>
  <inkml:trace contextRef="#ctx0" brushRef="#br0" timeOffset="122534.8">26831 10547 33 0,'0'0'81'0,"0"0"-39"15,0 0-54-15,0 0-12 0,0 0-26 0,0 0 11 16</inkml:trace>
  <inkml:trace contextRef="#ctx0" brushRef="#br0" timeOffset="130779.29">2916 12077 33 0,'0'0'133'0,"0"0"-10"0,0 0-4 16,0 0-7-16,0 0-2 0,0 0-9 0,0 0 1 15,0 0-4-15,0 0 1 0,0 0-6 0,0 0-2 16,0 0 0-16,-4 5-8 0,4-5 0 0,0 0-7 15,0 0-1-15,0 0 0 0,0 0 1 0,0 0 2 16,0 0 8-16,0 0-6 0,0 0 4 0,0 0-4 16,0 0 1-16,0 0-3 0,0 0-5 0,0 0-11 15,0 0-6-15,9-18-6 0,-4 12-3 0,-1 1-4 16,2-3-5-16,2-1-5 0,0 3-5 0,-2-3-2 16,2 1 2-16,1-1-6 0,-2-1 0 0,1 1-3 15,-1-1 1-15,0 0-4 0,2 0-1 0,-3 1-1 16,2-1-2-16,0 1 3 0,-3 1 6 0,1 2-4 15,-1-3 4-15,-2 5-3 0,-3 4 4 0,4-10-5 16,-2 6-1-16,-2 4-3 0,0 0-4 0,7-8 3 16,-7 8-5-16,0 0-3 0,3-5-1 0,-3 5 2 15,0 0-2-15,6-4 3 0,-6 4-3 0,0 0-2 16,0 0-2-16,0 0 1 0,11 9 2 0,-7-5-3 16,-1 3 0-16,3 1-2 0,-2 2 2 0,0 1 0 15,1 3-3-15,-1 3 1 0,1 0 1 0,4 8 1 16,-3-2 0-16,-1 2-2 0,-1-6 1 0,1 9 2 15,0-2-1-15,0 2 5 0,2-1-3 0,-6 1-1 16,3 0 1-16,-2 2-2 0,-2-3 4 0,3 0 1 16,-2 1-3-16,-3-3-1 0,-2 2 4 0,0-7 1 15,0 3 5-15,-1-5-6 0,0-3 2 0,1 3 2 16,-1-3-21-16,0 0 2 0,0-4 4 0,2-1 7 16,-2 1-6-16,0-4 3 0,1 0 1 0,-1-2 0 15,0 1 1-15,-2-1-10 0,1-2-16 0,-4 2-15 16,0-4-36-16,-1-1-26 0,0-1-43 0,-1-4-58 15,1 1-220-15,-4-5-459 0,1 0 204 0</inkml:trace>
  <inkml:trace contextRef="#ctx0" brushRef="#br0" timeOffset="130956.65">2897 11785 8 0,'0'0'121'16,"11"0"-20"-16,1 0-27 0,-2 2-17 0,4 1-41 15,1 3-35-15,3 1-41 0,-2-3-65 0,-2 1 29 16</inkml:trace>
  <inkml:trace contextRef="#ctx0" brushRef="#br0" timeOffset="131463.65">3451 11992 32 0,'-1'11'213'0,"-1"2"-13"16,-1-1-9-16,2 5-6 0,-2 0-13 0,1-1-18 15,2 2-11-15,-2-1-14 0,4-4-11 0,-1 2-17 16,1-3-8-16,2 0-3 0,1-2-13 0,2 1-1 15,2-2-9-15,0 0-7 0,1-2-1 0,3 0 2 16,-2-4 7-16,3 1-8 0,4-3-2 0,-5-2 4 16,1-1-7-16,1-3-3 0,-1 1-4 0,-1-2-2 15,0-1-2-15,-3 0-5 0,2-5-3 0,-2 3-1 16,-1-1-2-16,-3 2-2 0,-1-1 1 0,2-1 0 16,-4 0-3-16,1-2-4 0,-2 3-3 0,-1-1-3 15,0 4-2-15,-1 6-1 0,0-12-2 0,1 6-5 16,-1 6-2-16,0 0-3 0,2-9-1 0,-2 9 0 15,0 0-3-15,0 0-1 0,0 0 2 0,0 0 1 16,1 28-2-16,-1-18 0 0,1 1-3 0,2 0 4 16,0-3-2-16,2 5 1 0,0-5 4 0,-2 1-4 15,5-2-1-15,1 1 5 0,3-4-1 0,0-1-1 16,-1 0-1-16,1-4 3 0,1 1-1 0,0-2 1 16,-2-2 2-16,1-1-2 0,-1-1 4 0,0-1 2 15,-4-2 8-15,2 1 5 0,-1-3-4 0,-2-3-2 16,2-1 3-16,-5 2-3 0,0 0 6 0,1-2-12 15,-5-1 6-15,-2 0-6 0,1 0 1 0,1 3-2 16,-2-1-5-16,-1-2-6 0,2 4-10 0,-1 2-7 16,2 1-23-16,-4 1-14 0,5 8-34 0,-4-11-49 15,4 11-52-15,-4-4-33 0,4 4-24 0,0 0-147 16,0 0-427-16,0 0 190 0</inkml:trace>
  <inkml:trace contextRef="#ctx0" brushRef="#br0" timeOffset="135370.93">4217 11769 76 0,'-3'-9'162'15,"1"1"0"-15,0 1-1 0,2 7 6 0,-2-10-3 16,2 10-9-16,-5-8-16 0,5 8-16 15,-1-6-13-15,1 6-16 0,0 0-11 0,0 0-7 0,0 0-8 16,0 0 0-16,8 32-9 0,-5-8-1 0,0 4-7 16,-2 0 0-16,0 2 14 0,2 1 0 0,-3 0-9 15,-2 0-4-15,5-1-6 0,-3 1-3 0,0-3-6 16,0-4 2-16,1 0 3 0,1-5-6 0,-2 0-4 16,0 0-3-16,2-2-2 0,0-5-1 0,-2 0-5 15,1 0 0-15,-1-1-1 0,1-3-2 0,0 0-3 16,-1-1-2-16,0-7 0 0,2 10-1 0,-2-10 1 15,2 8 0-15,-2-8 3 0,0 0 6 0,0 8 6 16,0-8-1-16,0 0-1 0,0 0-1 0,0 0-1 16,0 0 0-16,0 0-7 0,0 0 2 0,-2-26-4 15,4 16-4-15,1 1 0 0,-2-2 0 0,3-1-3 16,3-2 0-16,1-2-1 0,2 1-3 0,-2 0-1 16,4 2-2-16,3-2-1 0,-4 4 0 0,6 2 1 15,-2-1-4-15,2 4 0 0,-4 3 3 0,1 0-6 16,-1 0 3-16,4 6-2 0,-4 0-2 0,-1 0 3 15,4 4 0-15,-4 1 2 0,2 0-2 0,-1 5 2 16,-1-2-1-16,-4-2 3 0,0 3-2 0,-2 2 6 16,-2-2-6-16,2-2 0 0,-2 6-1 0,-1-4 2 15,-1 5 0-15,1-7-8 0,-3 1-16 0,1-1-16 16,-1 0-20-16,0-3-27 0,0-7-33 0,0 13-31 16,0-13-17-16,1 11-23 0,-1-11 3 0,2 6-143 15,-2-6-359-15,0 0 159 0</inkml:trace>
  <inkml:trace contextRef="#ctx0" brushRef="#br0" timeOffset="135577.87">4641 12040 36 0,'0'0'159'0,"0"0"-13"0,1-10-12 16,-1 10-15-16,0 0-14 0,3-7-5 0,-3 7-1 15,0 0 14-15,0 0 2 0,10 22-8 0,-6-13-3 16,-1 5-14-16,-1 0-5 0,2 4-7 0,-3-1-5 15,1 1-8-15,-1-2-9 0,0 2-5 0,-1 2 0 16,1-5-11-16,-1 1-21 0,-1 1-22 0,0-5-22 16,1-2-28-16,0 2-38 0,0-2-25 0,0-2-31 15,0 1-105-15,0-9-273 0,-3 13 121 0</inkml:trace>
  <inkml:trace contextRef="#ctx0" brushRef="#br0" timeOffset="136044.57">4866 12141 94 0,'9'-5'179'0,"-9"5"-13"0,11-7-7 0,-5 4-11 0,3-4-10 15,-2 0-12-15,2-1-7 0,-1 0-4 0,0 2 3 16,-2-3 0-16,4 0-8 0,-2 1-5 0,-3-1-9 15,0 0 6-15,-2-1-7 0,-1 4 0 0,1-2-10 16,-3 8-7-16,0-13-6 0,0 13-7 0,-3-11-5 16,3 11-4-16,-4-7-7 0,4 7-5 0,-9-3-5 15,9 3-1-15,-15 7 4 0,2-1-5 0,0 4-4 16,-2 3-3-16,2 3 3 0,1-1 1 0,-4 7-5 16,7-5 0-16,1-1-6 0,1 1-4 0,3 2-1 15,2-3-2-15,2-1-2 0,3 3-12 0,3-2-20 16,5-2-5-16,-2-2-41 0,4 2-17 0,5-4-46 15,1-2-40-15,9-1-32 0,-2-1-29 0,-5-2-126 16,1 0-383-16,-3-3 170 0</inkml:trace>
  <inkml:trace contextRef="#ctx0" brushRef="#br0" timeOffset="136436.87">5377 11755 39 0,'0'-9'247'0,"-1"3"-15"16,1 6-16-16,-5-10-15 0,5 10-22 0,-1-8-21 15,1 8-13-15,0 0-5 0,0 0-6 0,-11 21-3 16,8-2-5-16,-3 10-5 0,0 3-1 0,0 3-7 16,-2 10 0-16,2-9 3 0,-2 8-4 0,0-9-7 15,3 0-2-15,-2 10-9 0,1-12 2 0,3 13-6 16,-4-14-6-16,1 2-4 0,2 1-5 0,0 0-11 15,2-1-4-15,-1 0-2 0,0-2-2 0,2-1 13 16,0 0-20-16,0-3-8 0,-1 1 1 16,2-3 1-16,-1-2-3 0,1-5 4 0,0-1-1 0,1 2-5 15,-1-1-2-15,0-2-9 0,0-1 2 0,0-3 3 16,0-2-6-16,4 1-17 0,-1-2 9 0,-2 2-1 16,2-2-1-16,-2-3-3 0,0 0-10 0,3-1 11 15,-3 0-7-15,-1-6-10 0,7 9 2 0,-5-7-5 16,-2-2-19-16,13 2-14 0,-5-2-20 0,2-4-18 15,3 0-24-15,-3-1-18 0,3-1-21 0,-2-1-24 16,3-2-25-16,3 0-30 0,-2-1-27 0,1-1-28 16,-1 2-160-16,1-1-470 0,1 1 208 0</inkml:trace>
  <inkml:trace contextRef="#ctx0" brushRef="#br0" timeOffset="140818.01">6130 11947 139 0,'-5'-6'176'0,"5"6"-10"0,0 0-9 0,-4-5-23 15,4 5-3-15,0 0 1 0,0 0 1 16,0 0-4-16,-4 18-5 0,5-7 0 0,-1 6-2 15,0 2-13-15,0 6-9 0,0 2-5 0,0-2-4 0,0 4-8 16,0-1-3-16,-1-1-6 0,1-2-8 16,0 1-4-16,-1-9 1 0,1 4-6 0,1-1-4 15,-1-5-6-15,1 3-3 0,-1-6-4 0,0 0 2 16,0-1-11-16,0-4-2 0,0-1 15 0,0-6-4 0,0 12-4 16,0-12-2-16,3 7 1 0,-3-7-1 0,1 6-1 15,-1-6-8-15,0 0 0 0,4 4-2 0,-4-4-5 16,7 2 2-16,-7-2-6 0,20-1 0 15,-8 0-3-15,7-2 2 0,-1 2-19 0,2-3-19 16,0 3-20-16,1-2-37 0,-1 3-27 0,2-1-47 0,0-1-38 16,-2 0-31-16,1 2-177 0,-3 0-435 15,-4-2 192-15</inkml:trace>
  <inkml:trace contextRef="#ctx0" brushRef="#br0" timeOffset="141043.47">6602 12190 143 0,'1'-8'217'0,"-1"8"-13"0,0 0-22 15,0 0-17-15,1-7-18 0,-1 7-6 0,0 0 3 0,0 0-2 16,0 0-1-16,9 23-4 0,-4-8-2 16,-5 2-12-16,3-1-11 0,-1 2-10 0,1 1-9 15,-2 1-7-15,-1-1-7 0,0 0-10 0,0-1-7 16,2 1-6-16,-2-2-7 0,1 1-24 0,-1-2-29 15,1-4-37-15,-2 0-50 0,3-2-44 0,5-1-52 0,-5-2-196 16,1-2-415-16,-3-5 184 0</inkml:trace>
  <inkml:trace contextRef="#ctx0" brushRef="#br0" timeOffset="141242.44">6963 12178 108 0,'0'0'208'0,"21"0"-15"0,-10 0-18 0,2-1-14 0,1 2-15 15,4-2-19-15,1 1-12 0,2 0-13 0,0 0-23 16,0-2-28-16,-1 4-38 0,-3-2-41 0,2-2-31 16,-1 2-37-16,-7 0-121 0,-3 0-233 15,1-2 104-15</inkml:trace>
  <inkml:trace contextRef="#ctx0" brushRef="#br0" timeOffset="141435.57">7190 12039 122 0,'0'0'193'0,"0"0"-19"0,0 0-19 0,-5-6-13 0,5 6 11 16,0 0 2-16,0 0-2 0,-7 26-4 0,4-14-11 15,0 5-7-15,-1 2-6 0,0-2-13 0,-1 2-13 16,1 6-8-16,2 1-7 0,0-7-4 0,0 0-13 15,0-1-3-15,1 1-18 0,-1-1-33 16,-1-2-37-16,3-1-32 0,0-1-49 0,3-3-59 0,-2-1-186 16,-1-3-379-16,2-2 168 0</inkml:trace>
  <inkml:trace contextRef="#ctx0" brushRef="#br0" timeOffset="141737.41">7486 11997 1436 0,'7'-15'149'0,"-4"5"0"0,2 1-37 16,-2 3-35-16,-2 0-24 0,-1 6-12 0,4-8-3 15,-4 8 23-15,0 0 20 0,0 0 7 0,5 19 17 16,-6-3 8-16,-2 4 0 0,3 5 0 0,-4 2 1 16,1 0-5-16,-2 0-2 0,2-2-10 0,-2 0-12 15,5 2-2-15,-1-7-12 0,1-2 1 0,0 0-8 16,0 0-2-16,0-2-9 0,2-5-5 0,-2 1-4 15,2-2-4-15,-1 0-5 0,0-6 4 0,0 4-12 16,-1-8 7-16,5 9-7 0,-2-4 9 16,-3-5-1-16,8 6-20 0,-3-5-24 0,-5-1-16 0,19 2-23 15,-8-5-20-15,8 0-18 0,1-4-22 0,-1 1-27 16,8-6-31-16,-2 3-22 0,1-5-32 0,-7 6-21 16,5-4-22-16,-6 1-149 0,0 1-446 0,1-3 197 15</inkml:trace>
  <inkml:trace contextRef="#ctx0" brushRef="#br0" timeOffset="142019.87">7852 12154 88 0,'0'0'181'0,"12"11"-3"0,-9-8-2 0,-3-3 0 16,7 10-10-16,-4-6-8 0,2 3-12 0,2-1-2 16,-3 0-13-16,-1 0-7 0,5 2-1 0,-3 2 3 15,-1-2-12-15,1 3-6 0,-1-1-9 16,0-1-6-16,-4 0-5 0,2 1-10 0,-2 0-5 0,0-1-2 15,0 1-4-15,-1 0 3 0,-2-1-6 0,1 0 4 16,-1 1-1-16,-1-1 0 0,1-1-9 0,-1-2-7 16,1 0-6-16,3-6-2 0,-5 11-4 0,1-6-4 15,4-5-6-15,-2 9-2 0,2-9 0 0,-1 8-2 16,1-8-8-16,0 0 8 0,1 11-12 0,-1-11-1 16,7 5-12-16,-3-2-12 0,-4-3-21 0,13 2-24 15,-3-1-18-15,6-1-27 0,3 0-37 0,8-2-42 16,5-2-41-16,-2 1-224 0,1 0-481 0,3-3 214 15</inkml:trace>
  <inkml:trace contextRef="#ctx0" brushRef="#br0" timeOffset="142602.87">8448 12151 56 0,'0'0'172'0,"0"0"-15"0,0 0-10 0,0 0-9 15,0 0 2-15,0 0-13 0,0 0-6 0,0 0-4 16,0 0-3-16,0 0-7 0,0 0 4 0,0 0-13 15,0 0-6-15,0 0-2 0,0 0-6 0,0 0-1 16,0 0-13-16,0 0-5 0,0 0-6 0,-26 7-5 16,19-5 8-16,7-2-4 0,-13 0 0 0,13 0-2 15,-12 2 2-15,12-2 1 0,-8 0 0 0,8 0 3 16,-9 0 0-16,9 0 3 0,0 0-6 0,0 0 4 16,-9 1-5-16,9-1-3 0,0 0-5 0,0 0-5 15,0 0-4-15,0 0-8 0,0 0-4 0,0 0 0 16,0 0-6-16,0 0 5 0,24-8-10 0,-6 7 1 15,1-4-3-15,1 4-2 0,1-1 0 0,0-1-2 16,-1 1-3-16,1 0 7 0,-1 0-12 0,-1 1 3 16,0 0-1-16,2 1-8 0,-2 0-12 0,0 1-13 0,0-1-17 15,-1-1-16-15,-6 3-22 0,2 0-38 0,-4-1-37 16,0 0-36-16,-1 1-40 0,-2-2-187 16,-7 0-454-16,0 0 200 0</inkml:trace>
  <inkml:trace contextRef="#ctx0" brushRef="#br0" timeOffset="142878.64">8576 12009 85 0,'0'0'222'0,"0"0"-19"0,0 0-18 0,0 0-19 16,0 0-3-16,0 0 2 0,0 0-3 15,0 0 0-15,-4 21-5 0,4-6-11 0,-1 0-11 0,1-2-11 16,-1 4-10-16,0 0-3 0,-1-1-7 0,1 0-8 16,1 0-6-16,0-3-11 0,-3 4-4 15,1-1-9-15,2 2-8 0,0-2-4 0,0-1-6 16,-1 0-3-16,1 1-8 0,0-5-23 0,1 0-25 0,0 0-22 16,0 1-32-16,-2-5-43 0,2 3-58 0,1-1-43 15,-1 1-204-15,-1-10-446 0,3 13 197 16</inkml:trace>
  <inkml:trace contextRef="#ctx0" brushRef="#br0" timeOffset="143262.99">9105 12018 175 0,'13'4'213'0,"-3"-2"-5"16,4 1-2-16,3 3-10 0,-4 2-14 0,0 1-12 16,-3 0-16-16,0 0-15 0,-2 0-14 0,-1 2-10 15,0-1-8-15,-5 5-3 0,1-2-1 0,-5-4-6 16,1 2-7-16,-5 2-2 0,-6 1-9 0,3-5-9 16,-6 3-7-16,2 1-6 0,-3-1-5 0,4-5-4 15,-2 2-3-15,3-3-7 0,2-1 0 0,0-1-5 16,0 0-1-16,2-2-1 0,1 0-3 0,6-2-3 15,-13 1-1-15,13-1-3 0,-10-1 7 0,10 1 2 16,0 0 5-16,-10-1-4 0,10 1 3 0,0 0-7 16,0 0-7-16,-10-2-3 0,10 2-3 0,0 0 0 15,0 0-2-15,0 0-2 0,0 0 2 0,0 0-3 16,0 0-1-16,25 13-2 0,-13-9-11 0,-1-1-10 16,1 2-15-16,2-2-25 0,1 3-20 0,4-4-29 15,0 1-37-15,8 0-37 0,1-5-44 0,-6 4-33 0,-4-2-143 16,1 0-430-16,0-3 191 0</inkml:trace>
  <inkml:trace contextRef="#ctx0" brushRef="#br0" timeOffset="143508.57">9558 12041 143 0,'0'-6'265'0,"0"6"4"0,2-11-10 0,-2 11-12 16,0-10-23-16,0 10-20 0,5-3-24 0,-5 3-22 15,0 0-15-15,0 0 3 0,0 0 11 0,0 0-9 16,-5 28-9-16,3-15-12 0,-1 3-11 16,-1 1-9-16,2-2-6 0,-2 2-2 0,1 1-19 15,-1-3-1-15,1 0-11 0,-2 2-7 0,1 8-6 0,0-10-3 16,3-2-4-16,-2-4-37 0,2 2-29 0,-2-2-22 16,1 2-29-16,0-6-30 0,0 1-37 0,2-6-37 15,-3 11-44-15,3-11-26 0,-1 8-206 16,1-8-486-16,0 0 215 0</inkml:trace>
  <inkml:trace contextRef="#ctx0" brushRef="#br0" timeOffset="143900.44">9513 12003 153 0,'0'0'199'0,"1"-9"-11"15,-1 9-14-15,2-7-21 0,-2 7-7 0,0 0 3 16,0 0 3-16,0 0-7 0,0 0-9 0,20 13-11 15,-12-5-10-15,-2-2-5 0,2 2-6 0,1 0-6 16,1-1-10-16,-1-1-3 0,2 1-7 0,1-4-4 16,-1 1-4-16,5-3-6 0,-3 0-3 0,0-2-1 15,0 0-9-15,4-3 0 0,-4 1-5 16,-3-1-3-16,1-1 3 0,1 0 2 0,-2-1-6 0,-4-2 0 16,3 0-6-16,0 1-4 0,0-3-3 0,-2 0 0 15,-1-1 1-15,1 1-1 0,-2 0-6 0,1-1-2 16,-2-1 4-16,0 1 3 0,0 3 1 0,-1-1 4 15,0 2 4-15,-2 1-1 0,-1 6-1 0,4-10-3 16,-4 10-3-16,4-4-12 0,-4 4-5 0,0 0 0 16,0 0 3-16,7 14 8 0,-7-3 2 0,0 5 1 15,-1 1 2-15,0 1 11 0,-2 3 0 0,-2-4 1 16,3 4-1-16,-2-2-5 0,1 6-2 0,0-7 10 16,-1 7-15-16,0-8-8 0,1-1-5 0,1 1-29 15,-3 1-22-15,2 0-36 0,2-1-37 0,0-1-42 16,-2-5-42-16,3-1-49 0,1 0-46 0,1-2-208 15,-2-2-538-15,0-6 238 0</inkml:trace>
  <inkml:trace contextRef="#ctx0" brushRef="#br0" timeOffset="144210.75">10119 12146 216 0,'0'0'226'0,"0"0"-7"0,6 4-7 0,-6-4-7 16,9 3-7-16,-1-2-13 0,3 0-13 0,1 0-1 15,1-1-9-15,-1 0-7 0,2 2-8 0,3-2-6 16,-4 0-5-16,1 0-9 0,-3-2-6 0,3 1 4 16,-2 0-8-16,-2 0-3 0,-1 1-4 0,1 0 12 15,-10 0-7-15,12-3 2 0,-12 3 4 0,9-1 3 16,-9 1-14-16,0 0-2 0,9 0-9 0,-9 0-7 15,0 0-1-15,0 0-14 0,7-1-4 0,-7 1-4 0,0 0-8 16,0 0-8-16,0 0-11 0,0 0-20 16,0 0-55-16,0 0-40 0,0 0-43 0,0 0-53 15,-26-5-63-15,15 5-77 0,1 0-329 0,-3 0-690 16,2 0 306-16</inkml:trace>
  <inkml:trace contextRef="#ctx0" brushRef="#br0" timeOffset="144660.13">11344 11607 237 0,'3'-6'261'0,"-3"6"-25"0,5-9-21 16,-5 9-20-16,2-7-18 0,-2 7-19 15,0 0 1-15,0 0 0 0,2 24-1 0,-7 2-7 0,-2 1 4 16,2 5-11-16,2 1-18 0,-3-2-5 0,0 2-7 16,-2 0-5-16,4-3-7 0,1 1-10 15,0-3-5-15,0 0-9 0,1 0-8 0,-1 0-4 16,2-9-2-16,0 0-11 0,2 0-3 0,-1-1-8 0,-1 0-2 16,1 0-11-16,-2-4 4 0,2-3-14 0,0 2-22 15,0-3-27-15,-1 1-25 0,0-1-29 0,1 0-28 16,0-1-37-16,1-2-30 0,-1-7-27 15,0 0-24-15,-2 11-35 0,2-11-134 0,0 0-430 0,0 0 190 16</inkml:trace>
  <inkml:trace contextRef="#ctx0" brushRef="#br0" timeOffset="144890.34">10945 12213 57 0,'-8'2'174'16,"4"3"0"-16,-1 0 13 0,5-5 3 0,0 0-1 15,13 12 0-15,6-8-4 0,10 2-11 0,7-3-8 16,23-4-9-16,1 2-10 0,2-1-13 0,3 0-8 16,-2-1-11-16,0 1-10 0,-3-5-10 0,-7 4-4 15,-3-5-15-15,-13 4-4 0,1 0-11 0,-4-1-8 16,-2 0-1-16,-3 3-5 0,-7-1-12 0,-5-2-15 0,-2 5-20 16,-5-1-28-16,1-1-28 0,-3-1-20 15,-8 1-12-15,7 5-31 0,-7-5-34 0,0 7-43 16,0-7-197-16,-17 17-425 0,2-8 188 0</inkml:trace>
  <inkml:trace contextRef="#ctx0" brushRef="#br0" timeOffset="145477.57">10751 12713 2020 0,'0'0'95'0,"0"0"14"0,0 0-35 0,0 0-27 0,12-20-11 16,-12 20-11-16,0 0-2 0,0 0-1 0,0 0 2 15,0-7-4-15,0 7 7 0,0 0 18 16,0 0 14-16,0 0 3 0,0 29 3 0,-1-15-1 16,-2 1-4-16,3 3-1 0,-1-1-5 0,1 0-7 0,2 1 9 15,0-2-13-15,1 1-4 0,2 0-2 0,3-1 5 16,-3-2-12-16,7-1 0 0,-5-4-3 0,0-1 2 15,2-1-1-15,0 1 5 0,1-6-1 0,3 0 1 16,-2 0 1-16,2-2 0 0,-1-2 6 0,0-1-13 16,5-4-3-16,0 1 3 0,-6-2-6 0,5 0 2 15,-3-4-4-15,-2 4 2 0,-2-1-2 0,2-4-3 16,1 0-6-16,-3-2 5 0,-2 1-4 16,1 0 1-16,-2 2-1 0,2-2 0 0,-3 4-5 0,-1 0 4 15,-1 5 0-15,-1-2-4 0,-2 7 4 0,3-9-7 16,-3 9-6-16,6-6-3 0,-6 6 10 0,0 0-12 15,0 0 2-15,0 0 3 0,0 0 0 0,0 0-2 16,0 26 0-16,-3-16 4 0,1-1-2 16,1 2-3-16,1-2 1 0,0 3 3 0,1-3 4 0,4-1 0 15,-1 2-4-15,0-4 2 0,3 0 0 0,0-3 4 16,3 2 1-16,1-1 0 0,5-3-3 0,0-2-1 16,2-1 0-16,0-1 0 0,1-1 6 0,-5-1-2 15,4-2-4-15,-6 3 6 0,-1-2 4 0,-1-1 0 16,1-1 1-16,-1-1-1 0,-2-1 7 0,-2 1-5 15,0-3-2-15,3-2-2 0,-5 2 1 0,-1 2 13 16,-1-3-14-16,0 2-6 0,-4-3-1 0,0 4-2 16,0-1-11-16,0 1-7 0,-1 2-17 0,3 8 5 15,-5-11-32-15,0 5-29 0,1 3-36 0,-3 0-50 16,7 3-49-16,-16-3-46 0,9 3-229 0,-1-2-541 16,8 2 241-16</inkml:trace>
  <inkml:trace contextRef="#ctx0" brushRef="#br0" timeOffset="145747.06">11453 12401 89 0,'8'-7'210'16,"1"2"-9"-16,1 2-9 0,-3 3 1 0,4 0-14 0,0 2 0 16,-1 3-4-16,0 3-13 0,2-1-7 15,-5 3-12-15,2 4-8 0,-4-2-9 0,3 4-12 16,-5-1-12-16,-2 1-2 0,-2 0-4 0,0 0-4 15,-3 0-3-15,-4 0-8 0,2-3 0 0,0-2-2 0,1-1-6 16,-1-1 6-16,1-3-13 0,2 1-6 16,-1-4-2-16,4-3-1 0,-6 9-6 0,6-9-5 15,0 0-4-15,-3 8-5 0,3-8-2 0,0 0-3 16,0 0-17-16,0 0-27 0,0 0-17 0,21-1-26 16,-12-1-40-16,1-2-50 0,4 1-66 0,2-1-58 0,-3 1-199 15,5 0-507-15,-4-1 224 0</inkml:trace>
  <inkml:trace contextRef="#ctx0" brushRef="#br0" timeOffset="145985.62">12037 12505 205 0,'0'0'262'0,"0"0"-6"0,-14-4-5 15,14 4-8-15,-18 7-6 0,5-2-12 0,2 1-14 16,-2 3-11-16,-5 3-1 0,-3 6 23 0,0-1-10 0,2 2-8 15,5-2-26-15,-3 2-12 0,5-4 2 0,1 0-42 16,2 0-6-16,3 0-10 0,3 2-11 0,-1-7-12 16,1 2-6-16,3-1-10 0,3-2-6 15,2 2 0-15,3-2-16 0,0-1-39 0,4-1-22 0,0-1-53 16,0-1-39-16,5-2-51 0,-5 0-71 0,3-3-85 16,-4 0-265-16,1 2-622 0,-12-2 276 0</inkml:trace>
  <inkml:trace contextRef="#ctx0" brushRef="#br0" timeOffset="146668.62">12412 11663 67 0,'0'0'244'0,"0"0"-15"16,2-7-19-16,-2 7-20 0,0 0-19 0,0 0-21 15,3-5-15-15,-3 5-8 0,16 2-18 0,-3-2-7 16,7 1-11-16,-2-1-10 0,4-1-6 0,6 1-8 16,-6 1-4-16,2 1-2 0,-3 0-4 0,-5-2-7 15,-3 0 6-15,1 0-4 0,-1 1-4 0,-2 1 0 16,-1-2-9-16,-2 1 0 0,-1 0-10 0,-1 1 2 15,2 1-5-15,-2 0-2 0,3 4 2 0,-4 1 13 0,1 1 2 16,1 7 3-16,-2 1 6 0,-1 9 5 0,-4 3 10 16,0 1 3-16,-7 16-7 0,5-11 5 15,-7 12-5-15,0 0 0 0,3-2-1 0,-1-9-2 0,-1 13 7 16,0-2-4-16,1-1-4 0,1-11-6 0,1 11 11 16,2-12-14-16,-1 12-6 0,-2-11 3 0,3 1-3 15,3 8-7-15,0-9 2 0,-2-1-5 16,2 2 8-16,0-2-6 0,0-2 0 0,4 0-8 0,-3 0-2 15,0 0 5-15,-1-1-4 0,0-1 2 0,3-1-13 16,-7 3-2-16,3 1 8 0,-3 1 5 0,0-1 6 16,-3-1-14-16,0 1 8 0,-4-3-8 15,-2-1-4-15,-1-3 5 0,1-1 2 0,-6-1 2 0,2-5-5 16,-6-1 0-16,0 0-4 0,-2-5-14 0,-2-3 17 16,4 1-4-16,-4-6-1 0,6 1 0 0,0-4-13 15,0-2 12-15,2-1 4 0,-4-3 0 0,4 0-22 16,0-1-36-16,4-4-24 0,-1 0-45 0,-1-3-37 15,2 0-41-15,3 0-56 0,2-3-57 0,1 1-277 16,3 0-629-16,2-3 279 0</inkml:trace>
  <inkml:trace contextRef="#ctx0" brushRef="#br0" timeOffset="148093.06">13285 12191 68 0,'0'0'160'16,"0"0"-4"-16,0 0-14 0,0 0-2 0,0 0-11 0,0 0-5 15,0 0-10-15,0 0-4 0,0 0-6 0,0 0-3 16,0 0-6-16,0 0 2 0,0 0-10 15,0 0-1-15,0 0-3 0,0 0-5 0,0 0-6 16,0 0-3-16,0 0-1 0,0 0 2 0,0 0-3 0,0 0-4 16,0 0-1-16,0 0-3 0,0 0-3 0,0 0-7 15,0 0-3-15,0 0-1 0,0 0-4 0,0 0-2 16,0 0-6-16,0 0 2 0,0 0-7 0,0 0-2 16,0 0-3-16,0 0 5 0,0 0-8 0,0 0-3 15,0 0 2-15,0 0-5 0,0 0 0 0,0 0-1 16,0 0-1-16,0 0 1 0,0 0-2 0,0 0-1 15,0 0-2-15,0 0 2 0,0 0-3 0,0 0-2 16,0 0-1-16,0 0 2 0,0 0-4 0,0 0 3 16,0 0-1-16,0 0 3 0,0 0-5 0,0 0 4 15,0 0-2-15,0 0 1 0,0 0-5 0,0 0 6 16,0 0 0-16,0 0 5 0,0 0 2 0,0 0-1 16,0 0 0-16,-6-4-1 0,6 4-3 0,0 0 2 15,0 0-3-15,0 0 5 0,-9-2-2 0,9 2 5 16,0 0-3-16,0 0 2 0,0 0 3 0,0 0 1 15,0 0-9-15,0 0 5 0,0 0-1 0,0 0 0 16,-6-3-4-16,6 3 0 0,0 0-2 0,0 0 5 16,0 0-7-16,0 0 3 0,0 0-4 0,0 0 1 15,0 0-1-15,0 0 3 0,0 0-4 0,0 0 1 0,0 0 1 16,0 0 1-16,0 0-1 0,0 0-3 0,0 0 3 16,0 0 1-16,0 0 0 0,0 0 6 15,0 0-2-15,0 0 5 0,0 0-8 0,0 0 6 16,0 0 3-16,0 0 1 0,0 0 1 0,0 0-5 0,0 0 5 15,0 0-5-15,0 0 1 0,0 0-3 0,0 0 3 16,0 0 1-16,0 0-4 0,0 0 0 16,0 0 1-16,0 0-5 0,0 0 1 0,0 0 1 15,0 0 0-15,0 0 0 0,0 0 2 0,0 0-1 0,0 0-3 16,0 0-1-16,0 0 2 0,0 0-2 0,0 0 0 16,0 0 2-16,0 0-3 0,0 0 0 0,0 0-1 15,0 0 2-15,0 0-4 0,0 0-1 0,0 0-2 16,0 0 2-16,0 0 1 0,0 0 0 0,0 0 0 15,0 0 0-15,0 0-4 0,0 0 7 0,0 0-3 16,0 0-2-16,0 0 3 0,0 0-2 0,0 0 4 16,0 0-6-16,0 0 5 0,0 0 0 0,0 0-3 15,0 0 2-15,0 0 3 0,0 0-4 0,0 0-1 16,0 0-4-16,0 0 5 0,0 0 1 0,0 0-3 16,0 0-1-16,0 0 2 0,0 0 1 0,0 0-3 15,0 0 6-15,0 0-8 0,0 0 2 0,0 0-1 16,0 0 0-16,0 0-2 0,0 0 6 0,0 0-1 15,0 0-3-15,0 0 1 0,29 0 10 0,-20 0-12 16,1 0 1-16,2 2-1 0,-1-2 3 0,0 0-8 0,3 1 10 16,3-1 1-16,0 0-8 0,5 0 15 15,-4 2-12-15,2 0 2 0,1-2 9 0,-2 1-8 16,-2-1-1-16,0 1-2 0,-3-1 3 0,-5 0-8 16,2 0 6-16,-4 1-2 0,-7-1 2 0,13 3-2 0,-13-3 0 15,11-1 3-15,-11 1-7 0,8-3 9 16,-8 3 1-16,0 0 2 0,0 0-2 0,0 0-3 15,10 3 11-15,-10-3-10 0,0 0 0 0,0 0-3 16,0 0 4-16,0 0-8 0,0 0 5 0,0 0-19 0,0 0-15 16,0 0-26-16,0 0-21 0,7 1-5 0,-7-1-24 15,0 0-39-15,5 8-48 0,-3-4-38 0,-2-4-43 16,9 6-151-16,-4-5-465 0,1 2 206 16</inkml:trace>
  <inkml:trace contextRef="#ctx0" brushRef="#br0" timeOffset="148640.91">14051 12011 118 0,'0'0'197'0,"0"0"-12"0,-4-6-4 0,4 6-7 0,0 0-6 15,0 0-3-15,0 0-9 0,-13 21-17 0,6-12-13 16,4 1-10-16,-1 3-4 0,2-2-7 0,-2 1-3 15,4 0-10-15,2 0-12 0,0 0-4 0,-2-3-5 16,6 2-7-16,-3 0-7 0,4 0-4 0,0-3 6 16,-1 2 3-16,3-3-5 0,1-1-1 0,0 0 2 15,1-1-3-15,-1-2-5 0,-1 0-4 0,4-3 1 16,-2 0-3-16,1 0-4 0,-1-3-4 0,0 2 5 16,-4-1-4-16,3-4 9 0,0 1-15 0,-1-3 3 15,-1 3-6-15,-2-4 0 0,2 1-3 0,-1 1-6 16,-1-3 2-16,-1 0-3 0,0 1-2 0,-2-1-1 15,-1 3-4-15,2-4 1 0,0 6 9 0,-4 5-10 16,3-12-5-16,-1 8-9 0,-2 4 3 0,0 0 0 16,0 0-1-16,0 0-3 0,0 0 11 0,0 0-11 15,0 0 3-15,2 23-1 0,-4-10-5 0,2 0 3 16,-2-1 2-16,2 2 1 0,-1-2-1 0,0-1 1 16,3 5-2-16,0-4 0 0,2-2 2 0,3-1 4 0,0-1-2 15,4-1-1-15,7-1 2 0,-2-3 1 0,4-2 0 16,0-2 1-16,0-3-1 0,1 1 4 15,-1-2-6-15,-2-2 3 0,0-1 3 0,-2-4 1 16,1 3-5-16,-5-2 3 0,2-1 15 0,-5 2 1 0,-1-3 2 16,-1-1-9-16,-3-1-4 0,2 1 5 0,-5 0 0 15,0-2-7-15,-2 4 2 0,0-4 1 0,-2 3-2 16,-2 1-3-16,3 2-1 0,-2-1 2 16,1 2-14-16,1 3-18 0,-1 0-22 0,3 6-27 0,-8-7-22 15,1 7-26-15,7 0-37 0,-18 1-40 0,6 1-43 16,1 1-229-16,-1 1-508 0,-2-2 225 0</inkml:trace>
  <inkml:trace contextRef="#ctx0" brushRef="#br0" timeOffset="148955.51">14708 11620 1 0,'9'-7'218'0,"6"-3"-7"0,-4 5-16 0,0 1-18 16,-1 6-8-16,1-1-3 0,-2 3-7 0,2 0-14 16,0 5-4-16,-2 7-9 0,-2-1-2 0,-1 1-9 15,-1 3-11-15,-5 1-8 0,-1 7-2 0,-7-8-11 16,3 0-2-16,-5-1-6 0,3 0-9 0,-3-1 2 16,0-3-2-16,5-3-3 0,-3-1-5 0,2-1 4 15,2-3-4-15,0 1-2 0,1-3-5 0,3-4-3 16,-3 8-6-16,3-8-6 0,-3 4-2 0,3-4 6 15,0 0-14-15,-4 7-5 0,4-7 2 0,0 0-3 16,0 0-9-16,17 2-12 0,-5-2-13 0,-1-2-15 0,9 2-27 16,0 0-40-16,3 0-53 0,4-2-71 15,-3 2-64-15,-4 0-172 0,3 0-487 0,6 2 216 16</inkml:trace>
  <inkml:trace contextRef="#ctx0" brushRef="#br0" timeOffset="149435.57">15613 11832 121 0,'0'-11'239'0,"0"11"-17"0,-2-9-19 16,2 9-15-16,0 0-18 0,-11 2-10 0,11-2 3 16,-22 21-9-16,3-1-3 0,-4 4-7 0,2 4-7 15,-9 11-1-15,0 1-3 0,11-12-9 0,1 4-4 16,2-1-10-16,2 2-8 0,0-4-7 0,2 0-7 16,4 3-9-16,1-4-4 0,3 1-5 0,2-4-11 15,2-6-4-15,2 1-6 0,2-2-6 0,2-2-2 16,3 0-6-16,1 1 1 0,4-4-8 0,0 0-3 0,4-1-16 15,5 1-15-15,3-4-23 0,2-1-29 0,-1-2-35 16,-1-3-49-16,-4 1-61 0,0-4-54 0,-1 0-206 16,-2-2-501-16,-3-2 221 0</inkml:trace>
  <inkml:trace contextRef="#ctx0" brushRef="#br0" timeOffset="149802.99">16004 11986 223 0,'2'-10'240'0,"-1"3"2"0,2 1-15 16,-3 6-12-16,3-8-21 0,-3 8-22 0,2-6-21 15,-2 6-12-15,0 0-12 0,0 0 12 0,0 0-11 16,-1 26-11-16,-2-10-4 0,-3 4-6 0,1 6 5 15,-4-1-5-15,2 2-12 0,1 1-7 0,-2-2-3 16,2-7-4-16,1 4-7 0,1 1-6 0,-1-5-4 16,1-2-11-16,2 0-2 0,-2-4-4 0,1-1-3 15,3-2-3-15,0 1-8 0,-1-5-5 0,0 1-1 16,1-7-1-16,0 12-4 0,0-12-1 0,0 8 1 16,0-8 2-16,7 8 0 0,-3-5-1 0,-4-3 1 15,12 5-4-15,0-5 8 0,-1 2-10 0,3-1-6 16,1-2-17-16,-2 0-5 0,2 0-19 0,3-3-22 15,3 1-27-15,-2 0-27 0,-3 1-32 0,3 0-34 16,-2-2-58-16,1-2-31 0,-5 3-211 0,1 1-509 16,3-5 226-16</inkml:trace>
  <inkml:trace contextRef="#ctx0" brushRef="#br0" timeOffset="150059.46">16427 12104 144 0,'-4'-4'220'0,"4"4"-9"0,0 0-15 16,0 0-16-16,0 0-13 0,-5-5-19 0,5 5-10 16,0 0-11-16,0 0-3 0,0 0-8 0,27 1-8 15,-10-2-2-15,3 0-16 0,1 1-9 16,9 0-6-16,-2-3-8 0,0 3-5 0,-1-2-11 15,-5-1-13-15,-1 0-21 0,1 3-27 0,-3-2-25 0,-1 0-27 16,-5 0-40-16,-2 1-27 0,-3 0-32 0,0-3-168 16,-3 2-354-16,-5 2 157 0</inkml:trace>
  <inkml:trace contextRef="#ctx0" brushRef="#br0" timeOffset="150290.91">16652 11930 70 0,'0'0'217'0,"0"0"-4"16,-7-9-7-16,7 9-13 0,0 0-19 0,-2-6-18 16,2 6-14-16,0 0-1 0,0 0 8 0,0 0-8 15,-5 32-6-15,3-16-3 0,1 2-6 0,0-1-14 16,-2 8-7-16,1-7-3 0,-1 1-9 0,3 0-7 16,-4 0 0-16,3 6-10 0,-2-9-9 0,1 1-7 15,-3 2-7-15,2-2-2 0,1 2-11 0,-1-4-21 16,0 3-25-16,0-4-27 0,0-1-35 0,2 2-38 15,-2-4-39-15,1 1-41 0,-3-4-49 0,1 2-160 16,0-4-427-16,1 1 189 0</inkml:trace>
  <inkml:trace contextRef="#ctx0" brushRef="#br0" timeOffset="150559.31">16953 11964 12 0,'4'-3'247'0,"-4"3"-17"16,4-8-19-16,-4 8-26 0,5-4-20 15,-5 4-15-15,0 0 10 0,0 0-6 0,4 20 1 16,-4-9-10-16,0 3-5 0,0 3-9 0,0 0-14 16,-4 0 0-16,1 0-7 0,1-1-8 0,-1 1-5 0,1-1-2 15,-2-4-16-15,1 4-6 0,2 0-8 16,0-4-9-16,0-1-1 0,-2 0-6 0,2 0-21 15,-2 0-21-15,2-1-17 0,-2-3-25 0,-1 2-31 16,2-3-37-16,1 0-33 0,-6-1-33 0,7-5-35 0,-6 7-198 16,-1-5-436-16,7-2 193 0</inkml:trace>
  <inkml:trace contextRef="#ctx0" brushRef="#br0" timeOffset="150981.22">16929 11940 90 0,'0'0'200'0,"2"-7"-3"16,-2 7-17-16,0 0-17 0,3-7-16 0,-3 7-15 15,0 0 3-15,0 0-1 0,0 0-9 0,0 0-12 16,17 11-9-16,-12-7-8 0,0 2-9 0,0 0-9 16,0-2-5-16,0 2-9 0,3-1 0 0,1 2-8 15,-4-4-8-15,1 2-2 0,1 0-2 0,0-1-6 16,0-2 0-16,-7-2-3 0,11 6-7 0,-6-5-3 15,3 1 5-15,-8-2-7 0,10 0 5 0,-10 0-2 16,11-3 0-16,-6 0-4 0,-5 3 0 0,10-6 0 16,-5 1 1-16,0 0-4 0,-1 0 4 0,0 0 0 15,2-5 1-15,-2 2-3 0,-2-1 2 0,4 0-1 16,-4 0-4-16,2 1 0 0,0-1 7 0,0 1 4 16,-4 8 3-16,2-10 11 0,-2 10-6 0,5-5-14 15,-5 5-5-15,0 0-3 0,0 0 1 0,0 0-6 16,0 0 1-16,5 15 6 0,-6-3-6 0,1-2-1 15,-1 6 4-15,-2 2 0 0,-2-2-1 0,3 2-2 16,-3-2 8-16,3 1-8 0,-2-1 3 0,1 1-1 0,0-2-5 16,0-2-1-16,1-2-3 0,-1 3-9 15,2-3-24-15,-3-2-24 0,3 1-29 0,1 0-37 16,-2-2-40-16,2-1-48 0,0-7-50 0,-3 16-155 16,3-16-445-16,1 6 197 0</inkml:trace>
  <inkml:trace contextRef="#ctx0" brushRef="#br0" timeOffset="151250.34">17483 11790 168 0,'8'8'225'0,"4"5"-5"0,-3 2-17 0,0 2-16 16,1 5-11-16,-4 3 3 0,2 2-17 0,0 0-10 15,-5 0-14-15,4 1-12 0,-3-1-13 0,2-3-9 16,-3 3-8-16,0-1-5 0,-1-7-4 0,-1 0-13 16,0-1-8-16,1 7-5 0,-5-5-5 0,2-3-1 15,-2 2-8-15,-6-2-3 0,4-1-3 0,-8 5-4 16,2-4-1-16,-8 2-11 0,3-6-27 0,0-2-26 16,-3 0-31-16,-6 1-43 0,1-2-47 0,2-4-58 15,-6 2-197-15,5-5-438 0,3 0 195 0</inkml:trace>
  <inkml:trace contextRef="#ctx0" brushRef="#br0" timeOffset="152661.34">16257 12475 8 0,'0'0'225'0,"-8"-6"2"15,4 2-7-15,4 4-11 0,-6-7-17 0,6 7-8 16,-4-8-12-16,4 8-12 0,-3-9-10 0,3 9-11 16,0 0-8-16,3-15-12 0,0 11-7 0,-3 4-5 15,10-11-7-15,-4 7 0 0,1 1-12 0,3-3-1 16,2 3-8-16,0-1-7 0,2 2-7 0,-2 1-4 16,0 2-11-16,1 1-5 0,-1 2-5 0,-2-1-3 0,-1 6-4 15,-1-3-9-15,-3 3 14 0,0 0-10 0,-3 3-7 16,-2-1-1-16,-1 0-2 0,-3 6 5 15,-2-1 2-15,-2 0-1 0,-2 0 3 0,0-2 1 16,-1-2-8-16,0 1 2 0,2-3-2 0,0-3 6 0,1 1-4 16,0-1-2-16,1 3 2 0,-3-7 6 0,5 4-6 15,-2-4-4-15,2 1-2 0,5-4 1 0,-7 5-5 16,3-2 2-16,4-3-3 0,-6 7-2 16,6-7-1-16,0 0-5 0,0 0 3 0,0 0-1 0,0 0-8 15,15 9-4-15,-4-8-19 0,3 1-14 0,8-2-18 16,6 0-21-16,4 0-29 0,1 0-41 0,-1-1-45 15,3-1-44-15,-2 0-247 0,0 2-525 0,0-3 233 16</inkml:trace>
  <inkml:trace contextRef="#ctx0" brushRef="#br0" timeOffset="154166.43">17967 11680 132 0,'0'0'195'15,"0"0"-8"-15,-3-5-19 0,3 5-16 0,0 0-15 16,0 0-19-16,-2-8-17 0,2 8-3 0,0 0 19 15,0 0-1-15,0 0-5 0,-6 28-6 0,6-12 0 0,2 3-9 16,-4 4-7-16,2 3-7 0,2 2-3 16,-1 1-1-16,2 0-2 0,-2 2 0 0,0-1-3 15,2 2 1-15,-2 0 2 0,-2 2-2 0,1 1 6 16,-2-3-13-16,0 3 2 0,-1 12-4 0,3-12-2 0,-1 1-5 16,-2-2 2-16,1 2-5 0,-2-4-1 0,1 1-6 15,1-2-3-15,-1 0-4 0,1 0-4 16,2-2-3-16,0 0 0 0,0-2-4 0,0-1-4 15,0 0-2-15,0-7-5 0,2 0 5 0,1-1-4 0,1-1-3 16,-2-1-2-16,1-5 5 0,1 2-8 0,-2-4-2 16,2 1 1-16,-3-3 0 0,2 0-2 15,-2 0-1-15,-1-7 1 0,5 6 2 0,-5-6 2 0,4 7 4 16,-4-7 1-16,3 4 7 0,-3-4 3 0,0 0-1 16,0 0 5-16,0 0-12 0,6 5-3 0,-6-5-12 15,0 0-1-15,13-3-13 0,-4-1-15 0,0 0-17 16,1-1-19-16,3 2-3 0,-2-2-22 0,2 1-33 15,0-2-43-15,1 0-47 0,5-2-51 0,-1 1-238 16,-1-1-538-16,2-4 238 0</inkml:trace>
  <inkml:trace contextRef="#ctx0" brushRef="#br0" timeOffset="155098.26">18659 11887 179 0,'-6'-3'201'0,"6"3"-10"0,0 0-17 0,0 0-6 16,-19 8-5-16,12 1-1 0,-5 4-2 0,1 9-12 15,1-4-13-15,-1 6-9 0,4-7-8 0,0 7-6 16,-1 2-4-16,-1-2-7 0,5 1-4 0,3-1-13 15,-2 1-3-15,3-6-10 0,4 1-4 0,0-1-5 16,0-1 3-16,3 0-17 0,4 1-1 0,-2-2-4 16,2-4-5-16,3 2-3 0,1 0-12 0,1-1-20 15,2-3-21-15,-3 0-35 0,2-3-43 0,1 1-45 16,1-3-48-16,-1 0-46 0,-6-2-145 0,0-3-412 16,1 0 183-16</inkml:trace>
  <inkml:trace contextRef="#ctx0" brushRef="#br0" timeOffset="155420.87">19071 11944 191 0,'0'0'231'0,"0"-9"-22"0,0 9-18 15,0 0-14-15,0 0-5 0,0 0 0 0,0 0-1 16,0 0-6-16,0 27-5 0,0-11-12 15,-1 3-7-15,-1 0-13 0,1-2-4 0,-2 8-6 16,1-7-7-16,1 1-10 0,-2-2-7 0,0 1-11 0,2 1-7 16,1-3-7-16,-1-3-6 0,0 0-8 0,-1-3 9 15,2 2-13-15,-1-2-8 0,1 0-4 0,0-3-5 16,1 0 0-16,-1-7-2 0,0 12-5 16,3-6 2-16,-3-6-3 0,6 10 2 0,-2-7 2 0,1-1-13 15,-5-2 5-15,16 3-12 0,-5 0-8 0,1 0-10 16,0-3-17-16,1-2-19 0,0 2-33 0,0 0-21 15,-2-2-38-15,3 2-43 0,-1-4-29 0,1 1-37 16,-2 1-192-16,0-1-472 0,4-1 209 0</inkml:trace>
  <inkml:trace contextRef="#ctx0" brushRef="#br0" timeOffset="155643.51">19453 12131 55 0,'0'0'247'0,"1"-5"-16"0,-1 5-11 15,0 0-16-15,0 0-15 0,0 0-21 0,7-3-9 16,-7 3 10-16,0 0-1 0,0 0-3 0,-3 21-3 16,0-11-15-16,3-1-10 0,-1 3-8 0,1 0-15 15,-2 1-6-15,2 0-9 0,-2-1-15 0,2 3-7 16,-3 1-4-16,3-4-8 0,-2 1-7 0,1 0-20 16,0-2-27-16,1 0-20 0,0-1-35 0,0-1-19 15,1 1-29-15,-1-3-34 0,3 0-45 0,-3-7-34 16,5 9-36-16,-3-6-147 0,5-1-420 0,-7-2 186 15</inkml:trace>
  <inkml:trace contextRef="#ctx0" brushRef="#br0" timeOffset="155818.06">19643 12110 118 0,'0'0'194'0,"3"-6"-19"0,-3 6-8 16,0 0-7-16,8-6-13 0,-8 6-13 0,12 0-12 15,-1-3-14-15,0 3-13 0,2-1-13 0,-4 1-22 16,4 0-24-16,1 1-32 0,-5-1-32 0,3 1-30 16,-1-1-25-16,-2 0-25 0,-9 0-114 0,14-2-239 0,-14 2 107 15</inkml:trace>
  <inkml:trace contextRef="#ctx0" brushRef="#br0" timeOffset="156003.1">19780 12007 153 0,'-4'-7'187'0,"4"7"-8"0,0 0-6 15,-4-6-18-15,4 6-20 0,0 0-8 0,0 0-1 16,0 0 16-16,0 0-2 0,-3 28-8 16,1-18-5-16,1 1-9 0,-2 6-5 0,0 0 2 0,1-1-17 15,-1 3-9-15,-1-2-8 0,1 0-9 0,1 2-3 16,-1 1-7-16,1-7-9 0,0 2-15 0,1 0-30 16,0-2-25-16,1 2-43 0,-2-5-47 15,2 0-56-15,2 0-51 0,-1-1-142 0,0-4-385 0,-1-5 171 16</inkml:trace>
  <inkml:trace contextRef="#ctx0" brushRef="#br0" timeOffset="156232.94">20037 12030 38 0,'3'-6'262'0,"0"1"-16"0,-3 5-27 16,0 0-21-16,4-5-10 0,-4 5-5 0,0 0-8 15,0 0-1-15,7 21-5 0,-7-9-8 0,-2 0-17 16,2 4-15-16,-2-1-9 0,1 2-12 0,-1 0-12 16,0 0 2-16,-1-4-19 0,2-2-9 0,-2 6-10 15,1-5-31-15,-2-1-30 0,1 1-24 0,1-2-27 16,-2 2-36-16,1-2-47 0,0-4-48 0,0 1-35 16,-2-3-156-16,5-4-406 0,-5 7 180 0</inkml:trace>
  <inkml:trace contextRef="#ctx0" brushRef="#br0" timeOffset="156588.62">20042 12024 89 0,'1'-6'215'0,"-1"6"-13"0,3-10-20 0,-3 10-16 16,3-7-12-16,-3 7 3 0,0 0-10 0,0 0-17 16,0 0-1-16,0 0-6 0,16 10-7 0,-11-5-11 15,2 1-4-15,-2 0-9 0,3 1-7 16,-1-3-5-16,2 0-9 0,0 0-2 0,0 1-7 0,-1-2-8 15,1 0-3-15,-2-2-1 0,5 0-5 0,-2-2-6 16,-10 1 3-16,19-5-1 0,-13 3-5 0,3-1 4 16,-1-3-5-16,2-1 2 0,-3 1-4 15,-1-1-1-15,2 0-1 0,-3-1-1 0,2 0 1 0,0-1-2 16,-1 0-3-16,1 2-6 0,-1-3 14 0,-1 3-2 16,-1 2 2-16,0-1 5 0,-4 6 1 0,5-8-3 15,-5 8-6-15,7-4 4 0,-7 4-17 16,0 0-7-16,0 0 0 0,0 0 4 0,11 12-7 0,-10-2 5 15,-1 1-3-15,1 1 1 0,-2 5 0 0,0-5-6 16,0 5 1-16,-1-2 4 0,2 1-5 0,-2-1 0 16,-1-1-18-16,1-5-24 0,1 3-23 0,-5 4-31 15,5-6-40-15,0 0-64 0,1-3-44 0,0-7-233 16,0 12-512-16,0-12 227 0</inkml:trace>
  <inkml:trace contextRef="#ctx0" brushRef="#br0" timeOffset="156832.53">20575 11846 44 0,'7'-3'237'0,"-7"3"2"0,13 2-5 0,-2 2 1 16,-3 5-11-16,3 2-4 0,-1 4-11 0,-2 2-10 15,3 7-8-15,-2 1-8 0,-2 0-15 0,-2-1-14 16,-1 1-14-16,1 0-2 0,-4-1-13 0,0 1-14 15,-2-5-9-15,-2 1-12 0,-2-2-8 0,-1 5-10 16,-3 2-1-16,-5-1-17 0,0-3-29 0,-5-1-16 16,-2 0-31-16,0-4-33 0,-2 2-33 0,1-2-37 15,-3-2-53-15,1-3-62 0,5-3-235 0,1-2-514 0,-1-2 227 16</inkml:trace>
  <inkml:trace contextRef="#ctx0" brushRef="#br0" timeOffset="158460.97">21040 11872 130 0,'-1'-7'219'0,"1"7"-12"15,-5-14-14-15,1 9-14 0,-1 2-14 0,5 3-12 16,-11-7-14-16,11 7-5 0,-15 4-3 0,6 2-8 16,-3 7-8-16,1 3-10 0,-4 7-1 0,5 2-6 15,1 3-7-15,-1-1-5 0,5 3-6 0,-1-2-9 16,1 1-7-16,4-1-3 0,0 0-6 0,1-3-3 15,2 1-6-15,2 0-1 0,1-3-5 16,2 1-5-16,2-6-3 0,0 0-4 0,0 0-13 0,3-3-21 16,0 1-25-16,-1-3-34 0,3-1-41 0,-3 2-45 15,-1-7-42-15,1 2-36 0,-3-3-141 0,2-2-399 16,-2-1 177-16</inkml:trace>
  <inkml:trace contextRef="#ctx0" brushRef="#br0" timeOffset="158693.46">21347 11958 177 0,'0'0'205'0,"0"0"-1"0,0 0 9 16,0 0-3-16,0 0-12 0,3 29-4 0,-6-13-15 15,2 2-11-15,1 2-15 0,-3-1-10 0,-1 8-17 16,2-7-14-16,0 5-1 0,0 2-16 0,-2-1-12 15,0 2-9-15,2-4-5 0,-1-5-13 0,1 0-21 16,-1-3-26-16,0 1-27 0,1-2-40 0,3 1-34 16,-2-5-64-16,3-1-42 0,-2-1-184 0,2-3-415 15,-2-6 184-15</inkml:trace>
  <inkml:trace contextRef="#ctx0" brushRef="#br0" timeOffset="158870.51">21500 12113 138 0,'16'0'182'0,"-1"-1"-11"15,5-1-10-15,1 2-17 0,7 0-19 0,-8 0-9 16,3 2-16-16,-1-3-24 0,-1 4-35 16,-2-2-27-16,-1 1-45 0,-3-2-30 0,-3-2-32 15,-1 1-88-15,-5 0-196 0,3-1 88 0</inkml:trace>
  <inkml:trace contextRef="#ctx0" brushRef="#br0" timeOffset="159069.25">21722 11973 70 0,'0'0'183'0,"0"0"-11"0,0 0-12 0,0 0 6 16,0 0 15-16,0 0-7 0,-8 18 3 0,7-6-13 15,-1-1-14-15,1 5-5 0,0 3-9 0,-1-2-12 16,0 3-10-16,0-1-12 0,1 0-6 0,0 0-11 15,1-2 5-15,-1 1-26 0,1 2 2 0,1-4-33 16,0 2-24-16,0-1-35 0,1-5-34 0,0-1-46 16,2-1-38-16,1 0-44 0,-3-3-169 0,0-1-385 15,-2-6 170-15</inkml:trace>
  <inkml:trace contextRef="#ctx0" brushRef="#br0" timeOffset="159469.1">22013 11840 98 0,'2'-4'216'0,"-2"4"2"0,0 0 6 0,0 0-10 16,6 22-3-16,-5-5-8 0,-1 2-13 0,0 7-10 16,-3 1-9-16,2 1-19 0,1-4-14 0,0 1-9 15,-1 0-8-15,-1-9-3 0,2 1-14 0,0-1 1 16,0 0-9-16,0-4-12 0,2-1-6 0,-1-2-8 15,2 1-9-15,-5-4-2 0,2-6-9 0,2 10 3 16,-2-10 0-16,0 9 8 0,0-9 1 0,0 0 5 16,2 6 4-16,-2-6 10 0,0 0-14 0,0 0-1 15,0 0-10-15,0 0-5 0,0 0-3 0,0 0-9 16,0 0-8-16,5-29-5 0,0 17-12 0,2 1-9 16,-2-1-3-16,5-4-5 0,3 2-9 0,-3 0 2 15,2 3-5-15,0-2 2 0,-1 5-4 0,-1 1 3 16,4 0-2-16,-5 4 1 0,1 3 2 0,1 0 0 0,0 2 0 15,1 2 2-15,-4 3 0 0,0 0 2 0,-2 5 1 16,-1-1 2-16,2 4-2 0,-5 1 1 16,-2 1 4-16,0-2-12 0,-1 0-24 0,-2 1-27 15,0 1-21-15,1 0-39 0,0-1-42 0,-1-3-55 0,3-2-57 16,0 1-207-16,0-7-529 0,0-5 234 0</inkml:trace>
  <inkml:trace contextRef="#ctx0" brushRef="#br0" timeOffset="159749.44">22490 11964 8 0,'0'0'261'16,"0"-10"-19"-16,1 5-14 0,-1 5-19 0,4-8-20 16,-4 8-13-16,0 0 3 0,0 0 8 0,0 0-11 15,-12 23-1-15,6-9-9 0,-1 3-7 0,-1 2-8 16,1-1-8-16,-2 0-13 0,0 4 3 15,-1 2-7-15,4-5-2 0,-2 6-11 0,-1-2-16 0,3 3-3 16,2-6-10-16,1-1-9 0,1 0-6 0,-1-2-7 16,3 1-14-16,-1-2 4 0,2 0-6 0,0 2-3 15,1-7-3-15,-2 0-13 0,1 0-22 0,0-1-24 16,-1-2-37-16,0 0-26 0,0-8-22 0,-1 13-20 16,-2-7-27-16,3-6-37 0,-4 11-51 0,4-11-21 15,-2 6-206-15,2-6-504 0,-9 0 222 0</inkml:trace>
  <inkml:trace contextRef="#ctx0" brushRef="#br0" timeOffset="159914.72">22308 12158 152 0,'15'-3'156'0,"2"2"-18"0,3-2-18 0,9 5-14 16,-1-2-15-16,-2 1-42 0,-5 0-29 0,2 2-28 15,-3 1-28-15,3-3-13 0,-3 4-75 0,0 0-133 16,-7-1 59-16</inkml:trace>
  <inkml:trace contextRef="#ctx0" brushRef="#br0" timeOffset="160183.57">22634 12230 29 0,'0'0'107'16,"0"7"10"-16,0-7 7 0,0 0 5 0,0 0 18 16,0 0 10-16,0 0-5 0,0 0 3 0,0 0-12 0,8 2-13 15,-8-2-11-15,0 0-1 0,16-9-5 0,-6 5-1 16,-1-1-13-16,3-1-6 0,2-2-10 0,0 2-7 15,1-4-2-15,-1 1-8 0,-2-2 3 16,0 0-9-16,-4 0-1 0,0 1-9 0,-2-2-4 0,0 2-5 16,-1 0-5-16,-4 1-1 0,3 2-3 0,-4 1-5 15,0 6-3-15,-4-14 0 0,4 14-4 0,-12-5-6 16,2 5 4-16,-1 2 1 0,-1 1 3 0,-4 3 6 16,-1 4 0-16,-1-1 4 0,3 2-2 0,-1 3 0 15,4-3-2-15,0 6-5 0,3-3 3 0,1 1-6 16,3 2 0-16,3-1 0 0,2 0-2 0,2 1-11 15,3-6-5-15,5 5-33 0,2-5-24 0,2 1-42 16,0-3-43-16,6-1-59 0,-1-2-61 16,7 3-152-16,0-3-446 0,5-3 197 0</inkml:trace>
  <inkml:trace contextRef="#ctx0" brushRef="#br0" timeOffset="160585.4">23176 11850 52 0,'7'9'230'0,"5"1"-9"0,-2 6-4 0,7 6-11 15,-6 4-3-15,2-2-11 0,-3 4-12 0,-2 1-15 16,-2 2-17-16,-1 1-4 0,-3-1-15 0,-4 4-8 15,1-3-14-15,-4 4-7 0,-2-2-12 0,-1-1-7 16,-4 2-12-16,-7 6-8 0,4-9-21 0,-4-4-23 16,-2 1-31-16,-2 0-26 0,0-5-45 0,-1 1-41 15,0-2-42-15,1-3-55 0,-2-1-130 0,-2-3-382 16,2-2 169-16</inkml:trace>
  <inkml:trace contextRef="#ctx0" brushRef="#br0" timeOffset="161681.09">23397 12175 149 0,'0'0'149'0,"0"0"-6"15,0 0-7-15,0 0-11 0,0 0-5 0,0 0-2 16,0 0-10-16,0 0 2 0,0 0-5 0,0 0-1 16,0 0-3-16,0 0-1 0,0 0-4 15,0 0-3-15,0 0-9 0,0 0-11 0,0 0-4 0,0 0-4 16,0 0-4-16,0 0 1 0,0 0-3 0,-28 0-5 16,28 0-2-16,0 0 2 0,-10-2-3 0,10 2-2 15,0 0-9-15,0 0 0 0,-8-1-3 0,8 1-3 16,0 0-2-16,0 0-5 0,0 0-2 0,0 0 3 15,0 0-2-15,31-3-2 0,-14 5-2 0,1-4-5 16,3 1-2-16,-1 1 3 0,-2-1-3 0,1-1 3 16,-1 2-1-16,1-2 3 0,-1 2-2 0,-4-1 3 15,0 2-1-15,-3-2 1 0,-1 1 0 0,1 0 4 16,-3 0-2-16,0-2 0 0,-8 2-1 0,10 0 1 16,-10 0-1-16,10 0-1 0,-10 0-5 0,0 0 1 15,10-1-6-15,-10 1 3 0,0 0-2 0,0 0-3 16,8 1 0-16,-8-1-6 0,0 0-16 0,0 0-13 15,0 0-23-15,0 0-27 0,9 2-27 0,-9-2-23 16,0 0-34-16,0 0-41 0,0 0-47 0,0 0-135 0,0 0-414 16,0 0 183-16</inkml:trace>
  <inkml:trace contextRef="#ctx0" brushRef="#br0" timeOffset="162006.37">24367 11613 216 0,'0'-6'266'16,"3"0"-25"-16,-3 6-23 0,2-10-19 0,-2 10-25 0,2-6-17 15,-2 6-15-15,0 0 1 0,0 0 2 0,0 0-7 16,4 32-9-16,-2-13-10 0,0 0 4 0,1 6-8 15,-2 2-6-15,1 1-4 0,-1-1-6 0,-1-2-3 16,1 0-6-16,1-6-10 0,0 0-7 0,-2-1-10 16,0 0-6-16,-2 1-4 0,1-2-2 0,1 1-6 15,-2-1-4-15,1-1-3 0,-4-2-7 0,2-1-8 16,0-2-18-16,-2 1-21 0,0 2-26 0,1-1-23 16,-4 1-18-16,3-5-39 0,-4 1-37 0,4-2-41 15,1 1-24-15,-2 1-22 0,1-2-159 0,1-3-438 16,-1-2 193-16</inkml:trace>
  <inkml:trace contextRef="#ctx0" brushRef="#br0" timeOffset="162203.57">24116 12168 109 0,'0'0'195'0,"0"0"-2"0,0 0-9 0,0 0-10 16,39 4-7-16,-19-5-11 0,10 2-11 0,0-2-13 15,2 2-9-15,3-1-16 0,-1-4-6 0,2 4-11 0,-3-3-9 16,-1 1-8-16,1 4-10 0,-6-4-23 16,3 1-33-16,-10 2-32 0,-5 1-38 0,-3-4-45 15,0 2-43-15,-5 2-149 0,-7-2-323 0,0 0 144 16</inkml:trace>
  <inkml:trace contextRef="#ctx0" brushRef="#br0" timeOffset="162730.71">24019 12462 99 0,'-9'7'228'0,"0"5"-9"0,0-1-4 16,0 2-15-16,3-3-18 0,0 1-11 0,1 0-18 15,0 1-10-15,2-2-13 0,0 3-15 0,3-3-3 16,0 2-4-16,2-1-4 0,0 1-2 15,2-2-2-15,1 0-5 0,4-1-8 0,-1-1 2 0,1 0-16 16,1-2-6-16,1-1 16 0,1 1-8 0,2-3-3 16,-4 0-6-16,2-1-6 0,0-2-4 0,-1 0-5 15,-1-2-4-15,3 0-3 0,-3-2-6 0,0 0-3 16,2-3-5-16,-3-2 1 0,0 2-3 0,0-2-6 16,1-4-1-16,-4 2-3 0,2 1-6 0,-2-1 1 15,-1 0-1-15,-1 2 0 0,0-1 0 0,0 1 0 16,-2 4 4-16,1 0-2 0,2 0-5 0,-5 5 0 15,0 0-8-15,4-7 0 0,-4 7 1 0,0 0-2 16,0 0-3-16,0 0 3 0,4 18 0 0,-3-11 5 16,-1-7-6-16,1 17 7 0,1-9-4 0,1 0-3 15,1 1 2-15,0-2-1 0,2-2 1 0,-1 1 8 16,5 0-5-16,-1-3 1 0,-1-1 7 0,4 0 3 16,-2-2-3-16,2-2 0 0,-1 0 3 0,1 2 2 15,2-4 3-15,-4 0 4 0,0-2 6 0,2 0 0 16,-5-1-5-16,1 0-1 0,3 0-1 0,-4-1 2 15,-3 1 4-15,2-5 5 0,-2 3-17 0,1-2-1 16,-1 1-2-16,-3-1-1 0,2 2-1 0,-3-1-9 16,0 3-9-16,0-3-14 0,0 10-16 0,-3-13-17 15,3 13-15-15,-2-10-26 0,2 10-23 0,-7-4-13 16,7 4-18-16,-9-1-38 0,9 1-39 0,0 0-40 16,-19 5-201-16,11-1-506 0,1-2 224 0</inkml:trace>
  <inkml:trace contextRef="#ctx0" brushRef="#br0" timeOffset="163013.54">24583 12328 140 0,'14'-6'197'0,"-5"2"-5"16,1 2-15-16,2 0-13 0,-5 2-1 15,2 3-14-15,1 2-9 0,-4 0 1 0,0 0-8 16,-1 3-5-16,0 2-3 0,0-2-5 0,-6 2-1 0,1 0-6 15,0 1-6-15,-1-2-4 0,-3 1-6 16,2 0-9-16,-4-2-1 0,1-1-6 0,1 0-5 16,-2 1-6-16,3-5-2 0,3-3-12 0,-5 8 1 15,5-8-9-15,-4 6-4 0,4-6-1 0,0 0-5 0,-5 4-8 16,5-4-6-16,0 0-3 0,0 0-9 0,16 2-15 16,-5-4-19-16,2 1-27 0,1 0-24 15,4-1-46-15,0-3-52 0,-5 3-41 0,4-1-55 0,-4-1-140 16,0 1-438-16,0 1 193 0</inkml:trace>
  <inkml:trace contextRef="#ctx0" brushRef="#br0" timeOffset="163269.57">25075 12373 215 0,'0'0'253'0,"0"0"-12"0,0 0-7 0,-13-5-11 0,13 5-9 15,-19 4 2-15,4 3 4 0,-3 3 2 0,-6 4-1 16,-2 1-3-16,0-1-8 0,-1 0-12 0,2 2-19 16,1-3-11-16,10-2-10 0,-2 1-28 0,6-1-11 15,1-1-9-15,1 1-13 0,3-2-5 0,1 1-9 16,4-2-5-16,0 1-7 0,4 0-13 0,4-1-21 16,3 0-19-16,4-2-31 0,4 0-31 15,0-1-37-15,3-2-39 0,-1-1-39 0,0-4-53 0,-1 2-66 16,0-3-56-16,-7 2-173 0,-1-5-550 0,-1 2 243 15</inkml:trace>
  <inkml:trace contextRef="#ctx0" brushRef="#br0" timeOffset="164754.99">25091 11630 136 0,'-6'-3'176'0,"6"3"-5"0,0 0-9 0,-7-4-13 16,7 4-3-16,0 0-5 0,0 0-13 0,0 0-6 16,0 0-12-16,0 0-14 0,13-9-5 0,-2 8-6 15,0-1-13-15,3 1 0 0,4-2-10 0,-2 1-7 16,-4-2-2-16,7 3-2 0,-8 1-5 0,1-2 0 15,-1 2-1-15,0 0 3 0,-1-2-5 0,2 2 2 16,-6-2-3-16,-6 2 0 0,12 0-5 0,-12 0 5 16,9-2-5-16,-9 2-1 0,0 0-3 0,0 0-5 15,9-1-6-15,-9 1-3 0,0 0-3 0,7 3-3 16,-7-3 1-16,3 7 2 0,-1 1-1 0,-2 3 4 16,0 1 0-16,-2 5 1 0,2 7 5 0,-1 0 5 15,-1 3-1-15,-3 1 6 0,5 1-10 0,-7 1 10 16,5 0 1-16,0 1 2 0,0-2 4 0,0 2-7 15,-3-2 0-15,3 2-6 0,1-1-1 0,1-2-1 16,0-1 0-16,3 3-5 0,-5-2 0 0,4 2-4 16,-1 0-2-16,-1 1 2 0,1-2-2 0,-1-2-3 15,3 0 0-15,-3-1-1 0,0-1-1 0,-3-4-1 0,2-2 0 16,2 5-2-16,-2-5 2 0,-2 0-4 0,2-2-1 16,0-1 1-16,-4 0 0 0,2-1-3 15,3-2 0-15,-2-2 1 0,1 1-1 0,-2-1-2 16,-1-2-1-16,-1 3 3 0,4-3-2 0,-4 1 5 0,1-2-4 15,-1 1 14-15,0-4-7 0,-2 3 3 0,1-1-2 16,-2-2 4-16,-2 2-2 0,3-3 0 0,-3 2 0 16,0-1-1-16,1 1-1 0,0-2-3 15,0-1 1-15,-1 0-2 0,0-1 31 0,1 1-14 0,-1-3-17 16,-1 2-1-16,5-1-19 0,-6-2-20 0,2 1-19 16,10 0-28-16,-16-2-38 0,8-1-38 15,2 1-50-15,0-3-43 0,6 5-224 0,-10-11-513 0,8 3 227 16</inkml:trace>
  <inkml:trace contextRef="#ctx0" brushRef="#br0" timeOffset="164990.66">25734 12098 44 0,'4'-4'270'0,"0"-1"-30"16,-4 5-15-16,9-8-7 0,-5 4-11 0,1 2-19 16,4-2-18-16,0 2-18 0,4 1-12 0,1-1-15 15,5 0-13-15,-2 2-13 0,0 1-19 0,-3 0-35 0,5 2-29 16,-6-3-33-16,-2 3-53 0,3 0-35 16,-3-1-43-16,-2 2-29 0,-2 0-126 0,-1-2-328 15,-1 1 147-15</inkml:trace>
  <inkml:trace contextRef="#ctx0" brushRef="#br0" timeOffset="165152.4">25818 12192 11 0,'-6'2'199'0,"6"-2"6"15,-11 1 7-15,11-1-6 0,-9 3-6 0,9-3-14 16,-7 0-16-16,7 0-15 0,0 0-14 0,0 0-15 16,0 0-6-16,0 0-10 0,0 0-12 0,20 9-19 15,-7-8-22-15,8 0-26 0,0 1-28 0,8-2-34 16,0 0-41-16,2 0-39 0,-1-2-50 0,1 0-28 15,-1-1-103-15,3-1-314 0,-1-1 139 0</inkml:trace>
  <inkml:trace contextRef="#ctx0" brushRef="#br0" timeOffset="165490.59">26620 11962 95 0,'0'0'219'0,"0"0"-10"16,0 0-7-16,-22 7-10 0,11-1-3 15,-5 4-5-15,-2 2-6 0,-1 5-5 0,-4 2 1 16,0 1-3-16,0 0-8 0,4-2-11 0,5-1-7 0,-1-1-7 16,0-1-15-16,4 0-10 0,3 0-11 0,0 0-9 15,4 1-6-15,0-1-5 0,6-4-11 16,0 0-7-16,2 1 4 0,6-3-2 0,3 1-3 16,3 0-9-16,0-3-2 0,2-1-7 0,-1-2 1 0,4-1-6 15,-3-2 2-15,0-1-1 0,2-1-3 0,-3-3-3 16,2 1 0-16,-1-3 6 0,-3-3-2 0,-1-3-12 15,-1 1 4-15,-4-3 2 0,3 1 5 0,-8-4-7 16,3 0 2-16,-5 2-7 0,-4-3 0 0,-2 0-13 16,-3 0 10-16,-3 2-4 0,-3 2 5 0,-7-3-9 15,-2 1-3-15,-1 3-1 0,-2 3-19 0,-4 3-22 16,0 4-25-16,-5 2-35 0,-1 1-42 0,-1 6-43 16,-3 1-61-16,1 1-73 0,2 2-250 0,-16 5-605 15,14-8 268-15</inkml:trace>
  <inkml:trace contextRef="#ctx0" brushRef="#br0" timeOffset="179152.53">4194 13573 126 0,'-9'-4'162'0,"-5"1"-8"15,-3 3-8-15,-3-3-8 0,2 3-6 0,-1 3 1 16,-4 0-14-16,4 1-6 0,-1 2-5 0,-1 1-1 15,1 0-26-15,1 1-1 0,3 3-8 0,0 2-6 16,5-1-8-16,-2 1-6 0,7-1-7 0,2-1-3 16,1 2-5-16,2 2-1 0,4 2-2 0,4-1-3 15,2-3-1-15,3 1-5 0,1-2 0 0,2 0-2 16,2-3-4-16,2-1-1 0,2-1-3 0,6-2 0 16,-5-2 4-16,0-2-4 0,-1-1-2 0,-1-1-2 15,0-2 0-15,-7 2 0 0,-1-1 0 0,0-1-3 16,-2-1 5-16,-2 0-5 0,-3 1 4 0,-1-2-2 15,-4 5 3-15,1-8-4 0,-1 8 1 0,0 0 0 16,-15-11-6-16,6 10 3 0,-1 1-4 0,-4 0 1 16,-6 1 3-16,-1 3-3 0,-7 3 0 0,0 1 0 15,1 1 0-15,2 4 1 0,0 0 0 0,1 3 7 16,2-1 2-16,5-2-1 0,2 1 2 0,2-3-6 16,0 2 0-16,3 3 3 0,2-2-3 0,4-3 1 15,2 1-4-15,1 5 4 0,3-5-2 0,5 2-2 16,2-1-1-16,3 3-16 0,2-4-28 0,3-3-19 15,1-1-22-15,4-3-26 0,6 2-12 0,2-6-11 16,2-1-11-16,0 0-3 0,2-3 6 0,1-2-3 16,0-1 16-16,1-3 8 0,1-1 12 0,10-7-2 15,-12 6 19-15,-1-5 5 0,1-1 15 0,-2 0 4 16,-5 0 13-16,-2-1 14 0,-4-1 14 0,-2-2 12 16,-8 6 6-16,-1-2 12 0,-1 2 11 0,-4-1 2 15,-2 0 14-15,-3 4 7 0,-1-1-3 0,-2 2 10 16,-1 2 13-16,-1 1-2 0,-3 1 7 0,-1 0 2 15,-1 4 6-15,-4-1 0 0,-5 4 11 0,-1 4 0 16,0 2 6-16,-6 3-9 0,4 1 2 0,-2 5-6 16,1 2-2-16,2-1-5 0,6 0-9 0,1-3 1 15,4 1-13-15,3-3-2 0,-1 0-5 0,2-1-6 16,3 1-1-16,2-2-6 0,1 1-6 0,0-3 7 16,4-1-7-16,-1-2-1 0,0 1-2 0,4-3-3 15,1-1 1-15,2-2-5 0,1-2 2 0,2-3-3 16,-1 2 6-16,-1 0-1 0,0-3-9 0,-2 0-3 15,3 0 4-15,-2-4-5 0,-3 3 2 0,-2 1 0 16,2-3-2-16,-4 7 0 0,1-3 0 0,-1 0-2 16,-4 6-2-16,5-5-5 0,-5 5 1 0,5-4-2 15,-5 4 1-15,0 0-1 0,10 10 1 0,-7 1 0 16,-3 0 1-16,1 6-1 0,-1 1 0 0,1 7 2 16,-1-4 2-16,-1 3 2 0,1 2 4 0,-1-6-1 15,-1 6 5-15,1-7-6 0,0-1 2 0,1-2-5 16,-1-1 1-16,2-2 2 0,-1-3-1 0,-1 0 0 15,1-3 0-15,1 0-1 0,-1-7 3 0,0 8 4 16,0-8 9-16,0 0 10 0,1 9 10 0,-1-9 0 16,0 0-10-16,0 0-3 0,0 0 2 0,20-20-9 15,-8 8 4-15,-3-2-3 0,1-1-2 0,3-2-4 16,-1-6 0-16,0-5-5 0,2 5 0 0,-1-3-7 16,1 0 3-16,-2-1-12 0,4 2 7 0,-4-1-3 15,1-3-3-15,-1 4 4 0,-1 2 3 0,3-2-2 16,-8 10 0-16,-1 5 1 0,-1-1 4 0,-1 2 2 15,-1 3 2-15,6-2-5 0,-8 8 3 0,5-9-10 16,-5 9-1-16,0 0 2 0,0 0 2 0,0 0-1 16,8 28 2-16,-7-11 1 0,-1 2-1 0,0 0 1 15,1 7 7-15,-1-6-10 0,0-1 4 0,2-1-2 16,0 0 1-16,-2-2-1 0,1-3 5 0,3-1-6 16,1 0 6-16,-1-1-4 0,1-3 3 0,-1 0 2 15,4-1-2-15,-3-3 3 0,2 0-1 0,1-2-1 16,1-4 0-16,-9 2-1 0,21-6 4 0,-9 3 4 15,5-6-8-15,-5 1 2 0,4 0-3 0,-4-4-1 16,0-1 4-16,-1 0-4 0,-1-2 0 0,-1-2-3 16,-3 1 3-16,-1 0-3 0,-1-3 1 0,-1 5-2 15,-1 1 1-15,2-2-1 0,-3 6-1 0,-2-3 1 16,1 12-1-16,1-10-3 0,-1 10-3 0,0 0-4 16,0 0 3-16,0 0-1 0,0 0 3 0,0 0 3 15,0 0-1-15,0 0-1 0,3 34 1 16,1-22 2-16,-3 0 1 0,1-1 0 0,2 6 0 0,-1-3 3 15,2-4-4-15,0 3-14 0,4 0-5 0,-1-4-11 16,-1 0-8-16,4-2-11 0,5 0-1 0,0-2-10 16,3-1-2-16,4-4-1 0,5 0-7 0,0-3 7 15,1-2-3-15,2-2 0 0,-4 1 5 0,0-5 6 16,-2 2 2-16,-6-1 10 0,-1-1 1 0,0-1 10 16,-2 0 13-16,-1 1 1 0,-3-4-8 0,-1-1 1 15,-5 5 9-15,1-4 6 0,-3 2 8 0,-3 2 12 16,-1 0 3-16,0 11 3 0,-8-19 5 0,-1 12 0 15,-1 3 14-15,-1 2 1 0,-5 2 4 0,0 3 2 16,-2 2 5-16,1 4 1 0,-7 5 4 0,11-1-3 16,-2-1-1-16,2 4-4 0,0-2 2 15,4 0-7-15,1 0-2 0,2 0-2 0,1-1-4 0,5-1 0 16,1-1-4-16,1-1-4 0,4 0 1 0,-1-3-5 16,3 1 5-16,2-4-6 0,0-1 1 0,2-1-2 15,2-3 2-15,-2 0-5 0,6-3 4 16,-2-2-3-16,0-1 2 0,0 1-8 0,-2-5 1 15,-5 6 5-15,-2-5-1 0,2 2-3 0,-1 0 1 16,0-1-2-16,-3 1-2 0,-1-4-2 0,-2 4 1 0,-2 8 1 16,4-12 1-16,-4 12-3 0,3-8-2 0,-3 8-3 15,0 0 1-15,0 0-4 0,0 0 3 0,0 0-2 16,0 0 1-16,0 0-3 0,0 0 6 16,5 27-3-16,-5-14-1 0,0-2 3 0,3 1 8 15,0-2-6-15,-2 4-1 0,3 1-16 0,0-3-17 0,0-1-35 16,0 1-36-16,3-6-44 0,2 5-38 0,-1-8-178 15,-2 1-394-15,3 0 174 0</inkml:trace>
  <inkml:trace contextRef="#ctx0" brushRef="#br0" timeOffset="179394.34">5857 13566 149 0,'0'0'197'0,"0"0"-3"0,0 0-3 0,0 0-5 16,0 0 3-16,-7 36-4 0,6-17-3 0,0 6-3 16,1 0-18-16,-6 3-6 0,6 0-12 0,-1 0-16 15,1 1-12-15,-6 0-12 0,2-1-6 0,-1 0-12 16,4-3-9-16,-4 2-14 0,2-8-26 0,-5 6-20 16,7-6-17-16,-3-2-19 0,2 0-22 0,-1-4-37 15,-1 0-37-15,0-3-27 0,4-10-16 0,-2 12-21 16,2-12-19-16,-4 7-117 0,4-7-340 0,0 0 151 15</inkml:trace>
  <inkml:trace contextRef="#ctx0" brushRef="#br0" timeOffset="179655.43">5614 13858 22 0,'0'0'131'0,"0"0"-2"0,0 0 0 15,0 0-7-15,0 0 1 0,36 0-13 0,-16 1-4 16,7-2-12-16,2-4-5 0,1 2-6 0,-1 0-16 15,0-1 3-15,-1 0-2 0,-9 1-5 0,3-2-5 16,5 0-4-16,-6 1-10 0,-2 0-1 0,-1 3-2 16,-5 1-15-16,1-3 7 0,-3 3-1 0,-1 2-5 15,-10-2 11-15,13 7 11 0,-6 0 8 0,-5-1 0 16,-2-6 2-16,4 18 1 0,-3-6-6 0,1-3-2 16,-2 4-6-16,1-1-3 0,-4 5-9 0,1 0-16 15,-1-4-19-15,1 3-8 0,0-3-25 0,0-2-21 16,-1 6-32-16,2-3-9 0,1-2-16 0,1 1-39 15,2-2-147-15,-2 1-322 0,3-2 142 0</inkml:trace>
  <inkml:trace contextRef="#ctx0" brushRef="#br0" timeOffset="180225.78">6242 13968 166 0,'0'0'185'16,"0"0"-11"-16,-5-11-14 0,5 11-16 0,0 0-15 15,0-17-8-15,0 17 1 0,3-13-11 0,-3 13-9 16,13-14-5-16,-5 6-11 0,2 3-10 0,-1-2-1 16,1 3-7-16,1 0-7 0,0 2-6 0,-11 2-4 0,24 2-3 15,-14-1-3-15,0 1-5 0,2-1-7 16,-2 3 0-16,0 1-5 0,-2-2 0 0,-8-3-9 15,14 8-1-15,-8-4-1 0,-6-4 0 0,13 8-4 16,-13-8 3-16,12 2-1 0,-12-2 8 0,10 2-3 16,-10-2 1-16,13-1 3 0,-13 1-5 0,18-5-2 15,-7-2 2-15,-1 3-1 0,-1-4-2 0,-1 2-1 0,0 0-1 16,-1 0 0-16,-7 6-3 0,10-10 6 16,-6 4-3-16,-4 6 6 0,9-6-3 0,-9 6-3 15,5-8-2-15,-5 8-5 0,0 0-3 0,0 0-2 16,0 0-2-16,0 0 5 0,0 0 4 0,4 25 3 15,-8-9 10-15,0 0 5 0,-1 1 13 0,0 3 0 16,-1-1-1-16,0 5-1 0,-3 2-6 0,0-2 0 16,-3 1-2-16,4 0-2 0,1-7-18 0,-1 5-16 15,-2 1-12-15,2-6-26 0,0 0-22 0,1 0-27 16,1 1-61-16,3-2-67 0,-1-2-189 0,2-5-442 16,2 1 196-16</inkml:trace>
  <inkml:trace contextRef="#ctx0" brushRef="#br0" timeOffset="180483.31">7000 13711 51 0,'0'0'218'0,"0"0"-6"16,0 0-1-16,-9 15-5 0,6 0-6 0,0 12-6 15,2 2-16-15,-3 2-13 0,1 1-14 0,3-1-17 16,-2 1-9-16,2 0-8 0,-1-1-18 0,-1 0-7 16,0-2-9-16,2-2-12 0,0-2-16 0,-1-6-21 15,-2 1-22-15,2-3-21 0,-1-1-25 0,1-3-31 16,-1-2-34-16,-1 0-23 0,0-2-30 0,1-4-25 16,-1 1-148-16,3-6-353 0,-10 7 156 0</inkml:trace>
  <inkml:trace contextRef="#ctx0" brushRef="#br0" timeOffset="180660.89">6935 13982 36 0,'4'-3'87'0,"-4"3"-13"0,10-3-10 16,-10 3-5-16,9-3-7 0,-9 3-5 0,8-4-2 15,-8 4-3-15,6-2-8 0,-6 2 6 0,0 0-13 16,10-4 10-16,-10 4-9 0,0 0-16 0,4-3-26 15,-4 3-20-15,0 0-72 0,0 0-116 0,0 0 52 16</inkml:trace>
  <inkml:trace contextRef="#ctx0" brushRef="#br0" timeOffset="181357.17">6870 13976 86 0,'17'-8'150'15,"-5"5"-8"-15,10 0-13 0,5-4-10 0,2 0-21 0,5-5-13 16,-1 2-4-16,0 1-12 0,0-3-6 0,-1 5-5 15,-2-5-8-15,-2 1-4 0,-3 2 0 0,-8-2-1 16,1 1-2-16,-4 1 4 0,0-4 0 16,-5 7 1-16,-1-3 12 0,-3-2 2 0,0 1 1 15,-1 0-1-15,-4 1 6 0,1 0 0 0,-1 9-2 0,-1-12-5 16,1 12-5-16,0-10 2 0,0 10-5 0,0 0-9 16,-2-11-1-16,2 11-12 0,0 0 0 0,0 0 11 15,0 0 5-15,0 0-3 0,0 35 2 16,-1-16-1-16,0 6 3 0,-2 0 1 0,6 0 1 15,-6 1-8-15,3-6-8 0,0 4 0 0,0-3-3 16,0-2 1-16,0 1-2 0,-1-3-1 0,1 1-8 0,0-1-4 16,-3-5 0-16,3 0-1 0,0-2-4 0,0-4 3 15,-1 2-4-15,1-8 6 0,1 10-4 0,-1-10-7 16,0 9 3-16,0-9-3 0,0 0 3 16,0 0-2-16,0 8-6 0,0-8 0 0,0 0-5 0,0 0-2 15,0 0-7-15,16-19 0 0,-9 11 0 0,2-1 0 16,5-5-9-16,-1 2-3 0,2 2 5 0,1 1 2 15,0 3 1-15,2-1 1 0,-4 7 0 0,1-1 2 16,-3-1 1-16,1 5-2 0,-3-1 6 0,2 0-2 16,1 2 0-16,1 1 2 0,-2 0 9 0,0-4-5 15,2 3 5-15,-4 2-3 0,3-5-2 16,-2 1 4-16,5-2-3 0,-5-1 9 0,2-1-5 0,0-4-1 16,-2 2 6-16,1 0 4 0,-2-4 8 0,-2 1-1 15,0-2 1-15,-1 1-1 0,-2-1 11 0,0-1-7 16,0 0-1-16,-2 0-4 0,-2 0 2 15,1 1-4-15,-1 0-1 0,-1 9 18 0,-3-13-11 16,-1 7-2-16,4 6 6 0,-10-6-11 0,0 8 10 0,10-2-9 16,-26 11-1-16,9-1-2 0,-5 5 2 0,6 0-4 15,-3 2-4-15,1 2-17 0,3 3-28 0,5-5-39 16,1 1-35-16,5 7-31 0,9-7-60 16,9 5-220-16,10-5-460 0,8-3 203 0</inkml:trace>
  <inkml:trace contextRef="#ctx0" brushRef="#br0" timeOffset="181643.43">8152 13857 203 0,'-3'-5'220'0,"3"5"-24"16,0 0-13-16,0 0-12 0,0 0-7 16,-5 19-12-16,4-5-8 0,1 2-8 0,-1 4-10 15,-2 7-12-15,2-3-9 0,0 2-13 0,-2-2-4 0,3-5-11 16,-3 2-8-16,1 4-4 0,-1-5-9 0,1-1-27 16,-1-1-22-16,-1-3-26 0,-1-1-39 15,2-1-27-15,0-4-36 0,-1-2-17 0,3-1-14 16,-3 1-20-16,0-3-104 0,4-4-298 0,-8 3 132 15</inkml:trace>
  <inkml:trace contextRef="#ctx0" brushRef="#br0" timeOffset="182172.34">8319 14036 7 0,'7'11'35'0,"2"-3"14"0,-3-1 17 16,-1-3 22-16,-1 1 7 0,-4-5 4 0,4 4 7 0,-4-4-9 16,0 0 4-16,0 0-14 0,0 0-2 15,0-19 13-15,0 19 0 0,-7-19-8 0,5 7-14 16,-1 0-5-16,2 1-6 0,-2-6-5 0,5 1-8 15,-1-1-6-15,2-3-2 0,3 1-3 0,8-4 4 16,-1 1 3-16,0 6 7 0,3 5-1 0,0-2-2 16,1 7 0-16,4 2-7 0,-1 5 2 0,2 2-5 15,5 5-4-15,-2 3-4 0,-7 0-6 0,7 6-3 16,-10-4-5-16,-2 1 2 0,0 2-2 0,-3-1 0 16,-1 2-6-16,-3-6 3 0,-1 1-3 0,0 0-3 15,-1-2 3-15,0-1-1 0,-3-2 2 0,2-1 1 0,-2 0 8 16,-1-6 10-16,1 7-1 0,-1-7 2 15,0 0-5-15,0 0-1 0,0 0-3 0,0 0-5 16,-15-13 0-16,15 13-5 0,-4-15-5 0,2 4 3 16,4 1-6-16,2-3-5 0,0-3-5 0,1 0-4 15,0-2-3-15,4 0-5 0,1 1-6 0,0 2 1 0,5 2-1 16,-4 0 3-16,2 2 0 0,-2 4 1 16,0 3 1-16,-1 4 3 0,1 0 4 0,-2 4-2 15,0 0 2-15,3 4 3 0,-3 5-2 0,-2 1 4 16,0 0-3-16,0 1 4 0,0 3 1 0,-5-1-13 15,2-1-24-15,-1 2-28 0,-1-1-27 0,1-2-41 0,-2 0-39 16,2-2-159-16,-3-1-359 0,2-2 160 0</inkml:trace>
  <inkml:trace contextRef="#ctx0" brushRef="#br0" timeOffset="182863.06">9114 13836 14 0,'-10'-2'208'16,"0"2"-3"-16,-2 2-10 0,1 2-12 0,-2 3-3 16,0 5 2-16,1 2-13 0,0 1-11 0,3 2-8 15,0 0-11-15,3-2-11 0,-1 2-14 0,5 1-9 16,0-3-10-16,2-3-10 0,0 4-11 0,2-4-4 0,0-2-4 16,2 1-11-16,1-2-4 0,0-2-4 15,3-3-2-15,-3 0 7 0,5-1-14 0,-3-3 0 16,5-2 4-16,-3 1-3 0,2-3-1 0,0-1-4 15,-1-2-3-15,1-1-4 0,-3 0-2 0,-1-1 1 16,1-1-3-16,-3 0 0 0,-1-2-4 0,2 0-8 0,-4 1 6 16,2 0-5-16,-1-1 3 0,-3 2-3 15,2 1-3-15,-2 1-1 0,2 1 1 0,-2 7-6 16,0 0-5-16,1-11 1 0,-1 11-3 0,0 0 1 16,0 0 1-16,0 0 2 0,0 0-5 0,4 22 3 15,-2-12 1-15,0-1 2 0,0 4-1 0,3-3-1 0,-1 0 1 16,1 2 4-16,0-2-2 0,3-1 0 15,6 2 0-15,-5-2 3 0,9-2 7 0,0-1-4 16,0-3 5-16,2-1 4 0,3-2 5 0,-2-2-5 16,0 0-3-16,0-1 3 0,1-2-2 0,4-1-3 15,-9-2 0-15,3 1-1 0,-2 0 12 0,-4-2-11 0,3 1-7 16,-4-4 4-16,0 3-2 0,-5-1 0 0,1-3 3 16,-2 3-8-16,-2 0 5 0,0-2-3 15,-4 2-2-15,1-2 1 0,-4 2 3 0,2 10-5 16,-5-14-2-16,4 8 5 0,-1 0 0 0,2 6-2 15,-7-6-2-15,1 4 0 0,6 2 2 0,-18 2-2 0,6 3-2 16,2 2 5-16,-3-1-4 0,-1 5 0 0,0 0 1 16,3 0 0-16,-3 1 6 0,5-3-9 15,0-1 3-15,2 2-4 0,0 0 2 0,2-1 0 16,-2 1-3-16,5-1 2 0,-1-4-1 0,2 6 1 16,-2-2 4-16,4-1 0 0,-1 2-4 0,3-1 2 0,-2 3 0 15,3 0-1-15,1 3-1 0,-2 2 5 16,3 0-7-16,2 1 6 0,-3 6-2 0,-3-6 8 15,1 8-10-15,-3-1 10 0,-1 2 4 0,-2-6-2 16,-2 3-4-16,1 2-4 0,-3-8 14 0,2 7-7 16,-2-8-7-16,-1 1 11 0,-3 1-7 0,1-2-6 0,-1 0-7 15,-1-2-4-15,-1-2-22 0,-1 0-15 0,1 1-30 16,-1-4-37-16,-3-3-46 0,0-2-61 16,1 1-55-16,-4-4-161 0,3-3-473 0,4 0 210 15</inkml:trace>
  <inkml:trace contextRef="#ctx0" brushRef="#br0" timeOffset="183087.05">9567 13923 149 0,'0'0'186'0,"0"0"14"0,0 0 19 0,0 0-2 16,7 21-13-16,-7-10-19 0,3 6-13 15,-3 1-9-15,0 1-9 0,-3 6-21 0,2-6-15 16,0 5-8-16,1-3-9 0,-2-3-11 0,2 1-25 16,-1-6-28-16,0 3-23 0,0 1-33 0,-1-4-36 15,-1-2-37-15,1 0-46 0,1-2-39 0,-1 2-163 0,-2-3-367 16,-2-3 162-16</inkml:trace>
  <inkml:trace contextRef="#ctx0" brushRef="#br0" timeOffset="183249.49">9528 13723 19 0,'0'0'132'0,"0"0"-41"0,9 27-31 0,-6-13-52 15,-1 6-60-15,-3 5-56 0,1-4 25 0</inkml:trace>
  <inkml:trace contextRef="#ctx0" brushRef="#br0" timeOffset="183524.71">9703 14164 121 0,'0'0'228'0,"2"-12"-13"0,-2 12-5 15,2-13-16-15,1 2-17 0,-2 4-12 0,2-2-3 16,3-1-10-16,0 0-11 0,-1-2-6 0,5-2-11 16,0 3-8-16,-1 2-4 0,0-1-13 0,1 2-6 15,0 1-9-15,0 1-14 0,2 2-5 0,-3 2-8 16,2 2-7-16,-3-1-3 0,3 4-9 0,-2 3-1 16,2 1 4-16,-3 2-10 0,4 2-16 0,-3 1-11 15,-2 0-21-15,0 2-34 0,-3 2-32 0,-3-5-60 16,2 0-29-16,-1-1-41 0,0 0-171 0,-2 0-416 15,1-1 184-15</inkml:trace>
  <inkml:trace contextRef="#ctx0" brushRef="#br0" timeOffset="184596.52">10190 13969 168 0,'-5'-4'208'0,"5"4"0"0,-12-7-10 15,5 6-12-15,-3 1-10 0,-2 2-8 0,-3 4-6 16,2 0-8-16,-1 4-20 0,1 0-13 0,3-2-11 16,-1 4-12-16,5-2-7 0,1 2-11 0,-1-4-5 15,2 2-9-15,3-3 1 0,1 3-7 0,-1-3-10 16,1-7 1-16,5 11-11 0,-1-7-4 0,2-1-2 16,0-1-4-16,2-2 2 0,-8 0-5 0,19-3-4 15,-7-2-1-15,-3 1 1 0,2-2-6 0,-2 0 1 16,0-2-3-16,1 0 1 0,-2 0-2 0,0 0-5 15,-2 2 2-15,-1-5-1 0,1 4 3 0,-2-3-2 16,0 0-3-16,-1 1 1 0,-1 2-3 0,1 1 1 16,-3 6 2-16,4-10-4 0,-2 6-1 0,-2 4-1 15,0 0-5-15,3-7 0 0,-3 7-3 0,0 0 3 16,0 0 4-16,0 0-2 0,0 0 4 0,5 27 1 16,-4-17 12-16,0 2 1 0,2 2 3 0,-2-3-4 15,2 0 0-15,-1 1 0 0,2 0-3 0,-1-1-1 16,2-2 5-16,0 1 1 0,-1-1-2 0,1-2-3 15,-1-2 9-15,1 0-1 0,0-1 5 0,3-2 1 16,-8-2-1-16,16 3-2 0,-9-4 1 0,4-2 5 16,-1-1-3-16,-1 1-5 0,1-3-4 0,-2-1 1 15,1 3 0-15,0-4-2 0,-3 0-3 0,3 1 2 16,-2-4-4-16,3 0 0 0,-2 1-11 0,1-3-3 16,2 0-4-16,1-2-3 0,-2 2-6 0,1-1 5 15,2 1-5-15,0 1 1 0,-2 1-2 0,0 2 3 16,-2 2-1-16,-2-1 3 0,-2 4-2 0,1 1-2 15,-1-1 0-15,-5 4 1 0,10-2-1 0,-10 2 2 16,11 3 1-16,-6 1-1 0,2 0 4 0,-3 1 2 16,0 2-3-16,-1-1 2 0,1 3-2 0,-3-1 2 15,3 1 4-15,0-3-2 0,-3 2 0 0,2-3 3 16,-3-5-2-16,3 10 4 0,-1-5 0 0,-2-5 0 16,4 7-3-16,-4-7 4 0,8 6 3 0,-5-3-1 15,-3-3 3-15,9 4-1 0,-2-4-1 0,-7 0 0 16,14-2-5-16,-7 0 4 0,3 0 2 0,1-1-4 15,-1-1 1-15,0-2 3 0,1 0-1 0,-1 2 1 16,-4 1 0-16,1 0-6 0,0-5 0 0,-2 2-1 16,1 2-3-16,0-5-1 0,-2 3 1 0,0 2 3 15,-4 4-1-15,6-9 5 0,-4 3-7 0,-2 6 0 16,6-3 2-16,-6 3 0 0,0 0 2 0,0 0-2 16,3-6-4-16,-3 6 3 0,0 0 0 0,0 0 0 15,0 0-1-15,0 0-4 0,0 0 12 0,4-4-3 16,-4 4-5-16,0 0-1 0,0 0 1 0,0 0 0 15,0 0 0-15,0 0-1 0,0 0 2 0,0 0 1 16,0 0-1-16,0 0 2 0,0 0-3 0,0 0 4 16,0 0-1-16,0 0-1 0,0 0 1 0,0 0 0 15,0 0-1-15,-4 23 2 0,6-16-1 0,-2-7 4 16,0 16-4-16,0-8 4 0,-2 2 4 0,4-1 3 16,-1 1 1-16,2 0 1 0,-1 1 3 0,2-2-2 15,0 0-2-15,0-2 2 0,-3 1-3 0,3-2 3 16,0-2 1-16,2 0 6 0,-1 0 1 0,4-4 6 15,1 2-1-15,-10-2 3 0,22-2-2 0,-12-2 1 16,1 0 4-16,2 1 3 0,-4-2 0 0,-1-1-2 0,1 1-9 16,-1 0 5-16,-3 1 7 0,0 0 1 15,-5 4-2-15,7-8-1 0,-3 5 11 0,-4 3-12 16,10-7-5-16,-7 4-3 0,-3 3-8 0,0 0-3 16,5-3-7-16,-5 3-8 0,0 0 10 0,0 0-6 15,3 15 10-15,-3-5 20 0,-3 7 3 0,1 1 0 0,-3 1 10 16,-4 9 2-16,-3 0 5 0,2 2-18 15,-3-1 7-15,2 1 2 0,-2 1-10 0,0-4 4 16,2 1-15-16,0 0 5 0,0 1-12 0,2-4-24 16,-4 0-35-16,3 1-23 0,5-6-33 0,-3-3-30 15,-2 6-27-15,2-4-23 0,3 0-39 0,0-3-47 0,1 0-45 16,-3-2-210-16,3-1-564 0,1-4 250 16</inkml:trace>
  <inkml:trace contextRef="#ctx0" brushRef="#br0" timeOffset="184881.59">11274 14037 2362 0,'12'-29'9'15,"0"3"86"-15,-3 4-31 0,-4 6-10 0,2 6-22 16,-5 0-7-16,1 4-15 0,1 1-1 0,-4 5 4 15,0 0 27-15,0 0 8 0,0 0 9 0,10 19 23 16,-10-1 4-16,0 1 11 0,-2 11 11 0,0 1-15 16,-6-2-5-16,3 1-6 0,-4-4-4 0,3 4-12 15,-2-3 5-15,-1-4-9 0,4 1 1 0,-1-6-18 16,1-1 0-16,1 1-12 0,-3-1-31 0,3-2-24 16,-2-1-41-16,1 0-24 0,3-5-24 0,-1 1-34 15,-1 0-50-15,2-5-57 0,-1 2-246 0,-2-3-542 16,5-4 241-16</inkml:trace>
  <inkml:trace contextRef="#ctx0" brushRef="#br0" timeOffset="185038.9">11138 14093 1481 0,'0'-11'20'16,"3"2"-24"-16,-3 2-15 0,0 7 23 0,1-11-17 15,2 7 9-15,-3 4 3 0,6-4 1 0,-6 4 3 0,12 1 2 16,-2 1-10-16,2 2-15 0,2-1-22 15,1 3-43-15,2 3-28 0,-3 1-89 0,0 2-217 16,-2 2 96-16</inkml:trace>
  <inkml:trace contextRef="#ctx0" brushRef="#br0" timeOffset="185516.37">11347 14379 171 0,'0'0'170'0,"14"-6"-6"15,-5 2-8-15,-1-2-2 0,4 0-7 0,-1-1-3 16,4-3 0-16,-1 1-6 0,2-2-9 0,-3 0-6 0,3 1-8 16,-4-1-3-16,0-4-11 0,1 1-10 15,-3-2-2-15,0 2-5 0,-1 0-1 0,-5 1-1 16,0 1-9-16,-2 1-7 0,1-1-6 0,-1 2-4 16,-2 3-8-16,1 0-3 0,-1 7-6 0,-3-13-8 15,-2 10 0-15,5 3-5 0,-10-5-3 0,2 4-2 0,8 1 0 16,-18 6-10-16,7 1 1 0,2 2 2 15,-2 0 3-15,0 5 4 0,2-1 1 0,1 2 0 16,0 0-1-16,1-2-6 0,3-1-2 0,2-1 2 16,0 1-1-16,5-2 2 0,-2 2-3 0,3-3-3 15,0-1 1-15,6 0 8 0,-4 0-14 0,6-3 7 16,8-1-3-16,-6-2 0 0,4-2-4 0,2 0 3 16,2-1-2-16,-4-1 4 0,0-1-8 0,0-1 3 15,-2-2-5-15,0 1 0 0,1-5-5 0,-1 2-4 16,-2-3-2-16,1-1 4 0,-3 0-9 0,1 0 2 15,-4-1-4-15,2-3 0 0,0 1 4 0,1 1-2 0,-1-3 5 16,0 2-1-16,-4 1-2 0,0 4 7 16,0 3 2-16,-3 2 0 0,-1-1-1 0,-3 6 0 15,4-7 0-15,-4 7-2 0,0 0 4 0,0 0-1 16,14 10 0-16,-10-3 5 0,-2 3-6 0,-2 1 9 16,0 5 0-16,0-2 1 0,-2 2-12 0,2-4-22 0,0 3-30 15,-5 1-48-15,2-4-62 0,2-1-53 0,-4 2-187 16,1-2-444-16,0-1 197 0</inkml:trace>
  <inkml:trace contextRef="#ctx0" brushRef="#br0" timeOffset="186030.24">11929 14223 94 0,'2'7'240'15,"-2"2"-22"-15,2 0-19 0,0 0-15 0,-4 1-13 16,4-2-13-16,-2-1-13 0,0 1-12 0,0-8-11 0,1 12-8 16,0-7-6-16,-1-5 3 0,0 0 7 15,-2 10 19-15,2-10 5 0,0 0-13 0,0 0-8 16,0 0-13-16,0 0-12 0,0 0-10 0,0 0-6 16,-4-26-12-16,4 15-8 0,4 0-1 0,-2 0-5 15,4-4-7-15,0-3-4 0,3 1-12 0,1 1-1 0,0-7-3 16,3 1-8-16,1 0-8 0,2 1-2 15,1 2-1-15,-3 7-5 0,-1 0-2 0,-3 5-2 16,1 2-1-16,1 2 1 0,-3 3-3 0,2 1 2 16,1 2-2-16,-2 3 1 0,2 1-3 0,-7 2 2 15,3 1 2-15,-2 3-3 0,-1 0 6 0,2 1 1 0,-2 0 1 16,-1-2 3-16,-1-1 1 0,0-1 3 16,0 0 1-16,-1-1 0 0,-2-4 0 0,0-5 5 15,2 9 2-15,-2-9 7 0,2 6 1 0,-2-6 12 16,0 0 9-16,0 0-6 0,0 0 0 0,0 0-13 15,0 0 8-15,0 0-7 0,0 0-4 0,0 0-5 0,0 0-9 16,0 0-5-16,3-29-9 0,4 16-9 0,1-3-6 16,3 2 0-16,2-1-7 0,6-6-5 15,-5 8 4-15,-1 1 3 0,1 0 1 0,-5 5-4 16,-1 1 0-16,2 2-1 0,-5 1 1 0,3 1 12 16,-8 2-9-16,0 0 1 0,13 8 3 0,-7 0 5 0,-4 1 6 15,0 2-10-15,-2 2-21 0,2 2-26 0,-6 2-19 16,4 1-26-16,-2 1-51 0,4-1-63 15,0 0-249-15,3-1-513 0,3-2 228 0</inkml:trace>
  <inkml:trace contextRef="#ctx0" brushRef="#br0" timeOffset="186303.13">13312 13841 123 0,'-2'-11'262'0,"2"0"-5"0,0 1-11 16,0 10-22-16,-2-12-24 0,2 12-17 15,0 0 3-15,0 0 0 0,0 0-1 0,-15 40-5 16,8-12-4-16,0 1-10 0,1 2-20 0,1 2-12 16,-1-1-13-16,0-1-14 0,0-1-8 0,-1 0-11 15,5-2-10-15,-2 0-5 0,-1 1-7 0,3-5-7 16,0-6-19-16,2-1-33 0,-5 1-37 0,5-7-35 15,-3 1-20-15,1-1-24 0,-2 0-35 0,2-4-45 16,0 0-39-16,2-7-45 0,-9 10-139 0,4-7-446 16,-2-1 197-16</inkml:trace>
  <inkml:trace contextRef="#ctx0" brushRef="#br0" timeOffset="186630.42">13120 14063 58 0,'16'-6'163'0,"3"2"-2"0,-2 0-11 16,2 1 4-16,4 1-5 0,6 2-12 0,0 5-3 0,-2 0-15 16,1 2-10-16,-7-4-10 0,-2 4-4 15,6 2-10-15,-6 2-5 0,0-2-3 0,-5 2 5 16,-1 3-4-16,-2-8-7 0,-2 3-1 0,0 0-2 16,0-1-8-16,-3 1-5 0,2-3-3 0,2 1-9 15,-7-3 0-15,3 1-2 0,-1-1 7 0,2-2 1 16,-7-2 3-16,15 1-2 0,-3-3-6 0,-5-1 0 15,3-1-1-15,-3 0-2 0,3-2 5 0,-2-1 5 16,-1-2 4-16,1 1-4 0,-2-1-1 0,-2-3-1 16,1 2 1-16,-3 0 6 0,-2-2-16 0,2 2-4 15,-4-2-2-15,-2 1-8 0,-1 1 0 0,-3 2-2 0,-2-3-1 16,-3 5-21-16,-1 0-11 0,-4 1-10 0,-2 5-25 16,-1 1-18-16,2 0-36 0,-9 5-47 15,8 2-66-15,-1 0-64 0,6 1-152 0,1-3-462 16,1 1 204-16</inkml:trace>
  <inkml:trace contextRef="#ctx0" brushRef="#br0" timeOffset="187651.08">14189 13930 1964 0,'5'-8'94'0,"-1"3"-18"15,-4 5-41-15,4-6-22 0,-4 6-4 0,5-6-1 0,-1 3-3 16,-4 3 0-16,16-4-1 0,-5 0 0 0,-1 1 2 16,-2 0-4-16,3 3 2 0,1-3 5 0,-1 0 0 15,-3 0 5-15,0 3 0 0,-8 0 5 0,13-3 1 16,-13 3-4-16,7-1 2 0,-7 1 12 0,9 4 21 16,-4 2 9-16,-3 2 9 0,0 4 9 0,-4 5 5 15,2 2 19-15,-7 6-1 0,-2 3-5 0,-4-1-5 16,0 0-6-16,0 2-5 0,-1-5-1 0,0 2-3 15,0-4-21-15,3-5 3 0,0 0-4 16,-1 1-7-16,3-3-3 0,1-2-12 0,3-5 6 0,0 2-3 16,0-6-10-16,1 3 3 0,0-3 0 0,4-4-7 15,-3 7 3-15,3-7-3 0,-6 6-4 0,6-6 8 16,0 0-12-16,0 0-1 0,0 0 1 0,31-3-6 16,-15 0 1-16,4 1-3 0,1 1-1 0,8-1 1 15,-9 0-4-15,9 4-1 0,-7-2 4 0,6 0 0 16,-9 0 0-16,9 2-4 0,1-2 4 0,-9 0 1 15,3 0-1-15,-4-2 2 0,2 2-7 0,-1-3-30 16,-2 0 1-16,0-1 0 0,-2 0 4 0,2-1 7 16,-7-1 12-16,1-1-4 0,-3-1-2 0,-1-1 15 15,3-1-15-15,-2 0 4 0,-2-3-4 0,2 0 0 16,0-2 6-16,-4 1-1 0,-1-1 3 0,-2 2 1 16,-1 1-1-16,3-2-1 0,-4 3 3 0,2-2 1 15,-2 4 2-15,-2 2-8 0,2 7 6 0,-1-12 0 16,1 12-3-16,0-10 0 0,0 10 1 0,0 0-4 15,0 0 2-15,-24 10 12 0,13 2-6 0,-2 0 0 16,-1 2 0-16,3 1 0 0,-1 0-4 0,4 0 3 16,-1-2-3-16,2 0 1 0,5-2 2 0,2 1 11 15,-2-1-7-15,4-2 8 0,0 1-4 0,5-1-2 16,-1 1-1-16,3-4 0 0,1-2-2 0,2 2 3 16,2-3-3-16,-1-1 2 0,-1 1 1 0,2-3-9 15,1-2 3-15,1 0 0 0,-3-1-2 0,1 1 3 16,-1-2 2-16,1 0-1 0,-3-1-4 0,-2 0 2 15,3-2-1-15,-2 0-4 0,-3 2 0 0,1-2-2 16,1 0 1-16,-1-2-8 0,-2 1-8 0,1-1 6 16,2 0-8-16,-4 1 11 0,1 2-12 0,-1-2 7 15,0 2-1-15,0 1-2 0,-1 2 3 0,-4 3 1 16,11-6 1-16,-7 4 1 0,-4 2-2 0,0 0 4 16,17 5-5-16,-12-2 9 0,0 0-4 0,1 2 2 15,-3 1 4-15,1 0 1 0,5 1 1 0,-4-1 1 16,0 1-2-16,1-2 3 0,0 1 0 0,4-1 2 15,-5-2 2-15,2 2-1 0,-2-4 3 0,1 2 1 16,-6-3-1-16,11 0-2 0,-11 0 3 0,15-3-1 16,-8 0 6-16,0 0-8 0,0-1 2 0,1-1-2 15,4-3-2-15,-7 5 2 0,-1-4-2 0,2-2 0 16,-1 5 4-16,-1-1-1 0,-4 5-2 0,7-7 0 16,-4 4 1-16,-3 3-4 0,8-4 10 0,-8 4-8 15,0 0-4-15,0 0 1 0,0 0 3 0,0 0 0 16,0 0 4-16,9 12 1 0,-9-12 1 0,6 8-3 15,-2-3 7-15,2-1 1 0,-1-1 2 0,3 0-7 16,0-1 14-16,3-3 1 0,1 0-3 0,-1-3 7 16,0 0 4-16,-1-1 1 0,0-3 3 0,1 1 11 15,-3 0 18-15,1-3 4 0,-4 1-2 0,0-1-8 16,-2 0 2-16,-1 2-3 0,0-4 2 0,-4 3-9 16,1 0-4-16,-5-1-10 0,3 4-5 0,-7-2-11 15,0 0-19-15,-7 7-15 0,-1-2-30 0,-2 2-33 16,-8 2-43-16,-4 3-53 0,-3 2-78 0,-2 6-334 15,0-3-636-15,-1-1 281 0</inkml:trace>
  <inkml:trace contextRef="#ctx0" brushRef="#br0" timeOffset="188853.22">5550 15243 127 0,'0'0'137'0,"0"0"-28"0,0 0-29 0,6-13-33 16,2 11-33-16,2 1-33 0,0 1-64 0,-10 0-89 16,25 3 40-16</inkml:trace>
  <inkml:trace contextRef="#ctx0" brushRef="#br0" timeOffset="193618.9">5979 15243 78 0,'3'-12'155'0,"-3"2"11"0,1-3-11 16,-1 2-11-16,0-1-3 0,-2 3-6 0,-1-1 3 16,3 3-1-16,0 7-8 0,-1-11-7 0,1 11-13 15,-2-7-18-15,2 7-8 0,0 0-10 0,0 0-5 16,0 0-6-16,0 0-6 0,0 0-1 0,9 20-4 15,-5-9-9-15,0 1-2 0,2 4-3 0,1-1-5 16,-2-2-3-16,1 0 0 0,2 0-2 0,1 5-5 16,0-6 3-16,5 2-3 0,-6-7 1 0,4 6-5 15,0-7 1-15,1-1-5 0,3 0 2 0,-3-2-3 16,6 0 1-16,-2-2-2 0,-3 1 2 0,3-8-1 16,-5 2-2-16,1-1-2 0,-1-1-1 0,0 0 1 15,1-3 5-15,-3 0-10 0,-2 1 4 0,1-1-1 16,0 0-1-16,-1-2-1 0,-5 2-1 0,3-2-1 15,-4 4 4-15,1 1-3 0,-2 0-2 0,-1 6-2 16,3-9 0-16,-3 9-6 0,2-6-1 0,-2 6-10 16,0 0 4-16,0 0-2 0,0 0 1 15,0 0 5-15,4 19 1 0,-4-11 0 0,1 3 2 0,3 1-1 16,1 2 3-16,-1 1-1 0,-1-3-2 16,0-3 5-16,4-1-1 0,0 1 0 0,-3 0 0 15,3-5 3-15,-2 2-2 0,1-4 1 0,3-2 2 16,-1 3 1-16,-8-3 4 0,15-7-3 0,-6 0-1 15,4-2-1-15,-4-1 8 0,-2 0-5 0,1-5-1 0,-2 1 0 16,-2 1 2-16,2 0 0 0,-1-3 2 0,-3 4-4 16,-1-6 0-16,2 2-3 0,-1 0 5 0,-2 0-2 15,2 0-11-15,-2 1-6 0,-2 2-5 16,2 3-10-16,-1-1-6 0,0 6-15 0,1 5-33 16,0 0-48-16,-1-16-42 0,1 16-30 0,0 0-112 15,0 0-342-15,0 0 151 0</inkml:trace>
  <inkml:trace contextRef="#ctx0" brushRef="#br0" timeOffset="193951.63">6680 14890 52 0,'0'0'52'0,"0"0"-4"16,9 1-12-16,-9-1 9 0,0 0-11 0,5 4-3 15,-5-4 1-15,0 0-2 0,0 0-8 0,0 0-1 0,9 3 1 16,-9-3-8-16,0 0 18 0,0 0 0 15,0 0-9-15,0 0-6 0,0 0 7 0,0 0-6 16,0 0 3-16,0 0-2 0,0 0-3 0,0 0-15 16,0 0-12-16,0 0-24 0,0 0-18 0,0 0-38 15,0 0-98-15,0 0 43 0</inkml:trace>
  <inkml:trace contextRef="#ctx0" brushRef="#br0" timeOffset="194451.11">6869 14930 173 0,'0'0'223'0,"-4"-9"-11"15,4 9-18-15,-3-6-18 0,3 6-20 0,-4-6-15 16,4 6-20-16,0 0-8 0,0 0-13 16,0 0-10-16,-2 23 5 0,2-5-4 0,-1 9-8 15,-1 1 0-15,0 2-4 0,-1 1-8 0,3 0-5 16,-2-1-5-16,1-3-7 0,-2 1-4 0,2-2-4 16,-1 0-3-16,2 2-4 0,-1-9-1 0,0 0-1 0,-2 1-2 15,3-3-5-15,0-1-4 0,-1-4-2 16,2-1 2-16,-2-4-4 0,1 1 0 0,0-8 11 15,-3 11 11-15,1-6 11 0,2-5 7 0,0 0 6 0,0 0 3 16,0 0 0-16,0 0-8 0,0 0-7 0,0 0-7 16,0 0-5-16,0 0-3 0,0 0-5 0,0 0-3 15,-3-40-2-15,6 27-15 0,5-6-4 16,3-4-2-16,4 0-7 0,3 0 7 0,3 4-15 0,-2 2 3 16,-5 4 1-16,4 0 0 0,-3 6-3 15,2-1-2-15,-4 7 1 0,1-1-3 0,-3 4 5 16,3 1 0-16,-1 4-2 0,-3 0 1 0,3 6-2 0,-3 0 6 15,-1 1-1-15,0 2-3 0,-3 9 4 16,0-9-4-16,-3 3-19 0,-1 1-18 0,-1-2-41 16,-2 0-33-16,-1 0-42 0,2-2-59 0,-1 1-50 15,-4-1-179-15,1-6-481 0,-1-2 213 0</inkml:trace>
  <inkml:trace contextRef="#ctx0" brushRef="#br0" timeOffset="194664.42">7311 15156 131 0,'1'-4'166'0,"-1"4"5"0,0 0 5 16,0 0-4-16,0 0-8 0,0 0-12 0,-1 21-9 16,0-9-14-16,-3 1-10 0,1 2-13 0,1 2-13 0,-1 0-6 15,-1 2-6-15,6 5-9 0,-6-5-31 16,2-2-31-16,0-2-31 0,1-3-34 0,-3 0-33 15,4-2-32-15,-1 1-30 0,-1-4-114 0,2-7-285 16,0 0 127-16</inkml:trace>
  <inkml:trace contextRef="#ctx0" brushRef="#br0" timeOffset="195083.49">7482 15277 27 0,'11'-4'194'0,"1"-2"6"0,0-2-10 16,-2 2-5-16,5-6-15 0,-4 5-14 0,4-5-5 16,-4 2-11-16,3-2-5 0,-3-2-9 15,-4 7-4-15,0-3-1 0,-2 0-13 0,0 1-5 16,-4-1-10-16,2-1 0 0,-3 7 0 0,0 4-9 0,-4-12-10 16,4 12-5-16,0 0-9 0,-17-6-8 0,17 6-2 15,-29 8 3-15,19-1 6 0,-6 5-8 16,2 1 1-16,0 0-5 0,1 3 0 0,-2 5-5 0,5-5-3 15,5-2-1-15,0-1 6 0,1 1-11 16,4 7-2-16,5-3-2 0,1-4-9 0,0-3-20 16,5 4-31-16,-1-5-28 0,3-1-29 0,5 1-54 0,2-2-48 15,1-6-41-15,-1 3-209 0,-1-1-477 0,-6-2 210 16</inkml:trace>
  <inkml:trace contextRef="#ctx0" brushRef="#br0" timeOffset="196182.87">8332 14794 19 0,'-5'-5'198'16,"3"-1"-10"-16,2 6-16 0,-6-10-16 0,2 7-21 15,4 3-13-15,0 0 0 0,0 0 0 0,0 0 0 16,-2 32 0-16,4-7 2 0,0 7-7 0,-1 4-3 16,4 13-5-16,-3-1 1 0,0 4-11 0,1-5-5 15,3 5-3-15,-1-5-9 0,0 0-1 0,-1 2 5 16,1-4-7-16,-5-8 0 0,8 10-4 0,-5-11-2 15,1 11-5-15,-4-12 0 0,3 11 6 0,-3-12-5 16,1 1-6-16,-1 1 1 0,0-2 3 0,-1 0-5 16,-2-2-5-16,1 1 4 0,0-2-12 0,1-3 3 15,0 1-6-15,0-5-5 0,-3 3 3 0,3-8-11 16,-1-7-7-16,2 7-1 0,-1-3 1 0,1-3-5 16,-1 3 2-16,0-6-4 0,-1-4-1 0,1 2-2 15,1-8-1-15,3 11 0 0,0-5 0 0,0 0 3 16,-3-6-27-16,11 7-13 0,-5-4-9 0,4-2-19 15,5-1-22-15,2-2-20 0,2-2-29 0,3 3-26 16,3-7-45-16,2 0-42 0,0-1-44 0,1 2-189 16,0-2-505-16,0-4 223 0</inkml:trace>
  <inkml:trace contextRef="#ctx0" brushRef="#br0" timeOffset="196613.18">9135 15130 191 0,'1'-5'218'0,"-1"5"-26"0,0 0-21 15,2-8-11-15,-2 8-1 0,0 0-11 0,0 0-4 16,12 15 7-16,-11-2-10 0,1 3-1 0,-2 9 4 16,0 1-7-16,-2-1-8 0,1 3-10 0,-2-2-6 15,1-1-8-15,-1 0-2 0,-1 0-8 16,1-6-4-16,0-2-8 0,-1 1-6 0,3-7-7 15,0-1-5-15,-2 1-9 0,3-4-1 0,0-7-8 0,-1 11-6 16,1-11-5-16,-1 10 1 0,1-10-5 0,-2 6-2 16,2-6-1-16,0 0-2 0,8 7-4 0,1-6-1 15,2 1-4-15,10 0-9 0,-2-4-20 0,11 4-28 16,-2-2-35-16,-2 0-36 0,3 0-49 0,0 1-47 16,-1-2-50-16,0 1-204 0,-9-2-496 0,3 0 220 15</inkml:trace>
  <inkml:trace contextRef="#ctx0" brushRef="#br0" timeOffset="196829.24">9665 15316 84 0,'0'0'211'0,"0"0"0"0,0 0-7 0,0 0 3 15,-16 23-9-15,10-12-10 0,1 5-10 0,0 1-10 16,0-4-15-16,0 6-12 0,1 3-17 0,2-6 18 15,-1 1-14-15,2 3-8 0,-2-1-13 16,-1-1-10-16,3-1-22 0,1 0-33 0,1-1-32 16,-1 0-41-16,-1 0-35 0,1-5-45 0,3-1-60 0,-2-1-46 15,0-1-149-15,-1-8-396 0,4 7 176 0</inkml:trace>
  <inkml:trace contextRef="#ctx0" brushRef="#br0" timeOffset="197015.03">9938 15358 183 0,'17'-1'200'0,"4"0"-14"0,0 1-19 0,6-2-19 16,-5 4-14-16,0-1-21 0,-1 0-36 0,0-1-33 15,-1 3-45-15,-1-3-43 0,-2 0-33 0,-3 1-36 16,-5-1-57-16,-9 0-184 0,14-1 82 0</inkml:trace>
  <inkml:trace contextRef="#ctx0" brushRef="#br0" timeOffset="197198.84">10161 15194 16 0,'0'0'170'0,"0"0"15"0,0 0-2 0,0 0 2 16,-7 23 4-16,9-6-5 0,-5 1-13 0,2 1-16 15,1 6-11-15,-1 0-12 0,2 2-11 0,-2-3-14 16,-1 2-9-16,2-2-8 0,-3-5-24 0,4 1-39 16,-1 0-50-16,0-2-57 0,0 0-64 0,2 0-186 15,0-1-357-15,0-6 158 0</inkml:trace>
  <inkml:trace contextRef="#ctx0" brushRef="#br0" timeOffset="197507.19">10576 15222 1579 0,'7'-18'174'0,"-1"3"-2"0,-2 6-47 16,-2 0-25-16,1 1-42 0,0 3-15 0,-3 5-14 16,2-10-8-16,1 7-8 0,-3 3 20 0,0 0 18 15,0 0 12-15,10 15 4 0,-9-3 6 16,0 4 5-16,2 3-3 0,-3 5 0 0,-3 2 4 15,0 3-8-15,-4-2-2 0,1-3-6 0,1-4-5 16,0 4 7-16,1-7-16 0,1-4 11 0,-1-2-10 0,1 1-3 16,-1-2 2-16,3-3-10 0,-1 0-3 15,2-7-5-15,-1 9-3 0,1-9-1 0,0 0-3 16,6 13 2-16,-1-10 0 0,3-1-8 0,4-1-12 16,2-1-29-16,2 2-31 0,3-2-38 0,-2-2-32 15,1 1-67-15,2-1-68 0,-8-1-243 0,-1-2-542 16,1 0 240-16</inkml:trace>
  <inkml:trace contextRef="#ctx0" brushRef="#br0" timeOffset="197745.2">10962 15405 101 0,'0'0'208'0,"12"7"-10"0,-6-1 3 15,-6-6-8-15,12 12 1 0,-9-2-6 0,0-1-12 16,2 1-10-16,-4 1-9 0,-1 0-11 0,0-1-2 15,0 1-11-15,-2 0-4 0,-1 0-4 0,1 0-6 16,-3-1-10-16,2 0-9 0,-2-2-7 0,-5-1-12 16,8 0-16-16,-1-1 4 0,0 0-10 0,3-6-5 15,-4 9-5-15,4-9-3 0,1 9-2 0,-1-9-15 16,7 6-21-16,-2-4-25 0,6 1-24 0,1-3-27 16,1 0-46-16,5-2-60 0,1-1-68 0,0 1-213 15,3-2-493-15,10-5 219 0</inkml:trace>
  <inkml:trace contextRef="#ctx0" brushRef="#br0" timeOffset="197997.44">11353 15339 98 0,'0'0'201'16,"0"0"1"-16,0 0-3 0,0 0-12 0,0 0-16 16,31-5-13-16,-12 2-12 0,11-3-16 0,3 5-15 15,-4-3-11-15,2 2-12 0,0-1-17 16,-3 1-28-16,-5 2-28 0,-2-4-32 0,-4 7-36 16,-3-6-42-16,-1 3-27 0,-2-1-17 0,-11 1-16 15,14-1-81-15,-14 1-250 0,8-5 111 0</inkml:trace>
  <inkml:trace contextRef="#ctx0" brushRef="#br0" timeOffset="198174.97">11631 15207 86 0,'-7'-5'123'0,"7"5"16"15,-7-8 7-15,3 5 3 0,4 3-10 0,-7-5-15 16,7 5-11-16,0 0 13 0,0 0 16 0,-9 11 4 16,4-3 3-16,3 5-6 0,-1 3-4 0,1 3-10 15,0 9 0-15,-2-4-13 0,3 4-9 0,1-2-7 16,0 0-13-16,-1 1-6 0,1-2-9 0,0 0-5 15,-1-7-40-15,1 0-34 0,-2 2-46 0,1-1-50 16,2-2-79-16,-2-1-224 0,-2-3-439 0,3-3 193 16</inkml:trace>
  <inkml:trace contextRef="#ctx0" brushRef="#br0" timeOffset="198509.08">11945 15230 2051 0,'15'-12'162'0,"2"-1"-72"0,0 3-37 15,-5 5-32-15,7 0 15 0,-3 3 0 0,3 2 4 16,-2 2 8-16,-1 1-3 0,0 3-7 0,2 0-2 16,-7-1 1-16,3 5 1 0,-5-3-4 0,0 4-4 15,-3-3 1-15,1 8-2 0,-4-3-3 0,-3 2 1 16,-2-2-1-16,-4 4-1 0,-2-5 0 0,1-2 7 15,-6 3-3-15,-3 2-1 0,0-5 0 0,1 0 2 16,1-2-11-16,-2 1 8 0,5-4 1 16,1-3 9-16,4 4 1 0,0-3-6 0,3 1-3 0,3-4-2 15,-10 2-5-15,10-2-5 0,-6 4-5 0,6-4 3 16,0 0-2-16,2 11 2 0,-2-11-3 0,14 9-8 16,-3-2-28-16,7 0-31 0,2-2-32 0,7 0-45 15,2 2-53-15,0-3-68 0,-2-1-204 16,1-3-496-16,-6 0 220 0</inkml:trace>
  <inkml:trace contextRef="#ctx0" brushRef="#br0" timeOffset="198754.62">12437 15224 179 0,'0'-9'279'0,"0"9"-19"0,0-8-24 0,0 8-25 15,0 0-24-15,0 0-21 0,0 0-1 0,0 0 6 16,0 0 2-16,0 0-13 0,4 30-8 0,-6-13-14 0,2 6-22 16,-2-2 2-16,2-1-15 0,-2-1-10 15,0-2-8-15,0 2-5 0,-1 0-9 0,-2-2-12 16,3-1-34-16,0 0-30 0,-2-5-22 0,3 0-25 16,-3-1-24-16,-1-2-26 0,2 0-24 0,2-2-33 15,-3 1-30-15,4-7-28 0,-7 5-162 0,7-5-412 16,0 0 183-16</inkml:trace>
  <inkml:trace contextRef="#ctx0" brushRef="#br0" timeOffset="199112.79">12428 15176 39 0,'0'0'205'0,"4"-9"-19"0,-4 9-1 15,9-1 0-15,-9 1-3 0,0 0-6 0,11 5-15 16,-3-3-12-16,-2 4-13 0,1-1-6 0,-1 2-13 15,4 1-12-15,-1-2-6 0,-1 2-14 0,1-2-3 16,-3-1-7-16,5 1-7 0,-1-2-6 0,4-1-1 16,-3 1 2-16,2-4-1 0,1 0-1 0,-1 0 3 15,1-4 1-15,1 0-2 0,-2 1 5 0,-1-3-7 16,-1 0-6-16,1-1 0 0,-3-1-5 0,1 0 4 16,0-2-5-16,-1 2-5 0,0-2 1 0,0 1-1 15,0-4-9-15,0 5-1 0,-3-1-6 0,4 0 4 16,-6 1-12-16,1 1 2 0,-1 2-1 0,-4 5-7 15,5-8-5-15,-5 8-1 0,0 0-4 0,0 0 3 16,0 0 11-16,11 17 9 0,-9-4-3 0,-4 0 7 16,0 7 3-16,2 1-2 0,-4 4-5 0,-1-4 2 15,2 3-3-15,-3 6-14 0,1-3 5 0,1 0-26 16,-2 0-36-16,5-3-44 0,-2-3-49 0,1-4-66 16,0-1-71-16,2-1-249 0,2-2-568 0,0-5 252 15</inkml:trace>
  <inkml:trace contextRef="#ctx0" brushRef="#br0" timeOffset="199341.34">13091 15326 49 0,'0'0'249'0,"0"0"-10"15,8-5-8-15,-8 5 3 0,0 0 2 0,0 0-5 16,18 7-13-16,-7-5-9 0,1 1-17 15,-1-1-17-15,5 0-10 0,0-2-13 0,6 3-18 16,-6-3-7-16,4 3-18 0,-2-2-9 0,-5 0-11 0,-2-1-16 16,1-4-31-16,-1 2-39 0,-11 2-43 0,11 1-44 15,-11-1-55-15,0 0-73 0,14 3-64 0,-14-3-142 16,0 0-452-16,0 0 199 0</inkml:trace>
  <inkml:trace contextRef="#ctx0" brushRef="#br0" timeOffset="199621.21">14032 14938 59 0,'0'-6'287'0,"0"6"-28"0,-2-12-34 0,2 12-22 16,0 0-20-16,0 0-12 0,0 0-2 15,0 0-2-15,0 0 6 0,-8 29-9 0,4-12-11 0,2 2-8 16,0 5-3-16,-3 2-7 0,3 1-6 16,-2-9-12-16,2 7-9 0,-1 1-3 0,0-5-16 0,-1 3-12 15,4 0-8-15,0 0-8 0,-3-8-4 0,3 3-16 16,-1-1-41-16,1 3-39 0,-1-4-33 16,-3 1-39-16,2 1-30 0,0-1-58 0,-1-3-53 0,-1 1-194 15,-1-8-483-15,1 3 213 0</inkml:trace>
  <inkml:trace contextRef="#ctx0" brushRef="#br0" timeOffset="199813.37">13690 15461 200 0,'0'0'205'15,"0"0"-5"-15,0 0-11 0,25 9-10 0,-3-4-11 16,12-3-16-16,16 1-13 0,6 0-20 15,4-1-10-15,-2-4-9 0,1 4-12 0,-1-1-25 16,-2-1-27-16,-5 2-20 0,-11 0-45 0,14-1-64 16,-14 3-44-16,-6 0-147 0,-6 0-308 0,-11 2 136 0</inkml:trace>
  <inkml:trace contextRef="#ctx0" brushRef="#br0" timeOffset="200327.36">13637 15860 115 0,'-10'6'269'0,"6"4"-14"0,-5 3-7 0,2 6 5 16,-5 7-2-16,4-1-9 0,-1 6-20 0,0-3-19 15,4 4-21-15,3-1-12 0,2-3-15 0,2 1 2 16,1-2-20-16,4-3-5 0,4-1-12 0,-1-5-5 15,0-1-7-15,3-5-4 0,3 2-7 0,0-4-5 16,4-3-6-16,1-2-5 0,0-3-3 0,0-4-6 16,8 1-13-16,0-6-8 0,-9 4-4 0,0-5-1 15,-1 0-11-15,6-4 18 0,-6 1-10 0,-3-2-1 16,0 0-6-16,-2-1-6 0,-1-2-4 0,0 2 2 16,-3-1-4-16,0-1 4 0,-3 1-10 0,0 4 0 15,-4 2-5-15,1 2-6 0,-2 0 3 0,0 1-7 16,1 1-1-16,-3 5-2 0,6-7-14 0,-6 7 12 15,0 0 3-15,0 0-5 0,0 0-8 0,-9 23-17 16,7-12 5-16,-2-1 24 0,2 0-11 0,2 0 13 16,0 1-10-16,2-3-4 0,0-1 5 0,0-1 0 15,2 0 1-15,1-2 7 0,-5-4-6 0,12 7-18 16,-4-4 30-16,1-2-11 0,2-2 1 0,1-2 3 16,-1 2 4-16,1-5 1 0,0 0-8 0,-2 1 4 15,-1-2 1-15,0-1-2 0,0-1 10 0,-3 0-14 16,0 1 8-16,-2-4-2 0,0 1 0 0,-4-5-4 15,0 4-5-15,-2-4-14 0,0 0-31 0,1-1-7 16,-2 6-11-16,-3-1-37 0,4-1-23 0,-1 3-26 16,-3 0-27-16,2 2-32 0,2-2-41 0,0 4-33 15,-1 0-192-15,3 6-519 0,-7-11 230 0</inkml:trace>
  <inkml:trace contextRef="#ctx0" brushRef="#br0" timeOffset="200580.31">14386 15697 87 0,'5'-3'227'0,"5"1"-9"15,0 3-6-15,-10-1-10 0,17 1-8 0,-11 0-14 16,2 5-12-16,-1-2-6 0,0 3-11 0,0 3-11 0,-1-2-10 16,-3 2-11-16,1 6-12 0,0-6-13 0,-2 1-2 15,-1 1-11-15,-1 1-5 0,-1-2-7 0,-2 2-8 16,0-1-8-16,-3 2-3 0,2-5-4 15,1 1-6-15,1-5-6 0,-3 4 0 0,3-4-3 16,2-5-6-16,-2 7-15 0,2-7-7 0,0 0-13 16,4 11-27-16,-4-11-38 0,11 5-51 0,0-5-71 15,-2 2-65-15,3-4-137 0,6-2-431 0,-5 3 192 0</inkml:trace>
  <inkml:trace contextRef="#ctx0" brushRef="#br0" timeOffset="200803.3">14866 15884 16 0,'0'0'233'15,"0"0"-9"-15,0 0-1 0,-28 4-7 0,14-1-8 16,-1 4-7-16,-3 1-4 0,0 4-4 0,-4 4-12 16,-1 0-13-16,9-1-16 0,-1-3-14 0,-1 10-10 15,5-8-16-15,4 1-6 0,1 0-14 0,3 3-6 16,5-6-4-16,2 4-14 0,3-2-6 0,5 0-18 15,6-6-31-15,0 0-34 0,5-2-38 0,5-4-43 16,-3 1-50-16,4-4-66 0,1-2-215 0,-10-1-467 16,1-1 207-16</inkml:trace>
  <inkml:trace contextRef="#ctx0" brushRef="#br0" timeOffset="201371.01">15172 15107 1329 0,'-2'-13'53'0,"-1"3"140"16,1-1-54-16,0 4-36 0,2 7-34 0,-4-12-16 15,4 12-16-15,-1-9-4 0,1 9-9 0,0 0 5 16,1-10-4-16,-1 10-1 0,0 0-1 0,0 0-14 16,4-5-3-16,5 4 5 0,1-2 7 0,3 0 5 15,5 1 1-15,2-1-1 0,-2 3 5 0,0-1-1 16,-1 1 2-16,-6 0-4 0,0 1-1 0,1-1-4 16,-2 1 2-16,-2 1 3 0,0 2-1 0,0 1 1 15,0 0 1-15,-4 0-3 0,4 3-1 0,-3 2 13 16,2 1 0-16,0 5-1 0,-2 3 5 0,-1 6 3 15,0 0 10-15,-1 5 6 0,-3 3 2 0,-1 2 1 16,-3 11 1-16,2-11 1 0,-3 13 2 0,1-14 4 16,0 13-12-16,0-11-7 0,-2 10-2 0,3-10-6 15,-2 10 3-15,2-11 37 0,0-1-5 0,4 1 1 16,-5-1-6-16,1 0-13 0,2-3-1 0,0-1-12 16,-1-3-9-16,1 3 1 0,0-3 3 0,1-3-6 15,-2-5-10-15,2 0-2 0,0 0 2 0,0 0-4 16,0-8-2-16,-2 1 3 0,1 1-5 0,0-2-4 15,1 1 1-15,-1 1 7 0,-2-4-2 0,-1 1 1 16,0-1-1-16,0 1 6 0,-3-2 1 0,-3 1-6 16,3-2 7-16,-2 2-2 0,-2 0-9 0,2-5-2 15,-2 2 3-15,1 0-3 0,2-2-3 0,2-1-6 16,-2-1-39-16,3 2-21 0,5-4-43 0,-17 5-35 16,10-5-41-16,7 0-47 0,-14-2-81 0,6 0-290 15,8 2-641-15,-15-13 284 0</inkml:trace>
  <inkml:trace contextRef="#ctx0" brushRef="#br0" timeOffset="201579.27">15933 15524 33 0,'11'-6'258'0,"-4"3"-24"0,1-1-19 15,2 1-18-15,0 0-14 0,2 3-18 0,3-2-18 0,3 1-16 16,1 2-8-16,-6 1-36 0,6-2-40 0,-1 4-40 16,-6-1-53-16,-1 0-46 0,1-1-36 0,-5 1-21 15,1 2-87-15,-2-1-254 0,-1 0 112 0</inkml:trace>
  <inkml:trace contextRef="#ctx0" brushRef="#br0" timeOffset="201738.87">16060 15605 144 0,'-6'4'153'0,"6"-4"0"15,-13 4 2-15,8-2-2 0,5-2-4 0,-13 3-6 16,9-1-11-16,4-2-5 0,0 0-11 0,-8 2-10 16,8-2-11-16,0 0-6 0,0 0-3 0,0 0-7 15,11 12-6-15,3-10-6 0,5 1-23 16,3-3-31-16,-1 2-35 0,9 0-48 0,0-9-35 0,6 6-19 16,2 0-15-16,16-4-131 0,-16-1-292 0,15-1 130 15</inkml:trace>
  <inkml:trace contextRef="#ctx0" brushRef="#br0" timeOffset="202073.44">16797 15312 101 0,'-2'-13'200'0,"2"13"-12"0,-7-8-5 0,2 6-5 16,5 2-5-16,-11 1-1 0,-1 5-10 15,3 0 8-15,-5 8-3 0,-1 7 0 0,-3-1-2 16,1 3-10-16,-2 4-8 0,4-3-10 0,0 0-12 15,3 4-10-15,2-3-8 0,0 1-8 0,6-7-9 0,-1 0 0 16,5-1-5-16,-2 1-5 0,5-2-9 16,-1-3-4-16,6 0-4 0,-3-4-4 0,4-1-2 15,3 1-2-15,4-4-1 0,0 0 4 0,4 0-12 16,-1-4-1-16,3 0-5 0,-2-3 3 0,1-1 1 16,6-5-11-16,-9 1 6 0,2-2-5 0,-3-3 6 15,4-5-8-15,-6 2 4 0,2-6 5 0,-2-1 0 16,-3-1-16-16,-4 3 3 0,-2-6-6 0,-2 0 6 15,-3 6-7-15,-3 0-7 0,-2 0 1 0,-5 1-6 16,-4 3-20-16,-2-1-22 0,-12 6-36 0,-7 10-36 16,-19 3-42-16,-7 10-61 0,-29 10-117 0,-6 3-262 15,-8 0-635-15,-1-2 281 0</inkml:trace>
  <inkml:trace contextRef="#ctx0" brushRef="#br0" timeOffset="209068.94">17877 15289 191 0,'0'0'193'0,"-9"0"-12"0,9 0-9 0,0 0-13 0,-9-3-14 15,9 3-19-15,0 0-5 0,0 0-13 0,0 0-1 16,0 0-3-16,0 0-8 0,35 3-7 0,-14-5-9 15,9 5-9-15,1 0-6 0,3-5-7 0,1 0-28 16,-3 2-26-16,-2 0-29 0,0-2-29 0,-9 2-39 16,0 0-36-16,-3 2-24 0,-7-1-122 0,1 0-297 15,-5 1 131-15</inkml:trace>
  <inkml:trace contextRef="#ctx0" brushRef="#br0" timeOffset="209243.25">17863 15452 96 0,'0'0'158'0,"-9"3"4"0,9-3-2 0,0 0-1 15,0 0-19-15,21 7-8 0,-3-7-11 0,3 0-16 16,11-3-9-16,1-1-28 0,2 2-32 0,-2 0-43 16,0-4-48-16,-1 5-48 0,-1-2-109 0,-8-1-228 15,4 0 101-15</inkml:trace>
  <inkml:trace contextRef="#ctx0" brushRef="#br0" timeOffset="209516.81">18222 15051 33 0,'0'0'166'0,"0"0"-1"0,0 0 5 0,0 0-3 16,21-4-10-16,-3 7-6 0,2 1-14 0,9 2-8 15,-4 6-8-15,2-1-8 0,-1 3-8 0,-4 1-5 16,-3 4 1-16,0 0-11 0,-7-4-4 0,-1 2-9 16,2 4-1-16,-4 6-5 0,-4-7-6 15,-2-1-6-15,-2 6-4 0,-3-1-3 0,-5-5-3 0,0 5-5 16,0 1-4-16,-2-7-9 0,-6 3 4 0,2-3-6 16,0-3-9-16,-5 3-22 0,3-4-18 0,2-1-27 15,-2-3-27-15,5-2-54 0,2 0-34 0,0-3-38 16,-4-2-144-16,5-2-372 0,7-1 165 15</inkml:trace>
  <inkml:trace contextRef="#ctx0" brushRef="#br0" timeOffset="210087.22">18944 14776 1728 0,'-1'-17'54'0,"-1"2"110"15,0 4-30-15,1 0-27 0,0 4-34 0,-1 0-24 16,2 7-14-16,-1-9-14 0,1 9-7 0,-1-9 1 16,1 9 9-16,0 0 15 0,0 0 9 0,0 0-20 15,0 0-2-15,-7 27-3 0,5-17 1 16,1 2 0-16,1 1-4 0,1-1 4 0,3 1 1 0,1 3-1 15,-1-4-2-15,2-1 0 0,2 0-2 0,-1-1 0 16,1 0 5-16,5 1-1 0,0-3 2 0,2-1-1 16,1-1-5-16,1-5 7 0,0 4-2 0,-4-5-3 15,-1 0-2-15,1-2 2 0,-3-1 0 0,2-1 0 16,-4-2-4-16,-2 2-4 0,2-4 1 16,-2-1-1-16,-1 0-3 0,0-1 0 0,-2 0-3 0,-1-2 0 15,-2 2 1-15,2 2-6 0,-1 1 3 0,-1 7 1 16,1-11-4-16,-1 11 3 0,-1-9-5 0,1 9-2 15,0 0-2-15,0 0-2 0,0 0 2 0,0 0 0 16,0 0-1-16,0 0-1 0,-14 23 2 16,10-13 0-16,1 1-1 0,1 3 2 0,2-2 0 0,2-1 0 15,0-1-3-15,1 0 7 0,3 1-2 0,-1-4 0 16,3 0 0-16,3-2 0 0,2-3 1 0,1-3 4 16,2-1-3-16,2-2 1 0,-1-2 2 0,-1-1-1 15,-1-2-1-15,1 1 2 0,-7-2-1 0,0 0 1 16,0-4-2-16,-1 0 2 0,-4-3-2 0,-2 0 9 15,-2 2-8-15,-1-6-3 0,-3 5-4 0,-1-2 3 16,-2 2-11-16,0-2-10 0,-1 2-13 0,0 0-13 16,-3 3-17-16,3 3-19 0,1 0-25 0,0 1-31 15,2 3-48-15,5 6-38 0,-10-7-163 0,10 7-418 16,-12-1 185-16</inkml:trace>
  <inkml:trace contextRef="#ctx0" brushRef="#br0" timeOffset="210378.74">19564 14264 38 0,'0'0'164'0,"7"-3"13"0,-7 3 4 0,0 0-18 15,16 7-8-15,-11-2-9 0,-1 4-9 0,4 4-4 16,-4 1-8-16,-2 2-10 0,-2 0-11 15,0 3-3-15,-1-2-8 0,-4 9-8 0,-3-8-6 16,0 0-5-16,3-3-10 0,-2 2-1 0,0-4-5 0,1-4-5 16,2 0-9-16,0 0-1 0,0-2-6 0,2-1 0 15,-1 0-9-15,3-6-1 0,-6 4-1 16,6-4-4-16,0 9-5 0,0-9-1 0,7 7-7 0,-7-7-17 16,17 3-19-16,-4-4-26 0,0 2-39 15,8-1-53-15,-3 1-46 0,4 3-159 0,-4 0-379 0,3 0 167 16</inkml:trace>
  <inkml:trace contextRef="#ctx0" brushRef="#br0" timeOffset="210656.91">20120 14681 78 0,'-13'-8'245'0,"13"8"-14"0,-10-4-11 15,-1 7-5-15,0 0-6 0,-4 3-13 16,0 2-10-16,-10 5-7 0,10-3-10 0,-3 3-5 16,2-1-7-16,-5 6-6 0,1 0-13 0,8-5-9 0,-1 3-13 15,4-1-11-15,3-1-8 0,1-1-13 0,2-2-8 16,5 1-9-16,0 0 1 0,3-3-11 0,3 1-4 16,6 0-6-16,1-2-1 0,6-2-1 15,6 1-15-15,1-4-18 0,1 1-21 0,-1-3-27 16,2-2-35-16,-9 1-36 0,0 1-42 0,1-4-64 15,-3 1-59-15,-4 0-181 0,3-2-489 0,-4 0 216 0</inkml:trace>
  <inkml:trace contextRef="#ctx0" brushRef="#br0" timeOffset="213733.14">21830 14249 19 0,'3'-18'198'0,"0"1"0"0,0 1-5 0,0 4-1 16,-2 2 0-16,0 3-6 0,1 1-10 0,-2 6-17 16,1-11-16-16,-1 11-16 0,2-8-14 0,-2 8-11 15,0 0-3-15,0 0-3 0,0 0 8 0,0 0 3 16,-6 35-2-16,1-18-7 0,1 4-30 0,0 3-3 15,-1 2-9-15,1-1-5 0,0 1-3 0,3 1-7 16,0-2-4-16,2 2-3 0,0-8-3 0,3 5-2 16,-1-4-2-16,-2 6-4 0,1-1-1 0,1 3-8 15,1-4-24-15,0 2-19 0,-3-7-28 0,0 0-29 16,-1-1-36-16,-1 2-44 0,0-4-34 0,-3 1-30 16,-1 0-146-16,-3-2-407 0,2-4 180 0</inkml:trace>
  <inkml:trace contextRef="#ctx0" brushRef="#br0" timeOffset="214031.12">21089 14845 110 0,'-7'2'168'0,"7"-2"4"0,-5 4 4 0,5-4-6 15,18 6-8-15,13-1-10 0,24-3-15 0,34-2-8 16,14 0-17-16,11-5-8 0,8-1-12 0,6-2-5 16,3-1-6-16,0 2-2 0,0-1-7 0,-3 1-2 15,-3-3-12-15,-10 0-2 0,-7 2-5 0,-11 1-2 16,-6 0-5-16,-31 2-5 0,1-1 0 0,-1-2-5 16,0 3-4-16,-1 1 1 0,-4 0-6 0,-17 3-4 15,1-3-1-15,-7 2-11 0,-4 0-23 0,-10 2-30 16,-7-1-39-16,-4 1-28 0,-7 0-27 0,2 5-28 15,-2-5-172-15,-24 10-365 0,-4-3 162 0</inkml:trace>
  <inkml:trace contextRef="#ctx0" brushRef="#br0" timeOffset="214605.45">20456 14894 65 0,'0'0'176'0,"0"0"-7"0,-16-14-4 0,16 14-3 0,-9-3-4 16,9 3 2-16,-5-4-3 0,5 4-9 0,0 0-8 15,-9-4-16-15,9 4-9 0,0 0-15 0,0 0-5 16,0 0-11-16,0 0-2 0,0 0-8 0,0 0-7 16,29-3-7-16,-11 3-8 0,2 0-4 0,7 0-14 15,1-2-27-15,-7 4-27 0,-5-1-34 0,2 0-48 16,-5 0-29-16,-3 3-36 0,0-1-24 0,-4 0-106 16,-3 1-320-16,-3-4 141 0</inkml:trace>
  <inkml:trace contextRef="#ctx0" brushRef="#br0" timeOffset="-214719.19">20339 15054 26 0,'0'0'156'0,"-7"4"-1"0,7-4 13 0,-2 5-4 16,2-5-3-16,0 0-15 0,16 7-13 0,-4-5-9 15,9-1-14-15,1 2-13 0,8-2-34 0,3 1-37 16,0-2-41-16,0 1-58 0,-3-1-45 0,-3 3-103 15,0-4-239-15,-6-1 106 0</inkml:trace>
  <inkml:trace contextRef="#ctx0" brushRef="#br0" timeOffset="-214054.35">21362 15189 2 0,'0'0'233'0,"-2"-9"-10"0,2 9-11 0,0 0-10 16,-4-10-17-16,4 10-21 0,0 0-19 0,0 0-13 0,0-9-17 15,0 9-17-15,0 0-9 0,0 0 0 0,0 0 3 16,0 0-1-16,0 0-9 0,4 34-2 0,-7-22 0 15,3 3-6-15,-1 3-4 0,-2-1 2 16,1 1-9-16,-1-2-1 0,1 2-5 0,-1-1 9 16,1-2-5-16,-1-3-9 0,0 5-1 0,1-2-7 0,-1-4-1 15,1 2-1-15,-1-2-4 0,2 0-4 16,0 1-4-16,1-3-1 0,-1 1 0 0,1-2-3 16,-2 1-1-16,2-9-3 0,2 10-7 0,-2-4 2 15,0-6-3-15,1 8 3 0,-1-8-2 0,2 9 12 16,3-5-7-16,-5-4 0 0,12 5-2 0,-2-2 0 0,4-1 0 15,4 1-4-15,1-3-3 0,4 1-18 0,-2-1-28 16,0 0-25-16,2-1-38 0,-5-1-51 16,1 1-67-16,-1 0-56 0,-6 0-177 0,-2-2-486 15,1 0 215-15</inkml:trace>
  <inkml:trace contextRef="#ctx0" brushRef="#br0" timeOffset="-213805.88">21700 15402 113 0,'0'0'214'0,"0"0"-22"0,0 0 6 16,0 0 3-16,0 0 4 0,0 0-9 0,6 18-14 16,-6-8-10-16,-1 4-14 0,-2 1-12 0,1-4-10 15,-2 5-14-15,3 1 24 0,-3 0-10 0,3 0-18 16,-3 0-12-16,0-1-11 0,1-1-11 0,2-4-9 15,-2 0-4-15,2 0-8 0,0 1-30 0,1-3-35 16,0 1-28-16,-1-1-31 0,-1-3-46 0,2-6-59 16,0 11-64-16,0-11-198 0,0 9-464 0,0-9 206 15</inkml:trace>
  <inkml:trace contextRef="#ctx0" brushRef="#br0" timeOffset="-213635.58">21833 15428 98 0,'0'0'169'0,"0"0"-14"0,14-3-9 0,-14 3-13 15,15-1-7-15,-3 1-19 0,-12 0-14 0,23 1-26 16,-6 2-32-16,-3-3-35 0,-1 1-35 0,0 1-48 16,-3 0-86-16,-10-2-183 0,16 1 82 0</inkml:trace>
  <inkml:trace contextRef="#ctx0" brushRef="#br0" timeOffset="-213441.26">21972 15330 174 0,'0'0'177'16,"-3"-6"-16"-16,3 6 9 0,0 0 11 0,0 0 1 16,-14 23 0-16,9-13-13 0,0 1-17 0,-1 4-15 15,1 1-10-15,1 0-6 0,0 2-15 0,0-2-8 16,3 2-8-16,-3 1-6 0,1-3-14 15,2 2-13-15,-1-1-27 0,4 0-29 0,-2-1-40 16,0-4-52-16,4-1-44 0,-2-1-61 0,0 0-139 16,0-1-363-16,-2-9 161 0</inkml:trace>
  <inkml:trace contextRef="#ctx0" brushRef="#br0" timeOffset="-213169.08">22256 15272 73 0,'0'0'219'15,"5"0"5"-15,-5 0-8 0,0 0-2 0,5 21-6 16,-5-6-2-16,0 2-5 0,-3 1-14 0,2 1-15 16,-3 6-11-16,0 1-15 0,3-5-8 0,0-3-10 15,-3 0-13-15,3 0-11 0,0-1-8 0,-2-2-15 16,2 1-5-16,1-5-8 0,-4-1-7 0,4-3-9 15,1 4-3-15,-1-6 2 0,0-5-7 0,3 12-15 16,-2-7-21-16,-1-5-29 0,5 10-21 0,-1-6-28 16,-4-4-38-16,9 2-54 0,-2-2-57 0,-7 0-47 15,16-5-141-15,-7 0-440 0,1-1 195 0</inkml:trace>
  <inkml:trace contextRef="#ctx0" brushRef="#br0" timeOffset="-212942.33">22529 15494 25 0,'4'8'190'0,"0"-3"3"0,-2 3-7 0,1-3-8 15,-2 4 5-15,2 0-7 0,-1 0-9 0,0 1-15 16,-4-1-8-16,2-2-7 0,0-7-13 0,-1 15-9 16,0-9-12-16,-1 2-11 0,2-8-6 0,-1 10-12 15,1-10-8-15,0 8-5 0,0-8-8 0,-1 7-4 16,1-7 1-16,6 7-5 0,0-5 0 0,5 2-5 15,-1-4-8-15,8 1-25 0,0-1-24 0,2-2-33 16,1-1-60-16,7-3-58 0,-6 2-237 0,-6-4-439 16,2 2 194-16</inkml:trace>
  <inkml:trace contextRef="#ctx0" brushRef="#br0" timeOffset="-212756.63">22821 15367 96 0,'0'0'168'0,"20"-4"-11"15,-11 0-13-15,4 2-14 0,1 1-16 0,2-3-14 16,4 2-22-16,-8 2-29 0,6 3-26 0,-6-4-44 0,-1-1-38 16,-11 2-34-16,14-1-55 0,-14 1-160 0,0 0 71 15</inkml:trace>
  <inkml:trace contextRef="#ctx0" brushRef="#br0" timeOffset="-212565.11">22930 15250 47 0,'0'0'194'16,"0"0"-24"-16,0 0 15 0,0 0 8 0,0 0 2 16,0 0-5-16,-12 26-16 0,10-16-14 15,-1 6-10-15,-1 0-5 0,0 0-6 0,1 0-12 16,1 1-11-16,2 1-14 0,-4-2-3 0,0 1-12 15,4-2-19-15,-2 1-23 0,3 1-35 0,-2-6-36 16,-1 2-42-16,1-1-51 0,1-12-60 0,0 16-189 0,-3-9-397 16,3-7 175-16</inkml:trace>
  <inkml:trace contextRef="#ctx0" brushRef="#br0" timeOffset="-212235.79">23323 15212 177 0,'14'5'236'0,"-5"0"-5"16,0 4-8-16,0 0-8 0,-3 1-14 0,-1-1-14 16,-2 8-6-16,-1-7-11 0,-3 6-13 0,-2 0-7 15,-2-1-19-15,0-3-9 0,-6 2-11 0,1-1-7 16,-1-2-7-16,1-2-11 0,2 0-2 0,-2-3-3 15,0 0-7-15,1-1-4 0,1-1-2 0,2-1-7 16,1 1-1-16,-1 0-1 0,6-4-4 0,-10 4-3 16,10-4-4-16,-5 3-7 0,5-3-1 0,0 0 3 15,0 0-5-15,0 0-3 0,0 0-4 0,0 0-6 16,0 0-1-16,0 0-5 0,26-14-17 0,-15 13-13 16,2-2-19-16,6 3-17 0,0-2-30 0,-2 0-31 15,2-1-42-15,-1 3-63 0,0-6-56 16,-6 6-212-16,2-2-521 0,-4-1 231 0</inkml:trace>
  <inkml:trace contextRef="#ctx0" brushRef="#br0" timeOffset="-211967.47">23600 15185 155 0,'0'0'260'0,"3"-3"-20"0,-3 3-25 16,0 0-19-16,0 0-24 0,0 0 3 0,0 0 8 16,0 0 7-16,0 0-6 0,2 30-7 0,-3-17-9 15,-2 3-11-15,0 1-14 0,-1 0 2 16,1 1-22-16,-1-3-15 0,2 1-8 0,-2-1-9 16,-4 0-5-16,6-1-15 0,-2-3 5 0,0 1-23 0,3-1-27 15,-2-2-32-15,-1 1-31 0,3-1-25 16,-2 0-30-16,3-9-43 0,-7 12-52 0,7-12-50 0,-4 10-220 15,4-10-494-15,-6 3 219 0</inkml:trace>
  <inkml:trace contextRef="#ctx0" brushRef="#br0" timeOffset="-211583.33">23600 15158 174 0,'0'0'202'0,"0"0"-21"15,3-8-1-15,-3 8 1 0,0 0-10 0,0 0-14 16,0 0-8-16,0 0-10 0,0 0-8 0,15 27-14 16,-10-20-11-16,-1-1-7 0,1 1-4 0,3-2-3 15,2 2-7-15,-1-1-1 0,2-2-7 0,0-1 0 16,0-1 2-16,1-2-5 0,-1 0-2 0,1 0-10 16,0-2 1-16,-1-1 2 0,1-1-4 0,-3 1-3 15,0-4-4-15,4 2-4 0,-3-1-1 0,-2-2-7 16,2 2-2-16,0-4-4 0,-2 1-2 0,1 0 2 15,0 0-4-15,-1 0 1 0,1 1 6 0,-4 1 6 16,1 1 7-16,-2 1 15 0,-4 5-16 0,8-6-3 16,-6 2-14-16,-2 4-3 0,0 0-9 0,0 0 7 15,0 0 2-15,0 0 2 0,7 13 3 0,-7-2 13 16,0-11 4-16,-7 25-11 0,5-13 7 0,-2 5-1 16,0 0-11-16,-1 1 7 0,0-1-8 0,0 0-5 15,-1 0-5-15,3 0-1 0,0-1-28 0,0-2-28 16,0 3-35-16,0-6-35 0,-2 2-36 0,3-1-28 15,-1-2-56-15,2-2-70 0,1-8-273 0,-4 13-610 16,4-13 270-16</inkml:trace>
  <inkml:trace contextRef="#ctx0" brushRef="#br0" timeOffset="-194675.49">18373 16244 141 0,'3'-10'145'16,"0"0"-14"-16,0-2-3 0,1 3 4 0,-2 2 7 16,1-3-4-16,-3 4-5 0,0 6-9 0,0-13-9 15,0 6 7-15,0 7 4 0,-3-12-8 0,3 12-10 0,-5-8-6 16,0 6-9-16,5 2-8 0,-12-3-6 0,1 4-7 16,-2 1 0-16,-4 4-8 0,-3 3-4 15,-3 4 0-15,-1 1-4 0,1 4 3 0,-2 4-13 16,0-1-4-16,3 5-1 0,1 0-5 0,2 3-5 15,3 0 0-15,3 3-3 0,-1-4-7 0,7 2 2 16,0 0-3-16,5 1-2 0,-2-3 0 0,4 2-2 16,5 0 0-16,-2 1 0 0,2-4 0 0,2 2 4 15,1 0-3-15,2-2-6 0,1-2 2 0,-2 3-3 16,2 1 5-16,-2-3-1 0,-1 0-3 0,-2-7 0 16,0 6 2-16,-2 1 4 0,1-1 4 0,-3-8-7 15,-4 1 3-15,0-2 25 0,-1 1 1 0,-1 0-2 16,-1-6-7-16,2 1 1 0,-3-3-7 0,1 2 0 15,-1-2-10-15,-2 1-9 0,1-3-12 0,-1 1-14 16,-1-1-14-16,2-3-14 0,-1 2-26 0,8-6-37 16,-15 0-46-16,15 0-55 0,-16-4-233 0,8-1-482 15,8 5 214-15</inkml:trace>
  <inkml:trace contextRef="#ctx0" brushRef="#br0" timeOffset="-194493.65">17994 16738 28 0,'0'0'191'0,"13"-11"-13"0,-6 9-1 15,5 1-14-15,0-1-10 0,5-3-3 0,5 3-22 16,-2-1-13-16,8-1-11 0,-1 3-7 16,1-1-16-16,2-1-33 0,-2 1-45 0,-7 1-56 15,7-1-66-15,-7-1-122 0,-1-1-261 0,7 0 116 16</inkml:trace>
  <inkml:trace contextRef="#ctx0" brushRef="#br0" timeOffset="-194334.46">18703 16633 204 0,'14'-2'210'0,"-6"1"0"0,2-2-10 0,1 1-17 15,-11 2-14-15,17-2-21 0,-8 0-13 0,-9 2-15 16,19-1-37-16,-19 1-33 0,17-1-47 0,-17 1-57 15,0 0-64-15,16 4-140 0,-16-4-278 0,0 0 123 16</inkml:trace>
  <inkml:trace contextRef="#ctx0" brushRef="#br0" timeOffset="-194183.09">18759 16719 58 0,'-4'12'185'0,"4"-12"-7"0,0 0-12 0,0 0-12 16,0 0 6-16,0 0 0 0,0 0-2 0,0 0-9 15,13 17-9-15,-2-14-15 0,0-1-8 0,-11-2-21 16,33 1-40-16,-14 0-39 0,-2-3-62 0,1 1-78 16,-4 0-170-16,-14 1-315 0,28-3 140 0</inkml:trace>
  <inkml:trace contextRef="#ctx0" brushRef="#br0" timeOffset="-191815.45">20856 15876 18 0,'-4'-10'164'0,"1"0"30"0,-1-1-10 0,0 0-18 15,1 1-2-15,1 1 9 0,-2 1-6 16,4 8-2-16,-3-10-12 0,1 5-15 0,2 5-12 16,-3-6-13-16,3 6-16 0,0 0-13 0,0 0-9 0,0 0-5 15,0 0 7-15,0 0-5 0,0 0-6 0,-4 23-3 16,4-11-5-16,0 3-5 0,0 3-3 0,-1 1-2 16,1 1-5-16,0-1-1 0,1 0-8 15,-2 0-2-15,2 1-2 0,1 5-4 0,0 1 0 16,2 0-3-16,-1-1 1 0,2-1-4 0,-3-4-22 15,0-1-16-15,-1-1-23 0,-1-1-22 0,1 1-28 16,-2-1-30-16,1-2-36 0,-1-3-39 0,-1 0-196 0,-3-2-424 16,4 0 188-16</inkml:trace>
  <inkml:trace contextRef="#ctx0" brushRef="#br0" timeOffset="-191491.89">20330 16323 155 0,'-8'2'161'16,"8"-2"-10"-16,-8 2-12 0,8-2 3 0,0 0 7 16,0 0-2-16,16 13-12 0,12-6-10 0,10-6-11 15,29 2-8-15,35-3-10 0,7-3-1 0,11 0-16 16,1-2-11-16,6 2-5 0,3-4-9 0,5 0-3 15,-2-1-5-15,-2 1-5 0,-6-6-4 0,-5 5-4 16,-6 0-2-16,-3-1 1 0,-5 0-5 16,-6-1 2-16,-2 7 2 0,-10-2 5 0,-23 0-5 0,1 1 3 15,-1 2-8-15,-4 0 0 0,0-1 1 0,-8 1-3 16,-12 1-7-16,-8 2-13 0,-5-1-18 0,-9 1-17 16,-1 2-33-16,-6-1-12 0,-5 1-28 0,-7-3-37 15,3 9-43-15,-3-9-141 0,-18 10-352 16,-2-6 156-16</inkml:trace>
  <inkml:trace contextRef="#ctx0" brushRef="#br0" timeOffset="-190822.36">19829 16694 166 0,'0'0'152'0,"9"-4"-4"0,-4 2-3 0,-5 2-2 16,18-2-13-16,-8 4-2 0,3-1-12 0,-4 5-12 15,1 1-10-15,1 0-1 0,-4 3-7 0,3 4 6 0,-6-3-3 16,0 0-8-16,-4 6-3 0,-2-1-9 16,-3 9-4-16,-1-7-9 0,-4-1-5 0,-3 0-2 15,0-3-5-15,-2-3-6 0,1 5 1 0,-3-4-9 16,4 0-2-16,-5-3 0 0,6 0-10 0,-5-1-1 15,5-2 0-15,2-3 0 0,-1-1-1 0,1 0 3 16,2-1-6-16,8-1-7 0,-14-4 6 0,7 1-3 16,2-2-2-16,5 5-1 0,-6-10 1 0,6 10 3 15,-1-10-5-15,1 10 0 0,2-10 6 0,-2 10-9 16,8-6 3-16,-4 3 1 0,-4 3 1 0,11-4-11 16,-2 2 10-16,-1 1-5 0,-8 1 6 0,21 4-6 15,-9 1 5-15,2 0-3 0,-2 0 4 0,-2 2-4 16,3-1 1-16,2 4 1 0,-1 0-3 0,-4-1-5 15,-1-2-27-15,5 2-23 0,-5 1-30 0,-1-2-52 16,1 1-57-16,-3-1-159 0,-2 1-380 0,0-4 170 16</inkml:trace>
  <inkml:trace contextRef="#ctx0" brushRef="#br0" timeOffset="-190579.62">20197 16743 182 0,'4'-10'176'0,"-4"10"2"15,0 0 3-15,0 0-2 0,0 0-5 0,0 0-5 16,0 0-7-16,3 29-16 0,-4-17-6 0,1 3-15 16,-1 2-17-16,1-5-7 0,-1 4-11 15,-1-1-7-15,1 1-9 0,0-1-6 0,-1-3-8 16,1 2-28-16,0-2-19 0,0-3-32 0,-4 3-33 15,3-3-41-15,2-9-38 0,-1 19-49 0,-1-11-148 16,2-8-355-16,-4 12 157 0</inkml:trace>
  <inkml:trace contextRef="#ctx0" brushRef="#br0" timeOffset="-190371.85">20330 16761 147 0,'0'0'173'0,"0"0"5"0,0 0-1 16,0 0 1-16,0 0-4 0,2 37-8 0,-4-20-11 16,2-1-15-16,-3 0-11 0,1 0-11 0,0 1-9 15,1 0-16-15,1-1-5 0,-3 1-8 0,2 1-4 16,0-5-16-16,-2 2-18 0,3-3-22 0,0 0-24 16,-2 0-43-16,-3 0-36 0,4-2-51 0,1-10-50 15,-4 17-125-15,4-17-334 0,-8 9 147 0</inkml:trace>
  <inkml:trace contextRef="#ctx0" brushRef="#br0" timeOffset="-190205.4">20217 16758 64 0,'0'0'147'0,"0"0"-21"16,23-9-4-16,-4 8-16 0,-4 0-32 15,6 1-38-15,7-3-45 0,3 2-53 0,-3-1-39 16,3 1-110-16,-2-3 50 0</inkml:trace>
  <inkml:trace contextRef="#ctx0" brushRef="#br0" timeOffset="-189679.98">21085 16609 50 0,'0'0'113'0,"-23"2"4"0,13-2 5 0,-2 1-6 15,12-1-1-15,-18 0-2 0,18 0-1 0,-14-1-9 16,14 1 0-16,0 0-5 0,-11-2-1 0,11 2-6 16,0 0-1-16,0 0-3 0,0 0-6 0,0 0 0 15,0 0-11-15,0 0 0 0,62 6-6 0,-9-8-3 16,-1-2-5-16,7 3-4 0,5-3-6 15,28 1 0-15,-1 0-9 0,-1-2 2 0,1 2-6 0,0-2 5 16,0-3-1-16,2 1 6 0,4 3 2 0,-1-1 5 16,4 2 2-16,0-1 2 0,2 1-6 0,0-3-1 15,-5 5-3-15,4-6-2 0,-7 4 1 0,0 0 0 16,-5-1-6-16,-22 2 2 0,27-2-8 0,-29 2 0 16,2-2-1-16,-3 4-1 0,-4-2-2 0,-5 0-3 15,-4 2 10-15,-18-2-9 0,-2 4-4 0,-11-4-2 16,-4 1-1-16,-4 1-3 0,-3-1-4 0,-9 1 9 15,13 0-19-15,-13 0-14 0,0 0-14 16,0 0-24-16,0 0-19 0,0 0-28 0,-46 18-46 0,9-13-37 16,-15-1-44-16,-6 6-184 0,-30 0-443 0,24-3 196 15</inkml:trace>
  <inkml:trace contextRef="#ctx0" brushRef="#br0" timeOffset="-188528.5">21217 16639 15 0,'0'0'120'0,"0"0"-4"0,0 0-13 0,0 0-8 0,0 0-7 16,0 0-3-16,0 0-2 0,0 0-6 0,0 0-8 15,0 0 1-15,-51 8 0 0,39-8-1 16,-2 1-7-16,1 0 4 0,2 2-4 0,-5-1 0 15,5-2-8-15,-2 3-1 0,-4-1-3 0,0 0-10 16,-1 0-2-16,0-1-2 0,1 1-3 0,-2 1-5 16,2-2-3-16,1 2 4 0,2 0-5 0,1-2 2 15,0 1-11-15,-1-1 12 0,2 0-1 0,-1-1-8 16,1 2 4-16,-2-2-6 0,14 0 4 0,-23 0 0 16,9-2 8-16,14 2 0 0,-19 2-3 0,11-2 0 15,8 0-1-15,-14 1-2 0,14-1 0 0,0 0-5 16,-15 0-2-16,15 0 1 0,0 0-4 0,0 0 0 15,-11 2-2-15,11-2-2 0,0 0-2 0,0 0-4 16,0 0 1-16,0 0-1 0,-10 2 0 0,10-2-1 16,0 0 0-16,0 0-1 0,0 0-6 0,0 0 9 15,0 0 13-15,-2 10 2 0,2-10 4 16,0 0-3-16,0 18-2 0,0-9 2 0,0-9-2 0,2 19-2 16,-2-6 4-16,1 2 0 0,3 1 5 0,-2-3-3 15,0 5 2-15,-1-2-2 0,2 10-1 0,-2-7-1 16,-1 0-1-16,2 1-2 0,-2 5 0 0,-2 2-1 15,2-3 33-15,0 2-2 0,-1-3-3 0,1-2-3 16,0 5 6-16,-3-2-6 0,6 5 3 16,-2-10-7-16,2 7-3 0,-1-7-5 0,0 7-1 15,-1-8-4-15,0 7-9 0,-1-7 4 0,3 6 3 16,-3-7-6-16,0 1 3 0,0-2-1 0,0 0-3 0,0-5-1 16,0 0-6-16,0 1 5 0,0-12-1 0,-4 19 1 15,3-11-3-15,1-8 4 0,-4 16-11 16,4-16 10-16,-1 11 2 0,1-11-4 0,-3 10 4 0,3-10 5 15,0 0-7-15,-3 10-2 0,3-10 5 16,0 0-4-16,-3 8 4 0,3-8-2 0,0 0 2 16,0 0-1-16,0 0 4 0,0 0 6 0,0 0 1 15,0 0 9-15,0 0 5 0,0 0-7 0,0 0-4 16,-9 4-2-16,9-4-9 0,0 0 7 0,0 0-2 16,0 0-4-16,-16-21-4 0,12 13-3 0,1 1 2 15,-3-6-4-15,3 4-6 0,-4-4 0 0,2-2 0 16,0 3 1-16,-3-5-4 0,2 3-1 0,-2-1-6 15,-1 0-3-15,-1-1-11 0,-2 2-3 0,0 0 4 16,0 0-7-16,-2 5 2 0,7 0-10 0,-4 2-13 16,3 2-8-16,8 5-11 0,-11-10-23 0,11 10-31 15,-10-5-26-15,10 5-22 0,0 0-24 0,0 0-40 16,-17 4-177-16,17-4-445 0,0 0 197 0</inkml:trace>
  <inkml:trace contextRef="#ctx0" brushRef="#br0" timeOffset="-185914.08">21456 16894 11 0,'0'0'41'0,"0"0"-6"0,0 0 6 0,0 0-2 16,0 0 13-16,0 0 8 0,0 0 1 0,0 0 6 15,0 0 18-15,0 0-3 0,0 0 7 0,0 0 6 16,-18-15-2-16,18 15 1 0,-4-9 0 0,0 7 1 15,4 2 0-15,-6-7-4 0,6 7-4 0,-9-7-1 16,9 7-5-16,-10-3 0 0,2 3-5 0,-2-2-3 16,1-2 1-16,-3 4-3 0,-1-1 1 15,1 5-2-15,0-1-7 0,-6 4 5 0,0 0-6 0,7-2-1 16,-8 4-5-16,5-1 3 0,-2-1-8 0,1 3 5 16,2 1-13-16,-1 1 2 0,1-1-9 0,2 3-10 15,1-5 14-15,3 0-10 0,3 2-3 16,-3-2 0-16,3 3-2 0,0-3-2 0,1 2-2 15,2-2 0-15,6 3-6 0,0-1 5 0,3-2-5 16,1 1 3-16,6-2-19 0,3 1-10 0,3-3-26 16,-2 1-21-16,1-1-36 0,2-2-38 0,0-1-43 0,-1 1-64 15,-1-2-137-15,-1 0-406 0,0-1 179 16</inkml:trace>
  <inkml:trace contextRef="#ctx0" brushRef="#br0" timeOffset="-185533.76">21728 16803 2 0,'0'0'228'0,"-5"-6"-12"0,5 6-6 16,0 0-12-16,-9-8-16 0,9 8-18 0,-9-3-10 15,9 3-16-15,0 0-11 0,0 0-2 16,-27 10-14-16,18-1-7 0,-5 1 1 0,4 4-5 0,-2-3-6 16,2 7-2-16,2 0-5 0,-1 8-10 15,1-7 12-15,1 7-9 0,3-2-6 0,-1 2-5 16,1-7-7-16,3 0-8 0,0 0-3 0,1 0-8 0,1 5 2 15,1-6-11-15,5 6 5 0,-1-7-6 0,5-2-3 16,0 3-7-16,-1-8-28 0,4 2-13 16,2-1-33-16,-1 0-18 0,0-3-19 0,3-2-33 15,-6-1-33-15,3-1-36 0,0-1-38 0,-2 0-158 16,-1-2-419-16,1-2 186 0</inkml:trace>
  <inkml:trace contextRef="#ctx0" brushRef="#br0" timeOffset="-185237.64">21938 16873 137 0,'0'0'220'0,"-4"-11"-19"16,4 11-22-16,0 0-23 0,0 0-11 0,0 0 6 16,0 0 0-16,0 0 0 0,0 0-4 0,-7 39 0 15,3-22-12-15,3-1-5 0,-3 12-7 0,2-4-10 16,-1-4-6-16,-2 7-9 0,0-9-10 0,5 2-4 15,-4-2-11-15,2 0-2 0,-1-1-6 0,2-6-9 16,-1 2-6-16,2-3-4 0,-2 0-7 16,2-3-2-16,0-7-2 0,0 12-16 0,0-5 3 15,0-7 6-15,5 9 3 0,-5-9-17 0,10 6 8 0,2-4 4 16,-1-1-5-16,10 0-14 0,-2-1-22 0,1 0-29 16,1-1-26-16,1 0-26 0,-1-2-39 0,1 1-26 15,-3-3-46-15,3 1-33 0,-3-1-154 0,-2 3-425 16,2-1 189-16</inkml:trace>
  <inkml:trace contextRef="#ctx0" brushRef="#br0" timeOffset="-185024.4">22311 17057 172 0,'0'0'219'0,"0"0"-13"0,0 0-17 0,0 0-15 15,0 0-22-15,0 0-11 0,0 0-4 16,0 0 11-16,0 0 0 0,0 0-4 0,0 0-10 15,1 31-12-15,-1-18-12 0,-1 2-9 0,-1-2-10 16,2 3-4-16,0 0-14 0,-1-1-3 0,0 2-5 16,0-4-11-16,1 0-7 0,-2-2-27 0,2 3-28 15,0-4-31-15,0-10-29 0,0 20-45 0,2-13-48 16,-2-1-67-16,0-6-137 0,3 12-395 0,-3-12 175 16</inkml:trace>
  <inkml:trace contextRef="#ctx0" brushRef="#br0" timeOffset="-184818.68">22589 17055 174 0,'0'0'173'15,"0"0"-7"-15,0 0-12 0,10-11-13 0,-10 11-10 16,15 1-15-16,-15-1-9 0,17 3-15 0,-5-2-17 15,-1 1-24-15,-11-2-26 0,0 0-25 0,23 1-35 16,-23-1-47-16,13 1-24 0,-13-1-91 0,0 0-214 0,0 0 94 16</inkml:trace>
  <inkml:trace contextRef="#ctx0" brushRef="#br0" timeOffset="-184634.44">22702 16929 22 0,'0'0'169'0,"0"0"-12"15,0 0-16-15,0 0-8 0,0 0 2 0,-11-3-1 16,11 3 6-16,0 0 0 0,-10 28-6 0,5-12-12 16,0 1-14-16,0 1-7 0,0-1-7 0,0 0-9 15,1 2-7-15,-1 0-9 0,1 0-3 16,1-2-21-16,2 1-26 0,0 0-38 0,1-2-44 0,-2-1-64 16,2-2-188-16,-2-3-339 0,3 0 150 0</inkml:trace>
  <inkml:trace contextRef="#ctx0" brushRef="#br0" timeOffset="-184310.63">22924 16961 1531 0,'0'0'67'0,"6"-20"27"0,-6 20-38 16,4-12-19-16,-4 12-12 0,5-9-10 0,-5 9-2 15,0 0 2-15,0 0 15 0,0 0 13 0,0 0 1 16,16 17-3-16,-14-7 3 0,2 4 1 0,-3-2 1 16,-1 4 4-16,0 1-2 0,-1-4-1 0,1 2 0 15,-1-4-13-15,-3 2 12 0,3-1-4 0,1-3-4 16,-1 3-1-16,1-12-6 0,-2 15 0 0,2-15-2 16,-1 13-4-16,1-13 0 0,0 0-3 0,1 14 0 15,-1-14-4-15,3 8-1 0,-3-8 3 0,6 7-2 16,-6-7-4-16,13 4 3 0,-4-2-7 0,5 0-15 15,-1-1-25-15,2-1-22 0,3-1-32 0,2 1-28 16,1-2-37-16,-5 2-26 0,0-3-19 0,-3 3-146 16,-2-2-366-16,2 0 162 0</inkml:trace>
  <inkml:trace contextRef="#ctx0" brushRef="#br0" timeOffset="-184098.37">23230 17120 47 0,'8'-2'101'0,"-8"2"-4"0,0 0 9 0,0 0-7 16,0 0-5-16,0 0 1 0,0 0-2 0,0 0-9 15,12-2-3-15,-12 2 22 0,0 0 14 16,0 0-15-16,4 15-8 0,-4-11-5 0,0-4 4 0,-2 14 0 16,0-3 5-16,-1-1-7 0,1 0-13 0,-1 0-5 15,-1-1-8-15,1 1 3 0,-1 0-12 16,1-1-3-16,1-2-7 0,-1-1 0 0,3-6-8 0,-1 11-2 16,1-11-3-16,1 11-3 0,3-7-2 15,1 0-28-15,3 0-26 0,-8-4-28 0,22 5-28 16,-5-4-49-16,5-2-56 0,-5 0-138 0,6-2-352 15,-3-3 157-15</inkml:trace>
  <inkml:trace contextRef="#ctx0" brushRef="#br0" timeOffset="-183898.28">23513 17063 1 0,'0'0'185'0,"0"0"-7"16,0 0-19-16,0 0-15 0,0 0-12 0,41 2-10 16,-28-2-17-16,5 0-5 0,0 0-29 0,1-2-24 15,-1 1-35-15,-2 0-30 0,-2 0-32 16,-2-1-38-16,-4-1-19 0,-8 3-59 0,0 0-180 16,12-8 81-16</inkml:trace>
  <inkml:trace contextRef="#ctx0" brushRef="#br0" timeOffset="-183716.85">23678 16937 137 0,'0'0'161'0,"0"0"-8"0,0 0-8 0,0 0-20 0,0 0-6 15,0 0 3-15,0 0-10 0,0 0 4 16,0 0-6-16,0 0-1 0,-13 33-9 0,13-20-9 16,-3 2-8-16,1-4-7 0,4 9-4 0,-4-4-11 15,1 2-2-15,1-1-9 0,-1 0-27 0,-1-1-31 16,2 0-46-16,0-4-73 0,0 3-56 0,0-1-93 15,0-14-298-15,3 17 132 0</inkml:trace>
  <inkml:trace contextRef="#ctx0" brushRef="#br0" timeOffset="-183426.51">24045 16933 59 0,'11'2'207'0,"0"2"-17"0,0 2-8 0,-3 3-14 0,0 0-13 15,-2 1-14-15,-4 1-6 0,1 0-10 16,-3 1-8-16,-3 0-8 0,-4 4-7 0,-1-2-4 0,-1 0-5 16,3-4-7-16,-3-2 3 0,1 2-1 0,0-3-5 15,2-2-15-15,0 0-2 0,1 0-2 16,-1 0-10-16,6-5-10 0,-5 4 2 0,5-4-6 15,-4 7-3-15,4-7-4 0,0 0-2 0,8 8-5 16,-8-8-21-16,19 2-30 0,-6 0-31 0,5 0-25 16,3-1-52-16,5-1-52 0,-4 1-193 0,-2-1-408 15,0 2 182-15</inkml:trace>
  <inkml:trace contextRef="#ctx0" brushRef="#br0" timeOffset="-183210.07">24325 16988 97 0,'0'0'218'0,"0"0"-18"0,0 0-20 0,0 0-20 15,0 0-16-15,0 0 10 0,0 0-13 0,0 0 3 16,0 0-2-16,0 0-15 0,2 34-7 0,-2-34-16 16,2 21-7-16,-2-7-9 0,1-2-8 0,-2-2-10 15,-1 2-5-15,2 0-11 0,-1 0-26 16,1-2-24-16,0-10-25 0,-1 19-39 0,1-11-37 0,0-8-64 15,-2 13-42-15,2-13-110 0,0 0-339 0,-3 8 151 16</inkml:trace>
  <inkml:trace contextRef="#ctx0" brushRef="#br0" timeOffset="-182866.63">24329 16956 24 0,'0'0'169'0,"0"0"-11"15,0 0 11-15,0 0-15 0,0 0-5 0,0 0-10 16,0 0-6-16,17 24-15 0,-10-17-5 0,-1 0-12 16,1 1-8-16,1-2-3 0,1 1-11 0,-1-1-5 0,3-3-7 15,0 2 4-15,-5-3 4 0,-6-2 4 16,17 4-1-16,-17-4-5 0,14-1-7 0,-14 1-1 16,13-5 5-16,-13 5-6 0,14-7 0 0,-10 2 2 15,1-3-4-15,-5 8 0 0,9-10-6 16,-9 10-2-16,10-13-12 0,-10 13 9 0,6-13-4 0,-6 13 2 15,7-11-4-15,-7 11 11 0,5-11-8 0,-5 11 1 16,6-7-3-16,-6 7-7 0,0 0-5 0,0 0-8 16,10-7-5-16,-10 7 4 0,0 0-6 0,0 0-4 15,6 20-2-15,-6-20-2 0,1 19 4 0,-1-7 1 16,1 3-2-16,-1 1-17 0,-1-1-10 0,0-4-21 16,-1 5-40-16,2-4-36 0,0-12-39 0,2 23-58 15,-1-12-64-15,-1-11-172 0,-3 15-479 0,3-15 212 16</inkml:trace>
  <inkml:trace contextRef="#ctx0" brushRef="#br0" timeOffset="-182645.79">24850 16868 116 0,'10'-1'229'0,"-10"1"-10"0,12 8 5 16,-9 1-2-16,4 2-3 0,-3 3-21 0,1 5-17 15,-1 0-10-15,-2 0-24 0,0 8-8 16,0-1-17-16,-4-2-10 0,0 2-7 0,0-8-15 16,-2 2-11-16,1-1-27 0,0-2-15 0,-5 0-13 15,-1-4-34-15,-2 3-24 0,-1-4-26 0,-3 0-31 16,0-3-56-16,-4-2-40 0,2 2-173 0,-12-3-389 16,1-2 172-16</inkml:trace>
  <inkml:trace contextRef="#ctx0" brushRef="#br0" timeOffset="-182144.09">23898 16584 115 0,'96'-8'131'0,"0"2"-6"0,-2 3-9 16,-2-1-5-16,-1-1-7 0,-25 3 3 0,29-5-9 15,-2 6 1-15,-29-3-6 0,3 3 1 0,-1-2-11 16,-1 2 2-16,-5-1-7 0,-4 3-4 15,-4-2 5-15,-1 1-10 0,-13 1-1 0,1 1-9 16,-8-2 2-16,-4 1-13 0,-5-2-4 0,-2 2-1 0,-8-2-7 16,-4 2-3-16,-8-1-3 0,14-1-3 15,-14 1-4-15,0 0-4 0,13 0-16 0,-13 0-20 0,0 0-30 16,0 0-48-16,0 0-54 0,0 0-160 16,-51-3-333-16,23-2 149 0</inkml:trace>
  <inkml:trace contextRef="#ctx0" brushRef="#br0" timeOffset="-181473.94">22785 16270 126 0,'29'0'138'16,"3"-3"-11"-16,23 0-7 0,9-2-6 0,33 0-8 16,5-1-4-16,4-1-9 0,-1 0-11 0,4 2 2 15,-12 1-10-15,9-2 4 0,1-1-8 0,1-3 6 16,0 6-5-16,1-4-5 0,0 1-1 0,-3-1-4 15,2 3 0-15,-7-2 1 0,-4 3 1 0,-5 0-4 16,0 3 1-16,-33-1-1 0,6-2 1 0,-6 3-2 16,-2-1 0-16,-5 0-4 0,-14 0 2 0,-7 1-7 15,-1-1-2-15,-3 2-4 0,-6 0-7 0,-9 0-2 16,-1 0-1-16,-2-2-8 0,-9 2 9 0,12-1-11 16,-6 0-3-16,-6 1-4 0,0 0 3 0,11-1-9 15,-11 1-26-15,0 0-24 0,0 0-28 0,0 0-43 16,0 0-42-16,0 0-48 0,0 0-150 0,0 0-379 15,-34 5 167-15</inkml:trace>
  <inkml:trace contextRef="#ctx0" brushRef="#br0" timeOffset="-177315.82">26565 15893 109 0,'-6'18'107'0,"-2"6"-3"0,1 0-7 15,-1 2-5-15,0 4-2 0,-1-1 4 0,1 0-16 16,3 5 8-16,-4-2-9 0,4 2-10 0,1 2-4 15,2-1-6-15,-5 11-6 0,7 3 3 16,-2-15-21-16,2 15-6 0,-9-4-8 0,8 1 5 0,-1-14-3 16,2 3-3-16,0-2-2 0,0 3-2 0,-2-1 0 15,0 11 10-15,2-11-11 0,-5 9-3 0,3-9 6 16,-2-4-6-16,0 3 0 0,-1-3-6 16,2 2 3-16,1 1-2 0,-2-2 10 0,-1 1-4 15,-3 0 2-15,1-1-7 0,0-2 3 0,2 0 25 16,-1-1-1-16,-1-1 0 0,-5 1-3 0,4-1-8 15,-1-1 3-15,2 1-7 0,-5 0 0 0,2 0 0 0,1-1-1 16,1-1-2-16,0 1-2 0,-1 2-4 16,-3-2 1-16,-3-1-6 0,-1-4 6 0,3 1-7 15,0 0 6-15,-3 1-3 0,5-9-2 0,-4 7 4 16,5-6-6-16,-4-2 0 0,5 3-29 0,-4-3 4 16,-3-1-3-16,1 1 7 0,-4 1-1 0,-4 0 0 15,8-2 9-15,-3-1-4 0,-2-3 8 0,-5 6-4 16,-4-5 3-16,2 1-4 0,0 0 0 0,-2 1 11 15,-1 0-2-15,-5-3-2 0,3 4 0 0,-3-5 1 16,-2 2 0-16,2-2 2 0,-15 3-1 0,12-5 2 16,-18 5-3-16,0-3 0 0,1 1 5 0,-6-3-3 15,3 2 1-15,-4 0 0 0,-1-3-1 0,-29-3 4 16,30 7 3-16,-29-3-12 0,27-2 9 0,-1 2 3 16,-33 0-5-16,3-5 3 0,-3 3-1 0,1-1 1 15,-1-3-2-15,0 6 7 0,0 0-9 0,-5-4 5 16,1 2-4-16,-1 0-4 0,-8-7-2 0,1 3 9 15,-1 0-3-15,-1 1 7 0,2-1-2 0,1 3-4 16,-7-4-3-16,0-2 5 0,-5-2 3 0,0 1-5 16,1-1 0-16,4 1 3 0,-2-2-4 15,2-3-5-15,-10 1 8 0,2-4-2 0,2 1 3 16,-1 1-2-16,-1-3-6 0,1 0 6 0,-4 2-5 16,0-6 7-16,-3 5 8 0,2-6-10 0,-2 3-2 15,4-3-3-15,1 0 5 0,1 6 2 0,-2-4 1 16,2 1-2-16,0 0 3 0,-2-1-1 0,9 0 7 15,1 0-6-15,-2-1-6 0,-3 1 8 0,1 0-6 16,6 2 3-16,-8 6-7 0,5-10 5 0,0 7 1 16,9 3-2-16,-11-5 9 0,12 7-2 0,-1-2 1 15,6-1 0-15,1-4 5 0,6 4-3 0,1-6 2 16,31 12-4-16,-29-7 7 0,31 2-2 0,0 1 3 16,4 3-1-16,1-3-1 0,2 0 3 0,3 4-9 15,14 1-2-15,-4-3 0 0,4-2 4 0,4 4-6 16,5-3-2-16,-3 2-9 0,3-2 1 0,8 3-11 15,1 1-9-15,7-1-7 0,12 3-10 0,-18-7-21 16,18 7-42-16,-11-7-43 0,11 7-118 0,-8-10-288 16,8 10 128-16</inkml:trace>
  <inkml:trace contextRef="#ctx0" brushRef="#br0" timeOffset="-176811.99">17333 16199 1 0,'-5'62'123'0,"-3"-33"-13"0,-2 2 1 0,-4 14 0 16,0 4-10-16,-4-3-4 0,-1 4-4 0,1 1 3 15,1 3-10-15,-1 3-4 0,0 23 9 0,4-21-11 16,3 23 3-16,4-22-2 0,1-3-3 0,6 2-1 16,0 22-2-16,0-28-4 0,5 2 2 0,3-5-6 15,2 1-1-15,4 0-3 0,0-5-6 0,4 3-2 16,-3-1-8-16,-2-3-2 0,1-1-3 16,-5-13-5-16,1 1-6 0,1-1 4 0,-4-3-10 15,3-3 2-15,-2 1-4 0,-4-7-2 0,0 0 0 16,0-4-7-16,-2-1 3 0,1 0-3 0,-2-2-15 15,-1-2-15-15,0-10-14 0,0 16-12 0,0-16-21 16,0 10-13-16,0-10-17 0,4 8-37 0,-4-8-52 0,0 0-117 16,0 0-325-16,0 0 144 0</inkml:trace>
  <inkml:trace contextRef="#ctx0" brushRef="#br0" timeOffset="-175541.8">22059 16318 39 0,'0'0'42'0,"0"0"-4"0,0 0 3 0,0 0 4 15,-3-17 9-15,3 17 7 0,0 0-4 0,0 0-2 16,-4-12 2-16,4 12-5 0,0 0-16 0,-1-12 15 16,1 12-15-16,0 0 1 0,0 0-12 0,-1-10 9 15,1 10-14-15,0 0 4 0,0 0-7 0,-1-13 3 16,1 13 7-16,0 0-11 0,2-13 6 0,-2 13-9 15,1-10 0-15,-1 10 11 0,0-12-1 16,0 12 2-16,0-12-5 0,0 12-2 0,2-11-5 0,-2 11 7 16,2-10-9-16,-2 10-2 0,2-10-2 0,-2 10 5 15,1-13-7-15,-1 13 7 0,2-11-10 0,-2 11 11 16,4-13 1-16,-4 13-12 0,4-12-2 16,-1 6 6-16,-3 6 2 0,3-12 2 0,-3 12-8 15,4-13 6-15,-4 13-5 0,2-10-5 0,-2 10 3 16,-2-13-2-16,2 13-3 0,0 0 10 0,-1-12-2 0,1 12 20 15,0 0 2-15,-3-11 1 0,3 11-2 0,0 0-8 16,0 0 6-16,-3-10 0 0,3 10-6 16,0 0-4-16,0 0 2 0,0 0-3 0,-4-10-1 15,4 10-4-15,0 0-5 0,0 0 8 0,0 0-8 16,-5-10 2-16,5 10-1 0,0 0-1 0,-7-7 4 16,7 7 8-16,0 0 3 0,0 0-6 0,-7-8-1 15,7 8 4-15,0 0-2 0,0 0 2 0,-8-8-6 16,8 8 2-16,0 0-7 0,-5-7 5 0,5 7 0 0,0 0 7 15,0 0 1-15,-8-7 1 0,8 7-9 16,0 0 6-16,0 0-1 0,0 0-5 0,-6-10-3 16,6 10 7-16,0 0-6 0,0 0 1 0,-5-6-3 15,5 6 1-15,0 0-3 0,0 0 8 0,0 0-5 16,-6-13 1-16,6 13-5 0,-2-6-1 0,2 6 7 0,0 0-4 16,-6-8 0-16,6 8 2 0,0 0-2 15,0 0 1-15,0 0-2 0,-7-9-1 0,7 9-2 16,0 0 4-16,-5-6-3 0,5 6 0 0,0 0-5 15,0 0 7-15,-6-7-4 0,6 7 2 0,0 0 2 16,0 0-2-16,0 0-14 0,0 0-16 0,0 0-25 16,-12-3-14-16,12 3-16 0,0 0-11 0,0 0-13 15,-7 1-7-15,7-1-86 0,-9 4-218 0,9-4 97 16</inkml:trace>
  <inkml:trace contextRef="#ctx0" brushRef="#br0" timeOffset="-170864.96">17255 16289 13 0,'0'0'27'0,"0"0"-7"0,2 5-4 0,-2-5 1 0,0 0-4 16,0 0 8-16,0 0 7 0,0 0 8 0,3 7 8 15,-3-7 9-15,0 0 11 0,0 0-11 0,0 0 10 16,0 0-3-16,0 0 3 0,0 0-14 0,0 0 3 15,0 0-12-15,0 0-2 0,5-24 2 0,-5 24-11 16,1-11-6-16,-1 11 11 0,0-13-17 0,0 13 1 16,4-16-3-16,-3 6 4 0,-1-1-6 15,2 0 2-15,-1 1-3 0,0-2-1 0,1-1-5 16,-4-3-3-16,4 5 6 0,1-5-4 0,0 5-1 16,-3-5 7-16,1 0-3 0,2 1-2 0,-1-1 1 0,1 4 1 15,-1 0 3-15,1-2-10 0,-2 4 1 0,0-2-3 16,1 2 10-16,0-2-3 0,-2 2 4 0,0 10 1 15,4-18-4-15,-2 10 6 0,-1-2 2 16,-1 10-11-16,2-16 6 0,0 9-6 0,-2 7 4 16,2-13-5-16,-2 13 3 0,2-10 5 0,-2 10-1 15,0 0-1-15,1-10-2 0,-1 10 1 0,0 0 0 16,0 0-2-16,1-13 3 0,-1 13-10 0,0 0 11 0,0 0-5 16,0 0 0-16,0 0 2 0,0 0-6 15,0 0 12-15,0 0-25 0,0 0 15 0,4-9-3 16,-4 9-1-16,0 0 0 0,0 0-3 0,0 0-1 15,0 0 1-15,0 0 8 0,0 0-15 0,0 0 9 16,0 0 6-16,0 0-2 0,0 0 1 0,0 0-6 16,11-2 10-16,-11 2-8 0,0 0 1 0,0 0-2 15,21 5 3-15,-21-5-7 0,11 2 6 0,-11-2-1 16,13 1 3-16,-13-1-2 0,14 1 3 0,-4-1 4 16,-10 0-6-16,18 0-6 0,-6 2 4 0,-12-2 5 15,23-2-5-15,-12 2 2 0,2 0-1 0,-13 0 0 16,23 0 6-16,-9-2-4 0,-1 2 0 0,1 0-3 15,3-1 4-15,-2-2-1 0,2 0-7 0,2-1 7 16,1 3-3-16,-1-3-3 0,2 0 4 0,0 1-6 16,0-1 7-16,-1 0 2 0,2-1 0 0,-1 1-3 15,7 0 4-15,0-1-2 0,-7 1 7 0,0 0-9 16,10 1-4-16,-10-1 2 0,7-1-9 0,-1 1 12 16,1-2-1-16,3 2-6 0,-3 1 7 0,-1-2 4 15,-6 3-7-15,8-3 5 0,-1 4-6 0,-5-1 4 16,4-2-5-16,-7 4 0 0,8-3 13 0,1 0-21 15,-8 2 4-15,7-1 10 0,-6-1 8 0,0 3-10 16,5-1-6-16,-6-1 8 0,1 1 10 16,5-1-12-16,-7 1-3 0,8 0 4 0,-7 0 2 0,-1 0-10 15,1 1 6-15,0 0 10 0,0-2-14 0,-1 2 0 16,2 0 10-16,-1 0-17 0,-1 0 13 0,0-1 2 16,0 1 3-16,0-1-3 0,2 1-8 0,5-1 3 15,1 2-1-15,-8 1-2 0,2-2 8 0,0 0-9 16,0 0 0-16,4-1 6 0,2 1 0 0,-1 0-9 15,1 0 2-15,-5 0 8 0,4 0-5 16,1-1 13-16,3-2-8 0,0 1 3 0,-1 1-2 0,2-3-3 16,-2 1 4-16,3 1 3 0,-2 2-8 0,-3-2-2 15,1 3 6-15,-1-2-3 0,3 2 8 0,-4-2-4 16,0 1-11-16,-6 1 1 0,9-1 4 0,-10-2 3 16,8 3-10-16,-6 0 9 0,0 2 4 0,6-2-3 15,0 2 6-15,-6-2 3 0,6 2-5 16,1-1-3-16,-1 1-3 0,-1-4 3 0,1 1-4 15,2-2-1-15,-2 2-8 0,-1 0 14 0,0 0-1 0,1 0-2 16,-7-1 4-16,7 0-4 0,0-2 8 0,-8 5-7 16,0-2 0-16,-1 1 1 0,-1-1 4 0,4 2 0 15,0-2-3-15,-6 2-4 0,2-2 6 16,0 0-3-16,0 2-4 0,1-1 4 0,0 1-1 16,2-2-4-16,-1 0 6 0,-1 1-4 0,3 0 3 15,1-1-4-15,-2 0 0 0,7 1 3 0,-7-2-5 16,2 1 9-16,3-1-2 0,2 1 1 0,-6 0-4 15,-1-1-1-15,-1 1 17 0,1 0-16 0,7 0-5 16,-6-2 2-16,0 1 9 0,0 0-4 0,8 1 0 16,-2 0 0-16,-5 0-2 0,4 1-2 0,1-3-5 15,-2 0 4-15,-6 2 4 0,2 0-4 0,-1-1 6 16,-1 0 0-16,2 0 6 0,-2 1-5 0,1-2-2 16,7 2-4-16,-7 0 3 0,1-1 0 0,0 1 0 15,0 0 0-15,6 0-3 0,-1 3 6 0,1-2-5 16,-1-2 2-16,1 3 5 0,1-2-1 0,1 1-5 15,-2-2 6-15,0 2-6 0,0-1-1 0,1 2-5 16,-1-1 4-16,2-1 7 0,-2 0-3 0,-8 1-10 16,10 2 11-16,-2-3-2 0,-1 2-1 0,0-1 3 15,-6 0-3-15,1-1 8 0,6 3-10 0,-1-3 0 16,4 2 5-16,-10 1-7 0,1 0 3 0,4-3-1 16,-5 3 7-16,7-1-2 0,1 3 3 0,-1-5-8 15,-2 2 7-15,5-1-6 0,0 0 3 0,-1-1 4 16,1 2 1-16,1-1-18 0,1 0 14 0,-1 0-9 15,2-2 11-15,-3 2-2 0,1 0 2 0,0-1-11 16,-2 0-4-16,-1 1 10 0,1 1-3 0,-1-1 9 16,-2 1-6-16,2-1 3 0,-1 1-5 0,2 0 4 15,-10-2 1-15,8 1 11 0,-1 0-9 0,4 2-5 16,-1-2-5-16,1 1 11 0,-1-2-9 16,1 1 3-16,1-1 5 0,0 1 5 0,0-1-20 0,0 0 2 15,4 0 10-15,1 0-2 0,-2-1 0 0,2 0 2 16,-2-1 2-16,3 1-7 0,-1 1 1 0,1-1-3 15,-2-3 0-15,1 0 8 0,0 3-12 0,-3-2 9 16,3 0 4-16,-3-1-7 0,1 2 3 16,1-2 4-16,0 1-3 0,0 0 0 0,0 0 0 0,1 0-9 15,-4 2 4-15,1-2 4 0,0 0 1 16,0 2-2-16,-1-1 2 0,1-1 3 0,0 1-2 0,3 2-2 16,-4-1-6-16,2 0 4 0,-2 1 1 0,0-1 0 15,1-2-4-15,0 1 5 0,-2 0-5 16,-1 0-3-16,1-1-3 0,-2 1 9 0,2 1 0 0,-4-2-2 15,2 0 1-15,0-1 5 0,1 3-1 16,-2-2-2-16,2 1 2 0,-1-1-2 0,2 2 2 16,-3-1 1-16,3-1-4 0,-3 2 2 0,4 1 2 15,-3-3-3-15,-1 0 13 0,2 2-16 0,1-3 4 0,-1 2 8 16,-1 0-7-16,0-1-3 0,0 0-1 0,4-1-3 16,-4 4 5-16,-2-3 4 0,1 0-4 15,0-2 0-15,0 1-2 0,-1 0 1 0,1 0 0 16,4 0-7-16,-3 0 11 0,-1 2 0 0,1-1-11 15,-2 1 11-15,3-1-1 0,-2 1 0 0,1-1 9 16,3 3-10-16,-2-3-3 0,2 3 9 0,-4-3-6 16,2 4 3-16,0-2-7 0,-1 0 8 0,1-1-9 0,-2 1 7 15,0 0 1-15,0 1-6 0,-2-1 4 16,-6 1-8-16,8 0 11 0,-9-2-7 0,7 0-6 16,-7 3 10-16,3-2-3 0,-1 1 3 0,-3 0-6 15,5-1 1-15,-6 1 0 0,4 0 7 0,-1-1 11 16,-1 1-14-16,0-1 2 0,1 0 0 0,0 1-1 15,0-2 0-15,6 2-12 0,-8-1 10 0,0 2 16 16,0-2-14-16,3 1-4 0,-5 0-3 0,4 0 7 16,-3 0-4-16,0 1 2 0,3 1 2 0,-4-2 4 15,1 1-5-15,-1-1 1 0,-2 1 1 0,2 0-7 16,-3-1 3-16,-1 1 8 0,3 0-9 0,-1-2 6 16,-3 0-9-16,1 1 11 0,-13 0-7 0,17 1 4 15,-17-1-7-15,13 1 11 0,-13-1-3 0,0 0 3 16,11 0-3-16,-11 0 0 0,0 0 4 0,0 0-4 15,14 0-3-15,-14 0 5 0,0 0-5 0,0 0-3 16,0 0-3-16,0 0-1 0,0 0 3 0,0 0 5 16,0 0 16-16,0 0-15 0,6 4-1 15,-6-4-3-15,0 0 0 0,0 0 8 0,0 0-7 0,0 0-4 16,0 0 2-16,-11 21 7 0,11-21-8 0,-7 11 4 16,7-11 6-16,-3 12 0 0,-1-2-4 0,2-3-5 15,0 3 9-15,-3-1-2 0,3 0-6 0,2-9 10 16,-4 20-10-16,2-9 14 0,-2-1-12 0,3 1 5 15,-4 1-1-15,-1-1-4 0,3 1-1 16,-5 1 10-16,1 3-5 0,-2 0 11 0,0 0-2 16,0 3-1-16,-5 3 0 0,5-6-6 0,-1 1 3 0,2 1 3 15,-5 6 0-15,2-2-1 0,2-4-9 0,2 0 1 16,-4 5-2-16,3 2 6 0,0 0 5 0,3-6 2 16,1 5-1-16,2 2-20 0,2-3-31 0,0-3-26 15,2-4-48-15,5 9-60 0,-5-5-186 16,6 2 83-16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10:33:40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5215 3046 173 0,'-8'0'202'0,"8"0"-11"0,-21 1-7 15,9 1-7-15,-6-2-2 0,4 4-9 0,-5 0-7 16,2 2-6-16,-3 0-5 0,1 3-10 0,0 0-10 16,-4 7-3-16,6-4-11 0,3 3-5 0,1-2-10 15,0 3-9-15,3 1-8 0,4-1-8 0,3-1-11 16,-2 1-8-16,6-5-7 0,-1 5-2 0,7-1 1 16,-2-5-9-16,4 0-2 0,7 0-4 0,-1-3-11 15,2-1 7-15,3 0-1 0,0-3-6 0,2 0-6 16,-3-3 5-16,0 0-10 0,0-1-1 0,-7-1-5 15,1 2-1-15,-2 0-3 0,-1-3 1 0,-2 0-5 16,-1 2 9-16,-7 1-4 0,11-3 1 0,-11 3 3 16,6-5-4-16,-6 5-4 0,0 0-3 0,0 0 5 15,0 0-3-15,0 0 1 0,-19-10 1 0,8 12-2 16,-1 2 3-16,-2-1-2 0,-3 3 2 0,0 2 2 16,1 1-2-16,0 3 3 0,0-1-1 0,1 3 0 15,2 0 1-15,-1 2 2 0,4 0 2 0,2-2-3 16,3 0 2-16,0 0-1 0,5-4-7 0,4 6 5 15,1-6-7-15,2 2-12 0,5-3-19 0,7 2-20 16,7-1-19-16,3-3-31 0,0-4-31 16,5-1-24-16,0-2-19 0,1 0-16 0,-1-5-1 0,0 1-1 15,1-2-112-15,0 1-335 0,-1-4 149 0</inkml:trace>
  <inkml:trace contextRef="#ctx0" brushRef="#br0" timeOffset="1097.33">5597 3413 568 0,'14'-15'-41'0,"0"1"32"15,-2-1 13-15,-3-1 5 0,-2-3 11 0,0 2 6 16,-5 1 22-16,2-1 16 0,-5 5 13 15,0 2 12-15,-2-2 22 0,-1 3-10 0,-1 2-6 16,-4 1-3-16,0 2-3 0,-2 1-3 0,-2 3 2 16,-2 4 1-16,-6 1 0 0,1 2-3 0,-3 6-2 15,-4 2-5-15,4-1 0 0,0 5-8 0,4-3-8 16,5-2-1-16,1 1-11 0,3-1-7 0,3-3-1 16,2 1 0-16,1-4-6 0,3 3-2 0,2-4-3 15,2 0-6-15,2-3-3 0,3 0-13 0,4 0-3 16,0-4 2-16,7-1-3 0,-1-3 0 0,0 0-1 15,1-1-4-15,-4 0 0 0,-3 0-1 0,2-1 0 16,-4-2 3-16,2 0 1 0,-3 2 1 0,-2-2 3 16,-3 3 10-16,1-2 4 0,2 1 6 0,-5 2 3 15,-2 4 2-15,5-9-6 0,-5 9-2 0,5-4-6 16,-5 4-3-16,0 0-5 0,0 0 0 0,0 0-1 16,6 21 7-16,-9-6 2 0,0 4 7 0,-2 7-7 15,1 0-1-15,1 3 9 0,-1 0-7 0,-4 0 2 16,4 2-2-16,2-2-3 0,-2 1 3 0,3 0-6 15,-1-2 1-15,1-3-2 0,1 1 3 0,0-2-4 16,1-5-1-16,1-2-1 0,-1 0 3 0,-1-6-4 16,2-2-1-16,-2-9-2 0,0 14 2 15,0-14 1-15,2 11 1 0,-2-11 2 0,0 0 3 0,0 0 5 16,0 0-6-16,0 0 3 0,0 0-10 0,24-22-5 16,-12 0-3-16,4-1-4 0,1 0-3 0,2-4-4 15,-6 1-2-15,2-3 2 0,0-1-2 0,5-3 0 16,2-6-1-16,-6 7-2 0,4-9 0 0,-6 9 1 15,2 0 2-15,-3 2 0 0,-1 3 0 0,1-1 9 16,-4 6-2-16,0 3 6 0,-3 3 4 0,-2 6 8 16,0 0 3-16,-1 3 1 0,0 1-2 0,-1 0-3 15,-2 6-7-15,6-8 0 0,-6 8-6 0,4-6 3 16,-4 6-3-16,0 0 3 0,0 0-2 0,4 25 1 16,-3-12 0-16,2 5 4 0,-2 1 1 15,-1 0-4-15,2 7 3 0,-2-8-5 0,2 0 4 0,0-2 0 16,1 0 1-16,1-3-2 0,1-2 4 15,-2 0-2-15,4 0 1 0,-2-3 0 0,3-1 4 16,-1 0-2-16,1-4 2 0,1 1-11 0,1-1 10 0,0-3-7 16,1 0-5-16,0-3 4 0,1-1-3 0,-2 1 1 15,3-4-4-15,-2 0 6 0,-2-3-1 0,1 2 0 16,1-4 1-16,-4-1-1 0,2-1 2 0,-3-1-5 16,1 1-2-16,-2 1 4 0,-2 3 0 15,-2-1 1-15,2 1 0 0,-1 5-3 0,-1-3-2 16,-1 8 2-16,3-8-7 0,-3 8 2 0,0 0 0 15,0 0 0-15,0 0 3 0,0 0-3 0,0 0 3 16,10 23 2-16,-7-11 1 0,-2 0-1 0,3 3 2 16,-2-1 2-16,2-1-3 0,1 1-17 0,2-4-4 0,-1 0-12 15,3-1-4-15,0-1-4 0,4-2-12 16,0 0-5-16,4-3-9 0,0-1-4 0,5-4 1 16,-1 2-6-16,1-4 7 0,-1-1 5 0,0-2 11 15,5-2 5-15,-8 1 4 0,2-3 8 0,-3 0 2 16,-2 2 7-16,-2-3 4 0,-2-1 21 0,-2-1 7 15,-1 0 3-15,-3-1 3 0,-2-1 8 0,-2 4-1 16,-2-2 18-16,-2 4 6 0,-1 0 11 0,1 0 5 16,-3 2-1-16,1 1-5 0,-4 1-5 0,-2 5-1 15,3 1-1-15,-5 3-1 0,1 4 0 0,-4 1-4 16,-2 3 1-16,4 3-6 0,-2 1-3 0,3-2 0 16,0 3-3-16,4 1-2 0,1-3-2 0,5-2-1 15,-1-2-3-15,5 0-3 0,2 0-8 0,0-2-5 16,1-3-4-16,3 2-3 0,2-4-2 0,2 1-3 15,1-4-3-15,-1 0 3 0,2-3-4 0,0 1 4 16,1-4-3-16,-1 1 5 0,2-2 0 0,-5 3 5 16,1-6-4-16,-1 2 3 0,-4 1-1 0,2-2-1 15,-2 1 4-15,-2 1 0 0,1 2 4 0,-2-1 2 16,-3 6 1-16,3-10-1 0,-3 10-8 0,4-5 2 16,-4 5-3-16,0 0 2 0,0 0 0 0,0 0 0 15,0 0 2-15,0 0 2 0,2 24-2 0,-2-14-1 16,-2 0 4-16,2 0 0 0,2 2 0 0,-1-1 2 15,1 0-20-15,2-1-23 0,1 3-25 0,3-5-46 16,0-1-75-16,1 1-197 0,2-3-416 0,4 0 185 16</inkml:trace>
  <inkml:trace contextRef="#ctx0" brushRef="#br0" timeOffset="1345.49">6875 3066 237 0,'0'0'219'0,"-1"-11"-19"0,1 11-23 0,0 0-7 15,0 0 12-15,0 0-8 0,0 0-5 0,0 43-5 16,-3-16-7-16,2 0-10 0,0 2-6 0,-1 1-12 16,1 2-5-16,0-1-10 0,1 1-11 0,1 0-12 15,-1-2-8-15,0 0-9 0,1-1-7 0,-1 0-8 16,0-9-35-16,3 4-19 0,-2-7-22 0,1 0-29 15,-1-3-31-15,-1-2-28 0,1 0-37 0,-2-1-34 16,1-11-38-16,-5 15-159 0,0-8-402 0,5-7 178 16</inkml:trace>
  <inkml:trace contextRef="#ctx0" brushRef="#br0" timeOffset="1593.88">6650 3419 80 0,'0'0'112'0,"17"-9"-14"15,-4 4-8-15,3 1-6 0,6 0-8 0,-3-1 3 16,2 1-1-16,7-2-4 0,0 2-5 0,-6 1-6 16,-1 1-3-16,1-1-4 0,0 2-2 0,-3-2-2 15,-1 3-4-15,-3 0-5 0,-3 0 0 0,2-1 4 16,-3 2 1-16,-1-1-3 0,2 3 0 0,-4-2-8 16,-1 4 1-16,2 0 6 0,-3 0-1 0,1 2 6 15,-2 3 2-15,0 1 2 0,-1-1-5 16,0 1-3-16,0 0-7 0,-3 3-1 0,0-2-21 15,-1 0-27-15,0 2-34 0,1-2-38 0,1-1-38 16,-2 2-35-16,0 0-99 0,0-13-275 0,0 19 121 0</inkml:trace>
  <inkml:trace contextRef="#ctx0" brushRef="#br0" timeOffset="2149.73">7198 3565 52 0,'0'0'201'0,"0"0"-4"16,4-23-8-16,-1 17-13 0,-2-2-14 0,2-1-15 16,1 0-15-16,-1 0-6 0,4 0-11 0,0-1-10 15,1-1-15-15,0 3-10 0,2 0-5 0,-1 0-8 16,0 3-8-16,-1 2-5 0,0-1-8 0,0 3-4 15,0 0-7-15,-8 1-5 0,18 4 2 16,-11-2-9-16,1 0 0 0,0 3 0 0,-2-2-1 0,2 3-5 16,1-2-1-16,-2 0 1 0,2 2-1 15,-2-4-2-15,-1 1 2 0,1-2-2 0,-7-1 5 16,15 3-6-16,-10-3 1 0,-5 0-1 0,15-4 3 0,-8 0-7 16,-1 2 0-16,1-3-2 0,-1 1 1 15,0-2 1-15,1 2 9 0,-4-2 1 0,3 2 4 16,-6 4 2-16,6-9 1 0,-3 4-4 0,-3 5-3 0,0 0-4 15,6-4-7-15,-6 4 0 0,0 0-4 16,0 0-2-16,0 0 8 0,-3 21 12 0,-2-6-1 16,2 1 1-16,-4 2-1 0,-1 0-1 0,3 1 0 15,-5 5-5-15,4-1 3 0,2-3-22 0,-3 4-22 16,5-4-30-16,-3 0-58 0,6-2-70 0,3-2-234 0,-2 0-452 16,5-1 201-16</inkml:trace>
  <inkml:trace contextRef="#ctx0" brushRef="#br0" timeOffset="2409.57">8010 3389 1719 0,'5'-26'23'0,"-2"7"70"0,-1 2 43 0,0 7-14 0,-2 0-35 15,2 3-14-15,-2 7-22 0,0-11-16 0,0 11-7 16,0 0 3-16,0 0 6 0,0 0 11 0,0 0 18 15,-7 45 3-15,1-16-7 0,4 0 6 0,-1 3-6 16,-2-1 0-16,0 1-8 0,2-2-5 0,-2 3-3 16,3-4-5-16,-1-1-5 0,2-8-2 15,1 8-23-15,-1-1-23 0,1-3-25 0,2-6-23 16,-2-1-25-16,2-3-35 0,-2-14-26 0,2 20-36 0,-2-10-28 16,3-4-14-16,-3-6-121 0,0 0-373 0,0 0 165 15</inkml:trace>
  <inkml:trace contextRef="#ctx0" brushRef="#br0" timeOffset="2866.21">8014 3565 56 0,'8'-17'117'0,"3"2"-11"0,1-3-15 0,1 3 0 15,2 0-6-15,1 3-3 0,4-6-4 0,-4 3 11 16,-2 3 0-16,1-1 6 0,-2 2-5 0,1 1 2 16,-2-2-3-16,-2-1 2 0,-1 7 4 0,-3-4 0 15,2 6-5-15,-3-1-9 0,-1 0-6 0,-4 5-9 0,8-7-9 16,-5 5-3-16,-3 2-8 0,0 0-7 0,7-5-9 15,-7 5 1-15,0 0-4 0,0 0-1 16,2 21-6-16,0-8 0 0,-5 3-3 0,2 3-1 16,-2-2 1-16,1 10 1 0,-1-6-2 0,1 2-3 15,-2-4 0-15,0 0-2 0,-1-2 0 0,1-1 0 16,1 1-2-16,1-5-4 0,2-2-7 0,-1 1 0 0,1-11 0 16,0 14-1-16,0-14 0 0,0 13-2 15,0-13 0-15,2 9-1 0,-2-9 0 0,5 10 2 16,-5-10-2-16,5 12 2 0,2-5-1 0,-2-2 0 15,0 2 2-15,3-2-3 0,-1 1 6 0,5-1 0 16,-4 1 2-16,3-3 7 0,2 1-12 0,-2-2 11 16,2-2-4-16,5 2 1 0,-3-4 1 0,-2 0 4 15,-3-2 0-15,3 1 0 0,-1-1 4 0,-1-1-4 16,-3-3 1-16,-1 5 2 0,1-4-6 0,0 0 9 16,-2 0-9-16,-2 1 6 0,0 0 9 0,-3-1-2 15,2-2-3-15,-3 0 1 0,1 2 6 0,-1 7 5 16,-3-11-4-16,3 11-3 0,-2-11-2 0,2 11-4 15,-3-7 3-15,3 7-7 0,0 0-4 0,0 0-4 16,0 0-8-16,0 0-18 0,-24 21-30 0,19-10-33 16,6-1-59-16,3 7-65 0,-1-5-154 0,4 2-392 15,9 0 173-15</inkml:trace>
  <inkml:trace contextRef="#ctx0" brushRef="#br0" timeOffset="3455.03">9232 3874 66 0,'6'-8'247'0,"-1"-8"-11"0,6 0-14 0,0-1-11 16,1 0-7-16,-1 0-5 0,1 0-9 0,2-6-13 16,2 3-10-16,-4 3-6 0,0 0-20 0,1-4-6 15,1-1-10-15,0 3-8 0,-6 0-4 0,2 2-15 16,-1-5-7-16,0-2-24 0,-2 8 7 15,-4-2-7-15,2 2-6 0,-2 0-11 0,-2 6-2 16,1 0-10-16,-2 0 2 0,0 3-1 0,0 7-2 16,0-10-5-16,0 10-2 0,-3-9-10 0,3 9 0 0,-5-4-4 15,5 4 0-15,0 0-5 0,0 0-11 16,-17 4-7-16,17-4-12 0,-6 7-2 0,6-7-4 16,-3 7-13-16,3-7 0 0,0 0-9 0,9 15-5 15,-1-8 4-15,3 0 3 0,4 2-5 0,2-2 5 16,0 2-1-16,4-3 2 0,0-1-1 0,-3 2 5 15,1-1-1-15,-2 2 6 0,-2-1-1 0,1 2 1 16,-4 2 6-16,-4-1 5 0,-1 0 3 0,0 1 1 0,-2 0 1 16,-1 2 7-16,-1-1-3 0,-1 3 3 0,1-4 4 15,-1 1-3-15,0-2 2 0,1-2 0 16,1 1 2-16,1 0 4 0,3-2 0 0,0-1 3 16,2-1 0-16,3-1 0 0,1-3 4 0,4-4 0 15,2 1-1-15,-1-2-2 0,2-2 2 0,5-2-2 16,-6 1 0-16,-2-3 2 0,1 2 3 0,-4-3-5 15,2 0 3-15,-5-3-4 0,0 3 2 0,-3 0-1 16,1-2 4-16,-3-1 0 0,-1-1 3 0,0 2 10 16,-3 1-5-16,-1 1 5 0,-3 1 8 0,2 4-1 15,-1 6-2-15,-3-14 2 0,1 9-1 0,2 5-6 16,-6-4-2-16,6 4-5 0,-17 4 1 0,7 3 1 16,-5 3-1-16,1 3 0 0,-5 4-6 0,3-2 3 15,5 0-1-15,2 2-4 0,-1 0-11 0,6 0-19 16,1-6-28-16,2 5-21 0,4-3-32 0,-3-13-43 15,10 19-46-15,-1-10-194 0,2-2-422 0,7-3 187 16</inkml:trace>
  <inkml:trace contextRef="#ctx0" brushRef="#br0" timeOffset="3805.35">10229 3517 148 0,'-2'-10'198'0,"1"-2"5"16,1 2 5-16,-2 3-5 0,-2 2-15 0,4 5-13 0,-9-7-14 15,-3 7-12-15,2 4-11 0,-5 4-9 16,-2 2-10-16,-6 4-5 0,0 4-10 0,3-2-11 16,4-3-8-16,3 3-9 0,5-7-7 0,-1 6-8 0,5-3-2 15,1 0-6-15,1-1-11 0,3-1-6 16,3-1-6-16,0 1-11 0,5-3-3 0,-1-2-3 16,3-1-3-16,0-3-3 0,2 1-4 0,0-4 3 15,-1 2-4-15,0-2 3 0,1 0 0 0,-2-4-3 16,0 1 1-16,-2-3 0 0,1 2 1 0,-3-2-1 15,-1-1 0-15,-1-1-2 0,1 3 2 0,-4-2 2 16,2 3 7-16,-2 1 8 0,-2 5 4 0,4-9-5 0,-4 9-1 16,3-6-7-16,-3 6-7 0,0 0 3 15,0 0-5-15,0 0 1 0,0 0-2 0,0 0 1 16,6 19 1-16,-6-10-2 0,0-9 1 0,1 21 3 16,1-10-15-16,1 1-30 0,2 0-23 0,0-2-38 15,1 1-49-15,1-3-61 0,1 0-209 0,-8-8-453 16,15 9 202-16</inkml:trace>
  <inkml:trace contextRef="#ctx0" brushRef="#br0" timeOffset="4013.49">10459 3384 45 0,'2'-10'249'0,"1"5"-24"0,-2-1-26 0,-1 6-19 16,0 0-17-16,0 0-13 0,0 0 0 0,0 0-3 15,0 34-8-15,-1-15-2 0,-2 8-9 0,-1 1-12 16,1 2-7-16,-1-1-11 0,0-2-8 0,1 5-12 16,0-4-8-16,0 1-34 0,2-2-36 0,-1-1-42 15,4-7-58-15,2 5-46 0,2-7-74 0,-1-5-114 16,9 2-362-16,3-3 161 0</inkml:trace>
  <inkml:trace contextRef="#ctx0" brushRef="#br0" timeOffset="4265.46">10993 3359 2262 0,'11'-31'27'0,"0"3"67"0,-1 5-6 16,-5 8-18-16,-1 5-5 0,0 1-22 0,-2 3-14 16,1 2-13-16,-3 4-5 0,0 0-2 0,0 0 4 15,0 0 23-15,2 29 21 0,-4 0-7 0,-1 4 16 16,0 3-9-16,-7 11-2 0,7-1 0 0,-4-1-7 15,2-9-2-15,-6 9-4 0,8-13-4 0,0 1-3 16,-2 2 1-16,3 11-3 0,-1-11-6 0,-1-4-23 16,3 1-22-16,1-3-26 0,-2-3-32 0,2-6-25 15,2-4-42-15,-2 0-52 0,0-4-56 0,0-1-180 0,0-11-467 16,-6 13 207-16</inkml:trace>
  <inkml:trace contextRef="#ctx0" brushRef="#br0" timeOffset="4473.37">11048 3530 109 0,'6'-11'211'0,"2"3"-13"15,1 1-14-15,1 1-11 0,-1 1-12 0,0 1-6 16,2 2-24-16,-2 2-10 0,2 1-13 0,0 2-11 16,2 1-8-16,-4 1-10 0,2 1-11 0,-3 2-3 15,2-2-7-15,-3 3-5 0,-2-1-5 0,0 2-4 16,-3-1-1-16,0 2 3 0,-4 0-11 0,0 0-19 15,-3-2-12-15,-3 1-23 0,-5 2-41 0,4-4-52 16,-6 2-56-16,1-2-156 0,-4-3-349 0,7-1 156 16</inkml:trace>
  <inkml:trace contextRef="#ctx0" brushRef="#br0" timeOffset="5037.76">11497 3439 138 0,'0'0'230'0,"0"0"-16"16,-16-2-7-16,3 7-9 0,-2 8-9 0,-9 1-9 0,1 4-11 15,0 0-10-15,2 0-23 0,1 0-5 0,8-4-14 16,1 1-13-16,1-2-10 0,3-3-4 0,2 2-12 16,1-3-9-16,2 4-3 0,2-3-7 15,1-1-8-15,1 1-7 0,4-1-11 0,-3-5-6 16,6 4-6-16,0-6-5 0,0 1-7 0,4-3-6 15,-2-2 2-15,0 2-4 0,-1-1 3 0,1-3-6 0,0-1 3 16,-2 0-3-16,1-3 1 0,0 1-1 16,-3-1-1-16,0-2 1 0,1 1 1 0,-2-3-3 0,-1 2 4 15,2-6-5-15,-2 4-1 0,2-1 1 16,-4 3 2-16,1 1-1 0,0-1-3 0,-2 6-1 16,0-2-2-16,-2 6-1 0,2-6-4 0,-2 6 0 15,0 0 1-15,0 0 8 0,0 0-7 0,10 19 0 16,-8-10 4-16,-1 3 3 0,0-1 1 0,0 0-3 15,1 1 4-15,-1 0 1 0,2 0 2 0,0 0 0 16,0-3 2-16,2 0 1 0,0-1 0 0,0 1 2 16,1-3-1-16,-1-3 5 0,1 2-2 0,-1-2 2 15,4-2 3-15,-3 0-4 0,-6-1 1 0,15-1-2 16,-7-3 0-16,1-1-1 0,-1 2-4 0,1-3 6 16,-1-1-1-16,-2 0-3 0,1-2 0 0,-2-1-2 15,4 0-3-15,-2 1-3 0,1-7-1 0,-2 2-2 16,4 0-2-16,-1 2 0 0,-5 2 0 0,3 1 4 15,0 1-3-15,2 0-1 0,-4 5 4 0,-1 0 4 16,-4 3-2-16,0 0-2 0,13 1 0 0,-13-1-2 16,7 9 5-16,-3 0 0 0,-1 2 2 0,-1 0-1 15,0-1-1-15,-2 2 4 0,-2 1 0 0,0-2 4 16,2 5 0-16,-3-3-5 0,6-1-26 0,-3 0-39 16,0-12-56-16,0 21-57 0,2-11-198 0,-2-10-407 15,0 0 180-15</inkml:trace>
  <inkml:trace contextRef="#ctx0" brushRef="#br0" timeOffset="5274.78">11983 3274 18 0,'3'-5'232'15,"-3"5"-27"-15,0 0-15 0,0 0 13 0,0 0 9 16,3 19-3-16,-6-1-6 0,0 8-4 0,-2 2-9 15,0-3-16-15,0 5-12 0,1-3-16 0,0 0-13 16,2 1-12-16,0-2-11 0,-1 0-12 0,4-6-6 16,-4-1-7-16,5 6-10 0,-4-8-35 15,2-1-30-15,0 1-37 0,-1-1-33 0,1-3-38 16,-1-3-43-16,1-10-47 0,-1 18-52 0,0-11-153 0,1-7-424 16,0 0 187-16</inkml:trace>
  <inkml:trace contextRef="#ctx0" brushRef="#br0" timeOffset="5410.14">11882 3520 64 0,'0'0'164'0,"17"-6"-22"0,-4 3-43 0,4-1-49 0,4-2-68 16,10 0-66-16,-4-2-90 0,7-1 39 15</inkml:trace>
  <inkml:trace contextRef="#ctx0" brushRef="#br0" timeOffset="5739.35">12731 3300 1738 0,'0'0'58'0,"0"0"20"0,9-9-39 0,-9 9 3 0,0 0-1 15,1-8 9-15,-1 8 6 0,0 0 7 0,1-10 1 16,-1 10 10-16,0-7 6 0,0 7 8 0,3-7 5 15,-3 7 3-15,2-9 7 0,-2 9-5 0,0 0 0 16,-2-13-7-16,2 13 1 0,2-6-4 0,-2 6 1 16,0 0-10-16,0 0-4 0,2-8-11 15,-2 8-5-15,0 0-12 0,0 0-6 0,0 0-7 0,0 0-5 16,0 0-4-16,0 0-1 0,-4 32-1 0,-1-5 7 16,1 1 5-16,-3 1 1 0,0 1 5 0,1 3 0 15,-1-3-6-15,-1 4-12 0,2-5 6 0,0-3 7 16,3 2-9-16,-3-2-1 0,2 0-6 0,3 0-1 15,-2-9-29-15,-1 2-27 0,4 0-36 16,0-2-34-16,-2-5-37 0,-1 5-34 0,1-5-45 0,2-12-53 16,0 17-253-16,0-17-571 0,-4 11 253 15</inkml:trace>
  <inkml:trace contextRef="#ctx0" brushRef="#br0" timeOffset="6065.76">12621 3460 72 0,'9'-8'150'0,"5"1"-4"0,-1 0-1 16,5 1-17-16,-7 1-9 0,0 3-14 0,3 1-1 15,-3 1-13-15,3 3-9 0,-1 2-2 0,0 4-7 0,1 3-4 16,1-2-9-16,-1 5 3 0,-1-2 8 16,-1 1-4-16,1-2-9 0,0 2-1 0,4-2-7 15,-6 0-2-15,7-2-3 0,-3-1-8 0,6 0 2 16,-3-3-10-16,0-2 3 0,2 1-5 0,-3-3 2 15,2-2-9-15,-3 0 4 0,-5 0 4 0,2-4 1 16,-1 0 5-16,-1 0 7 0,-1-3 3 0,0-1 5 16,-5 0-1-16,3-2 3 0,-3 0-6 0,0-1-4 0,-3 1 2 15,-2-2 6-15,0 0-5 0,-5 0-5 16,0 0-2-16,-5-1-9 0,5 3-3 0,-9-1-4 16,-3 2-4-16,1 1-9 0,0 2-8 0,-2 2-14 15,0 2-20-15,-2 2-23 0,2 1-36 0,4 2-55 16,4 0-53-16,-4 1-182 0,5 2-414 0,0-2 183 15</inkml:trace>
  <inkml:trace contextRef="#ctx0" brushRef="#br0" timeOffset="7028.12">13425 3260 131 0,'11'-1'176'0,"1"1"6"15,-3 1-21-15,2 1-8 0,-2 1-12 0,2 1-11 16,0 1-18-16,-1 3-3 0,0 1-8 0,-3 1-11 16,3 3 4-16,-6 0-3 0,-2 3-3 0,0 2 2 15,-2-1-1-15,-4 1 0 0,0 1-5 0,-8-2-2 16,1 0-5-16,1 0-4 0,-5-2-3 0,2 1-5 16,-3-3-9-16,1 1-4 0,3-5-5 0,1 1-3 15,1-1-4-15,1-4-6 0,-1 2-1 0,5-2-7 16,-2-2-1-16,7-3-3 0,-7 7-3 0,3-4-4 15,4-3-7-15,0 0-3 0,-2 9 3 0,2-9-1 16,8 7 1-16,2-3-4 0,7 0-4 0,2 0-6 16,4 0-7-16,-4-1-3 0,12 0-6 15,1 0-6-15,-3-2-4 0,-2 2-1 0,3-3-3 0,-8-2 2 16,5 0 0-16,-9 0-3 0,4-2 0 16,-4 1-1-16,-2-1 6 0,3-1-2 0,-7 0 1 15,7-2 5-15,-6-1 3 0,-2 2 1 0,-1-2 4 0,2 0 2 16,-5-2 2-16,1 2 2 0,0-6 4 0,-3 2 2 15,-1 2-1-15,0-2 14 0,0 0 5 16,-4 1 1-16,0 1 3 0,1 1 5 0,-2-1-1 0,1 10 2 16,0-11-2-16,0 11 0 0,1-9-4 15,-1 9-3-15,0 0-5 0,0 0 1 0,0 0 1 16,-24 15 5-16,10-3 2 0,1 0-2 0,-1 2-3 0,1 0-1 16,4 1 1-16,-1 1-2 0,2-2-1 0,3 2 2 15,1-5-3-15,2 0 10 0,2-1-12 0,0 1 6 16,2-1-6-16,0-3 5 0,4-3-2 15,-1 3 0-15,3-1 1 0,2-3-3 0,-1 0-5 16,2-2 3-16,1-1-2 0,-1-1-2 0,2 1 4 16,-1-2-1-16,-2-2-1 0,2 1-1 0,-1-4-1 15,0 1 3-15,1-1-4 0,-2 0 3 0,4-2-7 0,-4 1 4 16,3-4-3-16,1 1 0 0,-2 1 2 0,2-1-1 16,-1 1 0-16,-4 1-10 0,1 1 9 0,-1 2 2 15,0 0 6-15,-3 1 3 0,-1 2-1 16,2 0 0-16,-7 3 1 0,11-1 6 0,-11 1-4 15,10 5 1-15,-4-1-3 0,0-1 3 0,-1 3-3 16,-1-1 0-16,5 1-1 0,-4 1-3 0,-3-1 1 16,3-2 4-16,-1 5 1 0,0-4-3 0,3 0 0 0,-5 1-3 15,6-1 6-15,-6-2-2 0,4 2-1 16,0-2-1-16,-6-3 0 0,7 4-4 0,0-1-6 16,-7-3-4-16,0 0-1 0,12-1-10 0,-4-2-5 15,-8 3 5-15,10-5-3 0,-6 2-1 0,-4 3 0 16,9-8 6-16,-4 2-1 0,-1 0-1 0,0 2 6 15,2-3-4-15,-6 7 2 0,6-8 1 0,-2 5 5 16,-4 3-4-16,4-5 5 0,-4 5-5 0,0 0 2 16,10-3 3-16,-10 3 1 0,0 0-2 0,0 0 2 15,11 8 2-15,-6-3 3 0,-5-5 10 0,8 5-3 16,-3-1 3-16,2 0-1 0,4-1 1 0,-5 1 3 16,3-4 2-16,-1 2 4 0,3-1 9 0,-3-1 0 15,2-3 1-15,-2 2 2 0,-3-3 5 0,4-1-2 16,0-1 3-16,-5 2 6 0,-1-6 0 15,3 2-6-15,-4-1-3 0,-1 0-2 0,1-3 1 0,-4 3 4 16,-3-7-15-16,1 1 5 0,-2 0-4 0,-7 4-5 16,2-1 0-16,-3 3-5 0,0 0-6 0,3 4-4 15,-6-1-10-15,4 3-22 0,-1 3-24 0,3 2-38 16,-2 1-43-16,3 1-60 0,-1 1-201 0,-2 2-432 16,6-4 193-16</inkml:trace>
  <inkml:trace contextRef="#ctx0" brushRef="#br0" timeOffset="7135.46">14323 3479 15 0,'0'0'78'0,"0"0"-49"0,-20-1-50 0,9 1-22 16,-7 0 10-16</inkml:trace>
  <inkml:trace contextRef="#ctx0" brushRef="#br0" timeOffset="11036.21">7692 4566 202 0,'0'0'247'16,"0"0"-23"-16,0-9-25 0,0 9-22 0,0 0-19 0,0 0-17 16,0 0 2-16,0 0 9 0,0 0 4 0,6 32-13 15,-3-13-30-15,-2-3-14 0,0 5-7 0,1 4-8 16,-2 0-7-16,0 1-6 0,-2-1-4 16,2 1-5-16,-1-2-7 0,0-5-3 0,-1 0-7 15,1-3-3-15,0 0-5 0,0 1 0 0,1-4-3 0,0-3-2 16,0 0-1-16,-2-3 3 0,2-7-12 0,0 14 0 15,-1-9 2-15,1-5-7 0,-1 9-3 0,1-9 1 16,1 8-4-16,-1-8 8 0,4 7-7 16,-4-7-2-16,8 7 0 0,-3-4-2 0,2-1 0 0,4 1-5 15,0-2 5-15,7 2-5 0,-1-1-16 0,4 2-24 16,1-3-24-16,5 0-41 0,0 1-43 0,-5-2-57 16,4 0-49-16,-4 0-150 0,-3 0-433 0,2 0 192 15</inkml:trace>
  <inkml:trace contextRef="#ctx0" brushRef="#br0" timeOffset="11259.98">8180 4802 1684 0,'8'-14'58'0,"-4"4"27"16,-3 2-24-16,1 3-24 0,-2 5-15 0,3-12-12 16,-3 12-3-16,0 0 21 0,5-2 15 0,-5 2 15 15,0 0 9-15,5 15 15 0,-2-7 1 16,-2 6 4-16,1-2-3 0,-2 3-9 0,-2 1 3 0,3-1-9 15,-1 3-13-15,0 0-6 0,-2-1-1 16,2-1-2-16,-2 1-7 0,4 1-5 0,-2-2-11 0,-3-1-25 16,3 0-24-16,0-2-34 0,1 3-25 15,-2-5-52-15,2 0-48 0,-1-3-44 0,0 2-156 16,0-10-416-16,0 13 184 0</inkml:trace>
  <inkml:trace contextRef="#ctx0" brushRef="#br0" timeOffset="11455.37">8397 4791 165 0,'9'-2'159'0,"4"-3"-5"16,4 2-19-16,2-1-15 0,-1 0-9 15,3 0-8-15,-1-1-13 0,8 1-6 0,-1 0-20 16,-7 4-30-16,0-3-43 0,-3 3-30 0,-2-2-34 15,-3 1-26-15,-1 1-68 0,1 0-180 0,-12 0 80 16</inkml:trace>
  <inkml:trace contextRef="#ctx0" brushRef="#br0" timeOffset="11627.62">8631 4655 38 0,'0'0'190'15,"-4"-5"-19"-15,4 5-13 0,0 0-16 0,0 0-16 16,0 0 1-16,0 0-3 0,0 0 2 0,-13 16-1 15,10-5-16-15,-1 1-4 0,0 3-16 0,2 2-5 0,-2 2-8 16,0-2-3-16,-1 3-8 0,2-1-5 16,2 6-11-16,-2-7-36 0,1 2-43 0,-1-4-71 15,3-4-67-15,-1 3-125 0,1-2-315 0,1-4 140 16</inkml:trace>
  <inkml:trace contextRef="#ctx0" brushRef="#br0" timeOffset="11862.06">9013 4656 2325 0,'7'-13'72'0,"-4"5"25"0,0 3-40 0,0-4-33 16,-1 4-17-16,1-1-4 0,-3 6-5 0,0 0 1 16,0 0 15-16,0 0 17 0,9 17 11 0,-8-5 3 15,-1 0-1-15,1 7-1 0,-1 0-4 0,-1 1-5 16,0-1 5-16,1 0-6 0,0 1-1 0,0 5-6 15,0-6-18-15,0-2-19 0,-2-1-21 0,4 0-27 16,-2-3-27-16,0-1-44 0,0-1-30 0,-2-1-40 16,1-2-28-16,-3-2-123 0,2-1-381 0,2-5 168 15</inkml:trace>
  <inkml:trace contextRef="#ctx0" brushRef="#br0" timeOffset="12188.1">9026 4660 119 0,'0'0'129'0,"0"0"7"0,0 0-5 16,0 0-7-16,17 6-14 0,-14 1-5 0,3 1-9 15,-1 0-3-15,2-1-4 0,1 2-3 0,-2-2-9 16,2-1-5-16,2 0-6 0,0 1-5 0,1-7 0 16,0 5-3-16,-1-4 7 0,1-1-6 0,0-1 1 15,3-2-2-15,-1-2 0 0,-2 0-3 0,2-4-5 16,-2 2 10-16,0-2 1 0,-3 0 4 0,0 1-5 15,0-2-1-15,0 0 5 0,-2 1-5 0,0 0-8 16,0 1 5-16,-1 3-3 0,-1-4-1 0,-2 4-5 16,-2 5-5-16,7-7-8 0,-7 7-8 0,4-5 0 15,-4 5-7-15,0 0-5 0,9 14 0 0,-6-2 0 16,1 1-2-16,-3 4 4 0,2 0 0 0,1 1-4 16,-3 1 1-16,0 0 0 0,-1-1-22 0,3 1-30 15,-2-3-21-15,1 4-48 0,0-5-61 0,0-2-58 16,-2 3-167-16,1-5-428 0,-1-11 190 0</inkml:trace>
  <inkml:trace contextRef="#ctx0" brushRef="#br0" timeOffset="12412.71">9684 4518 121 0,'7'-4'204'0,"-7"4"-6"0,11 4 3 15,-4 2 3-15,-2 4-12 0,3 3 0 0,0 13-9 16,-3-2-19-16,1 0-15 0,-4 6-13 0,-1-4-8 16,-1 3-14-16,-3 1-7 0,-1 0-10 0,-2-1-6 15,-3 0-10-15,-2 0-17 0,-4-2-27 0,-2 1-29 16,-2-2-26-16,-4-1-41 0,-5-1-50 0,-3-3-67 16,-12 6-55-16,-6-8-116 0,12-5-375 0,-15 5 166 15</inkml:trace>
  <inkml:trace contextRef="#ctx0" brushRef="#br0" timeOffset="12703.73">7813 4316 89 0,'-27'4'219'0,"-2"7"-18"0,-2 10-12 15,-10 12-11-15,-1 3-5 0,5 9-9 0,3 3-11 16,3 4-7-16,5 2-14 0,5 1-9 0,8 1-15 16,6-1-12-16,11-2-6 0,9-1-7 0,9-3-6 15,5-2-8-15,14-3-8 0,6-5-8 0,5-4-28 16,29 6-27-16,1-5-38 0,-22-19-53 0,30 0-62 15,-27-5-202-15,-2-5-386 0,6-1 170 0</inkml:trace>
  <inkml:trace contextRef="#ctx0" brushRef="#br0" timeOffset="15312.9">10374 4508 146 0,'-6'-2'140'0,"6"2"-5"0,0 0-11 16,-15 2-6-16,15-2 6 0,-16 9-3 0,5-1-2 15,-2 4 1-15,-1 4-9 0,-3 4 0 0,1 5-5 16,0-2-10-16,-1 3-2 0,4 2-6 0,-1-1-1 16,2 2-24-16,-1 0-1 0,6-1-7 0,0-1-3 15,1 1 0-15,6-2-4 0,0-7 1 0,5 8-9 16,-1-8-1-16,2-2-5 0,4 0-2 0,2-2-4 16,6 4 0-16,1-3 0 0,5-3-19 0,2 2-27 15,1-5-32-15,2-1-43 0,4-4-60 0,-1-1-50 16,2 0-121-16,-4-1-351 0,2-3 155 0</inkml:trace>
  <inkml:trace contextRef="#ctx0" brushRef="#br0" timeOffset="15549.43">10732 4733 1904 0,'3'-19'26'15,"-1"-2"16"-15,-2 5 33 0,0 5-6 0,0 2 6 16,0 2-5-16,1-1-5 0,-1 8-14 0,0-9-4 15,0 9-8-15,0 0-4 0,0 0-1 0,0 0 8 16,0 0 20-16,0 0 5 0,0 0 6 0,-1 40 5 16,0-21-4-16,0 8-9 0,-2 0-5 0,3 1-2 15,-2 1-10-15,2 2-5 0,0-2 1 0,0-1-2 16,0-1-15-16,0-3-21 0,1 2-22 0,-1-7-18 16,-1 1-25-16,1-2-22 0,1 0-46 0,3-2-51 15,-2-5-48-15,-1 2-208 0,2-4-469 0,-3-9 207 16</inkml:trace>
  <inkml:trace contextRef="#ctx0" brushRef="#br0" timeOffset="15733.84">10986 4791 176 0,'13'-3'173'0,"5"-1"-11"16,-2-1-2-16,3-2-18 0,0 4-18 0,3 1-10 15,-1 0-10-15,10 1-11 0,1 1-10 0,-3 1-32 16,1-1-36-16,-2 0-38 0,0 1-47 0,-9-1-43 16,-1 1-86-16,-5-1-215 0,-2 0 95 0</inkml:trace>
  <inkml:trace contextRef="#ctx0" brushRef="#br0" timeOffset="15912.02">11237 4635 68 0,'0'0'159'16,"0"0"-18"-16,-6-2-11 0,6 2 10 0,0 0 6 0,-4 22-4 16,1-4-4-16,2 1-6 0,1 6-14 0,0 0-8 15,-3 0-6-15,6 1-14 0,-2 1-5 0,3-1-9 16,0 0-11-16,1-2-29 0,-1 1-41 0,0-7-54 16,3-1-73-16,1 1-149 0,-2-7-305 15,-1-1 136-15</inkml:trace>
  <inkml:trace contextRef="#ctx0" brushRef="#br0" timeOffset="16290.39">11599 4570 115 0,'2'-6'260'0,"-1"1"-35"0,-1 5-23 0,0 0-22 16,0 0-2-16,0 0 10 0,8 21-16 0,-5 0-7 15,-5 2-12-15,4 4-9 0,-2 0-14 16,1 2-4-16,-1-2-11 0,-3 2 3 0,3-4-18 0,0-6-11 16,0-1-7-16,-1 0-6 0,0-2-9 0,0-5-7 15,1 1-2-15,-2-5-10 0,2 3 1 0,0-10-7 16,0 11 4-16,0-11-5 0,0 8 6 16,0-8-1-16,0 0-3 0,0 0-2 0,0 0-1 0,0 0-9 15,0 0-6-15,0 0-2 0,0 0-10 0,0-33 5 16,4 18-16-16,5 1-5 0,1-1-2 0,10-3 2 15,-7 3-2-15,0 3 1 0,1 0-1 0,-2 6 0 16,-2 1-7-16,4 2 4 0,-7 3-2 0,3 0-2 16,1 2 2-16,1 3 2 0,-6 2 0 0,1 2 3 15,5 6 2-15,-5-2 2 0,-1 3-13 0,-2 0-25 16,2 0-33-16,-2 0-21 0,-4 1-27 0,1-1-50 16,1-1-51-16,-1-3-38 0,-2 0-152 0,5-1-444 15,-2-2 196-15</inkml:trace>
  <inkml:trace contextRef="#ctx0" brushRef="#br0" timeOffset="16543.45">12092 4698 6 0,'-1'-11'279'0,"-1"1"0"16,2 3-11-16,0 7-15 0,0-11-14 0,0 11-32 15,0 0-18-15,-5-7-16 0,5 7-4 0,0 0 10 16,-9 24-6-16,3-9-8 0,-1 4 6 0,-4 5-20 15,2 3-2-15,4 1-14 0,-1-2-10 0,-2 2-19 16,4-5 2-16,-1-4-18 0,1 7-6 16,4-5-8-16,0-2-2 0,0-1-9 0,0 0-9 0,0 1-7 15,3-2-2-15,1 0-16 0,-2-6-31 0,2 2-36 16,0-3-30-16,-2 2-27 0,0 0-40 0,2-3-37 16,-2-2-44-16,-2 0-35 0,0-7-42 0,0 13-183 15,0-13-514-15,-6 8 227 0</inkml:trace>
  <inkml:trace contextRef="#ctx0" brushRef="#br0" timeOffset="16707.59">11866 4931 138 0,'4'-6'180'0,"4"2"-17"0,1 1-19 15,9-2-15-15,-1 0-12 0,4 1-11 0,0 2-14 16,6-1-28-16,5 0-48 0,-4 2-34 0,2-1-48 15,0 0-31-15,-9 3-65 0,1-2-175 0,-2-1 78 16</inkml:trace>
  <inkml:trace contextRef="#ctx0" brushRef="#br0" timeOffset="16969.77">12282 4942 182 0,'0'0'179'0,"9"-1"-10"0,-9 1-4 0,0 0-5 15,14-7-7-15,-7 3-13 0,-1-1-7 0,3 1-9 16,0-2-15-16,2 0-11 0,0-2-4 15,-1 2-7-15,0-2-8 0,-1 0-7 0,1-1-9 0,-2 0-3 16,1-1-2-16,-5 1 0 0,1-2 1 0,1 1-2 16,-3-1 4-16,0 3 1 0,-3 1-1 0,0 7 9 15,-2-14 3-15,2 14-2 0,-1-9-7 16,1 9-7-16,-4-5-2 0,4 5-8 0,-14 2-11 16,14-2 9-16,-15 10-14 0,3 2-2 0,-1 2 0 15,2 0 3-15,1 1-10 0,2 1-5 0,2 0-2 0,3 1 4 16,0 1-5-16,6-3-11 0,-2 1-26 0,5-1-22 15,0-1-38-15,3-2-44 0,3-3-65 0,5 0-68 16,-2-2-154-16,4-1-448 0,1-1 198 16</inkml:trace>
  <inkml:trace contextRef="#ctx0" brushRef="#br0" timeOffset="17207.75">12835 4510 96 0,'4'-4'240'0,"0"1"-28"16,-4 3-18-16,13 3-5 0,-3 5 3 0,3 6-1 0,4 11-5 15,0 4-11-15,-1 2-15 0,-1 1-8 16,-3 1-14-16,-1 3-11 0,-4-2-6 0,-1 11-14 0,1-11-3 16,-6 0-12-16,-2 1-9 0,-3-3-7 15,-5 0-4-15,-4-1-16 0,0-1-11 0,0-4-30 16,-2-3-23-16,-3-2-33 0,0 1-40 0,2-3-38 15,4-6-52-15,-3-1-52 0,-1 0-174 0,1-2-430 0,-4-4 191 16</inkml:trace>
  <inkml:trace contextRef="#ctx0" brushRef="#br0" timeOffset="18710.59">13438 4772 78 0,'-8'1'235'0,"8"-1"-14"0,0 0-12 0,0 0-15 16,0 0-15-16,0 0-12 0,0 0-13 0,0 0-14 0,35 0-12 15,-19 0-16-15,11-1-4 0,1-1-31 0,3 1-26 16,0-1-42-16,1 2-35 0,-1 0-54 15,3 0-52-15,-2 0-48 0,-1 0-94 0,2 0-298 16,1-1 132-16</inkml:trace>
  <inkml:trace contextRef="#ctx0" brushRef="#br0" timeOffset="18976.21">14418 4379 87 0,'0'-8'268'0,"0"-2"-14"0,0 4-11 16,0 6-16-16,0-12-17 0,0 12-24 0,0-6-15 15,0 6-23-15,0 0-18 0,0 0-13 0,0 0-10 16,0 0-8-16,0 0-9 0,0 0-6 0,0 32-8 16,-2-16-3-16,1 3-9 0,0-2-4 0,0 3-4 15,1 6-8-15,0-2 2 0,-4 3-9 0,4-7 1 16,0 5 3-16,0-3-17 0,0-2-18 0,0-1-20 15,0 0-27-15,0 1-20 0,-2-2-32 0,0 1-44 16,-1-1-24-16,1-2-54 0,-5 1-176 0,1-1-419 16,-1-4 185-16</inkml:trace>
  <inkml:trace contextRef="#ctx0" brushRef="#br0" timeOffset="19148.3">14020 4863 54 0,'0'0'209'0,"0"0"-19"16,0 0-12-16,0 0-6 0,0 0-4 0,44 6-8 16,-13-6-21-16,5-3-8 0,20 1-15 0,2 1-12 15,0-1-7-15,-2-2-17 0,1 3-40 0,-3 1-38 16,0 1-56-16,-16 1-60 0,-2-1-165 0,-7 2-302 16,2 0 134-16</inkml:trace>
  <inkml:trace contextRef="#ctx0" brushRef="#br0" timeOffset="19646.43">14218 5243 148 0,'-9'10'223'0,"2"6"-7"0,0-2-6 15,1 2-11-15,1-1-11 0,1 0-12 0,1-4-14 0,1 0-12 16,6 4-8-16,-2-3-3 0,2-1-6 0,2 1-9 16,1-2-9-16,2 0-10 0,0-3-8 0,2 1-5 15,-2-1-11-15,3-3-8 0,-2 2-2 0,-1-3-10 16,3 1-1-16,-1-3-10 0,-11-1-3 0,13 2 0 16,-13-2-11-16,14-2-7 0,-14 2-9 15,9-5-6-15,-9 5-4 0,11-9-6 0,-8 4 0 0,-3 5-2 16,6-13 0-16,-2 8-1 0,-4 5-6 0,3-16-2 15,-3 16 1-15,2-12-1 0,-2 12 2 0,2-10-3 16,-2 10-3-16,0 0-1 0,2-9 10 16,-2 9-8-16,0 0 1 0,0 0-1 0,0 0 3 15,0 0-2-15,0 0 4 0,0 0-5 0,14 23 4 0,-12-18 3 16,3-1 3-16,1 2-2 0,-1-2 2 0,6 2 0 16,0-4 3-16,0 2-2 0,8-1 0 0,-1-5-1 15,3 1 8-15,-2-3-6 0,0 2 8 0,-2-3 0 16,2-1 4-16,-4-1 6 0,-5 0 8 15,2-4-3-15,-5 5 5 0,1-4-6 0,0 0 8 0,-3-2-12 16,-1 1 0-16,0 0-9 0,-2-4 2 0,-2 3-4 16,-2-4-15-16,-2 4-12 0,1 1-21 0,-3-1-23 15,-2 1-26-15,2 2-33 0,-2-1-44 0,0 2-32 16,1 0-33-16,0 2-179 0,-3 2-443 0,10 4 196 16</inkml:trace>
  <inkml:trace contextRef="#ctx0" brushRef="#br0" timeOffset="19896.45">14744 5023 3 0,'11'-4'199'16,"-3"3"-7"-16,-2 0-21 0,-6 1-11 0,17 2-13 0,-12 0 1 16,4 2-12-16,-4 2-14 0,-1-1-10 0,1 4-4 15,-1-1-4-15,-4 5-4 0,1-1-2 0,-4-1-4 16,0 7 0-16,-4-1-13 0,2-2-9 0,-3-3-3 15,3 0-10-15,1-3-6 0,1 1-5 16,-1 0-3-16,0-3-6 0,2-4-3 0,2-3-3 16,-2 12 0-16,2-12-2 0,0 9-11 0,0-9-13 0,8 8-19 15,-3-4-25-15,5-1-36 0,0 0-45 0,3-2-39 16,5-2-39-16,-2 2-142 0,2 2-364 16,0-3 162-16</inkml:trace>
  <inkml:trace contextRef="#ctx0" brushRef="#br0" timeOffset="20130.46">15213 5172 152 0,'5'-6'230'0,"-5"6"-9"0,0 0-6 0,0 0-8 16,0 0-10-16,-16-5-9 0,16 5-5 16,-19 5-12-16,9-1 2 0,-2 3-5 0,-4 1 3 15,-1 3-9-15,-3 4-4 0,6-3-4 0,1 0-16 0,-1 0-13 16,3 1-10-16,0 0-13 0,6-1-16 0,-1 1-1 15,1-1-10-15,2-1-7 0,3 0-6 16,0-11-16-16,3 19-13 0,4-9-19 0,2-2-25 16,6 0-36-16,2-1-33 0,4-2-46 0,5-2-44 15,3-2-51-15,-1 1-52 0,-9-1-190 0,0-1-499 16,0-3 221-16</inkml:trace>
  <inkml:trace contextRef="#ctx0" brushRef="#br0" timeOffset="20585.62">16082 4676 280 0,'0'0'263'0,"-7"-6"-14"0,7 6-13 0,0 0-11 16,0 0-17-16,-6-2-17 0,6 2-13 0,0 0-21 15,0 0-16-15,0 0-20 0,0 0-15 0,0 0-7 16,32 2-36-16,-14-1-36 0,2 3-42 0,2-1-42 15,6 0-57-15,-6-1-65 0,-1 4-185 0,-4-3-393 16,-4 0 174-16</inkml:trace>
  <inkml:trace contextRef="#ctx0" brushRef="#br0" timeOffset="20746.3">16106 4863 2318 0,'-5'5'148'0,"-2"-1"-97"0,0 1-32 0,2-3-10 16,0 1-1-16,5-3-8 0,0 0 14 0,-8 5 2 15,8-5-1-15,0 0-1 0,0 0 0 0,0 0 5 16,22 5-11-16,-3-6-9 0,13-1-19 0,-3 0-29 16,6 0-51-16,3-3-69 0,16 0-51 0,-17 0-129 15,3-1-379-15,9-2 168 0</inkml:trace>
  <inkml:trace contextRef="#ctx0" brushRef="#br0" timeOffset="21085.9">16961 4546 74 0,'0'0'194'0,"0"0"-4"0,-14-3 5 0,14 3 1 15,-16 12-4-15,3-1-3 0,1 2 1 0,-7 4-7 16,1 3-10-16,5-4-3 0,-1 4-7 0,-2 2-9 16,8-4-17-16,1 1-10 0,2-2-12 0,3 1-12 15,2 0-5-15,0 0-7 0,5-1-13 0,1-3-3 16,3 1-3-16,4 0-10 0,6 1-2 0,-2-5-2 15,-3 1 4-15,4-5-10 0,2 1-6 0,-1-4-9 16,0-1 1-16,2-1-6 0,-3-2-3 0,0-2-2 16,-6-1-1-16,4-3 2 0,-5-2-7 0,1-2 3 15,0-3-5-15,0-1-1 0,-7 0 0 0,0-4-8 16,0 1 2-16,-1-3 2 0,-3 2-3 0,-2 0-3 16,-1-3 1-16,-5 2-4 0,1 1-3 0,-3 1-1 15,-3 2 1-15,-2 0-5 0,-2-2-13 0,-3 7-12 16,-9-1-17-16,-6 6-22 0,-2 3-29 0,-4 3-37 15,-12 5-50-15,-1 6-59 0,-1 1-272 0,2-2-555 16,1 0 246-16</inkml:trace>
  <inkml:trace contextRef="#ctx0" brushRef="#br0" timeOffset="26975.95">9870 6400 182 0,'2'-9'184'0,"-4"-3"-3"0,4 1-6 0,-2 0 0 16,0 3 2-16,0 1-7 0,0 7-8 0,-2-10-16 15,2 10 6-15,0 0-20 0,-2-10-17 0,2 10-11 16,0 0-11-16,0 0-11 0,0 0 0 0,-2 33-3 15,1-4-3-15,-3 3 0 0,0 4-4 0,-1 12-4 16,-3 0-5-16,-1-1-5 0,0 0-6 16,7-11-4-16,-4-1-7 0,2-3-3 0,2 1 2 0,-2-1-2 15,2 0-8-15,2-6-4 0,0 2 2 0,-2-4-5 16,2-6-2-16,2-7 2 0,-1 1-3 0,0-3-4 16,-1 2-2-16,0-6 1 0,0-5 0 0,4 10 3 15,-4-10 1-15,0 7 16 0,0-7 5 0,0 0-7 16,0 0-2-16,0 0 6 0,0 0-9 0,10-21-7 15,-6 9 3-15,3-4-7 0,-1-3-4 0,7-4-4 16,-2 0-3-16,1 1 1 0,0 0-4 0,-3 5-5 16,3 0 0-16,5-3-7 0,-6 6 3 0,-2 5-2 15,0-2 0-15,2 6-6 0,-4 0 2 0,2 0-5 16,-3 2 4-16,4 3 1 0,-10 0 4 0,16 5-4 16,-7 1 4-16,-1 1-3 0,1 1 2 0,-1 1 4 15,1 2 2-15,0 3-4 0,-4 1-2 0,2 0 4 16,-1 2 4-16,2-3 0 0,-3 2 3 0,0-1-14 15,-1-3-22-15,1 4-26 0,0 0-34 0,-1-6-46 16,-1 0-54-16,0-1-38 0,2 1-217 0,-2-3-484 16,-3-7 215-16</inkml:trace>
  <inkml:trace contextRef="#ctx0" brushRef="#br0" timeOffset="27271.89">10390 6691 257 0,'1'-11'274'16,"-1"1"-6"-16,1 3-19 0,-1 7-5 0,0-14-5 16,0 14-13-16,0-10-13 0,0 10-7 0,0 0-34 15,-1-10-24-15,1 10-10 0,0 0-14 0,0 0-8 16,0 0 10-16,-10 25-17 0,2-9 9 0,2 3-11 16,-2 5-4-16,-2 0-1 0,5 2-29 0,-4-1 8 0,4 2-4 15,1 5-5-15,0-5 1 0,-1 1-4 16,1-3-11-16,3 2 2 0,2-2-5 0,0-5-2 15,-1 5-5-15,2-7-6 0,0 3-10 0,-1-1 4 16,1-4-10-16,0 3 0 0,0-2 0 0,0-1-29 16,-1-3-23-16,4 3-33 0,-3-3-18 0,-1-3-20 15,0 1-28-15,-2-1-26 0,1 0-31 0,0-2-41 16,0-8-35-16,-5 12-39 0,2-6-195 0,3-6-532 16,-9 4 236-16</inkml:trace>
  <inkml:trace contextRef="#ctx0" brushRef="#br0" timeOffset="27432.41">10163 6970 98 0,'6'-9'188'16,"-1"5"-22"-16,4 0-12 0,-2 1-16 0,2-1-12 0,5 1-20 16,3-2-26-16,3 2-18 0,7-1-43 15,0 0-41-15,0 2-34 0,1-1-28 0,-1 3-79 16,-5 2-176-16,-2-2 78 0</inkml:trace>
  <inkml:trace contextRef="#ctx0" brushRef="#br0" timeOffset="27703.29">10589 6964 158 0,'0'0'185'0,"9"-3"-7"16,-3-2-1-16,3 4-9 0,2-4-4 16,-1-1-8-16,1 0-5 0,1 0-13 0,-2-1-10 0,8-2-9 15,-4-1-11-15,1 1-8 0,-1-1-3 0,-2 1 2 16,-3 1-1-16,2 1-9 0,-2-3-9 0,-2 3 1 15,-1-1 0-15,-1-2 8 0,0 2-5 16,-2-2-1-16,-2 2-9 0,-1 8 6 0,3-11-4 16,-3 11-5-16,-4-12-3 0,4 12-6 0,-10-5-7 0,10 5-5 15,-16 3-1-15,4 2-5 0,-1 6-1 0,-4 1-1 16,-2 6-3-16,2 5-7 0,3-2 9 0,-1 3-3 16,8-6-6-16,0-2-3 0,2 2-4 0,3 0-5 15,0-1 0-15,6-2-15 0,1 3-24 0,4-5-29 16,2 1-36-16,3-3-49 0,3-1-63 0,10 0-74 15,-2-1-240-15,6-5-552 0,2 0 245 0</inkml:trace>
  <inkml:trace contextRef="#ctx0" brushRef="#br0" timeOffset="27925.5">11541 6864 2665 0,'0'-11'44'0,"0"11"1"16,0-7-12-16,0 7-16 0,0 0-5 0,2-9 8 16,-2 9 3-16,2-6-5 0,-2 6-1 0,5-8-3 15,1 7 3-15,-6 1-6 0,14-7 0 0,-1 5 6 16,-2-2-10-16,8 1-14 0,-1-1-8 0,0 3-21 16,-6-1-26-16,0 4-42 0,-1-4-45 0,3 4-32 15,-7-1-29-15,1 1-159 0,-1-1-398 0,-7-1 177 16</inkml:trace>
  <inkml:trace contextRef="#ctx0" brushRef="#br0" timeOffset="28092.83">11454 7002 72 0,'0'0'212'0,"-6"1"-9"16,6-1-7-16,0 0-1 0,-8 3-6 15,8-3-11-15,0 0-11 0,0 0-19 0,0 0-13 0,0 0-24 16,30 0-23-16,-13 0-36 0,3-1-26 0,0 1-46 15,3-2-54-15,5-2-38 0,-6 4-47 16,-3 0-110-16,2-3-289 0,-1 0 129 0</inkml:trace>
  <inkml:trace contextRef="#ctx0" brushRef="#br0" timeOffset="29323.26">12625 6402 128 0,'0'-11'240'0,"-1"-6"-10"0,1 6-15 0,0-1-9 15,-1 2-6-15,-1 3-9 0,2 7-2 0,0-16-20 16,0 11-17-16,0 5-19 0,0 0-14 0,0 0-14 0,0 0-13 16,0 0-7-16,0 0 0 0,0 0 6 15,0 43 0-15,0-13-8 0,0 0-4 0,0 3-7 16,0-3-1-16,-2 2-7 0,2-1-1 0,0 0-1 15,-2-4-6-15,0-2 1 0,-1 4-6 0,0-5-2 16,1-6-4-16,0-1-4 0,0-2-1 0,0-2-7 0,0-3-2 16,2 2 0-16,-1-2-4 0,1-5-7 0,0-5 4 15,-1 13 0-15,1-13-8 0,0 11 5 16,0-11-2-16,1 7-4 0,-1-7-5 0,5 5 3 0,-5-5-2 16,12 1-9-16,-2-1-4 0,1-1-7 0,6-2-12 15,2-1-13-15,0 1-21 0,3 1-26 16,5-4-29-16,-3 2-42 0,-1-1-51 0,4-1-36 15,-6 1-253-15,-4-1-531 0,6-1 236 0</inkml:trace>
  <inkml:trace contextRef="#ctx0" brushRef="#br0" timeOffset="29629.1">13077 6622 76 0,'5'-3'181'0,"6"2"1"0,-11 1-1 0,16 1-7 15,-8-2-16-15,1 3-12 0,1 1-11 0,-4 1-8 16,1 1-11-16,-3 1 2 0,3 2-2 0,-3 1 4 16,1 0-8-16,-5 4 3 0,0 2 0 0,-5-1-10 15,-4 3-12-15,-1-1-4 0,-2-3-9 16,-1 2-5-16,-4-1-8 0,4-2-6 0,0 0-7 0,-5-2 2 16,5 0-10-16,1 3-4 0,3-7-6 0,1-2 0 15,2-2-3-15,6-2-6 0,-10 7-6 0,7-5 0 16,3-2-1-16,0 0 0 0,0 0-4 0,0 0-2 15,0 0 2-15,19 8 0 0,0-10-8 0,2 1-9 16,6 0-12-16,6-3-13 0,-1 2-23 0,4-4-18 16,2 2-20-16,14-1-26 0,-17 0-24 0,3-1-41 15,1 2-34-15,-3-1-179 0,-5 0-422 0,-1-1 187 16</inkml:trace>
  <inkml:trace contextRef="#ctx0" brushRef="#br0" timeOffset="29813.8">13691 6605 64 0,'0'-8'226'0,"0"8"-15"0,0 0-13 0,0 0-11 15,6-11-13-15,-2 9-10 0,3 1 2 0,4-1-12 16,3 1-16-16,3-2-16 0,2 2-12 0,1 1-11 16,-2 0-10-16,0 0-18 0,2 1-34 0,-7-1-30 15,4 2-39-15,-4-1-44 0,0 1-37 0,-1-1-38 16,-2-1-31-16,-3 1-96 0,-7-1-300 0,10 0 133 0</inkml:trace>
  <inkml:trace contextRef="#ctx0" brushRef="#br0" timeOffset="30013.87">13865 6483 139 0,'0'0'198'0,"0"0"-9"0,-2-5-19 0,2 5-13 16,0 0-17-16,0 0-7 0,0 0 3 0,0 0 7 15,-5 15-1-15,1-4-14 0,0 0-13 0,2 2-8 16,-1 2-11-16,2 1-8 0,-3 2-9 0,2-3-6 16,-2 1-9-16,4 1-4 0,-3-1-15 0,1-1-26 15,0 1-33-15,2-5-53 0,2 3-44 0,0-2-45 0,-1 0-190 16,1-4-375-16,-2 2 167 0</inkml:trace>
  <inkml:trace contextRef="#ctx0" brushRef="#br0" timeOffset="30270.67">14179 6486 184 0,'0'0'230'0,"5"-7"-23"0,-5 7-8 0,0 0 0 15,0 0 3-15,0 0 4 0,5 20-3 0,-5-8-9 16,0-2-22-16,-2 3-13 0,0-1-14 0,4 1-10 15,-4 2-12-15,2 0-12 0,0 2-10 0,0-1-6 0,-1 0-12 16,-2 0-10-16,2-6-4 0,0 4-2 16,-1-3-15-16,0 0-26 0,2 0-29 0,0-1-28 15,0 1-27-15,-2-1-36 0,2-2-35 0,0-8-41 16,-2 11-33-16,2-11-40 0,0 9-141 0,0-9-416 0,0 0 184 16</inkml:trace>
  <inkml:trace contextRef="#ctx0" brushRef="#br0" timeOffset="30639.99">14202 6499 162 0,'4'-6'179'15,"-4"6"-16"-15,0 0-19 0,1-10-15 0,-1 10 0 16,0 0-2-16,0 0 1 0,0 0-3 0,0 0-9 16,0 0-3-16,18 12 2 0,-14-7-13 15,-1 1-10-15,1-1-8 0,0-1-9 0,2 2-6 0,-2-2-6 16,2 2-3-16,-1-2-9 0,1-1-3 0,4 1-4 15,-2 0-3-15,-3 0-4 0,1-2-1 0,1 0-2 16,1-1-3-16,-8-1-2 0,11 0-1 0,-11 0-2 16,13-3-1-16,-6 2-1 0,0-3 2 0,-1 0 5 15,3-3-3-15,-2 2 0 0,0-3 6 0,2 2 3 16,-5-3 3-16,2 1-1 0,1 0-3 0,-2 2 0 16,0-1 5-16,-1 2 1 0,0 0-1 0,-4 5-2 15,5-8-7-15,-5 8-5 0,5-4-4 16,-5 4-8-16,0 0-3 0,0 0-4 0,0 0 3 0,11 13-2 15,-11-4 4-15,2 2-1 0,0 1 4 0,-2 4-1 16,4-2 4-16,-3 5-7 0,-1-3-1 0,0 0 5 16,0 1-5-16,0-2-6 0,2 2-23 0,-1-2-36 15,0 2-32-15,1 0-56 0,3-2-64 0,-2 0-57 16,-2-4-175-16,1 2-474 0,-4-3 210 0</inkml:trace>
  <inkml:trace contextRef="#ctx0" brushRef="#br0" timeOffset="31040.42">12666 7159 181 0,'-9'1'200'0,"9"-1"-16"0,0 0-5 0,0 0-8 16,42 4-9-16,12-5-8 0,12-5-10 0,48-1-5 16,8-2-7-16,10 2-10 0,6-2-11 15,4 3-2-15,0-1-8 0,-5 4-7 0,-2 2-6 0,-13-1-5 16,-6 2-2-16,-14-1-3 0,-6-1-11 15,-31 1-2-15,27-2-3 0,-32 4-4 0,-1-2-4 0,-3 2-4 16,-4 1-2-16,-11-4-4 0,-2 4-6 0,-6-4 1 16,0 2-7-16,-6-1-2 0,-8 1-5 0,-2 0-2 15,-7-3 6-15,-2 4-9 0,1 1-8 0,-9-2-20 16,9-3-22-16,-9 3-19 0,0 0-35 0,0 0-49 16,0 0-44-16,-24-9-54 0,5 9-186 0,-4 0-450 15,-8-1 199-15</inkml:trace>
  <inkml:trace contextRef="#ctx0" brushRef="#br0" timeOffset="32094.47">12397 7561 157 0,'0'0'232'15,"0"-11"-13"-15,0 5-6 0,0 6 6 0,0-11-3 16,0 11-12-16,-3-11-23 0,3 11-20 0,-3-12-10 15,3 12-3-15,0-9-3 0,0 9-7 16,-2-6-13-16,2 6-7 0,0 0-17 0,0 0-8 0,0-9-11 16,0 9-12-16,0 0-8 0,0 0-9 0,0 0-11 15,0 0-1-15,0 0-8 0,0 0-1 0,0 0-7 16,0 0-3-16,0 0 1 0,0 27-3 16,0-16 3-16,-2 4 1 0,2 1 8 0,-2 2-6 0,2 0-1 15,-2 0-1-15,2 1 1 0,0-3 2 0,-2 4-1 16,2-1 0-16,0-2 11 0,-1-2-8 0,1 1 2 15,0 0-6-15,0 0 5 0,0 0-1 0,0-3-6 16,0-3-6-16,1 0 5 0,-1 0 0 0,2 0 0 16,-2-4-8-16,0 6 3 0,0-7-6 0,0-5 0 15,4 12 1-15,-4-12-4 0,0 7 7 0,0-7-5 16,0 0 5-16,0 8-2 0,0-8 1 0,0 0 0 16,0 0-3-16,0 0-1 0,4 4 4 0,-4-4 0 15,0 0-6-15,14-3 4 0,-14 3-5 0,20-4-12 16,-8 2-13-16,5-2-15 0,2-2-27 0,1 3-33 15,2-1-30-15,-3 0-42 0,3 2-55 0,5-6-48 16,-7 7-252-16,1-2-562 0,-1-1 248 0</inkml:trace>
  <inkml:trace contextRef="#ctx0" brushRef="#br0" timeOffset="32332.25">12893 7696 2126 0,'2'-8'112'0,"0"3"34"15,3-1-49-15,-5 6-30 0,0-10-17 0,0 10 1 16,4-7-9-16,-4 7 3 0,0 0-11 0,0 0 0 0,0 0 0 16,0 0 16-16,0 0 7 0,0 0 9 15,0 0 14-15,-4 24 5 0,0-13-3 0,2 0-1 16,-1 7-8-16,-2-4-8 0,3 2-2 0,-1 0-11 16,1-2-2-16,0 4-6 0,0-2-2 0,2-6 0 0,0 5-10 15,2-2-5-15,-2 0-19 0,0 0-27 0,2-2-38 16,0 2-26-16,-1-1-40 0,3-2-59 0,1 0-62 15,-2 0-49-15,-1-4-180 0,4-2-513 0,-1 1 228 16</inkml:trace>
  <inkml:trace contextRef="#ctx0" brushRef="#br0" timeOffset="32516.05">13191 7777 192 0,'0'0'217'15,"12"-4"-8"-15,-5 1-9 0,3 0-15 0,2-3-18 16,-1 3-14-16,10 1-18 0,-4-1-15 0,4 1-9 16,6 0-12-16,-8 0-25 0,10 0-22 0,-12 3-41 15,0-1-50-15,-3 1-37 0,-1 1-33 0,-3-4-28 16,1 5-124-16,-3-4-283 0,-8 1 125 0</inkml:trace>
  <inkml:trace contextRef="#ctx0" brushRef="#br0" timeOffset="32690.32">13436 7657 199 0,'-6'-10'214'0,"6"10"0"0,-3-5-14 16,3 5-10-16,-2-7-19 0,2 7-18 0,0 0-19 15,0 0-15-15,0 0-10 0,0 0 1 0,0 0-6 16,-4 19-3-16,2-9 2 0,0 1-13 0,1 1-10 16,-4 1-6-16,5-2-9 0,0 3-4 0,0 1-7 15,0 2-16-15,0-3-38 0,0 2-47 0,0-4-59 16,3 0-60-16,-1 0-212 0,-2-2-409 0,1 0 181 15</inkml:trace>
  <inkml:trace contextRef="#ctx0" brushRef="#br0" timeOffset="32929.98">13955 7524 219 0,'2'-9'315'15,"1"3"-11"-15,-1 0-22 0,0-1-17 0,-2 7-20 16,0 0-27-16,2-9-25 0,-2 9-10 0,0 0-14 0,0 0-5 16,0 0-7-16,-2 28-15 0,0-18-13 0,0 7-16 15,-1 2-6-15,1 1-13 0,2-4-3 0,-2 3-16 16,0 0-1-16,2 0-12 0,-2-1-28 0,2-2-17 16,-2 3-38-16,1-1-35 0,2-2-39 0,-2 0-46 15,-1-3-62-15,0-2-54 0,0 1-224 0,-3-2-519 16,0-2 230-16</inkml:trace>
  <inkml:trace contextRef="#ctx0" brushRef="#br0" timeOffset="33302.08">13955 7519 187 0,'4'-5'213'0,"-1"0"-17"0,-3 5-8 16,0 0-1-16,0 0 2 0,0 0-6 0,0 0 0 15,0 0-16-15,12 18-13 0,-8-10-17 0,0 1-13 16,2 1-8-16,-1-3-13 0,5 9-9 0,-2-5-7 16,3 0-10-16,-1-3-2 0,-1 0-7 0,6 2-8 15,-1-4-7-15,1-1-1 0,-3-1-9 0,3-2-1 16,-1 1-8-16,-3-2 4 0,0-3-7 0,3 0 6 16,-1-2-9-16,-1 1-5 0,-1-1-3 0,-1-5 0 15,5-3 0-15,-4 3 1 0,5-2 15 0,-6-2-6 16,0-1 1-16,1 2 12 0,-6 2-12 0,5 2 16 15,-7-3 7-15,1 7 3 0,4-4 6 0,-4 4-14 16,-4 4-1-16,6-7-17 0,-6 7 3 0,0 0-5 0,0 0-5 16,9 10 7-16,-7-1 3 0,-2-9-6 15,0 26 11-15,0-6-4 0,-4-1 0 0,-2-1-6 16,5 6 3-16,-5 1-2 0,-1 0-29 0,-1-1-27 16,6-5-41-16,-2 5-44 0,0 1-38 0,0-8-52 0,1 1-65 15,3-2-60-15,-2 1-176 0,2-5-542 16,2-1 240-16</inkml:trace>
  <inkml:trace contextRef="#ctx0" brushRef="#br0" timeOffset="33463.42">14391 7836 2620 0,'4'-4'116'0,"1"-3"5"0,-5 7-36 0,4-7-19 16,-3 2-3-16,-1 5-10 0,0 0-1 15,4-8-8-15,-4 8-11 0,0 0-3 0,2-6-6 0,-2 6-21 16,0 0-31-16,0 0-36 0,0 0-32 0,0 0-45 15,0 0-41-15,0 0-55 0,0 0-190 0,0 0-464 16,-29 7 206-16</inkml:trace>
  <inkml:trace contextRef="#ctx0" brushRef="#br0" timeOffset="36052.3">8599 6210 50 0,'4'-15'171'0,"-1"3"7"0,-2-3-9 0,3 3 2 0,-3 1 15 15,0 1-1-15,2 0-10 0,-2 4-5 0,-1 6-15 16,1-11-14-16,1 5-20 0,-2 6-14 16,1-6-11-16,-1 6-16 0,0 0-6 0,0 0-3 0,5 33 4 15,-2-3 5-15,1 16 4 0,-3 4-5 16,-2 6-5-16,-1 25-4 0,2-23-10 0,3 0-2 0,-1 1-7 15,0-1-8-15,1 23 1 0,4-22-1 0,0 26 1 16,1-25-7-16,0-1-2 0,1 22-5 16,-2-26 4-16,1-1-3 0,0-1-6 0,-3-4-2 0,1-1 4 15,2-3-2-15,-2-10-2 0,1-1-6 0,-1-2-7 16,0 0-16-16,0-1-14 0,-3 0-23 0,1-3-17 16,1-2-27-16,-3-7-35 0,-2-1-35 0,1-4-38 15,-1-3-29-15,0 1-194 0,-4-3-454 0,4-9 201 16</inkml:trace>
  <inkml:trace contextRef="#ctx0" brushRef="#br0" timeOffset="37141.53">8764 5988 108 0,'-5'-5'129'0,"1"0"-14"0,4 5-4 0,0 0-16 16,0 0-6-16,0 0-7 0,14-9-18 0,3 7 4 15,11 5 3-15,6 0-5 0,18 1-3 0,6 1-2 0,7 2 0 16,34-1-8-16,-3-2 1 0,1 2-7 15,2 2-6-15,0-4-1 0,-1 3-8 0,3-3-3 16,4 2-8-16,1-2 2 0,3 0 8 0,1 1-9 16,3 1-3-16,4-2-6 0,-2 2 4 0,-1-3-5 15,-3-2-2-15,5 5 6 0,-3-2-5 0,2-4-4 0,3-2 4 16,2 5-6-16,1-1 4 0,-4-3-4 16,6 0 3-16,6-2 1 0,-3 3-2 0,7-2-2 0,0-3 3 15,-4 0-8-15,9 2 0 0,-5-4 6 16,0 1-8-16,1 4-2 0,-1-2 3 0,-2 1 0 0,-6 2 2 15,1-2-2-15,-2 3 6 0,-3 0-9 0,0 2 8 16,-1-6-7-16,-5 8 1 0,0-2-12 0,0 1 12 16,-5-3-16-16,-2 3 20 0,1-2-6 15,-2 0 5-15,-3 4-4 0,-9 3 4 0,-5-7-4 0,0 3 3 16,-26 0 9-16,28 0-4 0,-31-3-7 0,3 1 4 16,-1 0-2-16,-3 1-3 0,4 0 7 0,-4-1-8 15,-6 0 2-15,-1 3-3 0,-16-2 5 0,-1-2-13 16,-3 2 14-16,-4-2 1 0,-7 1-3 15,-3 1 2-15,0 0 2 0,-7-2-6 0,1 1-7 0,-6 0 19 16,0 0-15-16,0-1 8 0,0 2-5 0,-7-3-2 16,9 2 1-16,-9-2 4 0,6 7 6 0,-6-7 5 15,5 7-7-15,-2-2 13 0,-1 1 3 0,-2-6 1 16,0 11 4-16,-1-1-3 0,0 0 1 0,1 4 0 16,-3 1-1-16,3 3-9 0,-1 0 6 0,-1 7 6 15,-2 0-8-15,1 2 0 0,0 1-2 0,0 2 6 16,-1 1 5-16,2 1-1 0,0 1-2 0,-1 2 13 15,0-1 1-15,0 0-6 0,1 13 4 0,-4-1-3 16,6-13-1-16,-2 2 0 0,2 11 0 0,2 2 2 16,0 0-3-16,3 2 2 0,-1-4 0 0,1 3 1 15,1 0 4-15,-1 3 0 0,3 0-6 0,-2-4 0 16,3 3 0-16,-2-2-1 0,-1 0-1 0,-1-1-1 16,3 0-3-16,-2 0-2 0,2-3 2 0,-2 2 0 15,-1-12 0-15,5 10 1 0,-6-10 3 0,-1 0-4 16,2 0-2-16,-1 10 1 0,-4-14-2 0,4-2-2 15,-4 3-2-15,2-4-1 0,-2-1 1 0,-2 0-4 16,-3-2 0-16,1-6-4 0,1-3 4 0,-2 1 4 16,1 1-8-16,-6-2 0 0,2-3 0 0,-2 3 0 15,-1-6-2-15,0-1 0 0,-3 1 3 0,-4-2-1 16,-1 0-5-16,0-2-1 0,-3-1 5 0,-6-1-6 16,-1 0-1-16,-3-4-4 0,0 0-2 0,-4 0-4 15,-1 0-1-15,-14-1-3 0,-4-1-2 0,-4 2 1 16,-5 2 4-16,-31-6-4 0,-1 4 4 0,-1-1 5 15,1 1-6-15,-7 0 5 0,3 0 1 0,-7 1-4 16,-1 0 1-16,-5 0 2 0,-4 2 1 0,-6-1 1 16,-5 0 0-16,-3 2-1 0,-7 1-2 0,-4 0 2 15,-6 1 5-15,-3 2-3 0,-9-2-3 0,1 1 0 16,-5 1 10-16,-2-1-2 0,-3 1 3 0,-1-2 0 16,-9 5-1-16,7-3 2 0,-3 3 0 0,1 2-1 15,-6-1-3-15,4-1-2 0,4-2 5 0,1 1-1 0,1-4-2 16,4 4-2-16,6-4 1 0,5-2-3 0,8 0 2 15,0-5 9-15,10-1-13 0,10 1-11 16,3-5-6-16,9-1-5 0,10-1-10 0,9-3-12 16,5-1-9-16,29 4-15 0,3-1-17 0,0-4-18 15,5 1-21-15,3-1-15 0,18 2-23 0,3 0-15 0,1-1-21 16,5-3-115-16,6 2-343 0,7 0 152 0</inkml:trace>
  <inkml:trace contextRef="#ctx0" brushRef="#br0" timeOffset="37816.42">8745 7486 122 0,'0'0'151'16,"1"-10"-7"-16,-1 10 0 0,0-9-4 0,0 9-1 16,0 0-8-16,0-12 1 0,0 12-11 0,0 0-13 15,0-8-10-15,0 8-14 0,0 0-15 0,0 0-3 16,0 0-6-16,0 0 6 0,0 0 0 0,4 23 5 15,-4-7-1-15,4 8-2 0,-3 4 0 0,0 4 1 16,2 13-5-16,1-9-1 0,-2 12-4 0,0 0 3 16,-1 0-8-16,-1-2 16 0,0-1 0 0,0-9-5 15,-1 0-7-15,2-1-4 0,-2 1-5 0,1-2-7 16,1-2 0-16,-1-1-2 0,-1 0-5 0,1-5-4 16,-2-6-2-16,2 6 3 0,-1-8-9 0,1-1-2 15,0 0-2-15,-1-6 2 0,1 1-2 0,0-2-5 16,0-2-1-16,-3-2-1 0,3-6 3 0,0 14-5 15,0-14 1-15,0 8-2 0,0-8 0 0,0 0 0 16,0 9-2-16,0-9 3 0,0 0 1 0,0 0-1 16,0 0-6-16,7 8 4 0,-7-8-2 0,16 2-4 15,-2-3 2-15,7 1 2 0,8-3-1 0,4 1 1 16,2 0-4-16,16-1-2 0,-15 3-16 0,17-5-14 16,2 2-9-16,-2 0-19 0,1 1-21 0,2 2-18 15,-1 0-26-15,5 0-27 0,1-1-21 0,2-1-27 16,2 1-23-16,-6-2-148 0,3 3-399 0,-3-3 177 15</inkml:trace>
  <inkml:trace contextRef="#ctx0" brushRef="#br0" timeOffset="40363.89">7302 9504 199 0,'-1'-8'199'0,"1"8"-21"0,0 0-13 0,0 0-5 15,0 0-4-15,0 0 1 0,0 0 0 0,2 43-12 16,-4-24-8-16,-2 6-11 0,1 3-4 0,-3-2-13 15,-2-1-10-15,2 3-6 0,0-4-4 0,-1 1-12 16,2-6 0-16,-1-2-10 0,1 2-4 0,1-7-10 16,0-1-1-16,1-1-7 0,2-2 0 0,1-8-5 15,-4 9 9-15,3-4 12 0,1-5 14 0,-3 7 11 16,3-7-1-16,0 0-9 0,0 0-6 0,0 0-9 16,0 0-4-16,3-24-5 0,1 14-5 0,1-8-3 15,-1 0-10-15,1-7-8 0,5-3-7 0,-4 2-4 16,3-5-2-16,2 1-8 0,0-2-5 0,3-2 3 15,1 1 1-15,1 0-1 0,4-9-3 0,-4 12-2 16,0 1 1-16,2 3-2 0,1 6-4 0,-4 5 2 0,0 3 0 16,-6 4-2-16,1 2 2 0,-1 1-3 15,0 3 1-15,2 6-3 0,-1 2 6 0,1 3-2 16,1 3 2-16,1 9 5 0,-1 3 5 0,-3 3 11 0,-3-1 1 16,2 1-2-16,-3 1 3 0,1-2-4 0,-2 0-1 15,-3-6-1-15,4 4 0 0,-2-5-2 0,1 0 2 16,-2 1-1-16,5-3 0 0,-3 3-3 0,-1-4-16 15,0 0-30-15,0-5-25 0,-2 2-19 0,0-2-23 16,-1 1-37-16,1-2-37 0,1-1-29 0,-2-2-24 16,0-7-23-16,-4 12-164 0,0-8-454 0,-5 0 201 15</inkml:trace>
  <inkml:trace contextRef="#ctx0" brushRef="#br0" timeOffset="40530.81">7271 9707 23 0,'0'0'220'0,"0"0"-21"0,25-6-21 16,-6 6-19-16,8-2-23 0,1 0-24 0,11-2-20 15,-3 1-26-15,4-1-25 0,-2-1-36 0,15-2-22 16,-4 0-25-16,0-1-20 0,-12 3-14 0,1 1-16 16,-1-1-65-16,-1 0-171 0,-1 0 76 0</inkml:trace>
  <inkml:trace contextRef="#ctx0" brushRef="#br0" timeOffset="40740.32">8061 9555 61 0,'8'-10'138'0,"0"1"4"0,-3-1-6 16,1-1 8-16,-2 0-2 0,1 0-3 0,-1 2 10 16,-3 0 13-16,2 2 4 0,-3 7-2 0,2-8-13 15,0 2-18-15,-2 6-9 0,0 0-14 0,0 0-1 16,0 0 8-16,0 0 0 0,3 23 1 0,-3-6 3 16,-2 3-2-16,-2 5-9 0,0 0-11 0,0 3-7 15,-1-2-12-15,1-7-5 0,-2 6 7 0,2 0-18 16,-1 2-8-16,2-8-7 0,0-1 1 0,-1 0-23 15,1-2-23-15,2 2-21 0,-3-3-19 0,0 3-17 16,4-5-32-16,-1-1-44 0,0-2-35 0,1-1-44 16,0 1-24-16,0-10-26 0,-2 13-137 0,1-6-428 0,1-7 190 15</inkml:trace>
  <inkml:trace contextRef="#ctx0" brushRef="#br0" timeOffset="41115.94">8080 9489 3 0,'12'-26'221'0,"-3"2"-12"0,1 2-7 0,1 8-10 0,0 1-9 16,0 2-10-16,1 4-13 0,-2 0-11 0,6 1-12 15,-3 5-10-15,0 0-10 0,4 2-5 0,2 1-11 16,-8 2-11-16,2 1-5 0,4 2-1 0,-3 1-13 16,0 1-8-16,-1 1-11 0,-3-1-1 0,-4 2-8 15,1-1-2-15,-3 2-4 0,-2-1-4 0,-2 1-1 16,1-1-4-16,-3 2-9 0,-1-2-5 0,-1-1-11 15,2-1 3-15,-3 1-16 0,1 0-2 0,0-3-8 16,-1-1-8-16,3 0-10 0,0 1-6 0,2-7 1 16,-4 10-1-16,3-5-3 0,1-5 1 0,5 10 3 15,-5-10 1-15,3 12 3 0,3-7 4 0,-1 0 7 16,0 1-5-16,3 2 10 0,-3-1 5 0,-1 0-1 16,2 1-1-16,1 0 4 0,-2 1-1 0,-3-3 7 15,4-1 5-15,-4 2 12 0,-2-7 8 0,3 11 6 16,-3-4 4-16,-2 1 1 0,2-8-1 0,-5 11 4 15,0-8-1-15,-3 2-1 0,-2 0-4 0,1 0-7 16,-1-3-17-16,-1 1-25 0,2 0-26 0,-2-1-39 16,0 0-47-16,5-1-52 0,-3-1-127 0,9 0-344 15,-13-1 152-15</inkml:trace>
  <inkml:trace contextRef="#ctx0" brushRef="#br0" timeOffset="41476.07">8986 9483 42 0,'7'-4'248'16,"-7"4"-25"-16,0 0-22 0,8-5-21 0,-8 5-16 0,11 0-17 16,-11 0-19-16,17 1-6 0,-5 3-11 0,6-1-14 15,0 0-8-15,10 1-8 0,-1 3-9 0,-1-2-5 16,2 1-3-16,-8-2-11 0,1 2-6 0,-2-3-4 15,1 4-5-15,-4-2-2 0,-2-1-6 0,-3-1-2 16,2 0-2-16,-4 1-5 0,-3 0-4 16,0 0 1-16,-3 0-1 0,4-1 0 0,-4 1 8 15,-3-4 2-15,4 9 13 0,-4-9-3 0,-1 9 4 0,1-9 3 16,-8 11-2-16,1-5 4 0,-1 3-1 0,-2-2-1 16,-5 3 2-16,0 1 0 0,-2 2-1 0,0-3 1 15,-7 4-3-15,1-2-4 0,-3 2-4 0,3-4-2 16,-1 3-4-16,5-4-1 0,1 1-15 0,1-2-25 15,2 2-13-15,-1-1-28 0,5-1-38 0,1-1-54 16,2-1-51-16,0 0-45 0,2-1-169 0,1 0-444 16,5-5 196-16</inkml:trace>
  <inkml:trace contextRef="#ctx0" brushRef="#br0" timeOffset="41667.94">9268 9864 81 0,'0'0'236'16,"0"0"-2"-16,1 11-7 0,-1-11-17 0,-8 15-8 16,-1-8-9-16,-4 7-9 0,1-1-17 0,-6 0-9 15,-4 2-21-15,3 2-12 0,-5 1-11 0,1-1-10 0,-2-2-10 16,5-1-17-16,3-2-26 0,-1-2-38 0,0 2-33 16,1-2-58-16,3-1-58 0,2-1-58 15,-1-1-170-15,4-1-393 0,3-3 174 0</inkml:trace>
  <inkml:trace contextRef="#ctx0" brushRef="#br0" timeOffset="41919.67">9779 9471 2340 0,'19'-28'-3'0,"-1"3"92"0,-1 6 33 16,-6 4-17-16,-3 7-33 0,-1-1-17 0,-1 1-17 15,-3 3-11-15,-3 5 19 0,0 0 39 0,12 13 18 16,-11-2 13-16,-1 8-8 0,1 10 4 0,-3 1-2 16,-1 4-3-16,-2-1-9 0,-1 2-9 0,2-1-7 15,-1 0-4-15,0-1-8 0,-2-2-23 0,5-1-44 16,-5 0-33-16,4-2-29 0,0 2-36 0,3-5-29 16,1 0-36-16,-1 2-39 0,3-11-41 0,-1 2-40 0,0 0-206 15,-2 3-526-15,1-5 233 0</inkml:trace>
  <inkml:trace contextRef="#ctx0" brushRef="#br0" timeOffset="42894.33">7175 10842 231 0,'0'0'230'0,"0"0"-13"0,2-9-22 0,-2 9-20 16,0 0-7-16,0 0-1 0,0 0 4 0,0 0-1 16,-9 45-1-16,0-16-13 0,1 0-9 0,-1 3-14 15,0 1-6-15,-3 1-10 0,0-1-7 0,-1-1-9 16,3-2-8-16,0-3-3 0,0-3-9 0,3-5-9 15,1-1-5-15,-1-4-7 0,2 3-5 0,0-4-8 16,1-3-6-16,3-1 0 0,-1-3-4 16,0-1-6-16,2-5-1 0,-4 9-1 0,4-9 3 0,-1 7 4 15,1-7 15-15,0 0 15 0,0 0 0 0,0 0-6 16,0 0-13-16,0 0-7 0,0 0 1 0,5-23-6 16,0 11-9-16,3-5 2 0,-2 1-9 0,3-9-10 15,2 1-12-15,0-2-2 0,1 0-8 0,-1-3-3 16,2 0 1-16,-2-1 0 0,3 0-8 0,1-1 5 15,1 1-2-15,-4 2-2 0,4 1 0 0,0 1 4 16,-1 5 3-16,-5 5 2 0,-1 2 3 0,2 0-2 16,-4 7 4-16,-2 0-1 0,0 3-2 0,-1 0-4 15,-4 4 2-15,9-4 1 0,-9 4-1 0,10 8 3 16,-3 1 14-16,-1 8 3 0,2 0-5 0,-1 12 13 16,-2-4 16-16,2 2-8 0,-5 1 14 0,2 1 2 15,0-5 3-15,-3 3-7 0,0-1-2 0,1-2-8 16,-2-5 9-16,2 0-1 0,-2-2-3 0,2 2 0 15,-1-2-4-15,0-4-7 0,3 1 1 0,-3-2 0 16,1 0-4-16,-1-1 2 0,0 1-11 0,2-2-17 16,-1-1-32-16,0-3-25 0,-2 1-21 0,0-7-29 15,5 11-25-15,-5-11-41 0,-2 8-33 0,2-8-35 0,0 0-42 16,-6 9-194-16,6-9-527 0,-9-2 232 0</inkml:trace>
  <inkml:trace contextRef="#ctx0" brushRef="#br0" timeOffset="43048.17">7067 11168 2117 0,'0'0'118'0,"-10"-3"-44"0,10 3-39 0,-7-5-23 15,7 5-3-15,0 0-2 0,0 0-2 0,0 0 2 16,0 0 0-16,22-5-5 0,-9 5 3 0,6-2 1 16,1 0-7-16,10 0-32 0,2-2-32 0,5 0-61 15,-2-2-68-15,-3 0-138 0,4 1-357 0,-1-3 158 0</inkml:trace>
  <inkml:trace contextRef="#ctx0" brushRef="#br0" timeOffset="44497.2">8175 10699 116 0,'-5'-5'148'0,"5"5"-6"16,0 0 1-16,-7-5-10 0,7 5-1 16,-5-4-3-16,5 4 1 0,0 0-8 0,0 0-4 15,-6-3-12-15,6 3-8 0,0 0-2 0,0 0-9 16,0 0-5-16,0 0-9 0,0 0-3 0,0 0-10 0,-5-7 0 16,5 7-8-16,0 0-4 0,0 0-2 15,0 0-5-15,0 0-11 0,0 0 2 0,0 0-2 16,0 0-3-16,0 0-4 0,0 0-1 0,0 0-3 15,0 0 1-15,0 0-4 0,0 0-2 0,0 0-2 0,0 0 5 16,23 15-4-16,-14-14-2 0,-2 5-2 0,2-2 3 16,4 0-5-16,-1 2 3 0,-2-2 1 15,5 4-5-15,-2-4 0 0,1-1 2 0,-4 4-2 0,3-2-2 16,5-1 1-16,-3 3 0 0,2-1-1 0,-6-1-2 16,2 0-1-16,-4 1 3 0,1-3 2 0,-1 0-7 15,0 2 1-15,-1-3 1 0,-3 2 2 0,1-2-3 16,-6-2 0-16,9 3 1 0,-9-3 3 0,7 4 0 15,-7-4-2-15,5 3 1 0,-5-3-1 0,0 0-2 16,0 0 1-16,5 3 1 0,-5-3-3 0,0 0 6 16,0 0-3-16,0 0 4 0,6 4-4 0,-6-4 3 15,0 0 3-15,0 0 10 0,0 0-5 0,-12 13 7 16,4-7 1-16,-1 1-1 0,-5 3-1 0,0 0-2 16,-3 1 2-16,2-2-1 0,-2 4 1 0,2 0 4 15,-2-3-7-15,2 3 2 0,-2-4-4 0,2 2 0 16,-2-1-1-16,2-1-4 0,-2 1 0 0,3-2 4 15,-1 1-3-15,3-1-1 0,1-3-6 0,1 0-13 16,0 3-21-16,-1-3-18 0,4 0-28 0,-1 2-39 16,0-2-14-16,3 0-24 0,2 0-30 0,-1 1-21 15,0-1-137-15,4-5-371 0,-2 7 164 0</inkml:trace>
  <inkml:trace contextRef="#ctx0" brushRef="#br0" timeOffset="44733.27">8474 11088 64 0,'0'0'193'16,"-3"9"-9"-16,3-9-14 0,0 0-10 0,-14 14-10 0,3-8-2 16,-1 3-9-16,0-2-12 0,-3 1-10 15,-2 1-9-15,-1-1-7 0,1-1-8 0,0 0-13 16,1-1-7-16,4 1-4 0,0-3-6 0,0 0-8 15,0 1-7-15,0 1-14 0,-1 0-24 0,3-3-25 16,-2 2-36-16,3 0-44 0,0-2-35 0,2 1-48 0,0-1-109 16,1 0-310-16,6-3 138 0</inkml:trace>
  <inkml:trace contextRef="#ctx0" brushRef="#br0" timeOffset="45052.28">9238 10679 1905 0,'13'-25'-5'16,"0"-2"67"-16,-6 5 0 0,1 4 0 0,0 2 10 15,-5 4 8-15,1 3-2 0,0-2 2 0,-1 5-6 16,-2-1 4-16,2 2-4 0,-3 5-8 0,2-7-11 15,-2 7-8-15,0 0-8 0,0 0 5 0,0 0 11 16,0 0 8-16,5 21-3 0,-6-5-6 0,1 1-4 16,-2 2-2-16,0 1-8 0,1 8 0 0,0-3-3 15,-3 0-3-15,4-5-4 0,-1 0 7 0,-2-1-11 0,0-1-7 16,3 1-17-16,-2-1-16 0,-1 0-19 16,2 0-27-16,-3 0-32 0,2 0-29 0,-1 1-45 15,-2-4-44-15,2-3-28 0,-3 4-185 0,0-3-458 16,-3-3 204-16</inkml:trace>
  <inkml:trace contextRef="#ctx0" brushRef="#br0" timeOffset="45219.37">8995 11056 93 0,'0'0'218'0,"0"0"-3"0,23 3-4 0,-3-4-7 0,6-1-19 15,5 0-11-15,4-1-15 0,3-2-16 16,0 2-13-16,15 0-14 0,-3-1-13 0,-10 1-29 0,12-1-29 15,-15 3-40-15,2-1-40 0,-2 3-54 0,-1 0-42 16,-5 0-173-16,-11 2-328 0,-1 1 145 0</inkml:trace>
  <inkml:trace contextRef="#ctx0" brushRef="#br0" timeOffset="45522.21">9135 11300 56 0,'0'0'260'0,"0"0"-19"0,-9 3 1 15,9-3-5-15,-3 7-12 0,1 0-2 0,2-7-7 16,-3 13-17-16,2-3-14 0,-1 3-5 0,1 2-17 16,1 3 0-16,0-1-11 0,-4 8-22 0,4-4-4 15,0 5 0-15,-2 0 10 0,0-1-29 0,0 2-8 16,1-1-4-16,-4-1-8 0,2 1-15 0,1-7-6 15,-1 1-7-15,0-2-5 0,2-1-7 0,-1 0 1 16,-1 1 14-16,0-2-25 0,2-3-17 0,-3 2-13 16,-1 0-30-16,3-3-24 0,0-3-20 0,0 2-25 15,-1-4-24-15,1 1-24 0,-1-3-31 0,3-5-34 16,-4 9-42-16,4-9-28 0,-1 6-182 0,1-6-493 16,0 0 218-16</inkml:trace>
  <inkml:trace contextRef="#ctx0" brushRef="#br0" timeOffset="45933.24">9132 11322 177 0,'1'-7'225'16,"-1"0"-12"-16,2-1-12 0,-2 8-7 0,2-13-11 0,2 8-12 15,2-2-13-15,5 4-11 0,3-1-16 16,-1 1-10-16,0 0-13 0,7 1-10 0,-1 2-10 15,-2 2-6-15,0-2-11 0,-1 0-4 0,-3 2-8 16,-2-1-6-16,0 2-8 0,-2 0-2 0,-1 1-7 16,1-1-1-16,-4 1-9 0,0 0 1 0,-1 0-5 0,-4-4 1 15,5 8-3-15,-5-8-1 0,0 10-1 16,0-10-3-16,-1 10 0 0,1-10 0 0,-4 9-8 16,2-4-1-16,2-5-11 0,-4 7-1 0,4-7-6 15,-5 5-2-15,5-5 0 0,-2 9 0 0,2-9 2 0,-1 8 0 16,1-8 2-16,0 10-1 0,0-10 1 15,4 11 6-15,-2-5-4 0,-2-6 1 0,4 11 1 16,-1-6 1-16,-3-5-2 0,0 10 3 0,2-6-3 16,-2-4 4-16,3 10-2 0,-3-10 0 0,0 7 1 0,0-7 4 15,0 0 6-15,-1 11 4 0,1-11-1 16,-5 5-1-16,5-5-2 0,-8 7 0 0,-1-3-4 16,4-4-6-16,-4 5-16 0,0-3-15 0,0 0-21 15,-2-1-39-15,11-1-37 0,-22 3-29 0,12-2-58 0,-2 1-125 16,-2-3-372-16,1 1 165 0</inkml:trace>
  <inkml:trace contextRef="#ctx0" brushRef="#br0" timeOffset="46997.24">10259 10720 74 0,'-7'-5'190'0,"7"5"-13"15,-7-4-5-15,7 4-11 0,-6-3-9 0,6 3-6 16,-8-3-4-16,8 3-11 0,0 0-2 0,0 0-10 15,0 0-9-15,-7-2-6 0,7 2-7 0,0 0-5 16,0 0-7-16,0 0-5 0,0 0-7 0,0 0-10 16,-8-3-4-16,8 3-3 0,0 0-8 0,0 0-2 15,0 0-4-15,0 0-1 0,0 0-6 0,0 0-4 16,0 0 0-16,0 0-1 0,0 0 1 0,0 0-2 16,0 0 2-16,0 0-3 0,0 0 1 0,0 0-2 15,0 0-2-15,0 0 1 0,0 0-3 0,0 0 0 16,0 0 7-16,0 0-10 0,0 0 8 0,0 0-2 0,0 0-5 15,0 0 2-15,0 0 0 0,0 0 4 0,0 0 2 16,0 0-1-16,0 0 1 0,0 0-2 16,0 0 1-16,0 0 1 0,0 0-4 0,0 0 3 0,0 0-2 15,0 0 0-15,0 0-4 0,0 0 3 0,0 0-1 16,0 0 2-16,0 0-4 0,0 0-1 0,0 0-1 16,0 0 2-16,0 0-6 0,0 0 2 15,0 0-4-15,0 0 1 0,0 0 1 0,0 0-5 0,0 0 2 16,0 0-6-16,0 0 2 0,0 0 0 0,0 0 1 15,0 0-3-15,0 0 0 0,0 0 3 0,0 0-3 16,0 0 1-16,0 0-4 0,0 0 3 0,0 0 1 16,0 0-3-16,0 0-2 0,0 0-4 0,0 0 4 15,0 0-5-15,0 0 3 0,0 0 0 0,0 0 0 16,0 0 2-16,0 0 1 0,0 0-2 0,0 0-2 16,14 14 7-16,-9-10-6 0,1-1 1 0,-6-3 0 15,12 4-1-15,-6-1-1 0,3 4 2 0,3-3 1 16,-1 1-12-16,5 2-4 0,0 1 4 0,2 0-2 15,-5-3 3-15,5 3 1 0,-3-1 5 0,3 0-1 16,-4-1 1-16,4 1 0 0,-6-1 0 0,0-2-5 16,4 3 2-16,-5-3-3 0,-5 0 6 0,0 0-2 15,-1-1 2-15,0 0-5 0,-5-3 4 0,9 5 2 16,-6-2 9-16,-3-3-15 0,0 0 4 0,0 0 1 0,3 8 12 16,-3-8-7-16,-14 10-4 0,4-3 1 15,-4 3 7-15,-4-4-2 0,1 3 0 0,-1-1 1 16,-1 2 4-16,1-2-2 0,-1 1-4 0,0-1 2 15,2-1 0-15,-2 3-6 0,4-1-13 0,-3 1-17 0,1-2-18 16,-1 2-23-16,4 0-17 0,-1 0-30 16,1 1-36-16,0 0-48 0,6-5-33 0,2 3-41 15,-4-1-158-15,6-2-469 0,1 1 207 0</inkml:trace>
  <inkml:trace contextRef="#ctx0" brushRef="#br0" timeOffset="47213.23">10562 11140 74 0,'0'0'244'0,"0"0"-16"0,0 0-9 0,0 0-6 16,-27 5-17-16,14-1-8 0,-6 0-17 0,-2 1-12 16,1-1-14-16,-1 3-12 0,0-1-15 0,-3 2-9 15,2-3-14-15,3 1-8 0,1 0-8 0,0 1-13 16,2-1-29-16,-3 0-28 0,1 1-35 0,1-1-36 15,-1 1-49-15,3 0-58 0,1-2-49 0,-3 0-113 16,5 1-358-16,-1-4 158 0</inkml:trace>
  <inkml:trace contextRef="#ctx0" brushRef="#br0" timeOffset="48611.86">11342 10494 183 0,'2'-12'244'16,"1"5"-7"-16,-3-1-12 0,3 0-13 0,-3 8-15 16,1-9-14-16,-1 9-23 0,2-8-19 0,-2 8-14 15,0 0-16-15,1-6-11 0,-1 6-11 0,0 0-4 16,0 0-3-16,11 20 5 0,-7-9-5 0,1 4-5 15,-1 0-8-15,1 2-3 0,-4 2-5 0,1 1-5 16,0-2 6-16,-1 1-18 0,0 1-3 0,1 5-2 16,-2-1-5-16,-2-6-2 0,5-1 0 0,-2 3 0 15,-1-8-9-15,-1 1 2 0,2 2-11 0,0-5 5 16,1 1-4-16,0-3 2 0,-2 3-5 0,0-5 1 16,0-6-2-16,2 13 1 0,-2-13-2 0,0 9-1 15,1-5-1-15,-1-4 0 0,4 7-1 0,-2-1 0 16,-2-6-2-16,9 6-1 0,-2-4-12 0,-1 0-15 15,4-2-12-15,3 0-12 0,0-2-23 0,-1 1-21 16,3-2-39-16,2 1-31 0,0-2-28 0,2 0-22 16,0-1-28-16,-6 1-129 0,6-3-398 0,1-1 176 15</inkml:trace>
  <inkml:trace contextRef="#ctx0" brushRef="#br0" timeOffset="48830.33">11856 10654 86 0,'3'-6'187'0,"-3"6"-11"16,0 0-9-16,3-7-8 0,-3 7-17 0,0 0-10 16,0 0 3-16,0 0 8 0,0 0 3 0,6 15 0 0,-4-6-6 15,-1 3-4-15,1 0 4 0,-2 0-14 16,2 7-16-16,-2-3-5 0,1-1-5 0,-2 2-14 16,-1-3-8-16,0 0-11 0,1 1-5 0,-1 0-4 0,2-1-10 15,0-2-30-15,-2-2-21 0,0 3-16 0,0-2-28 16,1-1-45-16,-1 1-51 0,2-1-38 15,0-1-47-15,-1-3-136 0,1-6-393 0,-1 11 173 16</inkml:trace>
  <inkml:trace contextRef="#ctx0" brushRef="#br0" timeOffset="49035.73">12138 10749 169 0,'0'0'185'0,"14"0"-10"16,-5-2-14-16,4 2-14 0,3-1-19 0,1 1-6 15,4 0-14-15,-1-1-11 0,0-2-13 0,3 3-21 16,-2 0-40-16,-2-2-33 0,-1 2-40 0,-5 2-43 16,-1-2-37-16,-5 0-67 0,-7 0-213 0,13 0 95 15</inkml:trace>
  <inkml:trace contextRef="#ctx0" brushRef="#br0" timeOffset="49230.21">12331 10619 153 0,'0'0'200'0,"0"0"-20"0,-3-7-17 0,3 7-18 16,0 0 8-16,0 0 5 0,0 0-4 0,0 0-9 15,0 27-3-15,-1-17-13 0,1 3-10 0,-2 2-11 16,1 2-8-16,1-1-10 0,-2 2-11 0,0-1-6 15,0-4-10-15,2 4-27 0,0-6-26 0,0 4-33 16,-2-2-43-16,2-1-66 0,2-1-48 0,-4 2-154 16,2-6-360-16,-2 0 159 0</inkml:trace>
  <inkml:trace contextRef="#ctx0" brushRef="#br0" timeOffset="49473.81">12663 10577 57 0,'0'0'244'15,"3"-6"-22"-15,-3 6 3 0,0 0-5 0,0 0-14 0,0 0-11 16,0 0-16-16,0 0-9 0,0 24-20 0,0-12-14 16,0-1-2-16,0 0-21 0,0 2-11 15,2 1-9-15,-4 3-7 0,2 1-11 0,0-2-8 16,0-5-7-16,0 0-18 0,0 0-18 0,0 2-23 0,2-1-29 15,-4 1-34-15,-1-4-44 0,1 1-33 0,0 0-35 16,0 0-29-16,0-1-146 0,-1-3-376 0,3-6 166 16</inkml:trace>
  <inkml:trace contextRef="#ctx0" brushRef="#br0" timeOffset="49816.34">12699 10560 88 0,'3'-6'190'0,"-3"6"-27"0,3-7-9 16,-3 7-10-16,0 0 11 0,11 2 4 0,-11-2-5 16,10 8-16-16,-5-1-11 0,4 0-15 0,-4 1-7 15,1 1-11-15,3-1-8 0,1 1-7 0,-2-2-11 16,1-1-1-16,1-1-8 0,1 1-7 0,-1-2-4 16,3-1-1-16,-3 0-7 0,1-5-4 0,1 2 0 15,-1-1-5-15,-2 0 5 0,3-2 1 0,-2 0 1 16,-1-2 0-16,3 0-1 0,-6-1 2 0,3 0 4 15,-3 2 3-15,0-2-1 0,-2 0-4 0,0 2-2 16,1-2 2-16,-1 0 6 0,-4 6 0 0,7-7-4 16,-5 3-5-16,-2 4-4 0,7-4-5 0,-7 4-8 15,0 0-5-15,0 0 2 0,0 0-2 0,7 11-2 16,-5-1-3-16,-4 5 1 0,2 1-1 0,-4 1-3 16,2 2-4-16,-3 6-20 0,-2-1-25 0,2-4-24 15,-1 3-29-15,-3 0-35 0,1-5-43 0,4 0-29 16,-2 0-30-16,1 0-158 0,-5-2-422 0,2 0 188 15</inkml:trace>
  <inkml:trace contextRef="#ctx0" brushRef="#br0" timeOffset="50106.21">11818 11133 188 0,'-11'3'192'0,"5"2"-3"16,4 0 5-16,2-5-9 0,0 0-5 15,18 12-10-15,9-8-12 0,9 1-15 0,27-3-6 16,35 0-14-16,4-6-9 0,2-1-12 0,-2 0-11 16,-1-2-10-16,1 2-4 0,-8-1-7 0,-31 2-4 0,-2-1-3 15,0 3-11-15,-8-2-10 0,-2 2-1 0,-13 3-5 16,0 0-6-16,-3-1-12 0,-4 2-17 0,3-2-15 15,-14 0-18-15,2 3-21 0,-8 0-27 16,-3 0-25-16,0 1-37 0,-4-2-20 0,-2 3-31 0,-1 0-134 16,-4-5-355-16,0 0 157 0</inkml:trace>
  <inkml:trace contextRef="#ctx0" brushRef="#br0" timeOffset="50519.63">11866 11515 193 0,'-4'-8'274'0,"4"8"-29"16,-3-9-25-16,3 9-23 0,0 0-7 16,0 0-6-16,0 0 8 0,0 0-9 0,-10 34-7 15,7-17-9-15,1 7-15 0,-8 0-11 0,4 2-6 16,-1 0-24-16,3 0-9 0,-5-1-8 0,4 1 1 16,1-7-8-16,2 0-9 0,-2 0-3 0,1-2-7 0,1-2 5 15,-1-1-20-15,2 0-2 0,-2-6-8 16,3 3-1-16,0-4-5 0,0-7 0 0,0 13 6 0,0-6-11 15,0-7-4-15,5 9 9 0,-1-4-9 0,0 0-6 16,5-2 1-16,5 0-15 0,-1-2-16 16,3 2-15-16,4-4-22 0,-2-1-28 0,3 0-26 15,-3 0-24-15,4-2-30 0,-5 1-30 0,4 0-33 0,-4-2-23 16,2 0-32-16,-1-1-144 0,-4 2-447 0,3-4 198 16</inkml:trace>
  <inkml:trace contextRef="#ctx0" brushRef="#br0" timeOffset="50800.63">12144 11765 20 0,'0'0'197'0,"12"-5"-9"16,-7 4-3-16,-5 1 4 0,13 0-8 0,-13 0-7 16,16 3-12-16,-7 0-8 0,0 3-8 0,0 0-2 15,0 3-6-15,-2 0-6 0,-1 0 4 0,-1 2-15 16,-2 0-8-16,-2 0-8 0,-2 0-8 0,-2 0-1 15,-2 1-4-15,0-1-7 0,-1 1-6 0,-1-2-5 16,3-3-4-16,-5 3-8 0,6-3-3 0,-1 0-12 16,1-2-2-16,-1 0-8 0,4-5-6 0,-4 8 0 15,4-8-4-15,-2 5-1 0,2-5-1 0,0 0-2 16,6 11-12-16,-1-8-16 0,3-2-24 0,2 1-23 16,3-2-26-16,5 0-38 0,0 0-48 0,2-6-51 15,3 3-57-15,-6 1-157 0,4-1-464 0,-1-2 205 16</inkml:trace>
  <inkml:trace contextRef="#ctx0" brushRef="#br0" timeOffset="51194.18">12441 11690 239 0,'0'0'245'0,"0"0"-9"0,0-9-21 16,0 9-21-16,0 0-14 0,0 0-14 0,0 0-16 15,5-6-16-15,3 4-12 0,4 0-10 0,5-4-11 16,4 5-11-16,0-1-11 0,8-2-5 0,-3 1-9 16,-3 2-17-16,-3 0-14 0,1-1-22 15,-3 1-17-15,-2 1-18 0,3 1-25 0,-5 1-35 0,-3-2-33 16,-2 0-30-16,-9 0-28 0,14-2-144 0,-14 2-343 15,6-1 153-15</inkml:trace>
  <inkml:trace contextRef="#ctx0" brushRef="#br0" timeOffset="51428.21">12630 11507 76 0,'-2'-6'208'0,"2"6"-9"0,0 0-15 0,0 0-20 15,0 0 5-15,0 0 1 0,0 0-11 0,0 0 9 16,-3 29 1-16,3-11-10 0,-1 1-6 0,0-1-21 16,-5 7-4-16,2 0-14 0,3-5-7 0,-4 3-13 15,1 3-5-15,2-7-9 0,-2 1-8 0,1-3-5 0,1 4-6 16,0-4-14-16,-2 3-26 0,4-3-22 16,0-2-23-16,0 2-39 0,0-5-45 0,-1 0-43 15,4-2-42-15,-1 0-45 0,-2-10-131 0,0 10-400 16,0-10 177-16</inkml:trace>
  <inkml:trace contextRef="#ctx0" brushRef="#br0" timeOffset="51717.25">12881 11555 23 0,'2'-5'243'0,"-2"5"-14"0,5-7-8 0,-5 7-15 16,0 0-19-16,3-7-21 0,-3 7 5 0,0 0-2 15,0 0 7-15,0 0-5 0,5 26-6 0,-4-16-17 16,-1 2-7-16,1 0-5 0,-1 5-4 0,-1 0-17 16,0-2-9-16,-2 2-7 0,3-1-7 0,-2 0-12 15,-1 1-8-15,1-5-8 0,-1 4-3 0,3-4-19 16,-2 1-29-16,0-1-29 0,0 5-26 0,0-5-37 15,0-2-38-15,-1-1-48 0,1-1-49 0,0 0-45 16,2-2-164-16,0-6-458 0,-4 8 203 0</inkml:trace>
  <inkml:trace contextRef="#ctx0" brushRef="#br0" timeOffset="52078.83">12888 11556 51 0,'0'0'185'16,"0"0"11"-16,0 0 2 0,8-2 1 0,-8 2-8 16,0 0-8-16,10 8-10 0,-10-8-19 0,7 9-9 15,0-5-16-15,-2 5-10 0,1-4-7 0,-2 0-10 16,5 1-7-16,1-2-7 0,1 1 0 0,0 0-4 0,3-2-1 16,-1 0-12-16,1-2-6 0,3-1-3 0,1-2-12 15,-2 0 7-15,2-1-15 0,-1-2-2 16,-5 1-1-16,1-1-4 0,-1-1 4 0,-1 1 4 15,-2-5-5-15,0 2-2 0,2-1 0 0,0-4-3 0,-1 1-1 16,-1 1 13-16,-3 4 10 0,1-2 24 16,-2 6 3-16,1-3-13 0,-3 1-8 0,-3 5-4 0,6-6-6 15,-6 6-14-15,4-4-1 0,-4 4 17 16,0 0 6-16,5 19 19 0,-5-3 6 0,0 0-4 0,0 3-2 16,0 0-9-16,-4 2-8 0,1 5-9 0,-1 1 2 15,0-1-3-15,1 2-12 0,-1-9-58 0,2 8-55 16,-1-8-58-16,-1 0-51 0,1 6-68 0,1-8-87 15,0-3-267-15,-2-1-654 0,1 0 289 0</inkml:trace>
  <inkml:trace contextRef="#ctx0" brushRef="#br0" timeOffset="55410.88">5978 9397 13 0,'-6'-15'123'16,"0"4"0"-16,1 1 3 0,0 1-11 0,3 0-14 15,-2 4-4-15,1-1-8 0,3 6-15 0,-4-8-8 16,4 8-5-16,0 0-4 0,0 0-4 0,0 0 5 0,0 0-9 16,10 26-4-16,-3-8-4 0,1 7-5 15,-1 1-3-15,-1 5-2 0,-1 4-1 0,5 12-2 16,-6 3 1-16,1 0-5 0,-4 4 1 0,-2 1-1 16,-2 4 2-16,2 24 2 0,-3-23-4 0,3 23 3 15,-3 1-5-15,0 0 2 0,3-25 0 0,1 27 1 0,1-5-6 16,3 0-4-16,-8 3 2 0,8-26-2 0,-5 27-2 15,-3-2-1-15,8-23-5 0,-4 23 4 16,0-23-7-16,2-2 4 0,1 0-5 0,6 22-1 0,-3-25-1 16,1-1-3-16,5 2 5 0,-1 1-1 15,-2 0 0-15,3-3-10 0,0 0-7 0,-3-4-17 0,2-3-5 16,-3-13-14-16,0 0-17 0,2-2-19 16,0-2-20-16,-1-3-11 0,1-1-109 0,-3-9-246 0,-1 0 110 15</inkml:trace>
  <inkml:trace contextRef="#ctx0" brushRef="#br0" timeOffset="56449.33">6004 9410 31 0,'63'-10'50'0,"33"-8"-1"0,4 0-2 15,2 0-2-15,7-2 0 0,3 3-1 0,5-4-4 16,5 4 0-16,1 4-1 0,1-3-5 0,-4 5-1 0,8 0-4 16,1-3-1-16,3 2-3 0,3 7 0 15,2 1-4-15,-3 1 4 0,8-4-8 0,-5 4-4 16,7-1 5-16,3 5-1 0,2-1 0 0,-3 5-3 16,6 0-6-16,0-1 7 0,4 3-3 0,3 0-1 0,-7-1-5 15,4 1 2-15,-2 2-1 0,5-1-2 16,-2 1-1-16,-1 1 0 0,-7 0 0 0,1-1-6 0,-7 4 9 15,4-1-6-15,-4 1 2 0,-3 0-5 16,-4-3-2-16,-4 5 4 0,-2-2-1 0,-4 0-1 0,-5 1 8 16,3 1-5-16,-5 1 1 0,0 1-2 0,-12-1-4 15,4-1 2-15,-1 2 2 0,-2-1 3 0,0 2-5 16,-1-1 0-16,-3 0-3 0,-1-1 6 0,-6 3-1 16,-5 0-2-16,2 0 8 0,-6-1 1 0,-27-3-1 15,29 8-11-15,-28-6 13 0,1 2-5 0,-4 0 2 16,-1 1-6-16,-2 3-1 0,-2-1 5 0,-4 2-9 15,-2 0 9-15,-5 3-3 0,0 5 4 0,-3-1 3 16,1 2-4-16,-3 1 11 0,-4 2-4 0,1 1-3 16,-5 1-8-16,-1 2 13 0,-2 2-2 0,0-1 4 15,-2 2-4-15,-1 0-1 0,-1 3 15 0,1-3-15 16,-5 3-1-16,-1-1-2 0,0 2 5 0,-3-2-2 16,1 6 8-16,0-2 1 0,-3 4-8 0,-2 0 7 15,-2 2-1-15,5 1-1 0,-5 1 4 0,0-1-3 16,0 1 5-16,-4 0-18 0,-1-1 2 0,-2 1 3 15,-2-1 0-15,0-1 0 0,-3 4-6 0,-1 0 3 16,0 22 4-16,0-26-1 0,-2-1-1 0,-2 0 0 16,3 1-1-16,-2-4-9 0,-4 1 6 0,0-1 3 15,0-3-3-15,-5-2 10 0,1 2-7 0,-1-1-9 16,-1-1 9-16,0 0-8 0,-4-4-6 0,4-12 12 16,-8 10 4-16,2-10 1 0,0 0-3 0,-10 8-6 15,0-4 3-15,-6-3-1 0,-5 0 8 0,-5-7-9 16,-1 1-6-16,-3-1 8 0,-4-3 3 0,-2-1-1 15,-28 3-1-15,22-11 3 0,-27 7-9 0,0-6 2 16,-3-4 0-16,-5-3 0 0,-7 0-8 0,-4 0 13 0,-2-2-3 16,-6-2-10-16,-7 0 14 0,3 2-10 0,-9-2 2 15,-6 0 10-15,-9-3-3 0,0 4 8 16,-8-3 2-16,3 3-2 0,-5-1 11 0,-6-1 0 16,-1 3-6-16,0-4 0 0,-1 2-5 0,-4-3 6 0,1 2 2 15,1 2-5-15,1-2-8 0,0-1-2 16,-3-3 9-16,4 0-6 0,-2 1 2 0,3 0-8 0,2-4 2 15,2-4-1-15,2 1 3 0,-1-4-7 0,2-2 5 16,5 1-3-16,5-2-6 0,1-1 6 0,4-2 1 16,6 3-1-16,0-4 3 0,4 1-5 0,6 1 2 15,2 0-3-15,5 4-3 0,3-2 7 0,1 2-6 16,7 1-1-16,4 0 3 0,3 3-6 0,7 0 0 16,28 5-10-16,-26-2 8 0,28 5-5 0,0-1 0 15,3 2-9-15,-1-1-1 0,7 0-10 0,17 1-14 16,1 1-9-16,5-3-17 0,3 1-33 0,11 0-87 15,-3 1-211-15,10-2 94 0</inkml:trace>
  <inkml:trace contextRef="#ctx0" brushRef="#br0" timeOffset="-125368.21">17778 2588 62 0,'-7'-7'60'16,"7"7"-8"-16,0 0-4 0,0 0-3 0,0 0-12 15,0 0 4-15,0 0-14 0,0 0 11 0,-4 30-5 16,4-20 4-16,2 6-1 0,-6 0 6 0,4 3-13 16,0 1 1-16,-4 5 10 0,4 1 5 15,-1 0-5-15,-2 2-3 0,3 2 6 0,0 2-10 16,-1 0-1-16,2 4 5 0,0-1 1 0,1 11-11 15,-1-1 4-15,0-10 2 0,7 15 7 0,-4-1-1 16,0 0-2-16,2-2-4 0,1 3 5 0,-3 1-4 16,4-3 0-16,-4 1-4 0,0-1-5 0,3 6 7 15,-2-1-3-15,-1 2 3 0,3-1 2 0,-1 5-3 16,-2-1 1-16,6 24-6 0,-5-27-1 0,0 3 1 16,1 2-2-16,-1 0-2 0,6 20 7 0,-3-23-14 15,-3 0 4-15,3 3 2 0,6 20 0 0,-8-22 0 16,8 23-2-16,-2-25 1 0,-1 24-7 0,1-20 7 15,-3-2-4-15,6 21 2 0,-8-22-3 0,3 23 2 16,-3-22-6-16,5 21 4 0,-5 4 0 0,0 0 1 16,-3-24 3-16,-3 26-11 0,-2-4 4 0,1-1-6 15,-2-21 11-15,2 22-4 0,-2 4 5 0,0-4 1 16,6 3 5-16,-2-24-5 0,2 31 2 0,2-5-5 16,0-1 7-16,3-1 2 0,-1 1 0 0,-1-5-2 15,0 7 1-15,1 1 3 0,-1 1 6 0,-3-2 1 16,2 5-5-16,-4-2 4 0,-2-2-7 0,-2-1-1 15,4 2 4-15,-5 4 1 0,1 1-2 16,-1 0 3-16,2 2-3 0,-4-2-1 0,5-3 4 0,-5 3 3 16,-1 3-5-16,2 6 4 0,2 1-4 0,-3 0 3 15,0 6-7-15,-2-2-1 0,0 1-1 0,-1 1-1 16,-2-2 5-16,5 3-1 0,-8 4 0 0,2-4 3 16,-1-1-9-16,-2 0 2 0,4-4 5 0,-3 13-1 15,-4-1-2-15,6 1-1 0,-4 0 1 0,-2-4 2 16,-1-4-4-16,6 6 2 0,-5-2 6 0,5 1-2 15,-2-1-1-15,2 2 1 0,6 1-1 16,-10-2 0-16,5 5 1 0,1 3-4 0,-1 2 0 0,3-5-4 16,-4 0 0-16,7-3-1 0,2 7 1 0,-3-4-3 15,1-2-1-15,0-2 1 0,4-4-1 0,-4-4-2 16,0 3-3-16,3-2 4 0,-4 3 2 16,5-3-6-16,-1 0 2 0,-1-1-2 0,1-6-3 15,-3-1 0-15,4 1-2 0,-11-6 2 0,0 1 0 16,-5-4-1-16,4 1-1 0,-1-9-7 0,-6-2 0 15,2-27-6-15,-5 22-7 0,2-21-7 0,-2 22-3 0,8-26-7 16,2-1-18-16,-5 1-20 0,-1 2-14 0,1-4-23 16,4 1-17-16,-2-3-22 0,4-3-17 15,3-12-25-15,-2 0-174 0,2-1-394 0,4-6 175 16</inkml:trace>
  <inkml:trace contextRef="#ctx0" brushRef="#br0" timeOffset="-123837.21">18808 2996 20 0,'3'-25'148'15,"0"7"0"-15,0-2-13 0,-2 1-6 0,3 2 19 16,-4 5 4-16,0 0-8 0,0 1-6 0,-2 1-14 16,2 3-11-16,0 7-11 0,0-11-12 0,0 11-9 15,0 0-11-15,0 0-8 0,0 0-3 0,0 0-5 16,-15 23-7-16,4 2-6 0,-2 5 0 0,-4 3 1 16,-5 14-7-16,2-1-4 0,0 3 0 15,4-1-3-15,1 0 1 0,-1-1-4 0,5 0 0 0,5-13-4 16,-5 11 0-16,6-12-4 0,5-1 0 0,0-1 0 15,0-5 2-15,0 1-5 0,3-8-3 16,-1-1 1-16,2-5-2 0,0 2-4 0,1-6 2 0,0 1 0 16,4-3 3-16,-1 0-1 0,4-4 3 15,1-2-5-15,5-1 5 0,3-5-1 0,8-6 1 16,-2-3-3-16,1-4 10 0,0-5-5 0,-2-3 2 16,10-10-4-16,-1-1-3 0,-4-8-2 0,-2-1-1 0,-1-2 3 15,-2-4-9-15,-3 1 1 0,-2-3-3 0,-2 1-4 16,-4 2 2-16,-5 1-6 0,-3-1 2 15,-6 6-5-15,-4 10-2 0,-3 2-19 0,-4 1-2 16,-4 4 2-16,-5 4 7 0,-2 4-2 0,-1 3 6 16,-5 4 2-16,-1 5 8 0,0 4-8 0,-1 4 2 15,-4 4-1-15,-2 4 9 0,2 4-3 0,1 4 4 16,0 0-5-16,0 3 5 0,8 2-1 0,5 0 3 16,2 0 1-16,4 1-2 0,7-4 1 0,5 1 0 15,3-2 2-15,6 6 2 0,6 1 0 0,4 2-6 16,4-3 3-16,2-3 4 0,3 1-4 0,1 0 4 15,0 0-2-15,1 1-1 0,-1-3 6 0,-1 2-6 16,-2-1 8-16,-4 2-5 0,-3-1 0 0,0-2-1 16,-4 4 0-16,-6-5 6 0,-1-1-6 0,-3 2-4 15,0 1 0-15,-4-1-10 0,-2 0-13 0,-1 1-21 16,-4 5-20-16,2-9-36 0,-1 2-18 0,-2-1-8 16,1 0-21-16,-1-3-95 0,3-3-269 0,0-3 119 15</inkml:trace>
  <inkml:trace contextRef="#ctx0" brushRef="#br0" timeOffset="-123682.02">19505 3168 3 0,'7'-6'144'0,"-7"6"-18"0,0 0-11 0,9-3-15 15,-9 3-13-15,0 0-22 0,0 0-25 0,0 0-45 16,0 0-44-16,-21 41-56 0,7-21-113 0,-4 3 50 0</inkml:trace>
  <inkml:trace contextRef="#ctx0" brushRef="#br0" timeOffset="-123516.42">18839 3655 47 0,'0'0'238'16,"-10"0"-28"-16,10 0-24 0,0 0-14 0,0 0-23 15,0 0-13-15,0 0-27 0,0 0-34 0,0 0-44 0,48 1-47 16,-22 2-50-16,4-1-54 0,-10 2-73 16,10-6-207-16,-1-1 92 0</inkml:trace>
  <inkml:trace contextRef="#ctx0" brushRef="#br0" timeOffset="-120151.13">20238 3103 103 0,'-7'14'102'0,"1"3"-3"0,-3-2-10 0,-1 7-8 16,1-4 6-16,-4 7-14 0,4-3-3 15,1-3 20-15,-3 4-5 0,3-6-8 0,2-1-1 0,-1 1-8 16,2-2-8-16,0-3-6 0,0-1-5 0,1 1-4 15,2-3 1-15,-2 0-11 0,3-1 5 0,-2-1 6 16,3-7-5-16,-3 9 8 0,3-9 5 0,-2 5 14 16,2-5 8-16,0 0 8 0,0 0-7 15,0 0-1-15,0 0-14 0,0 0-7 0,0 0-4 16,5-33-9-16,1 14-4 0,1 1-4 0,2-10-2 16,1-1-2-16,3 0-8 0,-2-2 2 0,2 0-7 0,1 0 0 15,-2-2-3-15,11-7 1 0,-9 7-2 0,-2 6 0 16,-4-1-3-16,5 4-3 0,-5 5-2 0,0 2 4 15,0 3-3-15,-1 3 0 0,-2 1-2 16,1 4 9-16,-1-2-10 0,0 4 0 0,2 0-4 16,-2 1-1-16,-5 3-1 0,0 0 0 0,15 6-1 15,-6 0 1-15,-1 4-3 0,2 4 5 0,-2 3-1 0,-1 1-3 16,0 11 4-16,0-3 1 0,0 2 4 16,0-2 2-16,-1 3 7 0,-1-1-3 0,0 0-4 15,-1-9 0-15,-1 6 4 0,0-8 2 0,3 8 6 16,-3-7-11-16,1-1-18 0,0-2-18 0,-1 2-18 15,-1-5-27-15,-1-1-38 0,3-1-51 0,-2-1-36 16,0 1-130-16,-1-6-356 0,-1-4 158 0</inkml:trace>
  <inkml:trace contextRef="#ctx0" brushRef="#br0" timeOffset="-119984.43">20233 3189 59 0,'0'0'140'0,"0"0"-7"0,0 0-12 16,0 0-4-16,0 0-15 0,38 4-4 0,-11-4-15 15,7 0-27-15,17 0-24 0,2-2-62 0,2 2-123 16,2 1-164-16,-1-5 74 0</inkml:trace>
  <inkml:trace contextRef="#ctx0" brushRef="#br0" timeOffset="-118216.16">22750 2887 47 0,'0'0'15'16,"0"0"-26"-16,0 0-11 0,0 0 5 0</inkml:trace>
  <inkml:trace contextRef="#ctx0" brushRef="#br0" timeOffset="-116803.4">23897 3421 81 0,'0'0'178'0,"0"0"-40"0,5-4-37 0,-5 4-44 0,0 0-56 16,0 0-43-16,0 0-44 0,0 0-93 15,0 0 41-15</inkml:trace>
  <inkml:trace contextRef="#ctx0" brushRef="#br0" timeOffset="-54334.11">21293 3068 61 0,'0'0'109'15,"0"-9"4"-15,0 9-8 0,0 0-10 0,0 0-4 0,0 0 2 16,0 0-3-16,0 0-10 0,-5-10-1 0,5 10-13 15,0 0-1-15,0 0-10 0,-9-5 0 0,9 5-5 16,-10-3-9-16,2 0-4 0,8 3 0 0,-12-1-6 16,4 0-5-16,-3 3 13 0,0-1-8 15,1-2 1-15,-1 2-7 0,0 2 2 0,0-1-3 16,-1 0 0-16,2 1 8 0,-3 3-3 0,0-4-5 0,2 3 4 16,-2-1-7-16,3 2 2 0,0 1-7 0,0-1 5 15,2 4 3-15,-2 2 7 0,-2 2 0 16,1 2 22-16,2-1-5 0,0-1 0 0,2 2 0 15,3 0-3-15,-1 0 1 0,1-2-5 0,-1 1 0 16,4-2-5-16,1 0 3 0,-2 3 3 0,4-3-1 0,3 3 6 16,-1-3-3-16,0-2 1 0,2 0-1 0,6 3-4 15,-6-5-5-15,4-1-4 0,6 0-7 0,-2 0-3 16,-3-3-13-16,2-1-8 0,4 1-8 16,1 0-14-16,-6-3-10 0,2 1-5 0,1-2-16 15,2-2-15-15,0 1-12 0,-4-1-11 0,4-3-11 16,-4 2-1-16,0-5-6 0,4 3-12 0,-6-2 4 15,2-1 12-15,-1 0-1 0,1-2 12 0,0-1-1 0,-2-2 13 16,-4 3 9-16,5-5 6 0,-3 5 5 16,-1-2 11-16,0 1 12 0,0 0 19 0,0 0 6 0,-2-1 11 15,-1 3 12-15,0-2 14 0,-2 4 10 16,-1-1 10-16,1 0 4 0,-2 1-3 0,-1 6 4 16,3-9 5-16,-3 9 2 0,4-9-5 0,-4 9-1 15,0 0-7-15,2-7-8 0,-2 7-5 0,0 0 0 0,0 0 5 16,0 0 10-16,0 0-2 0,0 0 9 0,0 0-3 15,-2 27 1-15,0-18 9 0,1 2-4 16,1-3 1-16,0 1-6 0,-1 2 5 0,2-1-3 16,2-1 1-16,-2 0-3 0,2 0-5 0,0 0-4 15,4-1 2-15,-2-3-7 0,1 4-3 0,5-4-1 16,0-2-1-16,1 4-2 0,-1-3-7 0,2-1 3 0,0-1-6 16,1-1 3-16,2-1-4 0,-2-1-2 15,-2-1 0-15,1-1 1 0,-2-1-4 0,-1-1 2 16,-2-2-1-16,2-1-7 0,-3-1-2 0,0-1-1 15,-2 0 0-15,-2-1 0 0,1-6-5 0,-4 5 1 16,-3-5-4-16,-2 1 0 0,-1 1-7 0,-3 1 0 16,0 4-1-16,-3 0 0 0,2 3-1 0,-1-1-7 15,-2 3-3-15,-3 2-6 0,-1 3-6 0,-1 0-11 16,1 3-9-16,3 1-14 0,1 0-29 0,2 1-30 16,2-1-39-16,1 3-29 0,0 2-101 0,3-2-323 15,3-2 144-15</inkml:trace>
  <inkml:trace contextRef="#ctx0" brushRef="#br0" timeOffset="-54047.67">21827 2948 81 0,'0'0'236'15,"0"-12"-10"-15,0 12-15 0,2-11-17 0,-2 11-23 16,0 0-18-16,-2-8-20 0,2 8-15 0,0 0-17 16,0 0-9-16,0 0-9 0,0 0-10 0,0 0-4 15,9 39-9-15,-5-22-2 0,-2 8-4 0,0 1-10 16,1-1 0-16,-2 3-4 0,0-2-3 0,-1 1-3 16,4-2-4-16,-5-6-1 0,2 5-4 0,-2 1-9 15,1-7-12-15,0 1-16 0,1 0-30 0,-1 0-35 16,0-2-35-16,3-2-45 0,-2-1-32 15,1-2-116-15,-3 0-330 0,1 0 146 0</inkml:trace>
  <inkml:trace contextRef="#ctx0" brushRef="#br0" timeOffset="-53711.76">22063 2950 147 0,'2'-16'193'0,"1"12"-2"0,-3 4-7 16,0-11-11-16,0 11-16 0,0-8-15 0,0 8-20 16,0 0-15-16,0 0-13 0,0 0-8 0,0 0-10 15,0 0-10-15,0 0-3 0,0 46-2 0,-3-19 5 16,3 4 2-16,-1 0-7 0,-2 2 1 0,2-1-5 15,-1 0 2-15,0 0-5 0,-2-3-1 0,3-2-7 16,-1 1 0-16,-1-9-3 0,4 8-6 0,-3-2-6 16,2-2-1-16,-4-4 2 0,4-2-7 0,-1-1-5 15,1 0-14-15,0-3-16 0,0 0-24 0,0-1-28 16,0 2-19-16,0-14-23 0,-3 22-32 0,2-12-32 16,-2-1-22-16,1 1-123 0,2-10-337 0,-8 13 149 15</inkml:trace>
  <inkml:trace contextRef="#ctx0" brushRef="#br0" timeOffset="-53442.27">22038 3140 53 0,'11'-8'136'0,"3"-3"2"0,2 4-7 16,1 0-4-16,0 2-9 0,-6 2-13 0,3 2-12 15,-2 2-6-15,0 3-10 0,-1-1-7 0,-1 5-1 16,-1-1-6-16,-3 2 9 0,-1-1-17 0,-2 1-2 16,-2 3-7-16,-3-1-3 0,2-11-5 0,-7 27 4 15,-1-17 1-15,-3 6-3 0,-1-5-3 0,-1 2-8 16,-2-3 2-16,0 2-4 0,0-3-12 16,2-2-13-16,4-1-15 0,-3-2-11 0,1 1-31 15,3-3-18-15,8-2-36 0,-14 5-24 0,5-4-107 0,9-1-258 16,-16 2 115-16</inkml:trace>
  <inkml:trace contextRef="#ctx0" brushRef="#br0" timeOffset="-53124.68">22190 3336 19 0,'9'-6'165'0,"2"3"-3"0,0-1-10 16,-2-2-5-16,0 3-15 0,1-3-11 0,0 0-7 0,1-1-8 15,-2 1 0-15,1-1-4 0,-2-1-9 0,-1 0-6 16,1-1-5-16,-2 0 2 0,1-1-9 16,-2 1 4-16,-3 0 6 0,1 3 5 0,1-3-11 15,-2 2-7-15,-2 7-6 0,4-11-7 0,-4 11-6 16,1-8-7-16,-1 8-7 0,0 0-3 0,3-8-9 16,-3 8-2-16,0 0-5 0,0 0-2 0,0 0-3 15,0 0 6-15,-11 18-1 0,7-9-2 0,-2 0-2 16,1 1 4-16,3 2-7 0,-2-2 0 0,3 0 2 15,-1 1-2-15,0 1-2 0,2-2-1 0,4 0 2 16,-1-1-14-16,3 0-19 0,-1 0-26 0,1-1-36 16,3 1-32-16,3-4-35 0,-1 0-46 0,3-2-158 15,-5 0-384-15,4-2 170 0</inkml:trace>
  <inkml:trace contextRef="#ctx0" brushRef="#br0" timeOffset="-52969.56">22477 3006 30 0,'0'0'32'0,"0"0"-20"0,0 0-25 0,0 0-13 16,-8 22 6-16</inkml:trace>
  <inkml:trace contextRef="#ctx0" brushRef="#br0" timeOffset="-52743.27">22565 2966 17 0,'2'-9'195'16,"-2"9"-8"-16,2-4-8 0,-2 4-20 0,0 0-17 16,0 0-19-16,0 0-9 0,0 0-3 0,0 0-2 15,6 22 0-15,-7-3 3 0,1 8-5 0,-1 1 0 0,1 2-9 16,-4 0-5-16,1-1-8 0,1 2-5 15,-1-2-8-15,-2-2-9 0,4 1-4 0,-4 0-5 16,1-2-3-16,-3-3-5 0,5-2-19 0,0-2-32 16,1-2-25-16,1 1-36 0,-2-6-46 0,2 1-52 15,-2-2-39-15,1 0-118 0,1-11-346 0,-6 12 154 16</inkml:trace>
  <inkml:trace contextRef="#ctx0" brushRef="#br0" timeOffset="-52589.92">22491 3259 93 0,'4'-10'157'15,"-4"10"-19"-15,10-6-12 0,-10 6-23 0,15-6-3 16,-3 3-39-16,-1-1-27 0,7-2-38 0,-1 3-43 16,-1 1-81-16,-2 0-136 0,4-3 60 0</inkml:trace>
  <inkml:trace contextRef="#ctx0" brushRef="#br0" timeOffset="-52373.82">22771 3015 75 0,'0'0'163'0,"2"-8"-9"0,-2 8-2 16,0 0 4-16,0 0 2 0,0 0-3 0,3 29-7 0,-3-12 2 15,-3 8-5-15,1 1-6 0,1 2-8 0,-2-1-8 16,-5-1-9-16,3 1-11 0,2 0-9 0,1-2-11 15,-4 0-4-15,2-1-9 0,3-5-7 0,-2 0-5 16,-2-1-27-16,2-2-24 0,3 1-27 16,-2-4-39-16,0 0-41 0,5-2-54 0,-3-1-52 15,0-10-130-15,-4 21-363 0,4-21 161 0</inkml:trace>
  <inkml:trace contextRef="#ctx0" brushRef="#br0" timeOffset="-52226.27">22706 3287 129 0,'11'-8'132'0,"-2"6"-12"15,1-2-11-15,3 1-24 0,-3-2-35 0,9-1-42 16,-2 0-47-16,1 3-60 0,0-4-108 0,3 0 48 16</inkml:trace>
  <inkml:trace contextRef="#ctx0" brushRef="#br0" timeOffset="-52035.41">23049 2946 1340 0,'7'-9'147'0,"-7"9"-49"0,2-10-30 15,-1 4-12-15,-1 6-12 0,2-7 7 0,-2 7 0 16,2-8 9-16,-2 8-6 0,0 0 3 0,4-5-4 16,-4 5-6-16,0 0-6 0,0 0-8 0,0 0 0 15,0 0-8-15,0 0-1 0,0 0 0 0,1 19-4 16,-1-19-4-16,3 28-26 0,-2-11-46 0,-1 9-28 15,0-7-51-15,0 7-45 0,-4 4-134 0,-1 1-338 16,-1-1 150-16</inkml:trace>
  <inkml:trace contextRef="#ctx0" brushRef="#br0" timeOffset="-51685.28">23031 3395 67 0,'9'-10'216'0,"4"-2"8"0,-1-2-9 15,-2 1-8-15,3-3-17 0,2-4-14 0,1 1-19 16,1-1-8-16,0-2-14 0,-2 1-13 16,3-2-12-16,-3 3-14 0,2-3-9 0,-3 2-7 15,-4 5-5-15,0 5-11 0,-3-1-5 0,-2 1-6 16,1 2-4-16,-1 0 1 0,-5 9-7 0,4-10-8 16,-2 8-1-16,-2 2-15 0,0 0-8 0,0 0-2 0,0 0-4 15,0 0 1-15,0 0-2 0,-17 17-1 16,8-8-1-16,1 1-6 0,1 0-15 0,0 2 1 0,2-1-2 15,1-1 0-15,2 2 3 0,1 1-2 16,-1 0 2-16,5-2 2 0,-2 0-4 0,2 0 2 16,3 3 1-16,0 0 0 0,-2-3 5 0,0 1 0 15,1 0-1-15,0-1 1 0,-1 2-4 0,-1-1-1 0,-1-1-3 16,2 1 8-16,-3 1-15 0,-1-2-4 0,-1 1 5 16,-3 1-12-16,1-3-8 0,-1 0-20 15,-2 1-16-15,1-3-22 0,-1-1-29 0,-3 2-24 16,0-4-133-16,0 2-311 0,-4-1 138 0</inkml:trace>
  <inkml:trace contextRef="#ctx0" brushRef="#br0" timeOffset="-38750.82">23963 3130 80 0,'0'0'149'0,"0"0"-1"0,-1-10 4 15,1 10-6-15,0 0-3 0,0 0-9 16,-4-9-4-16,4 9-10 0,0 0-9 0,0 0-14 16,0 0-7-16,0 0-12 0,0 0-7 0,0 0-11 0,-4-5-4 15,4 5-5-15,0 0-6 0,0 0-6 16,0 0-5-16,0 0 3 0,0 0-10 0,0 0 0 15,-13 15-2-15,10-8 0 0,-4 0-5 0,2 4-1 0,-1 0-5 16,-6 2 0-16,4 2-1 0,1 0 2 16,-1 2-3-16,1-3 3 0,-1 2-2 0,1 2 4 15,0-1 0-15,-2 1-3 0,4 1 3 0,-2-1-4 0,5-2 1 16,-2-1-3-16,1 1-1 0,2-3 4 16,1 1-3-16,1-4 1 0,1 3-2 0,0-5 1 15,2 2-2-15,1-2-2 0,0 1 2 0,0-3-1 16,3-3-1-16,1 2 4 0,0-1-2 0,4-2 0 15,-2 1-4-15,1-4 6 0,2-1-4 0,-3 0 1 16,7-3 0-16,-6 1 3 0,0-1 1 0,-1 0 0 16,-1-3 3-16,0 0 2 0,-1-1 1 0,0 0 0 15,-1-5 10-15,-2 3 1 0,0-4-1 0,-3-1 0 16,1-1-4-16,-3-7-4 0,-2 4 0 0,0-6-2 16,-2 8-7-16,-1-2 4 0,0 1-4 0,-5-6-3 15,4 7 1-15,-1 0-2 0,-1 2-5 0,1 0 3 16,-2 7 0-16,3-2-3 0,-1 3-4 0,2 1-1 15,-1 0-8-15,1 2-14 0,4 5-16 0,-7-9-17 16,1 8-6-16,6 1-10 0,0 0-17 0,-18 10-23 16,11-2-14-16,-2 1-23 0,-1 8-24 0,-6 6-147 15,3 1-347-15,1-1 154 0</inkml:trace>
  <inkml:trace contextRef="#ctx0" brushRef="#br0" timeOffset="-38319.53">24005 3495 177 0,'10'-8'201'15,"-1"-1"-11"-15,3-3-9 0,2-2-13 0,-2 0-8 16,1-3-12-16,0 3-16 0,6-9-7 0,1 2-12 16,-1-3-9-16,-1 4-13 0,-1-3-3 0,-1-1-12 15,-1 0-4-15,-1 0-10 0,-3 7-1 0,3-5-1 16,-7 5 0-16,0 1-5 0,0 2 0 0,-3 3-2 15,0 3-3-15,1 0-2 0,-4 1-6 0,2 2-1 16,-3 5-12-16,2-7-2 0,-2 7-5 0,2-7 3 16,-2 7-15-16,0 0 1 0,0 0-5 0,0 0-3 15,0 0-3-15,0 0-6 0,0 0 3 0,-19 16-3 16,16-10 0-16,-2 0-11 0,1 1-4 0,0 0 5 16,2 4 0-16,0-3 2 0,2 2 0 0,-2-4-5 15,6 6-3-15,-1-3 2 0,0 1 2 16,1 1 1-16,2-1 7 0,2-1-3 0,1 2 10 0,2 2-10 15,0 2-4-15,-1-2 7 0,-4-1 4 0,6 3-5 16,-1 0-1-16,-4-2-3 0,0 3 6 16,-3-6-4-16,0 2-7 0,-2 0-4 0,-2-1 6 15,0 0 3-15,-3 0 1 0,0-1 2 0,-1 0 0 0,1-1-4 16,-5-2-5-16,-1 1 0 0,1-2-10 16,1-1 1-16,-2 0-20 0,1-3-13 0,0 1-19 15,2-2-33-15,-3 1-37 0,9-2-133 0,-17-5-307 0,10 3 137 16</inkml:trace>
  <inkml:trace contextRef="#ctx0" brushRef="#br0" timeOffset="-37395.92">24646 3151 45 0,'2'-8'195'0,"-2"8"-13"0,0-6-9 16,0 6-14-16,0 0-15 0,0 0-6 0,0 0-5 15,0 0-7-15,-29 14-11 0,18-3-9 0,0 2-8 16,-2 1-8-16,3 2-6 0,1-1-3 0,0 1-9 16,3 0-5-16,-1-1-7 0,2-3-9 0,3 4-2 15,0-4-4-15,2 0-7 0,2-1-2 0,1 1-2 16,1-3-4-16,0 0 1 0,5 0-5 0,0-1-2 16,-1-1 2-16,3-2-4 0,7 1 1 0,-4-5-6 15,5 2 3-15,-2-1-4 0,1-2-3 0,0-3 0 16,-2 0 1-16,2-3-1 0,-2 1 1 0,-1-2-4 15,-3-1 3-15,0-2-3 0,-3 2-1 0,1-5-1 16,-1 2-3-16,1-5 5 0,-4 1-3 0,1 1-3 16,-4-2 4-16,-1 3-1 0,1-3 2 0,1 3 5 15,-2 1 5-15,-2 0-2 0,0 1 2 0,0 4-3 16,0-2-1-16,0 9-5 0,0-13-2 0,0 13-3 16,0 0-2-16,0-8-4 0,0 8-2 0,0 0-1 15,0 0 0-15,0 0-1 0,0 0 4 0,0 0 2 16,-10 27-4-16,6-11 3 0,2 0 0 0,-1 0-1 15,2-1 6-15,0 2-3 0,-2 1 1 0,3-4 0 16,0 3 2-16,1-5-2 0,2 4 1 0,1-6-2 16,0 0 1-16,1 0 2 0,2-2 2 15,0 0-1-15,3-3 2 0,1 3-2 0,1-5-1 0,1 1 0 16,5-2 0-16,1 0 1 0,-6-2 1 0,6-2-3 16,-3 0 1-16,-2-2 4 0,-2-2-4 0,3-1 0 15,3 0 3-15,-7-5-3 0,1-1 0 0,1 1-1 16,-1-2-2-16,-5-3 0 0,-1-2 1 15,0-5 2-15,-2 5-2 0,-1-6 1 0,1-1-2 0,-1-1-3 16,-1 0 1-16,-3-1 0 0,2 0 3 16,-1 2-4-16,-1 7 4 0,0 2-5 0,2 2 4 0,-2 3-1 15,2 2 6-15,-1 4-4 0,1-2-3 0,-1 8 0 16,-1-10 0-16,1 10-7 0,0 0 3 16,0 0-2-16,0 0-2 0,0 0 1 0,0 0-2 15,1 34 4-15,-1-5 0 0,0 0 0 0,-1-3 3 16,0 5 1-16,-2-4-1 0,2 2 4 0,1-3-1 15,-3-7 4-15,3 1-2 0,3-1 2 0,-1-2-1 16,2-2 2-16,1 2-2 0,0-2-1 0,1-4 2 0,1 4 2 16,0-6 3-16,0-1-2 0,2-2 1 0,2 1-3 15,0-2 1-15,2-1 2 0,3-4-3 0,1 0 2 16,-2-3-2-16,5-2 2 0,-9 0 1 16,4-1-2-16,-1-1 0 0,-1-3 2 0,-1-3-3 15,-1-1 0-15,-3-2 2 0,3-6-5 0,0-6-2 16,-9 4 0-16,6-3 1 0,-6 3-1 0,6-3-1 0,-8 1 0 15,-3-1-1-15,2 8 0 0,-3-1-1 16,4 3 1-16,-2 5 0 0,2 3-3 0,0-1 0 16,0 10-6-16,0-10 4 0,0 10-4 0,-2-10-1 15,2 10-2-15,0 0 3 0,0 0 0 0,-7 22 1 16,5-5 3-16,0 2 1 0,0 10-1 0,-3-2 3 16,4 2 1-16,0-3-1 0,0-1 0 0,1 0 0 15,-1-6 3-15,1 0-2 0,0 0 1 0,1-2 3 16,1 0-1-16,4 2 2 0,-4-3-20 0,2-1-16 15,0-3-27-15,1-2-30 0,-3 1-31 0,6 0-33 16,-2-3-36-16,-1 0-26 0,1 0-139 0,-2-3-382 16,-4-5 169-16</inkml:trace>
  <inkml:trace contextRef="#ctx0" brushRef="#br0" timeOffset="-37001.15">25716 3277 45 0,'6'-11'255'0,"-2"1"-12"15,-1 1-6-15,0 1-4 0,-1 3-13 0,-2 5-4 16,0-13-13-16,0 13-18 0,-6-7-29 0,6 7-18 16,-8-3-17-16,8 3-14 0,-13 3-8 0,3 0-9 15,-5 8-10-15,-2-1-5 0,3 4-10 0,-1-2-6 16,2 1-4-16,2 1-3 0,-2 0-9 16,4 0-3-16,2-3-12 0,3-2 7 0,-2 1-7 15,4 1-2-15,0-3-1 0,0 1-4 0,2-9-2 0,2 12 1 16,0-4 1-16,2-3-9 0,2-1-3 0,-6-4-7 15,9 7 3-15,-3-6-4 0,-6-1 3 0,14-1-11 16,-14 1 13-16,14-8-7 0,-6 5-5 0,1-3 9 16,0-3-3-16,-4 1 0 0,3-1-5 15,0-2 4-15,-2 1-1 0,1-5 2 0,-5 4 0 16,4-5-3-16,-1 1 4 0,0 6-2 0,-5 3 9 16,3-1-3-16,-1 2-6 0,-2 5 2 0,4-10-2 0,-4 10-1 15,0 0-5-15,2-6-1 0,-2 6 2 0,0 0 3 16,0 0 0-16,3 21-2 0,-3-13 5 15,-1 3-4-15,4 1 2 0,-1 4 2 0,-2-1-4 16,4 2-15-16,-2-5-31 0,1 4-25 0,2-6-30 16,-1 6-38-16,3-4-42 0,-1-3-50 0,-2 2-168 15,1-5-435-15,3 0 193 0</inkml:trace>
  <inkml:trace contextRef="#ctx0" brushRef="#br0" timeOffset="-36747.24">25933 3070 281 0,'2'-5'266'15,"-2"5"-24"-15,0-12-23 0,0 12-28 0,0 0-24 16,-2-9-22-16,2 9-17 0,0 0-15 0,0 0-12 16,0 0-11-16,3 33-9 0,-1-14-5 0,0 6-6 15,-2 1-5-15,2 0-9 0,-2-1-5 0,2 0-3 16,-4 0 8-16,0 1 15 0,2-2-9 0,-4 3-5 15,3-6-6-15,1 2-4 0,-4-5-30 0,4-1-30 16,0-1-14-16,0-4-18 0,-2-1-21 0,0-1-26 16,2-1-20-16,0-2-32 0,0-7-28 0,-2 10-18 15,2-10-125-15,-7 8-342 0,7-8 151 0</inkml:trace>
  <inkml:trace contextRef="#ctx0" brushRef="#br0" timeOffset="-36393.96">25833 3283 31 0,'12'-4'115'0,"-5"4"-10"0,7 0-2 0,-1 3-1 0,1-2 2 15,4 3-6-15,2-2-10 0,-5 3-8 0,2-3-8 16,1 4-8-16,-5-2-4 0,-2 1-10 0,-1-1-5 16,2 2-2-16,-3 0-1 0,-1 1 9 0,-2 0 13 15,1-1 5-15,-1 0-3 0,-2 4 2 0,0-5 0 16,-2 5-6-16,0-3-5 0,0-1-5 15,0 0-2-15,3 1-4 0,-3-2-7 0,0 1-2 16,2-1 0-16,-4-5-2 0,10 8-3 0,-3-6 6 0,1 1 3 16,-1-2 1-16,2 0 6 0,3 1 2 0,0-5-4 15,2 2 4-15,-2-2-1 0,4-2 12 0,-6-1-7 16,7-2-3-16,-6 0-1 0,-1 1 1 16,0-2 2-16,-1 0 2 0,-3-1-6 0,-1-2-6 15,-1-3-6-15,-4 1-3 0,2-2-7 0,-4 1-7 16,-4 0-17-16,3 5-18 0,-7-4-22 0,5 6-10 15,-5 2-8-15,0 1-22 0,-1 3-16 0,-3 2-22 0,-1 0-23 16,2 3-26-16,-2 4-24 0,-1 2-155 0,-1 2-373 16,-4 4 165-16</inkml:trace>
  <inkml:trace contextRef="#ctx0" brushRef="#br0" timeOffset="-35973.77">26261 3511 197 0,'11'0'242'0,"-2"-4"-5"16,1 1-7-16,-2 0-9 0,3 0-10 0,-3-2-14 16,1 0-22-16,1-2-7 0,-3 1-19 0,0-1-7 15,0-2-12-15,-1 2-11 0,1-4-15 0,-1 2-6 16,2-2-9-16,-2-4-9 0,-1 0-13 0,-1-1-5 16,0-2-3-16,2 2-5 0,-2-4-5 0,-4 4 5 15,0-5-18-15,0 4 9 0,0 5-7 0,-4 2-1 16,4-2-7-16,0 4 10 0,-5 2-10 0,5 6-8 15,-1-12 0-15,1 12-4 0,-1-9-7 0,1 9 0 16,-1-6-7-16,1 6-11 0,0 0 6 0,-6-5-3 16,6 5-5-16,0 0-4 0,0 0-5 0,0 0-9 15,0 0-7-15,0 0 5 0,0 0 1 0,0 0 2 16,0 0 0-16,0 0 6 0,0 0 0 0,0 0 5 16,0 0-3-16,20 13 6 0,-13-11-2 0,4 0 4 15,1 0-1-15,1-1 0 0,-1 2 5 0,-4-1-5 16,-1 0 0-16,1-2 1 0,0 1 3 0,-8-1-3 15,9 5-3-15,-5-1 2 0,0 1-4 0,1 0 3 16,-1 0 6-16,1 5-2 0,0 1 0 0,-1 1 1 16,0 3 1-16,-3 0 3 0,3 0 0 0,-4 1 0 15,2 0-5-15,0 1-24 0,-2-4-36 0,4-1-43 16,-3 0-63-16,4 0-52 0,-5 5-167 16,2-8-426-16,-2-9 189 0</inkml:trace>
  <inkml:trace contextRef="#ctx0" brushRef="#br0" timeOffset="-35477.1">24711 3011 167 0,'0'0'222'0,"0"0"-22"16,0 0-22-16,0 0-20 0,0-8-19 0,0 8-38 15,0 0-35-15,0 0-26 0,0 0-33 0,0 0-46 16,0 0-54-16,16 12-98 0,-16-12-208 0,9 8 93 16</inkml:trace>
  <inkml:trace contextRef="#ctx0" brushRef="#br0" timeOffset="-32954">24934 3000 139 0,'0'0'140'0,"0"0"-3"0,0 0-12 0,0 0-19 15,0 0-5-15,0 0-6 0,0 0-12 0,0 0-8 0,0 0-29 16,0 0-24-16,0 0-22 0,0 0-25 0,0 0-21 16,0 0-23-16,0 0-21 0,0 0-51 15,0 0-151-15,0 0 68 0</inkml:trace>
  <inkml:trace contextRef="#ctx0" brushRef="#br0" timeOffset="-30051.33">27225 3469 127 0,'0'0'181'0,"0"0"0"0,0 0-1 15,0 0-5-15,0 0 0 0,0 0-4 0,0 0-6 16,0 0-2-16,0 0-6 0,0 0-9 0,0 0-9 0,-11-3-10 16,11 3-20-16,0 0-10 0,0 0-11 15,6-15-9-15,-6 15-9 0,7-16-7 0,-1 5-10 16,2-3-7-16,1 0-2 0,-1 0-6 0,1-3-4 15,3 1-6-15,-3 0-3 0,-1 0-4 0,-3 1 2 16,4 1-6-16,-4-1-9 0,3-1-5 0,-3 1-2 16,-1 0 2-16,1 2-3 0,-4 1 3 0,1 3 0 15,0-2-4-15,0 3 2 0,-4 0 0 0,4 1-3 16,-2 7-1-16,2-8-1 0,-2 8-2 0,0 0 2 16,2-8-2-16,-2 8-2 0,0 0-1 0,0 0 2 15,0 0-1-15,0 0 3 0,0 0-1 0,0 32 2 16,0-19 0-16,-2 3 1 0,2 0 0 0,0 2 1 15,0-1 2-15,2-1-1 0,3-3 1 0,-1 1-2 16,0 2-1-16,2-6 2 0,-2-2-3 0,4-1 3 16,-1 0-7-16,5-1 0 0,-3-1-1 0,4-2-6 15,1 0-3-15,3-3-2 0,-3-2 0 0,0-2 2 16,4-4-2-16,-3 3 2 0,1-2 1 0,-5-2 0 16,3-2 4-16,-3 1-1 0,0-1 3 0,-4 0 1 15,2-2 2-15,-3-2-4 0,-3 4 1 0,1-1 2 16,-4-1 0-16,2 2 0 0,0-1 2 15,-2 2-3-15,1 1 6 0,-1 9-3 0,0-13 3 0,0 13-3 16,2-9 3-16,-2 9-7 0,0 0 0 0,2-6 2 16,-2 6 0-16,0 0 1 0,0 0-3 0,0 0 3 15,-7 30 2-15,3-18 0 0,2 4 3 0,1-4-1 16,1 5 2-16,-3-2 2 0,2 4-3 0,-1-3 4 16,0 2-3-16,2-3-2 0,-2 2 7 0,0-2-13 15,2 2-5-15,0-2-30 0,0-1-30 0,0-2-33 16,0 0-23-16,0 2-29 0,0-4-154 0,0 2-339 15,-2-2 150-15</inkml:trace>
  <inkml:trace contextRef="#ctx0" brushRef="#br0" timeOffset="-28980.01">28348 3104 200 0,'2'-10'194'0,"-2"10"-11"0,-2-9-10 16,2 9-6-16,-7-7-13 0,7 7-18 0,-11-4-13 15,3 3-16-15,8 1-10 0,-24 7-12 0,7 1-4 16,-1 5-10-16,-3 7-2 0,0-1-6 0,-2 3-10 15,3-1 0-15,1 1-4 0,3 0-4 0,3-6-6 16,4 0-3-16,3 0-2 0,1 0-2 0,3-1-7 16,2-4 2-16,2-1-6 0,2 0 2 0,3-1-4 15,0-2-3-15,4 3-1 0,0-7 2 0,8-1-12 16,-3 2 4-16,3-4-8 0,1-4 0 0,1 1-4 16,1-2 0-16,-4-6-1 0,8 3 2 0,-7-5 4 15,-4 2-5-15,0-3 3 0,-2-1 1 0,2-8-2 16,-3 1-2-16,-4-4 2 0,1 1-1 15,-4-2 0-15,-3 1 1 0,0-2-1 0,-2 1 6 0,0-1 4 16,-2 2 2-16,-2-1-2 0,3 8-21 0,-3-6 2 16,-3 0 2-16,4 10-1 0,-1-2 3 0,2 8 2 15,-2 1 4-15,4 1-4 0,0 7 4 0,-4-12-6 16,4 12-3-16,-1-6 0 0,1 6 0 0,0 0 0 16,0 0 2-16,0 0-1 0,-2 27 3 15,1-9-2-15,0 7 11 0,-1 4-15 0,4 1 13 16,-4 1-2-16,0 0 1 0,4 2 0 0,-2-3 0 15,2-4 2-15,0 0 3 0,3-7 0 0,1 7-2 0,0-8 0 16,3-1 1-16,-3-1-5 0,2-1 3 16,-1-1 3-16,3-5 1 0,-1-1-3 0,0-1 5 15,-1-1-3-15,3 0 4 0,-4-3-5 0,4-1 0 16,-1-1-6-16,1-4-5 0,1 3-3 0,-1-6-2 16,-2-1-4-16,5-3 2 0,-2-2-2 0,-1-2 3 15,3-2-3-15,-5-1 3 0,2 0 1 0,1-7-4 16,-4 0 7-16,0 1-4 0,-1 5 2 0,0-5-8 15,-3 5 11-15,0-1-5 0,-2 3 1 0,-1 3 6 16,-1 4-3-16,0 9 6 0,0-16 0 0,0 16-2 16,0-9-3-16,0 9 2 0,0 0-7 0,0 0 4 15,0 0 1-15,0 0 2 0,0 0 2 0,-28 34 2 16,19-17-3-16,-2 1 7 0,-1 5 5 0,3-6 0 16,2 0-2-16,-2 0 0 0,2-3 2 0,5 2-2 15,0-6-2-15,4 2 6 0,-1-2-3 0,3 0 0 16,5-1-3-16,5 0 5 0,-1-5-1 0,5 2-5 15,6-6 0-15,4 0-4 0,5-2-8 0,-1-5-4 16,4 1 0-16,-4-4-6 0,-4 0 7 16,0 0-3-16,-4-2 0 0,-10 2 1 0,3-3 5 15,-3-3-4-15,0 2 2 0,-2-1-2 0,-3-1 9 0,-2-1-8 16,0 0 6-16,-4 7 11 0,0-1 6 0,0 2 7 16,-3 9 3-16,2-14-1 0,-2 14-4 0,1-13-4 15,-1 13-7-15,0 0-1 0,0 0-5 0,0 0 11 16,0 0-4-16,0 0 4 0,-10 36-1 0,8-20 3 15,-2 0-5-15,0 2 3 0,0 1 2 16,2-2-3-16,0 1 0 0,0-3 2 0,-1 2-5 16,3 1 3-16,-1-2-2 0,0 1-9 0,1-5-18 15,1 4-15-15,-1-3-27 0,1-2-16 0,1-2-42 16,0 1-26-16,-2-10-131 0,3 14-299 0,-1-8 133 0</inkml:trace>
  <inkml:trace contextRef="#ctx0" brushRef="#br0" timeOffset="-28789.7">29166 3043 34 0,'0'0'119'0,"0"0"14"0,0 0-15 16,0 0-4-16,5 36-14 0,-8-20-14 0,3 0 4 15,-1 1-16-15,0 4 1 0,1-4-14 0,-3 2-4 16,2-2-26-16,2 0-23 0,-2-2-19 0,1-2-46 15,0 0-37-15,-2 2-63 0,1-5-169 0,1-10 75 16</inkml:trace>
  <inkml:trace contextRef="#ctx0" brushRef="#br0" timeOffset="-28271.38">29515 3073 124 0,'-2'-13'143'16,"2"13"-13"-16,0 0-14 0,-10-9-10 0,10 9-13 15,-14 1 8-15,14-1-9 0,-22 8-3 0,9-2-5 16,2 1-6-16,-3 2-12 0,-2 0-7 16,5-1-3-16,-3 3-9 0,5-4-1 0,2 1-4 15,1 0-3-15,0-1-3 0,6-7 1 0,-4 11-11 0,4-11 3 16,0 11-7-16,0-11-6 0,0 0-9 0,11 11 2 15,-11-11-5-15,11 2-2 0,-4 1 4 0,-7-3-6 16,16 0 1-16,-16 0 5 0,14 0-5 0,-14 0 2 16,11 0-4-16,-11 0 5 0,0 0-5 15,16 0 0-15,-16 0 4 0,0 0-6 0,12 1 6 0,-12-1-5 16,9 10-5-16,-4-4 4 0,-1 3 0 16,0 2 9-16,-1 4-3 0,-2 2 11 0,0 0 9 15,-2 2 2-15,-2 0-2 0,1 0 5 0,-3 6-7 16,-1 1-3-16,-4-2 1 0,1-1 1 0,0-5 1 15,-2 0-7-15,1 3-20 0,1-4-26 0,0-1-26 0,-3-2-44 16,6-3-50-16,-2 3-113 0,1-5-288 16,-1-1 128-16</inkml:trace>
  <inkml:trace contextRef="#ctx0" brushRef="#br0" timeOffset="-27726.97">29592 3121 117 0,'0'0'129'15,"0"0"7"-15,7 19-6 0,-3-10-4 0,-3 4 7 16,2-1-13-16,-1 3-6 0,-1 0-12 0,3 0-24 16,-1-1 9-16,-2-2-12 0,-1-1 3 0,1 0-4 15,-1 0-10-15,0-11-4 0,1 16-3 0,-1-16 2 16,0 8 1-16,0-8 10 0,0 0 4 0,0 0-9 15,0 0-4-15,0 0-6 0,0 0-3 16,0 0-12-16,0 0-1 0,0 0-7 0,9-28 2 16,-5 16-8-16,0 0-8 0,4-4-7 0,-2-1 1 0,3 0-14 15,5-5-3-15,-2 6-2 0,1 1 1 0,0 5 1 16,-4 0-1-16,1 0 3 0,1 7-5 0,-2-1-1 16,1 3-3-16,-10 1 3 0,21 1 1 0,-12 3-2 15,-1 2 3-15,1 1 2 0,0-1-1 16,-1 1 3-16,1 2-1 0,-1 1 3 0,1-1 2 15,1-1-1-15,1 4 0 0,1-5-1 0,0-1 4 16,1-2-5-16,5 2 4 0,-1-2 2 0,2-2-1 16,1-5 7-16,0 0-3 0,-1 1-2 0,-2-5-2 15,-1 2 8-15,-3 1 5 0,-2-4 5 0,1 1-10 0,-3-2 7 16,3-4-1-16,-5 3-3 0,1-4 3 16,-3 2 0-16,0-1-3 0,-3-3 0 0,2 5 7 15,-3 0-12-15,1 1 0 0,-4 0-3 0,1 0-2 16,-1 4 3-16,2 6-1 0,-8-8-2 0,8 8-8 15,-14-1 1-15,4 5 3 0,-6 4-4 0,-2 2 1 16,2 3 1-16,-4 5 3 0,3-7-3 0,3 3 3 16,4-1-1-16,-1 2-7 0,4 0-15 0,2-1-16 15,2 1-23-15,3-2-29 0,4-2-29 0,2 2-39 16,2-3-31-16,3 2-119 0,6-4-333 0,7 1 148 16</inkml:trace>
  <inkml:trace contextRef="#ctx0" brushRef="#br0" timeOffset="-27311.8">30460 3066 86 0,'-4'-17'170'0,"0"12"-10"0,4 5-9 0,-15-10-14 16,6 8-12-16,9 2-8 0,-29 1-2 0,12 5 0 16,-7 6-13-16,1 2 5 0,0 0-6 0,4 3-6 15,-4-2-7-15,7-2-12 0,2 0-7 0,4 1-6 16,0-3-2-16,2 1-9 0,4-1-5 0,2 2-6 15,2-1-2-15,0-3-3 0,2 2-4 0,4-3-1 0,1 0-4 16,3-2-6-16,2-1-8 0,4 0-9 16,-3-3-4-16,6-2-3 0,-1-2-2 0,-4 0-2 15,2-2 3-15,-2 0 3 0,0-6-3 0,-1 1 3 16,1-5-3-16,-3 1 4 0,1-1-5 0,-3-10 2 16,0 1 2-16,-2 3-4 0,-2 2 5 0,3-10 2 15,-4 1 2-15,0 0-3 0,-3 0 1 0,2 0 0 16,0-2 4-16,-3 1-8 0,3 3 12 0,-1 7 6 15,0 2 7-15,-2 3 12 0,0 1-2 0,1 5 3 16,-1 7-8-16,-1-12-7 0,1 12-4 0,0-8-5 16,0 8 1-16,0 0-6 0,0 0 0 0,0 0 0 15,-5 24-3-15,3-5 2 0,0 6-1 0,-1 1 2 16,-1 2 2-16,-1 0-2 0,4 1 3 0,-4-1-4 16,4-2-2-16,-2-1-24 0,2 5-16 0,2-5-21 15,0-4-39-15,1-3-43 0,0 0-43 0,1 1-159 16,-1-1-370-16,3-4 163 0</inkml:trace>
  <inkml:trace contextRef="#ctx0" brushRef="#br0" timeOffset="-26627.44">30879 3039 131 0,'3'-9'190'0,"-3"9"-20"16,0 0-8-16,0 0 2 0,0 0-12 15,0 0-1-15,-9 22-12 0,6-11-12 0,-2 0-12 16,3 7-8-16,-1-3-12 0,-1 1-5 0,4-1-12 16,-1 0-7-16,2-3-9 0,3 1-5 0,0 0 0 15,2-3-7-15,1 1-5 0,3-3-6 0,-1 1 3 16,1-2-7-16,0-2 1 0,2-1-5 0,1-2 1 16,-3-1 4-16,0 0 3 0,0-3 1 0,1-3-4 15,-2 0-3-15,1 1 1 0,-1-4-8 0,0 0 0 16,-2-2-7-16,2 0-2 0,-1 0-1 0,-2-1-3 15,1-5-3-15,-2 7 1 0,-1-3-5 0,-2 3 4 16,1 2-1-16,-2 1-2 0,2 0-6 0,-3 6 0 16,3-8-7-16,-3 8-2 0,3-6-3 0,-3 6 6 15,0 0 1-15,0 0-4 0,0 0 3 0,4 17 1 16,-2-10-1-16,1 2-2 0,2 0 4 0,-4-2 1 16,3 3 4-16,3-1 1 0,-1 0-2 0,2 0 2 15,2-3 0-15,1 2 0 0,2-4 2 0,-1 0-4 16,5 1-2-16,-4-4-3 0,1 2-2 0,0-3 2 15,-5-2 0-15,0 1 2 0,0-1-1 0,-4-2-5 16,0 0-5-16,-1-2-2 0,0-1 1 16,-1-3-3-16,-2 0 4 0,-2-2 1 0,-2-1-11 15,-1-3 4-15,0-1-2 0,-1 5 7 0,-1-4-8 16,-4 2 8-16,3-1 0 0,2 5 3 0,0 0 8 16,0 2 0-16,2 3-3 0,0 0-2 0,3 5 5 0,-4-5-5 15,4 5 2-15,0 0-4 0,0 0 1 0,0 0 4 16,11-12-5-16,-4 12 5 0,6-2-7 0,7 1 4 15,0 1-2-15,8-1-3 0,-1-1 4 16,-8 1-2-16,3-1 6 0,-6-2-7 0,-2 3 5 16,-2-2 1-16,1-3 3 0,-4 4 0 0,1-2 2 15,-3-1-2-15,3 0 0 0,-5-4 3 0,-1 5 7 16,2-5 7-16,-4 5-2 0,-2 4 4 0,5-9-1 0,-5 9 4 16,5-7-3-16,-5 7-1 0,2-5-8 15,-2 5-5-15,0 0 0 0,0 0-2 0,0 0 5 16,0 0-7-16,0 0 1 0,0 25 1 0,-1-9 6 15,0-5 1-15,-1 4 0 0,-1 2 2 0,3 1-1 16,-2 0-4-16,5-1-1 0,-1 0-23 0,-2 1-25 16,2-3-27-16,-2-3-43 0,1-2-45 0,3 2-189 0,-5 0-379 15,2-2 168-15</inkml:trace>
  <inkml:trace contextRef="#ctx0" brushRef="#br0" timeOffset="-26453.16">31297 2802 70 0,'-5'-4'96'0,"5"4"-30"16,0 0-24-16,0 0-33 0,0 0-28 0,22 9-25 15,-13-3-48-15,10-2 21 0</inkml:trace>
  <inkml:trace contextRef="#ctx0" brushRef="#br0" timeOffset="-26235.3">31655 2803 25 0,'5'-6'186'0,"-5"6"-3"0,5-6 3 0,-5 6-13 16,0 0-6-16,0 0-26 0,0 0-12 0,7-7-22 0,-7 7-14 15,0 0-11-15,0 0-8 0,0 0-7 0,9 20-10 16,-6-4 10-16,0 2-6 0,0 1 5 0,0 6-8 15,0-6-4-15,-2 7-1 0,2-1-1 16,-1 2 6-16,0-1-12 0,-1-1 2 0,1-8-4 16,-2 4-7-16,2-4-14 0,0 1-21 0,-2-1-31 15,0 0-36-15,0-5-49 0,2-1-50 0,-2 2-165 16,0-13-354-16,-4 15 157 0</inkml:trace>
  <inkml:trace contextRef="#ctx0" brushRef="#br0" timeOffset="-25801.74">31738 2984 160 0,'13'-11'153'0,"2"2"-19"15,-3 1-11-15,2-1-12 0,-1 1-11 0,-1 0-17 16,1 1 2-16,-5 0-16 0,2 1 3 0,0-1-13 16,2-2 5-16,-5 3 1 0,1-1 8 15,-3 3 4-15,-5 4-2 0,9-13-4 0,-4 7-1 16,-5 6-3-16,5-13 0 0,-3 7-4 0,0 1 1 0,-2 5 0 15,2-8-11-15,-2 8 1 0,0 0-13 0,0 0-5 16,0 0-11-16,3-6-4 0,-3 6-3 0,0 0-8 16,0 0 6-16,-2 34-4 0,-1-16 4 0,1 1-4 15,-1 6 4-15,1-5 1 0,-2 7-3 0,2 1-2 16,0-1 5-16,1 0-8 0,-2-8 3 0,2-2-2 16,1-2 3-16,0-3-1 0,-3-1-5 15,3-11 3-15,3 13 1 0,-3-13-5 0,1 9 5 16,-1-9-2-16,0 0 5 0,0 0 0 0,1 13-1 0,-1-13-2 15,0 0 3-15,11 1 0 0,-11-1-7 0,17-5 4 16,-6 0-4-16,4 0 1 0,2-3-3 0,2-1 0 16,-3 5-2-16,1-3 0 0,-5 4-3 0,-3 0-2 15,1 0-3-15,-10 3-1 0,16 0-3 16,-16 0 5-16,14 5-3 0,-7-1 0 0,-2 2 1 16,-5-6-4-16,10 13 9 0,-6-5-1 0,2 3-4 15,-3-2 4-15,-1 1-28 0,1 2-38 0,-3-12-39 16,4 23-69-16,-3-11-34 0,-1-12-114 0,-4 20-350 15,0-11 155-15</inkml:trace>
  <inkml:trace contextRef="#ctx0" brushRef="#br0" timeOffset="-24587.38">19986 4230 50 0,'-1'-13'189'0,"1"13"-19"0,-3-7-17 0,3 7-4 16,-5-7-9-16,5 7-14 0,-8-7-11 16,3 4-9-16,5 3-12 0,-10-4-7 0,2 2-8 15,-3 2-6-15,2-2-2 0,-3 5-7 0,-2 0-3 16,-1 4 2-16,-5 2 0 0,-5 3-7 0,0 3-1 16,0 2-1-16,-2 1-3 0,2-2-3 0,3 3 3 15,-1-2-3-15,7 3-9 0,2-4 0 0,2-3 2 16,4 4 6-16,-1 0 2 0,4 0-4 0,0-1-4 15,5 0-1-15,0 0-4 0,3-3-2 0,4-3 2 16,4 3-8-16,3 0 2 0,7 3-1 0,5-3-4 16,3 0-1-16,5-4-1 0,0-3-3 0,2 1-1 15,1-7-14-15,3 0-22 0,-5 3-19 0,-1-3-22 16,-1 2-34-16,-4-4-30 0,2 2-35 0,-3-2-30 16,1-1-19-16,-12 1-127 0,-4 1-359 0,0-1 160 15</inkml:trace>
  <inkml:trace contextRef="#ctx0" brushRef="#br0" timeOffset="-24371.49">20300 4446 213 0,'0'0'223'0,"0"0"-3"0,0 0-6 0,0-13-9 16,0 13-13-16,0 0-17 0,0 0-20 0,0 0-11 15,0 0-23-15,0 0-11 0,0 0-11 0,0 0 1 16,0 0-2-16,0 0-1 0,0 0-5 0,-1 37-7 15,0-19-12-15,1 1-2 0,0-2-8 0,2 1-8 16,1 6 4-16,-3-8-23 0,1 3-23 0,2-2-21 16,-1 0-36-16,2 1-41 0,-1-1-62 15,-1 0-60-15,1-2-197 0,-1-2-438 0,0 0 195 0</inkml:trace>
  <inkml:trace contextRef="#ctx0" brushRef="#br0" timeOffset="-23901.45">20676 4371 109 0,'0'0'202'0,"-4"-5"-7"15,4 5-10-15,0 0-7 0,0 0-10 0,0 0-13 16,0 0-7-16,-7-3-21 0,7 3-9 0,0 0-8 16,0 0-15-16,0 0-7 0,0 0-9 0,0 0-8 15,0 0-6-15,0 0-9 0,21-3-3 0,-9 2-4 16,-1 1-12-16,7-4-18 0,-5 2-23 0,6 1-30 15,-1 0-35-15,-5 0-36 0,0 1-27 0,1-1-38 16,-4 1-130-16,-4 0-323 0,-6 0 144 0</inkml:trace>
  <inkml:trace contextRef="#ctx0" brushRef="#br0" timeOffset="-23726.04">20687 4457 164 0,'0'0'165'0,"0"0"-15"16,0 0-7-16,0 0-8 0,0 0-6 16,0 0-2-16,0 0-14 0,22 6-7 0,-9-5-12 0,5-2-5 15,-1 1-29-15,2-2-46 0,-1 5-28 0,2-4-41 16,-2-2-45-16,1 0-120 0,-1 5-239 0,-1-4 106 16</inkml:trace>
  <inkml:trace contextRef="#ctx0" brushRef="#br0" timeOffset="-22351.81">21134 4230 111 0,'1'-11'221'16,"-1"0"-7"-16,0 1-12 0,0 0-15 0,0 3 3 15,0 7-9-15,-1-14-11 0,1 14-17 0,0-8-17 16,0 8-16-16,0 0-15 0,0 0-15 0,0 0-7 16,0 0-13-16,0 0-6 0,0 0-5 0,0 0-4 15,6 36-3-15,-1-17-3 0,-1 1 1 0,0 3 1 16,-2-3-6-16,2 5-4 0,-3-6-1 0,2 0-1 15,-2 0 0-15,2 0-4 0,-2-1-3 0,3 0-3 16,0-1-3-16,-2-2-1 0,1 2 1 16,-1-2-6-16,-2 2-20 0,0-5-23 0,4 0-15 0,0 0-22 15,-3-1-25-15,2 0-31 0,-2-1-33 0,2 0-20 16,-2-1-39-16,2 0-153 0,-3-1-390 0,0-8 173 16</inkml:trace>
  <inkml:trace contextRef="#ctx0" brushRef="#br0" timeOffset="-21775.26">21447 4289 126 0,'0'0'151'0,"0"0"1"0,0 0-7 16,0 0-2-16,0 0 5 0,-20 18-12 0,15-7 0 15,-2 2-7-15,0-1-10 0,1 4-10 16,2-4-10-16,0-1-9 0,2 2-7 0,0-2-5 0,0 0-8 15,2 1-5-15,2 0-3 0,2-1-9 0,-1-3-4 16,1 1-5-16,1-1 1 0,1-1-5 0,-1-2-7 16,5 1 1-16,-3-3-4 0,3 1-3 15,2-1 0-15,-1-1-5 0,1-3 2 0,-1 1-6 0,-1-3 1 16,-1 1-2-16,1-3-4 0,-1-2-1 0,1 2-8 16,-3-2-2-16,-2 2-2 0,0-4-1 0,-1-2-1 15,-1 1-3-15,-2-1 1 0,0-1 0 0,-1 0-12 16,-1 0 2-16,0-1 0 0,-1 4 3 15,1-4-6-15,-1 3 3 0,2-1 2 0,-2 3 0 16,4 0 1-16,-2 8-7 0,1-12-8 0,1 6 6 16,-2 6 3-16,9-7-8 0,-1 6 3 0,-8 1-1 0,13 0 1 15,-4 2 7-15,2 1-2 0,-2 2 1 0,2 3 3 16,-1-2 4-16,-3 5 0 0,1-1-5 16,0 1 6-16,-1 2 1 0,0 3 2 0,-1-6-1 15,-1 2-2-15,-1-2 8 0,2 3-3 0,1-3 1 16,-2 0 4-16,1-2-4 0,1 2 1 0,0-2 5 15,-2-3-3-15,2-2-2 0,-2 1 5 0,1-3 4 0,2 2 0 16,-8-3 3-16,14-1-1 0,-5-2 2 0,0 0 5 16,0-2-1-16,-1-2-4 0,-2 0 3 15,2-3 1-15,-2 2 3 0,-2-3 0 0,0 1 2 16,-3-2-4-16,-2 0-1 0,-3-3 1 0,0-1-2 16,-1 2-6-16,-1-1 0 0,-1 5 1 0,0 0-4 15,-1 0 0-15,-1 2-4 0,1 1 2 0,1 1-8 0,1 2-9 16,0 1-11-16,6 3-15 0,-13-3-13 0,6 3-34 15,7 0-18-15,-8 6-2 0,8-6-37 16,-5 8-17-16,2-2-121 0,3-6-304 0,0 0 135 16</inkml:trace>
  <inkml:trace contextRef="#ctx0" brushRef="#br0" timeOffset="-21513.97">22023 4246 143 0,'0'0'223'0,"-2"-9"-15"0,2 9-7 16,-3-9-19-16,3 9-19 0,0 0-16 0,-1-7-21 16,1 7-15-16,0 0-9 0,0 0-7 0,0 0-8 15,0 0-2-15,-4 30-4 0,2-15-6 0,2 4-6 16,-1 0 1-16,2-2 4 0,-1 9-4 0,0 0-6 16,0-6-2-16,2-1-4 0,-4 0-5 0,2 5-4 15,0-6-6-15,2 1-4 0,0 0 7 0,0 6-13 16,-1-8-2-16,0-2-6 0,1 2 2 0,-2-1-14 15,-3-4-16-15,6-2-16 0,-1 1-22 0,-1 1-27 16,2-2-39-16,-3-10-49 0,0 12-19 0,0-12-25 16,0 14-148-16,0-14-377 0,0 0 167 0</inkml:trace>
  <inkml:trace contextRef="#ctx0" brushRef="#br0" timeOffset="-21265.01">22018 4217 90 0,'14'-2'117'0,"0"2"-12"0,-1 0-8 16,0 2 6-16,-2 4-3 0,-1 1 3 0,-1 0 3 16,-1 2-1-16,-3 0 9 0,-2 2 0 0,-2 3-1 15,-1-2-8-15,-3 2-10 0,-3-2-15 0,-1 4-6 16,-1-5-7-16,0-1-4 0,0 1-2 0,-3-1-8 15,1-1-16-15,1 1-19 0,-3 0-24 0,1-3-24 16,2-1-37-16,1-1-30 0,2 0-30 0,6-5-139 16,-12 6-288-16,12-6 128 0</inkml:trace>
  <inkml:trace contextRef="#ctx0" brushRef="#br0" timeOffset="-21007.19">22406 4146 84 0,'0'0'220'0,"0"0"-18"0,2-8-10 0,-2 8-11 16,0 0-11-16,0 0-12 0,3-5-14 0,-3 5-14 15,11-5-15-15,-1 1-11 0,4 0-10 0,4-1-11 16,2 0-12-16,2 1-2 0,-3-1-10 0,2 0-18 15,-3 2-16-15,-2-1-19 0,-2 3-22 16,-2-2-28-16,-2 3-29 0,-1 0-25 0,-3-3-30 16,-6 3-20-16,9-1-15 0,-9 1-84 0,0 0-267 0,0 0 119 15</inkml:trace>
  <inkml:trace contextRef="#ctx0" brushRef="#br0" timeOffset="-20792.32">22417 4123 110 0,'-3'6'144'0,"-1"1"10"0,2 4-11 0,-3 1-3 16,1 6 8-16,1 0-8 0,-1 1 1 15,2 8-10-15,2-3-7 0,-4 0 1 0,3 2-6 16,-1-7-9-16,1 2-6 0,0-3-9 0,1 0-10 16,0 1-6-16,0 2-11 0,0-2-2 0,0-3-3 15,1 1-9-15,-1-4-10 0,0-2-20 0,0-1-21 16,3 1-29-16,-3 2-39 0,0-3-39 0,2-1-48 0,-2-9-34 15,3 15-128-15,-3-15-340 0,0 0 151 16</inkml:trace>
  <inkml:trace contextRef="#ctx0" brushRef="#br0" timeOffset="-20637.45">22367 4409 67 0,'6'-5'158'0,"-6"5"-10"15,9-6-21-15,-1 3-23 0,1 0 3 0,3 0-14 16,7-1-11-16,-2 1-25 0,5-1-46 0,-1 0-60 16,0 1-103-16,0-2-162 0,-1 2 71 0</inkml:trace>
  <inkml:trace contextRef="#ctx0" brushRef="#br0" timeOffset="-20259.95">22835 4528 115 0,'0'0'176'0,"0"0"-3"0,0 0-7 15,0 0-6-15,-2 27-18 0,-1-16-15 0,-1 5-15 16,-3-2-22-16,-1 1-37 0,0 2-45 0,0-2-56 16,-1-1-45-16,-1 4-105 0,0-4-213 0,-2-1 96 15</inkml:trace>
  <inkml:trace contextRef="#ctx0" brushRef="#br0" timeOffset="-18141.45">23590 4343 196 0,'0'-8'204'0,"0"-2"-4"0,0 10-12 0,-4-18-14 15,3 10-11-15,-2 1-19 0,-1 2-5 0,4 5-14 16,-8-9-17-16,2 5-10 0,6 4-7 0,-14-2-12 15,5 2-12-15,-1 2-4 0,0 3-2 16,-3 1-9-16,-4 6-3 0,2 0-1 0,1 2-6 16,-1 2 0-16,3-2-10 0,2 2 2 0,0 0-6 0,2-3-3 15,2 3-2-15,2-3-5 0,3 0 2 0,1-1-2 16,0 0-4-16,2-3 1 0,2 2 1 0,2-4-4 16,3 3-5-16,1-2-3 0,2-2-5 0,0-1-5 15,2-1-3-15,0-1 2 0,0-3-4 16,-1 0 4-16,2-2-2 0,-4-2 3 0,1 1 2 15,-1-1-1-15,0-1 0 0,-1-3 0 0,-3-1 4 0,2 1 0 16,-3-3 4-16,0 2 8 0,0-3-1 0,-3 1 0 16,1-5-1-16,0 3-4 0,-2-3 5 0,-1 5 4 15,2 0 2-15,-2 1-2 0,2 3 0 0,-2 0-1 16,-1 7 1-16,1-11-7 0,-1 11-2 16,2-7-4-16,-2 7 1 0,0 0-4 0,0 0 6 0,0 0-3 15,0 0-1-15,0 0-3 0,3 31 4 0,-1-19 3 16,0 4-9-16,-1 0-1 0,1 1-16 15,2 0-15-15,-3-2-25 0,2 2-27 0,-2-1-28 0,-1-3-34 16,4 0-19-16,-2-1-31 0,1 4-104 16,-3-16-329-16,4 18 146 0</inkml:trace>
  <inkml:trace contextRef="#ctx0" brushRef="#br0" timeOffset="-17780">23778 4368 101 0,'0'0'119'16,"0"0"7"-16,0 0 6 0,0 0-3 0,0 0 3 0,0 0-1 15,8 36-9-15,-7-26-16 0,1 1-4 0,2 0-13 16,-3 0-8-16,3-2-11 0,-3 2-2 0,-1-11-8 16,2 12-4-16,-2-12-8 0,4 10-1 15,-4-10-4-15,3 9-1 0,-3-9 13 0,0 0 10 16,0 0 11-16,3 8-2 0,-3-8-9 0,0 0-10 15,0 0-5-15,0 0-2 0,13-25-9 0,-9 14-2 0,2 0-8 16,2-3-4-16,-1-2-7 0,3-1-3 16,-1 1-1-16,2 1-2 0,0 0-4 0,-1 1-1 15,-1 4-6-15,4 0-7 0,-3 2 6 0,-2 1-2 16,3 1 0-16,-1 2-1 0,-3 3-6 0,2 1 6 16,-9 0-6-16,17 7 4 0,-11-2 2 0,3 2 0 15,-1 3 0-15,3 4 0 0,-3 1 0 0,-1 0 1 0,1 1 3 16,0 1-2-16,-3-1-18 0,1-2-27 15,-2 1-28-15,0 1-35 0,0-4-40 0,1-2-30 16,0 1-133-16,0-3-336 0,-5-8 150 0</inkml:trace>
  <inkml:trace contextRef="#ctx0" brushRef="#br0" timeOffset="-17354.89">24403 4324 47 0,'-5'-4'183'0,"-1"-1"-12"0,0 1-4 0,-2 2-20 16,-2 0-6-16,10 2 2 0,-20 7-11 0,6-1 0 16,3 4-14-16,-4-1-8 0,1 4-3 0,0-1-13 15,3 0-10-15,0 3-5 0,2-4-3 0,2 2-7 16,3-1-9-16,0-2 0 0,3 1-11 0,-1 0-2 16,5-1-5-16,-2 0-4 0,3-1-3 0,0-5-2 15,1 2-5-15,4 1 4 0,0-3-4 0,1-2-3 16,3-2-7-16,-3 2-3 0,0-4-6 0,2-1 8 15,-2-3-8-15,-2 4-3 0,1-6 3 0,-2 0-3 16,1-1-2-16,1-5 3 0,-1 1-2 0,-3-2-1 16,-1-3 0-16,-2 1 5 0,1-4-13 0,-2-3 10 15,0-1-2-15,-1-1 9 0,-1 2 0 0,1-3 6 16,-4 3 4-16,2-3-4 0,1 9 7 0,1 1 13 16,-3 5 2-16,3 0 4 0,-2 4-2 0,1 0-9 15,1 8 4-15,0-11-10 0,0 11-16 0,-1-8-1 16,1 8-6-16,0 0 5 0,0 0-3 0,0 0-2 15,4 36-1-15,-3-12 5 0,-1 1-4 0,0 3 3 16,2-1-1-16,0 0 1 0,-1 1-3 0,2-2 1 16,-2-1-9-16,2 0-7 0,-2 0-22 0,1-6-18 15,0 1-35-15,3-1-35 0,2-2-64 0,-3-5-39 16,0 5-175-16,1-2-429 0,3 0 191 0</inkml:trace>
  <inkml:trace contextRef="#ctx0" brushRef="#br0" timeOffset="-17096.25">25077 4167 177 0,'-8'-2'200'0,"-2"2"-9"0,-1 2-4 0,0 1-12 15,0 2-9-15,-7 5-4 0,4 3-2 0,-1 0-9 16,1 3-11-16,3 1-11 0,2 2-10 0,1-2-11 15,3 2-16-15,1-1-2 0,1 2-11 16,3-2-4-16,3 1-7 0,3-4-8 0,-2 2-6 0,5-2-2 16,0-2-4-16,5-1-13 0,-1 1-27 0,1-2-17 15,1-2-24-15,-1 0-25 0,3-2-38 0,-2 1-30 16,2-4-32-16,-3-2-47 0,-3-1-136 0,-1 0-368 16,-10-1 163-16</inkml:trace>
  <inkml:trace contextRef="#ctx0" brushRef="#br0" timeOffset="-16822.68">25278 4363 22 0,'8'-4'169'0,"-3"1"-11"0,1 0-6 0,4 1-4 0,-2 2-12 16,-8 0-9-16,17 2-2 0,-6 2-7 0,-3-1-3 16,4 3-5-16,-3 2 2 0,-2-1-2 15,1 3-9-15,-1-1 1 0,-2 3 10 0,-1-1-2 16,-2 6-4-16,-1-2-2 0,-4 0-7 0,-1 1-9 0,-6 0-8 15,3 1 2-15,-1-2-8 0,-3-3-9 16,0 3-6-16,2-6-4 0,2 1-5 0,-2-1-3 16,2-1-12-16,2-3 0 0,5-5-5 0,-4 9-7 0,4-9-8 15,0 0-9-15,-9 7-12 0,9-7-11 16,0 0 2-16,0 0-8 0,0 0-10 0,0 0-12 16,20 12-32-16,-20-12-25 0,32-5-32 0,-9 1-39 0,7-2-44 15,-2 2-156-15,-6 1-404 0,5-7 179 0</inkml:trace>
  <inkml:trace contextRef="#ctx0" brushRef="#br0" timeOffset="-16630.27">25884 4343 20 0,'0'0'244'0,"0"0"-4"0,0 0-10 0,0-9-12 16,0 9-18-16,0 0-26 0,7-4-15 0,0 1-13 15,3 0-18-15,2 0-17 0,4-1-22 0,2 3-21 16,-5 0-31-16,1 1-24 0,-1 0-46 0,-13 0-51 16,23-1-43-16,-13 1-31 0,-3 1-122 0,-7-1-302 15,10 3 134-15</inkml:trace>
  <inkml:trace contextRef="#ctx0" brushRef="#br0" timeOffset="-16475.14">25908 4412 112 0,'0'0'213'0,"0"0"-6"0,-6 3-7 0,6-3-13 16,0 0-11-16,0 0-15 0,0 0-14 0,0 0-12 16,0 0-9-16,0 0-17 0,18 6-11 0,-9-4-21 15,2-2-21-15,3 0-42 0,-14 0-47 0,31-2-55 16,-18 2-58-16,3-2-147 0,0-2-315 0,2 0 140 16</inkml:trace>
  <inkml:trace contextRef="#ctx0" brushRef="#br0" timeOffset="-15066.9">26454 4079 97 0,'2'-8'122'0,"-2"8"-12"16,0 0-6-16,0 0-5 0,0 0-6 0,0 0-8 15,3-7-1-15,-3 7-1 0,0 0-9 16,0 0-11-16,0 0-5 0,0 0-4 0,0 0 1 16,0 0-9-16,0 0 2 0,0 0 0 0,0 0-13 15,0 0 6-15,0 0-2 0,0 0-8 0,0 0-3 0,0 0-2 16,0 0 8-16,0 0-3 0,0 0-4 0,0 0 5 16,0 0 2-16,0 0-4 0,0 0 6 15,0 0 2-15,0 0-1 0,0 0-5 0,0 0 6 16,0 0-5-16,0 0 1 0,0 0 1 0,0 0-4 15,0 0 2-15,0 0-2 0,0 0 3 0,0 0 1 0,0 0-7 16,0 0-3-16,0 0 0 0,0 0 2 0,0 0 7 16,0 0-4-16,0 0 0 0,0 0 1 15,0 0-3-15,0 0-2 0,0 0 4 0,0 0-8 0,0 0-2 16,0 0-2-16,0 0-1 0,0 0-2 16,0 0 0-16,6-2-3 0,-6 2-1 0,0 0-4 15,21 0 2-15,-12 1-1 0,5-1 1 0,5 0-3 0,0 1 8 16,1 1-10-16,-3-2-1 0,2 0 4 0,-6 0-6 15,1 0 1-15,-1 2 2 0,1-2-2 16,-3 1 2-16,-2-1-1 0,-1 0 32 0,-8 0-8 16,14 0-3-16,-7-1-2 0,-7 1-1 0,9 2 0 15,-9-2-3-15,0 0 2 0,11 0-1 0,-11 0 0 16,0 0 6-16,0 0-2 0,9 0 2 0,-9 0-5 0,0 0-1 16,0 0 1-16,0 0-2 0,6 3-1 15,-6-3-4-15,0 0-2 0,0 0-2 0,0 0-4 16,0 0-3-16,0 0-5 0,0 6 6 0,0-6-3 15,0 16 5-15,-4-5 6 0,2 4 2 0,-2 4 3 16,1-2-6-16,-5 9 18 0,2-7 0 0,0 0 0 16,-3 4 1-16,3-4-5 0,-2 5 0 0,4-5-2 15,-1-1-3-15,-1 0-3 0,2 6-2 0,-1-7 3 16,1-2-13-16,-1 4-17 0,2-8-15 0,-1 2-23 16,2-1-30-16,-2 0-34 0,-1 0-47 0,3-3-54 15,-2 1-55-15,4-10-145 0,-12 15-448 0,7-6 198 16</inkml:trace>
  <inkml:trace contextRef="#ctx0" brushRef="#br0" timeOffset="-14909.81">26555 4345 67 0,'10'-4'136'0,"1"1"-10"0,7-2-11 16,2 0-17-16,7 0-9 0,-7 2-31 0,9-1-20 15,-1 2-46-15,-7 1-37 0,0-1-68 0,0 0-121 16,-4 0 53-16</inkml:trace>
  <inkml:trace contextRef="#ctx0" brushRef="#br0" timeOffset="-14487.4">27137 4112 143 0,'0'0'210'16,"0"0"-18"-16,0 0-11 0,0 0-17 0,-11-2-13 15,11 2-13-15,0 0-10 0,0 0-11 16,-14 11-6-16,10-3-13 0,1-3-8 0,-1 2-8 15,2 0-11-15,-2 0-6 0,4 1-7 0,-2 0-6 16,2-8-3-16,0 18-8 0,0-11-2 0,2 2-1 16,2 0-1-16,2-2-8 0,-1 2 3 0,4-2-6 15,-2 2 0-15,2-2-6 0,2 3-2 0,-1-4 5 16,-2 3-6-16,1-2-3 0,3 1-2 0,-4 1-2 16,1-1 1-16,-1-1-4 0,0-1-2 0,-4 1 1 15,-1-2-1-15,1 1 0 0,0-2 2 0,-1 2 10 16,-3-6 6-16,0 8 6 0,0-8-1 0,0 0 2 15,-11 16-5-15,2-10-1 0,-3-2-3 0,-1 2-1 16,2-1-3-16,-7 0-8 0,5-2-15 0,-4-2-14 16,1 1-16-16,3 0-32 0,-5-4-25 0,5 2-37 15,13 0-28-15,-21-6-36 0,8 3-151 0,-1-2-373 16,1-1 165-16</inkml:trace>
  <inkml:trace contextRef="#ctx0" brushRef="#br0" timeOffset="-14353.83">27198 4078 26 0,'20'-2'35'0,"0"1"-32"16,2-1-14-16,-3-1-12 0,3 1 6 0</inkml:trace>
  <inkml:trace contextRef="#ctx0" brushRef="#br0" timeOffset="-13765.98">27560 4062 159 0,'0'0'174'0,"4"4"-8"0,-4-4-5 16,0 0-2-16,0 0-12 0,0 0-4 0,-9 19-2 16,5-9-6-16,-2 1-6 0,-2 0-8 15,-1 3-5-15,3 1-9 0,-2-1-3 0,2-3-8 16,1 1-7-16,1-2-9 0,0 2-6 0,-1-2-9 15,3 0-5-15,-1-1-5 0,3 3 0 0,-2-5-10 16,2-7-3-16,2 15-3 0,3-9-3 0,-1 0 0 16,1-1-2-16,3 2-6 0,1-2 0 0,1 0-3 0,1-3-2 15,1 1-1-15,-1-1-2 0,0-1-4 16,-2 0-5-16,2-2-7 0,-11 1 3 0,17-5-4 16,-11 2-1-16,2 0 0 0,-3-1-1 0,-1-2-5 15,1-1 2-15,-1-2-1 0,-4-1-1 0,5 0 2 16,-5 0 3-16,2-1-1 0,-4 0-3 0,4 0-3 15,-2 1 0-15,0-1 2 0,1 1-3 0,1 0-4 16,-1 0 2-16,2 1-2 0,-1 2-1 0,-2 7 1 16,7-12 1-16,-3 9 1 0,3-1-3 0,2 0 1 15,2 1-2-15,1 1 1 0,-2 2-3 0,2 2 1 16,-1 4 0-16,0-2 1 0,-2 2 2 0,7 3 2 16,-9-1 4-16,-1 1-5 0,2 1 1 0,-1 0 1 15,-2 0-1-15,-2 2 7 0,5-2-1 0,-7 2-1 16,3-3 0-16,2-2 1 0,-2 1 1 0,0-2 2 15,2 4 0-15,-3-5 1 0,1 1 2 0,-1-2-2 16,2 0 1-16,-5-4 1 0,9 5 5 0,-9-5-4 16,12 0 4-16,-4 0-2 0,-8 0 0 0,15-4 0 15,-7 1 10-15,-3 0 6 0,5-2 1 0,-4-1-4 16,1-1-1-16,-1-2 2 0,-3 1 5 0,4-2-6 16,-3 1-2-16,-1-3 2 0,-2 2-6 0,0-3-2 15,1 2-3-15,-4 0 0 0,1-2-2 0,-2 2-4 16,1 2-6-16,-1-1-2 0,-2 2-15 0,-2 2-12 15,3 1-17-15,-3-1-15 0,7 6-17 0,-18-5-39 16,18 5-13-16,-15 2-36 0,8-1-34 0,-5 4-141 16,3-1-374-16,1 1 166 0</inkml:trace>
  <inkml:trace contextRef="#ctx0" brushRef="#br0" timeOffset="-13505.4">28144 4109 59 0,'0'0'216'0,"4"-5"1"0,-4 5-5 16,0 0-10-16,5-6-18 0,-5 6-19 0,0 0-18 15,0 0-19-15,0 0-15 0,0 0-11 16,0 0-14-16,0 0 6 0,6 13 0 0,-4-4 1 16,-2 2-3-16,5 4 7 0,-8 2-4 0,1 2 1 15,2 0-4-15,-2-1-7 0,2 0-15 0,-2-2 0 0,2 0-6 16,-1 2-3-16,-2-6 1 0,3 5-2 0,-1-3-17 15,1-3-6-15,-2 1-33 0,2 1-15 16,-2-3-22-16,0-1-24 0,2-9-30 0,0 21-31 16,0-21-49-16,2 15-48 0,-2-15-195 0,-2 13-444 15,2-13 196-15</inkml:trace>
  <inkml:trace contextRef="#ctx0" brushRef="#br0" timeOffset="-13262.36">28167 4071 163 0,'11'-5'172'15,"-3"1"-15"-15,4 1-14 0,-2 1-14 0,2 2-8 16,-1 2-11-16,2 1-14 0,-4 1-11 0,1 1-7 16,3 2-4-16,-3 0-9 0,-2 3-6 0,-2-3-5 15,1 3-1-15,-3 1 3 0,-3 0 9 0,-1-2 0 16,-4 1 3-16,-1 1-6 0,-2-1-6 0,-3 4-2 15,-3-4-10-15,-3-1-13 0,4-2-22 0,1 0-24 16,-2-1-28-16,3 1-42 0,1-2-39 0,-2-1-39 16,3 0-111-16,8-4-295 0,-12 3 131 0</inkml:trace>
  <inkml:trace contextRef="#ctx0" brushRef="#br0" timeOffset="-13053.62">28482 4033 48 0,'0'0'208'0,"5"-6"-16"15,-5 6-10-15,11-7-9 0,1 3-26 16,-2 1-16-16,0-1-10 0,8-1-14 0,0 0-10 16,0 2-11-16,-1-1-8 0,-5 3-10 0,2-1-22 0,-2 0-28 15,-12 2-31-15,14-2-36 0,-14 2-30 0,13-2-30 16,-9 1-20-16,-4 1-92 0,0 0-239 15,0 0 106-15</inkml:trace>
  <inkml:trace contextRef="#ctx0" brushRef="#br0" timeOffset="-12866">28495 3993 22 0,'0'0'145'16,"-4"8"3"-16,0-3-4 0,4-5-12 0,-4 15 17 15,1-2 7-15,1 3-8 0,-2 0-2 0,1 1-11 16,1 0-13-16,0 0 1 0,-1 0-2 0,-1-4-8 15,4 4-11-15,-2 0-9 0,0-2-8 0,1-2-10 16,1 3-4-16,-1 0-6 0,1-4-7 0,0-2-17 16,0 1-17-16,0 0-29 0,0-1-33 0,0-10-42 15,0 19-56-15,0-12-44 0,0 4-151 0,0-11-356 16,0 0 158-16</inkml:trace>
  <inkml:trace contextRef="#ctx0" brushRef="#br0" timeOffset="-12714.42">28569 4185 118 0,'11'-2'130'0,"1"0"-7"16,2 0-17-16,0 1-28 0,5 0-51 0,0-2-72 16,-2 4-45-16,-1-4-97 0,-2 2 44 0</inkml:trace>
  <inkml:trace contextRef="#ctx0" brushRef="#br0" timeOffset="-12532.4">28870 4325 116 0,'0'0'142'0,"0"0"-20"0,4 12-21 15,-4-12-42-15,0 0-56 0,0 0-94 16,0 0-98-16,0 0 43 0</inkml:trace>
  <inkml:trace contextRef="#ctx0" brushRef="#br0" timeOffset="-8863.5">29362 4017 50 0,'0'0'175'0,"-6"-2"-6"0,6 2-20 16,0 0-14-16,0 0-14 0,0 0-4 0,0 0-17 15,0 0-11-15,0 0-13 0,31-6 1 0,-8 4-12 16,6 1-3-16,2-1-12 0,2 2-10 0,1-3-18 16,-4 3-27-16,1-3-24 0,-1 3-10 0,-2-1-40 15,-7 1-13-15,-5 1-16 0,-2-1-84 0,-1 0-206 16,-4 0 92-16</inkml:trace>
  <inkml:trace contextRef="#ctx0" brushRef="#br0" timeOffset="-8647.99">29660 3969 3 0,'0'0'136'16,"0"0"-2"-16,-8-3-13 0,8 3-11 0,0 0-13 15,0 0-11-15,0 0-9 0,-12 4 3 0,12-4-1 16,-3 15 8-16,-1-1 19 0,2 2-9 0,-2 2-4 16,0 1-12-16,0 5-7 0,2 1-4 0,-2-7-6 15,0 3-4-15,3-2-7 0,0 1-7 0,1-1-4 16,-3 2 0-16,3 3-4 0,-1-4-3 0,-1-1-26 15,0-4-46-15,2 3-18 0,-1-2-38 0,2-1-30 16,-1-2-28-16,0-2-93 0,0-2-264 16,0-9 117-16</inkml:trace>
  <inkml:trace contextRef="#ctx0" brushRef="#br0" timeOffset="-8165.84">29785 4041 121 0,'0'0'168'0,"3"-7"-15"0,-3 7-16 15,0 0-13-15,0 0 6 0,0 0-2 0,10 15-1 16,-7-5-3-16,-1 5-10 0,2 2-6 0,-3 1-11 16,2 1-10-16,-2 0-8 0,0 5-3 15,-2-6-10-15,2 0-6 0,1-1-4 0,-4-3-4 16,1-1-2-16,1-1-8 0,-2-2-3 0,2 0-4 15,-2-1-4-15,1-2-11 0,1-7-3 0,-1 12-9 0,1-12-1 16,0 7 1-16,0-7-1 0,0 0-12 0,0 9-3 16,0-9-2-16,0 0 3 0,10 0-6 15,-10 0 5-15,24-7-2 0,-7 2 1 0,2 0 4 16,0 0-6-16,9 1 2 0,-7 0 3 0,1 0 3 16,-2 2 26-16,8-4-5 0,-1 4 6 0,-7-1-8 0,3 1 1 15,-2-3-3-15,-1 3-1 0,-1-1 2 0,-2 0 6 16,-3 1 1-16,-2-1-1 0,0-1 9 15,-3 1-7-15,0-3 1 0,-2 2 0 0,-1 0 3 16,-1-1 5-16,-1-2-1 0,0 1 5 0,-4 6-6 16,1-14 1-16,-1 8-5 0,0 6-3 0,-4-16-2 15,2 10-2-15,-2-1 0 0,0 2-4 0,-2 1 0 16,6 4-4-16,-12-6-4 0,12 6-2 0,-18 3-1 16,8 1-1-16,1 3 0 0,-2 0 3 0,2 3 1 15,-2 2-4-15,4-2-11 0,-1 1-11 0,6 0-18 16,-2 1-24-16,2 0-31 0,4 0-42 0,2 0-41 15,1-1-42-15,2 0-134 0,2-2-379 0,0-2 167 16</inkml:trace>
  <inkml:trace contextRef="#ctx0" brushRef="#br0" timeOffset="-7949.9">30542 4128 119 0,'2'-7'249'0,"0"3"-21"0,-2 4-19 0,5-7-19 16,-5 7-23-16,5-6-20 0,-5 6-12 0,0 0-13 16,0 0 0-16,0 0-3 0,6 24 7 0,-4-11-10 15,1 3-9-15,-1 0-8 0,0 2-11 0,1-1-10 16,-3 2-5-16,4 0-19 0,-6 0-17 0,1-2-26 16,2-1-28-16,-2 1-45 0,1-1-52 0,3-5-58 15,-3 0-201-15,-2 0-402 0,2-11 178 0</inkml:trace>
  <inkml:trace contextRef="#ctx0" brushRef="#br0" timeOffset="-7560.05">30731 4275 160 0,'0'0'199'0,"-1"-10"-7"0,-1 0-14 15,4 1-17-15,0-1-9 0,3-1-7 0,-1 0-16 16,4-2-12-16,2-1-13 0,-2 4-6 0,3-1-13 16,1 2-5-16,-2 2-10 0,-1 3-6 0,2 1-12 0,0 1-8 15,-1 2 1-15,1 2-7 0,1 3-4 16,-1-1-4-16,-2 4-3 0,-1 1-4 0,0-1 0 16,-1 3-2-16,1-1-2 0,-4 2-15 0,0-1-32 15,0 2-21-15,1 2-42 0,0-3-36 0,-1-1-50 16,-3-1-127-16,-1 0-329 0,0-10 146 0</inkml:trace>
  <inkml:trace contextRef="#ctx0" brushRef="#br0" timeOffset="-6755.67">31141 4134 29 0,'-4'-9'230'0,"4"9"-11"0,-3-5-25 15,3 5-14-15,0 0-16 0,-11 0-9 0,11 0-8 16,-12 11 4-16,5-1-11 0,1-1-10 0,-3 1-12 16,0 3-14-16,4-1-6 0,0-1-9 0,0 0-8 15,1 1-10-15,0 1-6 0,3-2-5 0,0-1-3 16,2 2-8-16,1-3-1 0,3-1-3 0,0 1-10 16,2-1-4-16,1-3-13 0,-2 0-3 15,3 2-7-15,2-5-6 0,0-2-7 0,3-1-2 16,-4 0-1-16,3-1 3 0,-3-3-1 0,-1 0 1 15,1-4-4-15,-2-1 3 0,-1 0 2 0,0-6-1 16,0-2-4-16,-4 0 5 0,3-7-2 0,-3-1 1 0,0 1-3 16,-1-1 3-16,2 0 1 0,-4-3 1 0,-1 4-1 15,3-1 1-15,0 6 0 0,-1 2 8 0,-1 0 4 16,1 2 6-16,-1 3 1 0,0 4 6 16,-1 2 1-16,3 0-4 0,-2 7 1 0,0-9-7 0,0 9-5 15,0 0-3-15,0 0-2 0,0 0 3 16,0 0-5-16,0 0 2 0,-3 32 0 0,1-12 2 15,-2 7-2-15,2-2 1 0,-1 3 2 0,-1-1-4 0,3-2 5 16,0-5 0-16,2-1 1 0,0 0 1 0,1 0-1 16,0-3 3-16,2 1-2 0,-1-4-1 15,1-3 1-15,2 2 1 0,-1-3 2 0,0 1-1 16,1-3 1-16,2 1-3 0,1-3 6 0,-1 1-3 16,-1-4-5-16,0 1 3 0,2-2 0 0,-9-1-9 15,16 0-2-15,-9-3-3 0,4-1 2 0,-3-2-2 16,-2-4 1-16,2 1-7 0,0-1 3 0,-3-2-1 0,1-3 0 15,1-2 2-15,-2 2-1 0,-2 0-3 16,0-2-1-16,0-1 0 0,-1 2 0 0,1 5 4 16,-5 2-2-16,4 3 3 0,-2 6-4 0,1-11-2 15,-1 11-2-15,0 0-1 0,3-5-2 0,-3 5 3 16,0 0 2-16,0 0-1 0,-2 27 5 0,0-14-1 16,0-2 1-16,0 3 4 0,3 2-1 0,0-1 1 15,-1-2-2-15,2-2 5 0,-2 3-2 0,2-2 2 16,3 0 4-16,1-5 0 0,2 3 2 0,3-4 4 15,0 1-3-15,2-3-6 0,0 0 0 0,6-3-2 16,-8-1 1-16,3-1 1 0,-1-1-1 0,-2-2-24 16,-1-2 3-16,-1-1 2 0,0-1 3 0,-2 1 0 15,1-3 3-15,-2 0 0 0,-2-1 1 0,-1 0 6 16,2-4-3-16,-1 3 2 0,-1 0 1 0,0 3 7 16,-2-1 3-16,0 3 5 0,-1 7 1 0,3-12-2 15,-3 12 0-15,1-8-9 0,-1 8-1 0,0 0 2 16,0 0-2-16,0 0-4 0,0 0 3 0,0 0-1 15,0 0 4-15,-1 29 0 0,1-20-2 0,-1 2 3 16,1 1-18-16,0-2-26 0,0 3-31 0,1-3-37 16,0 1-34-16,2-1-32 0,3-1-155 0,-2-3-359 15,1 1 159-15</inkml:trace>
  <inkml:trace contextRef="#ctx0" brushRef="#br0" timeOffset="-6531.8">31875 4042 5 0,'0'0'172'0,"-14"3"-5"15,2 1 2-15,-1 0-1 0,-2 7-2 0,0 0-10 16,0 2-10-16,3 1-10 0,-1-2-7 0,3 3-17 16,2-1-8-16,1 0-14 0,4-1-6 0,-1-1-8 15,3-1-6-15,2 2-10 0,7 1 0 0,2 0-15 16,2-4-26-16,3 1-23 0,2-3-46 0,7 3-23 15,-4-5-54-15,10-3-23 0,-2 1-6 0,0-4-107 16,-9 1-284-16,3-4 126 0</inkml:trace>
  <inkml:trace contextRef="#ctx0" brushRef="#br0" timeOffset="-6303.89">32127 3924 207 0,'0'-9'217'0,"1"3"-8"15,-1 6-16-15,-3-11-25 0,3 11-24 0,0 0-13 16,0 0-17-16,0 0 2 0,0 0 1 0,0 0 3 16,-1 32 5-16,1-13-9 0,-1 6-7 15,-4 0-7-15,3 1-4 0,0 0-5 0,1-1-10 0,-1-6-3 16,1 5-10-16,-2 2-3 0,0-7-8 0,4 0-4 16,-1-1-4-16,-1-2-22 0,2 1-31 0,-1-4-31 15,0-1-26-15,2-2-20 0,-2-10-54 0,2 16-52 16,-1-9-28-16,-1 0-149 0,0-7-392 15,0 0 174-15</inkml:trace>
  <inkml:trace contextRef="#ctx0" brushRef="#br0" timeOffset="-5849.6">32068 4098 44 0,'19'0'100'15,"3"-3"-3"-15,3 0-5 0,-2 2-12 0,5-1-7 0,2 2-8 16,-2-1-5-16,-6 0-6 0,-3-1-7 0,1 2-5 16,-7-3-4-16,1 3 8 0,-2-4 11 15,-3 4 10-15,-1-2 16 0,-1 1 10 0,-7 1 0 16,12-1 5-16,-12 1 6 0,8-3-9 0,-8 3 1 16,0 0-7-16,7-2-8 0,-7 2-11 0,0 0-6 15,0 0-5-15,0 0-2 0,0 0-4 0,-19 16-3 0,10-5 2 16,-3 3-5-16,-1-3 6 0,1 1-7 0,1 1-9 15,2-3-2-15,3 0-5 0,2 1-1 16,-2 0-5-16,1-1 2 0,1 1-4 0,3-1-2 16,-1-2-4-16,2-8 3 0,3 11-4 0,1-6-3 15,2-1-1-15,-1 2-6 0,4-4-3 0,-1-1-2 16,1 0-5-16,1-1-7 0,0-2-1 0,0 0-6 0,-1-1 3 16,2-1 2-16,-1 0 1 0,0-4-4 15,-1 2 3-15,-3-1 1 0,3 0-1 0,-2-2 0 16,-1-1 2-16,1 2 3 0,-4-1 0 0,4 1 1 15,-4 3 6-15,-3 5 3 0,6-8 1 0,-6 8-11 16,5-5 0-16,-5 5 2 0,0 0-1 0,0 0-2 16,0 0 2-16,0 0 1 0,0 0 1 0,1 22 5 15,-1-22-19-15,-4 18-37 0,3-7-29 0,1-11-39 16,-4 20-41-16,4-9-22 0,0-1-102 0,-3-1-315 16,3-9 140-16</inkml:trace>
  <inkml:trace contextRef="#ctx0" brushRef="#br0" timeOffset="-5651.72">32610 4142 92 0,'6'-8'138'0,"-1"3"-3"0,0 1-15 0,0 0-14 16,-5 4-8-16,9-4-10 0,-9 4-1 0,0 0 0 15,13 8-2-15,-10-2-14 0,1-1-3 0,-1 4-8 16,0-1-4-16,-1 4 1 0,1-2-11 0,-3 3-1 15,1-3-20-15,-1 1-39 0,2 0-42 0,-1-1-55 16,1-1-104-16,-2-9-230 0,3 10 101 0</inkml:trace>
  <inkml:trace contextRef="#ctx0" brushRef="#br0" timeOffset="-5261.91">32988 4034 28 0,'0'0'191'0,"0"0"-2"16,0 0-9-16,0 0-3 0,0 0 24 0,0 0-12 15,-75 45-10-15,62-29-18 0,13-16-12 0,-21 30-8 16,21-30-14-16,-15 30-18 0,15-30-3 0,-5 28-12 0,5-28-7 16,0 0-5-16,5 40-6 0,-5-40-3 15,0 0-6-15,26 30-6 0,-26-30-13 0,30 18 2 16,-30-18-4-16,41 9-5 0,-41-9-11 0,44 3 6 15,-44-3-3-15,42-1-2 0,-42 1-2 0,41-8-2 16,-41 8-5-16,39-13-2 0,-39 13-4 0,35-20-8 16,-20 7 7-16,-15 13-6 0,27-28-1 0,-27 28-5 15,17-31 2-15,-17 31-6 0,14-33 6 0,-14 33-15 16,7-22 12-16,-7 22 0 0,0 0-4 0,0 0 3 16,0 0-2-16,5-32-4 0,-5 32 0 0,0 0 0 15,0 0 5-15,0 0 4 0,0 0 0 0,0 0 5 16,0 0-4-16,-83 49-6 0,83-49 9 0,-19 26-5 15,19-26 3-15,-9 24-11 0,9-24-17 0,0 0-22 16,4 39-28-16,-4-39-49 0,0 0-50 0,31 37-68 16,-31-37-177-16,27 18-448 0,-27-18 198 0</inkml:trace>
  <inkml:trace contextRef="#ctx0" brushRef="#br0" timeOffset="-4668.37">30625 3898 136 0,'-2'-6'263'0,"2"6"-16"16,0 0-7-16,-4-7-15 0,4 7-15 0,0 0-19 16,-5-3-23-16,5 3-13 0,0 0-20 0,0 0-16 15,0 0-28-15,0 0-33 0,-4-7-34 0,4 7-36 16,0 0-29-16,0 0-28 0,0 0-53 0,0 0-63 15,0 0-121-15,0 0-331 0,0 0 147 0</inkml:trace>
  <inkml:trace contextRef="#ctx0" brushRef="#br0" timeOffset="-3579.62">20293 5717 126 0,'0'0'245'16,"0"0"-21"-16,0 0-20 0,3-12-19 0,5 3-17 16,1 1-14-16,1-6-13 0,6-7-12 0,4 2-11 15,3-1-11-15,1-2-8 0,-2 0-10 0,1 2-7 0,-1-2 1 16,-4 4-3-16,-6 1-3 0,1 2-3 15,1 0-4-15,-2-1-7 0,-2 3-2 0,-1-3-9 16,-1 0 5-16,-3 2-3 0,1-1-6 0,-2 5-6 16,-1-2-5-16,2 2-2 0,-5 3 1 0,1 1-1 15,-1 6 0-15,1-10-4 0,-1 10-5 0,3-6-2 16,-3 6-6-16,0 0-12 0,0 0 6 0,0 0-2 16,-7 22 1-16,1-5 1 0,1 2 0 0,-3 7 0 15,0-1-3-15,1 0 2 0,3-7-6 0,3 1 2 16,1-1-19-16,1-3 3 0,2-2 6 0,2-2 1 15,0 0-7-15,0-1 1 0,3-2 5 0,1-1 6 16,3-1 1-16,3-2-7 0,2-2 1 0,1-2 0 16,1-2 1-16,0-1 1 0,-2-3 1 0,2 3-5 15,-3-4 2-15,0-1 4 0,-2-2-1 0,-2 1-4 16,-3 0 3-16,-1-1 0 0,2-3 0 0,-4 2-1 16,-1 0 1-16,0 2-1 0,0-7 1 0,-2 4 0 15,-2 1-1-15,2-4-1 0,-3 2 3 0,0 3-4 16,0-1 2-16,0 11-2 0,1-11 2 0,-1 11-6 15,0-8 0-15,0 8 2 0,0 0 3 0,0 0-7 16,0 0-2-16,0 0 7 0,0 0 2 0,-4 28 5 16,2-15-1-16,-1 3 0 0,1 2 1 0,-2 0 0 15,2 1 1-15,-1 0-1 0,0-2-5 0,0 2-16 16,1-2-4-16,1 2-15 0,-4-3-25 0,2 1-29 16,-1 1-35-16,2-4-43 0,-1-2-42 0,-1 5-188 15,-2-8-430-15,-1 1 190 0</inkml:trace>
  <inkml:trace contextRef="#ctx0" brushRef="#br0" timeOffset="-3406.36">20521 5235 53 0,'0'0'23'0,"18"17"-36"16,-7-9-14-16,5 2 7 0</inkml:trace>
  <inkml:trace contextRef="#ctx0" brushRef="#br0" timeOffset="-2900.03">21378 5307 37 0,'6'-5'250'0,"-6"5"-3"16,4-4-20-16,-4 4-13 0,0 0-21 0,0 0-19 15,9-3-19-15,-9 3-17 0,0 0-16 0,5 12-7 16,-2 0 5-16,-1 3-9 0,1 4-8 0,1 7-12 16,-1 1-4-16,2-2-11 0,0-1-4 0,-1-5-8 15,1-1-5-15,1 1-7 0,-3-2-4 0,4 0-5 16,-3-2-4-16,1 0-3 0,-1-3 8 0,-1 0-12 15,3-2-5-15,-4-2-1 0,2-2-4 0,1 0 0 16,-3-1 0-16,-2-5-7 0,4 9 4 0,-1-5-4 16,-3-4 3-16,3 6 0 0,-3-6 1 0,5 4 4 15,-5-4-10-15,0 0 2 0,0 0-6 0,11-9-8 16,-3 2-2-16,-1-2-2 0,6-5-5 0,-1 1-3 16,-3-3-5-16,7-5-4 0,-2 0-3 0,0-1 3 15,-2-1-3-15,-2 1-3 0,-1 3-4 0,1-5 1 16,-1 1-4-16,-1-3-1 0,-2 7 14 0,-2 0-3 15,-1 3 0-15,-1 0 0 0,0 0 8 0,-2 5 0 16,-2-1-1-16,1 2 7 0,0 1-4 0,-2 0 4 16,2 0-2-16,-2 4-4 0,3 5 4 0,-5-9-1 15,5 9-1-15,-6-7 2 0,6 7 1 0,-9 0 0 16,9 0 7-16,0 0-11 0,-18 7 6 0,13-3-9 16,-3 2 7-16,4 1 0 0,-1 0 3 0,3 0-2 15,-1 3 0-15,1-1-3 0,2-9-4 0,5 14-11 16,1-6-8-16,0-1-10 0,6 0-9 0,1 0-19 15,3-1-29-15,6-2-20 0,5-1-26 0,5 3-7 16,-3-4-4-16,2-2-118 0,0 0-301 0,-2-1 133 16</inkml:trace>
  <inkml:trace contextRef="#ctx0" brushRef="#br0" timeOffset="-1981.87">22088 5302 44 0,'0'0'106'0,"12"-7"15"0,-12 7 14 15,0 0-13-15,1-8-3 0,-1 8-5 0,0 0 3 16,0 0-22-16,0 0-1 0,0 0-1 0,-32 0-9 15,32 0 1-15,-24 8 11 0,6-1-5 0,1 3 0 16,3 2-7-16,-2 0-8 0,0 2-6 0,3 0 1 16,0 1-5-16,3 2-10 0,1-2-9 0,3-1-1 15,2-2-7-15,2-2-2 0,2 0-4 0,0 1-4 16,2-1 1-16,3-1-2 0,-1 0-2 0,0-3-5 16,4 1-2-16,0-2-8 0,2-1-2 0,1-4-5 15,-1 3-1-15,3-5-2 0,-3 2-1 0,1-1-1 16,0-2-1-16,-2-2-3 0,0 0 4 0,2-1 1 15,0 0 0-15,-4-1 0 0,1-1 6 0,-2-2-1 16,0-1 4-16,-3-1 0 0,3 1-1 0,-5 0 3 16,1-3 9-16,1 5 3 0,-1-2-1 0,1-1-5 15,-2 2 6-15,0 0 1 0,-1 4-1 0,0 6 0 16,0 0-4-16,0-13 4 0,0 13-14 0,0 0-9 16,2-7 2-16,-2 7 1 0,0 0-1 0,0 0-3 15,0 0 5-15,-2 30 1 0,2-18-1 0,-1 1-1 16,0 3 1-16,1 0-1 0,1-5 1 0,2 2-2 15,1 2 1-15,-2-4-2 0,5 0 4 0,-2-1-1 16,4 0-2-16,-3-1 2 0,4-1 3 0,-2-3-2 16,5 2 0-16,-3-2 0 0,1-1 1 0,2-3 2 15,6-1-5-15,-6 0 2 0,6-1 3 0,-2-3-2 16,2-2-1-16,-3 0-3 0,-4 3 3 0,-2-5 5 16,1 0-10-16,0-3-5 0,-3 0-4 0,0 1 4 15,-2-5-3-15,2 1-1 0,-3-3-1 0,-3-1 1 16,-2 0 0-16,-2 0-2 0,-2-1 3 0,-1 2 0 15,-3 4 0-15,2-3 1 0,-2 2 1 0,0 2 6 16,-2 4-1-16,2 1-1 0,-1 0 2 0,2 2-2 16,-3 2 0-16,1 0-2 0,1 2-1 0,8 1-2 15,-14 0 2-15,14 0-5 0,-9 2 5 0,9-2 1 16,-5 4-1-16,5-4 3 0,0 0 1 0,0 0-2 16,10 15 5-16,-3-11-3 0,4 1 2 0,2-4 0 15,1 1 0-15,6-1 0 0,2-1-3 0,0 2 1 16,-4-5 2-16,-2 6-3 0,-2-3 0 0,-1 0 2 15,-1-2-5-15,-3 4 2 0,-2-2-2 0,1 1 1 16,-8-1 1-16,13 3-3 0,-8-1 2 0,2 2 0 16,-3 0 0-16,1 5 2 0,-1-1 5 0,0 1 0 15,-3 4-1-15,-1-1 2 0,2-1 3 0,-1 6 3 16,0-2 1-16,-1 3-1 0,2-6 1 0,-2 0-1 16,1 0 0-16,1 0-3 0,2-1 1 0,-1 0-5 15,0-2 3-15,3 0-3 0,-1-2 6 0,0-3-2 16,1 3-1-16,1-2-2 0,-1-4 4 0,3 1-4 15,1 0 6-15,3-1-5 0,-3-2 4 0,2-1-4 16,-2-1 0-16,0 0 4 0,2-4-3 0,-3 0-5 16,0-2-3-16,1-1 3 0,-1-3 1 0,-2-1-7 15,0 0 2-15,2-6-6 0,-3 4-2 0,-1-7 3 16,-1 5-2-16,1 2 3 0,-1-1 1 0,-4 5 3 16,1 3 4-16,1 1 10 0,0 1 2 0,-1 1 3 15,-1 6-3-15,0-8-5 0,0 8 1 0,2-8-9 16,-2 8-4-16,0 0 1 0,0 0 1 0,0 0 0 15,0 0 4-15,-7 22 1 0,5-11 1 0,2 0-2 16,0 0 1-16,0 1 1 0,0 1-1 0,0 3 3 16,0-2 0-16,0-2 3 0,0 0-14 0,2 0-25 15,0 1-33-15,1-2-42 0,0 1-53 0,1-1-52 16,0 0-169-16,-3-2-408 0,-1-9 181 0</inkml:trace>
  <inkml:trace contextRef="#ctx0" brushRef="#br0" timeOffset="-1810.36">22633 5178 22 0,'-7'-1'68'0,"7"1"-26"0,0 0-42 0,0 0-22 16,0 0-25-16,0 0 11 0</inkml:trace>
  <inkml:trace contextRef="#ctx0" brushRef="#br0" timeOffset="-1401.33">23260 5266 168 0,'0'0'211'0,"0"0"-5"16,-18-9-15-16,18 9-10 0,-23 6-2 0,7 0-8 15,-1 2-11-15,-9 4-6 0,2 1-4 0,0 3-10 16,2 0-9-16,6-2-7 0,1 1-7 16,0-1-12-16,6-2-10 0,0 2-8 0,2-3-6 0,2 0-13 15,1 1-6-15,1-2-3 0,2-1-7 16,1 1-4-16,2-4-6 0,1 0-4 0,2 1-5 0,3-3-10 16,1 2-6-16,2-4-4 0,3 0-4 0,0-4-6 15,5 0-2-15,-1-1-3 0,2-3 7 0,-1 0-9 16,-4 0 0-16,0 0-4 0,1-3-1 15,-2-1 3-15,-4 3 1 0,-1-7 2 0,-1 5-3 16,0-5 0-16,-2 2 4 0,1-2-1 0,-1 0 1 0,-3 4-2 16,1 1 0-16,-1-1 0 0,-2 3 2 0,-1 7 6 15,4-8-5-15,-4 8-8 0,1-7 3 0,-1 7-6 16,0 0 4-16,0 0-6 0,0 0 5 0,0 0-2 16,0 0 6-16,3 26-1 0,-3-15 2 0,0 3 0 15,0 0 4-15,0 3 2 0,0-2 1 0,2-1-4 16,3 2 2-16,0-1-12 0,3-1-21 0,-3-2-26 15,3-1-30-15,2 1-40 0,-1-2-48 0,0-4-37 16,-1 2-165-16,3-2-409 0,-3-1 181 0</inkml:trace>
  <inkml:trace contextRef="#ctx0" brushRef="#br0" timeOffset="-975.83">23508 5183 30 0,'0'0'251'0,"0"-13"-26"0,0 9-22 0,0 4-20 0,0 0-25 16,0 0-21-16,0 0 3 0,0 0 2 15,0 0-1-15,0 27-2 0,-1-7-10 0,0 5-7 0,1-2-5 16,0 4-3-16,0-1-10 0,0-2-5 0,0 1-11 16,0-5-1-16,1-3-13 0,-1 2-4 15,0-7-8-15,0 1-7 0,0-1-5 0,1-2-4 16,0-1-5-16,-1-2-2 0,0-7-4 0,2 11-2 15,-2-11 1-15,0 9-1 0,0-9-3 0,0 0 3 0,-2 8 8 16,2-8 2-16,0 0 7 0,0 0 4 0,0 0-6 16,0 0-6-16,0 0-2 0,0 0-6 0,0 0-13 15,12-19-7-15,-6 10-8 0,2-1-6 16,0 1-8-16,6-4-1 0,-1 5 5 0,3-2-5 16,-2 2 2-16,0 2-1 0,-4 1-11 0,1 2-5 15,0 2-1-15,-11 1 4 0,23 2 2 0,-14 1-1 0,-1 3 3 16,1 1 3-16,-2 2-1 0,-2 0 6 15,1 1 1-15,-4-1 5 0,-1 2-1 0,1-1 9 16,-2 0 0-16,-2 0 4 0,-3 0 2 0,0-1 0 16,-1 0-6-16,-4 0-7 0,-2 2-10 0,3-4-16 15,-2 1-25-15,-1-2-24 0,-1-2-35 0,-2 1-34 0,5-2-45 16,-2-2-46-16,1 0-194 0,11-1-466 0,-19-2 206 16</inkml:trace>
  <inkml:trace contextRef="#ctx0" brushRef="#br0" timeOffset="-748.11">23859 5182 240 0,'3'-4'222'0,"-3"4"-17"0,3-8-20 0,-3 8-22 16,0 0-16-16,0 0-3 0,0 0 2 0,0 0 15 15,9 19-6-15,-9-9 0 0,1 7-11 0,0 0-11 16,-1 0-1-16,-1-1-1 0,1 3-15 0,-1 1-12 15,-2-1-8-15,2 0-7 0,1 2-8 0,0-3-18 16,-3 1-36-16,2-2-28 0,0-1-29 0,1 3-31 16,-2-6-27-16,2 1-40 0,0-3-45 0,-1 0-43 15,1 1-175-15,1-2-423 0,-1-10 188 0</inkml:trace>
  <inkml:trace contextRef="#ctx0" brushRef="#br0" timeOffset="-494.18">23907 5602 15 0,'0'0'166'16,"16"-9"3"-16,-9 5-8 0,4-3-5 0,1 0 1 15,2-2-7-15,0-1-4 0,1-1-6 0,2 0-8 16,-3 0-7-16,2 1-3 0,-1-1-5 0,0 0 0 16,-4 0-4-16,2 0-10 0,-1 1-9 0,-1-4-5 15,-3 0-2-15,1 1-2 0,-3 1-1 0,-1-5-4 16,-1 6-1-16,-1-1 5 0,-2 2-5 0,0 0 0 16,-1 2 4-16,0 8-4 0,-1-14 0 0,1 14-4 15,-2-10-7-15,2 10-8 0,-8-3-13 0,8 3-5 16,0 0 0-16,-26 14-1 0,12-1-5 0,0 0-3 15,1 2-7-15,1 0 1 0,3 0-3 0,0 2-6 16,2-2-1-16,5 2-10 0,-2 1-20 0,4-8-22 16,4 6-24-16,2-6-37 0,3 0-49 0,5 0-50 15,4-4-71-15,2 2-222 0,1-4-527 0,6 0 233 16</inkml:trace>
  <inkml:trace contextRef="#ctx0" brushRef="#br0" timeOffset="-355.15">24460 5528 73 0,'0'0'261'16,"0"0"-28"-16,0 0-18 0,0 0-35 0,0 0-29 15,0 0-37-15,0 0-46 0,0 0-51 0,0 0-70 16,0 0-158-16,0 0-226 0,0 0 100 0</inkml:trace>
  <inkml:trace contextRef="#ctx0" brushRef="#br0" timeOffset="3769.85">24546 5566 126 0,'-1'-12'219'16,"1"12"-17"-16,0 0-17 0,0 0-6 0,0 0-12 15,0 0-12-15,0 0-12 0,0 0-16 0,0 0 4 16,0 0-14-16,0 0-14 0,0 0-9 0,0 0-6 16,0 0-9-16,0 0-10 0,0 0-29 0,0 0-33 15,0 0-39-15,-2 28-48 0,2-28-37 0,2 13-36 16,-4-6-156-16,-2 2-333 0,2-3 147 0</inkml:trace>
  <inkml:trace contextRef="#ctx0" brushRef="#br0" timeOffset="4098.8">25014 5299 89 0,'4'-12'263'0,"-4"1"-13"15,1 3-11-15,1 0-30 0,-2-1-9 16,0 1-6-16,0 8-11 0,0 0-16 0,0-12-16 16,0 12-13-16,3-7-22 0,-3 7-16 0,0 0-11 15,0 0-11-15,0 0-2 0,0 0-16 0,0 0-6 16,0 0 0-16,0 39-10 0,-3-15-6 0,3-4 1 0,-3 7-3 16,1 0-6-16,1 0-2 0,1 0 0 15,-3-1-3-15,3-1 1 0,0 0-8 0,0-6 1 16,0-1-5-16,2 1-12 0,-4 0-18 0,2-3-27 15,0 1-27-15,0-2-35 0,0 2-34 0,0-5-48 16,2 0-41-16,-4 0-151 0,2-2-409 0,-4-1 181 0</inkml:trace>
  <inkml:trace contextRef="#ctx0" brushRef="#br0" timeOffset="4364.66">24942 5300 9 0,'18'-7'143'0,"2"6"-10"0,3 1-5 0,5 3-4 15,0 0 3-15,0 1-6 0,-2 8 3 0,1 1-13 16,-8-3-5-16,7 6-9 0,-6 3-11 0,-6-5-4 16,0 2-5-16,-1 0-9 0,0 0-5 0,-4 3 2 15,-4-2-7-15,0 2 2 0,-5-3 2 0,-1 3-6 16,-3 0 0-16,-6-1-2 0,-6 6-9 0,-3-4-8 15,0-2-16-15,-4-1-20 0,0-4-11 0,0 1-21 16,-4-4-16-16,8-3-31 0,2-3-20 0,4-3-25 16,-1 1-20-16,-1-2-121 0,1 2-286 0,1-2 126 0</inkml:trace>
  <inkml:trace contextRef="#ctx0" brushRef="#br0" timeOffset="4659.63">25210 5645 128 0,'22'-5'141'0,"3"-4"-5"16,-3 6-6-16,6-7-4 0,-1 2-8 0,3-2-16 16,-5 2-6-16,1-2-10 0,1 1-4 0,-1-3 0 15,-5 3-3-15,-4 0-3 0,4 0 1 0,0-7-14 16,-6 6 14-16,3-3-7 0,-5 0-2 0,-2-3 4 16,-2 7 0-16,0-1 8 0,-4 4 6 0,1-4-5 15,0 2-8-15,-6-1-3 0,0 2-7 0,0 7 1 16,-3-12-5-16,3 12-5 0,-3-12-10 0,1 8-1 15,2 4-8-15,-11 0-5 0,11 0-3 0,-16 9 6 16,5 1-11-16,-7 1 1 0,4 3-3 0,4 0 1 16,-2-1-5-16,3 1-5 0,0 1-1 0,5-1-3 0,-1-1-6 15,5 2-13-15,3-3-16 0,-1-3-16 16,7 6-29-16,-2-4-46 0,7-1-36 0,0 0-48 16,5 1-167-16,-4-4-402 0,3-1 178 0</inkml:trace>
  <inkml:trace contextRef="#ctx0" brushRef="#br0" timeOffset="4887.38">25925 5291 2 0,'-3'-16'257'0,"3"4"-7"16,-2 0-5-16,2 2 0 0,0 3-11 0,0 7-18 0,-2-13-22 15,2 13-24-15,0 0-23 0,0 0-15 16,0 0-16-16,0 0-13 0,0 0-11 0,0 0-7 15,4 36-3-15,-3-10-3 0,1 0-12 0,-4-1-11 16,2 2-1-16,0 0-5 0,-1-1-7 0,2-1-10 16,1-4-26-16,0 2-20 0,-2 3-20 0,0-7-29 15,2 2-43-15,-4-3-48 0,4-4-49 0,-2 4-197 16,-2-5-432-16,-2-2 191 0</inkml:trace>
  <inkml:trace contextRef="#ctx0" brushRef="#br0" timeOffset="5045.62">25868 5381 118 0,'4'-5'135'0,"3"1"-19"0,5 2-32 16,-1 2-36-16,-1-1-44 0,3 2-43 0,-3 3-39 15,4 1-84-15,-5 4 37 0</inkml:trace>
  <inkml:trace contextRef="#ctx0" brushRef="#br0" timeOffset="5548.6">26128 5576 45 0,'12'-5'138'0,"-1"1"-1"0,3-2-6 15,1 1-12-15,-4-2-8 0,-1 0-2 0,5-2-15 16,1 0 4-16,-3 0-7 0,-4 0-7 0,-1 0-6 15,0-1 0-15,-1 1 5 0,-3-3-6 0,1 1-5 16,0-1-1-16,-3 0-2 0,0 1-10 0,-4-1 3 16,0 2 4-16,-3 1 2 0,0 1-7 0,3 1-9 15,-5 0-3-15,3 3-6 0,-3 2-6 0,7 2-6 16,-18-4 0-16,7 8-3 0,-1 2 1 0,-1 5 1 16,0-1-9-16,-1 2 2 0,3-1-5 0,2 3 1 15,0 0-4-15,2 2 1 0,1-2-4 0,-2 0-4 16,6-1 6-16,2-3-5 0,0 2-1 0,4 2 3 15,-2-5 1-15,6 1-4 0,-3 0 1 0,3-2-1 16,7 2 1-16,-5-2 1 0,-1 0-2 0,9-1 3 16,1-3-7-16,-10 0-1 0,8 0-6 0,-3-4 1 15,-1 1-10-15,-1-1-3 0,1-1 1 0,1 1 1 16,-5-3-1-16,1-1-6 0,-1-1-3 0,3-2-4 16,-6 0 6-16,3-2 2 0,-1-1-6 0,2-3 5 15,-5 3 7-15,1-5 1 0,2-1 2 0,-2 0 1 16,1 0-4-16,-3 3 0 0,1-2 5 0,-1 4-1 15,4-5 0-15,-2 8 7 0,-2-1 4 0,-2 4 4 0,1 0-4 16,-3 5-1-16,6-8-1 0,-6 8 0 16,0 0 4-16,8 0 1 0,-8 0 0 0,9 8-2 15,-5 1 2-15,2 0 1 0,-3 0-4 0,1 2 1 16,1 0 1-16,-1 2 3 0,1 1-23 0,-3-2-17 16,2 0-32-16,-1 1-39 0,-1-2-35 0,0 2-41 0,0-1-117 15,0-3-321-15,1 1 142 0</inkml:trace>
  <inkml:trace contextRef="#ctx0" brushRef="#br0" timeOffset="6314.46">26677 5445 38 0,'0'-7'177'0,"0"7"-26"0,0 0-14 0,0 0-15 16,0 0-12-16,0 0 8 0,0 0 2 0,8 19-9 15,-5-8-4-15,2 0-9 0,-1 3-5 0,-2-2-11 16,0 1-1-16,0-2 0 0,-2 1-6 0,0-1-2 16,1 0-12-16,1-4 1 0,0-1-8 0,-2-6-4 15,0 12 4-15,0-7 3 0,0-5 11 0,0 0 9 16,0 11 9-16,0-11 14 0,0 0 2 0,0 0-3 16,0 0-9-16,0 0-12 0,0 0-7 0,0 0-5 15,0 0-5-15,4-26-7 0,-4 17-5 0,2-3-5 16,2-2-6-16,0-4-8 0,2 2-1 0,-1-4-5 15,1 4-8-15,6-12-5 0,-1 6-1 0,-2 6 0 16,3-2-4-16,-1 3-3 0,-1 6-4 0,0-3 0 16,-1 5-4-16,1 1-3 0,-2 3-11 0,1 2-1 0,-9 1-1 15,17 4 5-15,-7 2 1 0,-4 1 1 0,5 6 1 16,-3 3 2-16,0-6-1 0,-3 7 7 16,-1-5-6-16,0 4 4 0,1-2 1 0,0 1 3 15,-3-2-1-15,1-1 1 0,-3-1 0 0,6-3 3 16,-6-2 6-16,2 1-5 0,0-1 1 0,-2-6 9 0,0 0-6 15,1 11-2-15,-1-11 6 0,0 0 3 16,2 7 0-16,-2-7-2 0,0 0 2 0,0 0 1 16,0 0-5-16,0 0 1 0,0 0-4 0,0 0-4 15,4-26 4-15,0 16-1 0,2 1-2 0,0-4-5 16,-1 2-5-16,3-6-1 0,-3 6-5 0,7-5 6 0,-4 1-5 16,3 1-7-16,3 2 3 0,-5 5 1 15,0-1 0-15,0 0-4 0,0 5-1 0,-3 0 4 16,3 2-6-16,-9 1 5 0,14 6 1 0,-8-2 1 15,3 2 4-15,-1 1 9 0,-2 0-8 0,1 3 2 16,1 1 7-16,-2-2-4 0,5 2 2 0,-3-2 0 0,1-1 1 16,5 2 1-16,1-2 1 0,-3-2 3 0,6 1 1 15,4-7-2-15,7 1 0 0,-8-1 3 16,-1-1-1-16,-2-2 0 0,1-3 1 0,-4-1 0 16,-2 4 2-16,-2-4-1 0,-2 0 4 0,0-4-7 15,1-2 2-15,-4-3 0 0,0 5 0 0,-1-4 1 0,-3 2-2 16,0-4 2-16,-2 6-4 0,0 0 2 15,-2 1-2-15,2 0 7 0,0 1 1 0,0 9-1 16,-2-14-6-16,2 14-2 0,2-6-4 0,-2 6-1 16,0 0-2-16,0 0 3 0,0 0 1 0,0 0 4 15,0 0 4-15,-8 29 0 0,3-19-2 0,3 0 5 0,0 2-5 16,2 1 3-16,-2 0 9 0,1 2-11 0,1 2 0 16,1-7-17-16,-1 2-28 0,4-1-24 0,-2-2-25 15,2 3-45-15,1-4-53 0,-1 1-39 16,2-1-162-16,0 1-420 0,-2-5 186 0</inkml:trace>
  <inkml:trace contextRef="#ctx0" brushRef="#br0" timeOffset="6479.6">27384 5106 130 0,'0'0'86'0,"-2"-7"-23"0,2 7-10 16,0 0-28-16,0 0-33 0,0 0-51 0,18 20-63 16,-11-11 29-16</inkml:trace>
  <inkml:trace contextRef="#ctx0" brushRef="#br0" timeOffset="6902.62">27597 5445 158 0,'0'0'219'0,"0"0"-1"0,0 0-3 16,0 0-13-16,14-9-18 0,-11 2-13 0,1 3-16 16,1-2-13-16,1-2-4 0,2 2-20 0,3-4-13 15,-1-2-8-15,4 1-8 0,-1 0-9 0,2 1-10 0,-1 1-5 16,-3 1-11-16,1 3-3 0,-3 1-9 16,-2 3-5-16,6-2 1 0,-8 3-11 0,-5 0-5 15,13 2 0-15,-5 2-5 0,-2 1-2 0,0 0-1 16,-1 5-3-16,2-2-5 0,-1 1 5 0,1-1-1 15,-2 2-1-15,3-3 2 0,-3 3-1 0,6-3 4 16,-2 1-6-16,0-2 11 0,5-1-9 0,-3-2 9 16,9 1-8-16,-2-4 0 0,3 2-3 0,-4-4 2 15,-3-1-5-15,6-1 4 0,-3 0-2 0,0-2 0 0,-7-1 0 16,0 1-3-16,0-3 3 0,0-3-1 16,-2 1-2-16,-1 0 5 0,-1 0-7 0,-2 0 3 0,-2-1-2 15,4-3 0-15,-5 4 5 0,-1-1 1 16,0 2 2-16,-1 3 0 0,1 7-2 0,0-13 0 15,0 13-4-15,-6-7-3 0,6 7-3 0,-11-1 0 0,11 1-3 16,-18 7 3-16,6 0 0 0,-1 5 2 0,2 0-2 16,-3 0 0-16,3 3-1 0,2 0 0 0,0-2-13 15,5 1-17-15,1 0-23 0,5 0-27 0,2 2-53 16,1-2-57-16,7-1-61 0,-1 2-132 16,16-4-417-16,2-3 185 0</inkml:trace>
  <inkml:trace contextRef="#ctx0" brushRef="#br0" timeOffset="7148.46">28580 5300 1753 0,'8'-23'114'0,"1"-1"-40"0,-5 6 9 0,-1 3-6 0,1 3 4 16,-1 3 20-16,-2-1-1 0,2 3 7 0,-3 0-5 16,0 7-8-16,4-9-3 0,-4 9-21 15,5-6-6-15,-5 6-11 0,0 0-8 0,0 0-4 16,0 0 0-16,0 29 10 0,0-13-3 0,-2 3 0 15,1 7-6-15,-1-2-4 0,-2 1 0 0,4-1-4 0,-3 0-2 16,2-5-7-16,0 6-1 0,-1-6 4 0,2 0-15 16,0-1-18-16,2 1-17 0,-2-3-24 0,-2 1-26 15,4-2-29-15,-4-2-33 0,0-2-43 16,2 0-44-16,1-4-36 0,-1-7-157 0,-5 10-447 16,2-7 199-16</inkml:trace>
  <inkml:trace contextRef="#ctx0" brushRef="#br0" timeOffset="7696.28">28624 5331 15 0,'7'-12'139'15,"0"4"-9"-15,-3-1-9 0,5-1 3 0,-2 0-9 0,2 1-11 16,-1 0-8-16,0 1 13 0,3-1-18 0,-3 0 8 16,-1 2-6-16,3 0-9 0,-2-1 1 0,0 1-9 15,-4 2 10-15,2 0-7 0,2-1-1 16,-4 0-4-16,2 1-15 0,-6 5-1 0,6-8-8 15,-3 4-6-15,-3 4-1 0,6-4-11 0,-6 4-5 0,6-5-4 16,-6 5-1-16,0 0 0 0,0 0-4 0,0 0-4 16,7 13 4-16,-7-5 8 0,1 3 7 15,-2 2 4-15,1 2-3 0,0 2 3 0,-4-1-11 16,1 0 2-16,2 2-8 0,0-1 5 0,0-1-2 16,-4 1-5-16,5-5-2 0,-3 2 2 0,3 1-5 0,-3-3 3 15,2-1-4-15,-1-3 1 0,1 2-13 0,-1-5-3 16,1 4-8-16,-3-4-5 0,4-5-1 0,-3 10-6 15,3-10-4-15,-1 7 1 0,1-7 8 16,0 0 3-16,0 0-2 0,8 8 4 0,-8-8 8 16,10 2 6-16,1-2 5 0,2 0-4 0,4 3 2 0,0-2 6 15,1 1-4-15,1-1 5 0,0 0 0 0,3-2-4 16,-3 1 0-16,3-3 3 0,-1 1-3 16,0 0 1-16,0-1-2 0,0 1 3 0,-3-2-1 15,4 0 1-15,-6-4 0 0,-4 5-2 0,-3-5-1 16,1 1 8-16,-1 0 5 0,-3-2 7 0,1 0-1 15,-2-2 3-15,0 1-4 0,-3-2-2 0,0 0 2 0,-2 3 8 16,0-1 5-16,0 10 8 0,-3-14-2 0,0 8-5 16,3 6 11-16,-5-9-14 0,0 4-3 0,5 5-6 15,-11-4-1-15,2 6-1 0,-3 2-1 0,2 0-1 16,-4 5 0-16,3 4-4 0,0-4-2 0,1 0 1 16,1 5-2-16,0-1 0 0,1-2-10 0,2 1-19 15,4-2-24-15,-1 4-23 0,3-4-38 16,4 5-64-16,3-5-82 0,0-1-202 0,4 0-483 15,5-4 215-15</inkml:trace>
  <inkml:trace contextRef="#ctx0" brushRef="#br0" timeOffset="8314.81">29499 5472 165 0,'10'-15'223'15,"4"0"-3"-15,-3-3-6 0,-1 1-10 0,0-1-15 16,2-6-14-16,-3 0-17 0,2 6-9 0,-1-5-11 0,-2 6-5 16,3-7-8-16,-7 6-11 0,1-2-9 15,-2 1-30-15,-1 0-6 0,1 2 0 0,-2 2-4 16,2 3-5-16,-3 1-3 0,-1 2-10 0,-1-1-3 15,0 4-5-15,2 6-4 0,-4-11-8 0,4 11-6 16,-8-4-4-16,8 4-1 0,-12 1 0 0,3 3-4 0,-2 3 2 16,1-1-2-16,0 1-1 0,3 0 0 15,0-2-7-15,0 1 1 0,4-1 2 0,0 0 0 16,3-5-5-16,0 10-5 0,0-10-1 0,5 12 0 16,3-7-4-16,1 0 3 0,1 0 0 0,1-1-2 15,5 0-1-15,2 1 1 0,-3-3-2 0,-1 1 2 0,-1-2 0 16,0 1-1-16,-1 0-2 0,1-2-1 15,-1 1-1-15,-2 1 5 0,-2-2-2 0,-1 1-4 16,1 2 0-16,-2 0-1 0,-1 2 5 0,4 0 1 16,-1 3-3-16,-4 1 5 0,1 2-2 0,1 3 3 15,0 1 4-15,-4 2 2 0,3 0 1 0,0 0 1 0,-2-1 1 16,1-1 4-16,-1 2-4 0,-1-2 1 16,2-2 1-16,-2 0-12 0,1-4-22 0,-1 3-30 15,3-2-32-15,-1-2-48 0,0-2-42 0,2 0-51 16,0-1-126-16,-1-2-385 0,4-1 170 0</inkml:trace>
  <inkml:trace contextRef="#ctx0" brushRef="#br0" timeOffset="8677.16">30150 5206 28 0,'-6'-4'192'0,"0"1"-8"0,-5 3-5 0,-1 2 5 16,-6 1-12-16,3 4-5 0,-3 3-6 0,1 2-5 15,-2 0-13-15,6 0-11 0,-1 0-14 16,3 2-3-16,1 1-19 0,3-4-11 0,3-1-5 16,2 2-11-16,1-1-6 0,2-3-3 0,3 1 1 15,1 1-6-15,2-3-10 0,4 0 1 0,0-1-10 0,3-2-4 16,-2 1-2-16,7-3 3 0,-6-1-9 0,6-2-3 16,-6 0-2-16,1-3 1 0,-3 1-2 15,0 0-4-15,0-3 0 0,-2 0-2 0,-1-1 2 16,0 0-5-16,-1-1 1 0,-2 3-1 0,1-5 1 15,0-1-3-15,-3 1 0 0,4 0-1 0,-5 3 11 16,1 0 3-16,-3 7 0 0,4-7-7 0,-4 7-2 16,4-6-6-16,-4 6-3 0,0 0-3 0,0 0-1 15,0 0 2-15,0 0 1 0,0 0-2 0,7 20 6 16,-7-12-3-16,0 3 8 0,2-1-7 0,-2 2-21 16,2-2-29-16,2 3-29 0,-3-1-43 0,0-1-54 15,2 2-49-15,-2-1-176 0,-1-1-431 0,3 0 190 0</inkml:trace>
  <inkml:trace contextRef="#ctx0" brushRef="#br0" timeOffset="9060.82">30353 5282 64 0,'2'-5'203'0,"-2"5"-22"15,4-6-17-15,-4 6-22 0,0 0-1 16,0 0-7-16,0 0 6 0,9 20 0 0,-8-9-5 15,1 1-14-15,-1-2-4 0,0 2-12 0,2 0-4 16,-2 0-7-16,2-2-5 0,-3 1-6 0,2-3-6 16,-1 3-7-16,1-5-5 0,-2-6-6 0,0 12-1 15,0-12 3-15,1 7 10 0,-1-7 15 0,0 0 16 16,0 9 0-16,0-9 3 0,0 0-11 0,0 0-17 16,0 0-11-16,0 0-2 0,0 0-3 0,0 0-10 15,0-31-6-15,4 20 0 0,0 1-13 0,2-5-4 16,-1 1-6-16,0 2-3 0,11-8-8 0,-5 4-9 15,6-6-3-15,4 7-4 0,-5 1 2 0,2 3 0 0,-3 3-3 16,3 1-1-16,-1 3 0 0,-3 1-7 16,-2 3 8-16,1 2-9 0,-1 2 4 0,-2 0-2 15,0 2 6-15,-1 2-1 0,0 1 2 0,-2 3 2 16,1 1 0-16,-1 3 0 0,-5-5-1 0,3 0-3 16,-1 4-16-16,-4-1-24 0,3-4-20 0,-2 7-21 15,-2-1-31-15,2-4-48 0,-1 0-56 0,1-2-235 16,-1-10-496-16,-1 15 220 0</inkml:trace>
  <inkml:trace contextRef="#ctx0" brushRef="#br0" timeOffset="9730.42">31035 5263 101 0,'-4'-7'222'0,"-2"0"-5"0,-2 0-10 0,-1 3-6 16,-3 0-5-16,-1 3-10 0,0 1-15 0,-5 1-7 15,5 3-16-15,-4 1-10 0,5 1-10 0,-3 2-7 16,1-1-12-16,2 0-14 0,3 0-11 0,3-2-3 16,2 4-11-16,-4-2-3 0,6 1-8 0,1-1-7 15,-1 0-5-15,2-7-15 0,5 13-6 0,0-7-12 16,2-1-13-16,-2-2-7 0,3-1-5 0,3 1 0 16,-2-5-10-16,1 4 5 0,0-2-7 0,-10 0 13 15,16-3-1-15,-11 1 2 0,1-1-3 0,1-1 3 16,-2-1 0-16,-1 0 2 0,-1-1 0 0,-3 6 2 15,7-10 2-15,-3 5 9 0,-2 0 10 0,-2 5-2 16,5-9 1-16,-5 9-3 0,4-7-4 0,-4 7-5 16,0 0-3-16,0 0-2 0,0 0-2 0,0 0 1 15,0 0-4-15,7 30 8 0,-7-11 8 0,0 8 13 16,-2 4 2-16,2 1 5 0,-1 4 10 0,2 11 8 16,-1-1-6-16,2 3 2 0,0-2 5 0,-2-11 0 15,3 11-1-15,-2-13-1 0,-1 1 3 0,1-2-3 16,-1 0-2-16,-1-2-4 0,0-4-4 0,-1-1-2 15,0-7 7-15,-2-1-14 0,0-2-2 0,-1-5 0 16,-1-1 1-16,-2-2-9 0,-1-2-2 0,-1-2-3 16,-2-1-7-16,2-4 9 0,-3-1-24 0,2-4-5 15,-2-4 2-15,-1-1-11 0,2-3-7 0,1-3-4 16,1 1-9-16,1-7 5 0,2-4-1 0,4 8-2 16,3-10 0-16,8 1 2 0,4-1-3 0,5 0 7 15,1-3 0-15,14-6 2 0,-4 12 0 0,8-8 3 16,5 3-6-16,-10 8-7 0,9-8 1 0,-8 10 3 15,10-9-7-15,-13 12 2 0,0-1 1 0,-4-1 9 16,-1 0 5-16,-2-1 2 0,-4 1 2 0,-3-1 1 16,1 1 5-16,-6 6 2 0,-3-2 9 0,0 3-7 15,-3 1 18-15,0-1-2 0,-3-2 6 0,0 4 2 16,-2 1 12-16,-3 0-1 0,3 3 0 0,-4 2-3 16,1 0 1-16,-3 0-2 0,7 5 1 0,-16 0 0 15,5 3 2-15,-1 3-2 0,2 0-4 0,-6 5-2 16,5 1-2-16,0 0 2 0,0 5-3 0,5-3 0 15,-1 1-18-15,5-3-23 0,-1 3-22 0,4 1-32 16,3-4-48-16,1-2-57 0,8 4-200 0,0-3-424 16,5-1 187-16</inkml:trace>
  <inkml:trace contextRef="#ctx0" brushRef="#br0" timeOffset="10346.54">31792 5228 100 0,'0'0'261'0,"1"-7"-13"0,-1 7-19 16,0 0-20-16,0 0-15 0,0 0-7 0,0 0-13 15,0 0-8-15,0 0-3 0,-11 21-7 0,5-12-13 16,1-1-11-16,3-1-5 0,2 4-18 0,-4 1-10 16,5 1-13-16,3-3-3 0,-1 2-12 0,0-2-1 15,4-1-6-15,-1 1-9 0,4-2-5 0,1-2-5 16,-1 0-9-16,3 0-5 0,-2-4-2 0,1 0-7 15,-1-2-5-15,-1 0-3 0,-10 0-3 0,17-2 0 16,-11-1-2-16,0-1-12 0,-1 0 6 0,-1-1-6 16,-1-7-6-16,1 0-2 0,-3 2 2 0,-2-2-1 15,-1-3-3-15,-1 3-1 0,-1-2 4 0,-1 0 0 16,-1 2-1-16,1 1 3 0,-3 2 0 0,2-2 8 16,0 8 11-16,3-2 3 0,-1 0-1 15,4 5-2-15,-4-7 1 0,4 7-4 0,-5-6-6 0,5 6 1 16,0 0-7-16,0 0 18 0,0 0-10 0,0 0 1 15,16-4-1-15,-4 5 0 0,8-4-2 0,1 3 2 16,2-3-4-16,3-1-7 0,3 2 14 0,-9 0-6 16,1-1-2-16,-3-2 2 0,-6 1 2 0,0-1 1 15,-1-1-1-15,1-2 0 0,-2 2-2 16,-1-4 1-16,0 0 4 0,-3-1 0 0,-3 2 5 16,1-3 3-16,-2 2 2 0,0 1 3 0,0 0 5 0,0 1 6 15,-2 8 7-15,1-10-4 0,-1 10-3 0,1-7-2 16,-1 7-4-16,0 0-12 0,0 0 0 0,0 0-1 15,0 0-3-15,0 0 6 0,-11 28-8 16,7-11 10-16,-4 5 11 0,0 3 6 0,1 3 7 16,3-1-15-16,-1 1 17 0,0 2 1 0,1 3 5 15,5-2-16-15,-2-2 13 0,-1 3 1 0,-1-3 0 16,3 0-2-16,3-2-10 0,-1 0 0 0,0-1 2 0,-2-1-4 16,4-5-7-16,-1-5-3 0,-1 4-2 15,2-2-12-15,1-2 14 0,-2-2-24 0,-1-1-25 16,2-2-11-16,-3-3-41 0,4 3-24 0,-5-10-35 15,2 12-22-15,-2-12-39 0,0 0-53 0,-5 13-55 16,5-13-221-16,0 0-571 0,-19 4 252 0</inkml:trace>
  <inkml:trace contextRef="#ctx0" brushRef="#br0" timeOffset="10514.29">32155 5382 22 0,'28'-10'188'0,"4"-2"-15"16,-3 5-15-16,3 0-14 0,3-1-19 0,-1 4-7 16,2-2-9-16,2 1-19 0,-2-3-23 0,1 4-31 15,-1-1-36-15,-5-1-48 0,-31 6-48 0,53-7-85 16,-53 7-197-16,32-7 87 0</inkml:trace>
  <inkml:trace contextRef="#ctx0" brushRef="#br0" timeOffset="15939.97">19627 6864 145 0,'-7'-3'192'0,"7"3"-20"0,0 0-21 0,0 0-27 16,4-11-2-16,4 3-7 0,2-2-15 0,3 0-7 16,5-5-7-16,2-3-13 0,5 0 3 0,-2 1-11 15,2 0-4-15,1-1-7 0,-5-1 0 0,-4 5 8 16,3-2-6-16,-5 1-5 0,1 1-3 0,-2 0 2 15,-2 2-10-15,-1-1 0 0,-2-2 1 0,-2 5-1 16,-1 0 5-16,0-2-4 0,-3 3-3 0,-1-1-1 16,0 3 0-16,-1-1-1 0,0 0 1 0,-1 8-4 15,2-11-3-15,-2 11-4 0,-2-9-3 0,2 9-4 16,0 0-1-16,-1-10-5 0,1 10-1 0,0 0-1 16,0 0 0-16,0 0-3 0,-19 19 0 0,12-9 3 15,0 7 6-15,-1-1-1 0,-2 0-1 0,3 2 1 16,1-1 0-16,1 1 0 0,1 0 0 0,2-3-2 15,2 2 1-15,0-2-1 0,3-2 0 0,1 1-4 0,1-1 4 16,3-4-2-16,1 1 1 0,5-1-3 16,1-2 0-16,3-2 1 0,1-1 1 0,1-2-3 0,8 0 0 15,0-6-2-15,-1 0 1 0,2-3 0 16,-1-1-3-16,-2-1 1 0,-3-5-2 0,-8 4 0 16,2-1 1-16,-2 0-2 0,-2-2-1 0,1 0 1 0,-1-3 2 15,-2 3-1-15,-3-1-1 0,2 0 2 0,-5 3-3 16,-1 0-1-16,-3 1 3 0,3 0-3 15,0 1-1-15,-2 2-2 0,1 2 3 0,-3 5-4 16,1-7-4-16,-1 7-1 0,0 0 2 0,0 0 2 0,0 0-5 16,0 0 0-16,0 0 4 0,9 15 10 0,-7-6-5 15,-1 1 0-15,0 1-4 0,0 0 3 0,-2-1 0 16,1 1 4-16,-1-1-4 0,2-4 1 0,-1-6-1 16,1 12 4-16,-1-6-5 0,0-6 6 0,0 0-4 15,0 10 3-15,0-10-1 0,0 0 5 0,0 7 3 16,0-7-5-16,0 0 0 0,0 0 2 0,0 0-1 15,17-5-6-15,-17 5-2 0,14-7-2 0,-6 2-3 16,1 1 0-16,2-2 3 0,-1 3-8 0,-1-3 2 16,2 3-3-16,-1 1 2 0,-4-1-1 0,4 2 0 15,-10 1 1-15,14 0 0 0,-7 1 2 0,1 3-1 16,-2-1 4-16,0 4-1 0,1-2-3 0,-4 1-10 16,3 3-7-16,-4-3-9 0,1 4-16 0,-1 0-18 15,0 1-36-15,-2-2-28 0,0 2-32 0,-2-3-44 16,0 1-121-16,-3 0-358 0,-1-1 158 0</inkml:trace>
  <inkml:trace contextRef="#ctx0" brushRef="#br0" timeOffset="16930.56">20760 6531 114 0,'0'0'212'0,"-7"-12"-8"0,7 12-7 15,-8-5-12-15,0 3-14 0,8 2-14 0,-16-1-13 16,4 4-12-16,2 1-7 0,0 3 2 0,-4 2-12 16,0 2-10-16,-2 3-10 0,-2 3-7 0,5-4-4 15,2 3-7-15,2-2-6 0,2 1-9 0,-1 0-5 16,4-3-5-16,2 1-5 0,-2-4-6 0,5 3-3 15,0-2-1-15,2 0-4 0,1-2-4 0,1 0-2 16,2 0 0-16,2-3-4 0,0 1 3 0,4-5-9 16,-1 2 3-16,2-3-5 0,-2-3-3 0,3 2-2 15,-3-5-3-15,4 0 1 0,-1-1-6 0,-2-3 2 16,1-1 0-16,-4 0-3 0,0-2 5 0,2-3-4 16,-3 1 0-16,-2-2-3 0,-1-1 2 0,1-7 1 15,-2 0-4-15,-1 0 8 0,0-1-8 0,-4 0 1 16,-1 0 1-16,-1-1-4 0,0 3 3 0,2 4-3 15,-3 2 1-15,2 0 2 0,-2 0 8 0,0 3-1 16,0 3 2-16,1 3 0 0,-1 0-3 0,3 1-3 16,0 8 2-16,-3-8-5 0,3 8-3 0,0 0 2 15,0 0-2-15,0 0-1 0,0 0 3 0,-2 30-1 16,2-5 0-16,0 5-1 0,-3 0 7 0,2 2-7 16,1 0 5-16,-1-2 0 0,-1-1-3 0,2-2 1 15,-1-3 1-15,4-5 0 0,-2 0-2 0,3-3 2 16,0-4 0-16,1-1 4 0,-1 1-3 0,2-4 2 15,-1 1 0-15,3-3 2 0,-1 1-2 0,2-1 3 16,2-4 2-16,-1 1-3 0,2-4 1 0,-1 1-1 16,2-2-4-16,-1-2-4 0,-1 0 1 0,1-3-4 15,-3-1-2-15,4-3 0 0,0-2-2 0,-4-1 2 16,0 0 3-16,0-2-4 0,-4 1 3 0,-1-2-1 16,1 2 2-16,-1 2 1 0,-2 1-2 0,0 3 2 15,-1 3-2-15,1 0 1 0,-2 6-3 0,3-11-3 16,-3 11 2-16,0 0-4 0,0 0 3 0,0 0 0 0,0 0 1 15,-3 27 4-15,3-16 1 0,0 2 5 16,-1 1-4-16,0-1 0 0,1-4 1 0,0 4 0 16,1-4 1-16,0 3 1 0,3-3 0 0,-1 0 2 15,2-3 2-15,0 1-2 0,0-2 2 0,0-3 1 16,3 1 0-16,-2-2 4 0,2 3-7 0,-8-4-1 16,18-5-1-16,-12 4 0 0,3-3 3 0,-1-1-4 0,-1 0 2 15,1-3-1-15,0-1-1 0,-2 1 1 16,2-2 2-16,-3-2-2 0,-1 1-2 0,0-1 2 15,-2 0 0-15,1 4-1 0,-1-3 2 0,1 3-1 16,-2 3-2-16,-1 5-3 0,3-11-2 0,-3 11 0 0,0 0 1 16,0 0-2-16,0 0 4 0,0 0 0 0,0 0-5 15,7 21 2-15,-4-11 2 0,-2 2 2 16,-1 0 2-16,1-2-4 0,3 3-9 0,-1-1-20 16,-1-1-19-16,2 0-26 0,0-1-31 0,5 0-32 0,-1-1-25 15,1 0-23-15,2-4-151 0,-1 1-369 0,3-2 164 16</inkml:trace>
  <inkml:trace contextRef="#ctx0" brushRef="#br0" timeOffset="17135.82">21491 6490 31 0,'-6'-3'199'0,"6"3"-13"0,-11-5 0 0,3 5-18 15,8 0-4-15,-17 7-8 0,8 1-2 16,-1 5 2-16,-3 1-12 0,4 0-5 0,0 2-12 0,2-1-10 15,-1-1-13-15,3 2-6 0,1-2-11 0,2-2-4 16,3 4-10-16,0-3-7 0,2-3-9 16,2 2-16-16,0-3-31 0,5 1-28 0,-1-1-36 15,0-2-47-15,9 1-35 0,1-5-40 0,-1 3-168 0,0-6-372 16,4 0 165-16</inkml:trace>
  <inkml:trace contextRef="#ctx0" brushRef="#br0" timeOffset="17382.62">21746 6332 166 0,'-2'-10'250'15,"1"3"-8"-15,1 7-17 0,-1-10-19 0,1 10-17 16,-1-8-26-16,1 8-15 0,0 0-14 0,0 0-4 16,0 0 5-16,0 0 2 0,0 40 0 0,-2-21-9 15,2 7-4-15,-1 0-4 0,1 1-6 0,1-1-4 16,1 0-12-16,-1-1-7 0,-1-6-12 0,-1 2-6 15,2-3-6-15,-1 1-2 0,1 1-8 0,-1-2-17 16,-1 0-25-16,2-2-23 0,-1-3-29 0,0-2-25 16,-1 1-27-16,1-3-39 0,-1 1-42 0,1-3-38 15,0-7-31-15,0 10-178 0,0-10-452 0,0 0 200 16</inkml:trace>
  <inkml:trace contextRef="#ctx0" brushRef="#br0" timeOffset="17854.09">21598 6512 96 0,'0'0'158'0,"-4"-8"-24"0,4 8-13 0,0 0-7 15,11-7 3-15,1 6-10 0,4 0-6 0,6-1-15 16,5 2 4-16,1-1-10 0,1-1-12 0,3 0-7 16,-1 1-10-16,-3 0 0 0,0-2-7 0,-7 1-2 15,0 0-6-15,-2-1-8 0,-2 0 3 0,1 0-5 16,-5 2 1-16,-2 0 1 0,0-1 16 0,-5 0 17 15,-6 2 12-15,11 0 5 0,-11 0-4 0,0 0-6 16,0 0-4-16,0 0-10 0,0 0-6 0,0 0 4 16,0 0 0-16,0 0-1 0,-28 14 6 0,16-4-1 15,0 2 4-15,-4 1-1 0,4 2 0 0,-1 0-2 16,0 1-11-16,4-2 2 0,2-1-1 0,2 0-6 16,-2 1 0-16,5-2-4 0,0-1-6 0,1-1-3 15,2 0-3-15,2-2-3 0,0 0-5 0,0-3 8 16,4 0-9-16,0 0-1 0,1-1-14 0,0-4-6 15,4 0-5-15,0-2-6 0,1 2-2 0,0-4 2 16,-2-1 0-16,2 1 0 0,-3-3 0 0,0 1 2 16,3-5-2-16,-5 2-1 0,-2 0 1 0,3-1 0 15,-4-1 1-15,2 0 5 0,-2-2 2 0,-1 4-3 16,-2-2 0-16,-1 2 2 0,3 1 0 0,-1 2 0 16,-3 6 0-16,0-11-2 0,0 11 1 0,0 0-4 15,0 0 4-15,0 0-5 0,0 0 1 0,0 0 5 16,0 0 0-16,-9 28 2 0,6-17 0 0,1 1 1 15,0 1 4-15,1-2-20 0,-1 3-38 0,-1-3-52 16,4 1-55-16,-1 0-56 0,-4-1-148 0,3 0-401 16,1-11 178-16</inkml:trace>
  <inkml:trace contextRef="#ctx0" brushRef="#br0" timeOffset="18220.59">22135 6541 180 0,'0'0'207'0,"0"0"8"0,0 0 1 0,0 0-13 15,11 19-13-15,-10-12-8 0,0 3-10 0,1-1-18 16,0 2-12-16,1 0-11 0,-3 0-15 0,2-2-9 16,2 2-8-16,-3-3-9 0,-1-1-11 0,0-7-1 15,2 11-14-15,-2-11-4 0,2 9-3 0,-2-9-6 16,1 7-4-16,-1-7 1 0,0 0-2 0,2 6-4 15,-2-6-4-15,0 0-2 0,0 0-6 0,0 0-4 16,9-13 0-16,-5 4 2 0,2 1-9 0,1-2 2 16,0-1-10-16,5-3 0 0,-2-2-8 0,0-1-3 15,0 4-3-15,2 0-4 0,-2 0-4 0,-1 4 2 16,1 0-4-16,-2 4-1 0,-2 1-1 0,1 0 2 16,-1 3 1-16,-6 1-1 0,15 3 0 0,-11 4-1 15,4 0 5-15,-2 3 2 0,-2 0 2 0,1 2 1 16,-2 1-2-16,-2 2-7 0,1-4-24 0,0 6-24 15,0-2-30-15,0-1-34 0,-1-3-43 0,3 0-41 16,-2 0-184-16,1-3-424 0,1-2 187 0</inkml:trace>
  <inkml:trace contextRef="#ctx0" brushRef="#br0" timeOffset="18603.55">22620 6467 97 0,'-4'-10'178'16,"4"10"-15"-16,-9 0 3 0,9 0 4 0,-13 12-2 16,1 1-7-16,1 2-3 0,1 0-9 0,1 4-5 0,-1 2-9 15,2-3 0-15,1-2-3 0,3 0-6 16,0 0-12-16,1 0-8 0,3-1-15 0,2-3-5 16,0 1-6-16,3-2-9 0,3 0-6 0,0-3-6 15,1-1-1-15,6 2-10 0,-2-2-1 0,3-3-9 0,-3-2-7 16,6 0-11-16,-1-2-6 0,0-3-2 0,0-1-5 15,-1-2 0-15,-5 2-6 0,1-4 2 16,-4 2 0-16,5-5-1 0,-5 3-1 0,0-5 2 16,-2 2-3-16,0-1 6 0,-3-3-6 0,-3 1 0 15,0-1-3-15,1-1 2 0,-1 4 0 0,-4 0-1 0,2 2 3 16,0 1 2-16,-3 1-1 0,-1 1 1 0,5 7-3 16,-8-6 0-16,8 6 0 0,-11 4 5 15,-1 1-2-15,5 3 2 0,-5 3 0 0,1 3 3 16,-1-2-4-16,4-2-1 0,-2 3 1 0,5 0-4 0,1-1 0 15,2 0-23-15,2 1-22 0,1-2-53 0,2 0-61 16,3-3-64-16,2-1-202 0,-3-1-459 16,4-2 203-16</inkml:trace>
  <inkml:trace contextRef="#ctx0" brushRef="#br0" timeOffset="18995.43">23051 6482 39 0,'0'-11'282'0,"0"11"-22"0,2-7-28 0,-2 7-26 0,0 0-20 15,0 0-7-15,0 0 12 0,0 0 7 0,21 18-17 16,-10-5-18-16,1 3-14 0,-2 1-5 0,2 0-15 16,1 3-3-16,-2-3-9 0,0 0-10 0,3 3-6 15,-4-3-8-15,-1-3-16 0,0 0-5 0,0 0-6 16,0-1 5-16,-2-4-14 0,0 0-12 0,-2 0-4 15,0-5 2-15,-1 2-1 0,-1 1-6 0,-3-7 2 16,5 7-8-16,-3-4 3 0,-2-3 1 16,6 5 13-16,-6-5-16 0,0 0 3 0,0 0-6 0,0 0-3 15,0 0-5-15,16-13-4 0,-11 4 10 0,2-3-10 16,0-2-9-16,1-1 1 0,0 0-10 0,2-10-6 16,3 1-10-16,-3 1-8 0,2-1-1 0,-2-1 4 15,0-1-6-15,-2 1 0 0,-2 3-1 0,0 1 2 16,-2 6 3-16,0 4 3 0,0-1 1 0,-2 3 0 15,0 1 1-15,0 2-21 0,-2 6-16 0,2-11-23 16,-2 11-30-16,1-8-31 0,-1 8-33 0,0 0-19 16,0 0-18-16,0 0-38 0,0 0-159 0,0 0-440 15,0 0 196-15</inkml:trace>
  <inkml:trace contextRef="#ctx0" brushRef="#br0" timeOffset="19384.47">23669 6464 40 0,'0'0'246'0,"-2"-10"-12"16,2 10-8-16,0 0-12 0,-8-9-14 0,3 5-9 15,5 4-13-15,-14-3-12 0,2 5-12 0,2 2-10 16,-3 1-6-16,-3 2-10 0,-1 3-9 0,2 2-8 16,-6 3-2-16,2 5-1 0,2-6-2 0,5 1-7 15,0 2-13-15,2-3-10 0,1 0-7 0,1 1-8 16,3-4-4-16,3 1-7 0,0-2-4 0,2 1-6 15,0-2 2-15,3-1-6 0,2 3-2 0,4-5-12 16,1 0-6-16,1 0-9 0,4-5-1 0,1 1-12 16,5-2 3-16,-10-2-9 0,3 1-1 0,-1-2-5 15,0-1 0-15,-3-1 0 0,3-1 8 0,-2-3 1 16,-2 1-3-16,3 1 0 0,-2-2 7 0,0-4-6 16,-3 3 4-16,-1-2 0 0,0 3 2 0,1-2-2 15,-7 2 5-15,4 2-4 0,-2 1 1 0,-2 6 3 16,3-10-1-16,-1 7-6 0,-2 3-2 0,4-5 0 15,-4 5-1-15,0 0 4 0,0 0 1 0,0 0 3 16,-1 21 3-16,-3-14-2 0,2 5 5 0,-1 1 0 16,0-2-8-16,0 4-23 0,0-2-33 0,0-2-45 15,-2 1-53-15,4-1-54 0,-3-2-241 0,3 1-493 16,1-10 219-16</inkml:trace>
  <inkml:trace contextRef="#ctx0" brushRef="#br0" timeOffset="19630.71">23981 6308 21 0,'-1'-12'310'0,"1"2"-4"0,-2 0-9 0,1 4-19 16,1 6-26-16,1-11-26 0,-1 11-29 0,0 0-19 15,0 0-23-15,0 0-17 0,0 0-15 0,4 24-9 16,-1 1-8-16,-3 2-8 0,0 1-11 0,1 0-13 15,2 2-4-15,-3-1-4 0,-2-1-3 0,4-1-7 16,-4-1-5-16,4 0-12 0,-2 0-32 0,1-7-31 16,0 1-24-16,0-3-43 0,1 1-51 0,-1-1-64 15,0-6-55-15,-2 1-163 0,2-3-458 0,-1-9 202 16</inkml:trace>
  <inkml:trace contextRef="#ctx0" brushRef="#br0" timeOffset="20405.88">24173 6457 244 0,'0'0'220'0,"3"-5"-17"15,-3 5-3-15,0 0-6 0,0 0 2 0,0 0-9 16,0 22-19-16,-1-10-11 0,0-2-6 0,-2 6-9 16,2-4-8-16,-1 4-7 0,0-4-13 0,2 0-11 15,2-2-12-15,-2 2-6 0,2-3-5 0,1 1-12 16,-1-1-4-16,1-3-7 0,2-1 0 0,0 2-6 15,3-3 1-15,-2-1-13 0,2 0-4 0,2 0 0 16,0-2-3-16,0-2-9 0,-1-1-1 0,3-2-11 16,-1 1 2-16,-2-1-8 0,0-3-3 0,-1-1 4 0,1-3 2 15,-3 1-8-15,2 0 0 0,0-6 1 16,-5 1-2-16,1 0-3 0,0 0-1 0,0 0 2 16,0 2 0-16,-2 4 0 0,1 0 1 0,-2 4-4 15,-1 5-1-15,3-10-3 0,-3 10 2 0,0 0-4 0,0 0 0 16,0 0 5-16,0 0 5 0,0 0 0 0,6 23 3 15,-6-13 4-15,0 2 7 0,0-2-4 16,1 2 2-16,2-2-1 0,0 1-1 0,1 0 2 16,-1-1 0-16,3-1 3 0,1 0-2 0,-1 0 3 15,3-3 0-15,4 1 4 0,0-3-5 0,5-1-1 0,-1 0 1 16,0-1 0-16,2-3 0 0,-2 0-5 16,1-3 1-16,-5 0 0 0,1-1 5 0,-3 1-5 0,1-2-1 15,2-5 0-15,-4 5 0 0,3-4-3 16,-6-2 1-16,-1 2-1 0,0-6-4 0,-1 2 4 0,-4-2 4 15,1-1-9-15,-2 5 3 0,-2 0 1 0,2 2 0 16,-1 0-4-16,1 1-1 0,0 1 0 16,0 8-1-16,-6-11 0 0,4 7-4 0,2 4-4 15,-7-4 0-15,7 4 0 0,0 0 0 0,-21 15 1 16,12-6 3-16,-3 4 2 0,1 1 5 0,1 1-1 0,2-3-1 16,0 2-2-16,4-4 5 0,1 1-4 0,2 0 3 15,0 0 0-15,2 0 2 0,1-1 1 0,6-4 2 16,0 3 5-16,2-4-4 0,3 0 3 0,5-2-3 15,1 1 0-15,0-4 1 0,3-1 3 16,0-1-9-16,-2 0 5 0,0 0-7 0,-2-3-2 0,3 0-5 16,-4-4 5-16,-1 2-6 0,0-3 5 0,-5 0-9 15,0-1-1-15,-1 2 1 0,-2-4-2 0,0-4 3 16,-3 7-2-16,0-3-3 0,-1-1-3 0,-4 2 1 16,3-1 1-16,-1 1 2 0,-2 3 3 0,0 9-2 15,-2-13 12-15,2 13-10 0,0-11-2 0,0 11 0 16,-2-6-6-16,2 6 0 0,0 0 3 0,0 0 10 15,0 0 10-15,-10 22 7 0,6-9 1 0,-1 3 11 16,1-2-4-16,-2 2 0 0,3-1 0 16,-1 2 0-16,-2-1 2 0,3-1-7 0,2-1 4 0,0 1-3 15,0-1-11-15,-1-2-24 0,2-2-21 0,2 4-28 16,-2-3-40-16,2 0-55 0,-1 0-66 0,2-1-246 16,-4-2-515-16,1-8 229 0</inkml:trace>
  <inkml:trace contextRef="#ctx0" brushRef="#br0" timeOffset="20578.94">25186 6632 265 0,'4'4'264'16,"0"1"1"-16,-4-5-8 0,6 8-14 0,-3-2-16 16,-3-6-19-16,-3 17-18 0,3-8-20 0,-5 3-16 15,2-1-11-15,-2 0-28 0,-1 3-34 0,-2-1-43 16,0-1-48-16,-3 4-67 0,2-8-88 0,-2 5-230 15,-2-8-428-15,-4 4 190 0</inkml:trace>
  <inkml:trace contextRef="#ctx0" brushRef="#br0" timeOffset="23822.52">25567 6669 3 0,'0'0'208'0,"6"-13"-17"0,0 7-8 0,0-1 2 15,-1-1-11-15,1-2-6 0,3 0-16 0,-1 1 7 16,2-1-19-16,-1 0-4 0,3-2-16 0,-2 1-2 16,-1 2-6-16,1 1 1 0,-4 0-9 0,1-3-5 15,-1 1-4-15,-1 1-8 0,3-3-8 0,-6 2-6 16,2 0-7-16,0 0-9 0,-1 0 0 0,-3-1-8 15,0 4-1-15,2 1 2 0,-2 6 1 0,4-13-2 16,-4 13-6-16,0-7-3 0,0 7-11 0,0 0-7 16,2-6-9-16,-2 6-4 0,0 0-2 0,0 0 9 15,0 0-5-15,-10 25 9 0,5-14-10 0,1 6 0 16,2 0 0-16,1 0 2 0,-1 0-3 0,2 0-2 16,0-2 5-16,3-2-7 0,1 2-14 0,2 1-16 15,3-2-18-15,5-3-28 0,-5 0-43 0,4-4-48 16,5 1-46-16,1-2-46 0,0-2-168 0,0-2-455 15,4-4 202-15</inkml:trace>
  <inkml:trace contextRef="#ctx0" brushRef="#br0" timeOffset="23976.78">25855 6273 21 0,'0'0'108'15,"-12"0"-10"-15,12 0-25 0,-9 8-20 0,7-5-37 16,2-3-34-16,1 12-41 0,-1-12-63 0,6 12 28 16</inkml:trace>
  <inkml:trace contextRef="#ctx0" brushRef="#br0" timeOffset="24216.16">26128 6263 219 0,'0'0'224'0,"2"-12"-14"0,-2 12-14 0,0 0-14 16,0 0-19-16,0 0-14 0,0 0-6 0,0 0 4 16,-10 26-3-16,8-6-1 0,-1 7-16 0,-1 4-5 15,-1 0-11-15,1 4-6 0,-1-2-10 0,3-1-5 16,-1 1-10-16,1-1-3 0,-2-3-7 0,4-3-4 16,-2 2-2-16,2-3-9 0,0-5-5 0,2-2-2 15,-2 3-4-15,0-2-2 0,0-4-24 0,2 3-20 16,-2-1-18-16,0-5-21 0,0 4-29 0,0-4-43 15,0-1-46-15,0-11-36 0,0 12-38 0,0-5-160 16,0-7-424-16,0 0 189 0</inkml:trace>
  <inkml:trace contextRef="#ctx0" brushRef="#br0" timeOffset="24365.9">26010 6617 20 0,'0'0'202'0,"0"-7"-25"0,0 7-16 15,5-4-15-15,-5 4-16 0,15-4-9 0,-4-1-20 16,2 3-19-16,8-2-31 0,-1 2-39 0,13-1-36 16,2-1-46-16,-1 1-116 0,-5-2-200 0,2 0 90 15</inkml:trace>
  <inkml:trace contextRef="#ctx0" brushRef="#br0" timeOffset="24576.62">26601 6373 92 0,'2'-9'224'0,"0"4"-5"0,-2 5-3 16,2-10-11-16,-2 10-18 0,2-7-21 0,-2 7-20 16,0 0-19-16,0 0-14 0,0 0-12 0,0 0-3 15,3 28-2-15,1-11 0 0,-4 9-7 0,0-1-6 16,0 1-6-16,2 0-10 0,0 2-6 0,-4-1 4 16,4-3-14-16,-2-1 1 0,0-2-10 0,2-2-1 15,2-1-26-15,-4 1-22 0,4-3-24 0,-4 1-30 16,2-5-35-16,0 1-43 0,-2-5-46 0,0 4-184 15,-4-3-399-15,4-9 177 0</inkml:trace>
  <inkml:trace contextRef="#ctx0" brushRef="#br0" timeOffset="25140.05">26607 6540 148 0,'5'-5'129'0,"3"-1"-5"0,2 0-12 0,-1 0-12 15,-1-1-4-15,2 1 3 0,1-2-15 0,0 2 4 16,0 2-4-16,-2-4-1 0,-2 3 4 16,-1 1 0-16,0-1-1 0,2 1-3 0,-3-2 0 15,1 1-9-15,-2-2-2 0,4 0-1 0,-4-1-1 16,1 2 0-16,-3 0-1 0,2 0-2 0,-4 6-6 0,5-10-7 16,-3 6-3-16,-2 4-8 0,6-8-4 0,-6 8-7 15,0 0-7-15,0 0-2 0,0 0-5 16,0 0 15-16,10 15 5 0,-8-4-4 0,0 1 0 15,-2 4-6-15,3 0-3 0,-6 3 1 0,3-2-1 0,-2 0-6 16,0-2-1-16,2 2 0 0,0 0-3 0,0-6 2 16,-2 2-3-16,2-3-2 0,0 2 1 15,-2-3-1-15,2 0-1 0,-2-3-3 0,2-6 1 0,0 12-1 16,0-12 2-16,0 8-4 0,0-8 2 16,0 0-1-16,0 8 0 0,0-8 1 0,4 6-4 0,-4-6-1 15,9 7-1-15,-5-5 2 0,2 2-3 0,2-2-1 16,-2 0 2-16,3 0 0 0,5 2 0 0,-3-1 0 15,2-3 1-15,5 3-2 0,1-2 3 16,0 1-1-16,0-2 0 0,0-2-8 0,8 1-4 0,-6 0-1 16,0-1-7-16,-4-4 4 0,1 1-2 0,-5 1 0 15,4-3 3-15,-6 1 4 0,-1 0-2 0,0-2 3 16,-1-1 1-16,1 0 10 0,-4 0 6 0,-2-2 4 16,1 1 2-16,-5-2-1 0,2 1-3 0,-2 0-1 15,0 0 7-15,-2 0 4 0,0 2 6 0,-1 3-3 16,3 6 0-16,-2-11-4 0,2 11-4 0,-5-7-6 15,5 7-3-15,0 0 0 0,-11 1-2 0,11-1-3 16,-13 12 2-16,5-3 1 0,2 1-1 0,-3 3-2 16,3-1-1-16,1 0-19 0,-2 2-19 15,6-1-33-15,0-1-48 0,3-1-57 0,-2 1-58 0,0-1-174 16,0-11-439-16,9 11 193 0</inkml:trace>
  <inkml:trace contextRef="#ctx0" brushRef="#br0" timeOffset="25441.26">27640 6286 82 0,'0'-7'272'0,"-2"0"-10"0,2 7-17 0,-1-12-18 15,1 12-22-15,-1-7-28 0,1 7-16 0,0 0-17 16,0 0-8-16,0 0 5 0,-18 33-15 0,11-8-10 15,0 4-6-15,-2 1-3 0,1 0 7 16,-2 2-9-16,4 2-6 0,-1-1 6 0,1 0 2 16,-3-1-7-16,3-1-3 0,0 2 0 0,0-2-8 0,1-1-22 15,1 0 0-15,1-5-5 0,-2 5-8 0,3-2-4 16,-1-2 0-16,-3-3-4 0,4-4-15 0,0 0-21 16,2-2-28-16,-2-5-27 0,1 4-28 0,0-5-23 15,-1 0-31-15,-1-3-38 0,1 0-44 0,2-8-39 16,0 11-232-16,0-11-520 0,0 0 230 0</inkml:trace>
  <inkml:trace contextRef="#ctx0" brushRef="#br0" timeOffset="25805.93">27402 6620 180 0,'5'-5'187'0,"3"-1"-16"0,-1 0-6 0,5 2-21 15,1-2-11-15,3 0-7 0,2 2-8 0,0 1-10 16,-1-3-12-16,4 5-1 0,1-2-4 0,-4 3-9 16,2-1-8-16,-3 2-9 0,2 3-3 0,-5-1-8 15,-3 1-4-15,6 4-3 0,-4 0 8 0,-1 3-4 16,-2-1-1-16,-1-1 3 0,0 3 2 0,0 3 7 16,-6-5-5-16,1 0-2 0,-2 1-5 0,2-1-2 15,-2-1-2-15,-1-2-2 0,-1 0-1 0,0-7 0 16,2 10 10-16,-2-10 10 0,1 7 12 0,-1-7 5 15,0 0-4-15,0 0-10 0,0 0 3 0,0 0-6 16,0 0 2-16,0 0-3 0,0 0-7 0,-5-31-6 16,4 20-8-16,2 0 0 0,1-1-4 0,0-1-8 15,2-2-6-15,3-2-9 0,0 0-10 0,2-2-21 16,1 3-9-16,1-2-13 0,-3 3-12 0,5 2-14 16,-3 3-26-16,-2 2-26 0,-1 1-35 0,2 1-32 15,0 2-34-15,-2 1-19 0,3 3-185 0,-10 0-456 16,11 4 202-16</inkml:trace>
  <inkml:trace contextRef="#ctx0" brushRef="#br0" timeOffset="26114.45">27903 6681 225 0,'0'0'231'0,"0"0"-12"0,13-5-6 16,-13 5-10-16,14-9-7 0,-5 3-12 0,-2 0-17 15,2-2-15-15,0 2-14 0,4-6-14 0,0 5-13 16,0-5-10-16,-1 2-9 0,2-4-6 0,-1 2-14 15,-3-1-2-15,1 2-11 0,-5-1-6 0,4-2-5 16,-4 5 1-16,0 2 3 0,-3-2 2 0,-1 2-6 16,2 2-3-16,-4 5-7 0,-2-11-2 0,2 11-5 15,-2-8-3-15,2 8-4 0,-9-4-4 0,9 4-3 16,-18 6-2-16,7 0 4 0,-7 4-5 0,0-1 1 16,4 4 3-16,1 0-2 0,0-3 0 0,4-1-4 15,2 2-1-15,0 2 1 0,3-1-2 0,2-2-5 16,2 1 5-16,0 0-1 0,2 0-5 0,6-2-12 15,2 0-11-15,5 1-14 0,3-1-21 0,3-2-23 16,8-1-33-16,-2-3-37 0,4 1-35 0,-2-2-24 16,1-2-25-16,-1 0-154 0,-10-2-415 0,2 0 184 15</inkml:trace>
  <inkml:trace contextRef="#ctx0" brushRef="#br0" timeOffset="26581.54">28422 6500 53 0,'-2'-7'192'0,"-1"0"4"0,-1 0 1 15,4 7-8-15,-10-8-17 0,2 7-6 16,8 1-8-16,-17 0-8 0,7 4 1 0,2 3-9 16,-1 0-18-16,-1 1-8 0,1 1-12 0,2 0-9 15,-2 2-6-15,4-1-8 0,-1 1-8 0,4-2-8 0,-1 3-4 16,3-3-6-16,0 1-2 0,2-4-4 0,4 4-4 16,0-6-3-16,3 1-5 0,3 1-10 15,-2-3 1-15,2 0-5 0,1-2-6 0,-1-1 3 16,1-1-4-16,-2 0 0 0,-2-1-1 0,-2-3-3 15,0 3 2-15,2-3-1 0,0 0-1 0,-2 1 4 0,-1-4 2 16,2 1 1-16,-6 2 0 0,6-4 5 16,-6 6 6-16,1-4 4 0,-3 7 1 0,4-8-1 15,-4 8-1-15,5-4-9 0,-5 4-7 0,0 0-9 0,0 0 0 16,0 0-2-16,0 0 5 0,1 21 0 0,-3-4 3 16,-2 7 6-16,-3 4 9 0,-3 1 9 0,3 3 5 15,-4 2 8-15,2-2-6 0,1 4 11 0,-8 9-5 16,8-12 5-16,0-2-3 0,4-2 1 15,-2-1 5-15,3-9-6 0,-3 1-10 0,4-4 6 0,2-3-4 16,0-3 0-16,-3-1-1 0,3-4 9 0,0-5 3 16,-1 10 21-16,1-10 12 0,0 0 13 0,1 8-5 15,-1-8 0-15,0 0-9 0,0 0-8 0,16-26-9 16,-7 10-6-16,4-1-13 0,2-8-18 0,3-1-22 16,1 1-20-16,3-3-23 0,1 0-22 0,9-8-21 15,-9 13-26-15,1-2-22 0,-2 0-30 0,1 5-32 16,-3 0-34-16,-6 4-30 0,6-3-63 0,-5 6-45 15,-3 2-208-15,1-4-610 0,-4 6 271 0</inkml:trace>
  <inkml:trace contextRef="#ctx0" brushRef="#br0" timeOffset="26726.84">28847 6559 99 0,'0'0'279'0,"4"-5"-28"0,-4 5-17 15,0 0-13-15,0 0-8 0,4-7-17 0,-4 7-16 16,0 0-19-16,0 0-19 0,0 0-14 0,0 0-25 15,0 0-26-15,0 0-32 0,0 0-48 0,0 0-79 16,0 0-79-16,0 0-187 0,0 0-376 0,0 0 167 16</inkml:trace>
  <inkml:trace contextRef="#ctx0" brushRef="#br0" timeOffset="27298.2">29130 6454 143 0,'0'0'227'0,"-7"-9"-7"0,7 9-8 0,-6-3-10 16,6 3-13-16,0 0-2 0,0 0-14 0,-12 12-3 16,11-5-7-16,-3 5 1 0,2-3-11 0,0 1-14 15,1 2-6-15,2-2-6 0,-1 1-8 0,3 0-9 16,2 1-3-16,0-1-7 0,7 0-11 0,-2-2-6 16,4-1 1-16,4 0-11 0,-3-1-5 0,3-4-4 15,0 0-10-15,-4-3-9 0,-1 1-11 0,1-2-10 16,-2-1 0-16,0-2-4 0,-3-2-7 0,0-1 2 15,0 1-9-15,-4-3 2 0,-1-2-1 0,-1 0-3 16,-3 0-2-16,0-5 1 0,-3 4-2 0,-2-4 2 16,0 1-4-16,-3-3 0 0,-1 4-1 0,0 1 4 15,-1 0-7-15,2 4 9 0,1 0 5 0,2 3-5 16,1 2 3-16,-4-1 0 0,8 5-6 0,-8-8 1 16,8 8-6-16,-2-5 2 0,2 5 1 0,0 0-2 15,0 0 5-15,0 0-5 0,0 0-2 16,0 0 0-16,24 2-1 0,-11-2-6 0,7 0-7 0,7-2 0 15,1 1-2-15,-7-3 4 0,7 1-5 0,-8-3 4 16,-2 1 2-16,0-3 4 0,-8 3 5 0,3-1-2 16,-3-2-2-16,-1 0 5 0,0-1-2 0,1-4 2 15,-6 2-1-15,0 1-1 0,4-4 5 0,-6 4 6 0,2 0 7 16,0 1-2-16,-3-1 5 0,3 1-5 16,-3 3 7-16,3 0-3 0,-4 6 2 0,0 0-3 15,0-11-7-15,0 11-5 0,0 0-1 0,0 0 12 16,0 0 15-16,0 33 8 0,-1-15-2 0,0 7 7 15,-1 5 15-15,0 3 12 0,-1 0 3 0,-2 14 6 16,0-12 11-16,-1-3-5 0,1 3-10 0,-1-1 6 16,-1-1-14-16,0 1-5 0,1-2-4 0,1-2-4 15,2-1 6-15,-2 0-17 0,3-3-4 0,-1-8-16 16,2-1-26-16,2 3-43 0,-2-7-42 0,-1 0-34 0,0-1-41 16,2-2-49-16,0-10-68 0,-1 12-68 0,1-12-215 15,0 0-616-15,-7 7 273 0</inkml:trace>
  <inkml:trace contextRef="#ctx0" brushRef="#br0" timeOffset="27462.73">29417 6541 300 0,'0'0'287'16,"3"-12"-27"-16,1 6-25 0,2 0-19 0,2-1-14 15,2-1-20-15,3 3-14 0,3 0-19 0,3-1-9 16,11 1-16-16,-2 2-33 0,3-2-39 0,-1 1-48 15,1 2-69-15,0-1-97 0,-6 0-203 0,4-1-393 16,-12-1 175-16</inkml:trace>
  <inkml:trace contextRef="#ctx0" brushRef="#br0" timeOffset="28007.91">30204 6384 104 0,'0'0'270'0,"0"0"-25"0,-8-4-31 0,8 4-15 15,0 0-7-15,-22 11-5 0,10-3-10 16,0 6-34-16,-7 5-10 0,-1 1-9 0,0 2-5 15,4-3-7-15,2 3-11 0,4-3-10 0,0-3-9 16,4 1-8-16,3-4-6 0,4-2-9 0,-1 1-5 0,6-2-1 16,1 1-8-16,3-3 0 0,4 1-8 0,6-3 1 15,0-3 3-15,1 1-10 0,8-4-6 16,-1-2 1-16,-1-1-1 0,0-3-2 0,-7 1 1 16,-1-1-3-16,-1-3 6 0,-2-1 5 0,-1 0 4 15,-4-4-8-15,1 2 2 0,-3-2-3 0,0-2 1 0,-5 0 5 16,-1-3-13-16,-1 0-1 0,-2 2-3 15,-4-7 3-15,0 7-7 0,-1 0-7 0,1 1-7 16,-2 0-19-16,-2 5-21 0,3 3-25 0,-3 1-29 16,2 2-22-16,-1 3-26 0,-4 2-17 0,1 2-27 15,-6 6-27-15,1 2-24 0,-7 8-132 0,2 1-401 0,1 2 178 16</inkml:trace>
  <inkml:trace contextRef="#ctx0" brushRef="#br0" timeOffset="28376.37">30277 6693 177 0,'18'-6'223'0,"-2"0"-5"0,0-1-5 16,2-4-3-16,1 2-10 0,-3-3-14 0,7-3-17 15,1-3-17-15,0 2-11 0,-2 0-16 16,0 0-7-16,-2-3-12 0,2-2-10 0,-3 2-11 16,3-4-9-16,-4 3-7 0,0-2-9 0,-2 0-2 15,-3-1-7-15,-3 6-5 0,-2 2-4 0,-4 4 6 0,-1 2 1 16,0-3-3-16,0 3-5 0,-2 3 0 0,-1 6-7 15,-5-10-4-15,1 6-1 0,4 4-10 0,-13 1-3 16,13-1 2-16,-19 6-12 0,5-1-9 16,5 4 1-16,0-1-7 0,0 2-1 0,1 1-5 15,2-3-7-15,1 3-4 0,4 1-2 0,-1 0 1 16,4-2 1-16,1 2-5 0,5 1 0 0,2 1 5 0,2-1-5 16,-1-1 3-16,3 0 3 0,-6-4 2 0,1-1 0 15,0 2 4-15,1 0 0 0,-3-1 0 16,0 0 4-16,0 1 0 0,-1 0 4 0,-4-4 1 15,-2 2 1-15,0-7 5 0,2 10-7 0,-2-10 3 16,-3 13-3-16,-1-9-6 0,-2 1-18 0,-2 3-37 16,-1-2-30-16,-1-1-32 0,1-2-41 0,0 3-27 0,0-3-119 15,9-3-348-15,-15 4 154 0</inkml:trace>
  <inkml:trace contextRef="#ctx0" brushRef="#br0" timeOffset="29249.88">31003 6400 2097 0,'11'-8'54'0,"-5"1"8"16,0 0-39-16,-3 1 3 0,-1 1-8 0,-2 5-9 15,0 0 13-15,0 0-2 0,0 0 8 0,0 0 6 16,0 0 2-16,0 0 7 0,-30 12 3 0,17 1-2 0,0 1 4 16,2 1 0-16,0 2 2 0,2-1-5 15,2-2-8-15,-1 4 0 0,6-4-1 0,-1-1-1 16,3-1-6-16,3-1 0 0,-1 1-4 0,6-1 1 15,-1 0-3-15,6 0 3 0,3-1-4 0,0-1 5 16,2-4-10-16,0 0-8 0,1-2 0 0,0-1-7 0,-1-2 3 16,1-1-3-16,-1-2 2 0,-1 0-7 15,-4 0 6-15,5-3-2 0,-8-1 1 0,5-3-1 16,-6 2 9-16,-1-3-6 0,-1 1-3 0,2-5-5 16,-2 0 3-16,-3 0 3 0,-2-1 0 0,2 0 0 15,0-1-8-15,-2 3 6 0,-2 3-3 0,2-2-1 16,-1 6 2-16,-1-1-2 0,0 8 0 0,-1-10 0 0,1 10-1 15,0 0 6-15,0 0-10 0,0 0-2 16,0 0-2-16,0 0 8 0,0 0-2 0,-18 19 2 16,14-9-3-16,-1 2 2 0,2 3 2 0,1-3 1 15,-1-1-1-15,1 2 5 0,0-2-1 0,4 0 1 16,0 0 1-16,1-1 2 0,-1 0 7 0,2-1 3 0,3 0-6 16,0-4 10-16,5 0-8 0,-1 0 1 0,2-2 0 15,5-1-5-15,1-2 3 0,-1-3-1 16,0 0-1-16,1 0 1 0,-2-3-3 0,0 1 3 15,-2-4-1-15,-4 1 1 0,-2-3-3 0,1-2-2 16,-2-1 3-16,-3 2-3 0,4-5 0 0,-4-8-1 16,1-1 1-16,0 1-3 0,-3-2 7 0,-1 0-6 0,1 2 1 15,1 1 8-15,-2 4 4 0,-4 1 3 16,2 2-3-16,0 1 3 0,0 4 4 0,-1 2 5 16,1 1 1-16,0 9-6 0,-1-12 2 0,1 12-5 0,-2-8-9 15,2 8-2-15,0 0-5 0,0 0 1 0,0 0 1 16,0 0-3-16,-10 37-5 0,4-11 6 15,1 1 1-15,-3-1 0 0,2 4 1 0,-1-5 1 16,5 1 1-16,0 0 1 0,0-8 3 0,2 0-1 16,1 0 0-16,2-1 0 0,-1-1 3 0,4-4-1 0,2 3 0 15,0-4 0-15,4-1 12 0,2 1-12 0,1-1 4 16,3-3-1-16,1-2-1 0,1-2-2 16,2 0-2-16,-1-3 1 0,-1-1-4 0,-2-1 5 0,1-4-12 15,-2 0 1-15,-1-1 2 0,0-1-3 0,-5-3-2 16,3-1 2-16,-4-3-3 0,1 1 1 0,-1-1 0 15,-4-4-2-15,-1 0 0 0,1-7 4 16,-3 8-4-16,2-7-1 0,-2-1 6 0,0 0-3 16,-3 8 0-16,1 0 3 0,0 3 0 0,-1 2 6 15,-1 1-3-15,1 2 4 0,1 0 3 0,-1 3-2 0,0 7 0 16,0-9-3-16,0 9-8 0,0 0-4 0,0 0 4 16,0 0-4-16,0 0 4 0,0 0 0 0,0 32-2 15,0-9 2-15,-1-3-5 0,0 8 4 0,1-2 1 16,-3-6 3-16,0 4 1 0,1 0 0 0,2-5 7 15,2 0-10-15,-2 0 7 0,2-1-4 0,-1-2-24 16,3 2-27-16,-2-5-28 0,1 0-27 0,0-2-48 16,0-1-46-16,5-1-46 0,0 0-38 0,-1-1-144 15,2-3-462-15,4 0 205 0</inkml:trace>
  <inkml:trace contextRef="#ctx0" brushRef="#br0" timeOffset="29604.9">32139 6386 168 0,'0'-12'219'16,"-1"2"-6"-16,-1 2-14 0,-1 1-23 0,3 7-13 16,-10-6-9-16,2 6-2 0,8 0-5 0,-25 11-5 15,12-2 0-15,-5 3-16 0,1 2-11 0,1-1 16 16,2 1-1-16,0 1-25 0,5-2 2 0,0-3-14 16,2 2-9-16,2 1-4 0,1-2-6 0,4-1-6 15,0-2-7-15,2 2-7 0,0-4-8 0,2 1-11 16,5-2-10-16,2-1-8 0,-2 1-7 0,3-4-11 15,2-2 3-15,0-1-2 0,0 0-2 0,-1-1-1 16,1-3 0-16,-4 2 2 0,-1-3-1 0,1-1 0 16,-1 0 4-16,2-4-2 0,-3 1 0 0,-3 0 0 15,5-3 1-15,-5 3-3 0,0 0 2 0,0 1-1 16,-3 4 13-16,1 1 0 0,-1-1 3 0,-2 6-7 16,2-9-3-16,-2 9-7 0,0 0 1 0,0 0-1 15,0 0 1-15,0 0 2 0,0 0-3 0,2 24 4 16,-3-12 1-16,-2-3-1 0,3 1 1 0,-1 4 0 15,1-3-10-15,0 2-28 0,1-3-41 0,-1 1-56 16,2-1-65-16,2-1-60 0,-4 0-173 0,0-9-465 16,6 11 205-16</inkml:trace>
  <inkml:trace contextRef="#ctx0" brushRef="#br0" timeOffset="29850.31">32423 6214 106 0,'3'-8'300'0,"-2"4"-12"16,-1 4-20-16,3-11-27 0,-3 11-30 0,0 0-21 15,3-4-22-15,-3 4-6 0,0 0 1 0,2 27 5 16,-2-9-8-16,1 7-3 0,-2 1-19 0,-2 2 2 16,3-2-14-16,0 0-1 0,0 2-16 0,0-1-12 15,1-4-5-15,1-3-3 0,-2 5-12 0,0-1-5 16,2-7-9-16,0-1-18 0,-1 0-38 0,1-1-36 15,2 2-41-15,-3-5-27 0,1-1-52 0,-1-3-60 16,0-3-60-16,0 3-222 0,-1-8-529 0,-1 8 234 16</inkml:trace>
  <inkml:trace contextRef="#ctx0" brushRef="#br0" timeOffset="30139.82">32308 6437 73 0,'0'0'176'0,"8"-6"-3"0,2 2-10 16,2 1-9-16,0 0-6 0,7 1-16 0,-1 1-10 16,3-1-9-16,7 1-10 0,1-2-10 0,-1 1-6 15,-5 0-5-15,4 0-6 0,-7 2-6 0,-1 0 1 16,-3-1 7-16,-2-2 0 0,-14 3 5 0,22-3-1 16,-14 3 5-16,-2 0-5 0,-6 0-1 0,9-3-7 15,-9 3-7-15,9 0-8 0,-9 0-6 0,8 4 1 16,-8-4 5-16,3 12 16 0,-1-5 5 0,-2 5 4 15,0-2-8-15,0 1-9 0,0 1-8 0,-3 3 4 16,3-2-7-16,-1-1-10 0,0-2-5 0,-1 3-23 16,1-2-22-16,0 1-32 0,-2-3-30 0,3-9-37 15,-1 15-48-15,1-15-51 0,1 10-56 0,-1-10-179 16,0 0-472-16,-2 12 209 0</inkml:trace>
  <inkml:trace contextRef="#ctx0" brushRef="#br0" timeOffset="30297.44">32626 6248 16 0,'0'0'150'0,"0"0"-25"16,0 0-39-16,0 0-48 0,0 0-62 0,-14 22-42 15,14-22-70-15,2 13 31 0</inkml:trace>
  <inkml:trace contextRef="#ctx0" brushRef="#br0" timeOffset="31248.15">32871 6396 183 0,'0'0'211'16,"0"0"6"-16,0 0-6 0,0 0-7 0,-47 45-6 15,47-45-12-15,-21 25-14 0,21-25-11 0,-17 20-15 16,17-20-8-16,-15 20-8 0,15-20-14 15,0 0-12-15,-12 30-12 0,12-30-10 0,0 0-4 16,0 0-5-16,-1 33-8 0,1-33-5 0,0 0-8 0,0 0-5 16,0 0-6-16,36 23-6 0,-36-23-2 0,0 0-5 15,38 3-6-15,-38-3-11 0,0 0 0 0,0 0-7 16,0 0-1-16,55-18-4 0,-55 18-4 16,0 0 3-16,26-20 1 0,-26 20-6 0,10-22 6 15,-10 22-1-15,0 0-4 0,8-42 1 0,-8 42 1 16,2-33-3-16,-2 33 0 0,3-31 5 0,-3 31 0 15,0 0-1-15,3-37-1 0,-3 37 1 0,0 0 0 0,0 0 2 16,7-28-1-16,-7 28 0 0,0 0 5 0,0 0-2 16,0 0 2-16,0 0-2 0,0 0 4 0,0 0-7 15,0 0 3-15,0 0 0 0,0 0 1 16,70 38 0-16,-70-38 0 0,18 29 4 0,-18-29 8 0,14 28 5 16,-14-28 10-16,8 27 4 0,-8-27-2 0,0 0 6 15,12 29-1-15,-12-29-2 0,0 0 0 0,0 0 6 16,0 0 7-16,6 31 8 0,-6-31 6 15,0 0 1-15,0 0 3 0,0 0-2 0,0 0 4 16,0 0-18-16,0 0-3 0,0 0-5 0,0 0-3 0,0 0-10 16,0 0-6-16,0 0-8 0,0 0 3 0,0 0-17 15,0 0 8-15,0 0 2 0,0 0-15 0,0 0 5 16,0 0-6-16,0 0-9 0,19-96 4 0,-6 83 2 16,-13 13-3-16,28-25 2 0,-28 25-28 15,23-19 2-15,-23 19-4 0,0 0 0 0,25-11 8 16,-25 11-7-16,0 0 7 0,0 0 0 0,0 0 3 0,0 0 2 15,0 0 2-15,51 20 0 0,-51-20 5 0,0 0 4 16,20 25 1-16,-20-25 2 0,0 0 0 16,14 20 3-16,-14-20 4 0,0 0 1 0,0 0 2 0,19 21 3 15,-19-21 6-15,0 0 0 0,0 0 13 16,0 0-2-16,0 0 3 0,32 5 5 0,-32-5-4 16,0 0 1-16,0 0 10 0,0 0-8 0,0 0-5 0,0 0 4 15,32-33 0-15,-32 33-3 0,0 0-6 0,0 0 0 16,15-30 2-16,-15 30 2 0,0 0-5 0,11-26 2 15,-11 26-7-15,0 0 9 0,0 0-11 16,11-25-1-16,-11 25-2 0,0 0 5 0,0 0 0 16,0 0-4-16,0 0-5 0,0 0 1 0,0 0 0 15,10-27-3-15,-10 27-2 0,0 0-2 0,0 0-1 0,0 0 1 16,0 0-2-16,0 0 1 0,0 0 1 0,0 0-3 16,0 0 0-16,0 0-2 0,0 0 3 15,0 0 9-15,0 0-6 0,0 0-8 0,0 0 3 0,0 0-4 16,0 0 5-16,0 0-3 0,0 0 5 15,0 0-3-15,0 0 8 0,0 0 3 0,0 0-4 0,0 0-6 16,0 0 3-16,0 0 3 0,0 0-2 0,0 0 1 16,-8 93 0-16,8-93 1 0,0 0-1 15,18 29 11-15,-18-29-7 0,13 24-1 0,-13-24-2 16,0 0 1-16,17 32 1 0,-17-32 1 0,9 21-5 16,-9-21 5-16,0 0 3 0,9 28-4 0,-9-28 1 15,0 0 2-15,0 0-2 0,0 0-1 0,0 0-1 16,0 0 4-16,-4 41-2 0,4-41 4 0,0 0-2 0,0 0 2 15,0 0-3-15,0 0-5 0,-35 15-19 16,35-15-23-16,0 0-24 0,0 0-22 0,-48-5-28 16,48 5-37-16,0 0-48 0,0 0-50 0,-46-13-194 15,46 13-488-15,0 0 216 0</inkml:trace>
  <inkml:trace contextRef="#ctx0" brushRef="#br0" timeOffset="31407.18">33415 6474 129 0,'0'0'200'15,"0"0"-17"-15,0 0-25 0,0 0-24 0,0 0-37 16,0 0-47-16,0 0-57 0,0 0-60 0,0 0-80 16,0 0-158-16,0 0 71 0</inkml:trace>
  <inkml:trace contextRef="#ctx0" brushRef="#br0" timeOffset="34550.14">20456 7882 40 0,'0'0'199'0,"0"0"-20"16,0 0-15-16,0 0-16 0,-1-11-10 0,1 11-15 15,11-14-12-15,-2 4-8 0,4 0-8 0,4-3-7 16,6-8-15-16,-8 10-3 0,8-7-5 0,-9 4 0 16,4 1-7-16,0-6-4 0,-5 6-6 0,1 1-3 15,-2-3 0-15,0 1-5 0,-4 5 1 0,1-1-1 16,-3-1-6-16,2-2 0 0,0-3-5 0,-5 1-2 15,2 5 3-15,-1-2 1 0,0 1-3 0,0 1 2 16,-2 1 1-16,0 3 4 0,-1-1 0 0,2 0-4 16,-3 7-5-16,1-10 1 0,-1 10-4 0,1-11 0 15,-1 11-4-15,3-4-2 0,-3 4-7 0,0 0 0 16,0 0-5-16,0 0 1 0,0 0 8 0,0 0 1 0,0 0 2 16,-9 28 1-16,6-15-3 0,-1 0 2 15,2 2 3-15,-3 1-1 0,3-4-4 0,1-1-1 16,2 0-3-16,-1 0 1 0,2-2 0 0,0 2 1 15,2-4-5-15,1 1 0 0,2-1 1 0,3 1 1 16,-1-5-1-16,2 1 0 0,2-4-1 0,0 0-2 0,0 0 1 16,1 0 0-16,-3-3-2 0,2 0 4 15,0 0-3-15,-3-3 3 0,1-1-4 0,-3-1-1 16,1 1 1-16,0-2 2 0,-3 1-2 0,1 0-4 16,-2-2 4-16,0 2-1 0,0-2-1 0,-1 0 0 0,-3 3-1 15,3 0 2-15,-4 7 0 0,3-12 4 0,-1 9-9 16,-2 3 6-16,0 0-9 0,1-10-3 15,-1 10 1-15,0 0 0 0,0 0 0 0,0 0-1 0,0 0 3 16,0 0 0-16,0 0 2 0,-1 32-3 0,-1-15 2 16,-1-2 5-16,0-2 1 0,1 3-2 15,-1 0-1-15,1 1 0 0,-2-1 2 0,2-3-1 0,-1 3-10 16,0-1-8-16,1-1-11 0,-2-1-15 0,1 1-32 16,-1-4-31-16,2 2-34 0,-1-1-24 0,-2 0-25 15,2-1-169-15,-1-1-386 0,-1 0 171 0</inkml:trace>
  <inkml:trace contextRef="#ctx0" brushRef="#br0" timeOffset="34740.71">20737 7350 30 0,'-11'2'87'0,"11"-2"-21"16,-7 5-13-16,7-5-31 0,0 0-15 0,0 0-30 16,15 17-18-16,-3-13-43 0,6 3 19 0</inkml:trace>
  <inkml:trace contextRef="#ctx0" brushRef="#br0" timeOffset="34995.51">21663 7260 101 0,'5'-4'241'0,"0"2"-20"0,-5 2-16 16,6-4-15-16,-6 4-20 0,7-3-9 0,-7 3-17 15,0 0-13-15,0 0-6 0,5 11 10 0,-5 2-2 16,0 5-9-16,0 10-7 0,-1 0-7 0,-6 0-11 16,2 1-6-16,-1 0-11 0,-1-5-5 0,3 6-8 15,1-5-5-15,-3 3-7 0,3 1-4 0,0-4 4 16,0-5-16-16,2-1-3 0,0-1 1 0,-2-2-9 15,3 1-17-15,-1-2-20 0,0-5-21 0,-3 2-17 16,3-2-32-16,-2-1-33 0,2 2-21 0,1-6-37 0,0-5-25 16,-3 13-26-16,1-9-138 0,2-4-387 15,-9 7 171-15</inkml:trace>
  <inkml:trace contextRef="#ctx0" brushRef="#br0" timeOffset="35378.78">21444 7557 53 0,'0'0'166'0,"-4"-8"-10"0,4 8-13 0,0 0-16 16,0 0-7-16,12-13-11 0,-2 10-7 0,5-2-4 0,3 1-11 15,3 0-14-15,-2 2-3 0,3 0-6 0,-2 2-11 16,8 0-7-16,-9 2-5 0,2-1-2 16,-5 2-6-16,1-1 0 0,-5 2-7 0,0-1 2 15,-1 1-7-15,-2 2 2 0,1 2 2 0,-1 0 14 0,-2-1 6 16,-2 3 3-16,3-1-3 0,-3 1-3 0,0 0-4 15,0-2-8-15,1-3-1 0,-1 4 1 16,2-2-4-16,-2-3 1 0,3 2 0 0,1-1-5 16,4 1 5-16,-7-4-7 0,5-2-3 0,1-1 0 0,-2 2 6 15,4-3-6-15,-5-1 3 0,3-1 4 0,-1 0 4 16,0 0-1-16,-1-2 1 0,1-1 0 0,-4-2 0 16,0 2-5-16,1-3 0 0,0 1 3 15,-6 0 4-15,1-2-7 0,-2 0 0 0,-2 1-4 16,-3-1-3-16,-4 0-4 0,2 2 0 0,-3-2-3 0,0 1-4 15,-2 2-11-15,-4 0-5 0,2 1-6 0,1 3-13 16,2 1-11-16,-3 3-14 0,4 0-13 16,9 0-24-16,-19 3-20 0,12 0-25 0,1 1-21 0,2 2-39 15,-1-1-101-15,5-5-323 0,-5 11 144 16</inkml:trace>
  <inkml:trace contextRef="#ctx0" brushRef="#br0" timeOffset="35740.98">22275 7437 130 0,'6'-5'206'0,"-6"5"-13"0,0 0-20 0,7-3-20 16,-7 3-9-16,0 0 9 0,9 10 16 0,-3-3 0 16,-1 2-15-16,4 3-11 0,0 2-12 0,1 4-5 15,-1 1-9-15,1-2-9 0,-1-2-14 16,3 9-10-16,-1-1-1 0,-3-5-10 0,1-1-8 0,1-2-5 15,-2 1-7-15,0-6-4 0,0-1-4 0,-1-1-5 16,-2 1-2-16,-1-3-3 0,1-2-5 0,-1 0-2 16,-4-4 2-16,9 6-1 0,-9-6-1 0,7 5 6 15,-7-5 6-15,9-2-1 0,-9 2-2 0,12-12-1 16,-6 5-5-16,-1-6 0 0,2-2-5 0,-1-1 3 16,2 1-6-16,-3-4 0 0,-1 1-4 0,-1-1-2 15,0-1-2-15,2-6-2 0,3 2 8 0,-7 5-13 16,-1 1-2-16,1 1-12 0,1 3-10 0,-1 5-8 15,-1-3-17-15,2 5-13 0,0 0-29 0,-2 7-30 16,-2-11-48-16,2 11-36 0,3-8-11 0,-3 8-10 16,0 0-17-16,0 0-137 0,0 0-401 0,0 0 179 15</inkml:trace>
  <inkml:trace contextRef="#ctx0" brushRef="#br0" timeOffset="36883.87">22881 7457 173 0,'-9'-11'186'0,"1"9"-9"16,8 2-1-16,-14-2-9 0,2 2-5 0,1 0-11 15,-1 3-9-15,0 0-10 0,-4 4 0 0,0 3-7 16,2 1-7-16,-3 3-5 0,-1 6-11 0,4-5-9 0,3-1-12 16,-1 1-3-16,2 1-10 0,3 1-1 15,2-1-10-15,1-5-4 0,2 6-5 0,2-8-6 16,0 1 0-16,1 0-5 0,4 0-2 0,-1-3-5 15,3-1-2-15,-1 1 0 0,4-4-3 0,0 1-5 16,1-1-1-16,0-4-3 0,-3 1-3 0,3-2 1 16,1-3-2-16,-2 1 1 0,0 0-4 0,0-2 2 15,-1-2-3-15,2-2 1 0,-3 3-2 0,-1-4-2 16,-1 2 2-16,0 0 0 0,-1-2-3 0,-2-1 0 16,-1 1 1-16,-1 0-2 0,0 0 0 0,-2 2 2 15,3-1-4-15,0 0 2 0,-2 6-1 0,0 4 4 16,1-11-1-16,-1 11-4 0,0 0-1 0,-3-9-6 15,3 9 0-15,0 0 1 0,0 0 2 0,0 0 0 16,0 0 0-16,0 0 4 0,-6 29-1 0,4-18 5 16,0 1 6-16,2-12-5 0,4 21 0 0,-3-9-3 15,1 0 0-15,-1 0 4 0,3-1-1 0,1-2 2 16,0 2-2-16,0-3 3 0,4-1 1 0,-3 1 2 16,3-3-2-16,0 0-1 0,2-1 3 0,-1 0 3 15,-1-1-7-15,1-2 0 0,0-1 1 0,-1 0 2 0,-9 0-3 16,14-4 1-16,-10 1-3 0,-4 3-1 0,9-6 3 15,-4-3-1-15,-2 5 0 0,-1-3-3 16,3-3 8-16,-3 2-7 0,-2-3-3 0,2 2-4 16,-1-2-9-16,3-1-4 0,-1 1-4 0,-1-1-1 15,1 1 4-15,1 0 0 0,-2 5 0 0,1 0 1 16,2-1-1-16,-3 3-1 0,4-1-3 0,-6 5 7 0,9-6-4 16,-4 3 2-16,-5 3 1 0,12 3 0 15,-12-3-2-15,11 8 5 0,-6-2 1 0,0 1-1 16,0 2-2-16,-1-1 6 0,0 3 0 0,0-2 3 0,-2 1-2 15,1 0-1-15,-1-1 7 0,1-1-5 0,-2-1 7 16,2-3 0-16,0 1-4 0,1 2 1 0,0-2 1 16,-4-5 3-16,7 7 6 0,-4-1 7 15,-3-6-3-15,13 1 0 0,-7 0 1 0,2-1-4 0,-8 0 0 16,18-6 7-16,-8 2-5 0,-1-2 0 0,3-1-3 16,-5 0 0-16,1 0 0 0,0-1 2 0,1 0-2 15,-3-1 1-15,2-3 4 0,-4 4-7 0,1-2 1 16,0 0-4-16,-3 1 0 0,0 3 1 0,0 0 1 15,-2 6 1-15,4-7-2 0,-4 7-3 0,3-7-5 16,-3 7 4-16,0 0-4 0,0 0 2 0,0 0 0 16,0 0-1-16,0 0-4 0,0 0 11 0,9 13-8 15,-6-9 1-15,0 2 0 0,-3-6 2 0,8 10 0 16,-3-6 0-16,0 1 4 0,0 1-1 0,3-4-1 16,3 1 3-16,-1-1-2 0,1-2 3 0,0 2-3 15,-5-2 3-15,-6 0-1 0,18-3-2 0,-10 2 7 16,-2-1-3-16,-6 2 1 0,11-6 6 0,-5 3-4 15,-2-2-1-15,-4 5 4 0,6-8 2 0,-3 4-5 16,1-1 4-16,-4 5-6 0,1-10 3 0,-1 10-3 16,1-7 5-16,-1 7-1 0,2-7 0 0,-2 7-9 15,0 0-3-15,0 0 2 0,0 0 1 0,0 0-3 16,0 0 1-16,-6 25 1 0,3-9-1 0,-1 11 4 16,-2 3 1-16,-1 1-1 0,2 2 6 0,1-1 19 15,-1 1-9-15,1 3 2 0,1-1 3 0,0-1-7 16,-1 0 4-16,0 1 5 0,3-2 10 0,1-1-13 15,-3-2 4-15,5-3-3 0,0 2-3 0,2-2-3 16,-4-8-1-16,1 0 2 0,0 0 8 0,2-3-17 16,-3-4-1-16,-3-3 1 0,3 4 1 0,-1-5 1 15,-3-1-2-15,-1 0 0 0,-4-1-3 0,-2-2-2 16,-3 2-4-16,-2-4-6 0,-3-1 7 0,1-3-2 16,0 0-2-16,-2-6-4 0,2 1 3 0,-1-3-14 15,1-2-6-15,-3-5-6 0,4-2-3 0,1-3-3 16,4-4-8-16,4 0 1 0,4-3-2 0,9-1 0 15,0-1-5-15,10 0-4 0,2 0-6 0,11-9 1 16,-5 14-11-16,3-2-8 0,1 5-5 0,-2-2-13 16,2 6-12-16,0-1-11 0,1 3-28 0,1 5-29 0,0-1-15 15,1 3-30-15,-3 0-145 0,-5 4-393 16,3-3 174-16</inkml:trace>
  <inkml:trace contextRef="#ctx0" brushRef="#br0" timeOffset="37861.15">24151 7414 59 0,'-3'-18'242'0,"0"4"-11"0,1 3 3 16,0 1-3-16,0 0-6 0,0 4-11 15,2 6-17-15,-3-12-23 0,3 12-19 0,0 0-20 0,0 0-14 16,0 0-11-16,0 0-11 0,-1 27-15 15,1-2-6-15,0 4-4 0,-4 3-9 0,-1 0 0 0,0 4-4 16,2-2-5-16,-2 1 0 0,0-3-4 16,4-1 7-16,-2-2-12 0,-2-3-1 0,3-8-4 15,-2 1-3-15,1-1-8 0,1-6 10 0,-1-1 0 16,1-2-18-16,0-2 2 0,2-7-1 0,-1 8 0 0,1-8-1 16,-3 9 1-16,3-9 6 0,0 0-1 0,-2 6 0 15,2-6-6-15,0 0-6 0,0 0-2 0,0 0-1 16,0 0-10-16,-4-25-8 0,7 15-4 15,0 0-11-15,3-2-3 0,1-3-9 0,5 0-2 16,-1 0 0-16,2 2 1 0,4 0 4 0,-2 4-5 0,3-2 1 16,1 4 9-16,-4-1-4 0,-3 6 0 0,-1 2 16 15,0 2-9-15,-4 0 2 0,2 4-1 0,-1-2 2 16,-3 3 3-16,0 2 1 0,-2-2 4 0,-3 0 2 16,0-7-2-16,-5 18-8 0,-2-8 0 0,-1-2-6 15,-5 4-2-15,-2-3-3 0,-2 2-7 0,-1-2-4 16,-3-2-6-16,1-1 1 0,1-1-7 0,-1 0 2 15,1-3-4-15,6 1 10 0,2-2-1 16,1-1 7-16,0 0 6 0,10 0 8 0,-13 0 8 16,5 0 6-16,8 0 10 0,0 0 0 0,0 0-1 0,0 0 2 15,0 0-2-15,0 0 1 0,0 0-1 0,0 0 0 16,0 0 6-16,32-6 5 0,-18 5-1 0,5 1 7 16,0-3-4-16,4 2 7 0,6-4-6 0,-9 2-3 15,9-2 2-15,0 0-2 0,-1-1-5 0,0-1 6 16,1 2-4-16,-2-1 2 0,3-3-2 0,-5 1 0 15,-5 2-2-15,0-3 2 0,-3 1-2 0,1 1 7 16,1-4-9-16,-3 3 1 0,2-4-2 0,-3 0 3 16,-1 2-1-16,-4-5 1 0,-1 4 7 0,-1-1-8 15,-3 1-1-15,1 0 12 0,-4-1 5 0,-1 1 6 16,0 1 1-16,1 1 0 0,-2 9-2 0,-4-12 5 16,2 7-5-16,2 5-1 0,-5-9-8 0,5 9-3 15,-10-2 1-15,10 2-3 0,-20 9 1 0,9-3 1 16,-5 4-1-16,2 2-2 0,0 3-1 0,3 1 3 15,0 1-4-15,6-2-3 0,-4 0 2 0,8 0-2 16,-5-2 1-16,5-2 0 0,2 1-1 0,2-1 3 16,3 1-2-16,1-3 2 0,3-2-1 0,5 0-2 15,1 1-6-15,2-4-7 0,2-1-7 0,1-1-6 16,2-1-4-16,3-4-2 0,-4 0-4 0,-3-3 4 16,0 3-4-16,2-3 5 0,-7 1-1 0,3-4 4 15,-2 1-2-15,-2 2 2 0,-1-7 0 0,-3 0-1 16,-1 2 11-16,-2-6-1 0,-3 2-1 0,1-1 8 15,0 1-5-15,-2 4 16 0,0-7-9 0,-2 1 6 16,2 1 8-16,-1 5 8 0,1-1-1 0,-2 1 10 16,0 1-4-16,1 1 11 0,-1 9 6 0,1-10 0 15,-1 10-6-15,3-9-10 0,-3 9-2 0,0 0-8 16,0 0 3-16,0 0 11 0,0 0 7 0,0 0 7 16,-3 32 1-16,3-21-4 0,-1 8-3 0,-2-6-2 0,0 6-3 15,1 5 1-15,0-3-5 0,2-2-4 16,-2 0-6-16,2 0 6 0,0 0-7 0,0-1-14 15,0-3-32-15,2 1-20 0,-2-1-22 0,0 0-29 0,0-2-42 16,-2-3-40-16,2 2-44 0,0-2-42 0,-2-2-156 16,2-8-459-16,-4 11 204 0</inkml:trace>
  <inkml:trace contextRef="#ctx0" brushRef="#br0" timeOffset="38021.07">24798 7653 172 0,'0'0'177'0,"0"0"-20"0,5-7-10 16,-5 7-12-16,6-4-13 0,-6 4-15 0,13 0-9 0,-2 0-10 15,-11 0-25-15,24 0-41 0,-11 0-35 0,4-4-52 16,-5 4-137-16,0-3-218 0,-1 1 96 0</inkml:trace>
  <inkml:trace contextRef="#ctx0" brushRef="#br0" timeOffset="38690.1">24979 7382 2 0,'-1'-12'234'0,"1"3"-14"0,0 9-9 0,1-10-12 16,-1 10-12-16,0-9-4 0,0 9-9 0,0 0-13 15,0-10-21-15,0 10-16 0,0 0-14 0,0 0-14 16,0 0-10-16,0 0-7 0,0 0-11 0,0 0-5 16,0 0-7-16,0 0-2 0,7 29-6 0,-6-20-1 15,-1 1-4-15,0 0-2 0,0-4-3 0,0-6-6 16,0 14 0-16,0-14-4 0,0 12-2 0,0-12 3 16,1 6 5-16,-1-6 3 0,0 0 8 0,1 7 15 15,-1-7-4-15,0 0 3 0,0 0-5 0,0 0-5 16,0 0 1-16,0 0 3 0,0 0-14 0,0 0-5 15,0 0-6-15,0-30-3 0,4 18-2 0,4-1-6 16,-1-4-2-16,4 1-2 0,1 1-3 0,3 1-8 16,-2 0 15-16,1 3-18 0,-6 4 6 0,2-1-2 15,-1 4-7-15,2 0 0 0,-1 2 0 0,1 2 0 16,-1 3-4-16,-2 3 2 0,1 3 0 0,2 4 4 16,-5 2-1-16,3 0-2 0,0 3-2 0,-7-2-27 15,2 3-33-15,1 1-40 0,-3 5-52 0,1-7-62 16,1 7-263-16,-6-8-522 0,3-5 231 0</inkml:trace>
  <inkml:trace contextRef="#ctx0" brushRef="#br0" timeOffset="41499.8">25893 7544 187 0,'0'0'211'16,"-2"-16"-11"-16,0 7 4 0,-1 0-10 0,-2 2-12 0,1-1-9 16,-3-1-10-16,1 1 0 0,-1 3-16 0,0 2-14 15,-2 0-14-15,-2 1-12 0,-3 2-7 0,-1 2-3 16,-3 1-6-16,2 6-12 0,-2 0-4 0,1 0-5 15,-4 9 5-15,5-5-16 0,3 1-5 0,-1 3-9 16,1-3-3-16,4 3-4 0,4-6-4 0,0 2-4 16,3-2-3-16,2 2 2 0,2-1-6 0,-1-2 4 15,8 0-8-15,-4-2 2 0,5 0-5 0,0-4 2 16,1 2-5-16,2-3-2 0,3 1-1 0,-3-2-2 16,1-2 0-16,-1-2 4 0,1 0-4 0,-3 0-2 15,0-4-2-15,-1 0 3 0,0 0-2 0,-1-3-2 16,1 0 3-16,-1-3 2 0,-3 3-5 0,0-1 3 15,2-4-3-15,-5 3 2 0,1-1-2 0,0 0 3 16,-2-1-2-16,0 4 4 0,0-1 5 0,-2 3 10 16,3 1-5-16,-3 6 3 0,0-11 0 0,0 11-8 15,4-8-1-15,-4 8 0 0,0 0-8 0,2-4-1 16,-2 4-5-16,0 0 4 0,0 0-1 0,3 27 1 16,-1-9 2-16,-5 3 0 0,3-2 0 0,-2 9 1 15,-2 0 3-15,2 0 5 0,-2-3-4 0,3 1 0 16,-3-7-2-16,-1 6 0 0,2-5 0 0,2-1 1 0,1-2-1 15,-2 2-2-15,-1-2-9 0,3-1-17 16,-2-3-15-16,0 0-23 0,0 1-25 0,1-5-31 16,-1 1-37-16,2-4-38 0,0-6-31 0,0 13-47 15,0-13-148-15,2 6-448 0,-2-6 198 0</inkml:trace>
  <inkml:trace contextRef="#ctx0" brushRef="#br0" timeOffset="41803.99">26128 7549 60 0,'4'-5'232'16,"-4"5"-21"-16,2-6-25 0,-2 6-4 15,0 0-7-15,0 0-8 0,0 0-8 0,0 0-18 16,-14 19-17-16,11-12-6 0,-1 2-10 0,2 1-9 0,-3 2-6 16,5-1-9-16,0 1-13 0,1 1-5 0,3-4-6 15,0 6-5-15,5-1-6 0,1 0 2 0,1 0-11 16,1-2 0-16,2 3-5 0,-1-6-3 15,2 4-4-15,0-1-5 0,-3-3-2 0,1 2 0 0,-4-5-4 16,0 3 0-16,-4-2-1 0,3 1 8 0,-6 0 0 16,3-2-1-16,-3 0 2 0,-2 2 3 0,0-8-2 15,-7 11-3-15,1-3-1 0,-3 0-3 0,-3-4-1 16,1 2-5-16,-7-2-8 0,5-2-13 0,-1 1-17 16,3-3-20-16,-7 0-31 0,5-2-34 0,2 1-35 15,-1-4-45-15,1 0-216 0,0-1-439 0,1-3 195 16</inkml:trace>
  <inkml:trace contextRef="#ctx0" brushRef="#br0" timeOffset="42218.57">26194 7503 117 0,'18'-6'142'0,"2"4"-10"0,-2-4-8 15,2 2-9-15,-4 2-15 0,2 0-16 0,0 2-1 16,-1 0-20-16,-4 1 4 0,-3 0-8 0,1 2-5 15,1-1-4-15,-3 3-4 0,-3-3-6 0,4-1-4 16,-6 2-7-16,3-1 3 0,-7-2 10 0,8 5 1 16,-8-5 6-16,3 9-5 0,-1-5-2 0,-2-4 1 15,-2 12 10-15,2-12 6 0,-3 14 4 0,1-2-3 16,0-1 3-16,-4 4 4 0,6-3-2 0,-5-1-2 0,5-1-5 16,0 2 0-16,-2 0-2 0,4 3-1 0,0-5-3 15,1 2-5-15,1-3 1 0,3 2-8 16,1-2-1-16,2-4-5 0,1 2-2 0,1 0-3 15,1-3-2-15,0-2 1 0,5 0-2 0,0 0-3 0,0 1-1 16,0-8-4-16,-7 1 0 0,3 2 6 0,-3-3 10 16,0-1-5-16,-1-1 2 0,-2-1-6 0,1-3 1 15,-5 2-8-15,1-2 4 0,0-4-4 0,-5 2 1 16,-3-1-4-16,-1-2-2 0,-3-1-4 0,2 3 2 16,-3-2-5-16,-2 2-2 0,1 1-10 0,-3 2-5 15,2 2-5-15,1 1-11 0,3 2-15 0,1 1-12 16,-4 3-25-16,2 1-18 0,7 1-20 15,-15 3-23-15,10-1-18 0,-4 3-21 0,6-1-22 0,3-4-135 16,-4 12-364-16,4-12 161 0</inkml:trace>
  <inkml:trace contextRef="#ctx0" brushRef="#br0" timeOffset="42451.57">26883 7499 137 0,'5'-9'256'16,"-1"2"-12"-16,1 1-3 0,-3-1-3 0,3 4-4 15,-5 3-13-15,4-10-19 0,-4 10-19 0,3-5-18 16,-3 5-20-16,0 0-18 0,0 0-6 0,0 0 6 16,8 16 11-16,-8 1 9 0,2 1-4 0,-4 6 8 15,2 0-21-15,-2-3-6 0,0-2-4 0,-2 8-18 16,1-3-14-16,-1 1-2 0,2-6-8 0,-3 1-8 16,2-1-9-16,1 0-7 0,-2-2-25 0,2 1-32 15,-1-1-41-15,1-7-33 0,0 3-45 0,0 0-41 16,0-2-48-16,0-2-56 0,-2 0-57 0,4-3-169 15,0-6-532-15,-2 9 236 0</inkml:trace>
  <inkml:trace contextRef="#ctx0" brushRef="#br0" timeOffset="42730.2">27097 7509 212 0,'2'-6'229'0,"0"-1"-25"16,-2 7-16-16,0 0-5 0,0 0-8 0,0 0-17 15,0 0-11-15,-21 5-8 0,7 7-14 0,-5-1-13 16,2 1-11-16,-4 2-12 0,5-1-6 0,-1 1-11 0,0-1-6 16,4-3-5-16,0 2-6 0,4-4-7 0,0-3-5 15,5 1-5-15,-3-2-2 0,2-1-3 16,5-3-5-16,-7 6-4 0,7-6 3 0,0 0-6 16,-2 6-1-16,2-6-2 0,0 0-2 0,12 7-2 0,-8-4-3 15,5 1 0-15,0-1 0 0,2 2-2 16,0 0 0-16,0 0 0 0,1-1-1 0,5 2 0 15,0 1-13-15,-4-1-18 0,5-2-31 0,-1 2-31 16,0 1-40-16,0-5-34 0,-3-1-43 0,-1 5-163 0,1-2-396 16,-5-1 176-16</inkml:trace>
  <inkml:trace contextRef="#ctx0" brushRef="#br0" timeOffset="42952.78">27304 7567 55 0,'2'-17'232'15,"2"3"-7"-15,-4 0-14 0,4 6 17 0,-3-2-5 16,-1 3 0-16,0 7-12 0,0-10-19 0,0 10-23 16,0 0-21-16,2-8-18 0,-2 8-12 0,0 0 9 15,0 0-2-15,2 35-2 0,-2-16-2 0,0-2 0 16,0 3-17-16,0-3-4 0,-4 8-6 0,4-1-13 16,-3 0-5-16,1-6-9 0,0 0-3 0,2 1-32 15,-2-3-31-15,2-1-32 0,0-2-22 0,-2-2-32 16,-1 1-47-16,3-2-58 0,0-3-53 0,-1 0-236 15,1-7-516-15,-4 10 228 0</inkml:trace>
  <inkml:trace contextRef="#ctx0" brushRef="#br0" timeOffset="43265.43">27314 7650 14 0,'3'-6'183'0,"1"0"-16"0,3 0-17 0,4-1-17 16,1 2-1-16,-2-1-17 0,4 2 1 0,0-3-1 15,4 0-19-15,-3 1-8 0,-3-1-8 0,1 3-1 16,-1-2-11-16,-1 1 0 0,-1 0 0 0,-2-1 14 16,-1 0-3-16,1-1-3 0,-4 2 0 0,-1 1 9 15,1-6 0-15,-2 3-2 0,3-1-4 0,-4 1 1 16,1 0-5-16,-2 7 1 0,2-10-2 0,-2 10-3 16,2-10-5-16,-2 10-4 0,0 0-4 0,2-9-15 15,-2 9-3-15,0 0-7 0,0 0-3 0,0 0 0 0,0 0 6 16,1 32-1-16,-6-16 12 0,5 2 4 15,-5 0-3-15,-2 8-4 0,5-7-1 0,0 1-4 16,-1 4-1-16,1-4-6 0,0 1 1 0,2-2-14 0,-2-1-28 16,2-1-24-16,-2-3-23 0,2 0-26 0,0-2-26 15,0-1-64-15,0 0-36 0,0-5-42 0,2 1-184 16,-2-7-470-16,2 11 208 0</inkml:trace>
  <inkml:trace contextRef="#ctx0" brushRef="#br0" timeOffset="43591.9">27769 7482 160 0,'4'-4'180'0,"2"0"-7"0,-1 2-4 0,-5 2-5 16,16-2-6-16,-16 2-7 0,11 3 0 0,-3 1-5 15,-3 1-2-15,1 0-4 0,-2-1-8 0,0 2-13 16,-2 1-7-16,0-1-4 0,0 3-4 0,-2 1 5 15,1-3-9-15,-2 2-7 0,0 3-9 0,-2-6-6 16,-1 5-5-16,0-2-4 0,1 0-5 0,-4-1-5 16,2 2-1-16,-1-2-4 0,1 2 1 0,-3-3-5 15,1 2-7-15,0-2-1 0,2 1-4 0,-1 1-3 16,0-2 2-16,4 1-5 0,-4-1 0 0,2-1 0 16,1 1-5-16,1-1-7 0,2-6 3 0,-2 13-3 15,2-13-3-15,3 7-1 0,1-1-10 0,2-1-15 16,6-3-20-16,3 2-32 0,8-1-32 0,-2-1-43 15,10-2-29-15,5 0-19 0,16-1-49 0,-13 0-229 16,11-3-499-16,-11 1 221 0</inkml:trace>
  <inkml:trace contextRef="#ctx0" brushRef="#br0" timeOffset="49397.11">28698 7612 104 0,'-2'-11'189'0,"0"0"-14"0,-2 2 2 0,0 2-8 0,1-4-10 15,-4 3-6-15,5-2-4 0,-2 4-10 0,-3-2-9 16,0 4-10-16,-2-1-7 0,-2 2-12 0,-1 2-3 16,0 2-2-16,-6 2-6 0,-1 6-6 0,1-1 1 15,-6 8-1-15,3 5-2 0,1-2-6 0,2 2-5 16,-1 1-4-16,4-1-8 0,4-3-8 0,2-2-3 16,2 1-7-16,0-2-3 0,4 2-4 0,1 0-4 15,2-6-1-15,4 0-5 0,-1 0-14 0,4 0 3 16,2-4-6-16,2 1 0 0,1-4-4 0,5 1-3 15,2 0-5-15,-1-2 2 0,1-3-3 0,-2-3 7 16,2-1-4-16,-5 3-3 0,-3-3-1 0,6-5 0 16,-3 1 1-16,-4 2 0 0,3-6 3 0,-6 3-2 15,0-2 2-15,0-1-3 0,1-3 2 0,-5 3 3 16,4-5-4-16,-4 2 8 0,-1-4-7 0,-1 8 1 16,3-6 1-16,-2 5-2 0,-2 2 1 0,3 0 1 15,-1 5 2-15,-2 5 1 0,-1-10 2 0,1 10-5 16,0 0-2-16,0 0 4 0,0 0 0 0,0 0 5 15,0 0 2-15,0 0 3 0,-6 32-2 0,5-20 0 16,-2 5-2-16,3 1 2 0,-3-4-2 0,3 1 1 16,0 2-2-16,2-4-22 0,-1 3-21 0,-1-3-21 0,5-2-33 15,0 1-18-15,-3-2-40 0,4 1-30 16,-1-2-26-16,-1 0-167 0,0 1-402 0,-2-5 178 16</inkml:trace>
  <inkml:trace contextRef="#ctx0" brushRef="#br0" timeOffset="49740.04">28803 7718 129 0,'1'-8'156'15,"-1"8"-10"-15,0 0-19 0,4-7 8 0,-4 7 12 16,0 0-6-16,0 0-10 0,10 15-9 0,-9-8-8 16,2 3-3-16,1-1-8 0,-2 3-13 0,-2-4-2 15,1 3-7-15,2 0-10 0,0 0-5 0,-1-3-11 16,1-3-2-16,-2 3-5 0,-1-8-2 0,5 6-6 15,-5-6 0-15,1 8-3 0,-1-8 8 0,2 6 12 16,-2-6 13-16,0 0 3 0,0 0-2 0,0 0-10 16,0 0 3-16,0 0-16 0,0 0 1 0,0 0-4 15,7-19-5-15,-4 10-6 0,2-2-1 0,4-2-13 16,0-2 1-16,2 1-5 0,2-1-3 0,-3-2-7 16,4 4 6-16,-1 1-7 0,-4 4 6 0,3 0-8 15,-1 1-1-15,-2 0-4 0,-2 4-1 0,0 1 3 16,-7 2 4-16,13 2-5 0,-4 4-3 0,0-1 2 15,-3 3 0-15,1-1-3 0,2 6-15 0,-2-1-22 16,-3-2-21-16,0 2-23 0,2 4-37 0,-2-5-39 16,0 1-37-16,1-1-196 0,-4 1-427 0,6-2 189 15</inkml:trace>
  <inkml:trace contextRef="#ctx0" brushRef="#br0" timeOffset="50170.03">29413 7669 150 0,'-6'-12'217'16,"-2"4"-7"-16,1 1-13 0,-2 3-13 0,-2-1-13 0,0 4-15 15,1 1-5-15,-3 3-13 0,-4 6-6 0,3 1-8 16,-2 1-17-16,2 2-5 0,0 2-6 16,2-1-6-16,2 1-7 0,1 0-8 0,1-2-7 0,3 2-11 15,3-2 0-15,2-1-7 0,1-2-3 0,1 1 11 16,4-1-4-16,1 0-6 0,3-4-4 15,1 0-5-15,0-2-2 0,4 1-3 0,-2-3-4 16,3-1-3-16,-4-2-5 0,2 1 0 0,-2-2-3 0,0-3-3 16,0 3-3-16,-1-6 1 0,-2 2-5 0,1-7 6 15,0-2-7-15,-4 2-1 0,0-3-1 0,-3-1 2 16,2-2-1-16,-1 0-4 0,0-10 4 16,-1 6-2-16,0-2-2 0,-3-2 2 0,0 2-3 15,0-4 3-15,0 6-3 0,0-5-1 0,2 5 0 0,-4 3 9 16,1 2 3-16,1 2-2 0,-1 3 4 0,1 2 2 15,-1 4 1-15,-1-2-4 0,2 9-7 0,0-8-2 16,0 8-1-16,0 0-1 0,0 0-1 0,0 0 4 16,3 35-5-16,-3-16 4 0,1 5-1 0,0 3 2 15,-1 1-4-15,2-1 0 0,-1 4-1 0,-1-1 6 16,3-3-15-16,-1 3-20 0,1-6-28 0,0-4-38 16,-1 0-40-16,0-2-61 0,2 0-51 0,-1 0-192 15,-2-6-474-15,2 1 210 0</inkml:trace>
  <inkml:trace contextRef="#ctx0" brushRef="#br0" timeOffset="50532.37">30185 7468 2318 0,'3'-18'50'16,"1"3"9"-16,0 2-23 0,-2 0-12 0,2 4-7 15,-2 2-7-15,4 3-4 0,-2 0 2 0,2 0 3 16,5 4 8-16,0 2 13 0,1 2 7 0,5 2-2 16,-2 6 2-16,1 0-4 0,-3 2 2 0,-1 0-4 15,-2 2-4-15,-4-1 0 0,-1 0-4 0,1 1 2 16,-5 1 5-16,-2 0-2 0,-4-5 1 0,-1 3 0 16,-1 0-5-16,-4 2 1 0,-2-3 0 0,-3 0-6 15,-1-4 1-15,0-1-3 0,0-1 2 0,7 0 1 16,0-4-2-16,2 2 4 0,3-4 0 0,-1 1-1 15,6-3-4-15,-7 8-3 0,7-8-4 0,-6 1 1 16,6-1-1-16,-5 5-4 0,5-5-3 0,0 0-2 16,0 0 4-16,0 0-2 0,0 0 2 0,26 4-5 15,-7-5-15-15,-1-1-13 0,3 1-19 0,7-1-28 16,2 2-32-16,-10 0-41 0,10-2-46 0,0-3-36 16,1 4-206-16,-3 1-470 0,-6-4 208 0</inkml:trace>
  <inkml:trace contextRef="#ctx0" brushRef="#br0" timeOffset="50860.65">30670 7501 193 0,'0'0'203'0,"0"0"-19"0,0 0-7 16,0 0 3-16,0 0 0 0,0 0-3 0,-14 17 0 16,9-8-13-16,-3 5-12 0,3 0-7 0,-3 3-16 15,3-6-10-15,1 5-10 0,-1-4-12 0,3 2-8 16,2-1-3-16,1-4-11 0,1 1-8 0,2 1-8 0,4-2-6 15,1-2 0-15,1-1-4 0,4-1-4 0,3-1-4 16,-1 0-6-16,1-4-1 0,2 0-1 16,-2-4-2-16,4 0-1 0,-3-3 1 0,-1 3-2 15,-1-2 8-15,-5-2-4 0,3-3 0 0,-4 5-5 16,-2-5-2-16,1-2-2 0,-2-2-8 0,-3 0 2 0,-1-1 3 16,-2 5-4-16,-2-6-4 0,-1 1-2 15,-3 1 0-15,-4 0-4 0,3 3 1 0,-3 3-4 16,3 0-1-16,-3 0-14 0,1 3-3 0,-1 2-8 15,0-1-16-15,-2 4-15 0,0 1-17 0,11 0-20 0,-20 1-33 16,12 1-28-16,8-2-50 0,-15 4-37 0,10 2-184 16,5-6-455-16,-12 7 202 0</inkml:trace>
  <inkml:trace contextRef="#ctx0" brushRef="#br0" timeOffset="51187.38">31068 7400 160 0,'0'0'198'0,"0"0"-8"0,6-7-13 0,-6 7-18 16,0 0-7-16,0 0-9 0,0 0-10 0,0 0-10 0,0 0-12 15,-3 21-11-15,3-21-7 0,-1 14-6 0,2-7-9 16,-1 4-3-16,3-3-5 0,-1 2-8 0,2 0 1 16,1 1 1-16,1-1 2 0,2 0-7 0,0-1-1 15,2 4-7-15,1-5 0 0,-3-1 3 16,3 2 3-16,1 4-10 0,-4-3-1 0,5 1-3 0,-4-3-5 15,-3 0-2-15,0 2-5 0,0-3 2 0,-1 0 4 16,0 3-3-16,-3-7 0 0,2 5 2 16,-3-1 8-16,1 3 6 0,-2-10 5 0,-3 10-3 0,0-2-4 15,0-3 0-15,-5-1-7 0,0 1-2 16,2-1-6-16,-2-2 1 0,-3 2-13 0,3-3-13 0,0 2-7 16,8-3-24-16,-15 0-30 0,5-2-34 0,1 0-29 15,9 2-53-15,-18-9-38 0,10 3-48 0,-1-1-181 16,-1-3-472-16,1 0 209 0</inkml:trace>
  <inkml:trace contextRef="#ctx0" brushRef="#br0" timeOffset="51610.71">31111 7404 34 0,'9'-7'149'0,"3"1"-17"0,5 0-8 0,1-2-1 0,1 5-19 15,2-3-8-15,0-1-8 0,1 4-8 0,6-1-10 16,-10 2-5-16,10-1-10 0,-9 1-8 0,1 1-1 15,-3 0-4-15,-5-1-5 0,1 1 6 0,-4 0-17 16,-2 1-2-16,-7 0-1 0,13 0 4 0,-7-2-5 16,-6 2-4-16,9 3 17 0,-9-3 6 0,0 0 7 15,0 0-3-15,12 0 6 0,-12 0-6 0,4 4 13 16,-4-4 12-16,3 8-7 0,0-1-2 0,-2 0 8 16,-1 2-2-16,-1 3-3 0,1-1 0 0,-1 0-6 15,-2 0 3-15,2 0-3 0,0 1-6 0,-1 0-4 16,2-2-5-16,-1-1-3 0,1-2-6 0,3 0 2 15,-1 2 0-15,1-2 1 0,3 1-11 0,1-3 1 16,3 1 1-16,0-2 2 0,2 2 2 0,1-6 0 16,-3 3 4-16,2-2-2 0,1-1 4 0,-1 0 6 15,-2-3 3-15,0 2 7 0,-1-3 0 0,-1-2-4 16,2 0-5-16,-4 2-4 0,1-2-5 0,-2-3-4 16,1 0 3-16,-3-1-4 0,-1-1-9 0,-1 2 1 15,1-3-6-15,-6 0 2 0,0 2-3 0,-2-2-9 16,-2 0-4-16,-2 0-11 0,-4 1-11 0,-3 1-20 15,-2 1-13-15,1 5-14 0,-4 1-14 0,-6-2-14 16,0 7-26-16,7 1-30 0,0-2-41 0,3 4-39 16,-4-2-199-16,4 2-463 0,6 0 205 0</inkml:trace>
  <inkml:trace contextRef="#ctx0" brushRef="#br0" timeOffset="52654.68">31836 7161 174 0,'0'-10'175'0,"0"10"-4"0,0-8-5 0,0 8-9 15,0-9-6-15,0 9-2 0,0 0-8 0,0 0-6 0,0-9-9 16,0 9-4-16,0 0-4 0,0 0-17 0,0 0-11 16,0 0-7-16,0 0-13 0,0 0-9 15,4-7-7-15,-4 7-4 0,0 0-5 0,0 0-3 16,0 0-7-16,4 27 5 0,-1-16-9 0,-2 4 2 16,0 4-3-16,2 0 2 0,-3 0-4 0,3 0 13 0,-3 10 5 15,1-5 2-15,-1 3-6 0,-4-8-2 16,3 0 1-16,-1-1 1 0,1 3-2 0,0-2-3 15,-2 0-5-15,2-4-2 0,-2-2-5 0,3-1 3 16,0-3-6-16,-1 1-1 0,1 2-3 0,0-3 0 16,-1-2 1-16,1-7-8 0,0 13-14 0,0-13-24 15,-2 15-23-15,2-11-18 0,0-4-35 0,-3 9-40 16,3-9-32-16,0 7-43 0,0-7-24 0,0 0-122 16,0 0-394-16,0 0 175 0</inkml:trace>
  <inkml:trace contextRef="#ctx0" brushRef="#br0" timeOffset="52923.91">32030 7257 54 0,'3'-3'177'0,"-3"3"-9"16,6-7-4-16,-6 7-6 0,0 0-3 0,0 0-7 16,0 0-10-16,0 0-13 0,-12 24-11 0,3-17-11 15,-4 4-8-15,0 2-14 0,-3-1-6 0,2 1-3 16,-1-2-11-16,-1-1-7 0,5-3-4 0,0-1-4 15,2 0-9-15,-1 0 2 0,5-3-6 0,0 1-6 16,5-4-4-16,-6 6-2 0,6-6-2 0,-7 5 0 16,7-5-5-16,-1 9 2 0,1-9-4 0,0 0 1 15,6 14-2-15,1-6 4 0,1-2-3 0,3 1 1 16,3 2-3-16,2-3-7 0,1 1-27 0,1 1-24 16,-1-3-23-16,-1 3-40 0,1-1-25 0,1-2-31 15,1 0-136-15,-8-3-329 0,5-2 145 0</inkml:trace>
  <inkml:trace contextRef="#ctx0" brushRef="#br0" timeOffset="53142.33">32285 7306 185 0,'3'-10'203'0,"3"1"8"16,-5 4-5-16,-1 5-10 0,3-8-19 0,-3 8-20 15,2-7-17-15,-2 7-16 0,0 0-7 0,0 0 9 16,0 0-1-16,0 32 4 0,-3-14-5 0,0 6 1 15,-1 2-10-15,-1-10-13 0,3 4-5 0,-4 4-11 16,3-5-7-16,-4 5-6 0,3-5-7 0,3-2-5 16,0 1-13-16,-3-1-26 0,5-5-35 0,-2-1-27 15,2 3-40-15,3 1-59 0,-4-3-65 0,1-5-55 16,-1-7-135-16,2 10-425 0,-2-10 188 0</inkml:trace>
  <inkml:trace contextRef="#ctx0" brushRef="#br0" timeOffset="53472.11">32265 7446 143 0,'6'-4'134'0,"6"1"-10"0,2-1-7 16,4-3 1-16,2 2-21 0,2 2-11 0,-2-3 0 16,1 1-14-16,5-2-7 0,-8 2-1 0,0 1-10 15,0 0-4-15,-6-2-5 0,0 1 17 0,0 0-4 16,-2-1 5-16,-1-3 2 0,0 1 32 0,-3 1 0 15,0-1 2-15,0-2 6 0,-1 0 1 0,0 4-10 16,-4-3 0-16,2 5-1 0,-3 4 1 0,4-10-4 16,-4 10-11-16,4-8-7 0,-4 8-14 0,0 0-9 15,0 0-4-15,0 0-2 0,0 0 5 0,0 0 13 16,0 28-9-16,-4-12 8 0,-1 3-4 0,2-3-7 16,-3 1-3-16,1 2 0 0,1 1-13 0,-1-1 10 15,-1-2-6-15,3 1 0 0,-2-3-7 0,2 2-17 16,1-6-23-16,0 4-27 0,0-4-22 0,0 0-30 15,1-1-29-15,0 0-44 0,1-3-43 0,0-7-45 16,0 13-180-16,0-13-463 0,0 0 205 0</inkml:trace>
  <inkml:trace contextRef="#ctx0" brushRef="#br0" timeOffset="53835.36">32694 7296 143 0,'0'0'205'0,"0"0"-13"0,0 0-10 0,0 0-12 15,0 0-6-15,44-22-14 0,-44 22-13 0,0 0-10 16,37 0-9-16,-37 0-11 0,0 0-7 0,0 0-11 16,48 0-8-16,-48 0-10 0,0 0-3 0,0 0-13 15,0 0-3-15,36 12 0 0,-36-12 6 16,0 0 3-16,0 0-5 0,0 0 0 0,14 22 7 15,-14-22 1-15,0 0 1 0,0 0 2 0,0 0-8 16,-36 60 1-16,36-60-4 0,-32 35-5 0,19-19-5 0,-3-2 2 16,0-1 4-16,1 2 0 0,2-3-6 0,-1 1 0 15,7-4-4-15,-1 0-4 0,2 0-3 0,-2-3 0 16,4 2-10-16,4-8 10 0,-4 11-6 0,4-11-2 16,0 13 2-16,0-13 5 0,0 0-6 0,0 0-3 15,0 0-1-15,50 31-5 0,-22-26-11 16,-28-5-33-16,50 3-26 0,-19-2-41 0,-31-1-47 15,61 1-56-15,-30-5-53 0,-31 4-244 0,48-7-533 0,-16-1 235 16</inkml:trace>
  <inkml:trace contextRef="#ctx0" brushRef="#br0" timeOffset="53999.65">33268 7493 2919 0,'0'0'216'16,"0"0"-46"-16,0 0-82 0,0 0-32 0,0 0-14 15,0 0 55-15,0 0 28 0,0 0 17 0,0 0 4 16,0 0-2-16,0 0 4 0,0 0-16 0,0 0-13 15,0 0-12-15,0 0-13 0,0 0-7 0,0 0-14 0,0 0-35 16,0 0-36-16,52-6-54 0,-52 6-66 16,0 0-58-16,0 0-65 0,0 0-83 0,0 0-349 15,0 0-728-15,0 0 323 0</inkml:trace>
  <inkml:trace contextRef="#ctx0" brushRef="#br0" timeOffset="66061.75">21071 8863 118 0,'0'0'174'0,"-3"-12"-13"0,3 12-5 0,-2-10-3 16,2 10-16-16,-1-12-7 0,-1 7-5 0,2 5-4 15,-2-11-9-15,2 11-4 0,-4-10-10 0,4 10-8 16,-4-6-8-16,4 6-9 0,-6-7-1 0,6 7-9 15,-4-4-4-15,4 4-8 0,-8-4-3 0,8 4-5 16,-10-1-5-16,1-1-1 0,9 2-7 0,-13 3-7 16,4 1-3-16,-1 0 0 0,1 1-3 0,0 1-1 15,-1 3 1-15,1-1-3 0,-3 3 4 0,0 5-4 16,1-3 5-16,1 2-3 0,0 3-1 0,1-3 0 0,1 1-2 16,2 3-2-16,-3 0-1 0,1 3 8 15,3-3-6-15,1 6 7 0,1 3 4 0,1-3 10 16,2 3-5-16,0 1 0 0,2-2 2 0,0 1 4 0,5-1-2 15,-4 0-2-15,1-1 0 0,3 0-1 16,-2-5-5-16,0 3 3 0,-3-6-8 0,2 1 0 16,-1 1 1-16,-2-1-2 0,2-1-2 0,-2 0 0 15,-1 0-1-15,0 0-3 0,0-2 4 0,-1 1-4 0,-2-4-3 16,-1 2 1-16,2-3 5 0,-2-2-22 0,0-1-13 16,-2-1-14-16,2-1-18 0,-1-3-16 15,1 0-30-15,-1 0-20 0,5-4-51 0,0 0-41 16,0 0-183-16,-19-9-425 0,15 3 188 0</inkml:trace>
  <inkml:trace contextRef="#ctx0" brushRef="#br0" timeOffset="66552.47">20671 9246 102 0,'0'0'163'0,"0"0"-5"0,0 0-14 16,19-4-5-16,-1 4-8 0,2 0-6 0,10-1-17 15,1-1-10-15,2 0-9 0,1 0-9 0,-2 0-9 16,0 4-5-16,1-8-3 0,-2 4-10 0,-9 0-9 16,6-1-4-16,-6 0-3 0,-3 1-3 0,-1-1-2 15,-5 0-2-15,-2 3-13 0,-5-1 6 0,1 0-2 16,-7 1-6-16,10-3 8 0,-10 3 4 0,8 0 5 16,-8 0 4-16,0 0-2 0,0 0-1 0,10 0-2 15,-10 0-2-15,0 0-3 0,0 0-1 0,5 4-4 16,-5-4 3-16,0 0 9 0,-8 16 5 0,1-6 1 15,-1 3-4-15,-1 3 0 0,0 0 5 0,3 0 0 16,-4 1 2-16,3-2-1 0,3-3 0 0,-1 4 0 16,5-2-9-16,-1-3-2 0,1 0-5 0,1 1 3 15,4-2-5-15,2-1-1 0,-2 0-2 0,2-3 4 16,4 1-8-16,0-3 0 0,3 0-4 0,-2-2 5 16,7 0-4-16,-2-2-1 0,-4-2 2 0,3-3-3 15,0 0 1-15,-3 0-2 0,2-3-3 0,0 1 1 16,-4-2-1-16,-1-5-1 0,-3 4-5 0,-1-5 7 15,-3 5-4-15,-1-6-1 0,-2-1 5 0,-2 0-8 16,-1 0-3-16,-3 2-2 0,-2 0 2 0,-1 0 0 16,-1 1-1-16,-3 1-3 0,-1 2-5 0,4 3-1 15,-2 1 1-15,0 3-2 0,-1 2-3 0,-6-2-7 16,2 2-9-16,2 2-8 0,-1 5-11 0,-2-1-14 16,3 4-9-16,2-3-36 0,3 2-22 0,2 0-36 15,1 1-40-15,0-1-130 0,5 0-367 0,2-7 162 16</inkml:trace>
  <inkml:trace contextRef="#ctx0" brushRef="#br0" timeOffset="66765.68">21709 9219 90 0,'0'0'226'0,"9"-2"-12"0,-9 2-10 0,7-3-17 0,-7 3-17 16,12-3-14-16,-5 1-16 0,2-1-13 0,3 1-14 16,-1 1-10-16,3 1-29 0,-2 0-39 0,-2-2-45 15,2 2-47-15,-1 0-41 0,-3 0-47 0,-8 0-111 16,11 2-275-16,-11-2 122 0</inkml:trace>
  <inkml:trace contextRef="#ctx0" brushRef="#br0" timeOffset="66926.28">21661 9332 228 0,'-6'4'219'0,"6"-4"-10"16,0 0-4-16,-5 5-8 0,5-5-15 0,0 0-17 15,0 0-15-15,0 0-15 0,0 0-7 0,19 4-18 16,-6-4-9-16,6-2-12 0,0 2-14 0,3-1-24 0,0 0-37 16,6-2-42-16,-6 1-57 0,6 1-64 15,-2-2-184-15,-5-1-361 0,-1 0 160 0</inkml:trace>
  <inkml:trace contextRef="#ctx0" brushRef="#br0" timeOffset="68218.48">23316 8722 170 0,'0'0'210'0,"0"-15"-13"0,0 9 5 0,0 6-2 0,0-9-6 16,0 9-8-16,0-11-12 0,0 11-15 15,0 0-15-15,-1-8-20 0,1 8-12 0,0 0-16 16,0 0-9-16,0 0-11 0,0 0-3 0,0 0-2 15,0 0-9-15,-1 34-1 0,1-16-4 0,0 8 0 0,0 2 7 16,1 2-9-16,-1 0-1 0,1 0-1 0,1 1 4 16,-1 1-2-16,2-3-3 0,-1 0-9 0,1-3 4 15,2 0 4-15,-4-7-12 0,1 7-7 16,0-3 2-16,-2-4-1 0,2-1-7 0,-2-2-1 0,2-1-1 16,0-3-4-16,0-1-2 0,-2-1-1 0,0-2 2 15,1 1-8-15,-1-1-16 0,0-8-14 0,2 13-16 16,-2-8-18-16,0-5-20 0,0 7-27 0,0-7-34 15,0 10-33-15,0-10-36 0,0 0-37 0,0 0-179 16,-3 7-454-16,3-7 202 0</inkml:trace>
  <inkml:trace contextRef="#ctx0" brushRef="#br0" timeOffset="70972.61">22811 9885 39 0,'-5'-4'210'0,"5"4"-14"0,-3-10-11 16,3 10-16-16,3-12-10 0,1 7-4 0,1-2-5 15,2 4-10-15,4-2-12 0,3 1-6 0,-2 0-10 16,3 1-13-16,-2 3-13 0,2 3-4 0,-3 2-13 16,1 1-2-16,1 3-9 0,-5-1-1 0,1 7-5 15,-4-1-2-15,1 3-3 0,-4 0 0 0,-1 1-6 0,-4 1-5 16,-1 1 1-16,-4 5-2 0,-2-7-5 0,-1 5 2 16,-4-1-5-16,-3 0 1 0,-3-1-6 0,1-3 1 15,-4-2-5-15,0-2 2 0,5-4-3 16,-1 0-1-16,-2-2-5 0,5-2 0 0,-3-1 3 0,2-3-2 15,3 0-1-15,4-3-1 0,-1 0-2 0,0-2 2 16,3-1-3-16,2 0 8 0,1-1-11 0,-3-3 1 16,6 1-3-16,2 7 2 0,0-13-3 0,0 13 3 15,1-13-2-15,-1 13-1 0,6-11-1 0,-2 7 5 16,1 0-5-16,1 3-2 0,-6 1 2 0,18-2 2 16,-11 2-3-16,6 2 3 0,-1 1-2 0,0 0 3 15,-1 2 5-15,3-1-6 0,2 4-4 0,-1-2 9 16,0 2-6-16,1 1-5 0,-3-2-24 0,3 1-16 15,-6-1-29-15,6 2-42 0,-6-1-35 0,-1 0-52 16,2 0-199-16,-2-2-433 0,0 1 191 0</inkml:trace>
  <inkml:trace contextRef="#ctx0" brushRef="#br0" timeOffset="71223.73">23228 9950 74 0,'3'-7'252'0,"-1"3"-18"16,-2 4-19-16,3-8-21 0,-3 8-21 0,0 0-20 15,5-5-6-15,-5 5 2 0,0 0 5 0,0 0-7 16,9 25-9-16,-8-14-12 0,0 6-4 0,1 0-9 16,-1 0-13-16,-1 1-6 0,-1 1-11 0,-1 0-7 15,1-1-8-15,0 1-6 0,1-3-5 0,0 2-4 16,-1-6-12-16,1 0-25 0,-2 1-22 0,1-2-20 0,0 0-35 15,-1 0-49-15,1-4-42 0,1-7-41 0,1 12-39 16,-1-6-146-16,0-6-408 0,0 0 182 0</inkml:trace>
  <inkml:trace contextRef="#ctx0" brushRef="#br0" timeOffset="71433.98">23374 9949 102 0,'0'0'196'15,"4"-8"-19"-15,-4 8 2 0,0 0 14 0,0 0-1 0,0 0 0 16,0 0-2-16,11 19-10 0,-7-8-12 16,-4 5-12-16,1-4-6 0,2 4-10 0,-2 1-1 0,-1 0-23 15,0-1-6-15,-1 2-13 0,1-2-8 16,-3-1-12-16,3-2-6 0,-1 2-5 0,1-2-20 0,-1-1-29 16,-2-1-23-16,2-2-29 0,1 1-36 0,-1-3-48 15,1-7-54-15,1 11-48 0,-3-5-182 0,2-6-438 16,-7 5 194-16</inkml:trace>
  <inkml:trace contextRef="#ctx0" brushRef="#br0" timeOffset="71628.3">23203 9904 104 0,'0'0'220'0,"10"-7"-14"16,-2 2-7-16,1-2-16 0,4 3-14 0,-1-2-17 15,7 4-14-15,0-3-12 0,2 1-15 0,-1 1-13 16,0 0-8-16,-1 1-22 0,-3 1-35 0,-3 1-29 16,0 0-33-16,-1 1-36 0,-1-1-37 0,-3 2-28 15,-1-1-133-15,-1 1-284 0,0 2 126 0</inkml:trace>
  <inkml:trace contextRef="#ctx0" brushRef="#br0" timeOffset="75148.15">23049 9420 17 0,'-10'-3'89'0,"5"0"-8"0,5 3-6 16,-15-4 0-16,7 3-4 0,-2-3 5 0,-4 2-5 15,-3 2-8-15,1 0 8 0,-3 0-7 0,-2 0-7 16,-1 0 6-16,0 2-3 0,-5 0-3 0,7 1-11 16,-2-3 6-16,2 3-5 0,1-1-1 0,-2-2 0 15,5 3-6-15,-2-1 5 0,5 1 0 0,0-2-7 16,4 1-2-16,2 0 5 0,-1-1 1 0,8-1-6 15,-13 0-7-15,13 0 4 0,-6 3-2 0,6-3 4 0,0 0 4 16,0 0 7-16,0 0-3 0,34 1-5 16,-2-1 2-16,4-4 1 0,22-1-6 0,4-1 1 15,2-2-7-15,29-2-2 0,-2 3-2 0,-26 2-2 0,30-2 1 16,-33 0-4-16,28-2 5 0,-30 5-9 0,1-3-3 16,3 2 2-16,-2-1-2 0,-6 1 2 0,-3 2 4 15,-17-3-4-15,-2 0 1 0,-1 4-2 16,-4-1 3-16,1 1-4 0,-10 0 4 0,2-2-3 0,-6 4 2 15,-3 0-3-15,-1-1 0 0,-5 1-5 0,1-2 2 16,-8 2-4-16,13-1 1 0,-13 1-1 16,7 0 1-16,-7 0-4 0,0 0-7 0,9 0-20 0,-9 0-6 15,0 0-21-15,8 4-12 0,-8-4-33 0,5 5-34 16,-5-5-30-16,5 7-157 0,-5-7-342 0,5 6 152 16</inkml:trace>
  <inkml:trace contextRef="#ctx0" brushRef="#br0" timeOffset="75795.45">25140 8758 98 0,'0'0'194'0,"-9"-3"-23"16,9 3-18-16,0 0-15 0,0 0-6 0,48-9-13 16,-12 5-15-16,26-2-5 0,31-5-4 0,-3 4-5 15,4-2-11-15,3 0-9 0,-1 2-5 0,0-3-5 16,-6 5-7-16,-27 0-2 0,27-1-7 0,-29 0-1 15,4 3-1-15,-5-1-1 0,1-4-7 0,0 3 3 16,-5-1-6-16,0 3-3 0,-3-1 0 0,-14 1-5 16,-3 0-2-16,0-1-6 0,-5 1 1 0,-1 2-3 15,-12-2 1-15,-5 1-2 0,0-1-1 0,-3 3-23 16,-4 2-15-16,-6-2-21 0,13 1-16 0,-13-1-8 16,2 4-19-16,-2-4-25 0,-15 9-42 0,-5 1-115 0,-9-1-296 15,-7 0 131-15</inkml:trace>
  <inkml:trace contextRef="#ctx0" brushRef="#br0" timeOffset="76477.92">25031 8732 96 0,'-10'-4'160'0,"1"-1"-11"16,3 3-9-16,-1-1-4 0,7 3-18 0,-10-4-14 15,10 4-7-15,-6-3-5 0,6 3-15 0,0 0-4 16,0 0 0-16,0 0 9 0,-11 10 2 0,9-5-11 16,2 5-6-16,0 1-3 0,-3 1-3 0,3 3-3 15,-1 1-7-15,1 1-1 0,1-2-4 0,2-1-1 16,-3-2-2-16,0 1-2 0,2-2-3 0,0 1 5 15,-2 0 3-15,1-2-4 0,2 3-2 0,-1-3 0 16,1 3 4-16,-3-1-5 0,2 3-2 0,-2-4-3 16,1 6-3-16,-2 0 3 0,1 0 2 0,-2 1-3 15,-1 1-4-15,0 6 4 0,0 2 2 16,-4 2 1-16,4 3-1 0,-3 0 0 0,0 2 4 0,1 2-3 16,-1 13 3-16,-3 0 5 0,-3-2-8 0,3 3-1 15,-1-5-1-15,2-10-1 0,-3 11-4 0,1-13 2 16,0 1-2-16,-1-1 4 0,4-1 0 0,-4 0-4 0,4 0 1 15,0 0-3-15,3 4 6 0,-1-1-4 0,-1-2 1 16,1-1 1-16,0 1-5 0,3-5-2 16,0 1-1-16,-2-2-3 0,1 1 3 0,0 1-3 15,0-2 10-15,-3 0 0 0,3-7-2 0,1 4-4 0,-1-6-5 16,3-1 4-16,-4-5-6 0,0 0 4 0,2-1-1 16,-1 1-1-16,3-5-6 0,-5 3 3 0,4-3-4 15,1-7 2-15,-1 12-5 0,-1-8 2 16,2-4 2-16,-1 9-4 0,1-9 3 0,0 0-1 0,-1 7 6 15,1-7-7-15,0 0 8 0,0 0-10 0,0 0 4 16,0 0-1-16,0 0 0 0,-14-20 12 16,9 10-20-16,-2-3 2 0,-3-5-5 0,2 0-11 0,-7-7 5 15,2 1-8-15,-3-5 3 0,0 0 0 0,-4 2 1 16,-2 1 0-16,-11-12 11 0,6 12-9 0,-11-3-4 16,6 7 6-16,-1 2-2 0,-14-2-5 0,0 5 3 15,11 5 1-15,-2 1 3 0,1 2 1 0,-1 2 0 16,5 0 1-16,2 3-7 0,3 2-18 0,11-4-15 15,3 6-23-15,3 0-28 0,3 0-41 0,8 0-45 16,-12-3-41-16,12 3-32 0,0 0-228 0,0 0-521 16,41-8 230-16</inkml:trace>
  <inkml:trace contextRef="#ctx0" brushRef="#br0" timeOffset="77211.73">26517 8579 42 0,'-9'-1'105'0,"9"1"3"0,0 0-7 0,-13 0 1 0,13 0 4 15,0 0-3-15,0 0-3 0,0 0-5 0,0 0-9 16,0 0 11-16,0 0 7 0,0 0-2 0,29 9-2 16,2-4-9-16,5-1-4 0,23 0-8 0,6-1-7 15,34 0-10-15,-2 1-8 0,8-4-6 0,1 1-5 16,-3 2 3-16,4-7-8 0,-5 8-5 15,-2-8-3-15,-5 0-6 0,-5 2-3 0,-27 4-1 0,2-5-2 16,2 0 3-16,-4-1-4 0,2 4-2 16,-7-3 0-16,-3 3-6 0,-17-1 1 0,0 0 2 0,-6 0-3 15,-5-3 0-15,-5 4 1 0,-4-2 4 0,0 1 3 16,-6 1-4-16,-2 0 2 0,2 1-3 0,-4-2 2 16,-8 1-4-16,10 0 2 0,-10 0-6 0,8 0 1 15,-8 0-4-15,0 0-8 0,11 0-12 0,-11 0-17 16,0 0-12-16,0 0-19 0,-5 13-21 0,5-13-25 15,-15 14-39-15,0-4-34 0,-7 5-95 0,-4-3-301 16,1 1 134-16</inkml:trace>
  <inkml:trace contextRef="#ctx0" brushRef="#br0" timeOffset="77744.23">25933 8941 52 0,'2'-12'226'0,"3"3"-7"0,-5 2-8 0,4 0-18 0,-4 7-22 16,2-12-18-16,-2 12-16 0,0 0-17 0,0 0-6 15,0 0-5-15,0 0-4 0,0 0 3 0,3 33 0 16,-3-16-11-16,0 2-4 0,-3 5-2 0,6 3-4 16,-6 0-9-16,6-1-7 0,-3-7-9 0,1 8 1 15,1-3-9-15,0-5 5 0,0 0-16 0,0 0-4 16,0 0 4-16,0-3-10 0,-2 2-2 0,0-4-4 15,1-1-2-15,0 0 0 0,2-3-15 0,-1 3-20 16,-2-2-30-16,0-1-29 0,2-1-38 0,-4 1-46 16,2-2-30-16,-2 2-43 0,-3-4-153 0,1-1-409 15,-2-1 181-15</inkml:trace>
  <inkml:trace contextRef="#ctx0" brushRef="#br0" timeOffset="78032.83">25575 9448 67 0,'0'0'210'0,"0"0"-1"0,0 0-6 16,0 0-11-16,49-3-12 0,-14-3-8 0,19 0-8 16,7-1-15-16,31-1-6 0,-2-1-14 0,0 1-9 15,2-2-13-15,-27 5-4 0,31-5-6 0,-28 6-11 16,-3-4-10-16,0 3-7 0,-3-2-6 0,-1 4-4 0,-7-1-7 15,-16 1-5-15,-1 2-4 0,-5 1-5 0,-1-2-7 16,-10 2 1-16,0 0-9 0,-8 1 0 16,1-1-2-16,-3 1-3 0,-1-1-8 0,1 1-18 0,-5 0-7 15,-6-1-12-15,9 7-18 0,-4-5-26 0,-5-2-16 16,2 8-26-16,-2-8-30 0,-11 12-32 16,2-5-42-16,-7 1-123 0,-4 1-367 0,-5 2 163 15</inkml:trace>
  <inkml:trace contextRef="#ctx0" brushRef="#br0" timeOffset="79795.89">26160 9700 8 0,'-3'-10'152'15,"1"-1"6"-15,-4 3-3 0,1-2-9 0,1 0-5 16,-2 1-6-16,4 2 9 0,-2 1 1 0,4 6-6 15,-4-11-9-15,0 8-11 0,4 3-13 0,-3-6-12 16,3 6-13-16,0 0-12 0,0 0-3 0,0 0-4 16,0 0 9-16,0 0-7 0,-2 30 2 0,4-12-3 15,-2 2-1-15,1 0-8 0,-1 6-1 0,0 1-5 16,1 0-1-16,-2-1-8 0,-2-1-1 0,3-6-3 0,0 5-1 16,-2-5-4-16,2-2-2 0,0 2-2 15,0-3 5-15,0 0-13 0,0-3-3 0,2-5 7 16,-2 1-5-16,2-3-3 0,-1 1 0 0,-1-7-4 15,0 11 5-15,0-11-8 0,1 8 4 0,-1-8 1 0,5 4 1 16,-5-4 1-16,6 4 2 0,-6-4-1 0,12-2 0 16,-12 2-2-16,23-4-3 0,-8-1 0 15,4 0-1-15,0 0-2 0,2-1-7 0,6-2-16 0,-7 3-18 16,0-2-25-16,0 0-26 0,-2 4-36 0,5-1-37 16,-3-1-25-16,-2 1-25 0,0 1-168 0,-5-1-406 15,5-1 179-15</inkml:trace>
  <inkml:trace contextRef="#ctx0" brushRef="#br0" timeOffset="80056.85">26722 9697 131 0,'-4'-9'195'0,"4"9"-1"0,-8-6-8 0,2 3-3 0,-1 1-9 16,-5 1-7-16,-1 2-15 0,2 0-8 0,-3 3-8 15,-1 2-3-15,3 0-8 0,-5 3-4 0,3-2-11 16,3 1-9-16,-2 2-8 0,-1 1-2 0,7-4 0 16,1 2-22-16,1 1-2 0,-2-2 0 0,3 2-10 15,1-1-12-15,5 2 2 0,1-1-7 0,1-3-3 16,6 2-3-16,1 1-20 0,5 0-22 0,-1-3-27 16,4 0-39-16,0-2-32 0,2 0-27 0,1-1-32 15,-2 0-27-15,2 0-10 0,-1-2-147 0,-3 1-376 16,2-6 166-16</inkml:trace>
  <inkml:trace contextRef="#ctx0" brushRef="#br0" timeOffset="80254.97">26969 9803 167 0,'6'-6'232'0,"-6"6"-8"16,3-5-16-16,-3 5-12 0,0 0-18 0,4-5-16 16,-4 5-12-16,0 0-19 0,0 0 2 0,0 0 13 15,0 0 3-15,0 0-6 0,4 19-11 0,-4-14-9 0,0 6-6 16,0-2-8-16,-2 2-13 0,2-1-10 0,-2 1-7 15,0 0-11-15,2 1-6 0,0-1-4 0,0 7-7 16,0-2-16-16,2-2-21 0,-2-2-25 0,2-1-34 16,-2-1-34-16,0 2-49 0,0-3-48 0,2 1-47 15,-2-1-209-15,0-9-467 0,0 10 208 0</inkml:trace>
  <inkml:trace contextRef="#ctx0" brushRef="#br0" timeOffset="80545.03">27549 9405 5 0,'0'0'265'0,"2"-8"-25"0,-2 8-7 0,2-7-18 16,-2 7-11-16,0 0-18 0,2-6-21 0,-2 6-16 16,9-6-16-16,2 4-16 0,1 0-8 0,7 0-13 15,1 1-12-15,2-2-9 0,-3 0-20 0,3 3-27 0,-1-1-29 16,1 2-29-16,-3-1-35 0,-1 2-29 0,-5-1-42 16,-1-1-19-16,1 0-27 0,-4 3-101 15,-3-5-306-15,-6 2 135 0</inkml:trace>
  <inkml:trace contextRef="#ctx0" brushRef="#br0" timeOffset="80732.08">27798 9258 120 0,'-2'-11'198'0,"2"11"-3"0,0 0-10 0,-2-6-15 16,2 6-18-16,0 0-15 0,0 0-13 0,0 0 7 16,0 0 0-16,0 0-8 0,-6 17 2 0,2-4-10 15,1 2-8-15,-3 0-9 0,2 3-10 0,0 1-9 16,-2-3-9-16,4 2-4 0,0 0-8 0,1 1-5 15,0-2-13-15,-2 2-28 0,3-1-23 0,0 0-33 16,-1-3-46-16,1-3-44 0,1 3-48 0,0-1-171 16,-1-5-383-16,2 1 170 0</inkml:trace>
  <inkml:trace contextRef="#ctx0" brushRef="#br0" timeOffset="81004.48">28443 9026 43 0,'0'-11'285'0,"0"0"-20"0,2 1-17 16,-2 1-12-16,0 9-12 0,-2-12-22 0,2 12-22 0,2-10-20 16,-2 10-18-16,0 0-16 0,0 0-11 15,0 0-6-15,0 0-6 0,0 0-13 0,0 29-5 0,0-16-12 16,0 4-6-16,2 0-3 0,-2 2-12 0,-2 0-3 15,2 5-1-15,0-5-4 0,0 0-4 16,-2 7-6-16,1-6-12 0,-1-1-24 0,-1-1-20 16,1 2-32-16,-4-2-38 0,1 0-40 0,0 0-39 0,-1-1-48 15,-3-1-184-15,-3-3-436 0,-1-1 194 0</inkml:trace>
  <inkml:trace contextRef="#ctx0" brushRef="#br0" timeOffset="81172.7">28132 9376 104 0,'27'-5'175'0,"-7"2"3"0,7-1-13 0,5 1-7 15,5 1-10-15,15-3-12 0,-2 3-13 0,4-1-17 16,-3 3-7-16,-1-3-19 0,-12 3-32 0,-2 1-34 16,-3 1-53-16,0-2-43 0,-2 2-50 0,-13 1-82 15,-5 0-232-15,-2 0 104 0</inkml:trace>
  <inkml:trace contextRef="#ctx0" brushRef="#br0" timeOffset="81483.3">28330 9555 229 0,'-9'0'221'0,"9"0"-25"16,0 0-11-16,-9 3 7 0,9-3 1 0,-4 10-2 15,-1-3-13-15,5 3-14 0,-3 2-10 0,1 4-13 16,-1 0-6-16,-2 2-4 0,4-1-5 0,-4 2-12 16,5-1-7-16,-3 0-10 0,0 0-12 0,3-1-6 0,-2-2-2 15,1 2-9-15,-1 0-5 0,2-7-4 16,0-1-9-16,0 2-5 0,0-4-3 0,0-7-4 16,0 14-2-16,2-7-5 0,-2-7-1 0,1 10 1 15,-1-10-4-15,0 9-7 0,0-9 1 0,5 6 4 0,-1-4-1 16,7 0 0-16,1-2 2 0,2-2-8 15,4 1-18-15,10-1-24 0,-6-2-24 0,7 1-29 16,-1-2-36-16,-6 1-44 0,7-2-49 0,-7 1-44 16,-1 1-217-16,5-4-505 0,-6 1 223 0</inkml:trace>
  <inkml:trace contextRef="#ctx0" brushRef="#br0" timeOffset="81739.95">28966 9607 47 0,'0'0'252'0,"-2"-11"-8"0,2 11-5 16,-5-8-8-16,5 8-11 0,-8-5-14 0,8 5-12 15,-19 3-5-15,7-1-9 0,-6 6-10 0,2-1-8 16,-1 3-15-16,2 0-7 0,-1 2-8 0,4-1-4 16,-1 1-14-16,1 1-11 0,6-3-5 0,1 0-12 15,-1 2-9-15,4-1-6 0,1-1-8 0,3 1-1 16,2-1-13-16,5-1-16 0,3-1-22 0,4 1-23 15,5 1-23-15,-4-2-24 0,3-3-33 0,-2 2-29 16,2-1-33-16,-2 0-28 0,-1-2-21 0,0-2-27 16,-4-1-14-16,0 1-142 0,-5-2-419 0,1 0 186 15</inkml:trace>
  <inkml:trace contextRef="#ctx0" brushRef="#br0" timeOffset="81977.95">29139 9758 7 0,'9'-3'176'0,"2"2"-3"16,-1 0 3-16,3 1 5 0,-5 1-2 0,1 0-6 15,0 2-5-15,-2 0 0 0,2 1-8 0,-1 3-5 16,-2-1-8-16,2 1-3 0,-3 2-6 0,-2 0-3 16,-1-1-12-16,0 3-1 0,-2 0-1 0,-2-2-5 15,0 3-8-15,-1-2-9 0,-1 1-8 0,0-1-9 0,-1-1-8 16,3-3-9-16,2-6-12 0,-5 11 2 0,3-1-6 16,1-3-4-16,1-7 0 0,3 11-6 15,-1-7 4-15,5 3-5 0,3-3-4 0,7 0-5 0,4-2-4 16,9 0-10-16,0-2-12 0,2 0-24 0,1-4-21 15,-2-1-27-15,-3 3-34 0,-6 0-37 16,-3-4-55-16,2 3-55 0,-2-1-239 0,-1 0-530 16,-7-2 234-16</inkml:trace>
  <inkml:trace contextRef="#ctx0" brushRef="#br0" timeOffset="85181.28">21962 11414 1 0,'-7'-4'165'0,"5"-2"-3"16,2 6 1-16,-7-10-4 0,1 4-5 0,2 0 4 15,0 2 4-15,4 4 0 0,-6-7-19 0,6 7-8 16,-5-7-15-16,5 7-11 0,-3-5-11 0,3 5-12 15,0 0-7-15,0 0-11 0,0 0-7 0,0 0-1 0,0 0-2 16,0 19-7-16,3-5 2 0,-3 3 1 0,2 2-4 16,2 6 1-16,-3 1-7 0,-1-1-3 15,-1 2-3-15,2-3-4 0,1 0-3 0,-4 2 0 16,4-6-6-16,-1-1 0 0,-1 1-1 0,3-2-2 0,-3 0 1 16,1 0-1-16,0-1 0 0,-1-3-4 0,3-3-2 15,-1 1-2-15,2-1 2 0,-3 0-3 16,1-1 1-16,-1-3-4 0,1 0 0 0,-2-7-2 0,3 11-1 15,-2-5 4-15,-1-6-2 0,4 8 1 0,-1-5-4 16,-3-3 5-16,5 5 3 0,-5-5 3 16,6 3-4-16,2-2 2 0,-8-1-4 0,13 0 3 0,-3-1-3 15,1-2 2-15,0 1-6 0,1-1 2 0,0 0 0 16,6 0 4-16,-5-2-13 0,-1 1-17 0,6 2-19 16,1-3-20-16,-1 2-27 0,1-1-29 0,1 0-31 15,8-4-51-15,-1 0-36 0,-7 2-169 0,7-3-432 16,0 0 191-16</inkml:trace>
  <inkml:trace contextRef="#ctx0" brushRef="#br0" timeOffset="85426.18">22935 11485 212 0,'0'0'208'0,"0"0"-15"0,0 0 2 0,0 0-7 0,-22-9-10 16,22 9-12-16,0 0-11 0,0 0-19 0,0 0-6 15,24-7-9-15,-13 7-18 0,8-2-6 16,-1-3-11-16,3 2-10 0,0-1-18 0,0 2-22 0,6-1-30 16,-7 3-25-16,-1-3-48 0,-1-1-57 0,0 4-34 15,-4-2-172-15,-5 1-357 0,4 0 158 0</inkml:trace>
  <inkml:trace contextRef="#ctx0" brushRef="#br0" timeOffset="85608.4">22956 11581 156 0,'-6'3'194'0,"6"-3"-7"0,-8 2-6 0,8-2-15 15,-5 4 2-15,5-4-4 0,0 0-6 0,0 0-14 16,17 10-12-16,-4-9-16 0,5-1-9 0,11 3-10 15,-1-4-21-15,1 1-28 0,2-2-37 0,-2 2-38 16,-1-4-41-16,4 1-56 0,-1 0-48 0,-4-1-114 16,2 2-309-16,-7-1 136 0</inkml:trace>
  <inkml:trace contextRef="#ctx0" brushRef="#br0" timeOffset="87931.07">24937 11090 166 0,'-5'-8'188'16,"5"8"-5"-16,-5-4-9 0,5 4-10 0,0 0-10 0,-4-5-15 16,4 5-12-16,0 0-15 0,0 0-16 0,0 0 4 15,0 0-2-15,0 0-3 0,0 0 2 16,5 24-8-16,-1-14-1 0,-2 2-3 0,2 5-5 15,1 0-8-15,-1 1 1 0,0 2-3 0,0-1-6 0,1 0-4 16,0 0-2-16,0 0-10 0,-1 0-6 0,-1-1-2 16,0 0-1-16,3 0-5 0,-4 0-3 15,3 0-3-15,-1 0 0 0,-2-2-3 0,1 0-3 0,1 1-4 16,-2-6-9-16,0 2-12 0,-2 2-19 0,2-2-19 16,-2-1-26-16,0-2-26 0,-2 0-39 0,2 0-34 15,-2 1-30-15,0-3-184 0,-2 1-410 0,1-2 181 16</inkml:trace>
  <inkml:trace contextRef="#ctx0" brushRef="#br0" timeOffset="88265.28">24571 11686 8 0,'-17'2'183'0,"0"2"-8"0,7-2-6 0,-1-2-4 16,5 0-14-16,6 0-10 0,-8 3-10 0,8-3-9 15,0 0-8-15,31-3-9 0,6-1-3 0,23-6-5 16,39-2-9-16,8-2-2 0,8-3-3 0,5-1-8 16,-4 2 2-16,4 4-6 0,-1 0 4 0,-3-2-7 15,-8 5-3-15,-7-1 2 0,-9 3-6 0,-31 4-6 16,-1-3-2-16,-1 6-6 0,-5-4-2 0,-16 4-4 15,12 0-7-15,-16 0-4 0,1 0-2 0,-5 0-2 16,-8 1-1-16,-4-1-5 0,0 3-11 0,-5-3-11 16,-2 3-19-16,1 0-13 0,-6 0-16 0,-3 1-27 15,-1 1-29-15,-2-5-47 0,-2 12-55 0,-7-5-166 16,-3 1-405-16,-7-1 180 0</inkml:trace>
  <inkml:trace contextRef="#ctx0" brushRef="#br0" timeOffset="89048.28">24279 12133 33 0,'1'-6'214'0,"4"0"-4"0,-5 6-2 0,0-11-12 0,0 11-14 16,3-7-16-16,-3 7-21 0,0 0-15 0,1-9-17 16,-1 9-9-16,0 0-12 0,0 0-5 0,0 0-9 15,0 0 0-15,-4 32-2 0,-3-15-3 0,1 0-5 16,-1 8-2-16,-1 1-6 0,-2-1-5 0,5-7-3 15,-2 6-5-15,0-7-7 0,-1 2 0 0,3-3-6 16,0-5-2-16,1 0-3 0,0 1-4 0,1-5-5 16,0 1 5-16,1-1-6 0,2-7 4 0,-6 10-5 15,4-6-4-15,2-4 0 0,-3 7-2 0,3-7 1 16,0 0 0-16,0 0-1 0,-1 7 0 0,1-7-4 16,0 0 6-16,17 0-7 0,-5 0 2 0,1-1-2 15,1-2-2-15,4 0 2 0,0 1-3 0,3-3 0 16,7 0 0-16,-1-1-3 0,0 4-2 0,1 0-2 15,0-2-6-15,2-2 3 0,-2 0-4 0,-8 2-3 16,2-1-1-16,-3 0 1 0,3 2 1 0,-9 0 0 16,2 1 2-16,-3 0 3 0,-1 0-1 0,-5-1-3 15,2-1 8-15,-3 1-2 0,0 0 1 0,2-3 0 0,-1 1 3 16,-3 0-2-16,-3 5 1 0,5-10 4 16,-2 4 6-16,-1 0 4 0,-2 6 0 0,1-10 7 15,-1 10 1-15,3-7 12 0,-3 7 2 0,1-10-10 16,-1 10 7-16,0 0-14 0,0 0-1 0,0 0-6 0,0 0 4 15,0 0 5-15,0 0-1 0,0 0 4 0,-10 30 4 16,6-14-7-16,0 0 3 0,0 0-7 16,0 0 3-16,1 1-1 0,0-2-4 0,-1 4-1 15,2-3 3-15,0 1-1 0,2 0-5 0,-2 2 1 0,1-4-11 16,1 0-22-16,0-1-17 0,0 2-20 0,-2-5-37 16,2 0-42-16,2 0-45 0,-2-2-50 15,0 1-195-15,0-4-463 0,0-6 205 0</inkml:trace>
  <inkml:trace contextRef="#ctx0" brushRef="#br0" timeOffset="89332.56">25067 12256 107 0,'0'0'203'0,"8"-7"-1"0,-8 7 1 0,12-4-9 15,-8 4-15-15,-4 0-13 0,13 2-7 0,-6 5-1 16,3 0-9-16,-2-3-14 0,-2 6-17 0,1-3 1 16,0 2-13-16,0 1-8 0,-4 2-10 0,0-1-6 15,2 0-9-15,-5 1-3 0,1 0-4 0,1 0-3 16,-4 0-9-16,1-1 6 0,-3 2-12 16,2-5 0-16,-2 3-8 0,1-4-3 0,-2 1-5 0,0-1-3 15,1 1-13-15,-2-1-21 0,1-1-8 0,1 0-24 16,-1 0-38-16,1-2-37 0,-2 0-49 0,6-4-48 15,-8 5-206-15,8-5-451 0,0 0 200 0</inkml:trace>
  <inkml:trace contextRef="#ctx0" brushRef="#br0" timeOffset="89571.83">25429 12237 1773 0,'8'-7'120'0,"-2"0"45"16,-1 3-71-16,-1 0-37 0,-4 4-17 0,6-7-6 15,-2 3-4-15,-4 4 2 0,6-3-1 0,-6 3 32 16,0 0 17-16,0 0 13 0,0 0 11 0,9 14 0 16,-9-6 2-16,0 4-8 0,2-1 9 0,-2 2-11 15,0 3-9-15,1 0 0 0,-1 0-8 0,0-6-5 16,1 6-9-16,-3-2-7 0,0 1-10 0,2-2-1 16,-2-3-7-16,4 1-12 0,-2 0-18 0,2-1-33 15,-2-1-33-15,0-2-31 0,0-7-37 0,-4 13-56 16,4-6-50-16,0-7-46 0,-3 9-203 0,3-9-520 15,-6 3 231-15</inkml:trace>
  <inkml:trace contextRef="#ctx0" brushRef="#br0" timeOffset="89739.24">25268 12226 168 0,'5'-8'206'0,"0"3"-23"0,4 0-14 15,1 0-16-15,7-2-13 0,3 1-13 0,0 1-17 16,2 2-29-16,-1-2-50 0,0 3-41 0,9-4-51 16,-3 0-50-16,-8 5-87 0,0-2-214 0,-1-2 95 15</inkml:trace>
  <inkml:trace contextRef="#ctx0" brushRef="#br0" timeOffset="90081.06">25705 11922 163 0,'4'-5'225'0,"-4"5"-13"0,2-6-20 0,-2 6-18 0,0 0-6 16,9-3-7-16,-9 3-3 0,0 0-3 16,14 10-11-16,-8-5-14 0,1 2-5 0,-3 3-11 15,1 0 1-15,-1-1-7 0,1 1-6 0,-3 1-9 16,-2-1-3-16,-2 0-2 0,2 3-4 0,-2-2-5 0,-1-2-5 15,-2 3 4-15,1-4-8 0,0 1-7 0,-1-2-6 16,1 0-1-16,0-1 5 0,4-6-17 16,-5 8-2-16,2-5-2 0,3-3-6 0,-2 5-4 15,2-5-2-15,0 0-1 0,0 0-1 0,0 0-5 0,10 7-1 16,-3-5-2-16,9-6-2 0,5 1-3 16,4-2 0-16,5 0-6 0,1 1-9 0,-4-3-12 15,4 3-11-15,-4-2-17 0,-9 2-17 0,2-1-18 16,-4 2-27-16,2-1-31 0,-7 1-42 0,3 2-33 15,-6-2-41-15,1 3-186 0,-1-1-474 0,-8 1 209 0</inkml:trace>
  <inkml:trace contextRef="#ctx0" brushRef="#br0" timeOffset="92236.19">26666 12107 36 0,'0'-13'200'0,"0"7"-6"16,0 6-8-16,-3-11-15 0,3 11 7 0,-2-8-12 15,2 8-8-15,0 0-14 0,0 0-14 0,-4-10-11 16,4 10-11-16,0 0-8 0,0 0-4 0,-18 12-5 15,9-4-3-15,1 2-1 0,-3 6-9 0,1 2-5 16,3 0-1-16,-7 8-11 0,5 5 7 16,3 1 1-16,-2-1-11 0,2 2-3 0,2-1-1 0,-1-1 2 15,1 0-10-15,2-1 19 0,-1 1-6 0,0-5-4 16,1 2 6-16,0-1-14 0,0-7-5 0,2 5-4 16,0-8-4-16,-2 2-4 0,1-3-2 0,1 0-3 15,0-6-1-15,-2 1-17 0,4 0-15 0,-2-1-3 16,0-4-14-16,0-6-16 0,-2 12-13 0,2-12-15 15,0 10-12-15,0-10-10 0,-2 6-16 0,2-6-32 16,0 0-34-16,0 0-19 0,0 0-21 0,0 0-9 16,0 0-117-16,0 0-366 0,-2-34 161 0</inkml:trace>
  <inkml:trace contextRef="#ctx0" brushRef="#br0" timeOffset="92635.96">26456 12440 32 0,'0'-7'151'16,"0"7"-11"-16,-4-9-4 0,4 9-8 0,-2-7-1 15,2 7-12-15,0 0-1 0,9-9-10 0,0 6-3 16,11-1 0-16,1 1-14 0,10-2-7 0,7 2-7 0,-4 0-9 16,17-3-5-16,-13 2-7 0,-2 0-9 0,0 0-2 15,-3 3-4-15,-5-5-2 0,1 3-5 16,-9 2-2-16,-1-2 0 0,-6 1-6 0,-2 1 1 16,1 1-2-16,-6-2 0 0,-6 2 2 0,11 0 10 0,-11 0 4 15,10-1 4-15,-10 1 0 0,0 0-3 0,0 0-4 16,0 0 1-16,0 0 2 0,0 0 4 15,0 0 2-15,-14 17-4 0,7-8 2 0,0-1 1 16,-2-1-7-16,2 1-1 0,1 2-3 0,2-3-2 16,1 2 0-16,-1-1-6 0,2 1-1 0,2-4-4 0,0-5 5 15,2 13-6-15,2-7 2 0,-1-2-4 0,1 2 1 16,0-2-2-16,5-1 3 0,1 0-5 0,1-2-1 16,2-1-2-16,1 0 6 0,-1-1-6 0,1-2 3 15,-1 0 4-15,-2 1-10 0,-2-3 1 0,0 0 2 16,-2-2-2-16,-2 2 3 0,-1-4-7 0,-4 3 1 15,0-3-1-15,0 0 0 0,-2-1 0 0,-4 2-10 16,0-1-7-16,-3 1-11 0,-1 0-13 0,0 1-15 16,-1 3-20-16,-3-2-17 0,3 3-24 0,0 1-21 15,-3-1-36-15,3 2-36 0,-2 1-139 0,-1-1-374 16,3 1 166-16</inkml:trace>
  <inkml:trace contextRef="#ctx0" brushRef="#br0" timeOffset="92947.04">27171 11886 146 0,'11'-1'189'0,"-11"1"-6"0,15 4-9 16,-4 3-8-16,-3 0-2 0,-1 4-12 0,-1 3-10 15,0 3 3-15,-3-1-13 0,-3 1-11 0,0 0-9 16,-2 2-5-16,-1-1-10 0,-1-3-2 0,0-3-11 16,1-2-8-16,-1 2-5 0,0-3-4 0,0-1-7 0,2-1-4 15,2-7-2-15,-4 7-6 0,4-7-1 16,-2 7-4-16,2-7-2 0,0 0-6 0,0 0-4 0,10 5-1 16,1-5-4-16,2-2-2 0,9-2-11 15,8-2-21-15,1 1-24 0,1-2-31 0,1 0-45 0,1-1-35 16,-1 0-63-16,-4 2-190 0,-1-3-428 15,-8 2 190-15</inkml:trace>
  <inkml:trace contextRef="#ctx0" brushRef="#br0" timeOffset="93641.24">26201 11526 70 0,'19'-4'123'0,"11"-1"-6"0,3 0 0 15,-1-2-1-15,7 0-9 0,1 0 4 16,12-1-6-16,-14 3-7 0,12-2-4 0,-13 4-3 16,1 0 1-16,0-2-4 0,0 3-3 0,-3-2-8 0,-2 2-10 15,-3 0 7-15,-3-2-5 0,-4 5-4 0,-2-3-3 16,0 2-4-16,0 0 0 0,-2-2-7 0,-1 2 2 16,0 0-7-16,-7-2 10 0,0 2-2 0,0 0 0 15,-4-2-4-15,-7 2 1 0,12 0-6 0,-12 0 0 16,10 0 0-16,-10 0-3 0,7-2-3 0,-7 2-4 15,0 0-3-15,0 0-2 0,12 2-4 0,-12-2-4 16,0 0 1-16,0 0-2 0,0 0-9 0,0 0-13 16,0 0-17-16,8 0-25 0,-8 0-37 0,0 0-33 15,0 0-33-15,0 0-42 0,0 0-177 0,0 0-395 16,7 2 175-16</inkml:trace>
  <inkml:trace contextRef="#ctx0" brushRef="#br0" timeOffset="95418.07">28520 10818 105 0,'-8'-1'161'0,"-2"1"-13"0,-1 1 0 16,-2 2-4-16,-2 4 5 0,-1 0-6 16,-2 3-4-16,2 7-2 0,-5 4-10 0,2 3-9 15,1 5-9-15,2 0 8 0,-2 14-13 0,-4 0-6 0,6 3-4 16,-2 0-10-16,4 1-4 0,3-2-4 0,4 4-1 16,-2 0-5-16,9 4-4 0,0-2-2 0,7 5-2 15,0-3-2-15,6 1-9 0,-1-1-2 16,1-3-3-16,3 1-6 0,3 0-5 0,0-6-1 0,-1-1-4 15,-4-10-1-15,6 7-6 0,-7-10 1 0,6-1-3 16,-4 0-1-16,3-3-6 0,-1-1 3 16,2 0-6-16,-1 0 0 0,2 1 2 0,0-4-11 0,-2-1-8 15,-2-2-11-15,-4-5-21 0,3 0-14 0,-2-2-17 16,1 0-28-16,-1-2-27 0,-7-2-32 0,2-2-18 16,-1-2-23-16,-3 0-13 0,5-3-125 0,-5 0-363 15,-4-2 161-15</inkml:trace>
  <inkml:trace contextRef="#ctx0" brushRef="#br0" timeOffset="95746.03">29332 10919 180 0,'0'-15'212'0,"0"4"-15"0,0 0-3 0,-2 4-14 0,2 7-17 15,0-10-14-15,0 10-20 0,0 0-13 0,0 0-1 16,0 0-5-16,0 0 0 0,0 0-5 0,5 40 2 16,-2-13-7-16,-3 3-5 0,1-1-11 15,-1 2-5-15,2-3-10 0,-4 2 17 0,2-1-14 0,0-1-4 16,-2-3-9-16,0 2-3 0,0-2-6 15,2 1-6-15,0-7-5 0,2 6 0 0,-2-1-24 16,0-6-23-16,-3 0-33 0,3-1-32 0,-2 0-41 0,0-1-51 16,-1-3-40-16,-1 2-35 0,-3 2-123 0,2-5-393 15,-5-5 174-15</inkml:trace>
  <inkml:trace contextRef="#ctx0" brushRef="#br0" timeOffset="95909.81">29030 11446 1806 0,'-6'-3'-1'0,"6"3"12"16,-7-7-9-16,7 7-3 0,0 0 4 0,0 0-9 16,28-9 5-16,1 4 6 0,0 1 2 0,7 0 3 15,3 1-1-15,12 1-1 0,4 0-4 16,-16 2 3-16,13 0-32 0,-15 0-32 0,2 0-38 0,-5 4-43 16,-4-1-120-16,-10 0-280 0,0-1 124 0</inkml:trace>
  <inkml:trace contextRef="#ctx0" brushRef="#br0" timeOffset="96177.14">29310 11726 32 0,'-11'-2'235'0,"-2"1"1"16,1 1-13-16,-6 0-13 0,5 3-11 0,-1-1-11 15,-2 0-16-15,-1 5-7 0,2 5-10 0,0-3-10 16,-6 8-8-16,7-3-14 0,1 2-8 0,-1 5-9 16,5-2-11-16,0-2-6 0,6 0-9 0,-3 1-5 15,6 0-9-15,4-3-8 0,4 2 6 0,-1-1-16 16,5-1-18-16,1 1-24 0,3-5-23 0,7 3-31 16,2 0-42-16,-2-4-54 0,2-1-48 0,-4-3-46 15,-3-2-150-15,2-2-419 0,0-1 186 0</inkml:trace>
  <inkml:trace contextRef="#ctx0" brushRef="#br0" timeOffset="96381.66">29577 11882 43 0,'0'0'239'16,"5"-4"-17"-16,-5 4-19 0,0 0-11 0,0 0 4 15,0 0-2-15,0 0 0 0,0 0 1 0,8 19-12 16,-7-7-21-16,0 0-12 0,-2 4-15 0,0 0-11 15,-2 2-16-15,2-3-10 0,-2-3-8 0,-2 4-8 16,4-3-10-16,0 0-15 0,-2-1-20 0,1 1-40 16,2-2-29-16,1 1-48 0,-1-2-59 0,0-1-55 15,1-3-54-15,-1-6-132 0,0 0-412 0,5 10 182 16</inkml:trace>
  <inkml:trace contextRef="#ctx0" brushRef="#br0" timeOffset="96610.62">30015 11498 99 0,'9'-7'209'0,"8"-1"-14"15,1 2-17-15,10-3-9 0,0 0-19 16,3 4-11-16,-2 1-8 0,4-1-16 0,-3 1-13 15,0 0-8-15,-7 2-23 0,3 0-28 0,-6 1-33 16,-2-1-34-16,-5 2-44 0,1 0-42 0,-6 0-36 0,-2 0-81 16,-6 0-245-16,0 0 109 0</inkml:trace>
  <inkml:trace contextRef="#ctx0" brushRef="#br0" timeOffset="96812.43">30242 11307 174 0,'0'0'194'16,"0"0"-19"-16,0 0-18 0,0 0-2 0,0 0 4 0,0 0 5 16,0 0 0-16,0 0-9 0,3 29-15 0,-1-14-7 15,-1 2-14-15,0 0-7 0,-1 1-17 0,0 1-4 16,2-2-11-16,-2 2-7 0,0-1-8 0,0-1-4 16,0 0-17-16,-2 0-28 0,1-1-31 15,1-5-26-15,-1 4-45 0,-1-5-52 0,1 0-57 0,0-3-148 16,1-7-369-16,-3 11 164 0</inkml:trace>
  <inkml:trace contextRef="#ctx0" brushRef="#br0" timeOffset="97072.82">30923 11001 248 0,'2'-4'246'16,"0"-2"-25"-16,-2 6-16 0,0 0-6 0,0 0-1 16,0 0-6-16,0 0-1 0,0 0-11 0,2 30-19 15,-3-14-17-15,-2 5-12 0,2 2-15 0,0-3-8 16,1 0-8-16,-1 6-12 0,-1-6-10 0,4 0-7 16,-2 0-7-16,0 3-4 0,1-3-20 0,0-2-23 15,-1 1-30-15,0 1-32 0,-1-4-47 0,0 0-50 16,-2 0-53-16,0 0-53 0,-3-1-143 0,-3-1-423 15,1-4 187-15</inkml:trace>
  <inkml:trace contextRef="#ctx0" brushRef="#br0" timeOffset="97231.88">30670 11436 73 0,'24'-8'203'0,"-11"2"-6"0,7 2-11 16,7-3-16-16,4 3-15 0,3 1-14 0,1 0-17 15,1 5-11-15,-1-5-12 0,1 2-22 0,-1 2-39 16,-2 2-43-16,0-2-59 0,-2 2-48 0,-11-1-125 16,-2 3-254-16,-6-2 112 0</inkml:trace>
  <inkml:trace contextRef="#ctx0" brushRef="#br0" timeOffset="97482.32">30973 11626 14 0,'-8'2'246'16,"0"2"-4"-16,-1 0-8 0,-2 2-5 0,-7 3-1 15,1 1-11-15,-4 4-14 0,-1 3-9 0,-2 2-11 16,3 0-10-16,7-4-20 0,1 0-11 0,2 2-18 16,3-1-10-16,0 1-9 0,5-1-9 0,1 1-12 15,4-2-3-15,1 0-10 0,0-3-15 0,7 0-10 16,2 0-15-16,2-1-15 0,2-3-25 0,2 1-19 15,3-2-20-15,-3-2-26 0,3 1-30 0,-2-4-38 16,1-1-35-16,-1 0-26 0,-6-1-32 0,1-1-142 16,-4-2-409-16,0 1 180 0</inkml:trace>
  <inkml:trace contextRef="#ctx0" brushRef="#br0" timeOffset="97719.8">31148 11797 14 0,'10'-4'180'16,"-1"0"3"-16,0 1-1 0,0 2-7 0,1 1-6 15,-10 0-5-15,17 3-12 0,-9 3 10 0,-1-2-5 16,-2 5-11-16,0-2-5 0,0 2-10 0,-2 0-3 16,-1 2-7-16,-3-1 0 0,1 0-1 0,-1 2-7 15,-3-2-12-15,0-1-6 0,0 0-9 0,1-1-5 16,0 1-8-16,-1-3-7 0,1 1-7 0,1-1-6 16,2-6-2-16,-3 11-7 0,3-11-2 0,0 9-2 15,0-9-3-15,4 7-4 0,1-1-3 0,7-3-9 16,-2 0-7-16,4-1-21 0,4-2-25 0,1 0-27 15,3-2-32-15,0-1-52 0,3-1-55 0,3-4-60 16,-1 2-192-16,0-2-487 0,1-1 216 0</inkml:trace>
  <inkml:trace contextRef="#ctx0" brushRef="#br0" timeOffset="97987.92">31926 11113 64 0,'9'1'203'0,"0"3"2"16,7 7 2-16,4 5-1 0,0 7 2 0,2 0-3 0,-2 5-10 16,-1 17-2-16,2-4-15 0,-11-7-19 0,3 12-6 15,-4-1-9-15,-1 2-9 0,-5-12-12 0,-3-1-15 16,-1-1-6-16,-3 3-14 0,-1-1-6 15,-3 0-8-15,-3-3-14 0,-3 1-21 0,-3-4-29 0,-2 2-28 16,-3-2-32-16,-2-1-38 0,-14 6-60 0,10-10-65 16,-18 7-225-16,-2-4-474 0,-4-5 210 0</inkml:trace>
  <inkml:trace contextRef="#ctx0" brushRef="#br0" timeOffset="102961.56">20495 13159 56 0,'0'0'161'0,"-5"-4"-9"16,5 4 3-16,0 0-20 0,0 0 0 0,0 0-4 15,0 0-7-15,0 0-11 0,-2-9-8 0,2 9-3 16,0 0-4-16,0 0-7 0,0 0-3 0,-2-9-8 16,2 9-4-16,0 0-6 0,-4-5-4 0,4 5-15 15,0 0 0-15,-9-4-7 0,9 4-3 0,-10-3-4 16,10 3-12-16,-16-2 5 0,7 2-1 0,-3 0-8 16,3 2 2-16,-4 0-5 0,0 3-3 0,0-1 1 0,2 1-6 15,-3 3-2-15,-2 1 3 0,1 2 0 16,5-2-6-16,-2 3 4 0,2 1-4 0,2 2-1 15,1 2 4-15,2 0 2 0,-2 6-2 0,5 2-1 16,0 0 16-16,2 1-1 0,2 2 1 0,0-2-3 0,2 1-1 16,1-1 1-16,5 3 0 0,-7-2-4 0,2-2 1 15,0 2-4-15,-1-4 1 0,1-4 0 16,-3 2-1-16,0-3-2 0,-1 1 0 0,3-1-2 0,-4-3 1 16,1 3 1-16,-1-1-4 0,3-2 4 15,-3-6-2-15,0 5-3 0,-1-4-2 0,1-1-11 0,0-2-22 16,-2 0-22-16,2-7-28 0,-1 11-27 0,1-11-37 15,0 0-36-15,-5 9-182 0,5-9-391 0,-10-3 173 16</inkml:trace>
  <inkml:trace contextRef="#ctx0" brushRef="#br0" timeOffset="103421.66">20202 13531 38 0,'20'-3'125'0,"13"-2"-12"0,3-2 2 16,14 0-9-16,-12 0-12 0,2 3 7 16,12-4-13-16,-13 3-12 0,-2 1-9 0,-2-2 0 15,-2 3-6-15,-1-3-5 0,-4 4-1 0,0-1-5 16,-9 0 1-16,-6 2-6 0,0 0-3 0,-3 0 4 16,-4 0-4-16,-6 1 9 0,12 0 2 0,-12 0 1 0,7 1 5 15,-7-1 6-15,0 0 2 0,0 0 0 0,-5 17-3 16,-2-9 2-16,-1 4-3 0,-2 0 3 15,-2 2-1-15,3-1-2 0,0 3-7 0,2-3 5 0,-2 2-11 16,4-4 2-16,2 1-5 0,0-3-3 16,2 3-7-16,1 0 3 0,3 0-10 0,1-4-2 0,2 3 0 15,2-4-6-15,-1 3 3 0,4-5-4 16,1 1-2-16,1-2-1 0,2 0 3 0,2-4-4 0,3 0-1 16,0-3-1-16,0-2 0 0,7-1-2 15,-10-1-2-15,2-1 1 0,-4 1-3 0,-5 0 0 16,2-1-2-16,-3-2 2 0,1-3-3 0,-5 2 1 0,2-4-3 15,-5 0 1-15,-1 1-1 0,-2 0-3 0,-3-1 4 16,-3-2 1-16,-3 3-6 0,-1 0 4 0,1 1-7 16,2 4 3-16,-7-1-4 0,-1 4 2 0,1-1-7 15,2 6-7-15,-6-1-4 0,6 2-12 0,1 0-11 16,-1 4-8-16,1 1-17 0,0 0-19 0,3 0-28 16,1 4-21-16,2-4-30 0,4 1-36 0,1 0-142 15,1-6-372-15,0 0 165 0</inkml:trace>
  <inkml:trace contextRef="#ctx0" brushRef="#br0" timeOffset="103599.33">21408 13432 43 0,'16'-2'130'16,"-7"2"-6"-16,2 0-22 0,2 0-11 0,0 0-9 15,1 0-24-15,2 0-28 0,2 0-30 0,-1 0-30 16,-3 0-75-16,-3 3-114 0,-3 0 50 0</inkml:trace>
  <inkml:trace contextRef="#ctx0" brushRef="#br0" timeOffset="103751.26">21453 13554 113 0,'0'0'125'0,"8"8"-9"16,-8-8-14-16,16 0-11 0,-3 0-2 0,0-2-19 16,6 1-16-16,-1 0-34 0,4-2-52 0,-3 1-93 15,-1-1-136-15,1 0 61 0</inkml:trace>
  <inkml:trace contextRef="#ctx0" brushRef="#br0" timeOffset="104485.95">22201 13262 110 0,'-7'-9'214'16,"0"1"-15"-16,-1 0-12 0,-1 2-11 0,-4 2-9 16,-2-2-10-16,3 1-7 0,-7 1-5 15,1 3-18-15,-2-1-11 0,-2 1-5 0,2 4-8 0,-1 0-7 16,1 0-4-16,1 4-10 0,3 2-6 0,-1 1-5 16,4-1-8-16,1 3-8 0,3 0-4 0,2 2 0 15,0 3-4-15,2 0-6 0,5-1-2 0,0-5-4 16,2 5-4-16,4 1-1 0,1-3-4 0,6-1-4 15,-1-1 1-15,2-1-2 0,5-1 1 0,1-4-5 16,6 0 0-16,-4-4 1 0,6 1-2 0,-5-3-5 16,-2 0 1-16,8-2 3 0,-8-1-2 0,1-3-5 15,-4 0 0-15,0-1-1 0,-2 0 1 0,0-1 6 16,-1-1-8-16,-6 0 1 0,0 1 0 0,-1-2-2 16,-1 0-1-16,-2-1 4 0,1 0-4 0,-4 0 2 15,1 0 0-15,-1 2-2 0,0-1 1 0,-2 2 0 16,0 8 0-16,1-14-1 0,-1 14 3 0,0-10 2 15,0 10-8-15,0-9-1 0,0 9-3 0,0 0-1 16,0 0-1-16,0 0 1 0,0 0 2 0,0 0 3 16,12 22 6-16,-9-7 5 0,-2 5 0 0,2 5 5 15,-3 0-1-15,0 0 4 0,1-1 0 0,2 2-2 16,-3-5-1-16,1-4-2 0,-2 0 12 0,1 2-5 16,0 0-2-16,-2-2-1 0,2 0-2 0,-1-2-3 15,1 1 0-15,-1-5-3 0,0 0 1 0,1-1-2 16,0 3 5-16,-2-4-9 0,2 2-7 0,-1-4-24 15,1-7-25-15,-1 14-17 0,1-8-17 0,0-6-23 16,-2 10-33-16,2-10-34 0,0 0-29 0,4 9-34 16,-4-9-169-16,0 0-438 0,0 0 194 0</inkml:trace>
  <inkml:trace contextRef="#ctx0" brushRef="#br0" timeOffset="104805.79">22661 13311 25 0,'0'0'186'0,"0"0"-15"0,1-11-14 0,-1 11-9 16,0 0 3-16,0 0 6 0,0 0-15 0,0 0-10 15,0 0-11-15,-13 24-14 0,12-16-8 0,-1 3-7 16,3-1-13-16,-1-1-9 0,1 2-8 0,3-2-5 16,0 4-3-16,-1-4-7 0,3 2-4 0,-1-1-2 15,1 1-6-15,2-2-1 0,-1 2-3 0,5 1-3 16,-4-4-4-16,0 1-1 0,0-1-3 0,0-1-3 15,2 2 1-15,-6-4-3 0,0 0 0 0,1 0-3 16,-1 1-1-16,0-2 1 0,0-1-1 0,-4-3 0 16,3 7 0-16,-3-7 9 0,0 0 2 0,-1 9-2 15,1-9 4-15,-9 5-4 0,3 0-4 0,-5-2 0 16,1 0-1-16,-1-1-2 0,-2-1-7 0,1 2-14 16,0-3-18-16,-2 0-26 0,3 1-27 0,0-4-43 15,1 1-28-15,-3-3-45 0,0 2-141 0,0-3-362 16,3-1 161-16</inkml:trace>
  <inkml:trace contextRef="#ctx0" brushRef="#br0" timeOffset="105182.59">22766 13260 4 0,'28'-2'117'0,"0"-1"-7"0,-8 1 13 0,0 1-16 16,0-1-8-16,-2 2-7 0,0 3 0 0,-1-2-10 15,-6 0-2-15,-1 2-9 0,1-1-4 0,-2 1-3 16,-2 0 1-16,-1 0 1 0,-1 5-1 0,-1 0-2 0,-1-2-2 16,-1 4 10-16,0 1 3 0,-2 0 8 15,0-1-2-15,-2 3-5 0,1-2-6 0,1 0-4 16,0 2-3-16,-1-4-8 0,3 2-6 0,0-1 0 16,0 0-3-16,3-1-2 0,-2-3-7 0,2-1-1 15,1 1 6-15,3 0-13 0,2-3 1 0,1-1-3 16,1-1-1-16,0-1-2 0,6-1 0 0,0-2-2 15,-2-3 1-15,1 1-1 0,-4-2 3 0,4 0 5 16,-8-1-1-16,0 0 0 0,-2-2 3 0,-1 1-3 16,-1-1-1-16,-3 0-1 0,0 0-5 0,-3-2 0 15,-1-1-3-15,-4 2-4 0,-2-3-4 0,-1 4-1 16,-2 1-3-16,-4-1-3 0,0 0-11 0,1 5-16 16,0 2-17-16,-2 1-21 0,-2 2-25 0,0 2-38 15,0-1-46-15,3 5-52 0,-1 0-137 0,3 0-389 16,3 0 172-16</inkml:trace>
  <inkml:trace contextRef="#ctx0" brushRef="#br0" timeOffset="105489.86">23839 13181 190 0,'-2'-6'240'0,"2"6"-9"0,-3-13-17 0,0 8-22 15,3 5-26-15,0 0-20 0,-2-7-16 0,2 7-7 16,0 0-10-16,0 0 5 0,-4 28 2 0,3-11-12 16,-3 2-6-16,4 6-6 0,-1 2-5 0,-1-2-5 15,1-1-12-15,0 1-7 0,0 0-6 0,-1-6-6 16,4-2-5-16,-2 4-2 0,0-3-9 0,1 1 1 15,0-2-5-15,0 0-4 0,2-1-11 0,-4-4-25 16,2 1-22-16,-2 0-32 0,1-3-40 0,0-1-53 0,1-3-47 16,0 1-209-16,-1-7-441 0,-5 7 195 15</inkml:trace>
  <inkml:trace contextRef="#ctx0" brushRef="#br0" timeOffset="105758.33">24122 13216 115 0,'0'0'167'0,"0"0"-9"15,-31 11-7-15,21-7-15 0,-7 4-8 0,3 2-12 16,-3-4-8-16,3 2-13 0,-2 1-10 16,4-2-1-16,2-1-14 0,0-2-4 0,1 1-14 15,4-1 0-15,-1 2-8 0,3-3-2 0,3-3-8 0,-8 10 0 16,7-4-7-16,0 1 2 0,1-7-4 0,0 14-2 15,2-7-1-15,1 4-2 0,3-2-5 16,0 1 3-16,2 0-7 0,1 0 7 0,5 2-3 16,-2-2-5-16,2 1-23 0,1-1-29 0,3-1-26 0,-1-3-46 15,2 1-44-15,-3-2-105 0,3-4-284 0,-1-1 126 16</inkml:trace>
  <inkml:trace contextRef="#ctx0" brushRef="#br0" timeOffset="105992.54">24423 13168 188 0,'0'0'180'16,"0"0"-5"-16,0 0 9 0,0 0-2 0,0 0-5 0,-2 30-9 16,2-14-7-16,-2 3-1 0,1 1-11 0,0 6-8 15,-1-1-8-15,2 0-12 0,-2-1-13 0,1-5-7 16,1-1-10-16,-2 1-10 0,2-1-7 0,-1-1-9 15,1 0-4-15,0-2-12 0,-4-2-27 0,4-3-28 16,-2 3-33-16,-2-3-37 0,1-2-49 0,2-2-36 16,1-6-43-16,-4 11-156 0,4-11-390 0,0 0 172 15</inkml:trace>
  <inkml:trace contextRef="#ctx0" brushRef="#br0" timeOffset="106303.99">24464 13344 61 0,'22'-5'91'0,"5"-3"-2"0,-1 0 7 16,2-1-6-16,-8 4 3 0,1 0-5 15,6-4 4-15,-10 2-4 0,2 1 6 0,-2-1 6 16,-7 1 17-16,0 1 5 0,0-2-6 0,-3 0-5 16,-1 0-2-16,-3 1-11 0,-1 0-8 0,-2 6-2 0,3-12-9 15,-2 7 13-15,-1 5 3 0,0-11-4 0,0 11 2 16,3-8-5-16,-3 8-10 0,0 0-5 0,0 0-16 15,-2-9-4-15,2 9-6 0,0 0 4 16,0 0 9-16,0 0 5 0,-12 32-8 0,6-15-1 16,3-2-6-16,-4 3-5 0,2 1-4 0,3-2-6 0,-2 1-3 15,2 0 3-15,-4 0-9 0,5 0 2 0,-1-2-7 16,1 1-8-16,0-5-27 0,1 1-22 16,0 0-27-16,0-2-25 0,0-1-32 0,0-10-47 0,1 18-39 15,2-11-36-15,-3 1-151 0,0-8-426 0,0 0 188 16</inkml:trace>
  <inkml:trace contextRef="#ctx0" brushRef="#br0" timeOffset="106631.89">24967 13192 135 0,'11'-2'163'0,"-6"1"-3"0,-5 1-1 0,11 5-5 16,-6-1-7-16,-1 1-7 0,1 3-7 16,1-1-7-16,-4 2-2 0,3 1-6 0,-2 3-4 0,-1-3-8 15,-4 2-5-15,-1 3 1 0,-3-4-2 0,-1 5-8 16,-2-1 2-16,-1-1-3 0,-1 1-1 0,0-1-5 16,0-2-9-16,2-1-6 0,1-2-3 0,1 0-11 15,-2 0-3-15,4-1-7 0,0-1-5 0,1-1-4 16,2-2-2-16,2-4-8 0,-5 12 1 0,5-12-2 15,2 9 0-15,3-5 4 0,4-1-4 0,7-1-3 16,1 1 2-16,12-3-8 0,5-1-10 0,0-1-27 16,1 0-19-16,-1-1-48 0,-1-3-46 15,-1-1-44-15,0-1-41 0,0 0-212 0,-10 1-465 16,5-2 206-16</inkml:trace>
  <inkml:trace contextRef="#ctx0" brushRef="#br0" timeOffset="106786.31">25544 13365 183 0,'0'0'210'0,"0"0"-2"0,0 0-7 16,0 0-10-16,0 0-19 0,-11 14-16 0,11-14-13 15,-4 3-17-15,4-3-14 0,-2 7-18 0,2-7-35 16,0 0-33-16,-4 7-51 0,4-7-60 0,0 0-68 16,0 0-117-16,0 0-292 0,0 0 129 0</inkml:trace>
  <inkml:trace contextRef="#ctx0" brushRef="#br0" timeOffset="110718.03">25933 13591 203 0,'-2'-5'210'0,"2"5"-10"15,0 0-11-15,0 0-17 0,0-9-15 0,0 9-22 16,0 0-11-16,0 0-10 0,0 0-1 0,0 0-4 16,0 0 5-16,-19 21-17 0,11-12-7 0,-3 7-9 15,-1-2-8-15,-1 0-6 0,0 3-10 0,-3 2-17 16,1 3-18-16,3-6-19 0,-1 0-28 0,1-2-42 15,1 2-31-15,4-2-44 0,1-4-30 0,-1 3-139 16,2-4-338-16,3-3 150 0</inkml:trace>
  <inkml:trace contextRef="#ctx0" brushRef="#br0" timeOffset="111026.19">26542 13226 118 0,'-9'-2'177'0,"-5"1"6"0,-3 4-3 0,-1 1-11 0,-1 2-5 16,-2 1-9-16,-2 5-9 0,0 2-3 15,-2 4-14-15,4 0-9 0,4 3-8 0,-3-1-5 16,9-4-11-16,2 1-3 0,0 0-9 0,4-2-7 15,-1 0-8-15,6-4-3 0,0 3-3 0,2-2-4 16,0 0-9-16,7 0-7 0,2 0-2 0,-2-4-2 16,9 1-5-16,0-1-6 0,0-2-9 0,5-1-31 15,-4 0-27-15,4-2-37 0,0-2-30 0,-2 0-38 16,0 1-26-16,2-2-26 0,-5-2-142 0,2 0-364 16,-6 0 162-16</inkml:trace>
  <inkml:trace contextRef="#ctx0" brushRef="#br0" timeOffset="111235.73">26733 13420 36 0,'0'0'172'15,"0"0"-15"-15,0 0-14 0,0 0 14 0,0 0 8 0,0 0 7 16,6 16-5-16,-6-9-7 0,-2 3-15 0,2 0-8 16,-2 2-4-16,2 2-9 0,0 1-10 15,0 0-15-15,-2 1-10 0,2 1-7 0,0 0-7 16,0-5-9-16,0 5-1 0,0-6-12 0,-2 6-5 15,2-3-17-15,0 1-15 0,0-2-21 0,0-2-33 16,2-1-40-16,0-1-52 0,-2 1-39 0,4-3-38 16,-2-1-124-16,-2-6-356 0,5 11 158 0</inkml:trace>
  <inkml:trace contextRef="#ctx0" brushRef="#br0" timeOffset="111420.63">27085 13462 179 0,'10'-6'194'15,"-6"4"-15"-15,5-2-15 0,1 3-16 0,-2-1-18 16,1 2-12-16,2 0-9 0,1 0-28 0,-1 0-34 16,2 2-39-16,-2-1-51 0,-4 0-39 0,3 2-124 15,-4 0-222-15,-6-3 98 0</inkml:trace>
  <inkml:trace contextRef="#ctx0" brushRef="#br0" timeOffset="111576.09">27090 13569 154 0,'0'0'172'16,"0"0"0"-16,0 0-1 0,-5 8-4 0,5-8-8 16,0 0-10-16,14 5-9 0,-1-4-19 0,1 2-10 15,3-3-9-15,2 0-20 0,4 0-30 0,4-4-39 16,4 4-42-16,1-6-53 0,3 3-52 0,-6 2-120 15,1-3-274-15,-10-1 121 0</inkml:trace>
  <inkml:trace contextRef="#ctx0" brushRef="#br0" timeOffset="112894.11">27876 13169 2 0,'-4'-10'189'0,"4"10"-9"16,-2-5-2-16,2 5-9 0,-5-7-5 0,5 7-8 16,0 0-9-16,0 0-11 0,-4-6-10 0,4 6-12 15,0 0-14-15,0 0-13 0,0 0-8 0,0 0-9 16,0 0 14-16,0 0-2 0,0 0 0 0,0 25 1 16,-2-13-3-16,1 4 1 0,-3 1-2 0,1 2-2 15,1-2-7-15,0 4-4 0,0-3-4 0,0 7-4 16,1-6-4-16,-1-1-1 0,0 2-5 0,0-3-2 15,0-1-5-15,0 1-1 0,1-1-7 0,0-3-4 16,1-2-1-16,-1 2-1 0,-1-3-3 0,2 1-2 16,-3-2-15-16,3 1-22 0,0-2-21 0,-4 3-19 15,4-2-29-15,-3-1-48 0,3-8-54 0,2 11-52 16,-2-11-181-16,1 8-451 0,-1-8 199 0</inkml:trace>
  <inkml:trace contextRef="#ctx0" brushRef="#br0" timeOffset="113451.37">28004 13350 65 0,'0'0'203'0,"0"0"4"0,0 0-14 0,-18 21-10 15,12-11-10-15,2-1-4 0,1 2-25 0,-2 1-12 16,5 0-9-16,-2-1-15 0,0 0-7 0,2 0-10 15,0 0-8-15,0-1-7 0,2 0-4 0,3-1-8 16,-3-2-5-16,2 0-2 0,4-2-8 0,-3 0 0 16,0 0-6-16,4-2-2 0,2 0-4 0,-3-1-2 15,2-2-1-15,0 0 2 0,-2 0 2 0,-8 0-1 16,13-2-4-16,-8-1 1 0,4-1-1 0,-4-3-4 16,0 2-3-16,1-1-3 0,0-2-4 0,0 0 0 15,-2-1-1-15,-2 1-3 0,1-3-2 0,1 2-1 16,-2-2-3-16,2-1 4 0,1 1 1 0,4-3-8 15,2 1-1-15,-5 3-5 0,4 1-1 0,-3 1-2 16,3 3-2-16,-1-3 1 0,1 4-2 0,-1 2-1 16,4 1 0-16,-2 2-1 0,-3 0-1 0,0 3 4 15,2 2-1-15,-4 1 1 0,3 2 1 0,-2-2 2 16,-1 1 2-16,0 1-3 0,-1 1-3 0,0-1 4 16,1 0-1-16,-1 0 4 0,2 0-3 0,0-1-15 15,-1-3-2-15,1 1 9 0,4 1 0 0,-3-3 1 16,2 0 3-16,0-2 7 0,0 0-7 0,-1 1 5 15,-2-4 2-15,7-1 1 0,-4 0 2 0,-4 0 0 16,3-2-1-16,-2 1 4 0,-3-3-1 0,1-1 2 16,-1 2 1-16,-3-5-1 0,0 3-2 0,-2-4 2 15,-2 3 0-15,-2-3-3 0,0 0 2 0,-3-3-3 16,1 4 1-16,-2 0 0 0,-4-1-4 0,3 4-11 16,1-1 0-16,-2 3-8 0,1 1-15 0,0 2-13 15,2 0-16-15,-2 3-10 0,10-1-20 0,-18 6-28 16,12-4-31-16,-1 3-33 0,0 2-25 0,3 2-117 15,1-2-353-15,3-7 157 0</inkml:trace>
  <inkml:trace contextRef="#ctx0" brushRef="#br0" timeOffset="113706.12">28631 13268 221 0,'2'-6'226'16,"1"1"-4"-16,1 0-11 0,-4 5-16 0,4-9-20 15,-4 9-22-15,0 0-15 0,0 0-15 0,0 0-2 16,0 0 3-16,0 0 4 0,12 17-11 0,-9-5 1 16,0 5-2-16,-1 1 2 0,0 2-3 0,-2 0-9 15,1 0-10-15,-1 5-1 0,0-4-8 0,-1-2-1 16,1 0-7-16,-2 6-17 0,1-6 0 0,0-2-11 16,-2 1-9-16,2 1-2 0,-4-8-15 0,4 2-21 15,1 0-27-15,-3-1-21 0,3-2-16 0,-1 1-25 16,-2 0-27-16,0 0-35 0,3-3-62 0,-2-3-36 15,2-5-178-15,0 0-456 0,-7 14 202 0</inkml:trace>
  <inkml:trace contextRef="#ctx0" brushRef="#br0" timeOffset="113955.93">28728 13279 28 0,'9'-3'184'0,"2"2"-11"16,0 1-4-16,-2 2-6 0,-2 0-10 0,2 4-14 16,1 0-5-16,-3 1-8 0,-1 2-13 0,0-1-6 15,-4 2-7-15,-2-1-3 0,-1 3-1 0,-3-1-6 16,-2-2-8-16,-1 1-6 0,0 0-4 0,-7 2-15 16,0-1-2-16,5-2-3 0,-7 0-7 0,1 1-1 15,-2-2-17-15,6-2-24 0,-3 0-23 0,6 0-33 16,-2-3-20-16,0 2-32 0,5-3-33 0,5-2-49 15,-9 2-115-15,9-2-327 0,0 0 145 0</inkml:trace>
  <inkml:trace contextRef="#ctx0" brushRef="#br0" timeOffset="114162.33">28992 13257 124 0,'0'0'206'15,"7"-5"-10"-15,-7 5-10 0,8-3-14 0,-2-1-15 16,6 0-9-16,1 2-17 0,-2-1-12 0,7 0-13 16,-4 3-8-16,-1-3-10 0,1 1-9 0,-4 0-13 15,2 0-21-15,-6 1-22 0,-6 1-20 0,13-2-37 16,-13 2-24-16,9-2-27 0,-9 2-50 0,4-3-21 16,-4 3-91-16,0 0-267 0,0 0 118 0</inkml:trace>
  <inkml:trace contextRef="#ctx0" brushRef="#br0" timeOffset="114351.26">29012 13243 41 0,'-4'7'148'0,"3"1"7"0,-2 2 2 15,1 1 3-15,-1 1-11 0,2 4 10 0,0 2 5 16,1 0-16-16,-4-1-8 0,3-1-7 0,-2-1-7 16,2 2-7-16,1 0-3 0,-1-2-10 0,-2 1-13 15,2-3-11-15,2-1-4 0,-1 0-10 0,0 2 3 16,-1-3-12-16,0-1-6 0,-1 2-30 0,1-2-20 15,-2-1-26-15,1 0-23 0,-1-2-37 0,2 0-58 16,1-7-31-16,-6 11-176 0,2-6-377 0,4-5 167 16</inkml:trace>
  <inkml:trace contextRef="#ctx0" brushRef="#br0" timeOffset="114504.12">28966 13472 124 0,'0'0'181'0,"19"-1"-9"16,-6-1-13-16,4 4-13 0,-2-1-17 0,3 0-16 16,1-1-25-16,0-1-44 0,2 2-36 0,-1-2-61 15,-2 2-133-15,-5-1-200 0,1 0 88 0</inkml:trace>
  <inkml:trace contextRef="#ctx0" brushRef="#br0" timeOffset="114695.7">29344 13585 191 0,'0'0'248'16,"2"9"-20"-16,-2-9-18 0,0 11-23 0,0-11-18 0,-3 13-12 16,2-6-18-16,-2 0-10 0,-3 4-16 0,0-3-20 15,-1 3-39-15,-2-4-45 0,-1 1-51 0,4-3-67 16,-3 2-59-16,-2-2-100 0,1-1-291 15,1-1 129-15</inkml:trace>
  <inkml:trace contextRef="#ctx0" brushRef="#br0" timeOffset="115159.42">30146 13208 82 0,'0'0'246'0,"-13"-4"-11"0,7 0-16 0,6 4-10 16,-18 5-12-16,5 1-8 0,-3 2-7 0,0 4-8 15,-2 7-28-15,1 0 0 0,2 1-15 0,1 2-10 16,2 0 0-16,4-6-13 0,1 1-4 0,3-1-10 15,3 3-8-15,1-3-2 0,3-1-7 0,1-3-9 16,3 2 1-16,1 1-9 0,2-3-6 0,4 0-1 16,0 0-14-16,3-3 5 0,-3 0-7 0,4-2-13 15,-3-1-28-15,2 1-21 0,-5-4-25 0,1 0-26 16,1 1-42-16,-3-2-51 0,1-1-47 0,0 1-50 16,-6-2-147-16,-6 0-447 0,15-4 198 0</inkml:trace>
  <inkml:trace contextRef="#ctx0" brushRef="#br0" timeOffset="115443.38">30332 13445 151 0,'9'5'190'0,"-1"1"8"16,3 1-8-16,-2 1-14 0,-1 0-16 0,-2 2-6 15,1-1-11-15,-3 2-5 0,-3-2-9 0,0 3-5 16,-2-1-2-16,-3 0-8 0,-1 0-4 0,-4-3-11 15,0 2-9-15,-4-1-5 0,3 1-1 0,1-3-9 16,1 0-2-16,3 0-6 0,-2-4-4 16,2 2-5-16,0-2-8 0,5-3-5 0,-7 7-3 0,7-7-3 15,0 0-12-15,-5 4 3 0,5-4-3 0,0 0 1 16,0 0-3-16,0 0-4 0,13 7-3 0,-5-6 0 16,3-1-5-16,-1 3-12 0,3-4-18 15,1-1-25-15,-1 1-32 0,7-1-42 0,-3-2-51 0,1 0-50 16,0-2-207-16,-7 2-460 0,6-2 204 15</inkml:trace>
  <inkml:trace contextRef="#ctx0" brushRef="#br0" timeOffset="115606.53">30726 13417 140 0,'13'-2'121'0,"-8"1"-3"15,-5 1-14-15,14 0-16 0,-14 0-39 0,11-1-48 16,-11 1-26-16,8 2-22 0,-8-2-45 0,4 6-99 16,-4-6 44-16</inkml:trace>
  <inkml:trace contextRef="#ctx0" brushRef="#br0" timeOffset="115737.07">30694 13523 66 0,'0'0'122'0,"-4"7"3"0,4-7-12 16,-4 5-6-16,4-5-7 0,0 0-9 0,0 0-7 15,0 0-10-15,8 12-10 0,-2-9-16 0,2-3-41 16,5 2-49-16,3-2-50 0,5-2-53 0,6-1-157 16,3-1 71-16</inkml:trace>
  <inkml:trace contextRef="#ctx0" brushRef="#br0" timeOffset="116184.46">31210 13162 181 0,'0'0'256'0,"-6"-6"-5"0,6 6-5 0,-6-6-13 0,6 6-22 15,-3-5-19-15,3 5-20 0,0 0-22 0,0 0-13 16,0 0-12-16,-4-6-12 0,4 6-14 0,0 0-5 15,0 0-12-15,26-2-9 0,-10 2-5 0,3 0-6 16,-2 0-6-16,4 0-4 0,0 2-5 16,-1-2-4-16,-3 1-11 0,-2 0 10 0,-2-1-12 0,0 0-4 15,0 0 1-15,-3 3-5 0,-2-4-5 0,-2 2 2 16,-6-1 1-16,12 1-7 0,-12-1 2 0,9 1-4 16,-9-1-2-16,0 0-1 0,9 0-4 15,-9 0 3-15,2 5 1 0,-2-5 11 0,4 11 6 0,-4-1 4 16,0 0 4-16,-1 6 8 0,-5 2 1 0,0-1 7 15,1 8 4-15,-1-1-10 0,-1-1 13 0,-1 2 0 16,1-6 7-16,1 0-7 0,-1 4-8 0,0-5-1 16,0 0-2-16,2 0-7 0,-1-1 0 15,2-3-4-15,0 3-7 0,-2-2 0 0,3 0-8 0,-1-4 4 16,0 0-18-16,4-2-24 0,-2 1-35 0,1-1-31 16,-2-1-30-16,-1 0-26 0,3-2-39 0,-2 0-39 15,3-6-40-15,-5 6-42 0,5-6-165 0,-7 2-506 16,7-2 224-16</inkml:trace>
  <inkml:trace contextRef="#ctx0" brushRef="#br0" timeOffset="116338.04">31245 13454 145 0,'6'-7'156'0,"1"7"-16"0,2-4-9 0,3 1-13 15,6-1-22-15,0 1-4 0,5 0-25 0,-4 0-25 16,13-2-26-16,-1 1-31 0,1-3-31 0,0 0-17 15,2 4-23-15,-4-6-47 0,1 2-142 16,-3-1 63-16</inkml:trace>
  <inkml:trace contextRef="#ctx0" brushRef="#br0" timeOffset="116634.81">31710 13319 3 0,'12'-11'28'15,"-5"1"21"-15,2 1 20 0,-4 1 1 0,-1-1-4 0,-1 3 9 16,-2-2 7-16,0 2 7 0,-1 6 12 0,1-13 9 16,-1 13-1-16,0-11-3 0,0 11-3 0,0-7-9 15,0 7-16-15,0 0-7 0,0 0-6 16,0 0 8-16,0 0 10 0,0 0-2 0,0 0-6 0,-11 18-8 15,7-10-1-15,-2 0-9 0,3 3-4 0,-1 2-5 16,2-3-3-16,1 2 0 0,1 0-2 0,3 5-2 16,1-3-4-16,1-1-1 0,3 2 1 0,1-1 2 15,0 1-5-15,2-2 2 0,-3-2 23 0,-2-2-4 16,6 4-5-16,-3-3-9 0,-1-1 2 0,-1 0-3 16,0-2 1-16,0 2-6 0,-3-3-3 0,1-1 1 15,-2 0-9-15,-1-1-2 0,-2-4-2 0,6 10 4 16,-5-5-1-16,-1-5 6 0,0 0-2 0,-7 11-5 15,2-7-1-15,-1-1 1 0,-6 0 3 16,3 0-3-16,-2-3-8 0,-7 2-16 0,4-2-20 0,0 0-22 16,-4 0-23-16,0-2-34 0,3 1-40 0,1-3-40 15,2 0-43-15,0 0-161 0,-1-2-416 0,2 1 185 16</inkml:trace>
  <inkml:trace contextRef="#ctx0" brushRef="#br0" timeOffset="116794.27">31763 13239 187 0,'13'-6'187'0,"4"0"-19"0,1 1-12 15,2-1-18-15,1 2-13 0,6 0-19 0,-6 1-34 16,1 1-27-16,-3-2-28 0,2 2-36 0,-3-1-32 16,0 3-19-16,1-2-18 0,-6 2-75 0,-1 2-175 15,2-2 78-15</inkml:trace>
  <inkml:trace contextRef="#ctx0" brushRef="#br0" timeOffset="117331.99">32100 13260 50 0,'-4'6'167'0,"1"0"4"16,0 1-7-16,-3 2-1 0,1 1-1 0,-2 1-6 16,2-1-12-16,-3 3-1 0,4-2-10 0,-1 0-7 15,1 0-9-15,0-1-11 0,3 0-4 0,0 0-10 16,1 0-8-16,0-1-2 0,2 0-9 15,0-2-4-15,4 0-6 0,-1-1-11 0,1-2 4 0,5 2-7 16,-1-2-2-16,-2-2-6 0,-1 0-4 0,0 0 1 16,-7-2-6-16,14-1-2 0,-14 1-3 0,14-3-2 15,-7 1-2-15,0 0-3 0,-1-2 1 16,-1-3-5-16,1 0-4 0,-3 3 4 0,2-7-3 0,-2 2-1 16,2-1-1-16,-2-1-5 0,-1 0 3 0,3-2-5 15,-1-1 3-15,1-1-2 0,2 3 0 0,-5 0 0 16,6-2-7-16,-2 4 5 0,-1 0-2 0,3 2-2 15,-3 1 1-15,0 0 1 0,-1 1-2 0,-4 6-2 16,7-4 2-16,0 2-1 0,-7 2 1 0,0 0 5 16,14 11-9-16,-7-3 2 0,-1 1 2 0,-1 2-1 15,-1 1 1-15,-2 3 1 0,-2 1 3 0,2 1-5 16,-2-5 6-16,1-1-5 0,-1 2 6 0,3 0 0 16,-2-3 4-16,4 0 8 0,-1 1-3 0,1-4 5 15,1 1 4-15,2 0 9 0,1-3-7 0,1 0 4 16,2-1-1-16,1-1 2 0,2 0-5 0,-1-3-2 15,0 0 0-15,-1-1-4 0,-1-3-7 0,1 1 10 16,-2-1 3-16,-1 0-5 0,-1-4 0 0,0 2 2 16,-3-3 0-16,3 0-1 0,-4-1-1 0,0-2 4 15,-1 0-13-15,1-2 1 0,-2 3-1 16,-3-5-2-16,0 3-3 0,-2 2 3 0,1 0-4 0,-3-2-2 16,-1 2-3-16,0 1-3 0,-1 2-15 0,-3 3-9 15,0-1-15-15,-2 2-17 0,-1 3-23 0,0 2-25 16,-2 0-32-16,-2 3-46 0,3-1-40 0,1 1-42 15,1 2-137-15,3 1-438 0,8-7 195 0</inkml:trace>
  <inkml:trace contextRef="#ctx0" brushRef="#br0" timeOffset="117593.01">32736 13195 2 0,'0'0'274'0,"0"0"-13"15,0 0-23-15,0 0-14 0,0 0-25 0,0 0-8 16,0 0-2-16,0 0 4 0,0 0-2 0,0 0 3 16,0 0-1-16,0 0-8 0,0 0-2 0,22 62-4 15,-22-62-10-15,-3 33-16 0,3-33-9 0,0 0-21 16,-5 54-10-16,5-54-12 0,-2 33-8 0,2-33-5 16,0 0-17-16,-4 44-4 0,4-44-5 0,0 0-8 15,3 37-4-15,-3-37-17 0,0 0-32 0,7 32-32 16,-7-32-35-16,0 0-35 0,0 0-31 0,5 29-40 15,-5-29-51-15,0 0-66 0,0 0-245 16,0 0-579-16,-15 18 256 0</inkml:trace>
  <inkml:trace contextRef="#ctx0" brushRef="#br0" timeOffset="117864.63">32718 13159 28 0,'0'0'222'0,"0"0"-13"16,23-33-5-16,-23 33-23 0,0 0-6 0,27-12-14 16,-27 12-14-16,0 0-10 0,0 0-13 0,63 22-9 15,-63-22-12-15,29 22-6 0,-29-22-7 0,21 29-7 16,-21-29-11-16,12 31-2 0,-12-31-5 16,10 27-9-16,-10-27-1 0,0 0-3 0,2 34 1 15,-2-34 6-15,0 0 0 0,0 0-1 0,-19 38-5 16,19-38-4-16,-21 14-6 0,21-14-3 0,-26 13-10 0,26-13-10 15,0 0-17-15,-38 13-16 0,38-13-22 0,0 0-16 16,-30 8-29-16,22-7-39 0,8-1-52 0,0 0-50 16,-19-3-150-16,19 3-401 0,0 0 178 15</inkml:trace>
  <inkml:trace contextRef="#ctx0" brushRef="#br0" timeOffset="118080.02">33083 13175 240 0,'0'0'247'0,"0"0"-22"0,0 0-13 0,42-18-16 15,-42 18-14-15,0 0-11 0,38-8-11 0,-38 8-16 16,31-5-15-16,-31 5-11 0,0 0-9 0,47-5-13 0,-47 5-10 16,0 0-8-16,0 0-7 0,36-5-15 15,-36 5-28-15,0 0-47 0,0 0-36 0,0 0-40 16,0 0-32-16,0 0-27 0,0 0-19 0,0 0-13 15,0 0-105-15,0 0-313 0,0 0 139 0</inkml:trace>
  <inkml:trace contextRef="#ctx0" brushRef="#br0" timeOffset="118306.2">33157 13107 33 0,'0'0'43'0,"0"0"11"0,0 0 13 0,0 0 9 16,0 0 10-16,0 0 13 0,-42 20 15 16,42-20 28-16,0 0-2 0,0 0 2 0,-15 31 3 15,15-31 8-15,0 0-6 0,-10 40 2 0,10-40-5 16,-6 32-8-16,6-32 4 0,-8 36 1 0,8-36 3 15,-4 32-6-15,4-32-9 0,-5 33 2 0,5-33 7 16,0 0-23-16,-5 41-4 0,5-41-1 0,0 0-11 0,-4 35-9 16,4-35-8-16,0 0-9 0,0 0-6 15,0 0-8-15,2 37-5 0,-2-37-8 0,0 0-1 16,0 0-18-16,0 0-18 0,0 0-24 0,0 0-26 16,0 0-24-16,0 0-24 0,0 0-31 0,0 0-49 15,0 0-62-15,0 0-58 0,-8 27-178 0,8-27-505 16,0 0 224-16</inkml:trace>
  <inkml:trace contextRef="#ctx0" brushRef="#br0" timeOffset="118460.4">33112 13368 6 0,'0'0'235'0,"0"0"-5"16,0 0-14-16,64-6-15 0,-64 6-16 0,35 0-21 15,-35 0-13-15,40 0-17 0,-40 0-15 0,0 0-11 16,59 3-26-16,-59-3-33 0,0 0-42 0,37-3-51 15,-37 3-59-15,0 0-187 0,0 0-315 0,27-12 140 16</inkml:trace>
  <inkml:trace contextRef="#ctx0" brushRef="#br0" timeOffset="121322.21">20028 14868 2 0,'-4'-10'200'0,"0"0"-12"0,1 2 6 0,0 1-8 16,2 0-6-16,1 7-10 0,-4-10-19 0,4 10-14 15,-3-5-13-15,3 5-15 0,0 0-13 0,-1-9-10 16,1 9-13-16,0 0-5 0,0 0-3 0,0 0-3 16,0 0 1-16,0 0 1 0,1 29 0 0,2-12-2 15,-1 8 0-15,2 1 1 0,-1 4-3 0,-2 0 6 16,-1 1-2-16,-1-2 2 0,0 3-4 0,-2-1 3 16,2-1 0-16,-3 1-4 0,1-2-4 0,-2-3-7 15,3-2-4-15,-1-3-7 0,2 3 2 0,0-6-4 16,-1-1-4-16,0-1 0 0,2-4 5 0,-2 1-11 15,1-3 1-15,2-2-7 0,-2-1-2 0,1-7 0 16,0 12-1-16,0-12-3 0,0 9 2 0,0-9-2 16,0 0 7-16,0 0-8 0,3 10 3 0,-3-10 6 15,6 0 4-15,-6 0 1 0,18-6 7 0,-6 3-13 16,2 0 1-16,4-1-1 0,-1-2-2 0,0 1 0 16,2-1-4-16,2-1-8 0,-5 2-17 0,3 1-22 15,-6 2-28-15,8-5-25 0,-6 3-39 0,7 0-42 16,5-3-62-16,-6 1-55 0,-1 1-193 0,6-6-514 15,0 2 227-15</inkml:trace>
  <inkml:trace contextRef="#ctx0" brushRef="#br0" timeOffset="121584.2">20866 14995 1659 0,'0'0'111'0,"0"-10"15"16,0 10-35-16,0 0-30 0,0 0-12 0,0 0 2 15,0-10 2-15,0 10 1 0,5-5 1 0,-5 5 1 16,10-7 3-16,-3 4-5 0,3-3 1 0,1 2-11 16,0-1-1-16,3 0-6 0,2 0-4 0,3 1 1 15,-3-1-7-15,3 1-1 0,-1 0-23 0,-1-3-18 16,0 3-27-16,-5 2-39 0,-4 0-53 0,2 1-43 0,-3 0-22 15,-7 1-157-15,10 1-385 0,-10-1 171 16</inkml:trace>
  <inkml:trace contextRef="#ctx0" brushRef="#br0" timeOffset="121748.89">20898 15098 15 0,'-5'4'205'0,"5"-4"-10"16,-3 5-10-16,3-5 0 0,0 0-2 0,0 0-13 15,0 0-9-15,19 6-15 0,-6-4-15 0,7-4-12 16,1-2-9-16,11 3-17 0,0-2-36 0,0-3-33 16,-1 0-45-16,5-1-72 0,-4 0-55 0,-3 0-139 15,1-1-310-15,-4 1 138 0</inkml:trace>
  <inkml:trace contextRef="#ctx0" brushRef="#br0" timeOffset="127581.23">20460 15213 95 0,'0'0'106'0,"0"0"-10"15,0 0-2-15,0 0 10 0,0 0-3 16,0 0-8-16,0 0 6 0,0 0-12 0,0 0 0 0,-9-2 1 16,9 2-8-16,0 0-5 0,0 0 0 0,0 0 2 15,0 0 1-15,-6-6-1 0,6 6-5 0,0 0-3 16,0 0-1-16,-5-3-4 0,5 3-1 0,0 0-2 16,0 0 2-16,-7-5 1 0,7 5-1 0,0 0 0 15,0 0-2-15,0 0-2 0,0 0-5 0,0 0-6 16,0 0-3-16,0 0-3 0,0 0-7 0,-5-6-5 15,5 6-4-15,0 0-5 0,0 0-2 0,0 0-4 16,0 0-3-16,0 0-2 0,0 0-2 16,0 0 1-16,0 0 4 0,8 22-2 0,-6-13-2 15,0 3 5-15,0 1 5 0,-1-1-2 0,2 5 6 0,0 2 2 16,-2-5 0-16,1 5 10 0,0 0-2 0,-1-1 1 16,2 0 2-16,-2 1 1 0,-2-3 3 0,1 1 1 15,1-1-7-15,-1-3 9 0,0-1-4 0,-3 0 1 16,3-1-1-16,-1-1-2 0,1-1-6 0,-1-2-2 15,1-7-2-15,0 15 1 0,-2-11-2 0,2-4-3 16,0 0-4-16,-1 11 1 0,1-11 2 0,0 0 45 16,0 0-7-16,0 9 2 0,0-9 1 0,0 0 6 15,0 0-16-15,0 0 6 0,0 0-7 0,0 0 2 16,0 0-10-16,0 0-2 0,0 0 1 0,0 0-8 16,0 0-1-16,0 0-5 0,0 0-31 15,0 0-17-15,0 0-27 0,0 0-22 0,0 0-30 16,0 0-27-16,0 0-34 0,0 0-42 0,0-29-52 0,1 21-41 15,-1 8-211-15,3-11-546 0,-3 11 242 0</inkml:trace>
  <inkml:trace contextRef="#ctx0" brushRef="#br0" timeOffset="131226.43">22962 14134 8 0,'2'-12'158'0,"-2"5"-6"0,0 7-7 16,0-14-13-16,0 14-2 0,-2-11-8 0,2 11 8 15,0-11-1-15,0 11-2 0,0-7-6 0,0 7-6 16,0 0-16-16,-1-9-12 0,1 9-13 0,0 0-5 16,0 0-4-16,0 0-7 0,0 0 4 0,0 0-3 15,0 0-5-15,13 18-1 0,-11-7-3 0,2-1 3 16,1 6-16-16,-5 0-3 0,3 2 1 0,1-1 2 15,-7 2 3-15,3 0 2 0,3 0-1 0,-6 0-4 16,-1-2 3-16,3 1-3 0,0 0-3 0,2 0 4 16,-5 0-4-16,3-2-2 0,1 0-3 0,-1 0 1 15,-1-4-4-15,1 1-1 0,0-3-3 0,0 1-1 16,-1 0-2-16,2 0-1 0,0-1-1 0,-1-1-5 16,0-2-2-16,1-7 3 0,0 13-2 0,1-7-2 15,-1-6 0-15,1 12-1 0,-1-12-1 0,3 6-11 16,-3-6-13-16,0 9-17 0,0-9-19 0,0 0-23 15,-1 10-24-15,1-10-23 0,0 0-40 0,0 0-28 16,0 0-19-16,-2 8-138 0,2-8-376 0,0 0 166 16</inkml:trace>
  <inkml:trace contextRef="#ctx0" brushRef="#br0" timeOffset="131699.31">22166 14790 126 0,'0'0'181'0,"-12"1"-11"0,12-1-13 0,-11 0-17 0,11 0-8 16,0 0-11-16,0 0-2 0,0 0-1 0,32-5-6 16,1 2-7-16,20-3-11 0,8 1-6 0,27-5-4 15,5 0-7-15,6 2-5 0,-1-3-5 0,10 0 3 16,4 1-6-16,7-3-1 0,5 3 1 0,4-2-5 16,1 2-3-16,1 1-8 0,3-2 6 0,1 1-8 15,3-2-4-15,-1 0 5 0,-2 1-2 0,0 3 4 16,-1 0 6-16,5-3-4 0,0 3-1 0,-4 2-4 15,-5 3-1-15,-5-2 1 0,-5 2 5 0,-10 0-15 16,-5 1 3-16,-7-2-3 0,-7-1-4 0,-29 1-8 16,-3 3-1-16,-2 0-5 0,-2-3 4 0,-16 2-4 15,-5-3-1-15,-6 4 1 0,-8-2-2 0,-6 3 0 16,-1 0-1-16,-4-2 2 0,-1 2 0 0,-7 0-5 16,9-2-1-16,-9 2-24 0,0 0-16 0,0 0-28 15,0 0-19-15,-28-4-24 0,7 5-36 0,-9-1-36 16,-1 1-33-16,-7-1-40 0,-3 6-150 0,-10-4-428 15,-3 2 190-15</inkml:trace>
  <inkml:trace contextRef="#ctx0" brushRef="#br0" timeOffset="132784.31">22179 15041 135 0,'0'0'137'0,"-1"-7"-4"0,1 7-5 0,0 0-2 16,0 0-2-16,0 0-8 0,-4-7-3 0,4 7-4 16,0 0-7-16,0 0-11 0,0 0-12 0,0 0-5 15,0 0-8-15,0 0-7 0,0 0-12 0,-4-5-4 16,4 5-3-16,0 0 3 0,0 0 13 0,0 0-9 15,-5 28 3-15,2-16-2 0,-4 3 1 0,3-1-1 16,-3 3 0-16,2 1-5 0,0-3-2 0,1 4-4 16,-2 0 1-16,2-3-5 0,-2 2-1 0,1-3-3 15,-2 0-3-15,3 0 5 0,-1 2-6 0,0-6-4 16,0 2-2-16,1 0-2 0,2-3 0 0,-2 1-3 16,0-3 1-16,-1 1-2 0,1-3-4 0,4-6 3 15,-4 10-2-15,4-10-5 0,-2 6 6 0,2-6-7 16,0 0 0-16,-3 5 4 0,3-5 2 0,0 0-1 15,-5 4 3-15,5-4-2 0,0 0 3 0,0 0-2 16,0 0 3-16,0 0-3 0,0 0 0 0,0 0 1 16,0 0 1-16,-1 8-3 0,1-8 5 0,0 0-10 15,0 0 1-15,0 0-3 0,23-6 2 0,-12 3-5 16,2 2 3-16,1-2 0 0,-2-1 0 0,7 2-3 16,-6 2 3-16,6-3-1 0,-1 1 0 0,2-1-1 15,0 0 1-15,0 2 0 0,1-1 0 0,0-1-1 16,-1 2 0-16,2-2 0 0,-3 2 1 0,-1-2 1 15,0 1-2-15,-5 2-1 0,-1-6 1 0,0 6 0 16,-3-2-1-16,0 1 3 0,-3-4 0 0,-6 5 6 16,11-3 8-16,-7 1-1 0,-4 2 1 0,6-8 3 15,-6 8 3-15,4-7-2 0,-4 7-1 0,1-11-3 0,-1 11 1 16,-1-8 3-16,1 8 0 0,-4-11 4 16,4 11 6-16,-4-7 8 0,4 7 6 0,0 0-11 15,-4-5-3-15,4 5-6 0,0 0-1 0,0 0-8 16,0 0 0-16,0 0-5 0,0 0-1 0,0 0 1 15,-10 16 2-15,6-1 1 0,-2 2-2 0,-1-1 0 16,1 3 0-16,2 4-2 0,-1-3-2 0,0-2 0 16,1 1 1-16,1 2-1 0,1 3 33 0,-1-8-5 15,2 5-2-15,1-3-24 0,0 0-29 0,0 1-31 16,1-3-35-16,1 0-42 0,-5 1-56 0,3-4-65 16,-2-2-234-16,-2 0-521 0,0-3 230 0</inkml:trace>
  <inkml:trace contextRef="#ctx0" brushRef="#br0" timeOffset="135123.87">22792 15261 76 0,'-7'-2'152'0,"-1"0"-2"16,8 2 2-16,-13-1 14 0,13 1-12 0,-9-2-22 15,9 2-10-15,0 0-13 0,-9-2-15 0,9 2-5 16,0 0-11-16,0 0 3 0,0 0-3 0,0 0-5 16,0 0-7-16,31 6-3 0,-21-1-2 0,-1 1-9 15,1 1 0-15,1 0-8 0,0 0-2 0,-1 1-5 16,-1 2 2-16,-2 0-3 0,-2 1-5 0,-1 0-1 16,-2 5-3-16,3-4 1 0,-1 0-5 0,-4 0 1 15,-1-2-3-15,-3 3-4 0,-2-2 1 0,-1 0 0 16,-2 3-5-16,-3-2 7 0,0-2-4 0,0 3-6 15,1-5-1-15,0 1-2 0,0-1-8 0,0-1-15 16,2-1-14-16,0-1-18 0,1-1-28 16,2-1-11-16,1-1-28 0,5-2-18 0,-8 3-33 0,8-3-141 15,0 0-332-15,0 0 148 0</inkml:trace>
  <inkml:trace contextRef="#ctx0" brushRef="#br0" timeOffset="135352.31">22944 15270 42 0,'0'0'180'0,"8"-5"-11"16,-8 5-9-16,3-6-8 0,-3 6-23 0,0 0-6 15,0 0-11-15,0 0 13 0,0 0-8 0,0 0-1 16,11 16-11-16,-10-8 1 0,2 0-7 0,0 1-7 16,-1 0-5-16,-2 3-9 0,0-2-7 0,0 3-5 15,0-1-3-15,0 0-7 0,-1 0-8 0,2 0-2 16,0 0-8-16,-1-1-8 0,-1-2-16 0,1 2-23 15,-1-2-22-15,-2 0-28 0,1 1-43 0,-1-3-49 16,-1-1-29-16,-2-1-136 0,0-1-341 0,6-4 150 16</inkml:trace>
  <inkml:trace contextRef="#ctx0" brushRef="#br0" timeOffset="135516.93">22872 15177 100 0,'19'-7'104'15,"0"0"-6"-15,-1 4-26 0,2-1-42 0,-2 0-32 0,-1 2-65 16,-3 0-74-16,-3 1 33 0</inkml:trace>
  <inkml:trace contextRef="#ctx0" brushRef="#br0" timeOffset="135785.12">23145 14964 53 0,'10'5'152'0,"-2"-2"-9"0,-3 2 5 0,0 1 3 15,3 2-11-15,-4 0-10 0,0 1-8 0,-3 0-1 16,0 3-6-16,0-4-14 0,-2 3-6 0,-1 0-1 0,-2 0-3 15,1-1-10-15,-1-1-2 0,-1 0-5 0,3-2-7 16,-2-3-2-16,1 3-7 0,3-7-4 0,-4 9-8 16,4-9-2-16,-2 7-4 0,2-7-4 15,0 0-7-15,0 0 0 0,4 9-11 0,-4-9-19 16,14 2-32-16,-1-2-44 0,6-2-40 0,1 1-35 16,2-2-32-16,7 3-118 0,-2-5-328 0,1 1 146 0</inkml:trace>
  <inkml:trace contextRef="#ctx0" brushRef="#br0" timeOffset="136275.91">23819 14949 57 0,'0'0'207'0,"0"0"-21"0,1-9-19 16,-1 9-16-16,0 0 4 0,0 0 2 0,-14 17-4 16,4-4-6-16,-8 10-1 0,4 3-10 0,-4 2-7 15,0 1-7-15,-1 16-5 0,5-12-5 0,1 12-8 16,1-13-5-16,1 13-3 0,5-9-7 0,0-1-5 15,4-1-15-15,-1 0 3 0,6 0-12 0,1 0-6 16,1-2-4-16,0-3-3 0,6 2-4 0,1-5-3 16,1-1-4-16,2-2-4 0,-3-6-24 0,5 2-27 15,-4-5-29-15,4 0-24 0,-4-2-38 0,1 0-38 16,1-4-62-16,-2-2-34 0,-4-1-135 0,1-3-412 16,-4-1 183-16</inkml:trace>
  <inkml:trace contextRef="#ctx0" brushRef="#br0" timeOffset="139737.65">24206 15152 30 0,'0'0'164'0,"2"-5"-3"15,-2 5-2-15,3-9 2 0,-3 9-3 0,0 0-9 16,1-8-8-16,-1 8-14 0,0 0-3 0,0 0-9 16,-2-12-9-16,2 12-12 0,-8-6-7 0,8 6-6 15,-13-4-13-15,7 3-14 0,-2-1-2 0,-2 2-2 16,-1 0-7-16,-1 3-5 0,-1-3-6 0,2 1 4 16,-2 3-5-16,-1 1-6 0,0 2 0 0,-3-1-5 15,7 0 2-15,-5 4-6 0,4-3-1 0,1 1 0 16,0 1-3-16,1 1 1 0,3-2 0 0,-1 3-4 15,2-2 2-15,-1 1 1 0,6-2-5 0,-1-1-1 16,3 4 6-16,1-4-5 0,3 0 2 0,2 3-2 16,2-4 2-16,3-2-1 0,-2 1-3 0,2-3 4 15,5-1 2-15,-3-1-5 0,2 2-1 0,2-2-2 16,-2-4 2-16,-3 0-3 0,1-1 0 0,-1 0 5 16,-4-1-5-16,1 0 3 0,4-3-4 0,-6 2 6 15,0-1-5-15,0-1 1 0,-3 1 0 0,0-2-2 16,-2 2 2-16,0-1-2 0,0-1 0 0,0 1-1 15,-3 2 4-15,1 1 6 0,-2 6 4 0,2-9 3 16,-2 9 0-16,2-9-6 0,-2 9-2 0,0 0-4 16,3-7 1-16,-3 7-4 0,0 0 2 0,0 0-2 15,0 0 2-15,0 0 4 0,-4 29 1 0,0-12 4 16,2 0 5-16,-2-1 2 0,-1 2 1 0,2 1-3 16,2 1 0-16,-3-1 0 0,2 0 2 0,0-1-6 15,0 1 0-15,-1-1-2 0,2 0 2 0,2 0-1 16,-2-2-2-16,1 0-4 0,0-3-2 0,1-2-2 15,-1 1-22-15,0 0-19 0,-1-1-22 0,1-2-33 16,0 1-32-16,0-10-31 0,1 13-31 0,-1-8-24 16,0-5-138-16,0 0-377 0,0 0 167 0</inkml:trace>
  <inkml:trace contextRef="#ctx0" brushRef="#br0" timeOffset="140051.26">24445 15176 98 0,'0'0'166'0,"4"-9"-10"0,-4 9 10 0,0 0 5 15,0 0-15-15,0 0-7 0,0 0-9 0,0 0-16 16,-7 26-9-16,6-17-8 0,0 1-8 0,3 0 0 16,-2 1-6-16,0-3-4 0,4 5 0 0,1-2-9 15,0-1-3-15,2-1-9 0,0 2-5 0,1-2-8 16,2 5 0-16,3-4-3 0,-1 3-5 0,-3-4-5 15,-2 2-4-15,2-2-4 0,0 0-3 16,-2-2-4-16,-2 1-1 0,1 0 3 0,-4-2-7 16,2 1-3-16,-1 0-2 0,-3-7 3 0,-1 12-3 0,1-12 2 15,-6 10-4-15,-1-2-3 0,-2-2-3 0,-1 0-7 16,-3-3-15-16,-1 0-18 0,1-1-20 0,-5-1-26 16,5 1-35-16,-6-4-35 0,4-1-29 0,2 1-27 15,0-2-145-15,-3-2-376 0,5-1 167 16</inkml:trace>
  <inkml:trace contextRef="#ctx0" brushRef="#br0" timeOffset="140407.57">24546 15141 60 0,'0'0'139'0,"19"-3"-9"0,-11 2-3 15,-8 1-6-15,22 3-3 0,-12-2-11 0,-3 3-6 16,-7-4-9-16,17 7 1 0,-11-1-9 0,-1 1 2 0,1 1-4 15,-1 1 1-15,0-1-5 0,-3 2-8 0,2-1-1 16,-3 1-6-16,2-1-3 0,0 0-4 16,-3-9-5-16,2 16-10 0,1-8-1 0,-3-8-1 15,5 14-1-15,-3-5-3 0,-2-9-3 0,10 10-2 16,-3-8-6-16,-7-2 5 0,15 3-2 0,-5 0 2 0,1-3-3 16,0 0 0-16,2-3 4 0,-1 0-3 15,0-3-2-15,0 1 3 0,-2 0 5 0,-1-2-7 0,-3-1 2 16,1 0-3-16,-3-2-1 0,-2 0-3 15,1 3-1-15,-3-2-5 0,-3-4-1 0,-1 4-2 16,-1-1-1-16,-1 1 7 0,-6 0-12 0,6 1 0 16,-1 4-4-16,0-2-4 0,-1 3-2 0,-2 0-15 0,2 3-6 15,-1 0-13-15,9 0-17 0,-21 7-21 16,12-2-18-16,2-2-36 0,1 4-34 0,-1-1-26 16,5 2-120-16,-5 0-337 0,7-8 149 0</inkml:trace>
  <inkml:trace contextRef="#ctx0" brushRef="#br0" timeOffset="140636.19">24994 15128 73 0,'0'0'197'16,"0"0"-18"-16,7-5-20 0,-7 5-8 0,0 0 13 15,0 0 3-15,15 8-1 0,-5-1-5 0,-1 2-7 16,-2 0-14-16,3-3-12 0,3 7-7 0,-1-2-11 15,0-2-4-15,-1 3-15 0,0 0-10 0,1 0-3 16,1 0-11-16,0-1-4 0,-3-3-9 0,1 2-18 16,-2-2-30-16,2 2-26 0,-6-2-45 0,0-1-42 15,2 0-50-15,-1-1-37 0,-6-6-158 0,4 9-381 16,-4-9 169-16</inkml:trace>
  <inkml:trace contextRef="#ctx0" brushRef="#br0" timeOffset="140843.96">25268 15083 118 0,'0'0'218'0,"0"0"3"0,0 0-3 16,-17 18-12-16,8-4-10 0,-3 2-12 0,-3 3-14 16,-1 2-13-16,-1-1-14 0,2 2-11 0,0-1-16 15,-3 1-7-15,5 1-11 0,-4 0-10 0,6-9-12 16,-2 1-27-16,3 2-25 0,-2-3-46 0,2 0-40 15,1-3-40-15,5-2-50 0,-1-1-48 0,1 0-132 16,4-8-357-16,-7 9 158 0</inkml:trace>
  <inkml:trace contextRef="#ctx0" brushRef="#br0" timeOffset="141078.57">25391 15060 150 0,'8'-2'232'0,"-8"2"-1"0,0 0-8 16,7 12-5-16,-5-3 3 0,2 2-16 0,-4 2-13 15,2 2-9-15,-1 4-12 0,-2-3-15 0,-1 2-14 0,2-1-11 16,0 3-13-16,3-3-11 0,-3 1-2 0,-1-2-18 16,2 1-14-16,-1-3 1 0,-1-2-25 0,2 1-31 15,-2-2-30-15,2 0-25 0,-2 1-32 16,1-12-44-16,1 17-44 0,0-11-43 0,-1-6-31 15,2 11-148-15,-2-11-408 0,0 0 181 0</inkml:trace>
  <inkml:trace contextRef="#ctx0" brushRef="#br0" timeOffset="141333.54">25497 15271 100 0,'0'0'164'0,"0"0"3"0,0 0-4 16,0 0 2-16,10 4-8 0,-10-4-9 0,15 0-7 15,-4 0-3-15,1-3-12 0,10 0-11 0,-4 0-7 0,-1-2-3 16,4 0-6-16,-3-1-6 0,0 0-3 16,-6-1-5-16,5-2-6 0,-3 3 0 0,-3-1-8 15,-4-3-3-15,0 3-5 0,0-2-3 0,-3 0-9 16,-2-1-3-16,-2 2 3 0,0 8-15 0,-6-17-7 16,-1 9 1-16,-2 1-4 0,2 2-2 0,-5 1-6 0,1 1-8 15,-2 1-14-15,-1 3-17 0,-3-1-20 16,-1 4-18-16,6-2-40 0,-2 4-44 0,1-4-46 15,2 4-39-15,2-2-127 0,0 0-382 0,-1-1 169 16</inkml:trace>
  <inkml:trace contextRef="#ctx0" brushRef="#br0" timeOffset="141758.26">25821 14816 87 0,'9'-5'222'0,"-2"1"-12"15,-1 2-17-15,3 1-14 0,-9 1-11 0,14 1-15 16,-5 1-13-16,-3 2-14 0,2-1-6 0,-4 3-15 16,0-2-7-16,1 2-6 0,-3 1-5 0,2 1-6 15,-4 2-7-15,0 1-5 0,0-1-7 0,-4 0-3 16,2 0-8-16,-3 1-3 0,1-1-3 0,-3-2-6 15,0 1-5-15,3-3-4 0,-1 3 0 0,1-3-4 16,0 0-3-16,2-1-8 0,2-5-4 0,-3 7-10 16,3-7 0-16,-5 9-2 0,5-9 1 0,0 0-1 15,5 10-1-15,-1-7-2 0,-4-3-1 0,11 7 1 16,-4-4-2-16,3 0 2 0,-4 1 0 0,3-3 1 16,0 4 1-16,0-2-1 0,-4 2 0 0,3-1-3 15,-3 1 2-15,-1 0 1 0,1 0 0 0,-4 1 0 16,3 0 1-16,-4-6 1 0,2 9 2 0,-2-9 1 15,-2 13 0-15,-2-6-2 0,0-2 7 0,-2 2-7 16,-3 0 3-16,3-1-5 0,-1 0-13 0,-3 2-18 16,4-2-22-16,-5 0-34 0,-1 2-38 0,3-3-28 15,0 1-44-15,0-1-128 0,0-4-352 0,3 2 156 16</inkml:trace>
  <inkml:trace contextRef="#ctx0" brushRef="#br0" timeOffset="142078.64">26169 14886 13 0,'0'0'209'0,"0"0"0"0,11 8-1 0,-7-4-5 16,3 7-4-16,1 3-11 0,-6 3-3 0,0 2-17 15,2 5-6-15,1 1-9 0,-3 1-11 0,-2-3-6 16,2 3-9-16,2-1-8 0,-6-5-8 0,4 6-4 15,1 0-10-15,0-2-4 0,-3 2-8 16,-3 0 5-16,3 2-15 0,-2-3 2 0,1 0-16 0,-1 0-4 16,0-5-5-16,2-4-2 0,-4 2-5 0,1-1-3 15,-3 0 0-15,2-1-9 0,-4 1-4 0,0-3-1 16,3-3-5-16,-3 0 3 0,1-1-4 0,-1 0-6 16,-3-2 1-16,5 0-4 0,-4-1-13 0,1-2 7 15,1 1-21-15,-1 0-31 0,-1-3-37 0,2-2-33 16,1 1-54-16,7-2-54 0,-16-5-77 0,5 0-163 15,2-1-499-15,2-2 221 0</inkml:trace>
  <inkml:trace contextRef="#ctx0" brushRef="#br0" timeOffset="142415.99">26475 14805 84 0,'9'-3'225'0,"-1"2"-11"0,4 1-4 0,-5 1-13 15,3 4-14-15,-1 2-10 0,1 1-10 0,-1 0-16 16,-3 2-9-16,-2 0-8 0,-1 3-5 0,0-1-4 16,-3-1-13-16,0 1-9 0,0 1-9 0,-5-2-9 15,4 2 0-15,-5-3-3 0,2 2-4 0,1-3-4 16,-1 0-7-16,0 0-6 0,-1-3-4 0,2-2-5 15,3-4-3-15,-6 9-3 0,6-9-6 0,-3 8-5 16,3-8-6-16,-2 5 2 0,2-5-7 0,0 0 2 16,0 10 3-16,0-10-5 0,7 5 3 0,0-2-2 15,4-2 0-15,0 0-4 0,8 0-2 0,3-1-19 0,7-2-19 16,-2-1-29-16,2 1-39 0,0-3-50 16,0-3-67-16,-8 4-75 0,6-4-151 0,2-2-469 15,1 1 207-15</inkml:trace>
  <inkml:trace contextRef="#ctx0" brushRef="#br0" timeOffset="143623.56">26911 14255 149 0,'-5'-7'152'0,"5"7"-8"0,-4-7-7 15,4 7-4-15,-6-9-5 0,6 9 3 0,-4-7 5 16,4 7 1-16,-4-6-4 0,4 6-9 0,-5-5-9 16,5 5-6-16,0 0-10 0,0 0-8 0,-2-7-8 15,2 7-9-15,0 0-4 0,0 0-8 0,0 0-8 16,0 0-4-16,0 0-2 0,0 0-3 0,0 0 3 16,23 2-7-16,-23-2 0 0,17 6-6 0,-8-3-3 15,3 1 2-15,-3-1-2 0,-1 2 1 0,4 0-2 16,-3 0-1-16,2 0-3 0,0 1 0 0,-2 2-4 15,0-1 3-15,1-3 3 0,-2 5 1 0,1-2-5 16,1-1-1-16,1 3 1 0,2 1 1 0,-1-3-3 16,1 2 2-16,-1-2-2 0,1 2 3 0,-5-1-4 15,4 1-5-15,-1-3 2 0,-2 1-2 0,3 2 0 16,-2-3 2-16,-1 0-6 0,3 0 0 0,-3 1-1 16,1-2-1-16,-2-1 0 0,-1 1-2 0,-1-1-3 15,1 1 2-15,1-1-1 0,-2-2-3 0,0 1 9 16,0 1-4-16,-6-4-3 0,5 4-6 0,-5-4-12 15,9 3-13-15,-9-3-17 0,5 4-12 0,-5-4-16 16,0 0-13-16,0 0-25 0,0 0-12 0,0 0-14 16,2 6-27-16,-2-6-36 0,0 0-18 0,-16 3-141 15,7-1-384-15,9-2 170 0</inkml:trace>
  <inkml:trace contextRef="#ctx0" brushRef="#br0" timeOffset="144226.61">27252 14182 1 0,'0'0'91'0,"0"0"-2"15,0 0 3-15,0 0-6 0,0 0-1 0,0 0-10 16,2-7 0-16,-2 7 9 0,0 0 2 0,0 0-9 15,0 0-6-15,0 0-6 0,0-8-1 0,0 8 7 16,0 0 12-16,0 0 0 0,0 0-1 0,0-8 2 16,0 8-5-16,0 0-2 0,0 0-2 0,0 0-2 15,2-9-4-15,-2 9-12 0,0 0-2 0,0 0 1 16,-2-9-2-16,2 9-1 0,0 0 0 0,-2-8 1 16,2 8-5-16,0 0 1 0,0 0-2 0,0 0-6 15,0 0-1-15,0 0 2 0,0 0-10 0,0 0-3 16,0 0-5-16,0 0-3 0,0 0-6 0,0 0-3 15,0 0 4-15,0 0-2 0,0 0 6 0,-11 30 1 16,5-14 0-16,-4 1 0 0,1 8 7 0,-5-1-1 16,3 0 3-16,-5 3-3 0,1 0 2 0,1 0-1 15,3-1 2-15,-4 0-6 0,1-2-2 0,1 0 3 16,1-2-4-16,-2 0-3 0,4 1-5 0,0-6 1 16,3-1 7-16,-3-1-9 0,0-1 1 0,5-3 0 15,-3 3-4-15,4-3-5 0,-1-3-9 0,0 2-19 16,1-2-11-16,1-2-14 0,1 0-21 0,-2 0-17 15,0 0-24-15,4-6-33 0,-3 8-23 0,3-8-33 16,-2 8-28-16,2-8-115 0,-2 6-370 0,2-6 164 16</inkml:trace>
  <inkml:trace contextRef="#ctx0" brushRef="#br0" timeOffset="145878.69">28069 14048 17 0,'-2'-12'90'0,"0"7"10"0,2 5 5 16,-5-10-9-16,5 10 2 0,-2-8 1 0,-1 2-3 0,3 6-3 16,-5-9 0-16,5 9-10 0,-5-7 11 0,5 7 4 15,-5-4-16-15,5 4-16 0,0 0 2 0,0 0-5 16,-7-5-8-16,7 5 0 0,0 0-2 0,-15 12 9 15,8-4-3-15,-3 1-1 0,-3 5 3 0,2 2-6 16,-7 9 0-16,2 1 4 0,-1 5 5 16,2 0 0-16,0 3-2 0,-9 10 4 0,5 3 5 0,0 0 2 15,1 0-4-15,0 7 0 0,1-2 3 0,2-1-1 16,0 1 0-16,4-4-4 0,-1 3 5 0,3 1 8 16,0 1-6-16,3 0 4 0,5 1-3 0,2 0 7 15,5-2-18-15,-2 2-1 0,5-3 1 0,0-1-10 16,7 0-2-16,-3 2-9 0,8-1 11 0,-1-4-16 15,2 0-7-15,3-4-1 0,-1-1-21 0,4-4-10 16,-3-11-16-16,2-1-18 0,-4-1-25 0,2-5 8 16,0 1-36-16,-4-5-51 0,-1 1-72 0,-2-8-70 15,-7-1-205-15,0-3-525 0,0-2 232 0</inkml:trace>
  <inkml:trace contextRef="#ctx0" brushRef="#br0" timeOffset="146532.29">28518 14118 112 0,'2'-6'202'16,"-2"6"-12"-16,3-7-14 0,-3 7-14 0,0-6-16 0,0 6-14 15,0 0-18-15,0 0-8 0,0 0 9 0,0 0 9 16,9 18-7-16,-4-4-6 0,-3 4-9 0,1-1-7 16,-2 3-3-16,3 5 2 0,-1 0-4 15,-1-6-5-15,1 5-1 0,1-5-7 0,0-1-6 16,0 0-5-16,-1-2 4 0,-2 0-18 0,3 2-2 0,-2-3-2 15,0 1-7-15,-1 1-3 0,0-6-3 16,-1 0-3-16,3-2-2 0,-2 1-5 0,1 1-1 16,-2-1 0-16,1-4-3 0,-1-6-20 0,0 15-17 15,-1-7-17-15,1-8-9 0,-2 13-11 0,1-8-21 16,1-5-19-16,-4 7-34 0,4-7-30 0,-6 4-47 16,6-4-189-16,-13 2-425 0,13-2 188 0</inkml:trace>
  <inkml:trace contextRef="#ctx0" brushRef="#br0" timeOffset="146836.94">28211 14598 4 0,'0'0'192'15,"37"2"-12"-15,-5-4-2 0,18 3-18 0,7-6-10 16,6-2-9-16,1 1-10 0,26-3-9 0,-23 2-6 15,25-8 1-15,-29 6-9 0,-2-1-4 0,3 2-5 16,0 0-2-16,-5-2-11 0,-3 0 4 0,-3 1-3 16,-16 4-6-16,-2-3-6 0,0 2-6 0,-7 1 2 15,-7 1-5-15,0 0-6 0,-5 0-3 0,-3 2-3 16,-4 1-6-16,-1 1-4 0,-1-2-2 0,-7 2-5 16,11-1-4-16,-11 1-9 0,9-3 1 0,-9 3-5 15,0 0-2-15,0 0-8 0,0 0-1 0,0 0-27 16,0 0-19-16,0 0-30 0,-25 19-28 0,14-13-36 15,-4 1-35-15,0 2-43 0,-4-1-172 0,-5 4-412 16,-3-6 183-16</inkml:trace>
  <inkml:trace contextRef="#ctx0" brushRef="#br0" timeOffset="148962.75">28208 14909 117 0,'0'0'220'0,"0"0"-15"0,0 0-18 15,0 0-18-15,-4-4-17 0,4 4-12 16,0 0-17-16,0 0-11 0,0 0-3 0,0 0-5 15,0 0-1-15,0 0 0 0,7 27-7 0,-3-18-10 0,0 3 5 16,-1 1-4-16,-1 0-2 0,7 2-7 16,-7 2-7-16,1-2-1 0,1 0-4 0,-2-2 6 0,2 2-6 15,-1 2-11-15,-1-1-6 0,3-5 0 16,-2 2-9-16,-2-2-4 0,0 2-6 0,1-2 0 16,-2 0-2-16,2-2-3 0,-2 1-3 0,0-2-3 15,3-2 1-15,-3-6-13 0,1 16-27 0,-1-11-24 0,0-5-29 16,0 11-25-16,1-3-32 0,-1-8-45 0,1 9-29 15,-1-9-32-15,0 0-121 0,-1 9-387 0,1-9 171 16</inkml:trace>
  <inkml:trace contextRef="#ctx0" brushRef="#br0" timeOffset="149610.04">28478 15044 100 0,'0'0'186'0,"0"0"-1"0,0 0-11 0,0 0-9 16,0 0-7-16,-11 20-18 0,9-14-7 0,1 1-14 15,1-7 3-15,-4 13-8 0,4-5-7 0,0 2-13 0,0-10-11 16,3 14-3-16,-2-8-9 0,0 0-5 16,2 1-7-16,-1-1-5 0,2-1-3 0,-4-5-6 15,9 7-1-15,-5-5-4 0,-4-2-5 0,11 5-2 16,-3-4-2-16,-2 1-4 0,2-1 2 0,2-2-6 15,-10 1-1-15,16-4-3 0,-10 0 0 0,1 1-1 16,-3-1-3-16,4 0-2 0,-2-1-1 0,1 1 1 16,-3-5-3-16,1 5 1 0,0-6-5 0,-2 4 2 0,-2-3 2 15,1 0-6-15,-2 0 0 0,0-1-2 16,0 1-1-16,-2 0-1 0,1-1 0 0,-2 0-2 16,2 3-1-16,-3-2 1 0,3 1 7 0,1 8-13 15,0-11 11-15,0 11-4 0,-2-10-1 0,2 10-4 16,0 0 3-16,3-10 0 0,3 7-3 0,-1-3-1 15,3 6 0-15,2-3 1 0,1 2 3 0,0 1-1 16,1 3-2-16,-1-2 0 0,-1 3 4 0,2-2-3 16,-1 4 1-16,0-2 0 0,0 1 2 0,-3 3-4 15,1-2 2-15,-3 2 2 0,2-1 1 0,-5 1-2 16,0 1 0-16,2-1 0 0,-5 0 6 0,3-1-4 16,-2 3 0-16,0-3-4 0,-1-7 6 0,0 11 0 15,1-4 1-15,-1-7-2 0,3 11 3 0,0-5-4 16,-3-6 5-16,6 7 1 0,-2-4 4 0,-4-3 0 15,10 6 2-15,-3-5 0 0,4 1 2 0,-3-2-3 16,5 0 1-16,-1 0-1 0,0-4-3 0,-1 3 7 16,1-2-6-16,-2-1 0 0,0-1 0 0,0-1-3 15,-1 0 7-15,-2-1-2 0,2-2-6 0,-5 0 0 16,-1 1 1-16,0-4 1 0,-2 3 0 0,-1-4-1 16,-2 2 0-16,-2 0-4 0,0 2 3 0,-5-3-5 15,3 5 6-15,-1-1-8 0,0 1 4 0,-3 3-6 16,-2-1-6-16,4 3-2 0,-2 1-9 0,-1 1-5 15,2 1-14-15,-3 1-17 0,2 3-27 16,1-2-17-16,1 0-39 0,3 2-30 0,1-1-22 0,0 2-139 16,4-6-359-16,-2 8 159 0</inkml:trace>
  <inkml:trace contextRef="#ctx0" brushRef="#br0" timeOffset="149893.56">29080 14913 220 0,'0'0'236'0,"0"0"-10"0,0 0-16 0,1-10-16 16,-1 10-17-16,0 0-23 0,0 0-17 0,0 0-13 16,0 0-13-16,0 0-5 0,0 0-1 0,0 0-6 15,15 13 1-15,-11-8-8 0,3 4-4 0,-2 1-9 16,0-2 1-16,3 3-6 0,-2-4 25 0,0 4-8 15,1 0-7-15,-2-2-9 0,3-1-4 0,-2 0-9 16,-1 1-4-16,2 0-6 0,0-2-7 16,-1 2-4-16,0-3-23 0,-1-1-22 0,0 1-30 15,0-1-28-15,0-1-36 0,-1 0-47 0,0 2-46 16,-4-6-44-16,6 6-189 0,-6-6-458 0,3 5 203 0</inkml:trace>
  <inkml:trace contextRef="#ctx0" brushRef="#br0" timeOffset="150105.17">29277 14888 119 0,'0'0'227'0,"0"-9"-26"0,0 9-5 0,0 0-4 0,0 0 5 16,-14 17-5-16,2-6-16 0,-1 2-13 0,1 2-16 15,-4 0-13-15,2-2-15 0,-5 6-10 16,5-6-9-16,0 4-13 0,0-3-5 0,0 0-12 15,1 0-25-15,1 1-26 0,1-1-27 0,-2 0-36 16,5-4-38-16,-1-1-58 0,3 1-50 0,-1-2-163 16,1-1-380-16,3-1 169 0</inkml:trace>
  <inkml:trace contextRef="#ctx0" brushRef="#br0" timeOffset="150456.41">29489 14812 244 0,'2'-5'255'0,"-2"5"-3"15,4-5-16-15,-4 5-16 0,3-7-21 0,-3 7-16 16,0 0-18-16,0 0-23 0,4-5-14 0,-4 5-7 15,0 0-1-15,0 0-14 0,1 18 9 0,-2-5-12 16,-1-1 13-16,2 3-9 0,-1 3 0 0,-2-2-10 16,3 0-3-16,-1 1-6 0,0-2-3 15,1-5-12-15,0 4 3 0,0-2-10 0,0 1-5 0,-1-2-5 16,1 1-1-16,0-1-12 0,0-2-1 0,0 3 6 16,1-3-12-16,-1 1-3 0,1-1-2 0,-1-1-21 15,1-1-26-15,-1-7-24 0,-1 13-39 0,1-13-28 16,0 13-34-16,0-13-36 0,0 10-43 0,-1-5-46 15,1-5-213-15,0 0-516 0,-5 8 228 0</inkml:trace>
  <inkml:trace contextRef="#ctx0" brushRef="#br0" timeOffset="150758.11">29635 14999 158 0,'3'8'208'0,"-3"-8"-3"15,7 6-13-15,-5-2 8 0,2 1-12 0,-4-5-10 16,9 8-8-16,-4-4-11 0,2-3-10 0,0 2-5 16,1 0-8-16,2-1-5 0,3-1-7 0,-3-1-8 15,1 0-4-15,-11 0-6 0,13-1 0 16,-5-1-7-16,-1-2-7 0,-1 1-5 0,1 0-11 0,-1-3-5 16,0-2-7-16,-1 2-2 0,-1-1-13 0,0-3 4 15,-2 1-14-15,-2-1-4 0,0 1-2 16,-1-2-1-16,-3 1-5 0,1 3-7 0,-1-1-4 0,-3-1-3 15,2 5-6-15,-1 0-7 0,-2 0-11 16,-1 0-8-16,-2 2-13 0,-2 4-12 0,1-2-12 16,-2 2-18-16,3 0-19 0,-1 2-24 0,1-1-37 0,3-1-43 15,2 1-42-15,-3 2-199 0,2-4-473 0,7-1 211 16</inkml:trace>
  <inkml:trace contextRef="#ctx0" brushRef="#br0" timeOffset="150967.13">29807 14733 204 0,'5'-3'229'0,"-5"3"-14"15,9-2-22-15,-9 2-18 0,15-2-19 0,-4 1-14 16,1-1-23-16,0 0-32 0,-2-1-34 0,5 0-40 15,-3 0-48-15,1 2-49 0,-2-2-49 0,0 0-90 0,-1-2-241 16,-4 3 107-16</inkml:trace>
  <inkml:trace contextRef="#ctx0" brushRef="#br0" timeOffset="151174.81">30024 14550 160 0,'2'-9'239'15,"-2"9"-4"-15,0 0-20 0,2-5-21 0,-2 5-17 16,0 0-20-16,0 0-19 0,0 0-9 0,0 0-7 16,0 0-5-16,5 20-5 0,-3-9-8 0,-1 1-10 15,2 4-7-15,-3 1-12 0,1-1-4 0,1 1-8 16,1-1-7-16,-3 0-24 0,1-4-27 0,-1-1-29 16,-1 0-26-16,-2 1-40 0,3 0-35 0,-1-2-44 15,0-1-185-15,-3 1-384 0,3-4 170 0</inkml:trace>
  <inkml:trace contextRef="#ctx0" brushRef="#br0" timeOffset="151454.78">30230 14580 117 0,'5'-4'206'0,"-5"4"-12"0,12-1-10 0,-12 1-8 0,10 6-8 16,-4-2-9-16,-2 2-6 0,0 5-18 0,1-1-8 15,-4 2-7-15,1-2-9 0,-2 1-7 0,1 0-11 16,-1 0-5-16,-1 1-5 0,-1-2-7 0,1 1 3 16,-3 0 6-16,2-5-10 0,-1-1-2 0,3-5-7 15,-4 11-2-15,2-7-6 0,2-4-2 0,-2 7-6 16,2-7-6-16,0 0-4 0,0 0-3 0,0 0-7 16,6 11 3-16,0-9-3 0,4-1-2 0,5 0-1 15,-2-1-13-15,10 0-22 0,5-1-27 0,2-2-31 16,-2 1-49-16,-1-3-52 0,0 0-68 0,1-1-192 15,-3-1-461-15,-3 2 204 0</inkml:trace>
  <inkml:trace contextRef="#ctx0" brushRef="#br0" timeOffset="151870.43">30528 14315 161 0,'0'0'236'0,"-8"-3"-17"0,8 3-16 0,0 0-20 16,-6-4-11-16,6 4-19 0,0 0-9 0,0 0-8 16,0 0-3-16,0 0-9 0,30-3-6 0,-12 2-10 15,9 2-11-15,3-2-7 0,-1 0-9 0,0 1-16 16,1-1 1-16,-2 0-7 0,-6-1-8 0,6 2 2 15,-10-1-8-15,-1-1-9 0,0 0-20 0,-3 2-18 16,-4-2-20-16,-2 2-30 0,-8 0-29 0,14-2-35 16,-14 2-49-16,7-4-49 0,-7 4-136 0,0 0-379 15,0 0 168-15</inkml:trace>
  <inkml:trace contextRef="#ctx0" brushRef="#br0" timeOffset="152105.84">30702 14192 19 0,'0'0'237'0,"-6"-4"-7"16,6 4-14-16,0 0-16 0,0 0-18 0,0 0-18 15,0 0-14-15,0 0-7 0,0 0 11 0,0 0-2 16,-3 17 1-16,3-5-7 0,-2-2-11 0,-3 4-9 16,2 2 3-16,0 0-2 0,3 1-17 15,-3 1-9-15,2-3-8 0,-1 2-13 0,2-1-2 0,0 0-10 16,0 1-7-16,0-4-3 0,0 0-16 0,1-1-29 15,-1-3-29-15,0 3-31 0,1 0-48 0,0 4-44 16,2-6-68-16,-3 1-66 0,0-11-159 0,1 15-468 16,-1-15 207-16</inkml:trace>
  <inkml:trace contextRef="#ctx0" brushRef="#br0" timeOffset="152631.28">31601 13985 54 0,'0'0'249'0,"0"-6"-15"16,0 6-17-16,0 0-23 0,0 0-22 0,0 0-13 15,0 0-19-15,0 0 3 0,0 0-2 0,0 0-2 16,0 0 24-16,-5 36-3 0,4-23-7 0,1 6-12 16,-4-2-11-16,5 2-4 0,-2 0-3 0,2 0 3 15,-3 1-10-15,2-2-9 0,1 0-13 0,0-1-7 16,1 0-11-16,-2-2-1 0,1-4-5 0,0 2-15 15,2-2-9-15,-3 1 3 0,0-3-8 0,1 3-6 16,0-3-11-16,1 0-30 0,-2-1-30 0,0 0-26 16,0 0-23-16,0 0-35 0,0-8-37 0,-5 15-56 15,2-10-47-15,-1 4-224 0,4-9-523 0,-10 9 231 16</inkml:trace>
  <inkml:trace contextRef="#ctx0" brushRef="#br0" timeOffset="152922.27">31319 14440 48 0,'0'0'231'0,"0"0"-13"16,0 0-7-16,0 0-18 0,42-5-10 0,-11 4-12 15,8-3-16-15,14 0-11 0,4 3-6 16,6-2-10-16,28-2-10 0,-30 2-4 0,4-3-12 15,1 1-4-15,24-4-11 0,-35 7-3 0,4-1-7 16,-4-2-10-16,-3 1-1 0,-14 0-7 0,1 1-2 16,-3 0-5-16,-3 2-35 0,-5-2-3 0,-9 3-3 0,-6-2-2 15,-2 2-2-15,0 0-1 0,-2 2-4 16,-3-2-5-16,-6 0-2 0,9 7-17 0,-9-7-25 16,0 0-23-16,0 0-30 0,-20 20-56 0,8-14-50 0,-6 3-171 15,-10-1-407-15,-1 1 180 0</inkml:trace>
  <inkml:trace contextRef="#ctx0" brushRef="#br0" timeOffset="153478.84">31181 14785 241 0,'0'0'247'15,"0"0"-13"-15,0 0-9 0,-6-4-12 0,6 4-16 16,0 0-15-16,0 0-12 0,0 0-16 0,0 0-14 16,0 0-10-16,0 0-17 0,0 0-11 0,25-11-12 15,-11 10-6-15,4-2-8 0,2-1-3 0,0-1-8 16,0 2-7-16,-2 1 5 0,-1 0 2 0,-5-1 1 16,-1 1 3-16,-5 0 0 0,-6 2-4 0,14 1-8 15,-14-1 0-15,9-1-3 0,-9 1-9 0,0 0-5 16,9-4-9-16,-9 4 2 0,0 0-11 0,0 0-2 15,8 2 0-15,-8-2-3 0,1 9-3 0,3 0 6 16,-6 2 7-16,0 2 2 0,-2 3-3 0,-2 3 10 16,-1 4 14-16,-2 2 0 0,2 0-4 0,-2-1 2 15,0-1 3-15,2-3 7 0,-1 2-9 0,1-4-7 16,-1-1-2-16,3-1 3 0,-2 0-7 0,2 0-5 16,1-2-4-16,-1 0 2 0,3-1-2 0,0-1 2 15,-1-2-12-15,2 1 0 0,0-1-1 0,-1-1-19 16,2-9-37-16,2 13-32 0,-1-7-29 0,0 0-26 15,-1-6-31-15,0 0-25 0,0 16-30 0,0-16-19 16,0 0-36-16,0 0-240 0,0 0-551 16,0 0 244-16</inkml:trace>
  <inkml:trace contextRef="#ctx0" brushRef="#br0" timeOffset="153654.57">31172 15041 29 0,'0'0'175'0,"0"0"-11"0,0 0 0 16,0 0-9-16,17-6-17 0,-5 6-10 0,4 0-18 16,2 0-8-16,2-1-16 0,2 1-23 0,-2-2-32 15,-1 2-19-15,-1-1-18 0,3 0-31 0,-3-2-27 16,0-1-13-16,-4 2-19 0,1-2-10 0,-1 0-57 16,-4 2-174-16,2-4 77 0</inkml:trace>
  <inkml:trace contextRef="#ctx0" brushRef="#br0" timeOffset="153971.56">31525 14943 68 0,'3'-11'28'0,"1"0"11"0,0 2 1 15,0-1 15-15,-3 2 8 0,-1 8 10 0,2-14 16 16,-2 14 7-16,1-10 6 0,-1 10 5 0,0 0-2 16,0-8 3-16,0 8-10 0,3-5-4 0,-3 5-6 15,0 0-12-15,0 0-3 0,0 0 8 0,0 0 2 16,0 0 1-16,0 0 7 0,0 0-7 0,0 0-1 16,0 0-9-16,-8 29-1 0,7-22-7 0,1 3 7 15,0-1-4-15,1 1 0 0,0 0-6 0,2-1-4 16,-1 3-7-16,2-3-2 0,1 2-3 0,0-1 3 15,0 0 2-15,0 0-4 0,2 0-5 0,-1-1 0 16,3 1-1-16,0-1-5 0,-1 0 1 0,1-1-4 16,-3-2-4-16,2 3 1 0,-3-5-11 0,0 2 5 15,0-3-9-15,-1 1 3 0,-4-4-2 0,5 8 2 16,-5-8-3-16,3 7-3 0,-3-7 1 0,0 7 4 16,0-7-2-16,-8 9 0 0,3-5 1 0,-3-2-6 15,-2 1 2-15,2-1-1 0,-2 3-13 0,-1-5-7 16,-2 1-19-16,1-1-17 0,-1 0-22 0,1-1-20 15,12 1-26-15,-25-3-33 0,15 1-31 0,-1-1-41 16,2 0-189-16,-1-4-438 0,2 0 194 0</inkml:trace>
  <inkml:trace contextRef="#ctx0" brushRef="#br0" timeOffset="154115.21">31595 14837 100 0,'20'-3'108'0,"-2"-1"-18"16,3 0-20-16,-2 2-27 0,1 0-23 0,1-2-38 16,-4 1-52-16,0 2-74 0,-6 1 33 0</inkml:trace>
  <inkml:trace contextRef="#ctx0" brushRef="#br0" timeOffset="154659.23">31862 14861 12 0,'-5'5'168'0,"5"-5"3"16,-6 13-6-16,2-4-4 0,-1 1-8 0,1-1-9 15,0 1-1-15,0-1-10 0,0 2-4 0,2 0-10 0,1 0-5 16,-1-1-9-16,1 0-8 0,1-4-8 0,1 1-5 16,3 2-10-16,-3-1-2 0,4-2-4 15,-1 0-4-15,0-1-5 0,1 0-1 0,2-2-2 16,-2-1-7-16,-5-2-6 0,15 1-1 0,-7-1-3 15,-8 0-2-15,14 0-1 0,-14 0-4 0,11-3-3 16,-4 0-1-16,-1-2-8 0,0 1 1 0,-1-1-3 16,2-1-1-16,-1-2 0 0,0 0 0 0,0 3 3 0,-2-3-10 15,1-4-4-15,-1 2 4 0,-1 0-3 0,5-2 4 16,-3 1-6-16,2 1 2 0,-2 0-7 16,0 1 4-16,1 2 0 0,-3 2-1 0,2 1-1 15,1 1-2-15,-6 3 0 0,7-7-2 0,-7 7-3 0,10 0 4 16,-10 0-1-16,10 8-1 0,-4 0-2 0,-2-2 3 15,1 3-2-15,-1 1 8 0,0 0-9 0,1 1 6 16,-2-1-6-16,-1 0 9 0,0-1-5 16,0 1 7-16,-1-1-5 0,2 0 3 0,-2-3-2 15,1 0 3-15,1 0 3 0,0 0 7 0,1-2 4 16,-4-4 7-16,9 7 5 0,-4-4-7 0,1-2 1 0,-6-1-1 16,13 0 4-16,-5 0-2 0,-8 0-2 0,15-7 7 15,-8 5-5-15,0-2-4 0,-2 0 1 0,2-1 2 16,-2-1-5-16,0-2 3 0,1-1-6 15,1-1 0-15,-4 1 0 0,1 0-3 0,-1-4-3 16,-1 1 0-16,0 1-4 0,2 1 0 0,-4-3-1 16,-2 5 3-16,2 8-8 0,-4-14-7 0,2 7-19 15,-2 4-12-15,4 3-17 0,-15-4-12 0,7 4-23 16,-5 1-18-16,-1 2-31 0,1-1-50 0,1 2-42 16,-1 3-198-16,0-4-461 0,0 3 204 0</inkml:trace>
  <inkml:trace contextRef="#ctx0" brushRef="#br0" timeOffset="154917.87">32354 14857 145 0,'4'-7'248'15,"-4"7"-19"-15,0 0-18 0,6-2-21 0,-6 2-8 16,0 0 1-16,0 0-8 0,7 10 0 0,-7-10-2 15,6 11-6-15,-1-1-10 0,2-3-10 0,-2 2-16 16,-1 1-6-16,3 0-4 0,0 0-9 0,2 0-16 16,-2 0-8-16,1 0-10 0,3-2-7 0,-3 1-7 15,0-1 1-15,1 0-30 0,1-2-21 0,-2 2-29 16,-2-1-33-16,-1-3-34 0,0 0-40 0,-5-4-41 16,9 8-52-16,-6-6-41 0,-3-2-158 0,0 0-448 15,0 0 199-15</inkml:trace>
  <inkml:trace contextRef="#ctx0" brushRef="#br0" timeOffset="155129.74">32536 14836 108 0,'0'0'197'16,"0"0"-8"-16,0 0 20 0,0 0 3 0,0 0-4 15,-17 14-8-15,11-3-11 0,-7-2-6 16,5 3-12-16,-2 2-7 0,-1 1-19 0,-1-3-12 0,3 2-9 15,-4-1-15-15,3 0-8 0,1-3-13 0,-1 1-8 16,3-2-16-16,0 0-30 0,-2 1-28 0,1-4-36 16,0 3-42-16,3-1-46 0,0 0-51 15,5-8-81-15,-10 10-130 0,10-10-411 0,-6 5 183 0</inkml:trace>
  <inkml:trace contextRef="#ctx0" brushRef="#br0" timeOffset="155362.17">32679 14793 132 0,'0'0'241'16,"0"0"0"-16,0 0-1 0,0 0-10 0,0 0-5 16,0 0-8-16,33 46-5 0,-33-46-13 0,0 0-16 15,5 33-14-15,-5-33-15 0,0 0-15 0,-2 35-10 16,2-35-16-16,0 0-9 0,0 34-11 0,0-34-9 15,0 0-21-15,0 0-37 0,0 38-8 0,0-38-37 16,0 0-35-16,0 0-55 0,-2 24-54 0,2-24-83 16,-4 9-192-16,2-8-473 0,2-1 211 0</inkml:trace>
  <inkml:trace contextRef="#ctx0" brushRef="#br0" timeOffset="155633.27">32789 14943 217 0,'0'0'230'0,"0"0"-13"16,0 0-20-16,0 0-16 0,0 0-15 0,61-2-16 15,-61 2-9-15,0 0-10 0,36-1-7 0,-36 1-11 16,0 0-4-16,0 0-4 0,39-8-1 0,-39 8 4 16,0 0-8-16,0 0-12 0,0 0-6 0,26-16-5 15,-26 16-4-15,0 0-7 0,0 0-10 16,0 0-7-16,0 0 1 0,3-33-8 0,-3 33-8 0,0 0 1 15,0 0-5-15,0 0-5 0,0 0-13 0,0 0 10 16,0 0-4-16,-43-30-3 0,43 30-15 0,0 0-28 16,0 0-24-16,0 0-36 0,-39-2-34 15,39 2-56-15,0 0-73 0,0 0-157 0,0 0-442 16,0 0 195-16</inkml:trace>
  <inkml:trace contextRef="#ctx0" brushRef="#br0" timeOffset="155810.25">32947 14687 215 0,'0'0'205'0,"0"0"-23"0,0 0-19 16,0 0-19-16,0 0-27 0,0 0-34 0,41-24-42 15,-41 24-54-15,0 0-53 0,31-6-113 0,-31 6-193 16,0 0 86-16</inkml:trace>
  <inkml:trace contextRef="#ctx0" brushRef="#br0" timeOffset="156012.13">33172 14512 31 0,'0'0'230'0,"0"0"-2"16,0 0-8-16,0 0-12 0,0 0-17 0,0 0-18 15,0 0-23-15,0 0-17 0,0 0 0 0,0 0 1 16,0 0-1-16,0 0-11 0,0 0-13 15,0 0-10-15,0 0-6 0,0 0-14 0,0 0 0 16,0 0-9-16,-13 96-7 0,13-96-17 0,-4 28-18 16,4-28-26-16,0 0-22 0,-3 33-23 0,3-33-34 0,0 0-46 15,0 0-47-15,-2 35-56 0,2-35-124 0,0 0-378 16,0 0 168-16</inkml:trace>
  <inkml:trace contextRef="#ctx0" brushRef="#br0" timeOffset="156247.56">33293 14581 2 0,'0'0'185'0,"0"0"-6"15,0 0 1-15,0 0-14 0,0 0 3 0,0 0-14 0,0 0-6 16,0 0-10-16,0 0-5 0,0 0-7 16,0 0-8-16,25 58-2 0,-25-58-17 0,0 0-3 15,0 0-10-15,-4 37-6 0,4-37-6 0,0 0-5 16,0 0-6-16,0 0 1 0,4 31-4 0,-4-31 0 15,0 0-11-15,0 0-3 0,28 18-15 0,-28-18 7 16,29 5-13-16,-29-5-23 0,0 0-30 0,54 1-36 16,-54-1-36-16,0 0-53 0,56-13-68 0,-56 13-150 15,30-14-400-15,-30 14 176 0</inkml:trace>
  <inkml:trace contextRef="#ctx0" brushRef="#br0" timeOffset="156545.13">33688 13873 121 0,'0'0'248'16,"0"0"-7"-16,0 0-21 0,68 45-3 0,-50-22-12 16,0 2-10-16,0 4-11 0,-3 3-13 0,-1 3-12 15,0 11-11-15,-1 0-10 0</inkml:trace>
  <inkml:trace contextRef="#ctx0" brushRef="#br0" timeOffset="156639.54">33865 14654 3226 0,'-7'33'43'0,"0"0"-9"16,-6-1-12-16,2 1-28 0,-4-2-24 0,0-2-31 15,-3 2-36-15,-1-2-45 0,-2-3-71 0,-9 9-250 16,0-11-501-16,-4-5 221 0</inkml:trace>
  <inkml:trace contextRef="#ctx0" brushRef="#br0" timeOffset="161159.56">20236 16144 2 0,'-2'-10'210'16,"-1"0"-13"-16,2 1-1 0,-2 1-5 0,3 8-13 15,-1-11-17-15,1 11-17 0,-5-7-20 0,5 7-13 16,0 0-10-16,0 0 3 0,0 0-3 0,-4 24-7 16,7-7-7-16,-7 3-10 0,3 5-3 0,-1-1-5 15,2 4-4-15,-1-8-3 0,1 6-6 0,0-2-3 16,0 2-33-16,-1-8-1 0,2 0-1 0,0-1-1 16,1-1 0-16,-2-5-4 0,1-1 2 0,-1-1-3 15,0-4 1-15,0-5-4 0,4 11 2 16,-4-11-2-16,0 10 5 0,0-10 0 0,0 0-1 15,0 9 1-15,0-9 5 0,0 0-2 0,5 4 4 0,-5-4-1 16,10-2-2-16,-10 2-2 0,22-5 0 0,-7 0 1 16,3-1-3-16,-1 1-4 0,3 0-2 15,-2 1-10-15,-3-3-19 0,1 7-27 0,-4-3-31 16,1 3-40-16,1-2-44 0,-2 1-36 0,1 0-24 16,-2 1-112-16,-1-3-362 0,-10 3 160 0</inkml:trace>
  <inkml:trace contextRef="#ctx0" brushRef="#br0" timeOffset="161385.5">20663 16218 89 0,'0'0'177'0,"0"0"-12"16,0 0-13-16,0 0-2 0,0 0 9 0,0 0 0 15,0 0-1-15,0 0-4 0,0 0-20 0,-6 33-10 16,3-23-8-16,2 0-7 0,-3 2-9 0,3-2-7 15,0 3-12-15,-1-1-8 0,0-1-6 0,1 1-8 16,-2 0-5-16,3 0-3 0,-1 0-4 0,-2 0-26 16,2-1-24-16,-2-2-25 0,2 4-32 15,1-13-43-15,-3 16-40 0,3-16-41 0,0 11-145 16,0-11-356-16,2 11 158 0</inkml:trace>
  <inkml:trace contextRef="#ctx0" brushRef="#br0" timeOffset="161567.25">20975 16208 91 0,'0'0'151'0,"0"0"-13"0,20-3-12 16,-20 3-17-16,16 0-22 0,-16 0-27 0,0 0-24 15,28 2-33-15,-28-2-22 0,18 2-24 0,-18-2-18 16,10 6-52-16,-10-6-123 0,7 7 54 0</inkml:trace>
  <inkml:trace contextRef="#ctx0" brushRef="#br0" timeOffset="161705.37">21056 16284 36 0,'0'0'45'0,"-11"8"12"15,11-8 4-15,-10 9 10 0,10-9 3 0,-8 5 14 16,8-5-4-16,0 0-4 0,-13 7-1 0,13-7 3 16,0 0-11-16,-7 7-7 0,7-7 1 0,0 0-3 15,0 0-1-15,0 0-7 0,0 0-9 0,23 9-15 16,-23-9-25-16,32 0-55 0,-4-1-47 0,0-1-82 15,7-2-191-15,1-2 84 0</inkml:trace>
  <inkml:trace contextRef="#ctx0" brushRef="#br0" timeOffset="162149.99">22312 16109 143 0,'-8'-4'206'16,"8"4"-11"-16,0 0-3 0,-19 10-11 0,9-6-9 16,0 2-14-16,-3 5-10 0,0 3-15 0,1-2-3 15,1 3-7-15,2 3-10 0,0-1-10 0,-1 0-6 16,2-3-11-16,2-3-6 0,1 5-9 0,1-1-3 15,3-3-2-15,-1-3-11 0,1 3-1 0,5-3-3 16,-3-2-7-16,2-1-1 0,3 1 0 0,1-3-2 16,3 2-5-16,-1-4-2 0,2 2-1 0,3-3-5 15,-1-1 0-15,2-1 1 0,3 0-3 0,0-4-1 16,-1-1-7-16,2 0 0 0,-1-1-2 0,-3-2 3 16,-1-1-6-16,-2 2 4 0,1-4-6 0,-3-1 1 15,-3 3 1-15,0-2-4 0,-2 2 3 0,-2-7-5 16,-3 2 1-16,-3-2-4 0,-1 5 2 0,-1-5-3 15,-4 0-3-15,-2 3 1 0,-2 2-2 0,0 0 4 16,-1 2-3-16,4 4 0 0,-6 1 0 0,3 0-3 16,0 3-11-16,-4 4-6 0,2-2-16 0,-2 5-18 15,0 0-15-15,2 3-16 0,2 3-35 16,3-2-54-16,-2 2-55 0,2 3-175 0,4-5-436 16,1 1 193-16</inkml:trace>
  <inkml:trace contextRef="#ctx0" brushRef="#br0" timeOffset="162359.13">22661 16257 30 0,'5'-3'263'0,"-5"3"-3"16,0 0-10-16,0 0-14 0,0 0-14 0,0 0-17 15,0 0-15-15,0 0-20 0,0 0-20 0,0 0-16 16,0 0-11-16,0 0-17 0,0 0-13 0,6-3-27 15,-6 3-22-15,0 0-34 0,0 0-42 0,0 0-16 16,0 0-40-16,0 0-72 0,0 0-40 0,0 0-138 16,0 0-365-16,0 0 161 0</inkml:trace>
  <inkml:trace contextRef="#ctx0" brushRef="#br0" timeOffset="162807.94">23153 15972 204 0,'9'-2'210'0,"1"-2"-15"0,1 3-7 0,1-1-8 16,2 2-9-16,-4 4-9 0,3-1-8 0,-2 3-11 0,0 4-12 15,0 1-7-15,-2 0-2 0,-1 3-14 16,-4 4-7-16,-3-2-10 0,-1 0-8 0,-3 1-4 0,0-1-4 16,-6 1-4-16,-1 0 0 0,-2-1-9 15,-5 4-6-15,3-6-5 0,-6 2 1 0,1 0-1 16,3-3-5-16,-2-3 4 0,2 0-6 0,4-5 2 15,2 2-3-15,1-3 0 0,3-1-5 0,-1 0 3 16,1 0-2-16,6-3-3 0,-9 5-4 0,9-5-5 16,-8 3-4-16,8-3 1 0,0 0-2 0,0 0-9 15,-4 5 5-15,4-5-10 0,0 0 6 0,16 3-4 16,-2-3 3-16,5 0 2 0,2 2-14 0,1-4-19 16,8 4-28-16,-2-2-30 0,1-3-37 0,-8 3-41 15,7-2-58-15,-8 0-56 0,0 2-181 0,0-5-487 16,2 3 215-16</inkml:trace>
  <inkml:trace contextRef="#ctx0" brushRef="#br0" timeOffset="163339.87">23603 16071 55 0,'0'-10'222'0,"0"10"-21"0,0 0-10 16,1-5-27-16,-1 5-13 0,0 0 0 0,0 0 4 15,0 0-1-15,0 0-17 0,0 0-11 0,0 0-7 16,4 32-10-16,-2-22-1 0,1-1-8 16,1 0-2-16,2 1-9 0,2 0-3 0,-1-3-10 15,2 3-2-15,-1-3-7 0,7 5 3 0,2-3 1 0,-2 3 1 16,1-4-5-16,1 0-4 0,-1 2-5 0,-5-4-6 16,1 0-5-16,0 0-4 0,-2 0-4 0,-3-1-7 15,0-2-2-15,-2 0-2 0,-3 1-3 0,-2-4 7 16,9 6-13-16,-9-6 6 0,4 6-8 15,-4-6-2-15,0 0 1 0,-14 11 3 0,4-8-11 16,-2 3-2-16,-7-4-12 0,-2 1 2 0,0 0-8 16,-1-2 4-16,1 1-8 0,1-2 3 0,5-2-3 15,3 1 2-15,0-4-3 0,2 2-5 0,3 2-4 16,1-5-5-16,-2-2-2 0,6-1 2 0,-1-1 1 16,6 1-1-16,2-7-2 0,2 3 2 0,1-2 6 15,4 1 1-15,1 0-1 0,4-7 1 0,0 2 1 16,-3 3 6-16,6-1-1 0,-4 4 5 0,-1 0-5 15,0 3 3-15,1 0 0 0,-3-2 2 0,-1 5 4 16,-4-2 1-16,0 2-3 0,-1-2 7 0,-2 3 1 16,0 2-1-16,-2-6 3 0,-3 4-1 0,0 6-3 15,0 0 1-15,-5-16 2 0,-4 11 0 0,1-1-3 16,-3 3 0-16,-3 1 2 0,1-2 1 0,-5 3 1 16,0 0 4-16,4 2-8 0,-3 1 7 0,0 0-1 15,2-1-2-15,-1 3 3 0,-1 3-3 0,3-2-16 16,0 0-24-16,1 1-20 0,2 0-29 0,2 1-31 15,1 2-40-15,2 0-43 0,2 0-149 0,4-9-383 16,-1 10 169-16</inkml:trace>
  <inkml:trace contextRef="#ctx0" brushRef="#br0" timeOffset="163753.67">24001 16002 167 0,'0'0'232'16,"0"0"-19"-16,0 0-22 0,0 0-18 16,0 0-1-16,0 0-6 0,0 0 1 0,9 13-5 15,-9-6-10-15,2 0-11 0,-2-7-9 0,1 15 1 16,0-5-10-16,2 2-3 0,-1-1-9 0,2-2-6 16,1 1-13-16,-1-1-10 0,2 1-2 0,1-3-10 15,1 1-5-15,1-2-6 0,1 1-4 0,-1-2-9 16,1 0 0-16,-1-3-1 0,1 2-5 0,0-4-4 15,2 0 8-15,-2-1-13 0,0 0-6 0,2-1 1 16,-6 0 4-16,2-1-14 0,1-3 8 0,-9 6-5 16,15-11-6-16,-7 0 1 0,-2 4 3 0,3-3-1 15,-1 1-1-15,-2-1 2 0,-1 3 7 0,2-2 4 16,-2 3 10-16,-5 6 7 0,6-11 11 0,-6 11-16 16,4-6 1-16,-4 6-12 0,0 0 10 0,0 0-22 15,0 0 8-15,0 0 31 0,0 0-10 0,0 0 5 16,6 28 0-16,-7-17-4 0,-3 6 2 0,2 2-7 15,-4-2-3-15,3 3-1 0,-2-2-6 0,1 8-7 16,0-2-20-16,4 2-51 0,3-8-41 0,-2 1-39 16,3 0-49-16,1 1-46 0,-2-2-61 0,1-1-66 15,-2-1-196-15,0-3-589 0,2 2 261 0</inkml:trace>
  <inkml:trace contextRef="#ctx0" brushRef="#br0" timeOffset="163900.63">24480 16373 84 0,'0'0'224'0,"0"-6"-28"15,0 6-23-15,0 0-40 0,0 0-40 0,0 0-39 16,0 0-63-16,0 0-149 0,0 0-172 16,0 0 77-16</inkml:trace>
  <inkml:trace contextRef="#ctx0" brushRef="#br0" timeOffset="167043.27">24589 16311 167 0,'0'0'189'0,"0"0"-15"0,0 0-7 16,0 0-21-16,-3-6-13 0,3 6-9 0,0 0-17 15,0 0-10-15,0 0-8 0,0 0 3 0,0 0-3 16,0 0-4-16,0 0-4 0,0 0-8 0,0 0-11 16,0 0-3-16,9 20-4 0,-9-20-7 0,0 0 1 15,2 5-3-15,-2-5-1 0,0 0 0 0,0 0 4 16,0 0 2-16,0 0 7 0,2 9 3 0,-2-9 11 16,0 0-2-16,0 0-4 0,0 0-1 0,0 0-12 15,0 0-4-15,0 0-4 0,0 0-5 0,-11-23-6 16,10 16-2-16,1 7-4 0,-3-14-5 0,2 5-2 15,1-4 1-15,0 4-4 0,1-2-3 0,-2-2-1 16,4 2-4-16,-2-6-1 0,1 1 0 0,0 0 3 16,0 5-6-16,2-8-3 0,-2 7 2 0,0-1-4 15,2 4-2-15,2 0-1 0,-2 4 1 0,2-1-5 16,-1 2 1-16,0 0-3 0,6 2 6 16,-2-1-5-16,2 3 3 0,0 1-5 0,-1 4 5 0,2 2-1 15,-3 2 3-15,3-1-3 0,-5 1 0 0,0 2-1 16,1-1 4-16,-3 1 3 0,0-2-3 0,-3 3 0 15,2-4-2-15,0-1 3 0,-3-1 0 0,-1-6 1 16,2 11 2-16,0-7-1 0,-2-4 0 0,0 0 3 16,4 7 2-16,-4-7 6 0,0 0 13 0,0 0 1 15,3 4 0-15,-3-4-6 0,0 0-11 0,0 0 9 16,0 0-1-16,0 0-8 0,0 0-2 0,-2-25-4 16,4 18-6-16,0 0-3 0,3-3 1 0,0 0 3 15,3 1-2-15,-3-1 0 0,4-3-5 0,0 4-3 16,-3 3 2-16,5-3-3 0,-4 2 2 0,3 3 2 15,-2 2 0-15,1 2-1 0,-9 0-2 0,16 2 1 16,-9 5 0-16,1-1 5 0,1 2 0 16,-3 0 2-16,-1 2-2 0,0 0 1 0,-2 2 1 15,-1-2-2-15,1 2-6 0,1 2 0 0,-2 1-16 0,-4-3-40 16,2 0-22-16,0 0-15 0,-3-2-28 0,3 2-19 16,-1-3-29-16,1-9-18 0,1 15-153 0,-2-11-380 15,1-4 168-15</inkml:trace>
  <inkml:trace contextRef="#ctx0" brushRef="#br0" timeOffset="167273.7">25042 16056 22 0,'1'-9'187'0,"-1"3"-2"16,0 6-13-16,1-11-19 0,-1 11-21 0,0 0-13 15,4-8-4-15,-4 8 10 0,0 0-6 0,0 0-5 16,5 22-6-16,-5-10 1 0,3 3-9 0,-2 3-2 15,-1-2-5-15,0 3-7 0,1-2-9 0,-2 4-5 16,1-3-9-16,-4 0-4 0,4 0-2 0,-1-2-10 16,0 3-7-16,0-6-20 0,-1 2-15 0,-2-4-24 15,3 2-31-15,-3-4-37 0,2 2-33 0,-4 0-35 16,3-1-27-16,-4-3-129 0,2-1-337 0,5-6 150 16</inkml:trace>
  <inkml:trace contextRef="#ctx0" brushRef="#br0" timeOffset="167591.5">25043 16203 13 0,'15'-5'104'0,"-4"1"1"0,0 0-9 15,2 0-3-15,0 1-5 0,1 0-13 16,2-1-6-16,5 0 2 0,-6 1-22 0,5-4-2 16,-2 4 4-16,-1-1-11 0,-2 1 4 0,-2-2-7 15,-5-1-8-15,-8 6-4 0,19-11 3 0,-11 6-6 16,-1-3-2-16,1 0 5 0,-8 8-11 0,10-15 3 15,-7 5 9-15,-3 10 2 0,6-18 12 0,-4 9 4 0,1-1-7 16,-3 10 2-16,0-20 12 0,0 20 10 16,3-9 8-16,-3 9-4 0,0-10-3 0,0 10-12 15,0 0-4-15,0 0-2 0,0 0 9 0,0 0-3 16,0 0 7-16,0 0-2 0,0 0 0 0,6 45-2 16,-6-28 4-16,0 8-1 0,0-4-6 0,1-2-8 15,-2 5-2-15,2-4-4 0,-1 0-2 0,2-1-2 16,-1 0-5-16,0 1-23 0,-1-4-25 0,0 1-39 15,-1 1-39-15,0-1-55 0,2-4-49 0,-2-1-129 16,-2-3-358-16,3 1 158 0</inkml:trace>
  <inkml:trace contextRef="#ctx0" brushRef="#br0" timeOffset="167749.7">25508 16285 129 0,'0'0'129'16,"0"0"-27"-16,0 0-24 0,0 0-18 16,0 0-46-16,0 0-18 0,0 0-38 0,0 0-36 15,0 0-84-15,0 0 37 0</inkml:trace>
  <inkml:trace contextRef="#ctx0" brushRef="#br0" timeOffset="170186.11">19905 15940 84 0,'0'0'104'0,"-10"0"-8"0,10 0 6 0,-10 1-9 15,10-1-3-15,0 0-6 0,-10 0-5 0,10 0-1 16,0 0-15-16,0 0-3 0,0 0-7 0,0 0 2 16,0 0-4-16,0 0-3 0,0 0 5 0,0 0-2 15,39-4-8-15,-21 1 0 0,4 1-6 0,5-2 0 16,1-2-6-16,0 2 0 0,4-1 3 0,-1 1 0 15,2-2-1-15,4 1 2 0,1 0-4 0,-1 0-3 16,13-3-3-16,-11 3-2 0,15-4 2 0,1 2 0 16,3 0-5-16,-1-1-1 0,1 0-3 0,3 2 7 15,-2 1 2-15,1-2-12 0,0 0 4 0,-2 1-7 16,2 3 7-16,-4-4-5 0,-1 5 1 0,1-3-6 16,1 3 1-16,-1-1-4 0,-4 1 2 0,-1 2 1 15,0-2-1-15,0 2-1 0,-12-2-2 0,1 2 11 16,12-2-9-16,-15 3-2 0,1-2 3 0,2 1-3 15,-2 0-2-15,-2 0 4 0,-4 0-3 0,1-2-4 16,2 1 4-16,-3 0 1 0,3-3 0 0,0 3-1 16,-2-1 5-16,3-2-4 0,1 2 1 0,-2 1 1 15,-1-2-1-15,2 1-2 0,-3 0 3 0,0 0-3 16,-1 1 1-16,-1 1 3 0,1 0-1 0,-2-2 1 16,4 1-3-16,-1 2-1 0,-1-3 2 0,0 2 1 15,4-2-3-15,-4 2 4 0,5-3-1 0,1 2-4 16,0-1 5-16,-1-1 1 0,17-1 1 15,-2-1-2-15,-2 3 6 0,-11-2-1 0,14-1-2 16,2 1-1-16,-2 0 0 0,-3-1 0 0,1 1-2 0,-13 0 2 16,13-1-1-16,-13 2 6 0,2-1-6 0,1-2-3 15,-3 3 8-15,-1-1-4 0,3 1 1 0,-2-2-3 16,1 1-2-16,0 1 3 0,12-1 1 0,-12 2-6 16,-1-2 4-16,2-1-5 0,-2 3 4 0,13-5 5 15,-14 5-3-15,3-2-3 0,-2 1 1 16,2-2 1-16,-2 3 2 0,0-2 1 0,-2 2-3 0,5-2-2 15,-5 2 3-15,1-3 0 0,-3 4-3 0,0-1 4 16,-2 1-5-16,-2-1 0 0,2-3 0 0,-1 2 0 16,-9 2 1-16,6-3 1 0,-1 2 2 0,1-2-4 15,-9 2 1-15,4-1 0 0,6 2-2 16,-2-2 0-16,-6 2 1 0,7-4-3 0,0 0 2 16,-4 3 0-16,3-4 2 0,1 3-4 0,-1 0 2 15,-6-1-1-15,8 2 0 0,-2-1-4 0,-4 2 6 0,-2 0-1 16,7-2-2-16,2 0 0 0,-4 1 2 0,1-1-2 15,2 3 3-15,-8-2-3 0,0 0 4 16,-1 1-5-16,2 2 3 0,-2-2-5 0,0 1 5 16,9 0 0-16,-6-3-1 0,-3 5 0 0,12-4 0 15,-6 2 0-15,3-2 1 0,1 2-2 0,-1 2 2 16,-2-2-2-16,0 0 3 0,0 0-4 0,-6 0 5 16,8 0-3-16,-10 0 0 0,9 0 0 0,-4 0-1 0,-6 2 5 15,2-2-4-15,3 1-1 0,-2 0 0 16,-2-1 0-16,-1 0 2 0,0 2-3 0,-2-2-1 15,-3 0 2-15,1 1 7 0,-3-1-9 0,0 1 1 16,-1 1 0-16,-2-2 2 0,-1 1 7 0,-7-1-11 16,14 1 1-16,-10 0-2 0,-4-1 2 0,9 2 1 15,-9-2-1-15,8 1-1 0,-8-1 0 0,0 0-2 16,10 3 3-16,-10-3 1 0,0 0 0 0,7 2-3 0,-7-2 3 16,0 0-4-16,6 7 6 0,-6-7-1 15,5 4 0-15,-5-4-5 0,2 7 5 0,-2-7 3 16,4 8-1-16,-4-8 2 0,4 8-5 0,-2-4 2 15,0 2 4-15,-2-6-2 0,4 9 0 0,-2-5 3 16,0 3 5-16,0 1 4 0,1-1-3 0,1 0 3 16,-2 2-3-16,-2 2-1 0,3 0-1 0,2 0 2 15,-5-1-5-15,2 2 5 0,0-2-1 0,0 5 0 16,0-1 0-16,1-2 2 0,-1-1-2 0,-2 3 10 16,0-2 0-16,0 1-1 0,2 2-2 0,-2 0 1 15,0-4-2-15,0 2-1 0,0-1 4 0,0 1-2 16,0-2 0-16,0 5-1 0,0-4 0 0,0-1 1 15,2 3 3-15,-2 1-8 0,-2 1 3 0,0 0 6 16,2-4-8-16,0 3 2 0,0 0 3 0,-2 6 3 16,2-3-1-16,0 0 0 0,0 2 4 0,-2-3-4 15,2 2-1-15,0-2 1 0,-3 2 2 0,5 6 4 16,-4-5 0-16,0 4 1 0,2-4-31 0,-2 0 5 16,0-1 2-16,2 4-3 0,0-2 7 0,-2 3 5 15,2-5-4-15,2 0 8 0,-2-2 8 0,0 3-5 16,0-1 3-16,0-2-2 0,-5 1 3 0,5-3-4 15,-1 2 0-15,1-5-3 0,-2 5-1 16,2-7-4-16,0 6 6 0,0-5-6 0,0 0 1 0,0 0-1 16,0-11 1-16,0 19-3 0,0-12 7 0,0-7-12 15,0 12 1-15,0-12-3 0,0 0 2 0,0 15 1 16,0-15-5-16,0 0-2 0,-2 10 7 0,2-10-4 16,0 0 6-16,0 0-4 0,-4 11 4 0,4-11 0 15,-7 6-3-15,7-6 5 0,-16 9-5 16,5-7 1-16,0 3-1 0,-9-1-1 0,-1 1 0 15,-3 2 3-15,-3-3 0 0,-4-1-6 0,2 1 5 16,-1 3-4-16,-3-6 1 0,-1 3 3 0,-2 1-2 16,-3 0-1-16,0 0 0 0,1-1-2 0,-13 1 1 15,12-2-3-15,-13 1 3 0,0 0 0 0,2 6 0 0,-3-9 2 16,-1 4-6-16,1-4 2 0,-7 0 0 16,-4 5 2-16,3-4-2 0,-1 4 4 0,0 1 1 15,-29-3-8-15,32-2 1 0,-4 0 4 0,-3 3-2 16,-27-1-1-16,29-2-1 0,0 5-2 0,-30 3 0 15,28-4 6-15,1 0-4 0,-29 1 2 0,32-3 3 16,-3 1-6-16,0 0-3 0,-2 4 3 0,1-5 0 16,0 4-5-16,-25-4 2 0,26 1-4 0,-26 2-2 15,30 0-2-15,-2-3 5 0,-4 0-5 0,-27 1 1 16,29-5 9-16,-2 1-10 0,-25 1 5 0,26 2-1 16,-24 2 1-16,23-6-6 0,-27 6 5 0,6-2 1 15,24-2 1-15,-1-1-1 0,-24 2 2 0,26-1 3 16,2-2-3-16,2 1 4 0,-4 0-4 0,3 1 5 15,0-2-4-15,1 3 9 0,0-2-11 0,-1-1 6 16,3 2-2-16,-1-1 3 0,2 2-5 0,0-3 5 16,2 4-1-16,2-3-2 0,-2 3 1 0,2-3 1 15,-3 1-1-15,2 1 1 0,16 1 0 0,-14-3-3 16,1 4 0-16,12-4 0 0,-12 5-1 0,14-2 3 16,-3-4 28-16,1 3 1 0,-2-1-6 0,-11 0-2 15,12-1-3-15,1 2 1 0,-1 0-2 0,0-1-2 16,-13-1-5-16,15-1 4 0,0 2-2 0,-1-2-2 15,-1 3-1-15,1-3-2 0,-2 2-2 0,3 0-3 16,-1 0 8-16,1-1-5 0,2 0-2 0,0-1 5 16,2-1-6-16,3 2-4 0,0-2 2 0,2 2 5 15,5-3-1-15,4 0 1 0,-3 1-7 0,2-2 7 16,3 0-1-16,-3 1-2 0,4-1-16 16,-2 0 16-16,3 0 6 0,-3 0-1 0,0 1-3 15,6 2-3-15,-1-1 2 0,-4-3-3 0,3 4 7 16,0-2-5-16,2 0 5 0,-1 1-6 0,0 1 3 15,-5-1-4-15,6 1 2 0,1 0-4 0,-3-2 5 16,1 1-3-16,13 1 5 0,-22-2-3 0,22 2 3 0,-13-3-4 16,13 3 1-16,-14-1 4 0,14 1-4 0,0 0 5 15,-14 0-7-15,14 0-5 0,0 0-11 0,0 0-3 16,-11-2-11-16,11 2-9 0,0 0-9 0,0 0-14 16,0 0-13-16,0 0-32 0,0 0-36 15,0 0-42-15,-13-7-30 0,13 7-41 0,0 0-145 16,0 0-437-16,-5-18 194 0</inkml:trace>
  <inkml:trace contextRef="#ctx0" brushRef="#br0" timeOffset="170565.08">19766 16105 47 0,'0'0'136'16,"3"-17"1"-16,-3 17-20 0,2-9 0 0,-2 9-18 15,0 0 5-15,0-16-8 0,0 16-8 0,0 0-1 16,0 0-3-16,0-18-3 0,0 18-14 0,0 0 2 16,0 0-10-16,0 0-9 0,0-16-2 0,0 16-8 15,0 0 3-15,0 0-8 0,0-14-4 0,0 14-3 16,0 0 1-16,0 0-6 0,0 0-10 0,0 0 1 16,-2-16-14-16,2 16-22 0,0 0-20 0,0 0-37 15,0 0-20-15,0 0-5 0,0 0-9 0,13-5-13 16,-13 5-68-16,0 0-208 0,19 0 93 0</inkml:trace>
  <inkml:trace contextRef="#ctx0" brushRef="#br0" timeOffset="171269.83">20173 15944 112 0,'0'0'128'0,"0"0"-7"16,0 0-11-16,0 0 1 0,-31-9-7 0,31 9-2 16,-31 8-7-16,11-3-10 0,-5 3-7 0,-1-2 1 15,0 2-8-15,0-1 0 0,5-1-10 0,1 0-4 16,1-3-2-16,-7 4 0 0,-1 0-9 0,6-4-2 16,1 3-3-16,-2-1-13 0,-5 1 4 0,9-2 3 15,-2 1-2-15,2 0-5 0,0-1-9 0,0 0 8 16,3 1-4-16,2-1 2 0,2 1-9 0,11-5 3 15,-23 4-1-15,12-1-6 0,11-3-8 16,0 0 6-16,-19 8 3 0,19-8 1 0,-9 3-8 0,9-3-1 16,0 0 2-16,-13 4-2 0,13-4 7 0,0 0-2 15,-15 6 2-15,15-6 6 0,-6 9-9 0,6-9 4 16,-9 8-4-16,9-8 13 0,-9 11-10 0,9-11 4 16,-5 16 0-16,0-7 1 0,5-9 8 0,-5 23-3 15,2-12 0-15,0 6-1 0,1-2 3 0,1 3 2 16,-2-1-1-16,2 2 4 0,-3 1 2 0,1-1-6 15,-2 5 3-15,3 1 0 0,-1-7-6 16,2 8 4-16,0 0 0 0,-3-2 3 0,2 2 1 16,2-2-2-16,-3 1-2 0,4 2 1 0,0-1 2 15,-1-2-8-15,1 1 3 0,3 0 0 0,0-6 1 16,1 4 0-16,-2 3 0 0,1-7-4 0,3 5-1 16,-5-5-1-16,1 0 3 0,1 0-8 0,-1-2 5 15,-2-5-4-15,0 4 1 0,2-5-16 0,-2 2 16 16,2-2-9-16,1 0 3 0,-1-2-5 0,-1-2 4 15,-1 0-8-15,0-1 7 0,-1-6-5 0,3 8 5 16,-1-3-5-16,-2-5 2 0,2 8-2 0,-2-8 1 16,0 0-1-16,0 0 2 0,1 8 1 0,-1-8 0 15,0 0-1-15,0 0-3 0,0 0 1 0,0 0 0 16,0 9-2-16,0-9-5 0,0 0 7 0,0 0 3 16,0 0-15-16,0 0 15 0,0 0-3 0,0 0 2 15,0 0-7-15,0 0 5 0,0 0-2 0,0 0 0 16,3 6 2-16,-3-6 1 0,7 2-2 0,-7-2 3 15,18 3-1-15,-5-3 1 0,15 0-1 0,0-1 0 16,5-2-1-16,4-2-8 0,18-3-10 0,0 2-10 16,1-1-20-16,4-2-17 0,-1 4-25 0,3-4-20 15,-6 6-24-15,3-4-34 0,1-1-37 0,-1 3-21 16,2 1-128-16,-1-2-381 0,1-2 168 0</inkml:trace>
  <inkml:trace contextRef="#ctx0" brushRef="#br0" timeOffset="175397.3">20805 13660 19 0,'0'0'76'16,"0"0"-8"-16,0 0-6 0,0 0-3 0,0 0-14 0,0 0-8 15,0 0-15-15,0 0-20 0,0 0-12 0,0 0-12 16,0 0-38-16,0 0-65 0,0 0 29 0</inkml:trace>
  <inkml:trace contextRef="#ctx0" brushRef="#br0" timeOffset="178609.51">30224 7999 67 0,'-9'-3'86'0,"9"3"-3"15,-11-3-7-15,11 3 7 0,-10-1-10 0,10 1 4 16,-6-2 0-16,6 2-6 0,0 0-7 0,-8-3 2 16,8 3-9-16,0 0 0 0,0 0-13 0,0 0 2 15,0 0-9-15,0 0 14 0,0 0 6 0,0 0 13 16,0 0 0-16,0 0-3 0,39 0 2 0,-11 0 0 15,4-1-10-15,4 1 1 0,3-2-7 0,14-2-7 16,1 2 1-16,1-2-9 0,2 4-1 0,-1-4-4 16,-2-1-2-16,2 3-4 0,4-1-4 0,-1-1 5 15,-3 2-9-15,1-2-6 0,-3 0 2 0,0 1 0 16,1-1-2-16,-3-2-1 0,-2 4-4 0,5-2 0 16,-3 1 2-16,1-2-5 0,-1 3 1 0,2-2 2 15,-6 2-17-15,3-3 0 0,-12 2 2 0,14 0-4 16,-2-1 2-16,-11 1-4 0,14 2 6 0,-4-1 2 0,-13-2-2 15,1 4 4-15,0-2-3 0,1 1-1 16,0 0 4-16,0-1-1 0,-2 2 2 0,-3 0 0 0,0 0-7 16,-1 2 7-16,0-1-1 0,-1 0 0 15,2-1-2-15,-4-2 6 0,3 0-8 0,-1 1 6 0,2-1-1 16,1 1-1-16,-35 1 9 0,77-3-2 16,-25 1 0-16,-13-2-1 0,0 4-2 0,-3-3 1 0,-36 3-2 15,74-6 2-15,-42 8 1 0,3-2-4 16,-35 0-6-16,63-6 10 0,-32 6 5 0,-31 0-5 15,61-7-2-15,-34 5 24 0,-27 2-2 0,42-5 1 0,-42 5-2 16,48-2 0-16,-48 2-1 0,39-2-6 16,-39 2-2-16,40-1 3 0,-40 1-4 0,0 0 2 15,51-2-2-15,-51 2 4 0,0 0-30 0,40 0 6 16,-40 0 5-16,0 0-1 0,37-1 3 0,-37 1-1 16,0 0 4-16,0 0-5 0,47-1 1 0,-47 1 7 0,0 0 0 15,37-4 2-15,-37 4-4 0,0 0 4 0,0 0 1 16,0 0 6-16,40-2-7 0,-40 2 5 0,0 0 1 15,0 0-3-15,0 0 0 0,0 0 0 16,0 0-5-16,0 0 1 0,0 0 4 0,0 0-1 16,0 0-6-16,0 0 4 0,37-1 1 0,-37 1 2 15,0 0 3-15,0 0 5 0,0 0-4 0,0 0 5 0,0 0-3 16,0 0 1-16,0 0 3 0,0 0-3 0,0 0 5 16,0 0-4-16,0 0-1 0,0 0 1 0,0 0-2 15,0 0-3-15,0 0 1 0,0 0-2 16,0 0-2-16,0 0-2 0,0 0-2 0,0 0-5 15,0 0-17-15,0 0-16 0,0 0-16 0,0 0-19 16,0 0-30-16,0 0-31 0,0 0-35 0,0 0-40 0,0 0-119 16,0 0-349-16,0 0 156 0</inkml:trace>
  <inkml:trace contextRef="#ctx0" brushRef="#br0" timeOffset="182923.81">27049 15943 16 0,'0'0'189'16,"0"0"-3"-16,2-9-8 0,-2 9-13 0,0 0-10 15,0 0-11-15,0 0-9 0,-6-10-9 0,6 10-13 16,0 0-10-16,-7-8-8 0,7 8-8 0,-6-1 28 15,6 1-13-15,-8-3-9 0,8 3-6 0,-11 1-12 16,11-1-7-16,-12 0-2 0,12 0-3 0,-15 3-1 16,9-1-6-16,1 2-1 0,-5 2-3 0,2 0-3 15,0-1-10-15,1 4-2 0,2 0-5 0,1 1 3 16,-5 7 2-16,6-2-2 0,-1 4-1 0,2 1 1 16,2 6 2-16,0-1-7 0,2 1 0 0,0-7 7 15,0 1-4-15,1 5 10 0,1-6-13 0,3 5-1 16,-2 1-5-16,-1-6 1 0,1 0-1 0,-1 1-2 15,-2-3 0-15,4 0-29 0,-2 1 3 0,-2-2-1 16,0 1 3-16,0-2-1 0,2 2 2 0,-4-6-1 16,0 1 2-16,0 0-1 0,1-2 7 0,-2 0-3 15,-1-1-14-15,2-9-13 0,-2 12-9 0,0-7-10 16,2-5-9-16,-4 9-19 0,4-9-25 0,0 0-26 16,-10 7-43-16,10-7-32 0,-9-1-40 0,9 1-136 15,0 0-405-15,-18-17 179 0</inkml:trace>
  <inkml:trace contextRef="#ctx0" brushRef="#br0" timeOffset="183355.71">26846 16234 3 0,'0'0'123'0,"23"-2"-9"15,-9 4-13-15,-3-4 5 0,8 2-3 0,1-1 3 0,0 0-6 16,7 0-2-16,-4-3-7 0,4 1 0 15,-8 1-1-15,0 1-6 0,-2-2 0 0,-3-1-5 16,-1 3 0-16,-1-3-3 0,-3 2 9 0,-9 2 5 16,16-2 0-16,-16 2-2 0,9-2 4 0,-9 2-4 15,0 0 2-15,0 0-9 0,13-3-5 0,-13 3-8 16,0 0-6-16,0 0-4 0,0 0-8 0,0 0-4 16,0 0-6-16,11 5-3 0,-11-5-3 0,0 0-3 15,0 0 0-15,-7 17-2 0,7-17 1 0,-4 17-7 16,6-7 7-16,-2-10-12 0,-2 19 0 0,2-12-3 15,4 3-2-15,-2-3 2 0,4 2-4 0,-2 0 2 16,2-1-3-16,3-1 0 0,1-1 2 0,0-1-6 16,-1 0 2-16,3-3 1 0,1 1-1 0,0-2 3 15,1-1-2-15,-1-2-3 0,6-1 3 0,-6 1-3 16,1-3 5-16,-1 2-1 0,-3-2 9 0,-2 0 2 16,1-3-4-16,-2 1 1 0,0-1-2 0,-3 0-3 15,-1-2-2-15,-3 10 4 0,0-22-8 16,-5 14-11-16,0-2-2 0,-4 1-25 0,0 0-9 15,-7 0-11-15,1 2-15 0,-4 0-19 0,0 4-23 0,0-2-50 16,-1 5-34-16,0-1-54 0,-2 2-131 0,-6 3-406 16,-3-2 180-16</inkml:trace>
  <inkml:trace contextRef="#ctx0" brushRef="#br0" timeOffset="183786.26">26257 16327 190 0,'7'-8'186'0,"-1"-2"-23"0,-1 2-4 16,6-1-16-16,-6 1-4 0,3-1-5 0,-3 4-14 16,1-4-10-16,-3 2-10 0,4 0-5 0,-5-2-8 15,3 1 5-15,-1-1-3 0,0-1-7 16,-4 0-10-16,2-2-8 0,0 4 0 0,-2 8 4 16,0-14 5-16,0 14-3 0,1-12-2 0,-1 12-3 0,0 0-7 15,0-11-7-15,0 11-1 0,0 0-11 0,0 0-7 16,0 0 2-16,0 0-5 0,0 0-5 0,0 0 10 15,0 0-9-15,-14 21 5 0,10-10-4 16,0 1-5-16,-1-3 1 0,4 3-4 0,-1 4-1 0,2-6-1 16,0 3-1-16,2-4 1 0,4 4-3 15,-2-4-2-15,0 2-12 0,1-4-22 0,3 0-19 16,-3 0-32-16,5 0-28 0,-2-5-35 0,1 1-38 0,1-1-35 16,-2-2-165-16,-8 0-407 0,14-4 180 0</inkml:trace>
  <inkml:trace contextRef="#ctx0" brushRef="#br0" timeOffset="184161.69">26544 15943 129 0,'0'0'171'0,"-10"1"-6"15,10-1-6-15,-6 9 2 0,-1 0 10 16,3 0 4-16,-2 6-5 0,1 10-3 0,1 4-8 15,-4 0-9-15,4 0-1 0,2 0 0 0,0 3-8 0,0-1-8 16,-1-1-13-16,-1 3-9 0,2-5-14 0,0 2-6 16,4-1-11-16,-2 0-9 0,0-1-5 0,0-9-12 15,-2 5-22-15,4-6-21 0,0-2-29 0,0 1-25 16,-2 0-33-16,0-4-39 0,0-3-41 0,2 0-61 16,-2 0-193-16,0-10-444 0,0 0 197 15</inkml:trace>
  <inkml:trace contextRef="#ctx0" brushRef="#br0" timeOffset="184305.3">26534 16293 83 0,'21'-3'81'0,"6"-2"-34"15,2 1-37-15,-1-1-48 0,3-1-39 0,0-3 18 16</inkml:trace>
  <inkml:trace contextRef="#ctx0" brushRef="#br0" timeOffset="184619.18">27867 16107 72 0,'0'0'263'0,"-13"-2"-15"0,13 2-6 15,-7 0-19-15,7 0-15 0,0 0-20 16,-9 0-19-16,9 0-18 0,0 0-15 0,0 0-9 15,0 0-14-15,0 0-17 0,32-7-17 0,-18 5-25 16,1-1-24-16,7-1-28 0,-4 3-37 0,-2-1-39 0,-3 0-62 16,1 1-49-16,-3 1-144 0,0 0-356 0,-11 0 158 15</inkml:trace>
  <inkml:trace contextRef="#ctx0" brushRef="#br0" timeOffset="184764.3">27872 16183 146 0,'0'0'135'0,"-4"6"6"16,4-6 8-16,0 0-8 0,2 10-2 0,-2-10-22 16,11 6-13-16,2-3-28 0,2-2-31 15,4-1-50-15,8 0-38 0,-5-1-62 0,0 0-69 16,-1-1-188-16,6-1 84 0</inkml:trace>
  <inkml:trace contextRef="#ctx0" brushRef="#br0" timeOffset="185109.62">28368 15939 185 0,'0'0'217'0,"16"-5"-8"0,-7 0-13 0,3 4-11 16,2 1-10-16,2 0-7 0,-1 3-11 0,2 0-14 15,-5 2-4-15,0 3-3 0,3 1-2 0,-2 3 4 16,-4 1-6-16,0 4-15 0,-3 3 4 0,-2 3-5 15,-4-3-7-15,-1 3 0 0,-3-5-11 0,-5 6-3 16,1-5-4-16,-3-2 0 0,-2 0-7 0,1-1-12 16,0 0-1-16,-5-3-3 0,4 0-1 0,1-7-8 15,-1 5 6-15,5-6 5 0,-2 2-2 16,5-3-3-16,1-1-7 0,4-3-6 0,-8 8 6 0,3-6-13 16,5-2 0-16,0 0-2 0,-7 6-9 0,7-6-6 15,0 0 0-15,0 0-10 0,0 0 7 0,0 0-23 16,31-12 13-16,-18 8-1 0,5 1-23 0,3-3-16 15,0 1-27-15,-2 0-26 0,8 2-27 0,-6-1-43 16,-4-3-39-16,3 1-53 0,-1-1-46 0,-2 1-262 16,-5 1-593-16,4-2 263 0</inkml:trace>
  <inkml:trace contextRef="#ctx0" brushRef="#br0" timeOffset="185460.18">28787 16027 162 0,'0'0'226'16,"0"0"-12"-16,0 0-14 0,0 0-17 0,0 0 1 16,0 0 7-16,0 0 9 0,0 0-4 15,-11 17-13-15,11-17-3 0,-9 23-13 0,4-11-9 16,2-1-18-16,-1 1-5 0,2 2-20 0,0-3-6 16,1 0-25-16,2-1 14 0,-1 0-11 0,2-3-13 15,-1 0-1-15,2-2-11 0,4 1 0 0,-1-3-6 16,6 1-9-16,1 0-1 0,5-1-4 0,-5-3 2 15,4-2-6-15,0 0-16 0,2-2 16 0,-2-2 5 16,-1 2-2-16,-4-2 11 0,2 0 5 0,-4 0-12 16,-1-3 3-16,3-5-6 0,-5 2 0 0,-1 2-7 15,-1-3 2-15,-3 2-7 0,0-5 7 0,-1 4-20 16,-5 0 0-16,0 0-16 0,-1 2 19 0,-3 1-6 16,-2-1-7-16,1 3-8 0,0 3-9 0,-2-1-23 15,-2 2-14-15,0 3-20 0,-6 0-17 0,2 2-24 16,1 3-21-16,-3 1-29 0,4 1-38 0,3-1-57 15,5-2-61-15,-3 2-187 0,5-3-541 0,5-3 239 16</inkml:trace>
  <inkml:trace contextRef="#ctx0" brushRef="#br0" timeOffset="185789.08">29164 15913 129 0,'0'0'213'0,"0"0"-15"15,7-4-13-15,-7 4-12 0,0 0-10 0,0 0 4 16,0 0-7-16,0 0-7 0,0 0-10 0,1 13-10 16,-1-13-6-16,1 12-3 0,1-7-7 0,-2-5-8 15,1 14-6-15,4-8-1 0,0 3-4 0,1-1-6 16,2 0 5-16,-1 0-7 0,1 2-2 0,0-3-5 16,1 2-4-16,2-1-4 0,-2-1-8 0,0 1-6 15,0-1-5-15,1 1-4 0,-2-1-3 0,0 1-9 16,1 1 1-16,-5-3-8 0,2 1-6 15,0-1 2-15,-3 0-6 0,1 1 5 0,-2-1-2 16,1 0-3-16,-3-6 13 0,4 11-1 0,-6-6 5 0,2-5-2 16,-7 14-6-16,0-7-1 0,0-1-1 15,-2 0-2-15,-4 0-17 0,4-2-19 0,-4-1-20 16,1 0-26-16,0 1-32 0,-1-3-28 0,0-2-41 0,0-2-50 16,0 3-56-16,0-2-260 0,-4-3-565 15,4-1 249-15</inkml:trace>
  <inkml:trace contextRef="#ctx0" brushRef="#br0" timeOffset="186172.05">29163 15925 157 0,'12'-3'180'0,"5"-1"-6"0,0 1-13 0,2 0-9 15,2-1-7-15,-3 1-5 0,3 3-13 0,-2 0-5 16,-1 0-12-16,-4 0-14 0,-3 0-9 0,0 1-7 15,0 2-9-15,-4 0 1 0,2 0 4 0,-4 0 5 16,1 3 6-16,-2-1 13 0,0 3 2 0,-1-1-10 16,-1-1-6-16,-1 0-5 0,1 4-10 0,-1-4-5 15,2 3-1-15,-3-9-7 0,4 13-2 16,-2-8-12-16,-1 1 5 0,4 0-5 0,-2 1-2 0,1-3-8 16,2 1-1-16,-1-1-4 0,7-1-7 0,-2-2 5 15,0 1-5-15,2-1 0 0,0-4 5 0,1 2-2 16,0-3 4-16,-1 2 4 0,-2 0 2 15,0-3 4-15,-1 2 10 0,-3-3 1 0,2 0-7 0,-2-2-1 16,0 2-5-16,-4-3 2 0,2-1-8 0,-4 3-3 16,0-3-3-16,-3-1-7 0,0 1 1 0,-1 1-21 15,0-1 19-15,-1 2-10 0,-2 3-10 0,1-2-20 16,0 5-16-16,-5-3-26 0,1 2-16 0,-1 3-24 16,-1 2-33-16,-2-1-49 0,4 3-59 0,-3-2-249 15,0 0-535-15,13-2 236 0</inkml:trace>
  <inkml:trace contextRef="#ctx0" brushRef="#br0" timeOffset="186440.08">29761 15792 101 0,'0'0'211'0,"3"-4"-7"0,-3 4-12 0,0 0-18 0,0 0-12 16,8-4-15-16,-8 4 4 0,0 0 27 15,0 0 3-15,10 16 18 0,-8-9-17 0,-1 3 8 16,2-1-2-16,-2 3-9 0,2 0-4 0,-2-1-5 16,0 1-6-16,2 0-23 0,-3 1-9 0,1 0-11 15,0-2-6-15,-1 2-10 0,2-3-21 0,-2 2 2 16,1-1-9-16,0-2-7 0,-1-9-3 0,0 18-16 16,0-18-33-16,3 14-35 0,-3-8-54 0,0 1-44 15,0-7-48-15,0 0-49 0,0 0-55 0,0 16-50 16,1-11-193-16,-1-5-551 0,0 0 245 0</inkml:trace>
  <inkml:trace contextRef="#ctx0" brushRef="#br0" timeOffset="186679.17">29941 15834 51 0,'0'0'191'16,"0"0"-1"-16,0 0-8 0,0 0-4 0,0 0 9 15,-20 9-5-15,11-1-3 0,-1 3-9 0,-1-1-8 16,0 1-8-16,-1 2-8 0,5-3-11 0,-1 2-13 16,2-1-9-16,1-3-11 0,-1 3-12 0,3-3-5 15,-1 2-10-15,4-10-8 0,0 14-3 16,0-14-6-16,1 13-10 0,5-8-24 0,-6-5-31 16,16 8-30-16,-3-6-33 0,-2-1-43 0,1-1-37 0,2 0-27 15,-1-1-30-15,-1-2-159 0,1 0-396 0,1-2 175 16</inkml:trace>
  <inkml:trace contextRef="#ctx0" brushRef="#br0" timeOffset="186914.53">30214 15788 59 0,'0'0'226'0,"2"-9"-3"0,-2 9-2 16,3-7-17-16,-3 7-13 0,2-5-17 0,-2 5-17 15,0 0-6-15,0 0 10 0,0 0 29 0,0 0-2 16,-1 23-5-16,1-23 0 0,-1 21-5 0,-2-6-5 15,2-3-19-15,-2 1-18 0,-1 2-11 0,0-4-10 16,3 1-10-16,-1 4-10 0,-1-5-12 0,1 0-4 16,0 1-14-16,0-1-4 0,-1-3-33 0,3-8-35 15,-2 12-31-15,2-6-31 0,0-6-31 0,-2 10-30 16,2-10-29-16,0 0-37 0,-5 13-35 0,5-13-18 16,0 0-13-16,-4 1-150 0,4-1-445 15,0 0 197-15</inkml:trace>
  <inkml:trace contextRef="#ctx0" brushRef="#br0" timeOffset="187201.05">30187 15979 848 0,'5'-9'-49'0,"-5"9"16"0,6-12 17 15,-6 12 21-15,6-10 17 0,-3 3 10 0,-3 7 10 16,10-13 2-16,-3 6 5 0,3 1-5 0,1-1 8 16,6 1-8-16,0-2 4 0,-1-1 0 0,4 1 9 15,0 1-2-15,0 0 6 0,0-2 16 0,-3 3 1 16,1-2 11-16,-1 0 1 0,-7 2 5 0,2 1 12 16,-3-1 8-16,-2-1-5 0,1 1-2 15,-2 2-2-15,1-2 1 0,-7 6-1 0,9-11 1 16,-4 7 11-16,-5 4-10 0,6-8-2 0,-6 8-6 15,0 0-4-15,5-8-6 0,-5 8 2 0,0 0-13 0,0 0-7 16,0 0-11-16,0 0-5 0,0 0 0 0,0 0-16 16,0 0 6-16,0 0 3 0,0 0 2 0,-4 29-1 15,1-17-6-15,-1 1-4 0,1 1-8 16,-1 2 4-16,1-3-3 0,0-1 1 0,0-1-9 16,2 2-3-16,-3-1 0 0,3-2-8 0,0 0-21 15,-3 1-29-15,4-11-39 0,-3 17-32 0,2-10-42 16,1-7-36-16,-4 14-52 0,4-14-59 0,-2 9-226 15,2-9-565-15,0 0 250 0</inkml:trace>
  <inkml:trace contextRef="#ctx0" brushRef="#br0" timeOffset="187505.87">30769 15763 102 0,'0'0'187'0,"12"3"15"0,-7 2 1 0,1 4-5 16,-2 0-9-16,-1 2 4 0,-2 0 1 0,-2 0-19 16,0 5-8-16,-2-4 2 0,0 3-4 15,-6-1-8-15,1 2-6 0,-1 1-2 0,0-2-13 0,-3-1-7 16,-1-1-7-16,6-2-6 0,-2-4-11 0,4 4-4 16,-3-5-17-16,1 0 3 0,2-1-9 0,-2 3-12 15,7-8-8-15,-5 7 2 0,5-7 0 16,-3 9 2-16,3-9-11 0,0 0 8 0,8 13-7 15,2-9 0-15,2-1-6 0,5-2-8 0,1 1 1 16,4-2-3-16,9-2-20 0,-1 1-44 0,1-3-38 0,1-1-48 16,3-2-58-16,-1 1-42 0,2-1-46 15,1 0-45-15,-3-3-212 0,1 1-558 0,1-3 247 16</inkml:trace>
  <inkml:trace contextRef="#ctx0" brushRef="#br0" timeOffset="187656.99">31468 15843 82 0,'0'0'188'0,"0"0"-3"16,-28 5-8-16,23-2-6 0,-2-1-15 0,7-2-18 16,-12 3-11-16,6-1-17 0,-1 2-6 0,7-4-15 15,-11 4-20-15,6 0-35 0,5-4-38 0,0 0-77 16,-14 6-69-16,14-6-83 0,-13 4-252 0,13-4 112 16</inkml:trace>
  <inkml:trace contextRef="#ctx0" brushRef="#br0" timeOffset="188604.2">24266 17217 114 0,'-3'-11'247'0,"3"11"-8"0,-2-11-5 16,2 11-5-16,-2-8-14 0,2 8-12 0,0 0-19 16,-1-7-14-16,1 7-22 0,0 0-13 0,0 0-18 15,0 0-12-15,0 0-14 0,0 0-9 16,0 0-2-16,0 0 11 0,0 0 1 0,11 23 1 0,-6-6-1 16,1 2-2-16,-1-1-2 0,0 8-3 15,0-1 2-15,2 0-1 0,-3 0-1 0,1-2-8 0,-3 3 2 16,2-2-6-16,-1-4-6 0,0-4-5 0,-1 4-4 15,-1-1-6-15,2-3 4 0,-1 2 0 16,-1-1-12-16,3 0 8 0,-4-5-6 0,2 0-15 16,-1-3 2-16,-2 3-5 0,1-12-1 0,1 14-3 15,-1-14 4-15,0 10-10 0,0-10 3 0,0 0 3 16,2 11-7-16,-2-11-7 0,0 0 4 0,3 8-2 16,-3-8-6-16,0 0 5 0,0 0 2 0,11 1-2 15,-11-1 6-15,17-3-8 0,-17 3 2 0,30-8-22 16,-11 3-5-16,0-1-24 0,-1-1-28 0,2 3-19 15,-1-1-29-15,8-3-22 0,-8 3-30 0,2-2-42 16,-2 1-48-16,-4-3-41 0,-3 5-228 0,-3-3-570 16,5-2 252-16</inkml:trace>
  <inkml:trace contextRef="#ctx0" brushRef="#br0" timeOffset="189001.48">24720 17427 87 0,'-3'-5'222'0,"3"5"-5"0,0 0-9 16,0 0-14-16,0 0-12 0,0 0-22 0,0 0-13 15,0 0-11-15,0 0 2 0,0 0-8 0,0 0 4 16,0 0-6-16,0 0-15 0,28 15-6 0,-20-9-9 16,-3 0-2-16,2 2-5 0,-1 0-2 0,0 1-13 15,-2 0 6-15,1 0-10 0,-4 0-3 0,2-1 3 16,-3-8 11-16,0 17-1 0,0-17 6 15,-5 19 0-15,1-13-15 0,4-6 10 0,-9 14 1 0,4-5-8 16,5-9-10-16,-9 12-1 0,9-12-7 0,-8 11-1 16,8-11 4-16,-9 6-2 0,9-6-11 0,0 0 7 15,0 0-8-15,-7 9-8 0,7-9-12 0,0 0 2 16,0 0-4-16,0 0-11 0,0 0 7 0,0 0-8 16,0 0-1-16,-4 10 1 0,4-10 1 0,0 0 3 15,0 0-3-15,0 0-1 0,0 0-5 0,31 0 6 16,-31 0 0-16,0 0-10 0,22-3-2 15,-11 1 3-15,-1 1-7 0,1-3-22 0,2 3-7 16,-1-4-30-16,1 1-19 0,-2 2-35 0,8-1-34 16,0-1-31-16,-1 1-44 0,0-3-43 0,-1 2-59 15,-2-1-184-15,0-3-553 0,5 4 244 0</inkml:trace>
  <inkml:trace contextRef="#ctx0" brushRef="#br0" timeOffset="189247.43">25349 17389 84 0,'0'0'290'0,"0"0"-10"0,0 0-19 0,0 0-16 15,0 0-10-15,0 0-23 0,0 0-20 0,0 0-12 16,27-17-20-16,-16 14-10 0,7-1-15 0,-2 0-11 15,2 0-20-15,0-2-21 0,-5 0-28 0,-3 2-36 16,3 2-38-16,-13 2-54 0,13-5-52 0,-6 2-74 16,-7 3-201-16,0 0-431 0,0 0 191 15</inkml:trace>
  <inkml:trace contextRef="#ctx0" brushRef="#br0" timeOffset="189401.27">25318 17441 44 0,'-9'6'205'0,"9"-6"-10"0,-7 4-22 0,7-4 3 16,0 0 0-16,0 0 3 0,0 0-7 0,0 0-17 16,24 11-12-16,-9-10-15 0,2-2-12 0,4 1-26 15,-1-4-30-15,0 2-34 0,0 0-43 0,-2-3-54 16,0 1-46-16,1 0-66 0,-3-3-92 0,-4 4-299 16,-1-3 133-16</inkml:trace>
  <inkml:trace contextRef="#ctx0" brushRef="#br0" timeOffset="201191.68">26071 17352 72 0,'8'-11'130'15,"-3"4"-10"-15,-5 7 6 0,11-13-9 0,-4 4 5 16,-7 9 4-16,9-10-6 0,-5 1-3 15,0 3 3-15,3 0-9 0,-7 6-4 0,7-10 2 16,-7 10-5-16,5-6-7 0,-5 6 2 0,4-8-6 16,-4 8-9-16,0 0 0 0,0 0-12 0,5-9-3 15,-5 9-6-15,0 0-8 0,0 0-5 0,0 0-2 16,0 0-2-16,0 0-4 0,0 0-6 0,0 0-4 16,0 0-3-16,-25 17 0 0,18-9-8 0,-2 0 2 15,0 0-5-15,2 2-3 0,1-2 0 0,-1 4 1 16,-2-2-3-16,2 4-2 0,-1 1-2 0,1 1 3 15,2-4-4-15,0-1 6 0,1 4-4 16,0-5-3-16,3 1-2 0,4 5 8 0,-1-7-11 0,2 3 4 16,-2-1 1-16,4-2-4 0,0 0 0 0,3 0 3 15,-3-1-4-15,6-2 6 0,-1-2-7 0,-2 3 5 16,3-5-3-16,-1 3 2 0,2-5-1 0,-1 1 1 16,-12-1 0-16,26-2-1 0,-10 1-2 15,-4-2 6-15,1-2-1 0,-13 5-2 0,22-10 1 16,-13 3-2-16,0 0-2 0,-2-4 4 0,0 3-3 15,-1 0-2-15,-3-4-1 0,-1-1 4 0,-2 13-4 16,2-29-1-16,-2 12 4 0,-5-1-1 0,3 0-3 16,-4 0 2-16,1 0 0 0,-6 3-1 0,2 0-4 15,0 2 4-15,3 3 1 0,-2 0-1 0,2 2-6 16,-1 1 5-16,7 7-1 0,-9-9-2 0,2 5-8 16,7 4-4-16,0 0-15 0,-20 0-11 0,20 0-18 15,-20 11-32-15,11-4-36 0,2 0-50 0,7-7-36 16,-9 17-149-16,3-7-392 0,6-10 174 0</inkml:trace>
  <inkml:trace contextRef="#ctx0" brushRef="#br0" timeOffset="201395.01">26654 17401 31 0,'14'-2'257'0,"-14"2"-8"0,0 0-13 0,0 0-11 15,0 0-17-15,0 0-22 0,0 0-16 0,11-1-15 16,-11 1-19-16,0 0-11 0,0 0-40 0,0 0-25 16,0 0-23-16,0 0-30 0,0 0-16 0,0 0-23 15,0 0-39-15,0 0-38 0,0 0-24 0,6 13-26 16,-6-13-117-16,0 0-299 0,14 6 132 0</inkml:trace>
  <inkml:trace contextRef="#ctx0" brushRef="#br0" timeOffset="201759.2">27011 17290 84 0,'-4'-9'197'16,"4"9"-6"-16,0 0-16 0,0 0-2 0,0 0-1 16,0 0-16-16,-29 21 2 0,22-12-12 0,-2-1-4 15,2 7-10-15,1-5-19 0,-1 4-4 0,2 2-10 16,1-4-9-16,-1-1-6 0,3 1-8 0,2 1-7 15,0-2-6-15,2 0-6 0,3-3-5 0,0 2-8 16,1-2-2-16,3 1-4 0,3-1-3 0,-2-5-3 16,1 2 1-16,4-2-6 0,0-2-2 0,1-1 1 15,3 0-3-15,-7 0-2 0,5-5-3 0,-4 3 2 16,2-3-3-16,-4-2-3 0,0 0 0 0,-2 0 0 16,-2-3-4-16,0-1-3 0,-5-1 2 0,1 1-3 15,1-5 7-15,-4 0 0 0,-4 2-5 0,1-4-6 16,-3 1 1-16,-2 2-1 0,-2 2-2 0,-1 0-3 15,1 1 2-15,1 5-2 0,-2 0-1 0,1 2-13 16,-3 0-5-16,-1 4-19 0,1 1-12 16,13 0-11-16,-27 4-17 0,16 2-23 0,-2 1-25 15,4-3-51-15,0 4-39 0,0 0-137 0,2-1-385 16,7-7 171-16</inkml:trace>
  <inkml:trace contextRef="#ctx0" brushRef="#br0" timeOffset="202148.2">27562 17233 178 0,'6'-8'250'0,"-6"8"3"0,7-8-4 0,-7 8-10 16,5-6-15-16,-5 6-9 0,0 0-23 0,7-7-13 15,-7 7-17-15,0 0-14 0,0 0-3 0,0 0 3 16,0 0-17-16,-23 33 1 0,12-21-15 0,-3 5-16 15,5 0-3-15,-2 0-14 0,0 5-4 0,2-6-4 16,4 1-4-16,1 0-15 0,2 0 0 16,-1-5-5-16,3 0-6 0,5 0-6 0,0 0-5 15,3-1-6-15,1 2 5 0,5-1-6 0,-3-5-5 16,5 0 0-16,-1-1-1 0,4-1-3 0,-2 1-2 16,1-6-4-16,0 0 1 0,-6-1 0 0,1 0-2 15,0-2 0-15,-2-2 1 0,-2 1-6 0,1-1 2 16,-3-3-5-16,-3 2 6 0,0-2-3 0,-4 8 1 15,0-18-8-15,-2 7-8 0,-4 3 1 0,-1-1-3 16,-3 3-5-16,0-2 6 0,-1 3-17 0,-2 2-11 16,-4-1-13-16,-1 3-15 0,-2 1-16 0,2 1-26 15,-1 3-14-15,0-2-29 0,5 2-33 0,1 0-44 16,1-2-47-16,1 3-178 0,11-5-488 0,-15 8 216 16</inkml:trace>
  <inkml:trace contextRef="#ctx0" brushRef="#br0" timeOffset="202388.06">27883 17199 155 0,'7'-9'262'0,"-7"9"-7"16,5-9-22-16,-5 9-19 0,0 0-20 0,4-11-21 15,-4 11-9-15,0 0 14 0,0 0-1 0,0 0 4 16,12 25-7-16,-12-25-9 0,0 25-13 0,1-7-14 15,1 0-14-15,0-1-10 0,1 2-9 0,-3-2-13 16,0 0-9-16,2-5-3 0,-2 4-20 0,1-3-31 16,-1-1-46-16,1-1-43 0,-1-11-41 0,2 22-37 15,-2-22-62-15,1 18-61 0,1-10-194 16,-2-8-492-16,0 0 218 0</inkml:trace>
  <inkml:trace contextRef="#ctx0" brushRef="#br0" timeOffset="208681.42">28130 17319 184 0,'0'0'166'0,"0"0"-16"0,0 0-18 15,0 0-13-15,0 0-9 0,0 0-6 0,2 6 4 16,-2-6-9-16,0 0-3 0,0 9-9 0,0-9-18 16,5 5 4-16,-5-5-15 0,0 0 1 0,0 8-8 15,0-8 1-15,0 0-4 0,0 0-2 0,0 8-2 16,0-8 7-16,0 0 3 0,0 0 5 0,0 0 1 16,0 0 2-16,3 6 8 0,-3-6 2 0,0 0 5 15,0 0 7-15,0 0-5 0,0 0-6 0,0 0-8 16,0 0-4-16,0 0-6 0,0 0-6 0,0 0-10 15,3-22 1-15,-3 22-1 0,0-9-8 16,0 9-5-16,0-13 3 0,0 5-5 0,1-1-7 16,1-2 3-16,2-1-3 0,-1 1-3 0,1 1-4 15,0-1-3-15,2 3-7 0,-3-2 4 0,-1 4 3 16,1 0-7-16,-3 6-1 0,5-9-3 0,1 6 2 16,-6 3-2-16,12-8-3 0,-4 8 1 0,1 0 0 15,-9 0 2-15,16 6-1 0,-9-3-4 0,2 2-5 16,1 2 9-16,-4 0 2 0,1 1 0 0,-1 2-5 15,-1-2 3-15,0 2 4 0,-1-2-3 0,-4-8 3 16,6 13 2-16,-2-5-1 0,-4-8 0 0,3 14-2 16,-3-14 1-16,4 9 2 0,-4-9 1 0,0 0-2 15,2 8 5-15,-2-8 2 0,0 0-2 0,0 0-2 16,0 0 4-16,0 0-3 0,0 0-2 0,0 0 0 16,0 0 4-16,0 0-4 0,0 0 1 0,0 0 2 15,0 0-3-15,5-30-4 0,-3 22-3 16,-2 8 0-16,7-18-1 0,-3 12 3 0,-1-3-3 15,-3 9 2-15,10-10-2 0,-7 5 0 0,-3 5-8 16,8-8-3-16,-8 8-2 0,9-3 2 0,-9 3-4 16,0 0 4-16,0 0 1 0,22 7 1 0,-22-7 2 15,10 10-2-15,-7-4 4 0,-3-6 1 0,9 14 1 16,-7-7 1-16,0 3 1 0,-2 1-1 0,3-1-9 16,-3-10-9-16,0 18-19 0,0-18-32 0,0 0-25 15,0 20-48-15,2-14-67 0,-2-6-153 0,0 0-400 16,0 0 176-16</inkml:trace>
  <inkml:trace contextRef="#ctx0" brushRef="#br0" timeOffset="208950.03">28569 17084 174 0,'0'0'171'15,"0"0"-12"-15,0 0-7 0,0 0 11 0,0 0-1 16,0 0-9-16,0 0-12 0,5 35-9 0,-5-23-11 16,0 0-13-16,1-1 3 0,1 5-12 0,0 1-10 15,-2-6-6-15,0 0-7 0,0 2-7 0,1-1-2 16,-2 1-13-16,1-1-4 0,0 0-4 0,-2 1-5 16,2-13-6-16,-2 19-17 0,2-9-23 0,0-10-22 15,0 16-22-15,0-16-23 0,0 0-24 0,-3 18-40 16,2-13-25-16,1-5-27 0,0 0-102 0,0 0-315 15,0 0 140-15</inkml:trace>
  <inkml:trace contextRef="#ctx0" brushRef="#br0" timeOffset="209280.01">28557 17273 57 0,'0'0'138'0,"9"-12"-16"0,-9 12-1 15,8-9-8-15,-8 9-18 0,14-7-2 0,-3 2-3 16,0 0-14-16,-11 5-2 0,24-8-7 0,-13 3-8 15,6-2-8-15,-5 4-3 0,-1-1-2 0,2 0-10 16,-2 1 5-16,1-3-11 0,-12 6-3 0,19-8 5 16,-11 4-9-16,-8 4-4 0,18-12 5 0,-14 8-8 15,-4 4-2-15,16-13 4 0,-10 4-5 0,-2-1-4 16,-4 10 3-16,5-14 6 0,-5 14-2 0,4-19 7 16,-4 19 10-16,0-12 8 0,0 12 6 0,0 0 7 15,2-17 3-15,-2 17-7 0,0 0-10 0,0 0-2 16,0 0-4-16,0 0-5 0,0 0 11 0,0 0 12 15,0 0 2-15,0 0-4 0,-3 49 0 0,-1-32-6 16,3 2 0-16,-1 0-4 0,1-2-1 0,2 4-5 16,-1-2-3-16,3 1-5 0,0-1-1 15,1-2-22-15,-3 2-26 0,6 0-24 0,0-4-38 16,-1 2-44-16,-3-1-43 0,-2-1-39 0,0 2-108 16,-1-17-344-16,-6 26 152 0</inkml:trace>
  <inkml:trace contextRef="#ctx0" brushRef="#br0" timeOffset="210594.7">24142 17041 62 0,'0'0'84'0,"0"0"3"0,0 0-28 0,-8-5-2 0,8 5-2 16,0 0 0-16,0 0-9 0,0 0 4 15,0 0 0-15,0 0-9 0,0 0-1 0,0 0-11 16,0 0 7-16,0 0-9 0,0 0 1 0,0 0 2 0,0 0 7 16,0 0-9-16,0 0 7 0,0 0-5 0,0 0 5 15,36 5-2-15,-22-7 0 0,7 4 3 0,8-4-5 16,4 1 0-16,0 1-2 0,1-4-32 15,0 3 30-15,7-3-3 0,12-4-3 0,-13 6 1 16,-1-4 3-16,13-2-6 0,1 2-5 0,-1 0 2 16,2 0-4-16,-1 3 2 0,4-4-1 0,-3 3-2 15,4-5-4-15,3 2 2 0,-1-5-1 0,2 8-2 16,-4-4-5-16,4 2 3 0,2 0 2 0,-2-2 1 16,1 1 3-16,2 2-2 0,0 1 6 0,-2-1-11 15,-2-2 7-15,4-1-1 0,0 6 0 0,-4-3-1 16,-1-2-4-16,-3 2 0 0,3-2 3 0,1 5-5 15,-3-4 4-15,5-3 2 0,-2 5 1 0,27-11 2 16,-25 12 0-16,1-3-4 0,1 1 2 0,-2 1 1 16,0 0 1-16,-4-1-3 0,4 0 4 0,-5-1-8 15,1 2 6-15,-3 0 0 0,-5 0-3 0,1 2 1 16,2-3-7-16,-2 0 6 0,-3 1-2 0,-9 0-3 16,1 2 3-16,10-5-1 0,-1 5 1 0,4-7 1 15,-16 8 4-15,2-4-12 0,12-1 5 16,-16 1-4-16,16-1-2 0,-15 2 2 0,-1-2 2 0,0 4-1 15,1 0 4-15,1-2 3 0,-2 0-8 0,1 1-3 16,2 2 7-16,-4-2 0 0,2 3 2 0,-3-4-5 16,-2 1 5-16,1 2-6 0,0-1 6 0,-1 0-3 15,1-2 2-15,1 3-3 0,-2-1 3 0,1-1 3 16,-3 1 4-16,2 2-5 0,0-1 4 0,-1 0 2 16,2 1 1-16,-2 0-5 0,-1-3-2 15,4 2 2-15,-5 1 2 0,0-2-1 0,-8 0-1 16,8 0 1-16,-7 0 4 0,6-2-2 0,-7 4-6 15,-1-2 6-15,2 2 8 0,-4-2-6 0,2 1-1 0,-2-2 0 16,-1 0 0-16,2 1-2 0,-2-1 0 16,-2 3 1-16,-4-2-5 0,7 1 1 0,-5 0-1 15,6 1 0-15,3 0 1 0,-3-2-5 0,3 2 2 16,1-1-2-16,-3-1 0 0,11 4 4 0,-4-4-5 16,-6 2 0-16,1 0 0 0,-5 0-2 0,1 0 5 15,-2 0-6-15,-3 0 3 0,-3 0-3 0,-10 0-11 16,18 0-15-16,-18 0-1 0,10 0-19 0,-10 0-10 15,0 0-16-15,0 0-27 0,0 0-33 0,0 0-131 16,-34 12-287-16,12-9 128 0</inkml:trace>
  <inkml:trace contextRef="#ctx0" brushRef="#br0" timeOffset="212401.36">24175 17003 33 0,'-16'2'47'0,"16"-2"9"16,-14 1-4-16,14-1 4 0,-13 2-13 0,13-2-10 15,-14 3 10-15,14-3-14 0,-13 2-3 16,13-2 0-16,-10 4-5 0,10-4 1 0,-9 5 2 0,9-5-5 15,-11 7 4-15,6-2 4 0,5-5-4 0,-12 9 3 16,8-5-6-16,-1 3 3 0,1-1 8 0,-1 0-8 16,0 0 10-16,1-1-18 0,1 4 17 0,-1-1-15 15,1 0 10-15,-1 1-10 0,0 0 3 0,1 0 10 16,-2 1-4-16,1-1-2 0,3 1 3 16,-1-1-5-16,-2 1 6 0,1 3 28 0,1-2 3 15,0 0-9-15,0 2 0 0,-1 0-7 0,2 3 4 16,0 0-9-16,-4 0 5 0,1 0-4 0,1-3-2 15,2 2-5-15,-2 2-4 0,2-1 2 0,-1 1-5 16,0-1-5-16,0 0 8 0,-1-4-2 0,2-1-1 16,-1 2-3-16,1-1 4 0,1 2-9 0,0-1 9 15,-1 2 4-15,1-2-7 0,-1-3 2 0,2 3-4 16,-2-2-3-16,1 2-1 0,0-1 5 0,2-3-9 16,-2 3 2-16,1 0-4 0,1 0 1 0,-1-1 2 15,0 0-4-15,1-1 2 0,0 1 4 0,-2 1-3 16,2-2 0-16,0 1-6 0,1 0 4 0,-1-2-2 15,0 2 0-15,-1-2-29 0,-1 1-4 0,2 0 11 16,0 1 0-16,-2-3 0 0,0-1-2 0,3 2 5 16,-1-2 3-16,-1-1-1 0,-1-6-6 0,2 10 8 15,1-3 7-15,-3-7-9 0,3 8 5 0,-3-8 0 16,3 9 2-16,1-5-2 0,-4-4 2 0,7 7-2 16,-5-1 3-16,-2-6-5 0,12 7 2 15,-12-7 3-15,9 6 0 0,-4-2-1 0,-5-4 3 16,12 6-5-16,-4-2 4 0,-8-4 3 0,16 7-5 15,-6-3 1-15,0-1 3 0,-1 0-4 0,2 0 1 16,-2-1 2-16,3 0-4 0,-1-1 1 0,7 2 4 16,-4-1-3-16,-1-1-1 0,5 0 7 0,-1 1-2 15,-2-2-5-15,2 1 0 0,1-1 4 0,1-1-7 16,-3 1 8-16,3-2-1 0,-6 2-2 0,1-2 1 16,0 0 1-16,5 0 1 0,0 0-3 0,-2 0-6 15,0 0 7-15,6 1 1 0,-2-2-5 0,1 0 0 16,-1 1 4-16,2-1 1 0,-2-2-3 0,9 4 5 15,-3-1 0-15,-7-2-5 0,10 0 4 0,-1 0 3 16,0 1-4-16,2 0 2 0,1-2 5 0,-1 2-2 16,3 0 2-16,1-1-2 0,-3 0-1 0,3 1-3 15,0-1-1-15,-1 1 5 0,0 2-2 16,1-3-2-16,-3 1 1 0,6 2 3 0,-8-1 0 16,7 1-4-16,3-1 5 0,10-1-1 0,2-1 0 15,-12 2-1-15,-2 0-6 0,12-1 7 0,-12 1 3 16,15 1-1-16,-1-1-3 0,-14 0-2 0,1 0 5 15,12 0 1-15,1 1 2 0,-14 0-5 0,12 0-1 16,-10-2 6-16,12 1 0 0,-1 2 3 0,-13-4-7 16,14-4 1-16,0 7 2 0,2-3 3 0,-3-1-2 15,3 0-4-15,-4 5 1 0,3-2 2 0,-12 1 0 16,12-2-2-16,-1 0 2 0,-13 1 1 0,14 0-4 16,0-2 5-16,3 2-7 0,-16 0 4 0,12 0-1 15,3 0 4-15,2-6-3 0,3 3 3 0,1 3-4 16,-1-3 0-16,-3 1-1 0,3-2 0 15,1 0-3-15,-4 1 3 0,1-1 0 0,1-5-3 16,-6 5-1-16,1 2-1 0,0-5-3 0,1 3-2 16,-4 2 5-16,1-3 0 0,1 1-2 0,1 0 5 15,-3-1-5-15,0 0 1 0,-12 4 0 0,12-2 3 16,-11 3-5-16,14-4 3 0,-3 2-1 0,-15 1-3 16,3-1-1-16,-2 2 2 0,-1-1-1 0,-1-4 3 15,2 4-1-15,-3 0 1 0,-3 0-4 0,1-1 3 16,3 3 2-16,-3-3-3 0,2 0 2 0,-1 1 5 15,1 1-2-15,1-3 2 0,-2 2-2 0,1 2 0 16,-3-1 0-16,1-1-1 0,-1-2 2 0,-2 4-2 16,-7-2-1-16,5 0-1 0,-7 3 1 0,0 0-2 15,-5-2-1-15,-2 1 7 0,-13 1-3 0,24-4-5 16,-14 3-1-16,-10 1 5 0,21-3-4 0,-21 3 3 16,20 0-4-16,-20 0 4 0,14 0-6 0,-14 0 4 15,19 0-1-15,-19 0 3 0,21 0-3 16,-21 0-1-16,15 1-1 0,-15-1 3 0,0 0 1 15,18-1-5-15,-18 1 3 0,0 0 1 0,0 0-2 16,18 1 0-16,-18-1-12 0,0 0-7 0,0 0-7 16,0 0-5-16,0 0-10 0,14 0-8 0,-14 0-4 15,0 0-14-15,0 0-16 0,0 0-22 0,0 0-11 16,0 0-16-16,0 0-43 0,14-7-126 0,-14 7-325 16,6-7 145-16</inkml:trace>
  <inkml:trace contextRef="#ctx0" brushRef="#br0" timeOffset="213228.95">29054 16680 4 0,'0'0'104'0,"0"0"9"0,-11-7-23 16,11 7 7-16,0 0-8 0,0 0-14 15,0 0-1-15,0 0-8 0,0 0-4 0,0 0 0 16,0 0 1-16,46-2-11 0,-19 1-9 0,1 4-2 16,3-3 0-16,2 3-5 0,-3-2 1 0,1 1 5 15,-9-1-18-15,7 0 9 0,-6-1 12 0,-2 0-4 16,6-5-1-16,-7 6 8 0,-2-2-3 0,2 1 0 15,-2-3-3-15,-4 3-1 0,-14 0-4 0,24-2 4 16,-24 2 0-16,16-2-2 0,-16 2-5 0,11-3 6 16,-11 3-1-16,0 0-11 0,0 0 7 0,13-2-5 15,-13 2 0-15,0 0-3 0,0 0-6 16,0 0-2-16,0 0-3 0,0 0-6 0,0 0-1 0,0 0-3 16,19 2 6-16,-19-2-6 0,0 0 2 15,0 0-3-15,11 10 1 0,-11-10 2 0,5 10-2 16,0-1-3-16,1 2 1 0,-2 0 3 0,-4-11 4 15,9 28-3-15,-4-11 4 0,3 0 5 0,-6 9-1 16,3-2 2-16,0 1 3 0,-3-8-5 0,2 10 5 16,1 0-5-16,0-1-1 0,-3-2 0 0,1-5-3 0,-1-1 5 15,0 1 1-15,0 1 0 0,0 0 1 16,-2 5 1-16,0-1-2 0,2-3 6 0,-3 3 0 16,1-5-3-16,0 5 3 0,0-7-3 0,-1 0 2 15,1 0-3-15,-2 1-6 0,2-3 3 0,2 0-3 16,-4-1-3-16,0 0 1 0,4 2 1 0,-3-4-2 15,-3 1-1-15,4 4 2 0,-1-5-8 0,0-1 1 16,1 6 10-16,1-3-7 0,-2-3-6 0,-1 1 4 16,0 1-2-16,2 1 1 0,-4-2-3 0,3 0 0 15,-2 1 2-15,3-2-4 0,-1 1 3 16,-3-3-2-16,4-9 1 0,-3 20 2 0,3-8-2 0,-1-1 1 16,0-1-3-16,1-10 3 0,-5 16-3 15,5-7 2-15,-5 1 4 0,-2-2-4 0,2 2 7 0,-4-3-9 16,-7 3 4-16,-9 2 2 0,-5 0-2 0,-20 4 2 15,-6-4-13-15,-34 3-26 0,-10 5-31 0,-8-6-42 16,-5 2-64-16,-18 1-243 0,-14-6-447 0,-18 0 198 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5T10:45:04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3051 4291 197 0,'-7'-13'191'0,"0"-2"13"0,-3 2-8 16,2 6-7-16,1-2-10 0,-1 2-15 0,-1 1-10 15,3 2-11-15,2 0-15 0,4 4-16 0,-9-4-7 16,9 4-13-16,-11 8-1 0,4 2-7 0,-1 7-3 16,-6 8-7-16,3 7 0 0,-7 12-6 0,4-1-5 15,2 6-3-15,0 3-5 0,0 1-6 0,1-7-4 16,4 4-2-16,2-1-4 0,4-2-4 0,-2-11 0 15,3 9-5-15,2-11 0 0,-2-1-3 0,2-2-4 16,2-3-3-16,1-1-3 0,4-3 0 0,-4-5-3 16,3-2 0-16,1 0 0 0,2-3-1 0,-1-3-1 15,1 1-2-15,0-5 7 0,1-1-7 0,2-2 2 16,2-2 1-16,2-1-2 0,0-5-1 0,3-5-5 16,3-2 0-16,1-4 1 0,0-6-6 0,-1 0 4 15,4-5 1-15,8-12-2 0,-5 2-7 0,-2-2 6 16,-3-2-2-16,-5-2 0 0,-7 10 2 0,2-16 0 15,-4 0-3-15,-4 0-1 0,2 3 3 16,-6-1 0-16,-1-3-3 0,-6 14 0 0,2 0 1 0,-7 2-4 16,2 1 0-16,-4 0 1 0,-2 3 2 0,-3 5 1 15,2 1-4-15,-2 8 2 0,-3-3-4 0,1 9 0 16,-2 0 1-16,-2 5 1 0,-5 5 0 0,-2 3-1 16,-2 6 0-16,-1 3 2 0,-2 3-2 0,3 4-1 15,-4 2 4-15,5 0 0 0,1-1-2 16,1 4 2-16,4-2-2 0,2 0-1 0,4-1 0 15,4 0-1-15,4-5 0 0,3-1 1 0,4 2 1 16,4 0 0-16,3 1 0 0,5 4 0 0,1-8 3 0,11 3-4 16,-1-1 3-16,7-1-5 0,0-4-1 0,3 0-1 15,1 2 1-15,-2-3 0 0,0 1 0 16,-1 1 1-16,-2 1-3 0,0 0 4 0,-2 1 0 16,2 2-2-16,-4 0 2 0,-8-3 2 0,3 5-2 15,-5-3 4-15,0 6-3 0,-3-5-7 0,-2 2-14 16,-3 0-6-16,-3 0-20 0,4-2-26 0,-5 2-42 15,0-2-40-15,0 0-44 0,1-2-180 0,-2-2-416 0,3-5 185 16</inkml:trace>
  <inkml:trace contextRef="#ctx0" brushRef="#br0" timeOffset="158.15">3676 4757 44 0,'7'-7'244'0,"-4"2"-15"0,0 0-20 15,-3 5-15-15,4-7-20 0,-4 7-18 0,0 0-16 16,2-5-16-16,-2 5-26 0,0 0-33 0,0 0-53 16,0 0-64-16,0 0-73 0,-7 25-127 0,0-14-273 15,-1 2 120-15</inkml:trace>
  <inkml:trace contextRef="#ctx0" brushRef="#br0" timeOffset="335.96">3059 5293 125 0,'-4'3'254'0,"4"-3"-25"15,-4 6-10-15,4-6-19 0,0 0-17 0,0 0-19 0,31 0-18 16,-3-7-12-16,3-1-34 0,6-1-24 0,11-3-42 16,-9 3-51-16,9-5-56 0,-11 5-63 0,0-1-137 15,-7 0-296-15,6-2 131 0</inkml:trace>
  <inkml:trace contextRef="#ctx0" brushRef="#br0" timeOffset="474.83">3775 5115 46 0,'0'0'268'0,"0"0"-5"0,0 0-6 0,0 0-19 0,0 0-19 16,0 0-16-16,0 0-19 0,0 0-21 0,0 0-19 16,0 0-35-16,0 0-38 0,-7-13-46 15,7 13-56-15,0 0-76 0,0 0-87 0,0 0-116 16,0 0-335-16,2-13 147 0</inkml:trace>
  <inkml:trace contextRef="#ctx0" brushRef="#br0" timeOffset="2632.23">5657 4434 109 0,'-11'0'180'0,"2"0"-3"0,-2-1-10 0,11 1 1 0,-21 0-7 16,11 0-15-16,-1 0-1 0,4 1-2 0,7-1-5 15,-13-1-6-15,13 1-13 0,-11 0-10 0,11 0-13 16,0 0-8-16,-10-2-12 0,10 2-6 0,0 0-7 16,0 0-4-16,26-3-9 0,-4-2-3 0,6-3-7 15,8 2-1-15,-2-3-10 0,3 2-15 0,-1 1-18 16,1 1-20-16,-2-2-22 0,-5 5-37 0,-2-1-28 15,-7 1-29-15,-2 0-30 0,-6 2-20 0,0 0-110 16,-5 2-324-16,-1-2 143 0</inkml:trace>
  <inkml:trace contextRef="#ctx0" brushRef="#br0" timeOffset="3311.79">5826 4389 103 0,'-12'6'140'0,"12"-6"4"0,-10 11 1 0,5-2 8 0,0 4-5 16,2 4-5-16,0 2-3 0,-1 1-8 0,1 5-9 16,1 2-8-16,3-3-8 0,0 3-3 0,-2-6-13 15,2-2-5-15,3 5-13 0,-3-4-3 0,2 0-8 16,-1-2-4-16,4-2-7 0,-1 1-2 0,-3-2-6 16,2 2-3-16,-3-5-4 0,0 0 0 0,1-4-7 15,-2 3-1-15,1-3-2 0,2 1-5 0,-3-4-1 16,0-5-8-16,-3 11-6 0,3-11-8 0,-4 9-6 15,-1-5-3-15,5-4-8 0,-10 3 2 0,4 0 0 16,-5-3 3-16,-1 0-2 0,1-1 3 16,-1 1 2-16,0-2 0 0,3 2 6 0,-2-2-4 15,11 2 8-15,-14-1 3 0,14 1 0 0,-11 0 0 0,11 0-1 16,0 0-2-16,0 0 0 0,-12 0 2 0,12 0-4 16,0 0 5-16,0 0 2 0,0 0-3 0,0 0 2 15,0 0-2-15,33 7-8 0,-19-8-4 0,3 1-14 16,3-5-9-16,2 4-10 0,-3-3-12 0,3-2-3 15,6 0-18-15,-8 2 1 0,4-5-6 0,-3 6 1 16,-1-4 2-16,0 0 0 0,-3-1 1 16,-1 1 12-16,0-2 1 0,-5 2 16 0,0-1-5 15,-2 0 17-15,-1-1 8 0,-1 1 11 0,2 1 13 0,-4-3 3 16,2 3 12-16,-2 1 10 0,-1 2-3 0,-4 4-2 16,7-7 1-16,-7 7-8 0,7-1 9 15,-7 1 27-15,0 0 9 0,7 13 5 0,-4-6 2 16,-2 2 4-16,1 1-3 0,-1 3 2 0,-1-3 2 15,0 1-4-15,1 0-3 0,-1 0-5 0,0-2-5 16,-1 0-4-16,1-9 0 0,1 10-1 0,-1-10 6 0,0 8 10 16,0-8 3-16,0 0-5 0,0 0-6 0,0 0-4 15,0 0 1-15,0 0-6 0,0 0 3 0,0 0-8 16,-1-31-1-16,5 21-3 0,1-6-5 16,1 1-4-16,2-2-2 0,5-7 4 0,1 2-8 0,2 0-6 15,1-2-4-15,1 2-2 0,-4 8-1 16,2 2-2-16,-2-2-2 0,3 3-2 0,-2 2-4 0,2 4 4 15,-2-1-3-15,-3 6 2 0,6 2-2 0,-5 3 2 16,-1 2-1-16,1 3-1 0,1 4 0 16,-4 1 2-16,1 2 0 0,-1-2 1 0,-2 2-5 15,-2 1-23-15,2-1-24 0,-2 1-38 0,-1-1-47 16,0-1-36-16,2 0-33 0,-2 0-159 0,-4-4-395 0,5-1 176 16</inkml:trace>
  <inkml:trace contextRef="#ctx0" brushRef="#br0" timeOffset="3693.67">7067 4524 148 0,'-4'-5'248'0,"4"5"-17"16,-9-5-12-16,9 5-15 0,-20 4-8 15,4 5-5-15,-3 1-11 0,-1 6-9 0,-3 5-3 16,-2 2-3-16,4 1-23 0,4-2-15 0,-1 1-10 15,7-7-11-15,0-2-16 0,4-1-7 0,2-1-9 16,2-2-6-16,1 1-6 0,2-2-8 0,1 1-12 16,1-2-15-16,2 0-11 0,1-3-9 0,2-2-2 15,2 0-12-15,2-2 0 0,4-1-6 0,1-4-2 16,3-2-5-16,-2 0 1 0,1-1 10 0,-3-3-6 16,0 0 3-16,-2-2 3 0,0 1-2 0,-3-2 2 15,3 1 1-15,-8 2 11 0,1-2 9 0,-1 2-6 16,-1-1 4-16,-2 1 13 0,0 0 7 0,-1 5 2 15,-1 5-4-15,2-10-2 0,-2 10-13 0,5-5-2 16,-5 5-1-16,0 0-6 0,0 0 4 0,0 0 1 16,2 19 0-16,-2-10 1 0,-1 4-1 0,2-1 1 15,0 2 0-15,2 2-1 0,0 0-28 0,-1-1-31 16,2 2-36-16,0-2-66 0,4 1-66 0,0-1-240 16,-2 0-495-16,1-4 219 0</inkml:trace>
  <inkml:trace contextRef="#ctx0" brushRef="#br0" timeOffset="4100.04">7963 4273 208 0,'-3'-17'233'15,"6"2"-7"-15,-3 1 7 0,-3 4 21 0,3 0-4 16,0 3-19-16,0 7-22 0,-1-11-24 0,1 11-26 15,0 0-19-15,0 0-12 0,0 0-14 0,4 28 7 16,-2-1 3-16,-1 6 7 0,-2 11-4 0,0 4-6 16,-3-3-7-16,2-9-6 0,-2 12-10 0,1-14-20 15,1 0 1-15,-1 2-2 0,2-1-11 0,0-4-6 16,1-1-12-16,0 1-31 0,-2-4-4 0,2-1-24 16,2-7-37-16,-4-2-33 0,4-1-24 0,-4-6-26 15,2 1-48-15,0-3-53 0,2-2-46 0,-2-6-204 16,0 0-521-16,0 0 231 0</inkml:trace>
  <inkml:trace contextRef="#ctx0" brushRef="#br0" timeOffset="4862.92">7786 4583 51 0,'-2'-3'234'15,"2"3"-24"-15,0 0-22 0,0 0-21 0,-3-7-16 16,3 7-14-16,0 0-15 0,12-9-10 0,-2 6-10 0,1 1-12 15,2-4-5-15,6 0-10 0,-1 2-8 0,3 0-6 16,-1 1-2-16,-2-2-11 0,3 2-3 0,-5 0-1 16,2-1-7-16,-6 2-5 0,-1 0-4 15,-1-2-2-15,1 2-2 0,0 1-1 0,-5 1 2 16,-6 0-9-16,12-1-3 0,-12 1-5 0,13-2 1 16,-7 5-8-16,-6-3 4 0,13 3 0 0,-6 1 1 0,2 2-2 15,-1 2 7-15,5 3 2 0,-2 2 0 16,2 2 9-16,4 4 1 0,-7-2 5 0,3 1-3 15,-3-1 3-15,7 3-1 0,-10-2-4 0,5-2 3 16,-2 0-2-16,0 0-3 0,-2 0-1 0,-3-6-5 16,0 6 5-16,0-6-8 0,-2 0 4 0,-2 1-2 15,-2-5 2-15,1-6-1 0,-3 13 4 0,2-7 2 0,1-6-3 16,-6 7-2-16,1-3 3 0,5-4-5 0,-11 2 2 16,11-2-4-16,-10-2 0 0,10 2 2 15,-11-9-1-15,7 6-4 0,0-2-3 0,4 5 0 16,-5-13 2-16,6 6-6 0,-1 7-3 0,1-17-2 15,2 7-1-15,2 1 1 0,5-4-3 0,2 1 5 16,-1-1-3-16,3 0-3 0,2-1 2 0,1 1 1 16,-1 2 4-16,0 1-7 0,2-1 1 0,-1 0 2 0,-2 3-2 15,1-2 2-15,-2 2 1 0,-3 2 0 16,-2-2 2-16,0 2 3 0,-4-1-1 0,3 3 1 16,-3-1 0-16,0 0-1 0,-2-1 8 0,-3 6 10 15,4-8 4-15,-4 8-1 0,3-6 2 0,-3 6-3 16,0 0-4-16,0 0-3 0,0 0-5 0,0 0 5 15,-25 11 0-15,13 2 1 0,2 1 0 0,1 2 0 16,-1 0 0-16,2 1-2 0,0 0 0 0,5 0-2 16,-2-5 5-16,1 4-6 0,3-5 2 0,1 1-3 15,2-2-4-15,2 0 3 0,3-1 2 0,0 0-1 16,1-4-3-16,1 2-6 0,1-5-2 0,0 1-1 16,4-4-6-16,-1-1-4 0,0 0 2 0,5-2-1 15,-2-2 3-15,-1-2-1 0,1 0 2 0,-3-1-1 16,1 0 0-16,0-3 7 0,-4 0-2 0,-2 3-2 15,-1-2 4-15,1 0-3 0,-4-1 3 0,1 1-1 16,-2-1 2-16,0 2 2 0,1 4 7 0,-1 0-3 16,-3 6 0-16,2-7-4 0,-2 7-7 0,0 0 1 15,0 0 0-15,0 0 2 0,0 0 5 0,0 0 1 16,-1 23 1-16,0-13-1 0,1 2 0 0,-2 0 3 16,1 4-3-16,-1-1 3 0,2 1-9 0,0-3-17 15,0 2-20-15,0-2-33 0,2-2-38 0,-2 1-47 16,4-3-41-16,-2 0-45 0,-2 0-139 0,0-9-414 15,4 14 183-15</inkml:trace>
  <inkml:trace contextRef="#ctx0" brushRef="#br0" timeOffset="5893.42">8800 4621 143 0,'4'-11'197'0,"-4"11"-17"16,4-4-9-16,-4 4 1 0,0 0 2 0,0 0-9 15,0 0-1-15,10 22-3 0,-8-10-8 0,2-2-7 16,-1 1-7-16,-3 2-10 0,3 2-8 0,-3-4-21 16,0 1-2-16,2-1-8 0,-2-1-6 15,1-1 1-15,-1-3-11 0,1 1-3 0,-1-7-1 0,-1 11 2 16,1-11 2-16,0 0 12 0,1 8 3 0,-1-8 5 16,0 0 0-16,0 0-5 0,0 0-22 15,0 0 13-15,0 0-13 0,0 0-1 0,0 0-10 16,0 0-8-16,-6-28 1 0,6 16-11 0,1-1-10 15,3-3-13-15,4-2-2 0,-2-6-6 0,-1 6-6 16,3 0-8-16,-2 0-8 0,2 1-2 0,0 2 3 0,0 1-3 16,-1 4 0-16,-1-1 5 0,1 3-5 0,-3 4-10 15,2 1 7-15,-1 0-7 0,-5 3 5 0,13 0-2 16,-13 0 3-16,14 10 5 0,-6 0 0 0,-2 5 1 16,0-1 5-16,3 2-17 0,-2 0 21 15,-1 0 6-15,-1-3-7 0,0 2 0 0,0-4 2 16,-1 2 2-16,3-4 4 0,-2 1-4 0,0-2 3 0,0 1 0 15,0-4 3-15,0-1-1 0,2-1 3 16,-7-3 2-16,12 3 0 0,-12-3-5 0,25-3 5 16,-11-1 0-16,-2-1-5 0,0 0 1 0,5-4 4 15,-3 0-1-15,-4 1 0 0,5-2-5 0,-7-1-4 16,3 0 15-16,-3-4-7 0,-1 1-5 0,-1-4-6 16,-1 1 3-16,1 1-7 0,-1 0 0 0,-2 1 0 0,-3 4 3 15,1 2 1-15,-1 9-2 0,2-12-1 16,-2 12 2-16,5-8-10 0,-4 3 0 0,-1 5 1 15,0 0 1-15,0 0 2 0,0 0 0 0,-1 30 4 16,1-14 2-16,-1 4 1 0,-1 3 6 0,4 3 0 16,-1-6-4-16,1 1 7 0,0-4 1 0,1 2 1 15,-1 2-2-15,1-3 4 0,0 0-1 0,1-1 1 16,0-1-5-16,0-2 4 0,-3-1 0 0,3-5-1 0,-3 0 2 16,0-1-3-16,-1-7 6 0,4 9 1 15,-4-9 3-15,0 7-2 0,0-7-3 0,0 0 1 16,0 0-4-16,0 0-2 0,0 0 2 0,0 0-1 15,0 0-1-15,0 0-3 0,0 0 2 0,1-38-1 16,6 27-4-16,-2 1-3 0,3-3 1 0,3-3-2 16,-1 4 2-16,1-2-6 0,2-2 4 0,2 1-1 15,2-3-3-15,-2 4-2 0,5-3 3 0,-6 2 5 16,1 1 5-16,-2 1-8 0,2-1 1 0,-4 2 4 16,-1-1 3-16,-1 3-2 0,-3 0 1 0,1 1 2 15,-3-1-1-15,1 2 5 0,0 2 2 0,-3 1 4 16,2 0 4-16,-4 5-2 0,4-7-4 0,-4 7-2 15,0 0-6-15,0 0 2 0,0 0-6 0,0 0 2 16,0 0 0-16,0 0 6 0,-4 32 4 0,1-17 14 16,0 1-16-16,-1-3 9 0,3 3 2 0,-1-5-5 15,2 3-2-15,2-4-12 0,-1 2 14 0,4-1 0 16,0-2 3-16,0 0-6 0,3-2 14 0,0 1-12 16,3-2-2-16,2-3 3 0,1 0-1 0,3-6-17 15,2 3 18-15,-3-3-1 0,3 0-3 0,-1-4 3 16,-2 0-3-16,-1-1-1 0,0 0 2 0,1-3-7 15,-6 3 9-15,1-4-10 0,0 2 6 0,-4 0-4 16,0-6-5-16,-1 6 5 0,-1-1 0 0,0 0-3 16,-4 1 2-16,3 1-3 0,-1-2-1 0,-3 5 3 15,0 6-8-15,3-10-1 0,-3 10-18 0,0 0 14 16,0 0-3-16,0 0 3 0,0 0 5 0,0 0 6 16,0 0 3-16,0 0 10 0,-6 39-2 0,2-22-4 15,1-2 9-15,-2 2-22 0,2-2 21 0,-2 2-7 16,1-1 2-16,2 1 0 0,-1 0-11 0,0-1-24 15,1-4-31-15,-1 1-32 0,1 2-39 0,-2-5-46 16,0 2-72-16,2-3-74 0,-4 0-192 0,0-1-552 16,1-4 245-16</inkml:trace>
  <inkml:trace contextRef="#ctx0" brushRef="#br0" timeOffset="6054.56">9446 4470 2250 0,'-6'-10'-2'0,"0"3"25"0,3 4-25 16,-2-1-46-16,5 4-45 0,-4-8-3 0,4 8-4 15,0 0-2-15,0 0-14 0,0 0-24 0,0 0-123 16,0 0-284-16,22 14 126 0</inkml:trace>
  <inkml:trace contextRef="#ctx0" brushRef="#br0" timeOffset="6311.32">9983 4389 1999 0,'9'-11'22'0,"0"2"33"16,-4-1-5-16,3-2-20 0,-3 2 4 0,-1-2 11 15,0 1 14-15,-1-1 31 0,-1 3 12 0,-2 1 27 16,0 8 11-16,2-10 5 0,0 6-31 16,-2 4 3-16,0 0-16 0,2-8-14 0,-2 8-5 15,0 0-14-15,5 20-5 0,-2-1 7 0,-4 12 10 16,1-1 8-16,-2 2-9 0,1 0-5 0,0 1 1 0,-1 2 5 15,0 0-16-15,-1-2-8 0,1 0 3 16,-2-4-12-16,3 2 0 0,-3-2-3 0,1-4-23 16,3-6-5-16,-1-2-40 0,1 1-29 0,0-7-29 15,0 0-29-15,1-1-30 0,-1 0-26 0,0-5-30 16,0-5-34-16,-2 9-53 0,2-9-240 0,0 0-568 0,0 0 252 16</inkml:trace>
  <inkml:trace contextRef="#ctx0" brushRef="#br0" timeOffset="6649.96">9965 4551 19 0,'4'-8'169'0,"-1"3"-2"0,2 1-6 0,1 2-10 0,2 1-10 16,1-2-9-16,-9 3-10 0,17 3-10 0,-6 0-8 16,-1-1-6-16,2 4-5 0,-1 1-16 15,2 3-2-15,2 0 1 0,-2 0-10 0,0 2-5 16,0-1-3-16,-6-2-6 0,4 3 4 0,-1-2-3 15,0-2-1-15,0 0-2 0,0-2 6 0,-1-1-2 16,2 1 1-16,1-1-3 0,0-3 3 0,-1 1 5 0,2-4 1 16,0 0-2-16,1-2-3 0,-1 0-2 15,1-1 5-15,-4-3 2 0,3-3 9 0,-3 3 2 16,-2-1 5-16,0-1 7 0,-3 1 5 0,0-2 17 16,-3 1-18-16,1-4-2 0,-3 4-3 0,-4-6-11 15,0 5-4-15,-2-1-6 0,-3 0-8 0,1 2-6 16,-3 1-4-16,0 1-6 0,0 2-14 0,-3 0-15 15,0 4-18-15,-5-2-13 0,-1 5-29 0,6 0-36 16,-2 5-35-16,0 1-39 0,5 1-56 0,2-1-75 16,-3 5-215-16,9-2-549 0,3-11 243 0</inkml:trace>
  <inkml:trace contextRef="#ctx0" brushRef="#br0" timeOffset="7317.79">10462 4767 165 0,'0'0'308'0,"0"0"-21"0,0 0-22 0,-2-14-21 16,2 14-24-16,9-13-19 0,-3 4-13 0,7-4-14 15,-3 0-14-15,6 1-18 0,2-6-10 0,2 0-15 16,-6 3-11-16,5-4-10 0,-2-2-5 0,3 1-8 15,-4-2-1-15,-4 5-16 0,1-5-6 0,-3 4-5 16,-3-1-8-16,-2 1-8 0,0 2 3 0,-4 0 1 16,1 1-6-16,-2 3-7 0,-3 1-5 0,-1 2 2 15,-1-1-7-15,-1 2-2 0,-3 0-1 0,1 3-2 16,2-1 9-16,-1 3-7 0,1-1-11 0,6 4 5 16,-6-4-5-16,6 4-3 0,-8-5 1 0,8 5-2 15,0 0-3-15,0 0 0 0,0 0 2 0,0 0 0 16,0 0-3-16,0 0 2 0,0 0 3 0,9 22-3 15,-2-18 0-15,2 2 0 0,3-1-2 0,4 1 5 16,0 0 1-16,-2-1 1 0,-3 2-8 0,7-1 4 16,-6 0-3-16,1 2 0 0,-2-2-2 0,-3 4 1 15,-1-3 1-15,2 1 0 0,-2 2-1 0,-2 3 1 16,0 2 1-16,-1 1 1 0,-2-5 1 0,0 2-4 16,0 2 4-16,-2-3-2 0,0 1 2 0,0 0 1 15,0-3-1-15,3 4 2 0,-2-5-3 0,-1-9-1 16,4 11 5-16,2-1-4 0,1-2 5 0,-2-4-1 15,5 2 0-15,-1-4 1 0,3 3 3 0,1-5-6 16,0 1-1-16,5-2 2 0,-6 0 3 0,7-4 1 16,-3-2-1-16,1 3 2 0,-2-3-5 0,1-2 0 15,-3-1 8-15,-3-1-4 0,1 0 0 0,-3-2-7 16,0-2 4-16,-2 3 6 0,-1-5-8 0,-2 3 5 16,-1-3-1-16,1 2-1 0,-2-1 1 0,-2 5-10 15,1 0 12-15,-2 3 7 0,2 8 4 0,-1-11-2 16,1 11-2-16,0-10-7 0,0 10-4 0,0 0-3 15,0 0-2-15,0 0 1 0,0 0-2 0,0 0 3 16,0 0 3-16,-8 40-1 0,7-24 8 0,0 0-4 16,1 0-4-16,0 2 1 0,-3-3 1 0,6 0-2 15,-3-3-5-15,0 1-28 0,2 0-36 0,2-2-47 16,0 1-50-16,-1-2-60 0,1-3-85 0,-3 3-196 16,-1-10-544-16,0 0 242 0</inkml:trace>
  <inkml:trace contextRef="#ctx0" brushRef="#br0" timeOffset="7503.28">11076 4280 3204 0,'-14'-14'74'16,"1"3"-9"-16,-1 0-20 0,1 1-23 0,3 3-3 16,2 3 17-16,2 0 5 0,1 2-4 0,5 2-9 15,-9-7-3-15,3 5 4 0,6 2-19 0,0 0-19 16,0 0-21-16,0 0-20 0,0 0-23 0,-6 11-43 15,6-11-51-15,12 19-79 0,-6-8-245 0,6 0-532 16,-1-3 236-16</inkml:trace>
  <inkml:trace contextRef="#ctx0" brushRef="#br0" timeOffset="8609.34">11186 4709 40 0,'0'0'215'15,"-3"-9"-9"-15,3 9-20 0,0-8-15 0,0 8-18 16,2-11-14-16,-2 11-13 0,9-15-11 0,-3 8-10 16,0-2-5-16,2-2-7 0,2-3-5 0,4 0-12 15,-1 0-3-15,0-1 0 0,0-1-10 0,2 3-7 16,-2-2-3-16,-2 1-4 0,-1 0 1 0,-2 4 4 0,-3-1 4 16,-1 4 3-16,0 0-4 0,1 2-2 15,-3 0 0-15,-2 5-1 0,4-8-1 0,-4 8-4 16,0 0-2-16,4-7-9 0,-4 7-8 0,0 0-2 15,0 0-6-15,0 0 1 0,-26 9-6 0,15-3-1 16,1 2 0-16,2 0-7 0,2 0-5 0,-1 1-6 16,4 0-5-16,1 1 3 0,1 0-6 0,4 2 5 15,0-1-1-15,3 2 2 0,4-1-2 0,5 2 7 16,-3-1 1-16,5 6-5 0,-4-2 0 0,3-5-1 16,-2-1 3-16,0 3-1 0,-3-2 1 0,0-1 2 15,-1 0 0-15,-4-2-2 0,-1 1-7 0,-2-1-3 16,-2 1-3-16,-1-2-1 0,-1 0-7 0,1-8-3 15,-8 11-5-15,3-6-1 0,-2-1 1 0,0-1 4 16,1 0 2-16,6-3 3 0,-11 3 0 0,11-3 6 16,-12-3-3-16,12 3 3 0,-8-4-5 0,8 4 2 15,-3-10-1-15,3 10 2 0,5-15 1 0,1 5 1 16,1 1-3-16,5-3 1 0,-1 0 4 0,3-1-3 16,0 0 2-16,3-1-1 0,-2 1-2 0,3 1 7 15,0-7-2-15,-2 4-2 0,-1 1 8 0,-1 2-1 16,-3-1 0-16,5 0 10 0,-9 4 7 0,1-1 1 15,-3 0 0-15,0 0 9 0,0 1 5 0,-1 0 5 16,-4 3 12-16,0 6-1 0,0-12-1 0,0 12 5 16,-6-9-4-16,6 9-4 0,-8-4-5 0,8 4-6 15,-10-1 0-15,10 1-1 0,-15 8-6 0,7-2 0 16,0 3 0-16,2 1-3 0,-3 7 2 0,4-3-4 16,1 0-3-16,0 1 0 0,3 2-20 0,0-2-19 15,3 1-25-15,2-3-23 0,2 2-29 0,6-4-52 16,1 2-35-16,1-4-25 0,-3-3-130 0,7 2-376 15,2-6 167-15</inkml:trace>
  <inkml:trace contextRef="#ctx0" brushRef="#br0" timeOffset="8985.27">11981 4618 33 0,'5'-10'211'0,"-4"3"2"0,-1 7-9 0,2-16-10 16,-2 16 8-16,-4-19-4 0,0 14-7 0,4 5-6 15,-11-10-8-15,4 6-22 0,7 4-12 0,-18 2-12 16,4 2-9-16,1 3-5 0,-6 1-9 0,5 2-4 15,-1 0-13-15,2 3 1 0,2 0-19 0,0 0-6 16,4-3-4-16,0 0-12 0,4 0-3 0,0-1-8 16,1 2-2-16,2 0 0 0,0-11-9 0,5 13-12 15,1-8-7-15,-6-5-5 0,17 6-12 0,-5-4-7 16,1-2-3-16,5-2-3 0,-5-1-2 0,4-2-2 16,0-1 7-16,0-3-3 0,-3-1 3 0,1 1 0 15,-2-4 0-15,-1-2 4 0,-2 1 4 0,1-10 1 16,-3 5 4-16,-1-6 4 0,-2 1 9 0,2-1 6 15,-5-1 2-15,1 2 5 0,2-1 12 0,-5-1 8 16,0-2 6-16,0 3 2 0,0 7 8 0,-4 2 21 16,3 6 5-16,1-1 5 0,0 4-2 0,0 7-13 15,-1-12-17-15,1 12-6 0,0 0 0 0,0 0-28 16,0 0 11-16,0 0-5 0,-3 50-1 0,0-17-2 16,1-3 1-16,-1 16-4 0,3-11-1 0,3-1 4 15,-1 1-32-15,0 1-44 0,0-2-58 0,6 0-57 16,-4-2-78-16,1 0-103 0,1-3-207 0,-2-3-597 15,-5-6 265-15</inkml:trace>
  <inkml:trace contextRef="#ctx0" brushRef="#br0" timeOffset="11803.66">12649 4370 166 0,'0'0'198'0,"0"-6"-24"0,0 6-17 16,0 0-20-16,0 0-16 0,0 0-12 15,0 0-3-15,0 0 7 0,6 23 5 0,-4-5-5 16,0 6-7-16,-2 0-6 0,3 8-5 0,1 0-5 0,-8 0-5 15,8-1-9-15,-7-1-4 0,2-1-11 0,0 0 0 16,2-1-10-16,-1-3 5 0,0 1-12 0,1-3-4 16,2-4-21-16,-1-1-18 0,2-1-16 15,-4 0-21-15,0-5-35 0,3 1-51 0,-3-4-53 16,0-2-167-16,0-7-370 0,-3 11 164 0</inkml:trace>
  <inkml:trace contextRef="#ctx0" brushRef="#br0" timeOffset="12149.91">12644 4688 5 0,'13'-6'140'0,"2"-3"-5"16,3 2-29-16,1-2-5 0,1 3-4 0,-2-2-15 16,9 0-2-16,-9 1-16 0,4 0 1 15,5-1-3-15,-2-3-27 0,-8 4-11 0,4-3-10 16,0 2-8-16,-4-1 0 0,-1 1-12 0,0-3 6 15,-2 0-9-15,-1 0 4 0,-3-2 19 0,-4 4 4 16,0-7 6-16,-4 1 10 0,-2 5-9 0,1-4 18 16,-2 2 18-16,-1-1 19 0,0 2 5 0,-2-1 7 15,1 1-2-15,-2 2 3 0,3 2 0 0,-2 1-2 16,4 6-10-16,-3-8-5 0,3 8-15 0,-2-6-13 16,2 6-7-16,0 0-6 0,0 0 2 0,0 0-3 15,5 41-1-15,-5-22 1 0,0 9 0 0,6-1-4 16,-1 4-2-16,-2 0-1 0,1 0-3 0,-2-3-3 15,0 1-1-15,0-2-9 0,3 0-18 0,-3-1-26 16,0-1-34-16,1 0-40 0,2-8-54 0,1 0-42 16,-4-1-121-16,1-6-351 0,1 1 155 0</inkml:trace>
  <inkml:trace contextRef="#ctx0" brushRef="#br0" timeOffset="12780.07">13356 4527 105 0,'-10'-12'215'0,"4"10"-9"0,-1 0-8 0,-7 2-9 15,5 2-12-15,-4 4-12 0,-3 2-9 0,1 3-15 16,1 2-4-16,-4 6-15 0,4 3-13 0,2 1-8 16,0-6-9-16,5-3-12 0,5 3-6 0,-2-2-7 15,3-2-10-15,1-3-2 0,0 1-5 0,3-2-4 16,3 1-3-16,2-3-7 0,0 1-1 0,1-3-8 15,3-3-4-15,-3 2-4 0,4-2 0 0,-1-1 0 16,-2-2-7-16,1-5-2 0,1 1 2 0,3-2-5 16,-1-3 3-16,-5 2 0 0,2-4-5 0,-3 3 1 15,-2 0 5-15,1-2 5 0,-3-1-3 0,0-2-2 16,1 1 8-16,-3 2-2 0,-2-5-2 0,0 4-1 16,5 0 3-16,-7 2-4 0,2 10-3 0,0-19 2 15,0 19-5-15,-3-13 2 0,3 13-4 0,0 0 2 16,0-12-11-16,0 12-2 0,0 0-3 0,0 0-1 15,0 0 3-15,0 0-1 0,0 0 1 0,10 31 0 16,-6-17 4-16,0 4 1 0,0-1 3 0,1 0 0 16,-1 0-1-16,6 0-2 0,-8-5 2 0,5 2-1 15,-1 1 2-15,2-4-2 0,-2-1 9 0,1-3-7 16,-1 1 3-16,3-1 2 0,0-3-2 0,-4 2 1 16,4-5-1-16,-3 1 3 0,2-2 5 0,-8 0-7 15,15 0 5-15,-15 0 3 0,14-6 1 0,-10 2-2 16,5-2 8-16,0-2-8 0,-5 0 1 0,4-2-6 15,-2 0 2-15,1 1 2 0,-3-3-6 0,2 0-1 16,-2 0-3-16,2-5-1 0,-2 2-9 0,-1-2-8 16,3 2 7-16,-1 5-2 0,-1-2-3 0,1 4-5 15,0-1-4-15,1 2 3 0,-2-1-1 0,1 3 1 16,-1 2 2-16,-4 3-11 0,14 0 3 0,-14 0 1 16,13 3 3-16,-13-3 2 0,14 7 0 0,-9 0 3 15,3 1 3-15,-4 2-2 0,-1 0 1 0,4 0 4 16,-4 0 2-16,-1 0 2 0,-2 2 0 0,2-3 0 15,0 1 1-15,-2-2 1 0,0 1-1 0,2-1-17 16,-2-8-19-16,4 13-26 0,-1-5-38 16,-3-8-45-16,8 11-33 0,-2-8-166 0,-6-3-380 0,13 5 168 15</inkml:trace>
  <inkml:trace contextRef="#ctx0" brushRef="#br0" timeOffset="13006.98">13949 4383 211 0,'-2'-10'257'0,"-1"0"-2"0,3 0-4 16,-2 4-17-16,2 6-19 0,-2-9-21 0,2 9-27 15,0 0-18-15,0 0-15 0,0 0-5 0,0 0 6 16,0 0 1-16,2 32-1 0,0-13-3 0,1 7-8 16,-3 1-12-16,2 0-5 0,-2 0-11 15,2 4-9-15,-2-5-11 0,0 1 11 0,4-2-27 16,-4-5-15-16,2 0-28 0,1-2-32 0,-1 1-33 0,0-1-43 15,-2-3-40-15,5 3-60 0,-3-6-45 0,1-2-237 16,-3 1-511-16,0-11 227 0</inkml:trace>
  <inkml:trace contextRef="#ctx0" brushRef="#br0" timeOffset="13170.03">13894 4621 54 0,'0'0'165'0,"0"-10"-18"15,0 10-11-15,0 0-20 0,12-9-8 16,-5 5-12-16,3-1-11 0,-1 4-7 0,10-4-11 16,3 0-10-16,-2 1-40 0,9-4-27 0,0 1-31 15,-1 3-36-15,1-4-90 0,-11 3-180 0,-1 2 80 16</inkml:trace>
  <inkml:trace contextRef="#ctx0" brushRef="#br0" timeOffset="13349.08">14272 4391 142 0,'1'-12'178'15,"-2"3"3"-15,3-1 7 0,1 5 7 0,-3 5-8 16,0-13-7-16,0 13-11 0,0-9-19 0,0 9-18 16,0 0-21-16,0 0-11 0,0 0 1 0,0 0 2 15,0 0-5-15,6 33 4 0,-4-16 2 0,0 9-11 16,-2-7-3-16,1 8-8 0,1 1-9 0,0-2-6 16,-2-1-8-16,0-6-26 0,2 1-33 0,-6-1-32 15,4-1-39-15,0-1-60 0,4-2-67 0,-4 3-217 16,0-5-449-16,2-1 199 0</inkml:trace>
  <inkml:trace contextRef="#ctx0" brushRef="#br0" timeOffset="14160.15">14369 4702 171 0,'0'0'217'0,"6"-7"-3"0,-1 1-8 0,2-1-9 16,1 0-13-16,2 0-13 0,-1-2-12 0,-1 2-16 15,4-2-12-15,3-1-10 0,-1-2-11 0,1 1-2 16,-4-1-10-16,3 1-7 0,-5 1-3 0,3-1-11 16,-1-2-4-16,-3-2-5 0,-3 4-9 0,3-3-2 15,-6 3-5-15,-2-2-1 0,0 2-7 0,-2 2-3 16,-6-3-3-16,4 3-6 0,-3 1-4 0,0-1-4 16,-3 3 0-16,0 2-3 0,1 4-3 0,-5 0-4 15,5 4-5-15,-6 5 0 0,-1 2 0 0,5 1-2 16,0 3-4-16,1 1 0 0,4-1 2 0,2 2-2 15,4 1 2-15,4-1 2 0,1 1-2 0,-1-6 1 16,8 4-1-16,1-4 2 0,2-1 2 0,3-1-2 16,3-2-3-16,6 1 5 0,-7-4-5 0,8-2 2 15,-6-2 0-15,-2-2 0 0,1-1 0 0,-4 1 4 16,2-3-5-16,-5 1 0 0,-3-4 1 0,3 2 1 16,-3-1 1-16,-2-4-3 0,1 4 1 0,-4-3 1 15,0 0-3-15,-3-3 2 0,1 0 0 0,2 0-3 16,-3 1 2-16,-2-2-1 0,1 3 4 0,0 1 3 15,-2 1 6-15,0 8 0 0,4-9-3 0,-4 9-3 16,2-8-9-16,-2 8-4 0,0 0 1 0,0 0-2 16,0 0 1-16,0 0 2 0,0 0 0 0,11 14-3 15,-9-8 3-15,1 2 5 0,3 1-4 0,-1-2-2 16,-2-1 5-16,6 1-1 0,-3-1-1 0,4-1 1 16,1-2 9-16,-1-1-6 0,1 1-1 0,-11-3 3 15,21-1-2-15,-7-1 2 0,-4-1-3 0,1-1 4 16,-2-2-1-16,-1 2-4 0,1-1 1 15,-1-2 10-15,-2 0-7 0,-2 1 7 0,1-3 6 0,-1 2-1 16,-2 1 2-16,0-1 6 0,3 0 2 0,-4 0 5 16,-1 7 1-16,4-11-5 0,-4 11 2 0,2-7-3 15,-2 7 0-15,4-7-9 0,-4 7-5 16,0 0-7-16,0 0 1 0,0 0-6 0,0 0 7 16,0 32 0-16,-2-7 2 0,2 3-4 0,-2 3 6 15,0 13 8-15,-1 6 1 0,1-2 6 0,-3 7 3 0,3 0-4 16,2-1 4-16,0-1-11 0,2-1 5 0,-2-1 2 15,0 0-4-15,0-4-4 0,5-11 15 16,-4-2-19-16,2 1 0 0,-3-4 3 0,1-4 5 0,-1-1-13 16,1-7 2-16,-2-4-1 0,1 0 7 0,-1-4-5 15,1-11 4-15,-4 12 1 0,-3-7-3 16,7-5 1-16,0 0-2 0,-24 4-2 0,10-6 3 0,-1-7 0 16,-4-1-17-16,-6-7-3 0,0-2-11 0,-2-5-8 15,3-2-7-15,2-3 1 0,-3-12 6 0,10 12-20 16,3-6-19-16,5-12-16 0,11-3-22 15,7 0-14-15,10 0-18 0,4 1-6 0,6 0-14 16,1 7-9-16,5 0-9 0,3 1-7 0,-1 1-14 16,4 8-20-16,4 0-15 0,-4 4-21 0,-8 10-139 0,12-7-418 15,-14 9 185-15</inkml:trace>
  <inkml:trace contextRef="#ctx0" brushRef="#br0" timeOffset="16845.93">15551 4464 167 0,'3'-8'192'0,"-3"8"-2"0,0-10-16 15,0 10-3-15,-1-12-12 0,1 12-5 16,0 0-17-16,0-7-17 0,0 7-16 0,0 0-11 15,0 0-8-15,0 0-6 0,-17 14-1 0,11 1-5 16,-5 3-10-16,2 10 1 0,-3 0-3 0,3-1-8 16,0-1-6-16,0 1-5 0,5-9-4 0,3 1-3 15,-1 0-6-15,2-3 3 0,4 0-5 0,-1-3-5 0,8 1 1 16,-4-5-4-16,3 2 1 0,3-5-1 0,1 3-2 16,3-4-1-16,1-3-1 0,3 0-4 15,-1-4 0-15,1 0 1 0,-1-2-3 0,2-1 2 16,-3-1-2-16,2-2 3 0,-2-3-9 0,0-5 4 15,-3 5 6-15,-1 0-4 0,-4-4 0 0,-5 6 2 16,1-3 0-16,-2 4-6 0,-2-4 1 0,-3-7 3 16,-3 3-6-16,-1 5 3 0,-1-6-1 0,-4 2-1 0,-1-1-6 15,-3 4-5-15,0 0-2 0,1 1 1 16,0 4-18-16,-1 1-11 0,0 0-15 0,1 3-12 16,-1 3-15-16,13 0-29 0,-24 3-8 0,13 1-28 15,1 3-30-15,0 2-22 0,0 3-100 0,3 3-319 16,0 0 141-16</inkml:trace>
  <inkml:trace contextRef="#ctx0" brushRef="#br0" timeOffset="17217.86">15858 4810 3 0,'8'-15'184'0,"6"-1"-5"16,-5-2-11-16,-2 0-9 0,6-4-5 0,-1-1-1 15,-2 0-10-15,-1 5-6 0,0-7-12 0,0 2-7 16,-2 3-13-16,10-3-10 0,-11-1-9 0,1 5-5 16,-1 2-4-16,0-3-3 0,-2 1-5 0,1 4-8 15,-1 3-8-15,-1 3-2 0,-3 2-10 0,1 0-6 16,-1 7-2-16,1-8-6 0,-1 8-8 0,2-8-5 16,-2 8-3-16,0 0-3 0,0 0-5 0,0 0 2 15,-16 22-2-15,12-11-7 0,1 0 2 0,-1 0-6 16,0 0 0-16,4 7 0 0,1-5-1 0,3 3 3 15,-1-6-3-15,4 4 4 0,0 1 0 0,2 0-1 16,3-4 3-16,0 2-2 0,-3 0 5 0,0-5-3 16,-1 0-6-16,-1 2 7 0,2-1-1 0,-3 0 1 15,0-1-2-15,-3 1 3 0,1 0-4 0,-4-9-1 16,4 12-7-16,-4-12-7 0,0 0-7 0,-10 20-19 16,5-12-13-16,-3 1-37 0,-2-2-14 0,1-2-33 15,0 0-22-15,0-1-116 0,0 1-303 0,9-5 134 16</inkml:trace>
  <inkml:trace contextRef="#ctx0" brushRef="#br0" timeOffset="18080.3">16323 4473 25 0,'0'0'235'0,"0"0"-16"0,-2-10-11 0,2 10-19 0,-9-2-12 16,9 2-9-16,-14 9-7 0,3 0-17 15,2 5-4-15,-3-1-18 0,0 4-10 0,2-2-9 0,2 3-7 16,1-2-13-16,4-1-11 0,0 0-6 0,3 1-6 16,3-1-5-16,1 1-6 0,1-6-4 0,5 4-2 15,2-8-5-15,2 6-1 0,1-5-9 0,1 1-12 16,3-2 1-16,0-3-1 0,-1 0-6 16,2-3-5-16,-2 0 1 0,1-1 0 0,-1-5-8 15,0 0 6-15,0-1 1 0,-4-2-3 0,0-1 2 0,-1-3 8 16,-3 2 2-16,0-3 3 0,-3 4 11 0,0-5-3 15,0-4 1-15,-4 7-5 0,1-5 3 0,-1 5 1 16,-2-3-1-16,-1 2-3 0,1 3 3 0,1 2 0 16,-2-1-5-16,1 3 3 0,-1 6-5 0,1-11-4 15,-1 11-4-15,0 0-3 0,-1-10-6 16,1 10 0-16,0 0-2 0,0 0 1 0,0 0 1 0,0 28-1 16,-1-11 1-16,-1 1 2 0,1-2-4 0,1 4 3 15,0-2 0-15,3-1 0 0,-1-1 2 16,1 0-1-16,-1-4-2 0,4 0 2 0,1-1-2 15,-2-1 2-15,2 0 1 0,0-5-1 0,2 1 0 16,0 0 3-16,1-4 0 0,-1-2-1 0,3 0-1 0,-12 0-3 16,23-4 3-16,-12 0-4 0,0-4 4 15,1 3 1-15,-1-3-2 0,-4-2 0 0,2-5 0 16,-1 1 1-16,-2-1 2 0,-2-3 0 0,1-2-2 16,-2-4 2-16,-1-2 0 0,0 1 0 0,1-1 1 15,-1 1 2-15,-4-2-2 0,-1 1 1 0,3 1 5 16,-3 2-5-16,2 2 2 0,-2-4-6 0,2 9 0 0,1-1-6 15,-1 5 8-15,-2 3 0 0,3 0 1 16,0 9-12-16,0-10-2 0,0 10-3 0,0 0-1 16,0 0 7-16,0 0-1 0,-5 35 9 0,5-7 1 15,-5 5 3-15,-3 2 2 0,4-2-4 0,-2 1 2 16,3-1-1-16,1-3 2 0,-1-1-3 0,3-2 0 16,4 1 3-16,0-10-1 0,1 0-1 0,3 0 2 0,1-3 1 15,0 0-1-15,5-3-3 0,-4-5 5 0,9 2-2 16,-4-4 1-16,6 0-1 0,-3-4 1 15,1-1 0-15,1-3-3 0,0-3 0 0,5-4 6 16,-6 1-6-16,-2-1 5 0,1-3-2 0,0-5-6 16,0-1 4-16,-4-2-1 0,-2-3 0 0,0 1-4 15,-6 3 2-15,3-5 0 0,-4 0-2 0,-2-3 0 16,-2 1-5-16,-1-1 1 0,0 1 2 0,-1 1 0 0,-2 1-1 16,1 6 2-16,0 7-2 0,0 0-1 15,1 2 2-15,-1 3-1 0,0 2-7 0,2 5-1 16,0-10-3-16,0 10-3 0,0 0 4 0,0 0-1 15,0 0 3-15,6 24-1 0,-2-6 11 0,0 8-5 16,-1-2-2-16,-1 5-1 0,2-3 2 0,-3-1 0 16,2-5 4-16,3 5 2 0,-3-6 0 0,0 1-2 0,1 5 2 15,0-8 2-15,1 0-26 0,-1 0-24 16,1-1-30-16,3-2-23 0,-2-1-36 0,1-1-30 16,0-3-35-16,3-1-29 0,5 1-169 0,-4 0-431 15,1-3 190-15</inkml:trace>
  <inkml:trace contextRef="#ctx0" brushRef="#br0" timeOffset="18436.47">17586 4492 35 0,'-1'-7'229'0,"1"7"-1"0,-4-13-19 16,0 5-4-16,0 3-14 0,4 5-17 0,-10-6-9 16,10 6-6-16,-17 4-5 0,5 3-5 0,-1 2-11 15,-3 2-6-15,2 1-9 0,-1 1-14 0,3 5-7 16,2-4-8-16,-1 1-5 0,2-3-16 0,1 2-5 15,4-4-11-15,2 0-6 0,0-1 2 16,1 1-10-16,4 0-2 0,-2-4-10 0,3-1-10 0,-4-5-9 16,7 10-7-16,-1-6-3 0,0-3 0 0,-6-1-2 15,17-1-5-15,-17 1-1 0,19-7 1 0,-9 1-3 16,0 0 2-16,0-1-4 0,-1-2-2 0,-1-2 7 16,0-3-1-16,-1 3-1 0,1-4 2 0,-2-2-1 15,0 2 3-15,-3 2-1 0,1 2 0 0,3 0 0 16,-5 3 3-16,1 1 4 0,-1 2-2 0,-2 5-3 15,3-9-5-15,-3 9 1 0,0 0-4 0,0 0 2 16,0 0-1-16,0 0 3 0,0 0 4 0,9 19-4 16,-8-7 2-16,-1 0 5 0,1 1 0 0,2-1-25 15,-3 3-28-15,4 1-29 0,-4-4-36 0,3 5-49 16,1-6-35-16,-1-1-191 0,-3 0-425 0,0-10 187 16</inkml:trace>
  <inkml:trace contextRef="#ctx0" brushRef="#br0" timeOffset="18686.98">17834 4279 53 0,'1'-10'256'0,"-1"4"-19"16,0 6-19-16,3-10-25 0,-3 10-19 0,0 0-24 15,0 0-7-15,0 0-8 0,0 0 7 0,1 29 1 16,-4-4-3-16,-2 2-3 0,1 3-7 15,0-1-4-15,2 1-14 0,1 0-11 0,-1 0-8 0,-1-4-9 16,3 1-3-16,-2 0-12 0,0-1-2 0,1-5-7 16,1-1-10-16,0-3-30 0,0 2-20 0,0-3-27 15,0-3-38-15,0-3-31 0,0-10-34 0,0 16-43 16,0-16-40-16,0 10-189 0,0-10-435 0,0 0 192 16</inkml:trace>
  <inkml:trace contextRef="#ctx0" brushRef="#br0" timeOffset="19063.91">17669 4470 85 0,'10'-4'137'16,"3"2"-5"-16,5-1-5 0,0-1-12 0,0 3-5 16,2-2-5-16,-2 3 0 0,2-1-11 0,-1 2-26 0,0 1 6 15,-2-1-12-15,1 3-3 0,-4-1-12 0,-2 0 1 16,-1 1 2-16,-2 0-25 0,0 3 12 15,-1-2 14-15,-3 1 0 0,0 4 4 0,0-2 5 16,-2 2-1-16,-1 1 1 0,1-1-5 0,-1 0-2 16,0 2 2-16,0-3-7 0,3 1-3 0,-1-4-6 15,-1 3-2-15,3 0-5 0,1-1-1 0,-2-4-2 0,5 1-3 16,0 0-3-16,2-1 2 0,0-3-5 0,1 0-1 16,6-1 1-16,-6-2-3 0,5 0-2 15,-1-1 7-15,-3-3-7 0,-3 3 8 0,1-2 12 16,-2-4 5-16,0 2 10 0,-1-3-2 0,-4 1-1 15,-1-3-5-15,-1 3 2 0,-3-2-8 0,-3-5-1 16,-2 5-8-16,-5-5-5 0,-2 2-7 0,-1 3-4 16,-1-1-13-16,0 2-10 0,-2 4-12 0,-1-2-17 0,2 4-12 15,-2 2-24-15,-3 4-10 0,2 2-25 16,1 1-55-16,1 1-23 0,3 5-169 0,-3 0-389 16,5 0 173-16</inkml:trace>
  <inkml:trace contextRef="#ctx0" brushRef="#br0" timeOffset="19472.07">18193 4741 194 0,'9'-3'222'0,"0"-1"3"0,1 3 4 16,-1-4-11-16,1 0-6 0,2-1-26 0,-3-1-5 16,0-2-15-16,2 3-14 0,1-4-7 0,0-1-16 15,1-3-9-15,-1 1-16 0,-1-1-8 0,-2 1-9 16,0-2-5-16,1-1-8 0,0 0-13 0,-2-8 2 15,-3 9-11-15,-1-1-6 0,2-2-1 0,-6 1 0 16,2 0-10-16,-4 1-3 0,2 0-3 0,-3 3 1 16,0 4-4-16,-2-1-1 0,1 1 5 0,2 3-8 15,-4 0-10-15,6 6-1 0,-11-8-3 0,6 4 2 16,0 1-6-16,5 3-2 0,-9-5-2 0,9 5-4 16,0 0 2-16,-8-2-2 0,8 2 2 0,0 0-4 15,0 0 0-15,0 0-3 0,0 0-1 0,0 0-1 16,25 17 4-16,-8-16 1 0,2 0 0 0,2 2-1 15,-1-3 3-15,1 0-2 0,-1 1-1 0,-1-2 4 16,-2 3-4-16,-3-2-2 0,-1 2-2 0,1 1 2 16,-4 0-2-16,-2 1 0 0,2 2 1 0,-1 3 3 15,-1 0 2-15,-3 1 1 0,2 6 4 0,-4-2 0 16,2 4-2-16,-6-2 11 0,1 4-6 0,0 4 1 16,-3-5-24-16,-1-1-25 0,2 0-26 0,-1 1-52 15,2-6-81-15,-1 3-65 0,-4 1-149 0,3-5-454 16,1 0 201-16</inkml:trace>
  <inkml:trace contextRef="#ctx0" brushRef="#br0" timeOffset="19632.91">19050 4689 3073 0,'30'-1'257'16,"-12"1"-164"-16,-4-3-59 0,-3 5-17 0,0-2-13 16,-3 0 0-16,-8 0 1 0,13 2 19 0,-13-2 20 15,9 7-11-15,-6-1 11 0,-3 1-5 16,0-7 1-16,1 20-2 0,-5-9-3 0,0 0-35 0,0 2-50 15,-7 5-60-15,-4 3-90 0,-1 0-121 0,-4 1-197 16,-8-5-560-16,-4-1 248 0</inkml:trace>
  <inkml:trace contextRef="#ctx0" brushRef="#br0" timeOffset="29323.35">19315 4587 14 0,'3'-4'56'0,"-3"4"-8"0,2-5 2 0,-2 5-10 15,4-8-4-15,-4 8 0 0,4-7-13 0,-4 7-4 16,3-10-11-16,-3 10-3 0,6-7-12 0,-6 7-12 16,4-5-33-16,-4 5-56 0,7-7 25 0</inkml:trace>
  <inkml:trace contextRef="#ctx0" brushRef="#br0" timeOffset="36217.68">19709 4398 50 0,'0'0'169'0,"0"0"-2"15,0 0-11-15,0 0-11 0,0 0-14 0,0 0-3 16,0 0-7-16,-2-11 0 0,2 11-8 0,0 0-1 15,0 0-6-15,-1-10-9 0,1 10 2 0,0 0 2 16,-4-9-1-16,4 9-9 0,-1-9-8 16,1 9-8-16,-5-9-5 0,5 9 4 0,-4-8 1 0,4 8 1 15,-2-5-10-15,2 5-4 0,0 0-7 0,-3-7-4 16,3 7-6-16,0 0 1 0,0 0-14 0,0 0-6 16,-4-7-5-16,4 7-2 0,0 0-8 0,0 0 0 15,0 0 1-15,-1 36-1 0,-2-17 8 16,-1 9-4-16,2 4 2 0,-2 0 1 0,1 4 0 0,-2 9-4 15,0-13-1-15,3 3 1 0,-1-3 2 0,1-1 3 16,0-3 3-16,0 0-2 0,0-1-3 0,0-2 0 16,-1-5 0-16,3-2 0 0,-2 1-2 0,-3-2-2 15,3-1-3-15,0-4 3 0,2-1-4 16,-3 1-18-16,-1-2-10 0,2 0-18 0,-1-3-16 0,2-1-20 16,1-6-27-16,-6 10-25 0,6-10-44 0,-9 7-34 15,9-7-40-15,0 0-129 0,-17-1-403 0,17 1 178 16</inkml:trace>
  <inkml:trace contextRef="#ctx0" brushRef="#br0" timeOffset="36846.87">19582 4663 11 0,'0'0'135'15,"15"-6"-17"-15,-3 2-5 0,2 1-8 0,5-4-13 16,0-1-27-16,3 4 14 0,6-4-14 15,2-1 1-15,-10 4 1 0,4-6-9 0,-5 4 4 16,1-2 3-16,-5-1 1 0,-4 2 0 0,-2 1 4 16,4-3-2-16,-3 1 1 0,-3 1 3 0,-2-2-7 0,1 0 5 15,-3-2-3-15,-1 3 9 0,1-3-3 0,-2 1-3 16,2 0 1-16,-3 1-6 0,0 1-1 16,0 2-5-16,0 7-2 0,-3-12-5 0,3 12-5 15,0-10-6-15,0 10-10 0,3-7-8 0,-3 7 0 16,0 0-5-16,0 0-1 0,2 31-1 0,-3-12-2 15,-4 12-1-15,1 1 1 0,2 1-2 0,-5 0-1 0,-1-1 0 16,2 0-1-16,-1 0 0 0,1-3-2 0,1-4 0 16,0-6 2-16,1-2-1 0,0 1 7 15,-1-8-9-15,3 3 0 0,1-5-1 0,-2-1 3 16,0-1 0-16,3-6 3 0,-2 10-1 0,2-10 3 16,0 0-4-16,-1 6-2 0,1-6-2 0,0 0-1 15,0 0 2-15,0 0-2 0,12-23 0 0,-4 13 0 0,-2 1-1 16,6-4 1-16,1-2-4 0,-2 3 1 15,2 1-3-15,-2 2 0 0,2 1-3 0,0 2 2 16,-3 0-7-16,-1 4 7 0,5 1-4 0,-4 2 2 16,2 1-2-16,2 0 5 0,3 2-3 0,2 0 5 15,0-1-2-15,-1 4 7 0,2-5-5 0,8 1 1 16,-10-1 1-16,4 0 1 0,-2-2 0 0,1 0 2 0,1-3-3 16,1 1 6-16,3-6-4 0,-6 2 1 15,-1-2-4-15,1-1 2 0,-4 2-1 0,-5 0 2 16,2-4-2-16,-1-1 1 0,-4 3-1 0,0-7-2 15,-2 2-2-15,0 1 4 0,-3-2 1 0,-3 0-3 16,0-1 0-16,-1 5 2 0,-1 0 9 0,0 4 4 0,2 7-4 16,-4-12-4-16,4 12-3 0,-10-6-1 15,10 6-3-15,-25 10 1 0,7 1 4 0,-5 8 4 16,-2 0-7-16,1 4 2 0,1 0-14 0,8-3-15 16,1 4-22-16,7-9-27 0,6 3-44 0,5-3-41 15,2-1-46-15,8 0-180 0,4-2-415 0,13 0 185 16</inkml:trace>
  <inkml:trace contextRef="#ctx0" brushRef="#br0" timeOffset="37385.51">21130 4340 112 0,'-3'-10'235'0,"2"0"-13"0,1 1-3 15,0 9-10-15,-4-12-7 0,4 12-13 0,-3-8-16 16,3 8-20-16,-1-8-15 0,1 8-17 0,0 0-15 15,0 0-4-15,0 0-18 0,0 0-10 0,0 0-4 16,-2 37-4-16,0-18-4 0,0 8-6 0,-1 2-4 16,0 1 0-16,0-2-4 0,-1 3 1 0,0-1 2 15,2 0-6-15,-4-2 0 0,4-1-9 0,1-8 0 16,-3 1-6-16,1-1-1 0,2-2-2 0,-1 1-1 16,0-3-6-16,1-3 4 0,-2 0-4 0,2 2-5 15,-1-4-1-15,0 0-15 0,0 0-15 0,2-2-21 16,0-8-23-16,-4 12-14 0,3-7-19 0,1-5 0 15,-3 8-26-15,3-8-25 0,0 0-30 0,0 0-28 16,0 0-165-16,0 0-397 0,0 0 176 0</inkml:trace>
  <inkml:trace contextRef="#ctx0" brushRef="#br0" timeOffset="37882.05">20874 4506 14 0,'0'0'77'0,"-8"-3"-7"0,8 3-1 0,0 0-12 16,0 0 13-16,0 0 0 0,0 0 10 16,39 12 1-16,-11-9-5 0,2 2 4 0,6-3-9 0,1-2 6 15,-2-1-6-15,3 1 2 0,-1-1-6 0,-2 1 0 16,-3 0-4-16,-2 0-10 0,-7-2 6 0,-5 2-10 16,3-1 2-16,-8-2-1 0,-1 3 2 15,-1-2 0-15,-4 1 3 0,-7 1-3 0,13-1 5 16,-13 1 3-16,9-2 4 0,-9 2-2 0,0 0 0 0,9-1-2 15,-9 1-3-15,0 0-4 0,0 0-12 0,0 0-1 16,0 0-8-16,0 0-4 0,0 0-4 0,-15 18 4 16,1-5-1-16,3-1 1 0,2 1-7 0,-5 3 5 15,3-3-1-15,-2 1 1 0,4 0-8 16,3-3 3-16,0 1-5 0,3-2-2 0,1 2-3 0,0-2-1 16,2-1 1-16,4 0 4 0,1-1-6 0,0-2 2 15,3-2-1-15,1 1 3 0,2-3-4 0,1 0 3 16,2-2-5-16,-2-2-2 0,1 0-4 0,1-2 4 15,-1 0-2-15,0-1-6 0,1-3 3 0,-3-1 0 16,2-1-1-16,0-1 2 0,-2-4-1 0,0 2-1 16,-2-2 2-16,-3 5-3 0,-1-3 5 0,-2 0 6 15,-1 2-5-15,0-1 5 0,-2 2 0 0,1 0 6 16,-1 10-3-16,1-9-6 0,-1 9-3 0,1-6-4 16,-1 6-2-16,0 0 3 0,0 0-1 0,0 0 0 15,-7 19 10-15,1-3-7 0,3 0-2 0,-2 3-18 16,2-2-24-16,1 0-13 0,2 1-18 0,-2 0-26 15,2-1-26-15,3-1-34 0,-2-6-36 0,2 1-144 16,-2 1-367-16,1-1 162 0</inkml:trace>
  <inkml:trace contextRef="#ctx0" brushRef="#br0" timeOffset="38237.58">21599 4618 148 0,'0'0'165'16,"0"0"3"-16,12 12-12 0,-10-4-11 0,-1-1-10 16,0 1 3-16,-1-1-14 0,0-7-7 0,0 14-14 15,0-9-12-15,0-5-8 0,0 13-5 0,0-13-3 16,2 6 4-16,-2-6 5 0,1 7 9 0,-1-7 11 16,0 0 13-16,0 0 4 0,0 0 4 0,0 0-6 15,0 0-15-15,0 0-9 0,0 0-12 16,0 0-7-16,0 0-4 0,8-23-10 0,-4 14-8 15,2-3-8-15,0 2-4 0,4-6-6 0,1 2-6 0,1 1-8 16,3 1-4-16,-4-1-7 0,-1 7 4 0,-1-2-6 16,3 2-3-16,-6 4-8 0,2 0 0 0,-2 0-2 15,-6 2 6-15,17 7-7 0,-10 1-4 0,1 2 6 16,0-1 0-16,-2 5-1 0,-1-1 3 0,0 0 1 16,-1 2 0-16,0 0-4 0,-1 1-15 15,0 0-14-15,-1-3-20 0,0-1-23 0,-2-1-27 0,1 0-41 16,-1 0-32-16,2-3-50 0,-1 0-188 0,-1-8-449 15,1 11 198-15</inkml:trace>
  <inkml:trace contextRef="#ctx0" brushRef="#br0" timeOffset="38472.96">21992 4436 66 0,'2'-18'243'0,"-1"2"-4"16,0 5-10-16,-2-1-2 0,2 4-21 0,-1 8-17 15,-1-12-23-15,1 12-23 0,3-4-17 16,-3 4-10-16,0 0-12 0,0 0 0 0,-2 36 1 16,0-13-3-16,-2 6-2 0,-1-2-9 0,3 1-2 0,-3 6-2 15,4-5-9-15,-3-1-6 0,-1 3-7 16,3-5-8-16,-1-1-4 0,3 0-2 0,-3-4-23 16,2-2-29-16,0-2-30 0,0 0-32 0,1-1-38 15,0-3-52-15,1-3-51 0,0-4-30 0,0 2-158 16,-1-8-424-16,0 0 188 0</inkml:trace>
  <inkml:trace contextRef="#ctx0" brushRef="#br0" timeOffset="38753.31">22257 4424 66 0,'4'-5'237'0,"0"0"-24"0,-4 5-20 15,3-8-24-15,-3 8-18 0,0 0-12 0,0 0-8 16,0 0-10-16,0 0-13 0,-29 13-7 0,14-1-8 15,-10 3-11-15,4 0-5 0,-5-1-10 0,3 2-8 16,4-6-4-16,2 2-2 0,-1-4-6 0,2 2-13 16,6-4-2-16,-1 1-5 0,1-1-5 0,5-3-3 15,-1 0-1-15,0 1-5 0,6-4-2 0,-10 6-4 16,10-6-1-16,-6 4 2 0,6-4 0 0,-1 7-5 0,1-7 3 16,0 0-3-16,12 15 5 0,-4-9-2 15,0 0 1-15,3 1-2 0,6 3 1 0,2-1 2 16,0-4-9-16,6 7-24 0,3-3-25 0,-8-4-21 15,6 5-35-15,2-5-31 0,-1 1-42 0,-1 0-130 16,-8 1-334-16,2-2 148 0</inkml:trace>
  <inkml:trace contextRef="#ctx0" brushRef="#br0" timeOffset="42352.02">22847 4478 188 0,'-5'-13'233'0,"4"7"-10"0,-2-1-6 15,-2 1-17-15,2 0-18 0,-3 0-18 16,3 0-8-16,-4 1-16 0,2 0-10 0,-1 1-15 15,6 4-11-15,-12-7-11 0,6 5-8 0,-3 2-13 16,-3 2-8-16,1 3-5 0,-2 1-7 0,-4 5-5 16,0 0-6-16,1 2-4 0,-2 11-4 0,4-10-2 0,-1 6 3 15,5-1-9-15,-3 2-4 0,4 2-1 0,3-4-2 16,3-2 2-16,0 3-6 0,1-3-2 0,3 2 2 16,2-2-1-16,1 1-2 0,3-1 2 15,3-1 4-15,1-2-9 0,0-2 2 0,3 1-2 16,0-3 2-16,2-1-1 0,-1 0 0 0,-2-3-1 15,2-2 9-15,0 0-4 0,-3-1-13 0,6-3 2 0,-7-1-2 16,6-2-2-16,-4 0-1 0,0 1 0 16,3-5 0-16,-4 4 1 0,0-5-1 0,0 1 3 0,-3-2 11 15,2 3-11-15,0-10-3 0,-2 3 0 16,1-2 1-16,-3 1 2 0,-2-1-1 0,-1 0-1 16,2 0 2-16,-3-4-1 0,1 2 0 0,-1 0-3 0,-1-3 3 15,-1 5 0-15,1-3-1 0,-1 2-2 0,-2 6 6 16,2 1 7-16,0 2 2 0,-1 7 0 15,2-11 0-15,-2 11-2 0,0-9 0 0,0 9-2 16,0-9-4-16,0 9 6 0,0 0-9 0,0 0 2 16,0 0-9-16,0 0-2 0,0 0 9 0,0 0-1 0,0 0-6 15,0 0 1-15,0 0 1 0,-6 32 2 16,3-19 0-16,1-1 2 0,0 5-2 0,-3-6 9 16,2 6-5-16,-1-2-1 0,2-3-1 0,0 1-2 15,2-1 3-15,0 0-2 0,3-1 2 0,-2-2-3 16,2-1 5-16,1 0 2 0,3-1 4 0,1 0-5 15,2 2 2-15,3-5-4 0,-1-1 4 0,5 1-2 0,0 0 3 16,-2-2-3-16,2-2 1 0,2 0 0 0,-5-3 1 16,4 2-4-16,-1-3 0 0,-3 0-1 0,-3-1 1 15,3 2-7-15,-3-3 0 0,-1 2 1 16,0-2 0-16,-2-2-4 0,-2-2-6 0,1 2 0 16,-2-2 11-16,-2 0-11 0,1-6-4 0,-3 4-1 0,1 0-1 15,-1 0 6-15,-4 0-1 0,1-5 0 0,-1 6 1 16,-2 0-2-16,0-1 3 0,1 2 3 15,-1 0-3-15,1 2 4 0,2 2 5 0,-1-1 0 16,3 7 3-16,-6-7 3 0,6 7-3 0,-5-5-2 16,5 5-1-16,0 0-1 0,-3-9 3 0,3 9-2 15,0 0 2-15,0 0-5 0,0 0-2 0,0 0 1 16,0 0 2-16,0 0 4 0,17-2 1 0,-6 2-6 16,1 2 2-16,2-2-3 0,6 2 4 0,-2-3-2 0,0 2 2 15,0-1 0-15,-3 1 0 0,-4-2 5 16,0 1 4-16,-2 3-10 0,-1-5 2 0,-8 2 1 15,14 2-5-15,-14-2 2 0,10 2-2 0,-6 0 2 0,1 2-2 16,-5-4-4-16,8 10 14 0,-3-5 13 16,-3 2 1-16,1-1 3 0,-2 1 7 0,0 3-5 15,1 1 0-15,0-1 0 0,-2 2-3 0,2-1-1 16,-2 0-3-16,0 2 1 0,1-1 0 0,-1-1-4 16,0 0-11-16,0-1-20 0,0 1-18 0,0 0-28 0,0-1-41 15,0-2-38-15,-1 2-31 0,1-2-32 16,0 1-138-16,-2-3-374 0,2-6 166 0</inkml:trace>
  <inkml:trace contextRef="#ctx0" brushRef="#br0" timeOffset="42561.04">23093 4370 1748 0,'-15'-10'43'0,"0"0"-13"0,1 0-14 16,3 3 1-16,3-1 0 0,0 4-4 0,1 0-5 16,3 1-3-16,4 3-23 0,-9-7-18 0,9 7 3 15,0 0-32-15,0 0-13 0,0 0-5 0,0 0-29 16,25 10-28-16,-9-3-82 0,3 0-241 0,3-1 106 16</inkml:trace>
  <inkml:trace contextRef="#ctx0" brushRef="#br0" timeOffset="42867.85">23812 4498 2 0,'-4'-10'259'16,"4"10"-11"-16,-6-11-20 0,2 7-22 0,-1 0-15 15,-4 0-16-15,1-1-15 0,-1 4-11 0,3-2-17 16,-4 2-9-16,10 1-16 0,-21 5-9 0,11 1-11 16,0 1-8-16,-4 2-12 0,2 7-5 0,3-3-4 15,-1 4-7-15,4-2-4 0,-2 1-6 0,4 0-2 0,0 0-4 16,4-1-2-16,2 2-2 0,0 0-2 16,1-6-4-16,2-1-3 0,2 2-14 0,4 0-22 15,0 1-14-15,6-5-19 0,-2 0-29 0,1-1-26 16,-3-1-23-16,4-2-28 0,0-1-19 0,1-3-11 15,-1 2-133-15,-3-2-341 0,-2-3 150 0</inkml:trace>
  <inkml:trace contextRef="#ctx0" brushRef="#br0" timeOffset="43447.87">23998 4546 17 0,'2'-10'180'0,"-1"1"1"0,-1 0 1 0,2 1-5 15,-2 8 3-15,1-10-13 0,-1 10-13 0,1-8-14 16,-1 8-16-16,0 0-15 0,0 0-13 0,0 0-14 15,0 0-7-15,0 0-1 0,0 0-2 0,0 0-4 16,-6 23-4-16,3-10-2 0,2 0-5 0,0 5-6 16,-1-3-4-16,1-4-5 0,1 3-7 0,0-3 1 15,3 0-3-15,-1 1-4 0,2-2 0 0,0 2-2 16,2-4-3-16,2 0 1 0,0-2-6 0,-1 0 2 16,5-1-8-16,-3-2-5 0,1-1 2 0,1 0 0 15,0-2-7-15,-1 0 1 0,3-2 2 0,-2-2 0 16,1 0-4-16,-2-3 2 0,0 2-3 0,3-7 3 15,-4 3-1-15,0-3 0 0,0 2 3 0,-2-6-4 16,0 1 0-16,1 1 2 0,-2-1-2 0,2-2 5 16,-5 2 1-16,3 4 6 0,-4 2 7 0,-1 2 9 15,2-1-15-15,-3 8 3 0,4-8-8 0,-2 4-1 16,-2 4-6-16,0 0-2 0,7-3 2 0,-7 3-6 16,0 0 2-16,0 0-1 0,1 22 2 0,1-11-1 15,0 2 3-15,-1 3 0 0,2 2-2 0,-2-6 4 16,2 0 1-16,-1 0 0 0,3 0-5 0,-1 0 3 15,1-2-3-15,0-2 4 0,0 1-3 0,0-5 3 16,1 3-1-16,4-2 4 0,-1-1-1 0,0-3 2 16,1 1-2-16,3-2 2 0,-2-1-1 0,2-1 2 15,-3-2 5-15,0-1 0 0,1-2-6 0,-1 3-3 16,-2-2-2-16,2-4 5 0,-3 1-3 0,2-5-1 16,-3 3-3-16,1-5 3 0,-3 0-1 0,0 0-3 15,-1 5 3-15,-1 1 6 0,-1 1 5 0,2 0 8 16,-3 1-2-16,0 8 2 0,5-9-2 0,-5 9-6 15,0-10-3-15,0 10-6 0,0 0-4 0,0 0 3 16,0 0-4-16,0 0 4 0,-11 18-4 0,8-8 3 16,-1-1-3-16,0 1 1 0,1 2 1 0,1 1 3 15,1-1-5-15,1-2-10 0,1 3-18 0,1-3-15 16,2 0-30-16,1 3-39 0,2-5-50 0,2-2-51 16,5 0-217-16,-6 0-465 0,4-6 206 0</inkml:trace>
  <inkml:trace contextRef="#ctx0" brushRef="#br0" timeOffset="43613.63">24554 4349 1648 0,'-8'-9'34'0,"1"1"7"16,-3 1-9-16,5 3-18 0,-1-1-4 0,2 2-21 15,4 3-15-15,-8-4-18 0,8 4-13 0,0 0-21 16,0 0-24-16,0 0-21 0,0 0-100 0,13 18-243 15,-3-13 108-15</inkml:trace>
  <inkml:trace contextRef="#ctx0" brushRef="#br0" timeOffset="43902.28">24849 4302 129 0,'0'-11'234'0,"0"11"-8"16,0-9-2-16,0 9-7 0,0 0-14 0,0 0-20 15,0 0-18-15,-2-10-22 0,2 10-16 16,0 0-17-16,0 0-4 0,0 0-6 0,0 0 8 0,-1 42 1 16,-1-23-4-16,0 8-4 0,-3-2-3 0,1 4-5 15,-1-1-2-15,1 0-8 0,1 0-6 0,-3-2-6 16,6-3-4-16,-3 3 2 0,0-2-16 0,-1-6 1 16,4-1-10-16,-2 0-3 0,2-6-6 0,0 3-2 15,0-3-2-15,0-3-1 0,0 1-3 0,0-1-5 16,1-3 1-16,3 1-9 0,0 1-17 0,-1-2-11 15,-3-5-18-15,8 5-16 0,0-2-24 0,3-4-27 16,-11 1-27-16,26-3-36 0,-11-1-42 0,1-2-36 16,0-2-201-16,-6 3-478 0,2-2 211 0</inkml:trace>
  <inkml:trace contextRef="#ctx0" brushRef="#br0" timeOffset="44070.32">24765 4445 163 0,'0'0'200'0,"-8"-4"-6"0,8 4 0 16,0 0-26-16,-4-5-15 0,4 5-14 15,0 0-17-15,28-3-10 0,1-1-14 0,3 3-22 16,3-2-37-16,1 1-39 0,2 2-59 0,0-4-53 0,1 4-137 16,-5-2-268-16,-5 2 120 0</inkml:trace>
  <inkml:trace contextRef="#ctx0" brushRef="#br0" timeOffset="69397.95">25464 4424 18 0,'-2'-10'164'0,"0"1"-6"0,2-1 0 0,-2 0-12 0,-4 0-16 16,4 3 7-16,0 0-3 0,2 7-1 0,-2-11-10 15,2 11-5-15,-2-9-14 0,2 9-13 0,0 0-11 16,-1-8-17-16,1 8-2 0,0 0-4 0,0 0-9 15,0 0-6-15,0 0-2 0,5 28-1 0,-7-10-1 16,2 7-3-16,-2 2 2 0,0 2-3 0,-1 2 1 16,-1 1 0-16,2-2-7 0,-5-1-6 15,1-1 2-15,2 0-5 0,3-3 2 0,-2 0-6 0,3-8 2 16,-4-1 0-16,6 0-5 0,-4 0 3 0,1-4-5 16,2 0 0-16,-1-3 1 0,-1 1-1 0,1-3-4 15,0-7 5-15,0 10-2 0,0-10-3 0,0 0 4 16,0 10 6-16,0-10 2 0,0 0 1 15,0 0 2-15,0 0-1 0,0 0 1 0,0 0-4 0,0 0 3 16,7-23-6-16,-5 12 2 0,2 0-5 0,5-4 1 16,-3-3-3-16,3 1-1 0,2 0-2 0,-2 1-2 15,2 3 0-15,0 1-2 0,1-1 0 0,-3 5-2 16,2 1-1-16,0 3-2 0,0 0 0 0,-1 3 3 16,1 1-5-16,-1 2 5 0,2 3-3 15,-3 1 5-15,1-1-4 0,0 3-2 0,-1 1 2 0,2 5 0 16,-2-4 2-16,0-1-1 0,-5 2-15 0,4 5-7 15,1-6-14-15,-5 2-22 0,5 1-25 16,-3-3-33-16,1 0-27 0,-2-1-24 0,2 0-22 0,-1-1-129 16,1 1-344-16,-2-4 152 0</inkml:trace>
  <inkml:trace contextRef="#ctx0" brushRef="#br0" timeOffset="70023.16">25998 4601 105 0,'0'-13'176'0,"0"0"-4"0,-2 4-8 16,2 3 10-16,0 6-9 0,-4-10-15 0,-1 6-14 16,5 4-16-16,-11-3-11 0,11 3-6 0,-20 8-2 15,4 2-17-15,3 4 3 0,-6 4-5 0,2 2-9 16,5-5-5-16,-5 4-8 0,5-3-5 0,1 0-6 16,5 0-4-16,-1-2-6 15,2-2-3-15,4-2-4 0,-1 0-4 0,2 0-2 0,1-1-2 16,-1-9-1-16,5 13-1 0,-3-7-3 0,4-1 1 0,-1-1-3 15,1-3 1-15,3 2-1 0,-1-3-1 0,-8 0-1 16,19-6-3-16,-7 2-2 0,-1-4-2 0,-1 3 2 16,3-7-3-16,-3 2 3 0,-1 0-3 0,-3 1-1 15,4-7 0-15,-3 2-2 0,-3 1 0 0,1-2-1 16,2 0 1-16,-3 5 1 0,-1 2 3 16,-1 2 0-16,-2 6-5 0,4-10 2 0,-4 10-6 0,2-7 0 15,-2 7-1-15,0 0-2 0,0 0 0 0,0 0-6 16,0 0 6-16,0 0 1 0,-4 28-1 0,2-17 4 15,0 0-1-15,1 0 2 0,-1 1-1 0,2-3-2 16,0 2 0-16,2-3 2 0,-1 2 0 16,3-4 5-16,0 3-1 0,1-4 1 0,4 0 2 0,-2-2-2 15,2 0-3-15,3-2 6 0,-2-2-3 0,3 0 0 16,-1-3-3-16,-1 1 4 0,0-2-1 0,3-1 4 16,-5 0-3-16,3-4 4 0,0 0-6 0,-3-3 5 15,-2-2-4-15,2 1 0 0,-2-2-1 16,-1 0-3-16,-1 0 3 0,-3 0 6 0,0-1-3 0,1 6 7 15,0 0-6-15,-1 1 4 0,-2 3-6 0,2 1-4 16,-2 6-1-16,2-9-7 0,-2 9 1 0,2-6-1 16,-2 6-1-16,0 0 4 0,0 0-3 0,2 19 3 15,0-6-1-15,-1 1 4 0,1 3 0 0,-2-2-5 16,2 2 3-16,0 0 1 0,2 0 1 16,-1 1 0-16,0-1 0 0,-1 0 2 0,2-3-4 0,-2 3 2 15,-2-4 0-15,1 0 1 0,3 0-4 0,-6-3-8 16,2 3-3-16,0-4-4 0,0 3 1 0,-2-3-13 15,1 1-11-15,-3-3-15 0,2 0-17 0,-5 0-29 16,4-1-37-16,-3-1-33 0,1-1-30 0,5-4-126 16,-10 4-354-16,2-3 156 0</inkml:trace>
  <inkml:trace contextRef="#ctx0" brushRef="#br0" timeOffset="70347.45">26645 4423 19 0,'4'-9'264'0,"-1"2"-13"0,2 1-17 0,-5 6-17 15,4-8-19-15,-2 4-20 0,-2 4-18 16,0 0-20-16,5-6-16 0,-5 6-15 0,0 0 10 15,0 0-16-15,4 24-1 0,-4-7 1 0,2 1-7 0,-2 9-8 16,5-1 5-16,-5-1-6 0,0 2-7 16,0 0-7-16,-2 0-7 0,-1-3 0 0,1 1-12 15,0-6-4-15,2-1-2 0,-2 0-5 0,2 1-9 16,-2-2-12-16,2-1-19 0,0 1-16 0,-3-2-17 16,3-1-18-16,-2-2-24 0,-2 0-25 0,-1-3-29 0,2 1-33 15,3-10-31-15,-6 13-36 0,2-6-152 0,4-7-408 16,-13 6 180-16</inkml:trace>
  <inkml:trace contextRef="#ctx0" brushRef="#br0" timeOffset="70947.8">26625 4625 48 0,'9'-7'129'0,"0"-1"-11"15,5-1-6-15,-1 1-9 0,-2-2-11 0,3 4-9 16,-3-2-6-16,1 2-4 0,-1 0-2 0,-1-1 4 15,0 3 0-15,-1-1 0 0,-1-2-6 0,-3 3 8 16,1-1-3-16,2-2 4 0,-6 0-1 0,2 3-4 16,-1-3-5-16,3 2-4 0,-4-1 4 0,-2 6-3 15,5-7-5-15,-5 7-1 0,3-9-3 0,-3 9-6 16,4-4 0-16,-4 4-10 0,0 0-4 0,0 0-5 16,0 0-6-16,0 0-7 0,0 0 4 0,0 24-2 15,-4-7 1-15,1 4-1 0,-2 1-3 0,3-2-2 16,0-2-1-16,0 7 1 0,0-7 0 0,-3 1 2 15,3-1-7-15,0-1 2 0,-2-1 2 0,0-5-4 16,2 1 0-16,0-5 4 0,2 0-6 0,-2-1 0 16,2-6 3-16,-2 9-1 0,2-9 0 0,0 9-5 15,0-9 7-15,0 0-1 0,0 0-1 0,0 0-2 16,0 0-3-16,0 0-1 0,22-17 0 0,-9 5-1 16,1 1 2-16,2 0 6 0,0-2-6 0,1 5 2 15,-1-2-3-15,0 2-3 0,-4 4 2 0,1 1-3 16,0 1-2-16,-2 0 1 0,2 1 1 0,1 4-2 15,-3-1 1-15,1 1 1 0,1 0 4 0,0 0-3 16,4-1 0-16,-5 4 7 0,5-2-8 0,-4-2 3 16,1-1 2-16,-1 2-1 0,-1-3 7 0,1 0-2 15,7 0 2-15,-7-3 11 0,1 3 4 0,-3-4-1 16,0 1 6-16,-1-1 3 0,3-2 8 0,-4 0-6 16,0-2 1-16,0 3-2 0,-5-5 0 0,1 2 5 15,1-2 8-15,0 0-5 0,-2-2-3 0,-2 3 0 16,0-1-3-16,-2 10-3 0,4-14 2 0,-4 14-6 15,-1-12-6-15,-2 6-7 0,3 6-2 0,0 0-4 16,0 0 3-16,-25 5-6 0,3 10 4 0,9-2-5 16,-10 4 3-16,10-1-13 0,1 5-2 0,3-6-18 15,3 2-8-15,2 1-20 0,1-1-16 0,6 1-21 16,3-3-25-16,3 0-45 0,2 1-43 0,5-5-42 16,9 3-177-16,6-4-454 0,1-3 200 0</inkml:trace>
  <inkml:trace contextRef="#ctx0" brushRef="#br0" timeOffset="85220.15">27859 4482 21 0,'0'-12'214'0,"0"12"-23"0,2-6-15 16,-2 6-15-16,0 0-18 0,0 0-10 0,0-9-15 16,0 9-14-16,0 0-13 0,0 0-8 0,0 0-12 15,0 0-1-15,0 0-8 0,0 0-6 0,0 0-8 16,0 0-7-16,-8 31-3 0,6-19-2 0,0 0-1 15,2 2 1-15,-2 1-6 0,0-3-3 0,2 1-5 16,-1 0 1-16,2 2-6 0,-2-2-1 0,0 0-1 16,-2 2-3-16,1-5 2 0,4 3 0 0,-2-3-2 15,0 2 3-15,-2-3-1 0,2 0-4 0,0-9-2 16,0 13-1-16,0-13 3 0,0 9-6 0,0-9 5 16,0 10-1-16,0-10 2 0,2 6-5 0,-2-6-1 15,0 0 7-15,0 8 4 0,0-8 11 0,0 0 2 16,0 0 4-16,0 0 4 0,0 0 3 0,0 0 4 0,0 8 4 15,0-8 1-15,0 0 3 0,0 0 1 0,0 0 0 16,0 0-2-16,0 0 2 0,0 0-5 16,0 0 1-16,0 0-8 0,0 0 0 0,0 0-4 15,0 0-3-15,0 0-8 0,0 0-3 0,0 0-2 16,0 0-2-16,0 0 2 0,0 0-4 0,0 0-2 0,0 0 2 16,0 0-3-16,0 0-4 0,0 0 1 15,0 0-3-15,0 0 1 0,0 0-3 0,0 0 0 16,0 0-1-16,0 0-1 0,5-19 4 0,-5 19-7 15,0 0 0-15,0 0 1 0,0 0 4 0,0 0-8 16,0 0 9-16,0 0-7 0,0 0 4 0,0 0-2 16,0 0 2-16,0 0-3 0,0 0 0 0,0 0 3 15,0 0-3-15,-2-12 2 0,2 12-2 0,0 0-1 16,0 0 5-16,0 0-3 0,0 0 0 0,0 0 0 16,0 0 2-16,1-7 4 0,-1 7 1 0,0 0-9 15,0 0 1-15,0 0-2 0,0 0 0 0,1-8 2 16,-1 8 0-16,0 0 2 0,0 0-5 0,0 0 1 15,-2-9 5-15,2 9-2 0,0 0 6 0,0 0-10 16,0 0 13-16,1-10-13 0,-1 10 4 0,0 0-7 16,0 0 5-16,0 0-1 0,0 0-4 0,0 0 0 15,0 0-3-15,0 0-4 0,0 0-6 0,0 0-4 16,0 0-5-16,0 0-9 0,0-8-11 0,0 8-17 16,0 0-9-16,0 0-29 0,0 0-26 0,0 0-21 15,0 0-41-15,0 0-32 0,0 0-145 0,-2-11-396 16,2 11 175-16</inkml:trace>
  <inkml:trace contextRef="#ctx0" brushRef="#br0" timeOffset="85614.03">28001 4377 57 0,'0'0'137'0,"2"-7"-17"0,-2 7-12 0,0 0 1 16,0 0-7-16,0 0 2 0,0 0-7 0,-12 22-2 16,6-12-5-16,-4 6-1 0,-1-1-6 0,-2 5-4 15,1-3-2-15,3 8 5 0,-5-1-5 0,3 0-2 16,2-1-3-16,1-4-8 0,0 0 1 0,2-2-6 15,2 3-2-15,-3-1-1 0,5-2-5 0,0-1 1 16,1-3-8-16,-3-2-3 0,1 1-4 0,5 0-6 16,-1-2-1-16,4 0 2 0,-1-1-7 0,-2-2 3 0,6 0-2 15,-1-2-2-15,3 1 4 0,-1-1-7 16,4-3 4-16,1-1-7 0,3 1 4 0,2-2-5 16,-1 0 0-16,1 0-2 0,-2-2-3 0,0-1-14 15,1-1-14-15,-6 0-20 0,2 0-21 0,-3 0-29 16,6-2-40-16,-6 1-35 0,-2-1-22 0,3 2-132 15,-5-2-339-15,2 0 150 0</inkml:trace>
  <inkml:trace contextRef="#ctx0" brushRef="#br0" timeOffset="86268.9">28107 4385 48 0,'0'0'152'0,"0"0"1"16,0 0-8-16,0 0-2 0,0 0-13 0,0 0-10 16,0 0-7-16,0 0-11 0,-2-8-10 0,2 8-8 15,0 0-11-15,0 0-9 0,0 0-4 0,0 0-7 16,-22 19 0-16,13-10-8 0,-5 4 0 15,1 0-3-15,-1 2-4 0,-3 4 0 0,4-3-2 0,-5 1-2 16,4-1 3-16,-2 4-1 0,4-4 5 0,1-2-9 16,1 4 2-16,-1-3-8 0,3 2-2 0,0-1 0 15,3 0 7-15,-1-2-1 0,2 0-1 0,0-3-7 16,4 2 2-16,0-4-2 0,4 2 2 0,-3-1-6 16,3-2 3-16,1 3 1 0,4-3 0 0,0 0 3 15,4-1-7-15,-2-3 1 0,10 1 0 0,-6 0 0 16,4-1-6-16,-6-3 0 0,5 1 1 0,-5-1-12 15,1 0-22-15,-1 1-26 0,3-2-36 0,1 0-40 16,-6-2-39-16,5 1-43 0,-4-2-112 16,2 2-340-16,-2-4 151 0</inkml:trace>
  <inkml:trace contextRef="#ctx0" brushRef="#br0" timeOffset="90103.43">28593 4549 71 0,'0'0'174'0,"5"-6"-10"0,-5 6-10 0,0 0-3 0,0 0-16 15,0-9-14-15,0 9-11 0,0 0-5 16,0 0-4-16,-8-10-18 0,8 10-9 0,-6-4-5 16,6 4-2-16,-10 0-8 0,10 0-1 0,-19 5-9 15,8 0-14-15,-1 1 9 0,-4 2-4 0,0 1-7 16,1 1 3-16,0 4-5 0,1-3-5 0,1 3-3 15,-1-1-1-15,4-1 0 0,2-4-7 0,1 0 3 16,0 2-3-16,3 0-5 0,1-2 0 0,-1-1 2 16,4 2 5-16,-2-1-8 0,2-8 0 0,3 11 1 15,1-5-5-15,-4-6 3 0,8 6-1 0,-1-3 0 16,2-1 1-16,0-1-3 0,0-1-3 0,3-3-2 16,1 3 2-16,-2-2-1 0,0-3 1 0,1 0-4 15,3-4-2-15,-4 4 5 0,-2-3 2 0,6-3-6 16,-4 1 6-16,-4 0 2 0,0-1-4 0,1-2 0 15,-2 1-3-15,-2 1 0 0,1-1 4 0,-1 0 8 16,1 4 5-16,-2 1 8 0,-1 0 1 0,1 3-3 16,-3 4-4-16,1-10-2 0,-1 10-3 0,4-6-5 15,-4 6-2-15,0 0-2 0,0 0 0 0,0 0 0 16,0 0-5-16,3 18 7 0,-3-10 1 0,2 3-4 16,-2-2-1-16,2 1 1 0,-1 0 1 0,1 1 0 15,1-3 1-15,1 2-2 0,1-1 2 0,0-1-5 16,0 1 1-16,2-2-2 0,-2-2-1 0,5 1-8 15,-2-5 1-15,1 3-4 0,2-6-12 0,-5 2 10 16,5-2-1-16,0 0 0 0,-2-2 4 0,1-2 1 16,0 1 3-16,-2-1 0 0,3-8-4 0,-3 5 7 15,4-5 0-15,-6 4 0 0,2-4 7 0,1-2 1 16,-4 2 11-16,1-2 2 0,-2 2 2 0,-1 2 3 16,-1 2 15-16,0 0 2 0,-2 4 4 0,0 6 2 15,2-12-5-15,-2 12-4 0,1-7-7 0,-1 7-5 16,3-5-5-16,-3 5-3 0,0 0-4 0,0 0 4 15,0 0-5-15,0 29 1 0,-3-11 2 0,3 1-5 16,-1 1 0-16,-1 2 2 0,-1-1-6 0,2-2 3 16,-2 1-1-16,1 5 1 0,-2-6-1 0,2 1-1 15,-1-2-1-15,4-2 0 0,-2 1 2 0,-1 1 0 16,2-1-1-16,0-5 3 0,0 1-4 0,-1 1-3 16,1-2-20-16,0 1-9 0,-1-2-23 0,1 1-28 15,0-3-23-15,-3-1-35 0,3-1-21 0,0-7-26 16,-2 12-145-16,2-6-357 0,0-6 158 0</inkml:trace>
  <inkml:trace contextRef="#ctx0" brushRef="#br0" timeOffset="90333.63">28854 4461 107 0,'14'-11'153'0,"1"4"-22"15,-3 2-10-15,3 3-17 0,-4 0-10 0,5 2-10 16,-5 3-5-16,1 2-8 0,-1 3-9 0,1 5-7 16,-4 1 5-16,-2-2 1 0,-4 5-13 0,-2 1 3 15,-5 5-8-15,-2-4-5 0,-2 6-9 0,-8-6-9 16,0 2-5-16,-2 0-12 0,-1-4-14 0,-2-1-15 16,4-3-23-16,0-2-16 0,0-2-31 0,3 0-101 15,0-2-214-15,6-5 94 0</inkml:trace>
  <inkml:trace contextRef="#ctx0" brushRef="#br0" timeOffset="90713.56">29109 4510 123 0,'0'0'174'0,"0"0"-12"0,0 0-10 16,0 0 1-16,0 0-8 0,0 0-1 0,0 0-14 15,-16 24-10-15,7-15-10 0,0 4-20 0,0 3-3 16,1-6-3-16,-1 5-11 0,2-4-9 0,4-1-3 16,-2 2-9-16,4-2-4 0,-2 1-5 0,2-2 1 15,2-1-17-15,-1-8-7 0,3 11-15 0,-1-5-8 16,-2-6-8-16,8 8 0 0,-2-6 0 0,-6-2-6 16,13 0 1-16,-6 0-2 0,-7 0 12 0,16-8 0 15,-8 3-7-15,1-1 1 0,-2-4 4 0,0 1-6 16,3-5 0-16,-5 4 14 0,0 1 8 0,0 0 5 15,-1-1 0-15,-3 3 8 0,4 2 3 0,-5 5 4 16,3-11-2-16,-3 11-1 0,3-8-9 0,-3 8-10 16,2-5 2-16,-2 5 1 0,0 0-4 0,0 0 0 15,0 0-2-15,0 30 4 0,-4-18-4 0,3 0-1 16,1 6 0-16,-1-6-7 0,-1 5-16 0,4-4-25 16,-2 2-19-16,2-3-47 0,2 2-35 0,-1-2-24 15,2 0-97-15,1-3-291 0,3 0 129 0</inkml:trace>
  <inkml:trace contextRef="#ctx0" brushRef="#br0" timeOffset="91123.54">29415 4489 84 0,'0'0'193'0,"-8"-5"-18"0,8 5-16 0,-13-2-15 16,13 2-8-16,-18 9 5 0,8 0-11 0,-4 5-11 15,4 3-24-15,-2-2 0 0,0 5-6 16,4-3-11-16,3-1-7 0,1 5-7 0,3-6-4 0,1 3-4 16,6-2-10-16,-1-2 4 0,3-2-7 0,3-1-3 15,1-3-2-15,3 1-5 0,2-3-6 0,0-2 0 16,3-3-8-16,0 2-5 0,-2-4-1 0,1-1-5 16,-3-1 0-16,-2-1-1 0,-1-2 0 15,2-1 1-15,-4-1-3 0,3-2 7 0,-2-1 0 0,-3-1 6 16,1-4-1-16,-2 1 9 0,-2 0-3 0,1-2 8 15,-3 0 3-15,-1 2-6 0,0-2-1 0,-2 2 5 16,-1 3 4-16,0 5 2 0,0-3 0 16,0 10 3-16,3-11-5 0,-3 5-9 0,0 6-6 0,0 0-3 15,0 0-3-15,0 0 4 0,0 0-9 0,0 0-2 16,-9 23-2-16,5-12 4 0,0 5-2 0,4 0-3 16,-2 1 0-16,2-1 3 0,-2 0-5 0,2 1 4 15,4 0-2-15,0-3 1 0,0-1-14 0,3-4-16 16,1 1-27-16,0-1-33 0,1 1-37 15,2-3-50-15,1-1-38 0,-3-2-165 0,3-1-406 16,0 0 180-16</inkml:trace>
  <inkml:trace contextRef="#ctx0" brushRef="#br0" timeOffset="91274.5">29622 4334 51 0,'0'0'58'0,"-4"-4"-36"0,4 4-45 16,0 0-22-16,0 0 9 0</inkml:trace>
  <inkml:trace contextRef="#ctx0" brushRef="#br0" timeOffset="91515.68">29844 4332 126 0,'1'-8'234'0,"-1"8"-10"0,0 0-18 16,0 0-22-16,6-6-22 0,-6 6-17 0,0 0-13 15,0 0-7-15,2 20 1 0,-2-5 0 0,1 3-2 16,-1 6-3-16,2 4-8 0,-2-1-2 0,1-4-19 16,-1 6-2-16,2-1-7 0,0-2-6 0,-2 0-11 15,0-10 1-15,-4 4-11 0,4 0-4 0,2-2-5 16,-4-1-7-16,2-2-19 0,-1 1-31 0,-1-6-23 15,1 0-24-15,0 0-28 0,0-4-30 0,1-6-24 16,-6 11-40-16,4-6-30 0,-3-1-146 0,5-4-382 16,-14 3 169-16</inkml:trace>
  <inkml:trace contextRef="#ctx0" brushRef="#br0" timeOffset="91961.33">29683 4501 67 0,'12'-3'142'0,"7"1"-19"0,9-3-5 16,2 3-12-16,2-2-6 0,2 3-9 0,2-2-11 16,-3 1-12-16,0 4 0 0,0-5-9 0,-1 2-12 15,-4-2-4-15,0 2-1 0,-9 1-5 0,1 1 0 16,-6-2-4-16,-3 1-4 0,1 0 1 0,-5 0-3 16,-7 0 20-16,12-1 15 0,-12 1 12 0,8 1-2 15,-8-1-5-15,0 0 4 0,9 1-7 0,-9-1-4 16,0 0 4-16,0 0-1 0,0 0 3 0,-22 17-6 15,13-7-7-15,-5-1 1 0,2 2-1 0,-3 2-7 16,4-3 0-16,1 2-5 0,0-4-4 0,4 1-1 16,1 1-3-16,1-1-3 0,0 1-4 0,2-2-3 15,0 0 0-15,2-8-3 0,5 14-1 0,1-9-3 16,0 1 2-16,4 1-6 0,0-5 5 0,1 1-8 16,1-2 0-16,0-1 1 0,0-1-2 0,0-1-1 15,1 1-1-15,-2-4-2 0,0-1 4 0,-2 3-2 16,2-3 0-16,-3-2-1 0,0 0 1 0,-1 0 0 15,-2-2 7-15,2 0-4 0,-4 1 0 0,0-1 7 16,0 5 2-16,-3 5 4 0,3-5-3 0,-3 5-2 16,3-8-5-16,-3 8-5 0,0 0-5 0,3-5-3 15,-3 5 6-15,0 0-3 0,0 0 2 0,0 0-1 16,-9 23 0-16,5-12-14 0,0 0-14 0,3 0-23 16,-3 2-31-16,-1 2-39 0,4-5-52 0,-1 1-50 15,-2 2-164-15,4-7-415 0,0 5 185 0</inkml:trace>
  <inkml:trace contextRef="#ctx0" brushRef="#br0" timeOffset="92326.77">30362 4556 185 0,'0'0'183'0,"5"-3"1"15,-5 3-4-15,0 0-12 0,0 0-6 0,-1 21-13 16,-2-10-9-16,2 1-7 0,-2-1-7 0,1 1-17 15,-1 1-7-15,-1-3-14 0,1 0-7 0,1 1-5 16,0-4-11-16,0 0-4 0,2-7-6 0,-2 10-3 16,2-10-2-16,-2 10 3 0,2-10 18 0,0 0 16 15,0 0 2-15,0 0-8 0,0 0-10 0,0 0-2 16,0 0-8-16,0 0-2 0,13-27-8 0,-6 16-3 16,-2-4-6-16,1 0-3 0,2-2-2 0,1 2-6 15,1-8-1-15,-1 9-6 0,1-4 0 0,0 6-3 16,1-1-5-16,-4 4 1 0,1 6-2 0,-3-3-8 15,-1 1-2-15,-4 5-1 0,10-4-2 0,-10 4-1 16,0 0-1-16,15 7-2 0,-9 0 4 0,-1-2-3 16,2 5 1-16,-2 1 0 0,0 0 4 0,1 0-4 15,1 2 2-15,-3-2 1 0,1-1-10 0,2 2-20 16,-2-1-18-16,-3 0-36 0,1 0-45 0,-1-3-58 16,1-1-60-16,-3 3-206 0,3-4-487 0,-3-6 215 15</inkml:trace>
  <inkml:trace contextRef="#ctx0" brushRef="#br0" timeOffset="92703.33">30820 4466 9 0,'2'-6'245'0,"-2"6"-11"0,1-10 12 0,-1 10-12 16,1-5-22-16,-1 5-20 0,0 0-10 0,0 0-8 15,0 0-13-15,-28 20-4 0,15-7-14 0,-2 1-10 16,2 2-8-16,-2 10-6 0,2-3-8 0,4-6-15 15,0 0-9-15,4 0-8 0,1-1-4 0,4 0-11 16,-1 0-3-16,4-4-16 0,3-2 11 0,2 1-8 16,2-2-5-16,0-1-4 0,7 0-1 0,-1-3 1 15,5-3-8-15,-1 0-4 0,2-4-2 16,6-1-3-16,-6-1-2 0,-3 0 1 0,2-2-3 0,-2-2-3 16,-3-3-1-16,1 0 2 0,-3-3-1 0,0-3-1 15,1-2-7-15,-2-3 0 0,-5 3 1 0,-2 2 4 16,-1-3-19-16,1 4 13 0,-3 4 6 15,0 0 0-15,-2 2 12 0,0 3-2 0,-1 1-4 16,0 6-6-16,0 0-17 0,0 0 15 0,-16 2-3 16,2 8 0-16,-2 3-8 0,-2 7 16 0,2 5-5 15,2 0-4-15,0-5-2 0,6 6-12 0,3-9-20 16,5 2-26-16,-1 0-24 0,6-2-36 0,1-2-42 16,3-1-51-16,3 1-80 0,-1-2-204 0,4-3-529 15,0-3 234-15</inkml:trace>
  <inkml:trace contextRef="#ctx0" brushRef="#br0" timeOffset="96801.29">5733 5835 171 0,'-7'-3'206'15,"7"3"-12"-15,-8-3-8 0,8 3-14 0,0 0-17 16,-12 0-14-16,12 0-15 0,0 0-11 0,-10 9-10 16,6-5-7-16,-1 6-2 0,-3 1-3 0,4 4 0 15,-2 2-9-15,-2 1-11 0,-3 7-2 0,4-6-8 16,3-2-5-16,2 1-5 0,-2-1-6 0,4 1-3 16,0-2 0-16,1-3-10 0,2 3-2 0,-1-5-5 15,2 1-3-15,0-3 0 0,4 1-1 0,1-3 1 16,0 0-3-16,3-2-1 0,-3 0-1 0,5-3-4 15,0-1 2-15,3-2-1 0,-3 1 0 0,-1-3-2 16,1-2 3-16,-3-2-4 0,5-2 1 0,-2-1-5 16,-3 0 1-16,1-3 1 0,-5 4-4 0,1-5 2 15,-5 3-5-15,1-4 3 0,-2 0-7 0,-4 2 3 16,-1 0-4-16,-2-3 1 0,-4-2 0 0,-5-3-1 16,5 4-1-16,-3 3-2 0,-2 0 2 0,0 0 5 15,-2 4 6-15,5 1 1 0,0 3-3 0,0 2 1 16,0-1-5-16,3 1 3 0,-2 1-3 0,3 3-3 15,7 0-1-15,-12 0 1 0,12 0-1 0,-13 7-2 16,11-5-1-16,2-2 4 0,-1 10-2 0,1-10 2 16,5 12-1-16,4-7 1 0,2 0 0 0,8 2 6 15,2-2 2-15,7-1-5 0,4-4-5 0,0 0 1 16,1-4-4-16,-1-1-1 0,-3-2 0 0,0 1 0 16,-1-1-19-16,-3-3 5 0,-7 1 0 0,0 0 6 15,-3 0 2-15,-1-1 0 0,-2-3 3 0,-3 0 3 16,-4 3 9-16,1-3 5 0,-1-4 7 0,-5 2 1 15,2-1-2-15,-5 3 7 0,1 2 7 0,-1-3 13 16,0 3 10-16,0 3 4 0,1 0 3 0,0 1-6 16,2 7-1-16,-5-9-12 0,5 9-12 0,-4-7-4 15,4 7-1-15,0 0-4 0,-5 21 3 0,3 3-1 16,-1 4 2-16,-1 4-1 0,1 2 0 0,2 1-1 16,-2 13 4-16,2-13 2 0,2 10 0 0,-1-11 3 15,4 13 3-15,0-1-1 0,-1-12 4 0,-2-3-3 16,1 1-1-16,1-1-5 0,1-4-5 0,-2 5 4 15,2-3-4-15,-1-2 1 0,-1-8-10 0,0 0-21 16,0 1-11-16,-1 0-18 0,-1-2-16 0,0-2-23 16,2-3-19-16,-2-3-17 0,0 0-21 0,-2-4-23 15,1 3-17-15,1-9-31 0,-4 5-26 0,4-5-198 16,-10 3-464-16,10-3 206 0</inkml:trace>
  <inkml:trace contextRef="#ctx0" brushRef="#br0" timeOffset="96955.69">5919 6072 180 0,'0'0'225'0,"0"0"-25"0,4-11-18 0,-4 11-18 15,10-6-20-15,-1 5-8 0,2-2-16 0,4 2-7 16,3-2-20-16,3 2-26 0,8-1-35 0,1 0-38 16,3-2-58-16,3 0-59 0,0-1-122 0,2-2-263 15,-3-1 117-15</inkml:trace>
  <inkml:trace contextRef="#ctx0" brushRef="#br0" timeOffset="97343.32">6797 5670 95 0,'0'0'227'0,"-1"-10"-23"0,1 10-16 16,0 0-23-16,0 0-7 0,0 0 10 0,0 0 5 15,0 26-9-15,0-7-5 0,-4 7 1 0,2 4-8 16,2 2-5-16,-2-1-3 0,0 2-14 0,1-1-2 16,-1 0-10-16,1-3-5 0,1 0-12 0,0 1-9 15,-3-1-7-15,1 1-9 0,-1-5-6 0,3-4-10 16,-4 3-15-16,4-6-21 0,-1 0-27 0,0-6-24 16,-2 1-32-16,3-1-36 0,-1-2-38 0,0 0-44 15,1-3-43-15,0-7-40 0,0 12-136 0,0-12-428 0,0 0 190 16</inkml:trace>
  <inkml:trace contextRef="#ctx0" brushRef="#br0" timeOffset="97899.84">6998 5892 85 0,'0'0'260'0,"0"-9"-20"16,0 9-15-16,0 0-16 0,1-8-18 15,-1 8-32-15,0 0-8 0,0 0-12 0,0 0 5 16,0 0-16-16,-11 22-4 0,8-10-3 0,-1 3-15 15,2-3-9-15,0 0-8 0,4 5-8 0,-2-1-11 16,1-5-6-16,1 2-5 0,2 2-7 0,1-6-3 0,2 1-4 16,3 1-3-16,-1 2-6 0,1-6-2 0,2 1-3 15,-1-4-2-15,0 0-7 0,1 1-2 16,-2-4-5-16,2 0-1 0,-1-1-4 0,0-2 0 16,-1-3 1-16,1-1 0 0,-2 0-1 0,-2-1-4 15,-2 0-1-15,1-2 5 0,-3 0-5 0,-2-1 4 0,-1-1-4 16,0 0-2-16,-1 1 3 0,-1-1-1 15,0-2 2-15,-1 1-1 0,1-2 2 0,1 2-3 16,-1 1-2-16,2-2 2 0,0 1-3 0,3 2-2 16,1-1-3-16,1 1 3 0,0 2-4 0,3-1-2 15,1 5 1-15,2 0-1 0,-1 3-2 0,2 1 2 0,1 4-1 16,2 0-1-16,-1 3 3 0,0 3-2 0,-1 1 0 16,1 1 3-16,-3 1 2 0,0 2 0 15,-4-5 0-15,2 4 4 0,-1-4-4 0,-2 2-2 16,-1-2 1-16,2-1 6 0,-2 0-5 0,2-1 3 15,-1-1 2-15,-1 0 0 0,0-2 0 0,0 0 0 16,3-1 2-16,-1-1 1 0,-7-3-3 0,13 0 3 0,-2-3-4 16,-1-1 0-16,1 1 4 0,0-4 0 15,0-2-2-15,2-2 4 0,-3 3 1 0,0-5 2 16,-4 2-4-16,6-4 0 0,-8 3 1 0,0-3 9 16,-3-2 1-16,-2 2 1 0,-2 0-3 0,-2 0 4 15,-4 1-2-15,1 4 1 0,-1-3-4 0,0 5-1 16,-2 1-5-16,1 0 7 0,-3 2-14 0,1 3 1 15,1 2-15-15,-3 2-13 0,-2 3-25 0,-1 3-18 16,2 3-39-16,0 2-40 0,4 3-61 0,-1 0-54 16,3-1-171-16,2-1-469 0,4-3 209 0</inkml:trace>
  <inkml:trace contextRef="#ctx0" brushRef="#br0" timeOffset="99863.74">8397 6054 28 0,'0'0'241'0,"4"3"-11"16,-4-3 4-16,0 0-2 0,0 0-7 0,0 0-12 16,0 0-20-16,0 0-20 0,6 3-15 0,-6-3-24 15,0 0-25-15,0 0-32 0,0 0-38 0,0 0-52 16,0 0-89-16,0 0-76 0,0 0-155 0,0 0-359 15,0 0 159-15</inkml:trace>
  <inkml:trace contextRef="#ctx0" brushRef="#br0" timeOffset="107813.15">7742 5871 42 0,'0'0'110'0,"0"0"-1"0,0 0-2 0,0 0-7 0,0 0 5 16,0 0-2-16,0 0-1 0,0 0-6 0,0 0 0 15,0 0-5-15,0 0-1 0,0 0-8 0,0 0 2 16,0 0-5-16,0 0-5 0,0 0-7 0,0 0-2 16,0 0-7-16,0 0-5 0,0 0-4 0,0 0-4 15,5 5-8-15,-5-5-3 0,0 0-4 0,0 0-4 16,0 0-5-16,0 0-3 0,0 0 1 0,0 0-2 15,-3 11-2-15,3-11 4 0,-1 12 2 0,1-2 2 16,0 2 1-16,-1-2 7 0,-2 7 0 0,1 0 2 16,-1-1-3-16,3 2 0 0,-3 0 1 0,2 1-6 15,0 0 6-15,1 0-5 0,-1-1-1 0,-1 0-6 16,2 0 1-16,-1-2-6 0,1-1 1 0,0-2-3 16,0-3-2-16,0 1 1 0,0 0-1 0,0-2 0 15,0-1-2-15,1-1 1 0,-1-7 0 0,-1 15-2 16,0-8 2-16,1-7 2 0,0 10-1 0,0-10 5 15,2 10-3-15,-2-10 2 0,0 8-3 0,0-8 0 16,0 0-2-16,-1 10-3 0,1-10 2 0,0 0 1 16,1 8-3-16,-1-8-1 0,0 0-16 0,0 0-19 15,0 0-19-15,0 0-19 0,-2 7-24 0,2-7-29 0,0 0-29 16,0 0-33-16,0 0-149 0,0 0-360 16,0 0 160-16</inkml:trace>
  <inkml:trace contextRef="#ctx0" brushRef="#br0" timeOffset="108104.71">7610 5902 29 0,'0'0'150'16,"5"-6"-19"-16,-5 6-15 0,8-4-8 0,-2 3-14 15,-6 1-16-15,13 0 5 0,0 1-15 0,-4 0-6 16,2 2-5-16,-1 1-9 0,-1-2-2 0,2 3-1 16,0 0-9-16,-3 2-5 0,-1-1 2 0,1 0-8 15,1 1 2-15,-3 3-6 0,0-3-4 0,-1 2 4 16,-1 0-6-16,-1 1 2 0,-1-4-3 0,-1 2-3 16,1 1-5-16,-2 2-10 0,-3-4-16 0,-2 0-4 15,2 1-22-15,-2 2-4 0,-3-2-15 0,-2 1-15 16,2-2-10-16,1-1-79 0,-2 0-182 0,0-2 81 15</inkml:trace>
  <inkml:trace contextRef="#ctx0" brushRef="#br0" timeOffset="108706.73">7707 5984 110 0,'0'0'174'0,"-5"-5"-11"16,5 5-8-16,-5-5-10 0,5 5-8 0,0 0-4 15,-4-5-5-15,4 5-10 0,0 0-12 0,-4-6-8 16,4 6-6-16,0 0-7 0,0 0-12 0,-4-10-4 15,4 10-5-15,0 0-8 0,0 0-3 0,0 0-6 16,-2-6-6-16,2 6-5 0,0 0-5 0,0 0-3 16,10-7-3-16,-4 4-5 0,4 2 0 0,1-3-3 15,0 3-3-15,2-3 0 0,4-2-5 0,-3 6 2 16,0-3-2-16,3 0 0 0,-5 2-6 0,0 0 4 16,2 2-6-16,-4-1 1 0,0 1-1 0,2-1 3 15,-4 2-2-15,-1 0-1 0,0 0 1 0,0 2-2 16,-2-1-2-16,0 0 1 0,-1 2 0 0,-4-5 4 0,5 10 6 15,-2-5-9-15,-3 4 4 0,0-9 0 16,-4 17-3-16,-2-8 3 0,-1 1 1 0,0 0 1 16,-3-2 0-16,1 2 8 0,-4 2-11 0,3-4 2 15,-3 3-1-15,1-2-2 0,2-1-16 0,-2 2-13 0,2-3-7 16,1 0-15-16,0-1-19 0,3 0-14 0,0-1-22 16,1-2-20-16,-1 0-29 0,6-3-135 15,-10 4-311-15,10-4 138 0</inkml:trace>
  <inkml:trace contextRef="#ctx0" brushRef="#br0" timeOffset="109078.11">8111 5802 74 0,'0'0'169'0,"0"0"-4"16,0 0-6-16,0 0-8 0,0 0-8 0,0 0-12 15,0 0-11-15,0 0-16 0,0 0-11 0,0 0-8 0,0 0-12 16,0 0-3-16,0 0-3 0,19-6-8 0,-10 3-9 16,4 3-5-16,-3-2-4 0,2 0-5 0,0 0-4 15,1 1-8-15,-1-2-9 0,-5 3-22 16,-7 0-25-16,16-1-25 0,-5 1-26 0,-3 0-19 16,-8 0-12-16,10-2-18 0,-10 2-99 0,10 2-248 0,-10-2 110 15</inkml:trace>
  <inkml:trace contextRef="#ctx0" brushRef="#br0" timeOffset="109335.3">8120 5770 9 0,'0'0'156'0,"0"0"-10"0,0 0-20 16,0 0-10-16,-9 0-9 0,9 0-7 0,0 0-16 15,0 0 7-15,-4 12 24 0,3-2-11 16,-2 2 0-16,2 3-11 0,0 4-5 0,1 7 0 0,-2 1-3 15,1-1-9-15,1-7-5 0,-2 8-3 0,3-1-3 16,-2-1-1-16,-1 2-3 0,1-8-5 16,1-1-3-16,0 6-6 0,-1-7-5 0,1 2-2 0,0-3-4 15,-2 0-1-15,1 0-3 0,1-1-3 16,-1-4-6-16,0 1-15 0,-1-2-21 0,-1 1-25 0,0-2-31 16,1 1-32-16,0-4-33 0,0 1-44 0,2-7-137 15,-7 9-340-15,3-6 151 0</inkml:trace>
  <inkml:trace contextRef="#ctx0" brushRef="#br0" timeOffset="109484.37">8077 6091 124 0,'13'-2'126'0,"0"0"-19"0,5 1-23 0,0 0-44 16,3-2-47-16,-1 0-72 0,-7 1-87 0,6-1 39 15</inkml:trace>
  <inkml:trace contextRef="#ctx0" brushRef="#br0" timeOffset="109640.87">8404 6181 32 0,'0'0'239'0,"0"0"-23"0,0 0-22 16,3 5-17-16,-3-5-18 0,0 0-14 15,0 0-21-15,0 0-36 0,0 0-41 0,0 0-31 16,6 3-41-16,-6-3-61 0,7 3-135 0,-7-3-240 0,0 0 106 16</inkml:trace>
  <inkml:trace contextRef="#ctx0" brushRef="#br0" timeOffset="117254.43">9179 5773 3 0,'0'0'126'0,"-24"-6"6"16,24 6-14-16,0 0 1 0,0 0-1 0,-8-4-6 0,8 4-9 15,0 0-5-15,-7-2-8 0,7 2-3 0,0 0-3 16,-10-4 0-16,10 4-2 0,0 0 0 0,-8-2-11 16,8 2-3-16,0 0-5 0,-7-2-1 15,7 2-5-15,0 0 6 0,-7-3-13 0,7 3 2 0,0 0-8 16,0 0-3-16,-9-4-4 0,9 4-3 0,0 0-5 16,0 0-4-16,0 0 0 0,-13 1 3 15,13-1-5-15,0 0 4 0,0 0-2 0,0 0-1 0,0 0-2 16,0 0-2-16,0 0-5 0,0 0-3 15,-9-1-2-15,9 1-1 0,0 0 2 0,0 0-3 0,0 0 7 16,0 0 6-16,0 0 5 0,0 0-1 0,0 0 1 16,35 7 1-16,-19-7 1 0,15-2 7 0,1 0-6 15,2-1-2-15,3-1 2 0,3 0-5 16,11-5-4-16,-1 2-17 0,-13 3 0 0,0-1-3 0,-1 2 6 16,-2-1-9-16,0 1 2 0,-7 0 1 0,-7 2-2 15,-1 0-10-15,0-2-10 0,-6 3-23 0,-3 1-20 16,-2-1-23-16,0 0-14 0,-8 0-31 15,11 2-19-15,-11-2-19 0,5 4-22 0,-5-4-99 16,0 0-315-16,-23 12 139 0</inkml:trace>
  <inkml:trace contextRef="#ctx0" brushRef="#br0" timeOffset="117582.09">9283 5757 159 0,'0'0'184'0,"0"0"-14"0,0 0-15 0,0 0-12 16,0 0-15-16,0 0-18 0,0 0-13 0,0 0-7 16,0 0-7-16,0 0-15 0,-6 11-7 15,6 0 2-15,0 1 0 0,1 5-2 0,-1 7 4 16,0-5 0-16,2 8-2 0,0 1-1 0,-2 0-3 0,0-3-3 15,-3 2-9-15,3-4 1 0,0 5 3 0,-4-2-9 16,4-9-7-16,-1 2 2 0,1-2-6 0,0 1-2 16,-1-2-3-16,2-2-3 0,-1 1 2 15,0-2-4-15,0 0-3 0,-1-1 0 0,1 0-3 16,0-12-20-16,0 19-28 0,-2-10-30 0,2-9-21 0,0 15-26 16,0-15-23-16,2 11-30 0,-2-11-151 15,0 9-339-15,0-9 150 0</inkml:trace>
  <inkml:trace contextRef="#ctx0" brushRef="#br0" timeOffset="118153.4">9489 5796 195 0,'1'-7'204'0,"-1"7"-21"0,0 0-16 0,4-9-16 15,-4 9-21-15,0 0-8 0,0 0-16 0,0 0-2 0,0 0 1 16,6 31 1-16,-2-13-4 0,-3 2-10 0,0 6-5 16,2 1-4-16,-2 2-4 0,1-5-6 0,-4 3-2 15,1-3-9-15,2 4-10 0,-2-5-1 16,0-3-8-16,1-5 2 0,0 1-5 0,0-3-7 16,0-2-2-16,-2 1-5 0,2-4 2 0,0 3-3 15,2-1-3-15,-5-5-2 0,3-5-3 0,1 11-3 0,-1-11 1 16,-1 8 1-16,1-8 2 0,0 0-3 0,1 9 4 15,-1-9-1-15,0 0-2 0,0 0-3 16,0 0 2-16,0 0-4 0,0 0-1 0,0 0 0 16,10-21 0-16,-8 10-4 0,3 1-2 0,-2 3 0 15,1-1-4-15,2-3-5 0,-1 8-2 0,0-1-2 16,2 1-4-16,-1-2 0 0,4 3 0 0,0 2 2 16,2 2 0-16,1 0 3 0,1 4-2 0,-2-4 3 15,4 5 1-15,0-1-2 0,1 0 4 0,0-1 0 16,-1 1 0-16,2-1 5 0,-5-1 0 0,6-3-2 15,0-1 3-15,-1 0 1 0,1-3 0 0,1-1 1 16,-1-1-3-16,0 0 2 0,-2-2 0 0,0-2 3 0,-1 2 3 16,0-3 4-16,-5 3 4 0,1-7 0 15,-3 5 0-15,-2 1-3 0,-1-4 1 0,-1 2-2 16,-1 0 1-16,-1-1-2 0,-3-2-4 0,0 3 6 16,-2-1 0-16,0 2 4 0,-3-1-2 0,-2 5-5 15,2 0-2-15,5 5-4 0,-14 0 2 0,3 4 0 16,-2 5-4-16,-2 4 4 0,2 0-5 0,-5 10 3 15,2-3 1-15,5-2-1 0,3 0-14 0,4 0-12 16,2-1-16-16,3 0-26 0,0-2-40 0,6-1-61 16,1-3-51-16,3-3-190 0,-1 0-439 0,9-3 194 15</inkml:trace>
  <inkml:trace contextRef="#ctx0" brushRef="#br0" timeOffset="121210.7">10502 5953 33 0,'1'-12'214'0,"-1"12"-3"0,2-10-12 0,-2 10-11 16,-2-10-7-16,2 10-5 0,0-8-7 0,0 8-12 15,0 0-13-15,0 0-17 0,2-9-14 0,-2 9-13 16,0 0-10-16,0 0-12 0,0 0-10 0,0 0-8 16,7-2-6-16,-7 2-6 0,0 0-3 0,16 17 1 15,-9-9-11-15,1 1-5 0,3 3-3 0,0 1 0 16,-2 0-6-16,2 2 0 0,-2-2-3 0,0 0-1 15,-1-3 0-15,-1 7 0 0,0-8-3 0,1 6-1 16,-2-4-1-16,0-1 1 0,-1 2-3 0,2-5-1 16,-2 2 2-16,-2-3-3 0,-1 1-2 0,4-1 3 0,-6-6-2 15,4 8-3-15,0-3 0 0,-4-5-2 16,4 7 5-16,-4-7-3 0,4 2 5 0,-4-2 1 16,0 0 5-16,2 5 4 0,-2-5 9 0,0 0 2 15,0 0-1-15,0 0-4 0,0 0-2 0,17-19-3 16,-11 5-2-16,1-3 1 0,3 1-2 0,5-6-2 15,-2-2-2-15,1 2-3 0,-2-2 3 0,0 3-3 16,0-4-2-16,-3 2-3 0,2 1 4 0,-6 5-3 16,3-1 0-16,-4 1 0 0,1 0-3 0,1 2-3 15,-3 5-7-15,-2-2-9 0,3 3-11 0,-3 1-15 16,1 1-23-16,-2 7-32 0,1-8-37 0,-1 8-29 0,4-6-17 16,-4 6 1-16,0 0-15 0,18 7-10 15,-11 0-117-15,2 0-347 0,-1 3 154 0</inkml:trace>
  <inkml:trace contextRef="#ctx0" brushRef="#br0" timeOffset="121602.07">11200 5891 45 0,'0'0'211'0,"-15"-17"-14"0,15 17-2 0,-8-7-6 15,1 3 1-15,7 4-21 0,-15-4-11 0,5 4-11 16,10 0-7-16,-18 0-13 0,7 5-8 0,-2 2-16 0,-1 3-11 15,1 2-10-15,-1 5-5 0,-3 2-10 16,2 2-2-16,3-4-9 0,2 0-4 0,4 2-9 16,1-3-2-16,1 1-10 0,3-6 6 0,2 5-6 15,0-5-4-15,-1 1-2 0,4-3-3 0,1-2-12 16,0 0 0-16,4 0-1 0,-4-4-6 0,3-1 2 0,0 1-3 16,0-3 1-16,3-1 2 0,-11 1-2 15,20-5 2-15,-10 0-2 0,-1-4-3 0,3 1 3 16,-4-1 2-16,3-3-3 0,-6 3 1 0,4-2 4 15,-5 0 0-15,-1 1 4 0,-1-3-7 0,2 1 1 16,-3 3 1-16,-1 1 8 0,3 2-1 0,-3 6 1 0,1-9-4 16,-1 9-7-16,1-7-1 0,-1 7-5 15,0 0-1-15,0 0 0 0,0 0 1 0,0 0 0 16,0 0 4-16,8 21 0 0,-7-10-2 0,0 0 4 16,1 1-2-16,-1 1-6 0,2 3-17 0,0 2-13 15,1-1-21-15,-1-6-38 0,1 2-48 0,2-3-44 0,-1 0-207 16,-2-2-424-16,3 0 187 0</inkml:trace>
  <inkml:trace contextRef="#ctx0" brushRef="#br0" timeOffset="121829.05">11356 5746 107 0,'0'-7'281'0,"0"7"-20"0,-2-11-24 15,2 11-44-15,0-10-25 0,0 10-17 0,0 0-17 16,0 0-10-16,0 0-3 0,0 0-9 0,2 35-8 0,0-18-9 16,1 9-11-16,-3 1-4 0,3 1-7 15,-1-1-8-15,2 0-5 0,-2 0-5 0,0 2-7 16,0-4-24-16,0 2-28 0,1-2-16 0,-1 1-38 16,-1-1-58-16,3-6-57 0,-2-3-195 0,0 0-399 15,0-4 177-15</inkml:trace>
  <inkml:trace contextRef="#ctx0" brushRef="#br0" timeOffset="122342.9">11565 5986 1930 0,'7'-16'106'0,"-3"7"-9"16,-2 1-37-16,-1 1-18 0,3 1-29 0,-4 6 2 0,3-9-1 16,-3 9 0-16,3-4-1 0,-3 4 6 15,0 0 3-15,0 0 14 0,0 0-2 0,0 0 0 16,0 0-5-16,3 18 0 0,-3-18-5 0,0 15 1 15,0-5-2-15,2-2-4 0,1 2-3 0,0-1 2 16,-2-3-4-16,2 1 2 0,-1 3-4 0,2-2 1 0,1 1 0 16,1-4 0-16,0-1-3 0,0 1-2 15,-2-1-2-15,3-2-1 0,-7-2 0 0,14 3-3 16,-8-3-6-16,-6 0 0 0,13-5-4 0,-6 1-1 16,1-2-4-16,1-2 2 0,-1-2-3 0,2 1-3 15,-4-3 0-15,2-3 2 0,0 6 6 0,-2-1 0 0,-1-1-6 16,-1 3 0-16,1 2 5 0,-1 1-4 0,0 1-1 15,-4 4 3-15,9-2 4 0,-9 2 0 16,12 1-4-16,-3 2 3 0,-3 0 2 0,4 4-4 16,1-2 3-16,-1 1 3 0,3 0 3 0,-3-3 1 15,4 3 9-15,2-1 5 0,-5-2 7 0,9 1 1 0,0-4-2 16,0-2 5-16,-2-1-7 0,4-3 1 0,-1 1 2 16,-2-3-5-16,-3-1 11 0,3 0-8 15,-2-3 2-15,-4 2 4 0,-2-1-2 0,0 3-1 16,-5-2 4-16,-1 0 10 0,0-1 7 0,-4 0-9 15,-2-1-5-15,0-1 1 0,-3 3 1 0,-1 0-2 0,1 0 0 16,-2 1 4-16,-2 1-5 0,0 2-3 0,3 3-2 16,-4 3-5-16,9 0 0 0,-29 9-3 0,13 2-3 15,-5 5-5-15,4 3-2 0,-1 1-4 0,7-4-21 16,0 6-13-16,5-4-19 0,2 1-12 16,4-1-17-16,4-1-19 0,5 0-33 0,1 0-40 0,6-1-31 15,-1-4-29-15,4 0-120 0,4 0-383 0,5-4 169 16</inkml:trace>
  <inkml:trace contextRef="#ctx0" brushRef="#br0" timeOffset="122949.81">12630 5904 169 0,'0'-8'292'0,"2"3"3"0,0-3-12 0,-2 8-6 16,2-9-2-16,-2 9-13 0,0 0-20 0,0-11-17 15,0 11-20-15,0 0-21 0,0 0-24 0,0 0-17 16,0 0-13-16,0 0-9 0,-23 14-14 0,13-5-11 0,3 0-10 16,1 1-7-16,0 0-15 0,0 0-6 15,2-1-2-15,1 2-14 0,3-2 1 0,0-2-12 16,-2 1-6-16,2-8-7 0,5 13-6 0,-3-7-3 16,2-1-3-16,-4-5-1 0,10 9-4 0,-6-6-4 15,3-2 1-15,-7-1-6 0,12 0-2 0,-12 0-3 0,13-3-2 16,-5 2 3-16,-1-2-1 0,0-3-12 15,-3-1 0-15,1 0-2 0,-3-2-3 0,1-1-6 16,-2 0 3-16,-3-4-3 0,0-1-1 0,0 4 2 16,-2-2 6-16,-1 2 15 0,-2 0-12 0,2 2 7 15,3 0 4-15,-2 3-1 0,4 6-2 0,-4-10 2 0,2 6-1 16,2 4 1-16,0 0-2 0,-3-8-1 0,3 8-1 16,0 0 3-16,0 0 2 0,0 0 4 15,13-2 0-15,-13 2 4 0,15 1-2 0,-2-2 6 16,7-2 0-16,0 0-2 0,7-2 2 0,4-3-3 15,-4 1 9-15,2-3-7 0,-2 1 5 0,-6 1-6 0,-4-2 3 16,2-1 1-16,-4 1 3 0,-1-1-3 0,-1 0 2 16,-3-4-4-16,-2 0 4 0,-1 2 7 0,-3 2 2 15,1-6 5-15,-3 5 1 0,0 1 9 16,1-2-7-16,-6 3 19 0,3 1 8 0,0-1-8 16,0 10 3-16,-2-12-1 0,2 12-6 0,-2-10-7 0,2 10-13 15,0 0 9-15,0 0-12 0,0 0 3 0,-5 39 3 16,-1-10 1-16,-3 17 8 0,1-1-2 15,0 3 1-15,1-4 6 0,1 1-6 0,4-9 1 16,-3 9 4-16,0-11-2 0,1 0-4 0,3 14 1 16,0-15 0-16,1 1 1 0,-1-3-6 0,2 0 2 0,1-4-7 15,2-1 5-15,-2-7-33 0,1 0-37 0,2-6-25 16,-3 1-39-16,0-2-40 0,2-2-60 0,-2-1-64 16,-2-2-257-16,0-7-580 0,0 0 257 15</inkml:trace>
  <inkml:trace contextRef="#ctx0" brushRef="#br0" timeOffset="123105.55">12866 6034 2728 0,'2'-7'42'0,"0"0"-33"16,1 0-11-16,-3 7 9 0,6-8-22 0,-2 3 4 0,-4 5 3 16,10-9 1-16,-3 6 1 0,3-2-11 0,3 1-17 15,-1 1-31-15,7-3-34 0,7 0-48 0,1-1-41 16,0 3-177-16,0-2-395 0,2 0 175 0</inkml:trace>
  <inkml:trace contextRef="#ctx0" brushRef="#br0" timeOffset="123246.67">13308 5900 255 0,'0'0'249'0,"0"0"-10"0,0 0-1 0,0 0-4 16,4-5-14-16,-4 5-19 0,0 0-20 0,0 0-17 15,0 0-18-15,0 0-21 0,0 0-29 0,0 0-32 16,0 0-46-16,0 0-54 0,0 0-75 0,0-9-72 15,0 9-167-15,0 0-380 0,0 0 169 0</inkml:trace>
  <inkml:trace contextRef="#ctx0" brushRef="#br0" timeOffset="131225.49">13706 6231 13 0,'0'0'198'15,"0"0"-7"-15,0 0-5 0,0 0-3 0,0 0-8 16,0 0-6-16,0 0-12 0,0 0-8 0,0 0-9 16,-4-10-18-16,4 10-15 0,0 0-12 15,10-17-10-15,-3 6-8 0,3 1-7 0,0-4-15 0,-1 1-3 16,5-1-1-16,-1 0-8 0,-1 0-3 0,1-1-5 15,1-2 10-15,-1 2 0 0,-2 1-5 0,-1-2-6 16,0-2-3-16,-1 2-3 0,-4-1-5 16,4 1-2-16,-2 1-5 0,-3 0-3 0,1 4-2 0,-3-1 1 15,2 1-4-15,-1 0-1 0,-1 2 2 0,-1 1-3 16,1 1-17-16,-2 7-2 0,2-10 1 0,-2 10-1 16,0-8 3-16,0 8-5 0,0 0 2 0,0 0 0 15,0 0-1-15,0 0 4 0,0 0 1 0,-10 22 1 16,6-6 3-16,-3 0-3 0,-2 8 4 15,3-7 0-15,-2 2 4 0,4 0-2 0,0-4 3 0,0 1 2 16,4-4-5-16,-3 4 1 0,6-5 1 0,-2 1-1 16,0-3 3-16,3-3-2 0,0 0 2 0,1 1 0 15,4-3-1-15,2 1-2 0,0-2-3 0,3-5 1 16,4 1 1-16,-4-2 0 0,1 0 0 16,5-4-4-16,-2 0 0 0,-2-4 0 0,0 1 3 0,0-1-4 15,-1 1 0-15,-2-2 4 0,-4-1-2 0,3-2-1 16,-5 1 0-16,1 1 1 0,-3 2 0 0,2 0 2 15,0 2 0-15,-5 1-3 0,2 3 3 0,-1 0-5 16,-3 5 2-16,4-9-2 0,-4 9-3 0,2-5 1 16,-2 5 3-16,0 0-5 0,0 0 7 0,0 0-1 15,6 18 3-15,-4-9-2 0,-2-1 2 0,0 1 0 16,1 3 2-16,-1-4-1 0,0 1 4 0,0 1-2 16,1 0 1-16,-1-10-2 0,0 12 6 0,0-6-5 15,0-6 1-15,2 7 3 0,-2-7 1 0,0 0 0 16,2 6 1-16,-2-6 4 0,0 0 0 0,13-1 2 15,-13 1 2-15,14-8-2 0,-7 4 1 0,3-2 1 16,-2-2-6-16,-1 1 1 0,-1 1-4 0,3 0 0 16,0 1-2-16,0-2-5 0,-3 5 3 0,1-1 1 15,-7 3-5-15,14-1 2 0,-7 4 0 16,-7-3-2-16,13 5 2 0,-6 2 2 0,0 0-3 0,-1 0-9 16,-1 2-5-16,-1 1-17 0,1 0-24 0,0 1-28 15,-5 1-24-15,2 0-23 0,2-3-32 0,-4 2-158 16,0-11-348-16,0 13 155 0</inkml:trace>
  <inkml:trace contextRef="#ctx0" brushRef="#br0" timeOffset="131410.23">13901 5664 90 0,'0'0'78'0,"20"0"-24"16,-9 5-34-16,8 3-29 0,6 4-31 0,2 5-41 15,0-2 19-15</inkml:trace>
  <inkml:trace contextRef="#ctx0" brushRef="#br0" timeOffset="132193.5">14658 5896 1702 0,'7'-1'77'0,"0"-1"-26"16,-7 2-40-16,6-6 12 0,-6 6 2 0,0 0 17 16,-2-11-2-16,2 11 4 0,-12-7-1 0,4 4 16 15,0 0-4-15,-5 0 0 0,0 3 0 0,-5 0-1 16,7 3-4-16,-9 3-4 0,4 1-1 0,-2 3-2 16,-2 4-4-16,0 4-2 0,4-4-8 0,0 4 0 15,3-1-7-15,1-2 2 0,2 2-4 16,2-3-1-16,2 1-1 0,3-2-3 0,2 2-3 0,2-3 2 15,2-1-3-15,1-1 0 0,4-2-2 0,0-1 8 16,1-1-12-16,2-2-1 0,1 0-5 0,5-6-6 16,2 1 1-16,-1-1-5 0,0-5 0 0,-1 1 2 15,-1-1 1-15,0 0-3 0,-3-4-1 0,1-1 3 16,-3 2 0-16,-2-4 2 0,1 0-1 0,-4-1 4 16,-1-3-2-16,-2-1 1 0,-2 0-2 0,0-8 6 15,-1 2-1-15,-2-2 2 0,-1-1 3 0,0 0 3 16,-1 0-1-16,-2-2 3 0,0 3-1 0,1-2 7 15,-1 2-2-15,2 9 13 0,0 1 12 0,1 6 13 16,1 0-13-16,0 4 0 0,0 0-12 0,2 7-2 16,-1-9-8-16,1 9-3 0,0 0-3 0,0 0 0 15,0 0-4-15,0 0 6 0,1 40-8 0,3-9 9 16,-4 1-7-16,5 1 0 0,-5 3 2 0,1-4 1 16,2 3-5-16,1-3 5 0,-2-1-3 0,2-4 1 15,1-1-5-15,0-7 2 0,0-2 4 0,-1-1-4 16,2 0 3-16,1-3-3 0,2-4-3 0,-2 2-6 15,2-2-2-15,-1-2 6 0,2 0-13 0,-1-4 2 16,-1-1 0-16,-1-2-4 0,5 0-1 0,-3-4 4 16,0-1-3-16,0-2 5 0,0 0-2 0,-1-3 3 15,2 0 1-15,-4-4 3 0,2 0-2 0,-3-2 0 16,-2 0 1-16,2 0 0 0,-2 1 2 0,-1 4 3 16,-1 2 3-16,0 2 0 0,-1 0-1 0,0 7 0 15,0-9-1-15,0 9-3 0,2-8-3 0,-2 8 2 16,0 0 4-16,0 0 0 0,0 0-5 0,0 0-2 15,-4 27 3-15,4-17 4 0,0-10-5 0,1 16 3 16,2-5 1-16,-1-5 1 0,2 1-1 0,-1 0 1 16,-1-2 2-16,3 0 2 0,0-1-1 0,3 0 1 15,-2-2-2-15,-6-2 4 0,14-1-5 0,-2-2 1 16,-2 1 2-16,-1-4-2 0,1 3 0 0,-2-4 2 16,-3 0-4-16,3-2 9 0,1-1-6 0,-4 0 1 15,0 1-1-15,-1-2 2 0,-2 0-3 0,1-1-1 16,-1 3 2-16,0-3 0 0,-2 6-1 0,5 0 0 15,-5 6-1-15,2-10-4 0,-2 10-5 0,3-5 3 16,-3 5-2-16,0 0 1 0,0 0 2 0,0 0 9 16,4 29-6-16,-4-15-2 0,0 4-4 0,0 0-13 15,0-3-22-15,2 2-14 0,1-2-28 0,-1 0-33 16,2-2-31-16,1-1-33 0,-1-2-30 0,5-1-113 16,-2-2-353-16,4-1 156 0</inkml:trace>
  <inkml:trace contextRef="#ctx0" brushRef="#br0" timeOffset="132403.6">15292 5835 63 0,'-5'-10'213'0,"0"1"-8"0,1 3-8 16,-1 2-10-16,-1 0-14 0,6 4-13 0,-13 0-12 16,2 3-5-16,-2 7-10 0,-2 3-15 0,2 0-6 15,-5 7-7-15,3 2-13 0,1-1-4 0,5-6-12 16,5 2-9-16,0 0-2 0,2-3-7 0,4 1-5 15,0-4-14-15,4 6-15 0,2-2-21 0,1-4-26 16,5-2-30-16,0 0-24 0,4-2-44 0,0-2-38 16,2-3-44-16,-2 0-112 0,11-6-341 0,-9 1 152 15</inkml:trace>
  <inkml:trace contextRef="#ctx0" brushRef="#br0" timeOffset="132632.06">15495 5670 11 0,'-4'-15'249'0,"2"3"-7"16,-2 0 2-16,4 2-5 0,0 4-16 0,0 6-21 16,-3-10-27-16,3 10-18 0,0 0-20 0,0 0-16 15,0 0-4-15,0 0-13 0,3 33 11 0,-1-4-7 16,1 2-11-16,-2-2-6 0,0 0-4 0,-1 1-13 16,2-3 0-16,-1 2-7 0,-2-2-9 0,-1-1-1 15,1-6-8-15,1 5-2 0,0-8-12 0,-1 3-35 16,1-4-18-16,-1-1-27 0,-3-3-26 0,4-1-30 15,0 0-41-15,0-11-43 0,-3 13-34 0,3-9-182 16,0-4-432-16,0 0 192 0</inkml:trace>
  <inkml:trace contextRef="#ctx0" brushRef="#br0" timeOffset="133084.01">15370 5802 121 0,'14'0'129'0,"5"-1"-13"16,4 1-8-16,4-2-5 0,1 2-4 0,-1 2-10 16,0-2-12-16,2 0 1 0,1 0-7 0,-2 0-15 15,-7 0-3-15,0-2-2 0,-2 2-6 0,-1 0-2 16,-5 0-4-16,-2 0 3 0,-3 0-12 0,-1 0 13 16,-7 0 14-16,11 0 10 0,-11 0 12 0,0 0 8 15,11 0-7-15,-11 0-7 0,0 0-6 0,0 0-5 16,0 0 5-16,-16 12 0 0,7-5-4 0,0 2-2 15,-4 2 1-15,4-2-2 0,-5 5-4 0,2 0-10 16,2 0-4-16,2-3-5 0,0 1-1 0,1 0-6 16,2-2-6-16,2-1-2 0,2 2 0 0,1-2 1 15,0-2-5-15,0-7 1 0,5 11 0 16,0-6 0-16,2-2-5 0,0 0 3 0,5-2-2 0,-3-1-5 16,5-1-3-16,-1-2-1 0,-3 0-4 0,0-1 4 15,3-1 0-15,0-2-2 0,-4 0-1 0,1-1 1 16,0 0-3-16,2-5 2 0,-5 3 1 15,-3 0 0-15,5 0-3 0,-4 1-2 0,-2-1 6 0,-1 2 7 16,1 1 3-16,-3 7-3 0,2-9-3 0,1 5-5 16,-3 4-3-16,0 0-3 0,0 0 3 0,0 0-2 15,0 0 2-15,0 0 0 0,-5 31 2 0,1-17-5 16,0 1 6-16,2-3-20 0,-1 4-24 0,-2-1-29 16,1 1-50-16,4-4-57 0,-1 0-68 0,-2-1-134 15,2 3-408-15,2-3 180 0</inkml:trace>
  <inkml:trace contextRef="#ctx0" brushRef="#br0" timeOffset="133439.2">16024 5859 118 0,'1'-8'238'15,"-1"8"-22"-15,0 0-19 0,0 0-12 0,0 0-2 16,0 0-11-16,0 0-12 0,0 0-10 0,4 24-15 15,-1-14-14-15,-6 0-9 0,2 1-13 0,1 0-7 16,-1-1-10-16,1-1-6 0,0-2-8 0,0-7-6 16,0 14-6-16,-2-10-5 0,2-4-2 0,0 0-1 15,2 11-4-15,-2-11-2 0,0 0-2 0,0 0-4 16,0 0-2-16,0 0-3 0,0 0-6 0,0 0 3 16,0 0-16-16,0 0-2 0,9-29 2 0,-4 20-11 15,0-7 5-15,1 0-13 0,1 1 2 16,3-1 1-16,0 2-6 0,0 2-2 0,0 4-2 0,-2-1 0 15,1 4 1-15,1 1 2 0,-3 3-5 0,-7 1 3 16,16 0-2-16,-8 1 4 0,1 4-1 0,-1 3 3 16,1 1 0-16,-1 0 4 0,1 0 0 0,-1 6-1 15,-3-3 2-15,4 1-19 0,-4 2-22 0,0-5-42 16,1 0-59-16,-1 2-38 0,2-1-202 0,-3-3-417 16,1-3 185-16</inkml:trace>
  <inkml:trace contextRef="#ctx0" brushRef="#br0" timeOffset="133787.63">16475 5763 107 0,'-1'-7'244'0,"1"7"-12"16,-3-11-21-16,3 11-14 0,-6-2-9 0,6 2-6 16,-11 12-12-16,-1 1-9 0,-1 8-8 0,0 1-13 15,1 0-12-15,0 2-9 0,5-6-11 16,1-1-10-16,4 2-12 0,2 1-4 0,2-3-11 0,5 0-8 15,1-3-1-15,3-1-7 0,4 0-4 0,3-3-3 16,1-4-4-16,7 1-4 0,1-4-5 0,1-2-3 16,0-5-3-16,-6 1-2 0,3-4-6 0,2-2-7 15,-1-3 0-15,-9 3-1 0,-2-3-2 0,0-1 3 16,-4-2-7-16,1 1 2 0,-2-2 0 0,-2 0-2 16,-4-3-2-16,-4 3 1 0,1-1 1 0,-4 2 9 15,1 3 4-15,-2 3 4 0,0 3-6 0,-1 2-5 16,-3 2-3-16,8 2 3 0,-19 8-2 0,4 3 1 15,-3 8 0-15,0 1-1 0,5 1 0 0,1 2 4 16,5-6-13-16,3 2-19 0,6 1-21 0,1-2-40 16,1 1-28-16,5-2-65 0,7-3-79 0,4 3-222 15,-2-7-510-15,10-2 225 0</inkml:trace>
  <inkml:trace contextRef="#ctx0" brushRef="#br0" timeOffset="143683.9">17407 5660 231 0,'-1'-10'221'0,"1"1"-23"16,0 9-14-16,-2-13-2 0,2 13-13 15,0-9-12-15,0 9-18 0,0 0-16 0,0-9-16 16,0 9-8-16,0 0-11 0,0 0-2 0,0 0-21 0,6 28 1 16,-5-3-2-16,-1 1-4 0,-1 4-7 0,-1-2-2 15,2 3-2-15,-4-1-7 0,2-1-2 0,-1-2-3 16,3 1-2-16,-2-9-5 0,0 6 1 16,1-6-5-16,0-2-1 0,1-1-6 0,0-3 1 0,-2-3-4 15,2 1 4-15,-1-5-5 0,1-6-1 0,0 13-2 16,0-13 2-16,-1 9 2 0,1-9-2 0,-1 7 1 15,1-7 4-15,0 0-4 0,0 0-1 0,0 0-3 16,0 0-1-16,0 0 1 0,0 0-2 0,6-25-2 16,-3 13 1-16,1-2-3 0,3-3-3 15,2 2-5-15,0 1 1 0,3 0-6 0,-1 2 2 16,-2 2-1-16,0 1-2 0,4 4 1 0,-2 0-3 0,1 2 4 16,0 0-2-16,-1 1 1 0,0 4 3 0,-1 1-4 15,-1 1 9-15,0 2-6 0,-2 0 3 0,-1 4 0 16,-1-2-6-16,-2 3-6 0,-1-1 5 15,-3 0 2-15,-1 1-3 0,-5-1-8 0,1-1-1 16,-6 4-2-16,3-3-1 0,-5 2-4 0,0-3-2 0,1 0 0 16,1-4 7-16,-1 1 5 0,1-1 2 0,2-4 0 15,10-1 4-15,-15 3-2 0,6-3 3 0,9 0 2 16,-13-3 0-16,13 3 0 0,-11-3 1 0,11 3 1 16,-8-4-3-16,8 4 0 0,-6-3 1 15,6 3-10-15,0 0-6 0,0 0 0 0,0 0 0 0,0 0 4 16,0 0-2-16,0 0 5 0,25-3 4 0,-25 3-1 15,31-1 0-15,-13-1 3 0,3 0 1 0,2 0 1 16,4-2-2-16,1 0 0 0,2-1-1 0,0-2 2 16,-3 0 2-16,0 1 0 0,1-2-1 15,-1-1 5-15,-7 1-1 0,0 0-5 0,-1 0 2 16,0-1 1-16,-4-2 4 0,2 0-1 0,-4 0 3 0,-2-3-2 16,-3 4 2-16,0-4-4 0,-5 4 13 0,3 0 19 15,-5 0-1-15,-1 0-2 0,-1 0-3 0,1 2-3 16,-4 0 1-16,1 0 1 0,-1 3-2 15,4 5 0-15,-7-10-4 0,3 8 0 0,4 2-1 16,-14-3 1-16,14 3-1 0,-16 7-2 0,5 0 0 0,3 1 3 16,-3 6-2-16,3 0 2 0,2-4-7 0,1 2 3 15,1-1-4-15,1 2 1 0,3-2-1 0,1 0-1 16,2-3 6-16,2 8-4 0,0-7-1 0,4-2 2 16,1 1 0-16,-1-3-6 0,4-1-6 15,0 0-6-15,-2 0-8 0,3-3-2 0,-1-1-4 16,2 0-2-16,-2-1 5 0,1-2-4 0,-1 0 2 0,0-3 1 15,1 3 2-15,-4-4-8 0,2-2 6 0,-3 1 8 16,-3-3 2-16,3-2 2 0,0-1 5 0,-3-2 2 16,-2 0 5-16,0-3 8 0,-1 3 5 0,-1-7 0 15,2-3 2-15,-4 1 5 0,0 8 2 16,0 1 13-16,0 0-3 0,1 1 4 0,2 3 4 0,-3 2 4 16,0 2-2-16,0 8-3 0,0-11-11 0,0 11-4 15,1-6-3-15,-1 6-7 0,0 0 4 0,0 0 11 16,3 36 12-16,-5-11-1 0,1 3 1 0,1 0-2 15,-5 3-4-15,4-3 0 0,-2 2-3 16,2 0-3-16,0-4 0 0,1 2-3 0,0-1 3 16,-2-2-3-16,2 2-28 0,2-8-22 0,0 0-17 0,1-1-24 15,-1-1-39-15,1-2-58 0,-1-4-37 16,1-1-31-16,-2-1-167 0,-1-9-427 0,0 11 190 16</inkml:trace>
  <inkml:trace contextRef="#ctx0" brushRef="#br0" timeOffset="143842.81">17932 5918 171 0,'-1'-7'177'0,"1"7"-12"0,0 0-12 0,4-9-22 0,-4 9-9 16,10-7-13-16,-2 4-19 0,3-1 0 16,4 2-11-16,3-1-24 0,2 1-29 0,1 0-45 15,0 1-35-15,6-2-49 0,-7 1-96 0,2-2-215 0,-2-1 94 16</inkml:trace>
  <inkml:trace contextRef="#ctx0" brushRef="#br0" timeOffset="144157.17">18289 5570 93 0,'0'0'174'0,"0"0"6"0,0 0-5 0,11 13-6 16,-9-5-6-16,-2 1-13 0,1 1-15 0,-1 1-8 15,0-1-10-15,1-1-6 0,-1-3-14 0,0-6-1 16,1 10-7-16,-1-10 2 0,0 9 0 0,0-9 2 16,0 0 0-16,-1 8 3 0,1-8 5 0,0 0-14 0,0 0-5 15,0 0-9-15,0 0-5 0,0 0-6 16,0 0-3-16,4-33-11 0,0 22-5 0,1-4-5 16,0 0-5-16,1-1-5 0,3 2-5 0,-1 4-3 15,-2 2-2-15,2-2-6 0,-1 4-6 0,-1 3-2 16,1-1-2-16,1 4 1 0,-8 0-3 0,13 3 1 15,-2 3 1-15,-2 2 0 0,4 3-11 0,-4 2-17 16,1 0-14-16,-2 4-20 0,0 1-32 0,-1 5-35 16,-3-4-41-16,1-1-36 0,-2 1-202 0,-1-1-438 15,-2-3 194-15</inkml:trace>
  <inkml:trace contextRef="#ctx0" brushRef="#br0" timeOffset="145513.21">18998 5586 205 0,'-1'-10'232'15,"-1"1"2"-15,1-1-4 0,0 3-12 0,1 7-13 16,-3-12-13-16,3 12-16 0,-1-10-14 0,1 10-22 16,0 0-18-16,0-7-17 0,0 7-14 0,0 0-7 15,0 0-8-15,6 21-6 0,-6-2-2 0,2 9-19 16,-2 2-2-16,2 1 0 0,1 1-4 0,-3-1-6 16,1 0-1-16,-2-1 3 0,1-2-10 0,0-2-2 15,-1-1-1-15,-1-1-4 0,4-5-2 0,-4-2 0 16,1 1-6-16,2-1-15 0,1-5-22 0,-1 5-28 15,-2-6-30-15,1-2-33 0,-2 2-32 0,1-4-27 16,1-7-27-16,-1 12-180 0,1-12-411 0,-8 4 182 16</inkml:trace>
  <inkml:trace contextRef="#ctx0" brushRef="#br0" timeOffset="146066.4">18979 5753 129 0,'11'-8'122'15,"-2"0"-10"-15,5-2 0 0,3 2-11 0,-2 0-7 16,3 0-7-16,0 0-12 0,0-1-3 0,-3 2-11 16,1 0-2-16,-2 2-12 0,-3-1-1 0,0 1 8 15,-1 0 5-15,0 1 5 0,-4-2-1 0,2-1-2 16,0 4 0-16,-5-4 3 0,3 0 3 0,-1-1 5 0,-1 1-7 16,-2 0-8-16,-2-2-2 0,3 1 3 15,0 3-2-15,-3 5-2 0,2-12-6 0,-2 12-6 16,1-7-8-16,-1 7-3 0,0 0-4 0,0 0-5 15,0 0-8-15,0 0 1 0,0 0-2 0,0 0 3 16,2 33-4-16,-2-13 5 0,-1 5-4 0,-1 2 2 0,-3 0-5 16,3-3 3-16,0-3-3 0,-1 4 1 15,1-7 1-15,-2 0 3 0,3-2-7 0,-2-5 2 0,2 1-4 16,-1-2 5-16,1 0-8 0,1-4-3 16,0-6-1-16,0 12-1 0,0-12-4 0,1 9 1 15,-1-9-4-15,3 7 3 0,-3-7-7 0,0 0 4 0,12-2 1 16,-12 2 4-16,20-6-5 0,-8 3 5 15,1-1 1-15,0 2 2 0,1 0 6 0,-1-1 1 16,7-1-1-16,-1 2 2 0,0 1-2 0,1-3 1 16,1 2 0-16,0-2-2 0,0 0 1 0,-1 0 3 15,8 0-5-15,-7-1 2 0,-2-1-1 0,0 1 1 16,-1-3 6-16,-1 0-5 0,-5 2-2 0,-1-1 3 0,-2 0 0 16,2-2 3-16,-5 2-1 0,0 0 9 0,-1-2 3 15,-3-2-1-15,-3 3 0 0,1-2 7 16,-3-1-4-16,0 6 0 0,0-2 1 0,-4-2-2 15,2 6-2-15,-3 0-5 0,8 3-3 0,-21 3 5 0,8 3-1 16,-2 5 2-16,-7 5-2 0,7-1-4 0,-4 4 1 16,5 2-4-16,5-3 3 0,-2-1 1 15,6 2-4-15,3-2-14 0,2 1-26 0,4 1-28 16,1-2-35-16,6-2-35 0,3-1-53 0,7 0-216 0,-2-5-430 16,12-3 191-16</inkml:trace>
  <inkml:trace contextRef="#ctx0" brushRef="#br0" timeOffset="147479.57">20560 5546 142 0,'1'-8'271'16,"0"2"-9"-16,-1 6-17 0,-1-13-9 0,1 13-4 15,-1-10-3-15,1 10-20 0,-4-7-17 0,4 7-17 16,0 0-19-16,0 0-20 0,-9-3-13 0,9 3-9 16,-10 11-6-16,-3 2-15 0,-2 6 2 0,-2 3-6 15,2 0-11-15,-2 1-6 0,3-3-10 0,4-2-3 16,-3-1-6-16,4 0-7 0,3-2-1 0,3-3-4 15,3 0-9-15,0 0 0 0,1-1-7 0,1 2-9 16,3-3-6-16,0-3-13 0,4 0-8 0,1 0-15 16,2-1-6-16,0 0-4 0,8-3 2 0,-1-3-17 15,0 0 0-15,1-3-5 0,1-1 3 0,-3-2 2 16,-1-1 6-16,2-1-1 0,-3-2 3 0,-2 1 5 16,1-2 7-16,-3-2 3 0,-2 1 1 0,-2-2 4 15,-2 2 1-15,-1 1 7 0,-1-1 14 0,0 2 3 16,0 1 4-16,-2 3 7 0,0-1 3 0,-2 7-4 15,2-10-1-15,-2 10-1 0,0 0-8 0,0 0 0 16,0 0-15-16,0 0 7 0,0 0 3 0,-9 22 3 16,6-7 7-16,0-3-3 0,-1 4 2 0,3 1-1 15,-1-2 3-15,2-1-7 0,2-2 2 0,0 0-1 16,1 0 1-16,0-1 0 0,3 0 5 0,0-3-3 16,1 2-1-16,-1-4 1 0,3-2 1 0,1 2-3 15,-1-3 0-15,-1-2 6 0,2 1-8 0,-10-2 8 16,15-3-8-16,-8 1 0 0,2-5 0 0,-3 1-4 15,-1 0 0-15,0-5-3 0,-2 2-4 0,-2-2-2 16,-1-7-5-16,0 3-4 0,-2-3-3 0,-4 0 1 16,-1-9 0-16,2 11 2 0,-5-3 2 0,3 2 1 15,1 2 0-15,-3 1-1 0,2 5 6 0,2 1-3 16,3 2 4-16,-1 0 3 0,3 6-8 0,-8-7 0 16,8 7 6-16,0 0 3 0,0 0-6 0,-16 10 1 15,12-3 5-15,1 2-5 0,1-2 8 0,1 5-4 16,1-3 5-16,2 0-1 0,1 1 0 0,3-2-1 15,2 1-3-15,1-1 2 0,1-1-4 0,4 0 10 16,3-4 1-16,0-1-4 0,1-2-6 0,3 0 1 16,-2-4 4-16,-2 0-2 0,2-4-3 0,-4 3 7 15,2-4 2-15,-7 1-2 0,4-3 1 0,-4-3-2 16,-1 1 11-16,1-2 2 0,-5 3 13 0,2-7-2 16,-1 0-3-16,-2-1 6 0,0 5 1 0,-3-3 0 15,-1 0 2-15,3 3-3 0,-2-2 1 0,0 4 0 16,1 2 4-16,-2 1 2 0,0 4-1 0,0 6-8 15,1-11-3-15,-1 11-9 0,0 0-3 0,0 0-2 16,0 0 2-16,0 0-2 0,-3 33 2 0,3-8-2 16,-1 4 3-16,0 2-2 0,-2-2 0 0,3 3 0 15,-1-2 2-15,0-2 7 0,2-3-6 0,0 3 4 16,3-10-9-16,-1 0 0 0,0-1-1 0,1-2 3 16,0-1 2-16,1-2-3 0,2-1 2 0,-1-1 1 15,-1-2 1-15,0-2-4 0,2-2 3 0,0 0 1 16,2-3-4-16,-9-1 2 0,13-1 0 0,-4-3-1 15,1 0 2-15,-1-2-1 0,1-2-5 0,1-6 5 16,0-2-1-16,-1-1-3 0,-2-10 2 0,2 1 1 16,-2 0-1-16,-2-2-4 0,1-2-4 0,-4-3-1 15,1 4 2-15,-1 0 0 0,-3 0 3 0,1 0-2 16,-2 2-1-16,1 8 3 0,1 1 6 0,-1 5 13 16,-1 4-2-16,1 9-2 0,1-14-7 0,-1 8-8 15,0 6 2-15,0 0-2 0,0 0 2 0,0 0-2 16,-4 43 1-16,0-14-1 0,1 5 5 0,0 11-2 15,-2-11 1-15,3 1-5 0,0-2 2 0,2-2 6 16,3-2-3-16,1-3-1 0,-1-1 0 0,1 0 3 16,3-7 7-16,-1 0-7 0,3-1-3 0,1-3 1 15,0-2 3-15,4 0 0 0,-3-6 2 0,4 3-3 16,2-4-3-16,-4-1 3 0,6-2-6 0,0-2 10 16,0-3-15-16,0-4 0 0,-1 0-4 0,-1-4 2 15,-1 0 5-15,1-2-15 0,-4-2 1 0,3-6 4 16,-3-1-4-16,-3 3-5 0,-2-4 11 0,-3-2-6 15,-2 8 4-15,-1-1-1 0,0 1 1 0,-2 6 5 16,1 2 13-16,-1-1-7 0,0 10 2 0,-3-12-5 16,3 12-1-16,-5-5 9 0,5 5-9 0,0 0 4 15,-24 12-3-15,11 0 1 0,-1 2 2 0,0 2-3 16,2 0 5-16,2 0-4 0,1-1 1 0,5 2 2 16,0-2-5-16,2 2-17 0,1-3-16 0,3-2-23 15,2 0-30-15,1-4-42 0,4 1-61 0,8-2-57 16,-6-4-142-16,8 0-426 0,3-3 189 0</inkml:trace>
  <inkml:trace contextRef="#ctx0" brushRef="#br0" timeOffset="147709.26">21884 5563 73 0,'0'0'238'15,"-10"-7"-14"-15,2 4 1 0,8 3-8 0,-23 6-14 16,7 2-7-16,-3 1-13 0,-2 10-8 0,-2 0-6 15,1 3-13-15,2-1-14 0,1 1-14 0,4 2-13 16,4-8-11-16,4 2-4 0,1-2-12 0,5 1-9 16,2-1-8-16,4-3-7 0,3 1-16 0,2-2-14 15,5 1-17-15,2-4-24 0,5-2-23 0,4 0-20 16,1-1-20-16,1-4-32 0,-2-1-31 0,2-3-27 16,-7-2-25-16,-1 0-11 0,7-4-14 0,-11 1-108 15,4-1-344-15,-6-2 152 0</inkml:trace>
  <inkml:trace contextRef="#ctx0" brushRef="#br0" timeOffset="147901.37">22096 5568 70 0,'5'-30'143'0,"-3"5"1"16,0 7 16-16,-1 0 12 0,-1 4 14 0,3 4 11 15,-2-1 3-15,-1 11-7 0,1-14-16 0,-1 10-17 16,0 4-23-16,0 0-16 0,0 0-13 0,0 0-11 16,0 0 8-16,3 29-1 0,-4-3-3 0,-1 0-1 15,-2 3 1-15,3 0-10 0,-3 3-1 0,-2-4-6 16,5-1-9-16,-3 1-12 0,3-4-3 0,-2 1-7 15,3-6-3-15,0 1-25 0,-1-4-32 0,-1 3-29 16,0-5-30-16,1-2-42 0,-1-1-65 0,1-2-60 16,1-9-225-16,-1 16-495 0,1-16 219 0</inkml:trace>
  <inkml:trace contextRef="#ctx0" brushRef="#br0" timeOffset="148265.4">22055 5651 79 0,'0'0'193'16,"5"-4"-18"-16,-5 4-9 0,12-5-11 0,-5 3-11 15,1 0-15-15,5 0-13 0,-3 0-9 16,3 2-17-16,-1 2-6 0,1 0-10 0,1 2-5 0,-1-1-12 16,-1 3-14-16,3 3 8 0,-7 0-2 0,3 3-6 15,-5-2 2-15,0 6 13 0,-3-4 8 0,0 3-1 16,0-2 3-16,-1 3-14 0,0-5-2 0,-1 2-9 15,1-1-3-15,2-2-3 0,-3-1-2 16,2-2-4-16,2 2-1 0,0-3-4 0,4 0-2 0,3-2-1 16,-1-1-2-16,4-3-1 0,2 1-5 0,2-3 5 15,0 0-2-15,1-3-1 0,-5-2-3 0,3 0 3 16,-3-1 0-16,-1-1 8 0,-3 1 9 0,-1-5 0 16,-3 2-6-16,0-4 0 0,-3-1-1 15,-3 1-6-15,-2-1 4 0,-5-3-6 0,1 2-1 16,-2 2-8-16,-2-1-12 0,-2 1-9 0,2 8-15 0,-6-5-18 15,4 7-29-15,-3 2-30 0,-3 2-39 0,-1 5-23 16,3 0-47-16,-4 9-151 0,-4-1-391 16,3 5 173-16</inkml:trace>
  <inkml:trace contextRef="#ctx0" brushRef="#br0" timeOffset="148625.19">22373 5885 143 0,'16'-9'187'0,"-1"1"-3"0,0-3-3 16,-1 3-9-16,3-3-7 0,-3 0-13 0,0-2-9 16,0-2-9-16,-1-1-9 0,4-4-11 0,-5 3-5 15,-2 0-4-15,1-1 2 0,-1 3-3 0,-4 0 2 16,1-1-8-16,-3 4-2 0,-1 0-4 0,0 2-1 0,-2 0-4 16,-1 0-9-16,0 10-3 0,-1-13-6 15,1 13-13-15,0-11-1 0,0 11-6 0,0-8-8 16,0 8-3-16,-1-8-4 0,1 8-9 0,0 0-5 15,2-7-9-15,-2 7 2 0,0 0-9 0,0 0 1 0,0 0 0 16,18 9 2-16,-11-5-3 0,3 2 5 0,-1 0-8 16,1 1-1-16,1 1 5 0,0-2-4 15,-2 2-1-15,-2 2 0 0,2-1-5 0,0 5 2 16,-2-2 1-16,-2 2 1 0,1-2 0 0,-2 0 4 16,-2 0-2-16,0-1 0 0,0 1 8 0,-3-1-8 15,0 2 4-15,-1-3-5 0,-2 0 1 0,1 1-16 0,-2-1-22 16,2 0-16-16,-1 0-25 0,-1 1-33 15,1-3-54-15,0 1-51 0,1-4-223 0,3-5-477 16,-8 13 211-16</inkml:trace>
  <inkml:trace contextRef="#ctx0" brushRef="#br0" timeOffset="149188.46">23444 5720 194 0,'0'0'273'0,"-6"-12"-12"16,-1 5-20-16,-2 2-17 0,-5 1-16 0,-2 3-14 16,-5 1-16-16,-7 7-14 0,-2 1-13 15,0 4-14-15,1 4-2 0,1 3-13 0,3-2-14 16,2 4-12-16,4-1-7 0,0 0-13 0,6-4-5 0,5 1-6 15,3 0-6-15,0-5-11 0,5 5 0 0,2-6-8 16,1 0-12-16,5-2-3 0,1 0-11 16,5 1-7-16,1-3-5 0,-2-4-7 0,8 0-2 0,-1 0-3 15,-2-3 1-15,1-2 0 0,0-2 0 16,-3-1 2-16,-1-3-2 0,-1-1 3 0,-2-2 7 0,0 1-7 16,-1-4 3-16,-2 1-1 0,-2 1 7 0,0-2 0 15,-2-3 6-15,-3 5 8 0,4-2 3 16,-4 1-1-16,2 4 0 0,-2 1 6 0,0 2-5 0,-2 6-3 15,2-10-8-15,-2 10 0 0,0 0-6 0,0 0-1 16,0 0 4-16,0 0-1 0,1 23 2 0,-2-12-6 16,0 5 3-16,0 2 4 0,-1 2-3 0,1-2-16 15,1 0-17-15,0 1-30 0,1 0-37 16,1-2-56-16,0-2-60 0,3-1-48 0,-3-1-171 0,-1-4-464 16,3-2 206-16</inkml:trace>
  <inkml:trace contextRef="#ctx0" brushRef="#br0" timeOffset="149535.56">23581 5840 213 0,'2'-3'227'16,"-2"3"-21"-16,0 0-16 0,7-4 11 0,-7 4-10 16,0 0-8-16,0 0-4 0,4 19-21 0,-3-10-9 15,0 1-8-15,-2 0-11 0,2 1-12 0,-2-3-10 16,0 2-11-16,1-10-8 0,0 14-8 0,0-7-6 15,0-7-1-15,0 10-11 0,0-10-8 0,-2 9-1 16,2-9-4-16,-2 5 8 0,2-5 9 0,0 0 0 16,0 0-6-16,0 0-8 0,0 0 1 0,0 0 0 15,0 0-9-15,6-21-3 0,-2 12-5 0,0-2-9 16,6-1 0-16,-2-7-11 0,5-1-4 0,1 6-10 16,-3-1 0-16,3 2 1 0,0 1-2 0,-5 2-4 15,3 3-1-15,-2 1-4 0,4 2-2 0,-4 4 6 16,1 0-6-16,-1 3-2 0,-1 3 2 0,0 0 0 15,-3 2 2-15,2 2 2 0,-1 4-2 0,-2-2-2 16,1 3-21-16,-5-2-23 0,3 3-38 0,-2-5-42 16,1 2-60-16,-1-1-62 0,2-2-216 0,1 1-509 15,-1-3 225-15</inkml:trace>
  <inkml:trace contextRef="#ctx0" brushRef="#br0" timeOffset="149925.06">24124 5801 297 0,'-8'-8'284'16,"2"4"-15"-16,-2 0-18 0,-2 2-10 0,0 4-22 15,-8 2-12-15,1 3-19 0,-2 2-10 0,-4 4-12 16,1 0-14-16,7 1-17 0,2-2-11 0,1 4-13 16,3-1-14-16,2-3-1 0,3-1-11 0,2 1-15 15,1 3-6-15,2-3-4 0,3-1-3 0,3 2-17 16,2-5-7-16,3-1-21 0,-1 0-8 0,6 0-4 15,1-4-5-15,1-1-4 0,-2-4 4 0,-1 1-2 16,-3-3 3-16,4-4 5 0,-7 3-1 0,1-4-3 16,0-3 4-16,-2-4-1 0,-2 1 14 0,0-3-8 15,-2-1 0-15,-4-7-1 0,2-1 5 0,0-1 3 16,0-1 4-16,0 0 3 0,-1-2 8 0,1 1 0 16,3 0 0-16,-2 2 10 0,0 2 20 0,-4 9 23 15,2 1 7-15,-1 7 2 0,-1-1 5 0,2 4-19 16,-2 6-14-16,3-10-15 0,-3 10-7 0,0 0 0 0,0 0-5 15,0 0-16-15,0 36 6 0,-3-9 6 16,0 4-6-16,-1-2-2 0,1 4-1 0,-1-2-25 16,-1-1-28-16,2-1-33 0,-1-1-38 0,3 2-36 15,1-2-39-15,1-3-57 0,3-5-58 0,-1-1-281 16,3-1-621-16,3-5 274 0</inkml:trace>
  <inkml:trace contextRef="#ctx0" brushRef="#br0" timeOffset="150194.91">24831 5689 3032 0,'11'-20'16'0,"-6"1"103"16,1 0-42-16,-2 2 2 0,-3 7 4 0,3-1-5 16,-3 4-1-16,-1 7-15 0,0-11-15 0,0 11 0 15,1-7-12-15,-1 7-1 0,0 0-8 0,0 0 15 0,0 0 15 16,-9 42-21-16,0-15 10 0,-1 3 7 0,2 3-8 15,-5 1 6-15,1 0 0 0,3-1-6 16,-2-3 4-16,1 0-9 0,0 0 3 0,2 0-8 16,3-3 6-16,-1-2-26 0,2-5-22 0,2 8-21 0,2-8-42 15,0-1-33-15,-2-1-24 0,2-3-24 16,-2-3-45-16,2-1-57 0,-2-4-30 0,2-7-37 0,-1 11-162 16,1-11-524-16,0 0 232 0</inkml:trace>
  <inkml:trace contextRef="#ctx0" brushRef="#br0" timeOffset="150719.41">24741 5881 48 0,'4'-12'248'0,"4"0"-24"0,0-2-24 15,1 0-19-15,3 1-19 0,-2 1-19 0,3 0-7 16,0-2-11-16,2 3-10 0,2-3-7 0,1 3 0 0,-1-2 2 16,0 3-6-16,-1 0 0 0,0 0 2 0,-7 2 2 15,2 1-4-15,0 0-10 0,-2 0 1 0,0 0-8 16,-4-3-4-16,1 7-4 0,-1-4-4 0,-2 1-14 15,2 1-2-15,0 0-7 0,-5 5-6 0,6-9-7 16,-6 9-5-16,6-4-3 0,-6 4-7 0,4-3-2 16,-4 3-6-16,0 0-2 0,0 0-5 0,0 0 0 15,0 0 3-15,1 17-3 0,-2-7 2 0,-1 3-2 16,0 0 1-16,-1 4-4 0,0 1 3 0,-3-2-4 16,2 1-4-16,1 0-2 0,-1-2-10 0,0-2-7 15,1-1 1-15,2 0-2 0,-1 0 0 0,-1-4-9 16,1 2 7-16,3-3-6 0,-2 0 6 0,1-7 0 15,1 14 1-15,0-7 3 0,0 0 2 0,-1-7 0 16,2 13 4-16,0-8 1 0,-2-5 4 0,4 9-3 16,0-4 0-16,0-1 5 0,-4-4 5 0,9 9 1 15,-5-6 7-15,4-1-2 0,1-1 3 0,-2-1 4 16,3 0-3-16,4-1 1 0,-1-1-2 0,5-2-2 16,-2-3 2-16,3 1-1 0,3-3 0 0,-6 1-5 15,4-1 5-15,-3 1 0 0,-2-2 1 0,0 0-2 16,3-2-3-16,-5 3 7 0,-3 1 4 0,-1-2 1 15,-3 1 9-15,-2 0 14 0,3 1 10 0,-4 2 1 16,-1 1-4-16,2 1 5 0,-4 4 3 0,2-7-6 16,-2 7-11-16,0 0 3 0,0 0-3 0,0 0-3 15,-29 19 1-15,16-8 1 0,-1 2-7 0,-3 2-9 16,-2 2 1-16,1 2-5 0,7-3-25 0,-1-1-37 16,6 1-32-16,1-5-39 0,1 5-45 0,4-5-82 15,4 0-69-15,4-1-196 0,7-3-548 0,3-1 243 16</inkml:trace>
  <inkml:trace contextRef="#ctx0" brushRef="#br0" timeOffset="151149.62">25958 5596 177 0,'5'-8'312'0,"-1"-1"-12"0,2 1-21 0,-4 4-21 16,-2 4-27-16,4-10-21 0,-4 10-27 0,0 0-22 15,0 0-14-15,0 0 0 0,4 25 4 0,-6 0 7 16,0 5 8-16,-4 3-9 0,2-1-1 0,-2 0-18 16,1 2-1-16,-1-3-19 0,3 1-13 0,-2-4-13 15,1 0-1-15,-1-1-15 0,3-3-6 0,-2-5-4 16,2 1-7-16,-2-4-6 0,4 0-40 0,-1-3-18 15,1-1-30-15,-2-1-31 0,0 0-23 0,2-3-22 16,0-2-29-16,0-6-33 0,0 0-40 0,0 0-61 16,-6 7-244-16,6-7-561 0,0 0 249 0</inkml:trace>
  <inkml:trace contextRef="#ctx0" brushRef="#br0" timeOffset="151602.75">25765 5786 34 0,'-5'-7'244'0,"5"7"-22"0,0 0-25 0,0 0-21 16,20-7-17-16,-1 5-15 0,0 2-12 0,13-2-10 0,-1 0-12 16,1 2-9-16,1 1-10 0,2-1-1 0,-2 1-12 15,-1 1-10-15,-1-2-6 0,-1-2-6 16,-3 4-8-16,-8-2-3 0,-2 0-6 0,-5 0-4 16,0-2 0-16,-5 4-6 0,-1-2 6 0,3 0 17 15,-9 0 10-15,7 2 6 0,-7-2-6 0,0 0-4 0,0 0 2 16,0 0 0-16,0 0 0 0,-13 13 6 15,0-5 2-15,-4 1 1 0,4 0-5 0,-3 4-1 16,3 0-3-16,-1-1-9 0,5-4-7 0,3 4-4 16,-1-2-4-16,2 2-6 0,0-3 2 0,3 2-7 15,4-1-3-15,-2 0 6 0,5-4-10 0,0-1-1 16,6 1 0-16,0 0-10 0,7-1-12 0,-3-1-3 0,6-2-2 16,0-2 0-16,-2-1-3 0,-2 0 2 15,0-2-1-15,3-2 5 0,-6 0 0 0,-3 1 2 16,0-4-1-16,-1 1-2 0,-2-1 2 0,1-2 2 0,-4 1 2 15,4-2-4-15,-6 0 3 0,-1 2 6 0,0-3 9 16,0 5 10-16,-2 7 3 0,0-11 1 0,2 6-9 16,-2 5-5-16,0 0-6 0,0 0 1 15,0 0-7-15,0 0 7 0,0 0 2 0,-14 28-2 16,7-13-1-16,3-1-1 0,-4 3 1 0,3 0 3 0,5-1-5 16,-2 0-10-16,4 0-23 0,0-4-27 0,5 4-38 15,-1-4-61-15,3-4-64 0,3 4-66 0,1-5-184 16,3-1-506-16,0-1 224 0</inkml:trace>
  <inkml:trace contextRef="#ctx0" brushRef="#br0" timeOffset="151839.75">26641 5814 2154 0,'9'-27'166'0,"2"3"-42"0,-6-5-38 0,1 5 20 15,-6 7-10-15,4 1-4 0,-1 6 9 0,-3-2 15 0,2 4 14 16,0 1 7-16,-2 7-30 0,2-9-1 0,-2 9-26 15,3-7-2-15,-3 7-11 0,0 0-8 16,0 0-6-16,2 41 0 0,-4-15-6 0,-1 4 2 16,3 2-8-16,-6-2 5 0,3 2-6 0,-1 0-2 15,0-3-4-15,-1 2 0 0,-1-2-3 0,1 2-2 0,0-3 1 16,1-2-36-16,-1 4-25 0,1-4-25 0,-4-3-35 16,2-2-37-16,2-4-47 0,-1-1-68 0,1-4-74 15,0-2-231-15,2-3-593 0,2-7 263 0</inkml:trace>
  <inkml:trace contextRef="#ctx0" brushRef="#br0" timeOffset="152053.51">26756 5796 120 0,'10'-7'227'0,"-1"1"-10"0,3 5-18 15,-3-2-15-15,2 3-12 0,2 1-19 0,-2 4-15 16,-1-1-13-16,-3 3-13 0,1 2 3 0,-1 4-5 15,-3-3-10-15,2 7-5 0,-4-2-8 0,-4-1-5 16,2 1-4-16,-10 2-7 0,1-2-7 0,0 0-13 16,-5-1-18-16,3-3-17 0,-5 0-23 0,3-1-37 15,-1-4-42-15,3-1-63 0,1 1-70 0,-4-5-122 16,5-1-370-16,-2 0 165 0</inkml:trace>
  <inkml:trace contextRef="#ctx0" brushRef="#br0" timeOffset="152287.59">27080 5609 246 0,'8'-7'288'0,"-6"1"-25"0,1 3-21 0,-3 3-27 16,6-5-25-16,-6 5-18 0,0 0-4 0,9 11 16 16,-9 1 11-16,-3 8 10 0,-1 4-23 0,-2 3-12 15,-1 0-13-15,0 2-10 0,2 1-17 0,-3-2-11 16,3-3-10-16,-1 3-8 0,0-3-6 0,2 0 4 15,-3 1-23-15,3-1-10 0,-2-5-9 0,4-2-31 16,-2 0-31-16,4-2-38 0,-4 1-41 0,0 0-34 16,1-5-57-16,1 0-68 0,-2-3-63 0,0-2-182 15,4-7-529-15,-5 9 233 0</inkml:trace>
  <inkml:trace contextRef="#ctx0" brushRef="#br0" timeOffset="152530.59">27185 5764 186 0,'2'-4'234'0,"4"-1"-13"0,1 3-18 0,-1-1-15 15,-6 3-14-15,12 0-5 0,-12 0-9 0,13 5-15 16,-3 1-13-16,-1 0-10 0,-5 2-15 0,3 0-8 16,-1 2-11-16,0 1-2 0,-6 0-12 0,1-1-2 15,-2 3-6-15,-3-1 1 0,-2-1-8 0,-3 2-2 16,0 1-11-16,-3 0-7 0,-1-5-13 0,-3 1-17 15,-1 0-20-15,5-5-23 0,-3 4-22 0,1-4-25 16,3-4-28-16,2 2-28 0,2-2-29 0,7-1-24 16,-13 0-152-16,13 0-369 0,-7-5 165 0</inkml:trace>
  <inkml:trace contextRef="#ctx0" brushRef="#br0" timeOffset="152728.1">27340 5810 80 0,'12'-8'179'0,"-3"2"6"0,1-1 8 15,-1 1 9-15,-3 2-4 0,-1 0-2 0,-5 4-11 16,9-5-19-16,-9 5-15 0,7-2-14 0,-7 2-19 16,0 0-16-16,0 0-2 0,0 0 4 0,9 12 11 15,-8-3-4-15,-1 4-3 0,1 3-10 0,-1-5-9 16,-2 1-12-16,1 1-2 0,-3 3-10 0,0-4-3 16,2 3-8-16,0-1-25 0,1-2-30 0,-1-1-30 0,0 2-40 15,2-3-55-15,-2 0-67 0,2-1-75 16,-3-2-148-16,0-1-448 0,3-6 198 0</inkml:trace>
  <inkml:trace contextRef="#ctx0" brushRef="#br0" timeOffset="152900.87">27463 5557 81 0,'0'-7'228'0,"0"7"-59"0,0-10-66 0,0 10-34 16,0 0-20-16,0 0-18 0,0 0-25 0,0 0-36 16,-4 35-88-16,2-10-127 0,2 0 55 0</inkml:trace>
  <inkml:trace contextRef="#ctx0" brushRef="#br0" timeOffset="153152.54">27480 5967 5 0,'0'0'242'0,"0"0"0"16,0 0-3-16,0 0-10 0,13-21 3 0,-10 15-13 16,2-3-14-16,2-3-13 0,-1 3-17 0,6-5-7 15,-1 3-11-15,5-4-15 0,-3 2-15 16,3 2-11-16,-1-1-11 0,-4 5-14 0,1-1-5 16,1 3-17-16,-3 2-7 0,1 2-9 0,-2 1-8 15,0 1-6-15,-2 4-2 0,1 0 0 0,-1 2-3 0,-1 0-9 16,-2 3 3-16,-2 1-4 0,0 0-6 15,0-1-22-15,-2 0-28 0,2-1-10 0,-2 2-13 16,0-4-29-16,2 2-47 0,-2-1-39 0,2-3-46 16,1 1-41-16,1-1-152 0,-4-5-443 0,14 3 196 0</inkml:trace>
  <inkml:trace contextRef="#ctx0" brushRef="#br0" timeOffset="153661.73">28045 5808 40 0,'0'-7'252'15,"0"7"-1"-15,-2-14-17 0,-3 9-6 0,0 0-8 16,-2-2-7-16,-1 5-4 0,-6 1-21 0,-3 2-9 16,1 4-17-16,-2 1-17 0,1 1-12 15,2 2-5-15,-3 0-21 0,3 1-10 0,3-3-11 16,6 3-6-16,-3-1-11 0,2 1 0 0,2-1-19 0,3 1-17 16,-1-3-9-16,3-7-10 0,3 13-10 0,1-6-6 15,3-1-1-15,-2-2 0 0,2 0-3 0,-1-1 0 16,3-2 1-16,1 0 3 0,-10-1 0 15,14-2 1-15,-7 1 3 0,3-2 5 0,-10 3-6 0,10-5 10 16,-3 1 12-16,-2 1-2 0,0-1 6 0,-5 4 2 16,11-8 1-16,-9 4 10 0,-2 4-5 0,6-6-3 15,-6 6-6-15,0 0-7 0,5-4-2 0,-5 4-9 16,0 0-5-16,0 0 1 0,5 14 8 0,-5-3 2 16,-2 7 2-16,7 10 4 0,-8 2 3 0,8 1 15 15,-1 20 10-15,-4-19 7 0,2 14 4 0,0-10-1 16,-2 9-8-16,-2-8 12 0,0-4-2 0,6 2-1 15,-6-3 5-15,0 1-5 0,-2-2-8 0,4-4 0 16,-1 0-6-16,0-8 2 0,-4 0-10 0,1-4 9 16,-1 2-16-16,0-5 10 0,3-2 2 0,-7 0-1 15,-3 0-1-15,3-4 1 0,-9 0-5 0,0-1-5 16,-2-2-3-16,-7-1-5 0,-2-4-1 0,3-3 5 16,5 1-9-16,2-1 2 0,-7-5-3 0,8 1-6 15,0-3-8-15,3 0-13 0,3-3-17 0,-1-7-10 16,7-2-24-16,5-1-10 0,-1-4-1 0,11 0-11 15,4-3-12-15,11-11-6 0,2 3-7 0,3 1-7 16,4 4-5-16,4 0-17 0,-6 12-11 0,7-8-25 16,-4 12-34-16,9-6-30 0,-10 5-32 0,1 5-214 15,-3-2-522-15,2 2 232 0</inkml:trace>
  <inkml:trace contextRef="#ctx0" brushRef="#br0" timeOffset="154091.15">28638 5607 67 0,'2'-8'306'0,"0"2"-14"0,-2 6-10 15,2-11-13-15,-2 11-22 0,4-7-24 0,-4 7-26 16,0 0-26-16,0 0-19 0,0 0-17 0,0 0-10 15,1 36 3-15,-6-5 8 0,-1 4-20 0,-5 12-5 16,-1 1-8-16,-1-2-11 0,1-12-4 0,6 1-10 16,-1-5-11-16,1 3-2 0,2-2-7 0,-2-2-6 15,2 2-3-15,0-2-4 0,3-3-2 0,-1-7-18 16,-1-2-14-16,2 1-19 0,-1-2-34 0,2-4-26 16,-2 2-35-16,-1-4-44 0,-1-1-51 0,2-2-43 15,-1-1-39-15,0 1-161 0,3-7-478 0,-11 5 211 16</inkml:trace>
  <inkml:trace contextRef="#ctx0" brushRef="#br0" timeOffset="154321">28631 5785 177 0,'17'-11'186'0,"1"1"-3"0,-1 3-15 15,-4 3-5-15,0 1-12 0,3 3-12 16,-6 1-11-16,3 3-1 0,3 2-13 0,-5 3-4 15,-2 3-8-15,2 2-1 0,-5 1-2 0,0 1-17 16,-3-1-1-16,1 2-2 0,-8-2 1 0,1 2 4 16,-4-2-2-16,-2 0-7 0,-4-2-9 0,1 1-8 0,-1-2-10 15,-3-2-17-15,1-2-25 0,2-2-31 16,0-1-33-16,0 1-45 0,2-2-49 0,0-1-52 16,-2-2-159-16,4-1-394 0,9 0 174 0</inkml:trace>
  <inkml:trace contextRef="#ctx0" brushRef="#br0" timeOffset="154605.09">28820 5893 204 0,'0'0'226'0,"0"0"-23"16,0 0-19-16,8 3-13 0,-8-3-11 0,4 6-8 0,-4-6-5 16,6 7-3-16,1-4-9 0,-3 2-13 15,5-1-10-15,1 3-12 0,2-1-4 0,4 0-14 16,0 0 0-16,4-2-13 0,0-1-4 0,0-1-8 15,2-2-5-15,5-1-2 0,-6-2-8 0,-1 2-4 0,-3-2-1 16,-5-1 6-16,-1 1 6 0,-1-3-1 0,-5 1 2 16,-1-1 0-16,2-4-5 0,-6 1-5 15,-1 0-1-15,-4-4-7 0,-3 0-2 0,-1 0-8 16,-4 0-2-16,2 2-1 0,-2 0-3 0,-1 6-6 16,3 0-13-16,-1 0-19 0,-2 3-15 0,2 0-17 0,-1 2-22 15,1 2-33-15,-1-1-51 0,4 3-43 16,0 1-39-16,3-1-148 0,2-1-422 0,4-3 187 15</inkml:trace>
  <inkml:trace contextRef="#ctx0" brushRef="#br0" timeOffset="154803.56">29279 5791 2 0,'0'0'240'0,"8"-5"-17"15,-8 5-16-15,8-3-18 0,-8 3-17 0,0 0-26 16,10 6 2-16,-10-6 4 0,2 13 2 0,-2 0-1 15,0 3-2-15,-5-1-13 0,3 3-14 0,-2 6-7 16,1-5-15-16,2-1-7 0,-3 0-13 0,2 8-21 16,0-9-20-16,4 2-21 0,-5-2-32 0,0-5-34 15,2 1-54-15,2-3-62 0,-1 0-60 0,0-10-141 16,-3 15-392-16,3-15 173 0</inkml:trace>
  <inkml:trace contextRef="#ctx0" brushRef="#br0" timeOffset="154958.79">29306 5604 126 0,'3'-5'128'0,"-3"5"-33"0,7-3-28 0,-7 3-39 16,11 9-29-16,-3 1-33 0,0 6-35 15,-3 3-73-15,2 5 32 0</inkml:trace>
  <inkml:trace contextRef="#ctx0" brushRef="#br0" timeOffset="155196.73">29453 6032 120 0,'0'0'213'0,"11"-12"2"0,-8 6-7 16,1 0-1-16,2-3 1 0,0-1-13 0,4-3-16 0,0 0-15 15,2-3-17-15,1 0-10 0,5-2-16 16,3 0-5-16,-6 6-17 0,-1 3-6 0,4-1-9 15,-8 5-10-15,2 2-8 0,-1-1-10 0,1 3-6 16,-4 2-6-16,3 4-2 0,-5 2-6 0,0 0-7 16,-1 5 2-16,-4 0-4 0,-1 4-1 0,-1 2 1 0,-3-1-5 15,3 1 0-15,-5-3-14 0,0 1-15 0,-3-2-32 16,1 1-49-16,2-5-54 0,1-1-55 0,0 1-236 16,-4-3-467-16,9-7 207 0</inkml:trace>
  <inkml:trace contextRef="#ctx0" brushRef="#br0" timeOffset="155491.03">30007 5615 82 0,'6'-17'264'0,"-4"5"1"0,2 0-5 0,-1 1-2 0,-2 4-16 15,2 1-14-15,-3 6-28 0,2-12-25 0,-2 12-18 16,0 0-19-16,0 0-12 0,0 0-4 15,3 33 9-15,-6-6-3 0,-1 3-7 0,2 2-8 16,-1-1-6-16,-2 0-4 0,4 0 7 0,-3-2-17 16,-2-1-8-16,3-1-3 0,1-3-9 0,0 1-2 0,0-7-7 15,-1-1-3-15,3 0-9 0,0-1-9 0,0-3-2 16,0 2 1-16,3-5 3 0,-3 1-17 0,2 0-12 16,0-4-20-16,0-1-16 0,-1 1-25 15,-1-7-25-15,6 10-21 0,0-5-20 0,-1-3-25 0,-5-2-22 16,11 2-33-16,-11-2-47 0,21-6-37 0,-11 2-190 15,-1-5-503-15,2 2 222 0</inkml:trace>
  <inkml:trace contextRef="#ctx0" brushRef="#br0" timeOffset="155659.37">29951 5755 80 0,'-11'-2'201'0,"11"2"-18"0,0 0-7 15,-9 0 0-15,9 0-15 0,0 0-12 0,0 0-19 16,0 0-7-16,0 0-24 0,44-4-24 0,-16 2-33 0,4 1-56 16,2-2-56-16,-1-2-79 0,-1 1-78 0,4-1-247 15,-5 1 110-15</inkml:trace>
  <inkml:trace contextRef="#ctx0" brushRef="#br0" timeOffset="155803.26">30354 5746 199 0,'0'0'190'16,"0"0"-6"-16,0 0-17 0,0 0-12 0,-6 4-17 16,6-4-11-16,0 0-33 0,0 0-39 15,0 0-45-15,0 0-50 0,0 0-46 0,0 0-114 0,0 0-214 16,0 0 94-16</inkml:trace>
  <inkml:trace contextRef="#ctx0" brushRef="#br0" timeOffset="157805.29">30400 6083 118 0,'4'-5'221'0,"0"-5"-11"16,3 2-14-16,1-1-14 0,4-1-14 0,0-3-13 15,4 2-12-15,0 0-8 0,0-2-3 0,-1 2-15 16,0-1-5-16,2 2-8 0,-2-2-11 0,1 1-8 15,-2 1-10-15,0-3-21 0,-7 4-1 0,2-3 4 16,0 1 2-16,0 3-6 0,-4 0 0 0,0-1-2 16,-1 4 0-16,-1-1 11 0,-3 6-13 0,6-8-2 15,-6 8-6-15,4-5-4 0,-4 5-5 0,0 0-3 16,0 0-1-16,0 0 0 0,0 0-1 0,-23 19 0 16,17-10 1-16,-4 3-4 0,3-4-10 0,-1 2 6 15,3-1-4-15,0 1-3 0,1 1 0 0,2-1 2 16,3-1-6-16,-1-2 4 0,3 1 7 0,3 0-17 15,-4-4 5-15,6 3-4 0,0-3-3 0,3 0-3 16,1-2-2-16,1-2-2 0,1 0-1 0,-1-2 6 16,0-2-4-16,-1 2 2 0,-2-4 9 0,2 1-9 15,2-5 1-15,-4 3 1 0,-2-3-3 0,-1 1 3 16,0-1 2-16,-2 0-5 0,3-3 1 0,-6 2-3 16,2-1 3-16,0 0 1 0,-2 4 2 0,0-2-3 15,0 5 3-15,-2 5-3 0,3-11-2 0,-3 11-1 16,2-6-3-16,-2 6 4 0,0 0-2 0,0 0 3 15,-5 25 6-15,0-10-3 0,0 1 6 0,0 2-1 16,1 1 1-16,-2 1-4 0,1-1 3 0,-1 5 0 16,0-6-3-16,2-2-14 0,2 4-13 0,-1-1-28 15,-1-2-32-15,1-2-43 0,0-2-67 0,2 0-56 16,-6-3-159-16,5-3-445 0,2-7 198 0</inkml:trace>
  <inkml:trace contextRef="#ctx0" brushRef="#br0" timeOffset="157966.73">30624 5595 22 0,'11'-3'42'0,"-1"6"-53"0,1 1-12 0,1 1 6 16</inkml:trace>
  <inkml:trace contextRef="#ctx0" brushRef="#br0" timeOffset="158389.22">31136 5741 59 0,'8'-7'205'0,"3"0"-8"16,1 0-8-16,2-2-3 0,3 4-9 0,-1-2-8 15,-3 3-11-15,5 2-17 0,-8 1-12 0,3 2-14 16,1 2-13-16,-1 3-9 0,3 5-10 0,-2 1-14 16,0 0 1-16,-2 0-13 0,-4 2-1 0,2 1-4 15,-6-1-9-15,-3-1 1 0,-1 3 3 0,-1-4-7 16,-6 4 4-16,2-5-2 0,-1 0-5 0,-6 1 0 16,3-2-12-16,-2 1-5 0,0-3-4 0,0-2-7 15,3 1-2-15,3-1-9 0,-1-3-5 0,2-1-3 16,4-2 0-16,-6 6 0 0,6-6-11 0,-4 5-1 15,4-5-10-15,0 0 5 0,0 0-1 0,0 0 4 16,14 7 2-16,-6-4 2 0,2-3 3 0,1 2 1 16,0 0 0-16,-1 1 0 0,1 2 0 0,-1-4-1 15,1 3 2-15,-2 3 3 0,0-2 3 0,-2 2 11 0,-2-1 4 16,0 0 10-16,-2-2 5 0,0 2 17 16,-3-6-1-16,-3 13-5 0,-3-5 3 0,-2-1-6 15,0-3 1-15,-3 3-6 0,-2-2 2 0,0-1-2 16,-5-1-10-16,0 1-13 0,-2-2-16 0,2-1-23 0,5-2-14 15,2 1-28-15,-3-2-36 0,14 2-40 16,-21-2-39-16,14 1-144 0,7 1-367 0,-9-10 162 16</inkml:trace>
  <inkml:trace contextRef="#ctx0" brushRef="#br0" timeOffset="158681.67">31424 5917 25 0,'12'0'193'0,"-12"0"-8"15,9 4-3-15,-5-1-7 0,0 4 1 0,0-2 0 16,1 2-16-16,-1 0-13 0,-2-2-13 0,2 4-9 16,0 0-13-16,3-1-5 0,-5-3-14 0,7 2-8 15,-5 0-8-15,4-1-6 0,-1-1-5 0,5 2-12 16,-1-4-1-16,1 1-4 0,3-4-4 0,-2 3-6 16,1-6 0-16,-3 0-4 0,2 1 3 0,-3-3 4 15,1 1 5-15,-1-1-1 0,-1-1 0 0,-2-2-1 16,0-1 4-16,-1 0-3 0,-1 2 1 0,-3-5-7 15,-1 2-3-15,-1-1-5 0,0 1 0 0,-1-1 0 16,-2 0-10-16,-2 2-10 0,3 1-6 0,-2 1-7 16,4 7-14-16,-8-9-15 0,1 7-15 0,-3-1-29 15,1 2-30-15,-2 4-33 0,-1-1-46 0,2 1-37 16,0 2-183-16,-1 0-435 0,3 0 193 0</inkml:trace>
  <inkml:trace contextRef="#ctx0" brushRef="#br0" timeOffset="159246.64">31803 5867 184 0,'4'-4'227'0,"-4"4"-2"0,7-6-14 16,-7 6-16-16,0 0-21 0,6-3 4 0,-6 3-20 16,0 0-13-16,0 0-9 0,5 16-7 0,-5-7-10 15,-1 3 1-15,0 1-10 0,-1-2-5 0,0 5-11 16,-1-4-8-16,2 4-10 0,-2-5-9 0,2 1-2 15,0-3-8-15,1-9-2 0,-2 14-7 0,2-14-2 16,-1 10-4-16,1-10-2 0,0 0 1 0,-2 10 3 16,2-10 11-16,0 0 2 0,0 0-5 0,0 0-6 15,0 0-7-15,0 0-5 0,0 0 1 0,0 0-12 16,0 0 4-16,-2-36-8 0,5 25 2 0,-1-4-5 16,2 2-1-16,3-3-1 0,-1-1-18 0,3 0 10 15,4-6-3-15,-3 7-4 0,3 2 3 0,-3 1-6 16,0 0 1-16,-1 7-3 0,1-1-2 0,-1 1-3 15,3 5-1-15,-4 1-1 0,-8 0 4 0,17 4-12 16,-8 2 12-16,0 2 0 0,-1 2 2 0,1 1-1 16,-1-1 8-16,1 3-8 0,-1 1 8 0,-1-3-6 15,-3 0 4-15,2-1-6 0,-2-1 7 0,0 0 2 16,-2-4 4-16,2 1-8 0,-1-1 8 0,-3-5-5 16,3 8 5-16,-3-8 3 0,2 6-9 0,-2-6 11 15,0 0 0-15,0 0-2 0,0 0 5 0,0 0-6 16,0 0 0-16,0 0 0 0,0 0-2 0,0 0 0 15,11-19-7-15,-7 13-12 0,4-5 6 0,-2 3-6 16,3-5-6-16,0 1 5 0,1 2 1 0,2-1-2 16,-2 1-1-16,1 4 1 0,0-2 1 0,-1 5 1 15,-4 1-1-15,2-1-6 0,-8 3 5 0,13 0-1 16,-13 0-2-16,11 7 5 0,-6-3 1 0,-1 3 3 16,0 1-3-16,-3 4 2 0,-1-3 8 0,0 1-5 15,0-10 5-15,0 21-7 0,-2-9-13 0,1 0-28 16,-3-1-37-16,-1-2-49 0,5-9-55 0,-7 15-53 15,2-8-174-15,5-7-453 0,-10 7 201 0</inkml:trace>
  <inkml:trace contextRef="#ctx0" brushRef="#br0" timeOffset="159497.54">32373 5759 141 0,'6'-12'253'0,"0"4"6"15,-2 3-3-15,-1-2-9 0,0 2-30 16,-3 5-8-16,4-7-26 0,-4 7-21 0,0 0-17 16,0 0-9-16,9 16 7 0,-8-4 17 0,-1 5-6 15,1 2-14-15,-1 1-4 0,-2 4-11 0,-1 2-6 16,-1-7 0-16,1 5-15 0,0-4-17 0,0 5-4 0,1-7-9 16,1 1-4-16,-2-2-5 0,2 1-30 15,-3-3-12-15,3 2-33 0,0-3-44 0,-2 3-29 16,2-6-35-16,-1-3-33 0,2-8-53 0,-2 11-39 15,2-11-27-15,0 0-182 0,0 0-490 0,0 0 216 16</inkml:trace>
  <inkml:trace contextRef="#ctx0" brushRef="#br0" timeOffset="159791.54">32390 5967 156 0,'2'-7'193'16,"2"1"-19"-16,0 0-4 0,1 1-4 0,3-2-16 15,-2 3-15-15,5-3-10 0,-1 3-9 0,2-2-10 16,5 2-11-16,1-1-9 0,-1 1-12 0,3 1-4 15,-1-1-7-15,1 1-8 0,-8-1-4 0,1 1-3 16,0-3-3-16,-3 3-4 0,-1-2-7 0,-4 2 1 16,4-5-5-16,-4 2 1 0,0 2 3 0,-1-5 10 15,1 2 0-15,-1-4 6 0,-1 2 6 0,0 1-25 16,-1-1-3-16,-1 1 2 0,1 1 8 0,-2 7 8 16,2-12-2-16,-2 5 1 0,0 7-11 0,0 0-7 15,0 0-6-15,0 0-2 0,0 0-4 0,0 0 4 16,0 0 4-16,-7 33 2 0,2-16 1 0,0 1 3 15,-1 4-3-15,-2 4 3 0,0-3-6 0,-3 2 0 16,2-2-4-16,1 3 1 0,3-9-8 0,2 4-27 16,-1-4-36-16,0-1-34 0,-1 0-60 0,2-4-86 15,0 0-203-15,3-12-470 0,-5 15 208 0</inkml:trace>
  <inkml:trace contextRef="#ctx0" brushRef="#br0" timeOffset="159963.79">32830 6110 175 0,'0'0'341'0,"0"0"-29"0,0 0-20 0,0 0 2 0,0 0-9 15,0 0-15-15,0 0-30 0,0 0-26 0,0 0-19 16,0 0-32-16,0 0-47 0,0 0-60 0,0 0-54 16,0 0-63-16,0 0-73 0,0 0-85 15,0 0-205-15,0 0-459 0,0 0 203 0</inkml:trace>
  <inkml:trace contextRef="#ctx0" brushRef="#br0" timeOffset="163073.29">5725 7476 131 0,'-5'-9'173'15,"1"2"7"-15,-2-3-6 0,-1 4-8 0,1-3-14 16,-4-1-8-16,1 5-9 0,1-4 12 0,-1 3-11 0,1 1-5 16,1 0-8-16,-2 2-6 0,1 2-15 15,-5 1-10-15,13 0-10 0,-21 5-8 0,5 4-2 16,1 5-4-16,-6 5-5 0,1 7 0 0,2 0-6 16,-2 2-5-16,4 1-4 0,0 1-4 0,4 0-5 0,3-2-3 15,3 1-7-15,2-3-1 0,4 0-1 16,1-7-7-16,2-3 0 0,2 2 4 0,3-3-9 15,-2-3 1-15,3-3-1 0,1-1-6 0,2 0-3 16,1-4-10-16,0-1 2 0,-1 1-5 0,1-4-2 16,1 0 0-16,-1-1 0 0,-1-6 0 0,1 1-3 0,-1-1 3 15,-3-2 3-15,4-3 0 0,-1-1 6 0,-2-1-1 16,-3-3 2-16,-2 2-1 0,1-3 3 0,-2 1 2 16,0-1 1-16,-1 0 8 0,-1 2 0 15,1-3-1-15,-2 4 4 0,-1 1 2 0,0 5-1 0,4-1-3 16,-4 3 1-16,0 7-7 0,0-11 0 0,0 11-2 15,0-8-4-15,0 8-4 0,0 0-2 0,0 0 2 16,0 0 2-16,5 32 0 0,-4-5 5 0,2-6-5 16,-1 3 1-16,0 3 2 0,0-3 0 15,1-5-10-15,-1 1-14 0,3 5-23 0,-3-7-19 0,0 0-26 16,2 1-48-16,1-2-30 0,3-3-29 0,-3-1-19 16,3 0-150-16,-4-3-393 0,2-3 173 0</inkml:trace>
  <inkml:trace contextRef="#ctx0" brushRef="#br0" timeOffset="163402.6">5855 7765 53 0,'0'-14'163'0,"0"3"6"0,2 0 17 0,-2 6 0 0,0 5-11 16,1-13-20-16,-1 13-15 0,1-5-17 0,-1 5-7 16,0 0-6-16,0 0 1 0,0 0-8 0,0 0-10 15,5 23-2-15,-1-12-9 0,-1-1-6 0,-3-1-7 16,-2 0 1-16,4-2-10 0,-2-7-4 0,0 13-4 15,0-13-5-15,0 9-5 0,2-4-1 0,-2-5-3 16,0 0 4-16,0 8 9 0,0-8 8 0,0 0 0 16,0 0-4-16,0 0-11 0,0 0 1 0,0 0-4 15,0 0-6-15,7-28 1 0,-4 17-4 0,4-4-4 16,-2 0-2-16,3-1-5 0,-1 0-3 0,1-3-6 16,3 4-5-16,0-1 0 0,-1 2-4 0,3 2-2 15,-6 4 2-15,2 1-4 0,3 3-4 0,-5 3 0 16,2 1 1-16,3 2-1 0,-1 3 3 0,2 7 0 15,-1 0 3-15,-1 3-12 0,-2 1-12 0,1 2-26 16,-2 7-28-16,0-8-33 0,-3 2-42 0,5 0-37 16,-4-2-42-16,0-1-164 0,0 2-427 0,-1-7 189 15</inkml:trace>
  <inkml:trace contextRef="#ctx0" brushRef="#br0" timeOffset="163829.91">6346 7616 5 0,'-5'-10'253'0,"0"1"-12"0,-3 2-9 0,3 0-17 15,-1 5-15-15,6 2-15 0,-13 2-11 0,13-2-18 16,-18 12-7-16,3 7-6 0,-2 2-10 0,2 0-11 16,2-4-13-16,4 0-12 0,1 0-7 0,2 1-10 15,2 2-5-15,3-4-9 0,1 2-9 0,4-2-7 16,-2-5-2-16,8 4-7 0,-2-4-6 0,1-5-10 15,0 2-9-15,4 0-8 0,-2-6-6 0,3 2 0 16,0-6-8-16,0 2-6 0,3-4 2 0,0-4-3 16,-6 3 3-16,1-3 0 0,-3 0 0 0,0-6 2 15,1 2 1-15,-3-5 4 0,-1-1 0 0,-1-1-2 16,-1-8 7-16,-1-1-1 0,0-2 4 0,1 2 2 16,-2-3 1-16,2-2 5 0,0 3 4 0,-1-3-1 15,0 1 5-15,-3 0 6 0,3-2 6 0,0 3 0 16,0 6 20-16,-1 6 6 0,1 2 3 0,-1 5 2 15,0 2-8-15,-2 3-12 0,0 7-11 0,1-9-4 16,-1 9-1-16,0 0-2 0,0 0-6 0,11 36 8 16,-9-8-1-16,0 4 0 0,-1 1-4 0,-1 15-1 15,1-1 2-15,1 1-7 0,-1-14-21 0,-1 3-20 16,2-2-11-16,0 0-17 0,1-1-40 0,0-4-51 16,-1-1-71-16,2-2-54 0,0-2-217 0,0-6-524 15,1-4 232-15</inkml:trace>
  <inkml:trace contextRef="#ctx0" brushRef="#br0" timeOffset="164070.7">7103 7361 182 0,'-2'-11'299'15,"2"3"-8"-15,0-2-16 0,-1 3-23 0,1 7-30 16,0 0-23-16,0 0-22 0,0 0-2 0,0 0 2 15,-5 29 6-15,4-1-23 0,-2 5-7 0,-1 1-21 16,3 2-7-16,-3 10-16 0,3-12-7 0,-2 4-10 16,1-6-5-16,0 2-5 0,1-2-11 0,1-4-24 0,-1 4-23 15,1-6-35-15,0-1-33 0,0-5-30 16,-1-2-37-16,-1-1-60 0,2-6-52 0,-2 1-57 16,1-5-171-16,-2 1-488 0,1-4 217 0</inkml:trace>
  <inkml:trace contextRef="#ctx0" brushRef="#br0" timeOffset="164622.57">7058 7597 74 0,'11'-16'156'0,"2"-1"-15"16,1 3-14-16,4-5-11 0,-4 6-15 0,8-5-10 0,-6 5-11 16,-1 0 16-16,1 3-31 0,0 0-4 15,-1 0-4-15,-4 3 0 0,0-1-6 0,-1 1 2 16,-2 0-5-16,-2 3 5 0,-1-1 6 0,3 2 3 15,-6-3-6-15,-2 6-2 0,5-6-3 0,-5 6 1 16,5-5-3-16,-5 5-1 0,4-5 0 0,-4 5-4 0,0 0 0 16,0 0-7-16,0 0-2 0,0 0 7 15,0 0 8-15,0 0-2 0,-2 28 4 0,-2-15-10 16,0 4-3-16,-2-1-2 0,1 3-3 0,0-2-3 16,2 2-5-16,-1 2-1 0,2-4 7 0,-1 0-11 0,2 8 1 15,2-6-3-15,0-8 0 0,1 1-1 0,-2 0-3 16,-2-1-2-16,4-2-4 0,-2 0-4 0,1-1-4 15,-1-8-5-15,1 12-5 0,0-6 2 16,-1-6-4-16,2 10 1 0,0-6 0 0,-2-4 2 16,5 11 2-16,0-7-2 0,-5-4 2 0,7 9-1 0,-2-4 4 15,0 2-1-15,-1-5 2 0,2 3-1 0,3-1 4 16,-4 0-3-16,0 0 2 0,2-3 0 0,2 1 3 16,-3 0 3-16,6-4 0 0,-3 2 1 15,2-3-1-15,5-4 4 0,1 3-6 0,-5-2 0 0,6-3 1 16,-3-1 1-16,3 0-3 0,-4 0 2 0,1-1 1 15,-1-2 2-15,-1 0 0 0,-1-2 0 0,-3 1 3 16,-1-1 0-16,-1-1-1 0,-3 4 8 16,-2-3 2-16,1 3 10 0,-3-1 18 0,-1 4-3 0,-2-1 2 15,1 4-4-15,-2-1-7 0,-2 4-5 0,6 3-3 16,-12-1 3-16,2 5 6 0,-6 3 0 0,2 6 3 16,-9 9-7-16,5 0 5 0,-1 1-7 0,1-1-1 15,9-5-6-15,3 0-1 0,-1-1-13 0,5-3-26 16,1 2-34-16,2-4-29 0,3 2-57 0,3-4-69 15,2 0-81-15,-1-1-148 0,4-5-470 0,7 0 208 16</inkml:trace>
  <inkml:trace contextRef="#ctx0" brushRef="#br0" timeOffset="165160.65">8107 7611 1911 0,'4'-8'53'0,"-1"-4"-4"15,0 4-25-15,1 3-7 0,-3-3-6 0,-1 8 0 16,4-9-4-16,-4 9-3 0,3-4 5 0,-3 4-13 16,0 0 13-16,0 0 21 0,0 0 7 0,18 15-1 15,-11 0 9-15,4 9 4 0,-4-4 0 0,3 4 3 16,-2-1-3-16,-3-2-2 0,2 2-6 0,-3-4 1 15,2-4-2-15,-1 3-2 0,-1-2 1 0,-2-4 0 16,2-1-7-16,-1-2-2 0,-1-3-5 0,-2 1 2 16,3-2-2-16,-3-5 13 0,5 10 8 0,-5-10 5 15,3 4 5-15,-3-4-2 0,0 0-7 0,0 0 0 16,11-16-8-16,-8 9-3 0,1-5-1 0,-1-1-4 16,1-3 11-16,0-3-17 0,0-1 0 0,1 1-3 15,0-7-3-15,0 2 3 0,2-4-9 0,0-1 5 16,0 5-9-16,-1-4 3 0,3 2-3 0,0-2-15 15,1 6-10-15,-5 6-3 0,0 0-7 0,-1 6-9 0,0 2-25 16,-2 2-28-16,0 0-37 0,-2 6-27 16,0 0-24-16,10 0-29 0,-10 0-26 0,10 11-174 15,-7 0-439-15,1-1 194 0</inkml:trace>
  <inkml:trace contextRef="#ctx0" brushRef="#br0" timeOffset="165552.76">8704 7563 218 0,'-9'-6'231'0,"0"-2"-7"0,-1 1-2 0,-3 3 1 15,0-1-10-15,1 1-17 0,-1 2-17 16,0 2-16-16,-1 4-8 0,-3 0-15 0,1 6-11 16,0 2-15-16,-4 8-8 0,3 0-10 0,3 3-5 15,0-1-12-15,7-5-6 0,0 2-11 0,3-2-4 16,3 0-7-16,1 0-4 0,4-1-6 0,2-3 1 0,6 2-8 15,-1-4 0-15,2 1-21 0,2-5-1 16,1 0-9-16,0-1-6 0,2-4-4 0,-2-2-3 0,1 0-5 16,0-2-1-16,-3-2-1 0,-1-2 1 15,1-1 1-15,-3-2 1 0,-2 1 2 0,0-1 4 0,0-3-2 16,-2 2 6-16,-1-8-3 0,1 4 0 0,-2-2-1 16,-2-1 1-16,-1 0 5 0,0 5 8 0,-1 2 11 15,1-1 6-15,0 6 6 0,-2-2-1 0,0 7-4 16,0 0-2-16,0-10-8 0,0 10 0 0,0 0-5 15,0 0-1-15,0 0-4 0,0 0 7 0,3 24-6 16,-6-6 3-16,1-1-1 0,3 0-1 0,-2 2 4 16,-1-1-3-16,0 0-19 0,3 0-17 0,-1-1-30 15,-1 0-48-15,3-1-59 0,0-5-56 0,0 1-233 16,0-2-493-16,-1-2 219 0</inkml:trace>
  <inkml:trace contextRef="#ctx0" brushRef="#br0" timeOffset="165792.41">8969 7374 283 0,'-2'-19'277'0,"2"9"-5"0,0-3 16 16,-1 2-14-16,0 1-26 0,1 10-19 0,0-8-36 15,0 8-23-15,0 0-17 0,0 0 2 0,0 0 1 16,0 49-11-16,0-20-10 0,-2 4-8 0,1 0-16 15,0 2-4-15,-2 12-12 0,1-15-22 0,2 2 5 16,-4-4-7-16,3 2-11 0,-1-2-35 0,2 1-42 16,-1-4-42-16,-3 1-43 0,3-2-58 0,0-7-64 15,1-4-66-15,-3 2-190 0,3-6-518 0,-1 2 230 16</inkml:trace>
  <inkml:trace contextRef="#ctx0" brushRef="#br0" timeOffset="166332.53">9118 7579 5 0,'0'-7'283'0,"1"-1"-21"0,1 1-25 15,-2 7-11-15,0 0-5 0,0 0-3 0,0 0 8 16,0 0-1-16,0 24-14 0,0-8-14 0,-3 2-14 16,2 0-11-16,-2 2-17 0,-1 0-13 0,2-3-14 15,0 2-12-15,1-1-10 0,0 0-15 0,0-3-1 16,1-4-16-16,2-1-3 0,-1 1-13 0,3-3 4 15,-1-2-26-15,-1 1-5 0,2-2-9 0,0-1-4 16,3-2-7-16,-7-2 0 0,12-1-5 0,-12 1-4 0,21-5-4 16,-11-2-3-16,-1-1-2 0,4-5 0 0,-2 0-2 15,1-3-4-15,-3 0-1 0,0-1 4 16,0 0-2-16,-2 1 1 0,3 2-1 0,-3-4 4 16,-2 6-3-16,-1-1 9 0,0 6-9 0,-2 0 2 15,2-1-3-15,-2 3-2 0,-2 5-4 0,0 0 3 0,0 0 6 16,0 0 6-16,10 14 14 0,-9-3 5 15,0 2-1-15,0-2-4 0,3 2 0 0,-1 2 3 16,-1 2 1-16,1-6-6 0,2 0 1 0,0-1 2 16,1-1 3-16,2-1 1 0,2 1-5 0,-2-3 7 0,5 0-4 15,3-2-1-15,-3-3-2 0,8-1 0 16,-3-1 0-16,2-3-2 0,0-2 0 0,0-2 3 0,-1 1-7 16,-1 2 4-16,-3-6-1 0,-3 2 2 15,3 2 7-15,-4-6-13 0,-1 0 2 0,-3 3-1 0,-3-6 8 16,0 1-2-16,-2 2-6 0,-2 2-4 0,-1-2-4 15,1 2-4-15,-4-1 4 0,0 4 3 0,0-1-5 16,-2 4-1-16,0 2 3 0,6 3-2 0,-20 2-4 16,8 2 4-16,1 3 3 0,-5 7-1 0,-2 4 5 15,0 3 3-15,8-3-4 0,0 0 2 0,-1-2 2 16,5 2-16-16,3-2-22 0,1 2-40 0,3-1-41 16,2 0-66-16,2-7-82 0,4 5-295 0,2-6-604 15,5 1 267-15</inkml:trace>
  <inkml:trace contextRef="#ctx0" brushRef="#br0" timeOffset="167049.59">10224 7636 40 0,'-8'-5'266'0,"3"-1"-17"0,5 6-19 0,-13-3-17 16,13 3-17-16,-14 3-11 0,4 4-3 0,2 3-9 15,-2 4-11-15,0 0-17 0,2 2-14 0,3 1-12 16,0-2-11-16,1 2-7 0,2-5-10 0,4 4-10 16,-1-4 1-16,4-1-16 0,-1 0-6 0,4-2-8 15,1 1 0-15,1-3-6 0,2 1-2 0,4-4-2 16,-3-2-7-16,6 2-2 0,-2-5-10 0,-3-1-1 16,-3 0-5-16,3-3 0 0,-2-2-3 0,-2 1-6 15,-1-4-2-15,-3 1-6 0,-1-3-3 0,-2 0 1 16,-2-5-13-16,-1 1-4 0,-1-4 3 0,-3 3-2 15,-5-7 6-15,-2 0-1 0,-1 5 2 0,-1-1 2 16,-1 7 6-16,1-2-5 0,0 2 4 0,2-1-2 16,6 8 4-16,0 2-3 0,-1 0-2 0,2-1-1 15,4 5 4-15,-5-6-3 0,5 6 1 0,0 0 1 16,0 0 2-16,0 0-2 0,0 0 1 0,29 3-4 16,-11-2 2-16,3-1 1 0,8 3-2 0,3-4-1 15,2-1 1-15,1-2-2 0,-1-1 1 0,-3 1-4 16,-2-3 8-16,-3-1-4 0,-6 3 3 0,-2-3-2 15,-4 0 3-15,-3 2 1 0,-1-2 0 0,-3-1 0 16,-1 0 3-16,-3-2 6 0,1 2 9 0,-1-4 0 16,-3-1 1-16,-3 3 1 0,2-1 13 0,-2 1-4 15,0 1 5-15,-1 1 2 0,1 2 7 0,1 1-5 0,2 6 0 16,-4-7-11-16,4 7 3 0,0 0-9 0,0 0 5 16,-13 13 9-16,7 6 8 0,-2 8 3 0,-1 4 8 15,0 3 7-15,0 11 1 0,1 4 4 16,2-13-3-16,0 9-3 0,1 2-8 0,1-12 0 0,2 1-4 15,1-2-4-15,0-1 2 0,1 5-7 0,1-6-3 16,0 0-5-16,2-1-12 0,-2-3-29 0,3-3-21 16,-1 1-34-16,2-9-27 0,-3 2-33 0,-1-5-43 15,1 0-53-15,0-4-52 0,0-1-253 16,-2-1-574-16,0-8 254 0</inkml:trace>
  <inkml:trace contextRef="#ctx0" brushRef="#br0" timeOffset="167208.99">10427 7818 2497 0,'3'-12'54'16,"-1"2"8"-16,0 0-36 0,0 3-22 0,0 1 2 15,0-2-3-15,1 2 1 0,3 1-2 0,2 1 0 16,1-1 1-16,3 0-3 0,2 2-12 0,5 1-25 16,8-2-25-16,4 2-50 0,2-2-68 0,-2 4-197 15,1-6-409-15,-1 3 182 0</inkml:trace>
  <inkml:trace contextRef="#ctx0" brushRef="#br0" timeOffset="167955.5">11426 7788 219 0,'0'0'218'0,"-11"-1"-16"0,11 1-14 0,0 0-16 0,0 0-11 15,0 0-15-15,15-18-9 0,0 8-9 0,2 0-7 16,1-1-13-16,7-5-3 0,-3 0-11 0,5 0-8 15,-3 1-6-15,-1-1-3 0,-5 4-5 0,-1 0-4 16,5-5-6-16,-7 2-6 0,-4 2-6 0,-2-1-3 16,0-1-3-16,0-1-5 0,-5 2-2 0,1-2 6 15,-4 5 0-15,1-2 14 0,0-2-9 0,-2 4-4 16,-5 0-4-16,5 3 4 0,-4 1-3 0,2 0 1 16,2 7-8-16,-3-9 2 0,3 9-13 0,-6-3-2 15,6 3-8-15,0 0 1 0,-14 19-1 0,7-3 14 16,-2 1-18-16,2 10-2 0,-1-4 10 0,3 3-6 15,1-2-6-15,2-6 4 0,2-1-7 0,1 0 5 16,3-1-4-16,2 0 3 0,2-3-1 0,2 0 1 16,3-3-1-16,1-1-6 0,4-4-3 0,-2 0-5 15,3-3-5-15,-6-2-3 0,8-1-4 0,-5-2 1 16,2-1 2-16,1-2 2 0,-6 0 0 0,-3-1 3 16,4-2 1-16,-3 0 0 0,-2-2 2 0,1-2-1 0,-2 0-1 15,-1-3 5-15,2 2-5 0,-4-2 5 16,-1-1 0-16,-1 6 1 0,-1-2-1 0,1 4-2 15,0-2 1-15,-1 5 2 0,-2-2-3 0,0 8 3 16,2-10-5-16,-2 10 1 0,0 0-2 0,0 0 4 16,0 0 18-16,0 0-7 0,4 20 0 0,-4-9 3 15,0 0 0-15,4 1 1 0,-4-2-1 0,-4 3 3 0,8-2-7 16,-4 1 3-16,0-5-1 0,2 0 1 16,-2-7-3-16,0 10 2 0,0-10 3 0,0 11-2 0,2-6 3 15,-2-5 1-15,2 6 3 0,-2-6 7 0,0 0 0 16,0 0 1-16,0 0-3 0,18-6 1 0,-10 2-2 15,0-1-2-15,1-2-3 0,-1-1 1 16,0 4-2-16,1-1-4 0,1 1-3 0,0-2 2 0,-6 4-4 16,3-1 3-16,-7 3-6 0,13-1 0 0,-13 1 1 15,14 4 3-15,-8-2-4 0,-1 2-12 0,4 2-18 16,-4-1-14-16,-1-1-26 0,-3 4-22 0,2 1-44 16,-2 0-43-16,1 0-55 0,-6 3-187 0,-1-3-456 15,-2-3 202-15</inkml:trace>
  <inkml:trace contextRef="#ctx0" brushRef="#br0" timeOffset="168142.65">11826 7337 2475 0,'-13'-22'-9'0,"-1"6"7"16,7 0-3-16,-1 9 2 0,0-2-22 0,1 0-20 15,3 5-31-15,4 4-12 0,-4-3-10 0,4 3-11 16,0 0-12-16,0 0-25 0,5 23-146 0,3-8-315 16,3 2 139-16</inkml:trace>
  <inkml:trace contextRef="#ctx0" brushRef="#br0" timeOffset="168942.97">12498 7522 270 0,'-4'-8'273'0,"1"-1"-2"16,-4 0-10-16,0 3-10 0,-1-2-1 0,1 3 10 15,0-2-31-15,0 5-24 0,-2-2-17 0,1 3-19 16,8 1-12-16,-17 1-21 0,5 2-10 16,1 2-17-16,1 4-9 0,-1 3-12 0,-1 1-8 0,3 1-6 15,-1 4-7-15,2-2-9 0,3 0 5 0,1 1-15 16,4-1-8-16,0-1 10 0,0-1-14 15,4-4-9-15,3 5-2 0,1-4-9 0,0-2 0 16,3 0-18-16,-1-3-12 0,3 1-2 0,-2-5-7 0,5 0-2 16,-5-2-4-16,9-2-3 0,-9 0-2 0,7-5-1 15,-6 1 4-15,-1-2 4 0,3-2 5 16,2-4 1-16,-6-2 2 0,1 0-2 0,1-7 3 0,-3-2-2 16,-1-1 11-16,-1 0-6 0,-2-1 4 0,0-1 0 15,-1-1-3-15,-2-3 5 0,1 3 3 0,-1 0 0 16,0-2 4-16,-2 0 7 0,2 2 3 0,0 4 7 15,-6-1 8-15,4 10 7 0,2 5 17 0,-2 1-12 16,0 0-2-16,0 10 0 0,-2-9-16 0,2 9-6 16,0 0-4-16,0 0 11 0,0 0-10 0,0 0-3 15,-5 46-2-15,1-13 3 0,2 2 0 0,-6 10 0 16,2-11 9-16,-1 0-11 0,3 0 2 0,0-3-6 16,2-1 0-16,4-2 4 0,0-1 3 0,0-3-2 15,2-5-3-15,1 1 2 0,3-5-1 0,2-2 13 16,-1 1-12-16,1-6-5 0,1-2 5 0,-1 1-16 15,2-3-2-15,-1-2-2 0,0-4-5 0,1 2 0 16,-1-1 9-16,7-5-10 0,-7-2 1 0,5-1-1 16,-5-2 0-16,0-1 5 0,1-3-9 0,-1-2-13 15,-3-1 5-15,2 0 6 0,-1-5 4 0,-3 5 0 16,-2 0 1-16,1 2 5 0,0 3-3 0,-5 4 7 0,3 1 2 16,-2 3-2-16,-1 5-2 0,3-9 4 0,-3 9 2 15,0 0 4-15,0 0 11 0,0 0 5 16,-10 34 8-16,8-19-2 0,-3 3 3 0,-3 7-8 15,4-7-2-15,1-1-1 0,1 0 1 0,2-5-4 0,2 0 3 16,0 0 0-16,1-2-3 0,1-1 1 0,2-2-2 16,-1 0-4-16,5-1 2 0,-2-2-11 15,3 0-4-15,1-3 2 0,-1-3-6 0,-2 0 2 16,3-3-1-16,-2 1 4 0,-1-1-1 0,1 0 3 0,-2-5 0 16,1 3-1-16,-7-4 1 0,6 1 4 0,-6-2-1 15,0-2-1-15,0 3 1 0,0-3 0 16,-1-3 2-16,-1 9-2 0,1-3 7 0,2 1-8 15,-3 10 2-15,0-11-5 0,0 11 0 0,0-8-1 0,0 8 1 16,0 0 10-16,0 0 2 0,0 0 0 0,2 23 10 16,-2-11-6-16,0-1 1 0,4 7 1 0,-4-2-4 15,5-2-22-15,-1 3-20 0,1 1-21 0,-2-8-35 16,3 5-43-16,3-3-46 0,-1-5-40 0,4 2-194 16,-3-2-451-16,3-3 200 0</inkml:trace>
  <inkml:trace contextRef="#ctx0" brushRef="#br0" timeOffset="169149.69">13299 7461 157 0,'-2'-11'235'0,"0"3"2"0,-2 1-11 16,-1-1-11-16,0 3-15 0,-1 2-15 0,6 3-8 16,-11-2-14-16,1 9-10 0,1 2-7 0,-2 3-4 15,-2 3-19-15,2 1-4 0,0 1-13 0,-3 6-11 16,5-4 4-16,5-3-19 0,-4 3-10 0,4 1-5 15,8-1-6-15,-4-3-13 0,8-3-36 0,0 5-31 16,1-5-30-16,3 1-42 0,3-5-43 0,6-2-62 16,-4-3-238-16,2-1-470 0,1-3 208 0</inkml:trace>
  <inkml:trace contextRef="#ctx0" brushRef="#br0" timeOffset="169375.36">13618 7252 272 0,'4'-17'287'0,"-4"5"-5"0,1 1-4 0,-2 2-7 16,2 5-21-16,-1 4-28 0,1-12-25 0,-1 12-16 0,0 0-14 15,0 0-4-15,-1 30-6 0,1-5-4 0,-5 4-6 16,1 2-10-16,1-1-13 0,-1 3-13 16,2-3-10-16,-4 3-6 0,0-4-6 0,4 0-14 15,-5 0-4-15,5-3-21 0,-2 0-25 0,0 0-31 16,2-6-25-16,2-2-31 0,-3-3-36 0,-2 3-46 15,1-5-42-15,3-3-74 0,-3 2-260 0,4-12-563 0,-4 11 249 16</inkml:trace>
  <inkml:trace contextRef="#ctx0" brushRef="#br0" timeOffset="169871.37">13481 7410 11 0,'-2'-5'270'15,"2"5"-27"-15,-7-9-18 0,7 9-26 0,0 0-19 16,0 0-18-16,10-10-17 0,2 7-15 0,2 3-13 16,4-2-6-16,11 2-11 0,1 1-11 0,3-2-10 15,3 2-6-15,3 2-8 0,-1-2-20 0,-2 0-15 16,1 2-6-16,-3-1-14 0,-5-1-4 0,0 1-5 16,-8-1-2-16,-3 3-5 0,-4-4 1 0,-3 2-4 15,-2-1 9-15,-2-1 0 0,-7 0 1 0,10-3 0 16,-10 3 1-16,0 0 11 0,0 0 2 0,0 0 2 15,0 0 11-15,0 0-1 0,0 0 6 0,-29-9-2 16,19 10 11-16,-5 2 7 0,4 2 2 0,-4 2-2 16,-1 3 4-16,1 1 2 0,-1 3 2 0,2-1-1 15,0 2-6-15,4 2-12 0,-2-3 5 0,5 0-7 16,3-2-2-16,0-1-3 0,3 1-6 0,1-1 3 16,1-2 0-16,3-1-3 0,0-3-4 0,5 4-6 15,1-2-1-15,1-3-11 0,2-2-1 0,-1-1-6 16,-2-1-3-16,4-1-2 0,-3-1 0 0,0-1-4 15,3-1 1-15,-3 0 4 0,-1 0-2 0,-1-5 0 16,-1 2 2-16,1 0 1 0,-2-1 7 0,0-1-8 16,2 0 0-16,-5-1 2 0,5-1 1 0,-4 0-1 15,-1 3 2-15,1-3-1 0,-1 5 2 0,-4 0-1 16,0 6-1-16,9-8-3 0,-9 8-2 0,3-3 0 16,-3 3 9-16,0 0 0 0,0 0 9 0,-3 23-3 15,1-11-1-15,-3 6 0 0,1-3 3 0,1 1-19 16,-1 0-21-16,-2 2-32 0,4 2-48 0,-1-5-37 15,0 2-57-15,-1-2-216 0,0 0-458 0,1-2 204 0</inkml:trace>
  <inkml:trace contextRef="#ctx0" brushRef="#br0" timeOffset="170086.27">14167 7555 237 0,'8'-17'230'0,"6"-7"6"0,-1 1-8 15,-4 6 0-15,3 3-1 0,-3-2-11 0,-1 7-7 16,1-1-14-16,-4 5-26 0,2 0-16 0,2 4-18 0,2 1-15 16,-2 1-13-16,0 6-10 0,0-2-10 0,0 5-2 15,0 5-10-15,-3 0-7 0,4 1-7 16,-6 0-21-16,-1 1-24 0,0-2-28 0,-2 2-29 16,1-5-37-16,0 5-45 0,0-1-50 0,2-3-61 0,-3-1-193 15,1-2-462-15,3-5 205 0</inkml:trace>
  <inkml:trace contextRef="#ctx0" brushRef="#br0" timeOffset="170486.65">14822 7350 53 0,'0'-9'304'16,"0"-3"-3"-16,-3 4-13 0,0 1-8 15,-2 2-17-15,5 5-19 0,-16-3-14 0,16 3-17 0,-22 9-11 16,4 3-17-16,-7 7-8 0,5 2-15 0,0 2-16 15,1 0-6-15,4-1-8 0,1 0-18 0,6 4-13 16,1-8-15-16,5-1 1 0,2 1-6 0,4-4-15 16,2 6 6-16,5-3-10 0,3-1 0 0,7 1-6 15,6-2-10-15,7-3 4 0,1-2-10 0,1-3-18 16,3 1-4-16,-2-8-7 0,2 1-13 0,-3-2 0 16,-1-2-6-16,-3-2 2 0,-1 0-4 0,1-3 1 15,-3-1 0-15,-2-2-1 0,-12 2 6 0,3-3-9 16,-4-2 18-16,0-1-11 0,-3-5 3 0,-1 4 1 15,-4-2-2-15,-1-8-4 0,-2 8 6 0,-4-1-4 16,1 2 6-16,-4-1 7 0,0 6 6 0,2 1 1 16,0 2 9-16,-3 5-11 0,-1 1 1 0,6 3 5 15,-18 3 9-15,6 4 6 0,1 8-4 0,-11 5 3 16,6 0 9-16,1 2-5 0,2 0-12 0,6-3 2 16,2 1-3-16,2-3-6 0,3 1-10 0,3 0-44 15,4 0-42-15,2-5-29 0,3 1-42 0,3-3-42 0,9 2-59 16,3-5-76-16,-8-3-248 0,3-1-622 15,5 0 275-15</inkml:trace>
  <inkml:trace contextRef="#ctx0" brushRef="#br0" timeOffset="174206.89">15751 7355 208 0,'3'-9'218'0,"0"-1"-9"0,-1 1-5 15,1 1-10-15,-2 2-17 0,-1 6-16 0,3-10-20 16,-3 10-19-16,3-6-10 0,-3 6-17 0,0 0-8 16,0 0 2-16,7 26 0 0,-5-6-1 0,0 7-7 15,-2 3-7-15,3-1-7 0,-5-1-5 0,2 1-2 16,-2 0-11-16,3-2 2 0,-1-2-7 0,0-4-4 15,-1-4-3-15,2 0-2 0,-1 1-7 0,-1-5 2 16,1-2-5-16,-1 2 1 0,1-3-8 0,0-2 2 16,0-8-7-16,0 11 3 0,0-11 0 0,0 9 1 15,0-9-2-15,0 0 4 0,-2 9-5 0,2-9-1 16,0 0 0-16,0 0-1 0,0 0-4 0,0 0 0 16,0 0-4-16,7-34-2 0,-1 22-5 0,4-3-5 15,9-6-4-15,-6 7 0 0,9-2 0 0,3-3 1 16,-4 4 2-16,-5 5 0 0,0 2-2 0,0 3-1 0,1 0 1 15,-6 3 0-15,1 1 1 0,-3 2 1 16,-1 2 0-16,-3 1 0 0,0 2 3 0,1 3 1 16,-4-2-10-16,-2 3-3 0,-4 0-3 0,-1 2-1 15,-6 1-1-15,-1 0-10 0,-3 1-7 0,0-3-7 0,-5 7-4 16,4-9 3-16,1-1-3 0,0 0 9 16,-2-4 0-16,4-1 4 0,2 0 4 0,1-1 10 15,1 1 1-15,2-3 2 0,7 0 9 0,-10 0 9 16,10 0 2-16,0 0 9 0,-11 1 0 0,11-1-1 15,0 0 1-15,0 0-4 0,0 0 1 0,0 0-3 0,0 0 3 16,24-13-2-16,-11 10 1 0,7 0-1 0,7-2-1 16,-4 2 5-16,6-2-3 0,-1 1 4 15,4-1-2-15,-1-3 3 0,-4 2-5 0,4 1 3 16,-2 0-8-16,-2-2 8 0,-5 2 0 0,-1-2-1 0,-1 3-5 16,-1-3 3-16,-7 1 3 0,1 1-3 0,-3-3 4 15,3 2-2-15,-4-3-1 0,-1 2 0 0,-2-4-3 16,-1 0 3-16,0 0 3 0,-1-1 5 0,-3 1 8 15,1-6-2-15,-2 2 0 0,-2 2-1 0,0 1-1 16,-1 2 8-16,-2-3 12 0,2 3-10 16,-1 1 1-16,1 1 0 0,0 1-3 0,3 7-1 0,-5-9-7 15,5 9 0-15,-2-4-8 0,2 4 2 0,0 0-1 16,-14 13 0-16,7-3 1 0,-2 5 1 0,-1 1-2 16,1 0-4-16,2 1 5 0,1 1-2 0,1-1-2 15,5-1 0-15,2 0-3 0,0 0 3 0,5-1-1 16,-1 0-1-16,2-4 2 0,6 0-5 0,1 0-9 15,2-4-4-15,-2-2-5 0,4-1-11 0,2 0-5 16,-3-3-8-16,2-1-4 0,0-1 0 0,-2-2-8 16,0-1 1-16,-1 0 4 0,-5-2-5 0,3-1 7 15,-1-4 2-15,-2 2 2 0,-1-5 2 0,-1 1 5 16,-4-2-2-16,-1 3 7 0,1-4 1 0,-4-1 7 16,-1 1 14-16,1-2 8 0,-4 0 2 0,2 0 1 15,-1 1 7-15,1 1 7 0,0 3 13 0,-1 3 15 16,0 1 0-16,1 9 0 0,1-11-7 0,-1 11-7 15,0 0-7-15,0 0 1 0,0 0 15 0,0 0 7 16,0 0 16-16,-1 31-7 0,1-14-1 0,-3 1 0 16,2 1-5-16,-2 6-3 0,2-5-5 0,0 5 0 15,-2-7-6-15,3 7-5 0,3 0 1 0,-3-6-10 16,1-2-13-16,0 1-26 0,3-2-26 0,-3 1-36 16,2-2-44-16,-1-5-64 0,1 1-42 0,1-1-196 15,-6-2-459-15,2-8 203 0</inkml:trace>
  <inkml:trace contextRef="#ctx0" brushRef="#br0" timeOffset="174349.12">16525 7518 124 0,'8'-8'132'0,"1"1"-25"0,0-1-24 15,2-1-32-15,5-1-35 0,0 1-37 0,1 3-61 16,-2-1-90-16,3-1 40 0</inkml:trace>
  <inkml:trace contextRef="#ctx0" brushRef="#br0" timeOffset="174534.95">16756 7203 137 0,'2'-8'194'16,"-2"8"-10"-16,2-14-8 0,2 7-25 0,0 2-8 15,2 1-11-15,1 0-11 0,7 2-15 0,0 2-20 0,4 1 3 16,1 4-15-16,1 1-34 0,5 3-37 0,-1 3-43 16,3-1-47-16,-2 4-48 0,-6-5-94 15,3 5-249-15,-5-3 110 0</inkml:trace>
  <inkml:trace contextRef="#ctx0" brushRef="#br0" timeOffset="174758.37">17305 7303 104 0,'-2'-14'276'0,"2"14"-14"0,-1-8-20 15,1 8-22-15,0 0-24 0,-1-7-24 0,1 7-17 16,0 0 0-16,0 0-5 0,2 28 2 0,-2-11-8 16,2 2-19-16,-2 0-11 0,0 9-11 0,-2-3-10 15,2 0-11-15,2 1-4 0,-6 0-7 0,5-7-8 16,-1 2-33-16,-1-3-24 0,1 1-18 15,0 0-31-15,-3-1-46 0,2-3-54 0,-2-3-46 0,1-2-36 16,-1 2-157-16,1-2-415 0,1-5 184 0</inkml:trace>
  <inkml:trace contextRef="#ctx0" brushRef="#br0" timeOffset="175249.81">17357 7457 9 0,'13'-15'136'0,"1"2"2"0,5-6-8 15,-4 4 0-15,3-2-9 0,-1 4-7 0,-2-1-6 16,0 1-6-16,-2-2-1 0,0 3-2 0,0 0-21 16,-3-5 1-16,-1 5-2 0,-1 0 3 0,-2 5 5 15,-1-2-5-15,2 2-1 0,-2 0-4 0,-3 3-2 16,-2 4-8-16,7-9-10 0,-7 9-8 0,4-5-8 16,-4 5 0-16,0 0-6 0,0 0-4 0,0 0 4 15,3 25-3-15,-4-8-1 0,0 1-2 0,0 1 0 16,-3 7-2-16,0 2-4 0,1-10-2 0,-2 10 2 15,4-3-6-15,0-6 0 0,-2-2 3 0,3 1-6 16,-1 0-1-16,0-1-1 0,1-4-3 0,-2-4-8 16,2 1-1-16,2-4-2 0,-1 1-1 0,-1-7 2 15,0 13-3-15,0-13-1 0,2 9 3 0,-2-9 4 16,8 7-1-16,-5-5 11 0,-3-2 5 0,11 3 2 16,-3-2 6-16,4 1 4 0,0-4 2 0,3 2 2 15,6 2 0-15,-2-4-1 0,-2 1-5 0,3-2 0 16,-1 0-4-16,-1-3-1 0,3 1-2 0,-2-1-5 15,0-3 0-15,0 3 3 0,-3 0-5 0,-1-3 3 0,-2 2-2 16,-2 0 3-16,-3-2 1 0,-1-1 3 16,-1 1 1-16,-3-1 0 0,0 0 2 0,1 0 5 15,-6 1 2-15,0-1 11 0,1 3-2 0,-4-2-3 0,-1 2-4 16,4 2 0-16,2 5-9 0,-12-6-1 0,1 4-5 16,2 3 4-16,0 2-3 0,-6 5 0 15,0 1-4-15,3 3-1 0,2 0-2 0,-2 2-8 16,3-3-23-16,4 0-29 0,4 6-36 0,-1-3-48 0,2-3-52 15,4 0-76-15,0 0-179 0,5-1-477 0,3 0 211 16</inkml:trace>
  <inkml:trace contextRef="#ctx0" brushRef="#br0" timeOffset="175635.4">18625 7195 119 0,'2'-8'278'0,"1"4"-28"0,0-1-25 16,0 0-28-16,-3 5-20 0,0 0-2 0,0 0-1 15,8 20-4-15,-8-1-1 0,1 11-7 16,-1 1-6-16,-1 0-15 0,1 3-9 0,-1 1-11 16,0-1-8-16,-2 1-13 0,-1-4-9 0,3 1-9 0,-2-2-3 15,-1-2 1-15,2-1-21 0,-2-2-10 0,4-5-26 16,-1-1-25-16,2-1-22 0,-2-3-25 15,-3-2-33-15,4-2-51 0,-1 0-40 0,-1-5-39 0,2-6-39 16,-2 9-149-16,2-9-432 0,-4 3 191 0</inkml:trace>
  <inkml:trace contextRef="#ctx0" brushRef="#br0" timeOffset="176323.1">18441 7454 185 0,'9'-7'187'0,"9"2"-27"0,1 0-5 0,12-5-13 0,2 3-11 16,1 1-12-16,17-1-11 0,-11 2-8 0,-1 0-8 16,14-1-5-16,-13 1-6 0,11 0-13 0,-17 2-6 15,2-1-5-15,-4 0-9 0,-4 2 3 0,-10 1-9 16,-3-3-6-16,-2 4-3 0,-3-2-5 0,-1 2 5 16,-9 0 11-16,12 0 12 0,-12 0 9 0,9-1-2 15,-9 1-10-15,0 0-2 0,0 0-4 0,0 0-3 16,0 0 0-16,-35 10 1 0,18-3-3 0,-5 6 2 15,-3 1-1-15,2-1 5 0,8 1-3 0,-8-1 2 16,10-2-9-16,0 2-2 0,4-2-3 0,3 0-2 16,2 0 2-16,2 2-9 0,0-3-2 0,2-1-3 15,3 0-1-15,3-1-1 0,1-1 1 0,2-3-1 16,3 2-1-16,4-1-5 0,3 0-8 0,-2-6-3 16,0 1-6-16,3-4 1 0,-4-1-8 0,2-1 3 0,-6 2 2 15,3-5 0-15,-4 2 1 0,2-1 8 16,-4-1-7-16,-2-2 3 0,-1-1-3 0,3-3 5 15,-5 2-3-15,2-3-1 0,-5 1 3 0,-1 4 1 16,2 2-4-16,-2-2 7 0,0 4 0 0,0 7 1 0,1-11-5 16,-1 11-3-16,0 0 2 0,0 0-1 15,0 0 3-15,0 0 0 0,0 0 0 0,0 0 4 16,-3 36 3-16,5-23-5 0,-2 2 2 0,2 0 0 16,5 2 3-16,-3-2-2 0,4-1 6 0,1 1 4 0,2-3-9 15,-1-4 2-15,4 0-4 0,-3-1 7 0,2-1-8 16,4-2 0-16,1-1-3 0,-2-3-2 15,-3-2-3-15,1 0 5 0,1-1-4 0,-4-4 3 16,-1 0 0-16,1 0 5 0,-3-4-5 0,1 0 2 16,-1-4 0-16,-3 3 2 0,0-6 6 0,-4-7 2 0,0 6 1 15,2-9 0-15,-3 3 1 0,3-3 1 0,-6 0 8 16,8 3 5-16,-5 6 3 0,0 3 0 0,-1-1 7 16,0 6 10-16,1 1 3 0,0 0-1 15,0 10-8-15,1-10-11 0,-1 10 0 0,0 0-6 0,0 0 0 16,0 0-9-16,0 0 0 0,6 39 3 0,-3-13 6 15,-6 3 10-15,1 3-1 0,3 0 7 0,0 0 1 16,-3 1-7-16,1-4 0 0,1 3-7 0,-2-2-5 16,2 0 6-16,2-2-2 0,0 1 0 0,2-3-23 15,-3-8-23-15,0 0-26 0,2-1-32 0,-1-1-20 16,0 0-27-16,-2-5-41 0,0 1-44 0,1-5-47 16,-1 0-238-16,0-7-537 0,0 0 238 0</inkml:trace>
  <inkml:trace contextRef="#ctx0" brushRef="#br0" timeOffset="176533.51">19471 7415 8 0,'13'-1'194'0,"3"0"-3"0,-3 1-11 0,-3 1-7 15,2 2-10-15,0 2-14 0,-1-2-12 0,-2 4-11 16,-3-2-1-16,0 3-5 0,1-1-4 0,-1 2-11 15,-3 0-12-15,-2-2-6 0,-1 3-5 0,-4 0-12 16,2 2-19-16,-3-3-28 0,-3 0-33 0,-3-1-41 16,-1-2-56-16,3 2-42 0,-4-2-164 0,2-2-339 15,-1-3 150-15</inkml:trace>
  <inkml:trace contextRef="#ctx0" brushRef="#br0" timeOffset="176767.08">19721 7217 160 0,'4'-11'255'16,"1"4"-3"-16,-1 1-13 0,-1-1-24 0,-3 7-20 15,2-5-17-15,-2 5-14 0,0 0-3 0,9 18 7 16,-5-4 3-16,-1 12 1 0,0 2-9 0,-3 1-12 16,2 2-6-16,-4-1-13 0,1 0-18 0,-1 2-8 15,0-3-2-15,2 0-15 0,-1 0-9 0,1 0-7 16,-1-3-17-16,1 0-12 0,0-1-23 0,0-6-31 15,-1-1-31-15,1 0-30 0,0-2-30 0,0-4-37 16,-2-1-42-16,2-1-46 0,2-1-248 0,-4-2-513 0,0-1 228 16</inkml:trace>
  <inkml:trace contextRef="#ctx0" brushRef="#br0" timeOffset="176991.28">19868 7325 223 0,'23'-14'222'0,"-6"5"-14"16,0 3-7-16,-2 3-11 0,-1 1-12 16,-2 2-10-16,0 2-16 0,0 4-11 0,-1 1-6 0,-1 1-2 15,2 5-19-15,-4-2-6 0,-2 3-6 0,-2 2-10 16,-4-3-6-16,-1 6 0 0,-3-4-13 0,-5 1-4 16,-1-1-3-16,1-1-9 0,-4-2-9 15,-1 2-17-15,-1-4-17 0,-1 0-22 0,1 0-27 16,-1-2-29-16,4-3-38 0,-1 1-48 0,4-6-60 0,-2 1-178 15,0-2-421-15,11 1 186 0</inkml:trace>
  <inkml:trace contextRef="#ctx0" brushRef="#br0" timeOffset="177181.81">20115 7320 1875 0,'13'-11'120'0,"-4"5"-61"0,-3 2-28 0,1-2-1 15,-2 2-17-15,1 1-7 0,-6 3 6 0,0 0 27 16,12 5 17-16,-12-5 23 0,2 11 7 0,-1-2-6 15,1 3-1-15,-2 1 5 0,0-1-13 0,-2 3-7 16,2 0-6-16,2 0-5 0,-2-1-1 0,-2 1-8 16,5 0-3-16,-3-4-11 0,1 5-23 0,-2-1-24 15,2-1-31-15,1-3-40 0,-2 0-58 0,0-4-60 16,0 0-222-16,0-7-462 0,0 0 204 0</inkml:trace>
  <inkml:trace contextRef="#ctx0" brushRef="#br0" timeOffset="177350.17">20051 7065 49 0,'0'0'162'0,"0"0"-33"0,0 0-41 15,0 0-52-15,18 24-40 0,-9-7-39 0,0-2-27 16,5 7-76-16,-1 2 35 0</inkml:trace>
  <inkml:trace contextRef="#ctx0" brushRef="#br0" timeOffset="177614.12">20302 7488 95 0,'0'0'206'0,"0"0"-1"15,0 0-11-15,4-21-2 0,-1 11-9 16,5 0-8-16,2-2-12 0,2-4-5 0,0 0-9 15,5-4-4-15,3 4-10 0,-3 3-9 0,-2 2-10 16,2 1-10-16,1 4-10 0,0-1-12 0,-5 4-10 0,-1 1-8 16,1 6-4-16,0-1-8 0,-2 2-8 0,0 1 4 15,-4 2-11-15,6 1-4 0,-5 2-3 16,-3-2 0-16,1 1-6 0,1 1-1 0,-2 0-6 16,-1-2 7-16,1 0-5 0,0 0-14 0,0-3-13 0,1 0-12 15,2-2-22-15,1-2-28 0,0 0-31 0,4-1-53 16,0-2-30-16,4-2-42 0,-1-1-169 15,-2 1-424-15,2-3 187 0</inkml:trace>
  <inkml:trace contextRef="#ctx0" brushRef="#br0" timeOffset="177933.2">20932 7270 196 0,'-4'-9'211'15,"4"9"-6"-15,-12-4-9 0,5 3-5 0,7 1-12 16,-22 2-8-16,12 1-6 0,-4 3-15 0,0 1-14 15,-4 2-13-15,4 1-10 0,0 0-10 0,1 1-12 16,5-2-9-16,0 0-4 0,2 1-13 0,4-1-5 16,-1-2-12-16,2 0-10 0,1 2-7 0,2 0-8 15,1-2-7-15,1-1-5 0,1 1-5 0,-2-3-7 16,3 2-2-16,-1 0-1 0,-1-2 0 0,0 0 0 16,1 2-2-16,-2-1 0 0,2 2-1 0,-1 2 3 15,-2 2 0-15,0 0 2 0,-1 6 2 0,1 0 9 16,-4 2 6-16,-1 5 3 0,-1 1 4 0,-1-6 2 15,-3 6 2-15,3-7 7 0,-1 6-6 0,-1-6-1 16,1 1-1-16,-3-2 3 0,-1 6-5 0,1-5 0 16,-4-3-1-16,-4 6-6 0,-3-4-21 0,-1-1-25 15,-4 1-38-15,-2-5-47 0,1-2-57 0,-3 2-86 16,0-4-131-16,-2-2-422 0,-1-2 188 0</inkml:trace>
  <inkml:trace contextRef="#ctx0" brushRef="#br0" timeOffset="178388.54">21551 7224 40 0,'4'-18'293'0,"-2"5"-13"0,-1 2-15 16,0 0-14-16,2 4-12 0,-2 2-21 0,-1 5-22 16,1-10-19-16,-1 10-28 0,0 0-16 15,0 0-1-15,3 22 6 0,-4 3-3 0,-3 4 0 0,0 3-8 16,1 2-6-16,-1 2-5 0,-1 10-12 0,-2-13-8 16,3 2-7-16,3-3-8 0,-1-1-13 0,2 1-8 15,3 0 3-15,-2-4-13 0,1 0-5 0,-1-10-21 16,1 3-23-16,2-3-30 0,0-3-26 0,-2 1-27 15,0 0-32-15,-2-6-44 0,0 1-44 16,0-4-39-16,0-7-46 0,-3 12-156 0,3-12-481 0,0 0 213 16</inkml:trace>
  <inkml:trace contextRef="#ctx0" brushRef="#br0" timeOffset="178615.17">21591 7349 151 0,'18'-12'184'0,"0"2"-13"0,1 2-2 0,-2 0-3 16,1 3-9-16,-4 5-5 0,-2 0-12 0,-1 0-11 16,1 4-11-16,-1 1-5 0,-2 0-9 0,-3 2-6 15,2-1 1-15,-6 3-3 0,-1 1-2 0,-2 1 1 16,-3 3-7-16,-5 1-2 0,-3-1-12 0,-4 0-7 16,0-2-6-16,-10 3-10 0,8-5-17 15,-6 3-12-15,-2-1-24 0,7-5-23 0,2 1-27 0,4-2-32 16,1-2-31-16,4-1-42 0,1-3-47 0,-1 3-143 15,8-3-376-15,0 0 167 0</inkml:trace>
  <inkml:trace contextRef="#ctx0" brushRef="#br0" timeOffset="178871.56">21761 7417 203 0,'12'2'213'0,"-12"-2"-11"15,10 0-9-15,-10 0-4 0,11 1-7 0,-4 1-7 16,0-2-14-16,0 2-9 0,-7-2-13 0,15 3-14 15,-7-2-7-15,2-1-13 0,1-1-4 0,2-1-14 16,0 0-8-16,-1 1-4 0,0-4-7 0,1 1 1 16,-1 0-14-16,-2 0 4 0,-1-1-2 0,-2-2-5 15,-1-1-3-15,-4 0-4 0,-1 1-3 0,-2-3-1 0,-4 0-7 16,-1-1-2-16,-6-1-6 0,-3 0-2 16,1 1-3-16,-3 3 1 0,2 1-13 0,1 1-15 15,-2 3-14-15,2 0-18 0,3 2-23 0,-1 1-22 16,2 1-28-16,2 1-29 0,2 0-27 0,0 3-23 15,2-2-23-15,0 4-150 0,4-7-392 0,-1 10 173 16</inkml:trace>
  <inkml:trace contextRef="#ctx0" brushRef="#br0" timeOffset="179065.04">22046 7293 199 0,'8'-6'249'0,"-3"1"-6"15,-1 2-7-15,-4 3-13 0,9-5-9 16,-9 5-17-16,5-4-21 0,-5 4-15 0,0 0-19 15,0 0-1-15,7 8 15 0,-5 0-3 0,-2 5-8 0,1 2-14 16,0 0-6-16,-2 2-7 0,-4 0-17 0,2 0-5 16,2 3-17-16,0-3-8 0,-1 3-18 0,1-3-23 15,1-3-26-15,0 3-36 0,-2-2-34 16,2-2-50-16,-2-2-56 0,1 0-53 0,1-2-247 0,0-9-512 16,-5 13 227-16</inkml:trace>
  <inkml:trace contextRef="#ctx0" brushRef="#br0" timeOffset="179443.16">22294 7472 160 0,'0'0'217'0,"0"0"-10"0,-1-24-3 16,2 15-16-16,2-3-10 0,-1-5-4 0,3 0-13 15,0-2 0-15,4-3-9 0,-1 6-7 0,0-1-11 16,2 2-9-16,0 4-15 0,-2 0-15 0,7 3-9 15,-6 2-8-15,1 5-10 0,-2 1-8 0,2 3-4 16,0 3-8-16,-1 4 5 0,3 3-12 0,-5 2-6 16,1 9-2-16,-4-8-5 0,2 3 0 0,-3-1 1 15,-1-3-12-15,0 2-23 0,-1 2-21 0,-2-4-30 16,1 0-41-16,0-4-53 0,1-1-53 0,-2 0-218 16,1-3-456-16,0-7 202 0</inkml:trace>
  <inkml:trace contextRef="#ctx0" brushRef="#br0" timeOffset="179723.13">22762 7057 211 0,'2'-11'284'0,"2"3"-7"16,-2 2-23-16,0-1-30 0,-2 7-22 0,1-6-18 15,-1 6-8-15,0 0 6 0,0 26 5 0,-2-2 8 16,-2 6-2-16,-1 2-13 0,0 1-7 0,-1 2-8 15,0-2-6-15,0 0-20 0,1-1 3 0,2-4-14 0,-1 1-13 16,3-10-8-16,2 1-6 0,-2 0-14 16,2-1-5-16,2-3-12 0,-1 0-3 0,2-4-1 15,1 0-10-15,2-1-2 0,-1-3-8 0,2 0 1 16,0-1-27-16,2-4-21 0,1 1-35 0,1-4-25 16,0 2-35-16,1-5-31 0,1 0-40 0,-2-2-26 15,-3 1-37-15,1-3-42 0,-2-2-28 0,-2 2-215 0,-3-3-559 16,-1 0 248-16</inkml:trace>
  <inkml:trace contextRef="#ctx0" brushRef="#br0" timeOffset="179871.5">22707 7265 67 0,'-10'-5'241'0,"-1"1"-23"16,1 0-15-16,2 2-10 0,2-1-15 0,6 3-12 0,-8-4-12 16,8 4-9-16,0 0-6 0,0 0-6 0,0 0-8 15,0 0-9-15,0 0-17 0,39-1-13 0,-11 2-38 16,2-2-37-16,1-2-43 0,4-1-59 15,2-2-61-15,-4 2-190 0,2 1-369 0,-3-4 163 0</inkml:trace>
  <inkml:trace contextRef="#ctx0" brushRef="#br0" timeOffset="180876.77">23578 7235 154 0,'0'0'231'0,"0"-11"-14"0,0 11-10 0,-1-11-10 16,1 11-12-16,-7-10-13 0,3 6-12 0,4 4-6 15,-8-6-3-15,8 6-6 0,-12-1-12 0,12 1-7 16,-17 8-3-16,4 1-7 0,-3 3-10 0,2 2 11 15,-1 1-23-15,-3 5-9 0,0-1-8 0,7-2-10 16,1-1-7-16,1 1 6 0,3-2-16 0,1 2-4 16,3-1-5-16,2 0-7 0,0-5 0 0,4 0-4 15,2 1-1-15,2-4-1 0,4 2-2 0,4-4-7 16,0 0-9-16,-3 0 3 0,5-5-5 0,-1 2-5 16,2-3-4-16,-2 0-3 0,0-3 3 0,1 1 0 15,-5-3 2-15,-1-1-3 0,-1 0-3 0,-1-1 5 16,1 0 1-16,-1-2 2 0,-4-3-4 0,-1 1 1 15,4-5 1-15,-4 6-2 0,-1-2-2 0,-3-1 7 16,1-2-5-16,-2 3-1 0,2-5 11 0,1 5-12 0,-5 3 4 16,4 2-2-16,-2 7 2 0,0-12-2 15,1 5-1-15,-1 7-4 0,0 0 3 0,0 0 0 16,0 0-2-16,0 0 3 0,0 0 4 0,-8 28-1 16,5-15 0-16,-1 2 6 0,-1 3-1 0,0 6 0 0,5-8-4 15,-2-1 6-15,2 3-12 0,2-3-20 0,-2 1-22 16,2-4-22-16,1-1-25 0,1 2-30 0,-1-1-38 15,2-4-36-15,0 1-35 0,-1-1-197 16,0-4-465-16,-4-4 206 0</inkml:trace>
  <inkml:trace contextRef="#ctx0" brushRef="#br0" timeOffset="181219.37">23906 7309 204 0,'2'-6'225'0,"1"2"-16"15,-3 4-15-15,6-10-16 0,-6 10-13 0,0 0-1 16,0 0 0-16,0 0-6 0,0 0-5 0,6 17-13 16,-4-6-15-16,-2-1-11 0,-2 0-8 0,1 1-10 15,1 1-7-15,0-2-8 0,-1 1-11 0,0-1-3 16,1-1-9-16,0-9-7 0,0 11-2 0,0-11-6 16,0 9-3-16,0-9-2 0,0 0 7 0,-2 11-8 15,2-11-5-15,0 0-3 0,0 0-5 0,0 0 1 16,0 0-1-16,0 0-4 0,0 0-5 0,17-20 3 15,-11 13-4-15,2-4-3 0,4 1-2 0,-3 1-4 16,6-4 1-16,-4 2-4 0,2-1-1 0,0 1-2 16,-2 5-3-16,2 0 9 0,-4 1-12 0,0 1 0 15,-1 4 3-15,-8 0-6 0,12 4 3 0,-5 0-1 16,-2 3 7-16,1 1-2 0,-2 4 1 0,0-3-9 16,-3 2-16-16,-1 2-29 0,0 3-29 0,0-2-54 15,0-3-62-15,2 2-54 0,-1 0-158 0,-1-5-447 16,0-8 198-16</inkml:trace>
  <inkml:trace contextRef="#ctx0" brushRef="#br0" timeOffset="181658.64">24451 7273 33 0,'-6'-8'263'16,"1"3"-13"-16,-5-1-14 0,2 6-14 0,-2 0-10 0,-3 1-15 15,2 5-17-15,0 0-15 0,-3 5-14 16,1 0-12-16,-1 4-16 0,1 1-5 0,2-1-17 16,3 1-9-16,2 0-9 0,6-2-11 0,0 1-2 15,0-2-6-15,1 2-6 0,6 0-10 0,0-6-3 16,3 0-8-16,-1-1-12 0,3-1-5 0,2-2-11 0,-4 1-4 16,4-3 1-16,-4-2-3 0,2-1-1 15,-1-4-1-15,-4 2 1 0,2-3 7 0,1-3-12 16,-4 1 6-16,1-4-4 0,-1-4 2 0,-3 3-3 0,3-6 4 15,-2-1-1-15,0-7-1 0,-3-1 2 0,-1-2 3 16,3 1 1-16,-1-2 5 0,-2 2-2 0,4-1 12 16,0 0 0-16,0 0 7 0,-3 3 3 0,0 7 15 15,2-3 3-15,-1 5 19 0,1 5 5 0,-2 2-1 16,3 3 5-16,-4 2-29 0,0 5-5 0,0 0-10 16,0 0-1-16,0 0 21 0,3 22-7 0,-5 2 5 15,0 4 0-15,-2 6 6 0,-4-1-5 16,3 0-2-16,1 2-2 0,-1-1-9 0,-3-1 0 0,5 0-2 15,-3-1 0-15,6-1-2 0,-6-2-25 0,4-4-39 16,2-7-27-16,0 8-42 0,1-6-51 0,2-3-44 16,-3 1-56-16,1-7-53 0,-1-1-239 0,1-2-587 15,-1-8 260-15</inkml:trace>
  <inkml:trace contextRef="#ctx0" brushRef="#br0" timeOffset="182217.49">25021 7159 120 0,'0'-10'270'0,"0"-1"-6"0,0 11-6 0,3-9-12 0,-1 3 1 15,-2 6-28-15,0-8-16 0,0 8-29 0,0 0-17 16,0 0-18-16,0 0-15 0,0 0-9 0,0 0-6 15,4 30 7-15,-4-4 9 0,-1 3-10 0,-2 0 3 16,3 3-6-16,-7 0-2 0,3 0-11 0,1-3-8 16,-1 2-7-16,2-3-11 0,-1 0 9 0,2-2-20 15,0 2-4-15,1-1-8 0,-2-2-1 0,2-7-9 16,2 2-24-16,-2-4-32 0,1 1-29 0,-1-4-33 16,0-2-28-16,-1 1-35 0,1-2-49 0,0-4-47 15,0-6-41-15,-2 11-215 0,2-11-533 0,0 0 236 16</inkml:trace>
  <inkml:trace contextRef="#ctx0" brushRef="#br0" timeOffset="182753.51">24983 7385 101 0,'8'-11'178'16,"3"-2"-21"-16,2 2-17 0,2-1-9 0,1 1-10 15,8-2-1-15,-5 2-7 0,5-1-13 0,-7 2 6 16,7-3-8-16,-7 2 1 0,2 4-9 0,-4-4-2 15,-1 4 1-15,-6-1 1 0,2 1 1 0,-1-2-2 16,-2 3 0-16,-1-3-5 0,-2 0-3 0,-2 5-4 16,1-2-7-16,2-1-6 0,-5 7-8 0,2-11-1 15,-2 11-8-15,2-9-3 0,-2 9-4 0,0 0-9 16,1-7-5-16,-1 7-1 0,0 0-4 0,0 0-3 16,0 0-4-16,0 0 0 0,-5 33 5 0,0-22-6 15,2 8-2-15,0-1 3 0,0 0-7 0,-1 0 0 16,2 3 3-16,2-3-6 0,0-1-7 0,-2-1-2 15,2 1-13-15,0-2-1 0,2-3-9 0,0 4-1 16,0-5-4-16,0-1-9 0,1-1 3 0,-2-4-1 16,-1-5 0-16,1 13 4 0,0-8 2 0,5-1 0 15,-3-1 11-15,-3-3 1 0,10 6 0 0,-7 0-2 0,3-3 2 16,-2 0 6-16,6 0 0 0,-4 0 4 16,-1 1 9-16,5 0 5 0,-2-2 4 0,3 2-1 15,-4-3 0-15,-1 1 1 0,8-1 1 0,-1-1 1 0,-1 0 5 16,5-2 2-16,-3 0-1 0,4-2 3 15,0 0 0-15,-4-2 6 0,4 0 5 0,-5 0-3 0,3-1 0 16,-3-3 6-16,-1 1 3 0,-1-3 0 16,-2 4 2-16,0-3-3 0,4-1 2 0,-9 2 2 0,1-1 3 15,2 1 0-15,-5 1 10 0,0 4-6 0,-1-3 1 16,-1 8-5-16,0-12 0 0,0 12 6 0,-1-8-16 16,1 8 0-16,-4-6-9 0,4 6-2 15,0 0-2-15,-21 12-1 0,8-2-2 0,-1 3-2 0,1-1-17 16,4 2-23-16,-2 1-21 0,3 0-31 0,0 1-43 15,6-1-54-15,2-4-48 0,2 0-218 0,5 2-479 16,-2-5 212-16</inkml:trace>
  <inkml:trace contextRef="#ctx0" brushRef="#br0" timeOffset="183159.68">26036 7071 168 0,'8'-7'276'0,"-4"2"-11"0,1 0-17 0,-3 1-24 0,-2 4-23 15,8-6-24-15,-8 6-22 0,0 0-10 16,0 0 2-16,10 21-2 0,-10 0 18 0,2 6 2 16,-2 6-7-16,-2 1-10 0,0 1-16 0,-2 1-11 15,0-4 2-15,0 3-12 0,0-3-11 0,-1-2-12 0,1 1-3 16,-1-4-15-16,0-2-7 0,3-1 3 0,-2-4-10 15,1-3-14-15,1 0-35 0,0-1-23 16,-2-5-29-16,4 0-26 0,-2 0-30 0,-1-4-38 16,3 1-41-16,0-8-30 0,-2 9-37 0,0-5-227 0,2-4-513 15,0 0 227-15</inkml:trace>
  <inkml:trace contextRef="#ctx0" brushRef="#br0" timeOffset="183778.01">25992 7295 101 0,'2'-6'171'0,"2"0"-10"0,1 2-11 0,6-1-12 16,2 2-3-16,0-1-4 0,6 2-10 0,-1 2-3 15,0 2-10-15,2-1-10 0,-1 5-9 0,2 1-6 16,4 7-4-16,-4 1-3 0,-1 2-5 0,2 1-6 16,-4 0-5-16,-9-3-5 0,0 0-7 0,3 3 1 15,-6-2-7-15,-1 2 0 0,-5-6-3 16,2 4-3-16,-2-3-1 0,0 2-4 0,-5-6 1 0,-3 3 6 15,3-3 8-15,-7-2-9 0,0-3-2 0,2 2-4 16,1-1 1-16,-2-3-5 0,2 0-1 0,2 0-3 16,7-2-2-16,-15-2 2 0,8-2-10 0,7 4 1 15,-7-8 0-15,7 8-2 0,0-10-1 0,0 10 0 16,7-19-6-16,0 8-1 0,6-4-3 0,1 2-2 16,1 1 2-16,6-6-3 0,-2 2 0 0,2 0 0 15,1 1 1-15,3-3 2 0,-3 3-5 0,3 0 5 0,-2 2-3 16,2-3 2-16,-12 4 1 0,3 1 1 15,-3 0-3-15,1-1 2 0,-5 5 1 0,-1-2 10 16,1 2-2-16,-1-2 1 0,-4 3 6 0,2 3 8 16,-3-4 3-16,-3 7-2 0,6-5-1 0,-6 5 1 15,0 0-5-15,0 0-2 0,0 0 3 0,0 0 1 16,-13 15 3-16,-1 0 1 0,1-2-3 0,4 1 2 16,-3-2-1-16,2 1-6 0,3-2-4 0,1-1 8 15,-2 0-7-15,4 0-1 0,-1-2-4 0,3 2 0 0,2-4 8 16,0-6-15-16,0 14-1 0,2-9 0 15,-2-5-2-15,5 7-5 0,1-4 0 0,0 0-2 16,-6-3-3-16,15 0 0 0,-15 0-2 0,16-3 5 16,-7-2-2-16,-1 3 2 0,-1-4 0 0,0 1 3 15,0-3-2-15,0 1 3 0,-1 0-3 0,0-1 6 0,0 4-6 16,-2-2 6-16,-2 1 1 0,3 0 6 0,-5 5-3 16,4-5 1-16,-4 5-9 0,4-4-1 0,-4 4 1 15,0 0-1-15,0 0 0 0,7 15 2 16,-4-6 2-16,1-1 2 0,-4 7-2 0,3 0-5 0,-1-4 5 15,2 6-23-15,-4-5-31 0,4 5-28 0,-1-2-41 16,-1-2-45-16,0-2-45 0,0-1-42 0,0 2-130 16,-2-12-417-16,4 15 185 0</inkml:trace>
  <inkml:trace contextRef="#ctx0" brushRef="#br0" timeOffset="184607.09">26731 7465 139 0,'2'-8'228'0,"-4"-2"-5"0,4-2-13 0,0 1-12 0,-2-4-5 16,4 2-1-16,-4-5-12 0,3 7 0 0,1-4-14 16,1 0-14-16,2-1-11 0,-1 1-8 0,1 5-13 15,3-4-10-15,3 3-12 0,-3 0-6 0,4 5-12 16,-5-1-9-16,5 6-10 0,-3 0-6 0,0 2-1 16,3 3-16-16,-3 1-4 0,-2 4-3 0,2 0-2 15,0 4 0-15,-2 1-5 0,-4 1-2 0,2 1 1 16,-1 0 2-16,-1-2-4 0,-1 1 2 0,2-4-8 15,-2 2 4-15,0-3-1 0,0 0 1 0,3-2 1 16,-3-1-4-16,5-1-3 0,1-1 5 0,-2-2-5 16,3 2-3-16,1-5-1 0,1-4-1 0,3 1-7 15,2 0-2-15,-6-2-4 0,1 1 1 0,0-3-1 16,-1 1-3-16,-4-2 1 0,2-1 2 0,-4-1-6 16,1 0 3-16,-5-1-6 0,5-2 6 0,-3-1-3 15,1-2 7-15,-2 0-2 0,-1 0 1 0,2-1-2 16,-2 6 6-16,-2-2-3 0,2 2-3 0,-2 1 3 15,0 2-3-15,0 8-1 0,0-11 0 0,0 11-6 16,3-5 2-16,-3 5 1 0,0 0 0 0,0 0 3 16,-1 24 11-16,-3-9 2 0,2 3 1 0,0 1 6 15,0 1 0-15,-6 4 1 0,6 0 12 0,-5 0 0 16,3-5-3-16,-2-2-3 0,1 1-4 0,-2-4 0 0,4-2-4 16,1-1 11-16,0 0-7 0,-2-3-6 0,1 0 7 15,2-3-7-15,1-5-7 0,-5 11-2 16,5-7-2-16,0-4 4 0,0 0 3 0,0 0-1 15,0 0-7-15,0 0 0 0,11 1-5 0,-11-1-8 0,21-11-5 16,-8-1 3-16,3 1-6 0,7-5 0 0,-6 3 0 16,1 1 2-16,0-5-4 0,5 0 5 0,-8 3 0 15,5-3 4-15,-3 4 1 0,-4-3-4 16,1 2 11-16,-6-2-5 0,3 3 3 0,-2-2-3 0,-2 4 3 16,0 3 12-16,-1-1-2 0,-2 0 6 0,-1 4 3 15,-3 0-5-15,0 5 3 0,4-7-6 0,-4 7 2 16,0 0 4-16,0 0 8 0,0 0 5 15,-8 26 2-15,3-15 1 0,-1-1-4 0,3 4 2 16,-3-1 0-16,1-1-2 0,4 0 2 0,0 0-1 0,1-1-6 16,1-1 0-16,2-2 3 0,2 3-2 0,0-4-2 15,1 1 0-15,3-2 4 0,3-1-1 0,1-1-1 16,1-1-5-16,-1-2-1 0,-2-2-4 0,7 1-2 16,-5-2-2-16,-1-1-1 0,-1 1 7 0,-1-3-4 15,0-1-8-15,-1-2 7 0,2 1-1 0,-4-4-11 16,0 3 5-16,3-5-2 0,-5 2 1 0,4-4-2 15,-4 1 5-15,1 3-4 0,-1-2 1 0,1 3 4 16,-4 3-3-16,1 1-1 0,0 1-2 0,-3 5 0 16,4-7-4-16,-4 7 2 0,0 0 2 0,0 0 8 15,0 0 6-15,3 24 2 0,-5-13 2 0,-1 2-1 16,-2 1 0-16,0 2 0 0,-3 0-1 0,3 2-1 16,-1 1 0-16,-1-5-11 0,2-2-19 0,1 0-22 15,0 3-35-15,-1-3-40 0,1 1-54 0,2-3-49 16,-1-2-50-16,-2-2-165 0,5-6-474 0,-9 13 210 15</inkml:trace>
  <inkml:trace contextRef="#ctx0" brushRef="#br0" timeOffset="184764.43">27429 7236 1938 0,'-5'-12'45'0,"3"2"-28"16,-2 2-10-16,3 1-7 0,-3 1-6 0,4 6-17 15,-4-9-24-15,4 9-15 0,0 0-12 0,0 0-22 16,-5-3-36-16,5 3-130 0,0 0-282 0,0 0 125 16</inkml:trace>
  <inkml:trace contextRef="#ctx0" brushRef="#br0" timeOffset="184994.96">27851 7117 163 0,'3'-9'242'0,"2"0"1"15,-3 2-6-15,0 1-2 0,-2 6 6 16,0-12-7-16,0 12-13 0,5-10-16 0,-5 10-31 16,0 0-18-16,0 0-13 0,0 0-5 0,0 0 9 15,2 35-1-15,-4-9 0 0,2 0-13 0,-1 2-5 0,-1 2-14 16,0-1-10-16,0 0-12 0,-1 1-7 0,2-2-8 16,-3-3-10-16,0-1-6 0,6 2-3 0,-6-6-18 15,4-5-32-15,-4 2-28 0,1-1-43 16,1-3-32-16,-2-1-38 0,0 0-54 0,-2 1-52 0,2-6-39 15,-3 1-227-15,-2-3-545 0,9-5 242 0</inkml:trace>
  <inkml:trace contextRef="#ctx0" brushRef="#br0" timeOffset="185312.5">27807 7299 108 0,'20'-6'166'0,"-2"4"-7"0,0 0-5 15,2 2-10-15,-4 4-6 0,1-2-15 0,-3 2-4 16,4 3-5-16,-6 0-10 0,-1 0-3 0,-5 2-6 16,4 1-4-16,-6 1-9 0,4 0-8 0,-4-2-5 15,1-1-7-15,0 1-6 0,-2-3-2 0,1 1-8 16,0-2 3-16,0 1-7 0,1 0-5 0,0-1 0 16,2-4-3-16,-1 1 5 0,-6-2-1 0,13 0 5 15,-6 0 4-15,-7 0 5 0,14-3 2 0,-6-2 6 16,1-1 1-16,-1 0 1 0,-2-3-6 0,-1 2 1 15,1-4 7-15,-3 1-11 0,-1-3-3 0,-2 3-8 16,5-7-4-16,-5 0 5 0,-2 2-12 0,-1 5-8 16,3-3-12-16,-3 1-17 0,1 2-16 0,0 2-18 15,2 8-33-15,-7-9-31 0,3 7-35 0,4 2-20 16,-16 3-25-16,7 3-25 0,-2 7-166 0,-3 0-406 16,2 1 181-16</inkml:trace>
  <inkml:trace contextRef="#ctx0" brushRef="#br0" timeOffset="185670.77">28184 7486 19 0,'10'-4'186'0,"2"-4"-3"15,-3 2-6-15,0-1-6 0,0 0-12 0,-2-3-1 16,0-1-10-16,-1 0-14 0,2 0-5 0,-2-5-8 16,0 2-1-16,-3 0-9 0,1-4-5 0,-3 1-6 0,-2 2-8 15,2-2-3-15,-4 3-8 0,1 1 5 16,-1 0-3-16,-3-2-11 0,1 2-4 0,-4 3-4 15,5 2 3-15,-3 0-12 0,3 5-7 0,0-1-1 16,4 4-11-16,-5-10-1 0,5 10-4 0,-7-6-7 0,7 6-4 16,0 0 4-16,0 0-6 0,0 0-4 0,0 0 1 15,21 3-4-15,-7 1 1 0,2-1 9 0,5 3-7 16,6 0 15-16,-2-2-5 0,-5 2-3 16,-2-2-6-16,-2 2-1 0,-2 1-3 0,-2 0-2 15,-3 1 0-15,1 0 5 0,-1 4 7 0,-3-2 4 0,-1 0 8 16,-1 3 17-16,-3 0 3 0,0-1 17 0,-2 0 4 15,-1 3-7-15,-1-2-5 0,1-2-6 0,-1 2-9 16,1-2 5-16,0-1-8 0,-2 0 2 16,3-1-52-16,-3 0-34 0,4 0-45 0,0-9-38 0,0 14-59 15,4-11-72-15,1 0-298 0,-5-3-596 0,13 3 265 16</inkml:trace>
  <inkml:trace contextRef="#ctx0" brushRef="#br0" timeOffset="186951.81">29963 7313 175 0,'-3'-11'173'0,"1"6"-36"16,2 5-38-16,-4-8-41 0,4 8-35 0,-5-3-44 0,5 3-41 16,0 0-35-16,-9-3-106 0,9 3 47 15</inkml:trace>
  <inkml:trace contextRef="#ctx0" brushRef="#br0" timeOffset="196755.74">29024 7060 58 0,'-2'-6'203'0,"2"6"-8"0,-2-12-21 16,2 12-12-16,0 0-21 0,0 0-11 0,0 0 6 15,0 0 5-15,14 21-9 0,-9-5 2 0,1 11-12 16,1 1-7-16,0 2-7 0,-2-1-12 0,-3 3-12 15,-1-3-6-15,0 0-5 0,-1-1-8 0,0-2-7 16,-2-2-5-16,2-5-4 0,-2-2-7 0,1-4-2 16,0-1-4-16,-2-1-4 0,2 0 1 0,-2-5-4 15,3-6-3-15,0 13-1 0,0-13 0 0,0 9-3 16,0-9 0-16,0 0-2 0,-2 6 3 0,2-6-8 16,0 0 1-16,0 0-4 0,0 0 1 0,0 0-4 15,2-24 0-15,2 14-1 0,0-2 2 0,1 0-5 16,2-3-1-16,3 0-3 0,4 1 18 0,0 3-11 15,1-2-2-15,3 4-2 0,2 3-1 0,0 1-4 16,-1 4-1-16,2 1-1 0,-4 2 3 0,1 4 2 16,-2 2-5-16,-2 0 4 0,-5 4-4 0,1-1 4 15,-2 1-1-15,-5-2 1 0,1 4 3 0,-1-4-4 16,-4 7 0-16,-3-6 1 0,-3 4-2 0,-3-3 2 16,0 4 1-16,-4-6-1 0,-1 1-1 0,-1 0-4 0,-2 0-5 15,2-5-4-15,0 1-10 0,0-1-8 16,0-3-16-16,5-2-9 0,-2-1-30 0,4 0-23 15,9 0-34-15,-15-2-20 0,10-2-37 0,5 4-158 16,-7-10-386-16,7 10 171 0</inkml:trace>
  <inkml:trace contextRef="#ctx0" brushRef="#br0" timeOffset="197525.37">29633 7302 76 0,'4'-5'214'0,"-1"1"-6"0,-3 4-8 15,1-10-14-15,-1 10-7 0,0 0-8 0,-12-7-13 16,5 7-7-16,7 0-11 0,-22 6 0 16,8 3-11-16,3-1-5 0,0-1-7 0,-4 5-10 15,2-2-10-15,3 0-7 0,0-1-12 0,2-1-3 16,2 4-12-16,-1-3-5 0,3 1-4 0,3-3-9 16,-3 3 0-16,4-2-6 0,0 0 1 0,5 0-8 0,0-2-6 15,-1-1 1-15,3-1-5 0,-1 0-3 16,2 0-2-16,2 0-4 0,-2-4-3 0,2 0-4 15,0-2 5-15,-10 2-4 0,14-4-3 0,-7 2-1 0,3-2 3 16,-2-1-2-16,1-3 0 0,-2 1-1 0,-1 0-2 16,1-2 2-16,-5 3-1 0,1-2 4 0,0-1-7 15,-2 2 3-15,1 1-1 0,-2 6-3 16,2-12 0-16,-2 12-2 0,3-6 0 0,-3 6-1 16,0 0-4-16,0 0 1 0,0 0 6 0,0 0-7 0,0 0 7 15,0 0-1-15,-8 22 0 0,5-13-2 0,2 1 4 16,-1-1-3-16,2 0 0 0,2-1 4 0,-2-8-3 15,2 13 9-15,2-7-7 0,-1-2 0 16,2 0 2-16,0-1 2 0,1 0 1 0,2-1 4 0,3-2-7 16,1 0 5-16,0 0-1 0,0-5-1 0,0 3 2 15,-1-3-3-15,-1 2 3 0,1-3 1 0,-2 0-4 16,1-1 0-16,-2-3 0 0,-3 0-4 0,2 0 4 16,-2-3-1-16,-1 3 0 0,1-7-1 15,-2 5-2-15,-1 1 3 0,0 3-1 0,0 0-1 0,-2 1 0 16,0 7 3-16,2-11-8 0,-2 11-2 0,2-7-2 15,-2 7-1-15,0 0 1 0,0 0 3 0,0 0-2 16,8 22 2-16,-6-10 0 0,0 4 1 0,-1 2 2 16,0 1-1-16,0 0 1 0,2-1 2 0,-2 1-2 15,1 0 1-15,1-2 2 0,-1-1-1 0,-1-2 1 16,-1-4 1-16,1 1-2 0,-1-2 4 0,-1-1 1 16,2 0-4-16,-1-8 2 0,-2 9 1 0,2-9 2 15,-2 9 0-15,2-9 2 0,0 0-1 0,0 0 2 16,0 0-6-16,0 0 0 0,11-2-5 0,-11 2-1 15,12-9-2-15,-4 0-5 0,0 1-2 0,6-4-2 16,-1 0-8-16,2 0 5 0,-2-2 0 0,2 0-2 16,3-6-3-16,-4 5 3 0,4-4-4 0,-2-2 6 15,-3 6-4-15,-1 1 12 0,-2 0-5 0,-4 3 9 16,0 1 3-16,-1 2 5 0,-2 2 4 0,0 0 4 16,-3 6-5-16,0 0-3 0,-3-11-1 0,3 11-1 15,0 0 6-15,-19 6 8 0,9 1-1 0,-4 3 1 16,-1 1 0-16,-2 1 0 0,4-1-3 0,1 3 4 15,0-2-4-15,3 1-1 0,1-2-31 0,5 0-22 16,1 1-44-16,4-1-56 0,1-3-42 0,5 1-48 16,0 1-158-16,6-2-423 0,6-2 186 0</inkml:trace>
  <inkml:trace contextRef="#ctx0" brushRef="#br0" timeOffset="198009.08">30569 7495 1874 0,'7'-6'119'0,"-1"0"-1"0,-3 1 38 16,4-3-39-16,0-1-40 0,-3 2 0 0,4-3 1 16,-3-1-10-16,2 1-10 0,-1 0-2 0,1-3 4 15,4-1 1-15,-2 1-2 0,-3 1-4 0,3 2-5 16,-3 1-1-16,1-2 0 0,2-3-11 0,-2 3 1 16,0 1-2-16,-1-3-4 0,2 4-5 0,-3-4-3 15,-3 6-2-15,2-2-3 0,-1 3-2 0,-1 1-6 16,-2 5 2-16,4-10-3 0,-4 10-7 0,0 0 1 15,3-7-9-15,-3 7 5 0,0 0-1 0,0 0 1 16,0 0 1-16,-12 30-4 0,6-16 6 0,1-1-4 16,0-1 0-16,0 2 1 0,3 0-3 0,1 1 1 15,1-3 2-15,1-2-2 0,3 0 4 0,0 0 1 0,2-3 3 16,-1 2-4-16,3-3-2 0,1-3 2 16,5 3-1-16,-2-4 2 0,3-3 2 0,-2 0 3 15,6-1-3-15,-2-3-5 0,-3 1 1 0,1-4 4 16,-2 3-1-16,-2-2-1 0,2-3 1 0,-4 1-24 15,0 2 7-15,-3-2-3 0,1-2 3 0,0-4-1 0,0 4 2 16,-2-5 1-16,-3 7 2 0,1-1-2 16,0 0 1-16,-1 3 4 0,0 1-3 0,0 0 0 15,-2 6-3-15,0 0-2 0,0 0 2 0,0 0 0 16,0 0 2-16,0 0-1 0,-4 30 3 0,-2-14 4 16,-1 2 8-16,1 6-1 0,-4 1 4 0,1-3 1 0,2-2-2 15,-3 3 0-15,3 1 2 0,-1-7-4 16,1-1 1-16,1 1-19 0,1-1-15 0,-1 0-19 15,2 0-27-15,-1-2-52 0,1-3-55 0,0-3-49 16,0-2-222-16,4-6-487 0,-13 8 215 0</inkml:trace>
  <inkml:trace contextRef="#ctx0" brushRef="#br0" timeOffset="198182.07">30567 7106 113 0,'0'0'209'0,"-3"-7"-32"0,3 7-32 0,0 0-19 15,0 0-18-15,0 0-36 0,0 0-49 0,0 0-59 16,23 3-121-16,-23-3-168 0,27 10 74 0</inkml:trace>
  <inkml:trace contextRef="#ctx0" brushRef="#br0" timeOffset="199389.19">31881 7097 16 0,'0'-11'188'0,"0"11"-12"0,-1-12-4 16,1 12-6-16,0-14-5 0,0 14-13 0,1-9 5 15,-1 9-4-15,0-9-5 0,0 9-2 0,2-7-13 16,-2 7-5-16,0 0-14 0,0 0-10 0,0 0-14 15,0-10-15-15,0 10-6 0,0 0-10 0,0 0-3 16,0 0-4-16,0 0-10 0,2 30 3 0,0-15-1 16,-4 3-1-16,2 7-3 0,-2-6 1 0,2 0-1 15,-3 8 3-15,0-2-2 0,3-6 3 0,-3-2-4 16,1 0-2-16,2 1 3 0,0-3-3 0,-4 2-1 16,3-4-5-16,-1-3-2 0,0 4 0 0,1-5-4 15,0 2 0-15,-3 0-3 0,4-3-1 0,0 2-3 16,-1-2-8-16,1-8-24 0,0 14-15 0,0-8-28 15,0-6-28-15,0 12-29 0,0-12-49 0,0 7-32 16,0-7-39-16,0 0-143 0,-1 7-412 0,1-7 182 16</inkml:trace>
  <inkml:trace contextRef="#ctx0" brushRef="#br0" timeOffset="199623.01">32122 7145 160 0,'0'0'224'0,"2"-7"-23"0,-2 7-17 16,4-4-10-16,-4 4-22 0,0 0-13 0,0 0-13 15,0 0-7-15,0 0-1 0,18 8-2 0,-13-3-9 16,1 4-7-16,2-1-12 0,2 2-5 0,3 2-12 16,-4 1-1-16,5-2-10 0,-1 4-7 0,-6-5-2 15,8 2-4-15,-4 1-16 0,2 0-19 0,-2-5-29 16,2 4-20-16,-5-2-30 0,1-3-30 0,0 1-54 15,-2-1-37-15,-3-3-134 0,0 2-349 0,0-2 156 16</inkml:trace>
  <inkml:trace contextRef="#ctx0" brushRef="#br0" timeOffset="199831.3">32368 7173 2 0,'-2'-8'220'0,"2"8"-7"0,-2-11-15 15,2 11-23-15,2-7-23 0,-2 7-12 0,0 0-11 16,0 0 1-16,0 0 0 0,-19 22-8 0,6-8-6 16,2 3-11-16,-3 4-12 0,-1 3-5 0,-2-4-8 15,2 1-6-15,4-4-9 0,-5 2-7 0,4-3-19 16,3 0-16-16,0 0-29 0,-3-3-34 0,3 0-48 16,5-2-52-16,-1-1-55 0,-1 1-120 0,-2-4-339 15,3 2 150-15</inkml:trace>
  <inkml:trace contextRef="#ctx0" brushRef="#br0" timeOffset="200089.7">32555 7136 64 0,'5'-5'248'0,"-1"2"-29"16,1 0-16-16,-5 3-25 0,6-4-6 0,-6 4-1 15,0 0 31-15,9 14-12 0,-6-3 0 0,1 4-11 16,-2 3-9-16,0-1-18 0,-1 1-5 0,-1 2-14 16,-1-2-11-16,-1 0-14 0,1 1-6 0,0 0-11 15,-1-2-13-15,1 3-2 0,-2-5-11 0,2 1-31 16,-1 0-26-16,-1-1-19 0,0-2-27 0,1-1-36 16,-1 0-39-16,-3-2-51 0,5-3-52 0,-3 2-47 15,0 0-142-15,2-3-437 0,2-6 195 0</inkml:trace>
  <inkml:trace contextRef="#ctx0" brushRef="#br0" timeOffset="200406.43">32749 7319 109 0,'0'0'226'0,"0"0"-12"15,0 0-9-15,0 0-15 0,0 0-6 16,0 0-18-16,0 0-17 0,0 0-12 0,58 27-11 15,-58-27-9-15,0 0-14 0,30 11-8 0,-30-11-10 0,26 10-8 16,-26-10 0-16,0 0-13 0,38 4-6 0,-38-4-8 16,0 0 0-16,36 0-8 0,-36 0 1 15,0 0-8-15,0 0 0 0,0 0-6 0,34-16-1 16,-34 16-5-16,0 0-4 0,0 0 0 0,17-28 2 16,-17 28-6-16,0 0 2 0,0 0-4 0,-3-38-3 15,3 38-2-15,0 0-1 0,0 0-3 0,-19-43-2 16,19 43-1-16,0 0-6 0,-19-21-1 0,19 21-3 15,0 0-1-15,0 0-7 0,-36-6-8 0,36 6-12 16,0 0-8-16,0 0-17 0,0 0-30 0,-57 13-38 16,57-13-53-16,0 0-36 0,0 0-117 0,-28 18-363 15,28-18 160-15</inkml:trace>
  <inkml:trace contextRef="#ctx0" brushRef="#br0" timeOffset="200608.45">32955 7096 126 0,'0'0'194'0,"0"0"-16"16,0 0-20-16,0 0-14 0,0 0-18 0,0 0-14 15,47-27-40-15,-47 27-31 0,36-10-41 0,-36 10-53 16,49-5-40-16,-49 5-75 0,40-10-181 0,-40 10 80 15</inkml:trace>
  <inkml:trace contextRef="#ctx0" brushRef="#br0" timeOffset="201122.54">33162 6843 62 0,'0'0'213'16,"0"0"-10"-16,0 0-3 0,0 0-12 0,0 0-13 15,0 0-14-15,0 0-16 0,0 0-15 0,0 0-15 16,0 0-14-16,0 0-9 0,0 0-8 0,0 0-11 16,0 0-6-16,0 0-9 0,0 0-2 0,0 0-8 15,0 0-1-15,0 0-9 0,0 0 1 0,0 0-6 16,0 0-2-16,0 0 2 0,-31 52-2 0,31-52 1 16,0 0 2-16,0 0-6 0,29 47-3 15,-29-47 2-15,27 30-6 0,-13-19 0 0,-14-11-5 0,29 29 0 16,-17-16-2-16,-12-13-3 0,25 28 3 0,-25-28-30 15,17 21 1-15,-17-21 3 0,16 18 3 16,-16-18 3-16,0 0-3 0,0 0 7 0,11 29-2 16,-11-29 2-16,0 0-1 0,0 0 4 0,0 0-3 15,0 0 0-15,-52 22-3 0,52-22-1 0,0 0 2 0,0 0-1 16,-50-11 2-16,50 11 1 0,0 0-2 0,0 0 1 16,0 0 4-16,-37-24 2 0,37 24-9 0,0 0 2 15,-8-30-3-15,8 30 7 0,0 0-4 16,0 0-2-16,18-54 3 0,-18 54-1 0,29-38 1 15,-10 17-3-15,0 3 5 0,0-2-3 0,0 3 0 16,-19 17 2-16,35-33-1 0,-23 21 4 0,-12 12-3 16,25-27 6-16,-25 27-1 0,16-24 0 0,-16 24 0 0,12-25 0 15,-12 25-1-15,0 0 1 0,5-30-1 16,-5 30-2-16,0 0 2 0,0 0 0 0,0 0-1 16,0 0 4-16,-22-41-5 0,22 41-3 0,0 0-1 15,-39-4-1-15,39 4 5 0,0 0-5 0,0 0-19 16,-64 19-24-16,64-19-25 0,-32 19-30 0,32-19-34 15,-23 26-39-15,23-26-153 0,-20 29-355 0,20-29 157 16</inkml:trace>
  <inkml:trace contextRef="#ctx0" brushRef="#br0" timeOffset="201402.57">33361 7142 77 0,'0'0'266'0,"0"0"-30"15,0 0-26-15,0 0-22 0,0 0-19 0,0 0-20 16,0 0-14-16,0 0-1 0,0 0-15 0,0 0-7 16,0 0-10-16,7 54-6 0,-7-54-11 0,-7 39-4 15,7-39-5-15,-5 39-4 0,5-39-10 0,-5 43-6 16,5-43-3-16,-4 38-7 0,4-38-2 0,-5 35-6 15,5-35-3-15,-3 29-13 0,3-29-22 0,0 0-34 16,-3 33-27-16,3-33-41 0,0 0-43 0,0 0-39 16,0 0-173-16,-9 31-385 0,9-31 170 0</inkml:trace>
  <inkml:trace contextRef="#ctx0" brushRef="#br0" timeOffset="201697.34">33339 7346 120 0,'0'0'133'16,"50"-17"-11"-16,-50 17-13 0,44-9-11 0,-44 9-5 16,39-10-11-16,-39 10-8 0,36-8-12 0,-36 8-1 15,31-9-9-15,-31 9-10 0,0 0 3 16,32-14 10-16,-32 14 10 0,0 0 11 0,23-18 4 16,-23 18-8-16,0 0 13 0,13-29-7 0,-13 29-4 15,0 0 10-15,6-29 3 0,-6 29-11 0,0 0 6 16,0 0-4-16,0 0 2 0,4-33-4 0,-4 33-4 15,0 0-11-15,0 0-8 0,0 0-8 0,0 0-3 16,0 0-7-16,0 0 6 0,0 0-2 0,0 0-2 16,0 0-5-16,0 0 1 0,-38 86-5 0,29-62 0 15,9-24-3-15,-20 47 3 0,14-27-13 0,6-20-24 16,-10 38-40-16,10-38-48 0,-9 35-47 0,9-35-67 16,-4 28-181-16,4-28-422 0,0 0 186 0</inkml:trace>
  <inkml:trace contextRef="#ctx0" brushRef="#br0" timeOffset="201854.46">33654 7518 199 0,'0'0'241'16,"0"0"-10"-16,0 0-12 0,0 0-20 0,0 0-17 16,0 0-18-16,0 0-20 0,0 0-32 0,0 0-35 15,0 0-40-15,0 0-63 0,0 0-58 0,0 0-66 16,0 0-108-16,0 0-279 0,0 0 124 0</inkml:trace>
  <inkml:trace contextRef="#ctx0" brushRef="#br0" timeOffset="207059.86">30778 10617 41 0,'-9'-7'90'0,"4"7"-4"0,5 0 1 0,-9-3-12 16,9 3 4-16,-15-4-10 0,7 2 1 0,-1 0-9 15,-3 3 18-15,1-2-12 0,-1 2 2 0,1 0-8 16,0 2-4-16,-3 0-1 0,2-3-5 0,1 3-3 16,-3 0-6-16,2 2 6 0,0-1-11 0,-3 3 14 15,-1 3-1-15,2-3-3 0,-3 5-1 0,3-2 1 16,-2 3 1-16,-2 5 0 0,2-6-2 0,0 7-10 15,2-3 3-15,3 0 3 0,1-1-6 0,-1 2 1 16,2 0-5-16,3 0-3 0,0 0-7 0,1 0 2 16,1-2-2-16,3-2-4 0,2 4 4 0,1-2-4 15,3 0-2-15,2-2-2 0,1 2 2 0,2-1-3 0,3-1-2 16,2-2 0-16,4-1 3 0,-3-1-3 16,2 1 5-16,2-3-4 0,7 3-7 0,0-6 1 15,-7 1-3-15,8-1 1 0,-5-2 0 0,-2-3 0 16,-1 3 16-16,-1-2-6 0,-2-1 1 0,-3-1 0 0,-2 1-4 15,-2-2-2-15,0 0 5 0,-4 2-5 0,0-3-1 16,-1-1-1-16,-5 5-2 0,4-10-2 0,-4 10-2 16,-3-14 1-16,-1 8 2 0,-2-1-6 15,-3 0 1-15,-1 0 1 0,-1 3-2 0,-6-1-1 16,0 3-1-16,-1 2 3 0,1 1 5 0,-2 2-5 0,-1 2 1 16,-6 4-2-16,2 4 3 0,0 2-2 15,-1 1 3-15,1 0-2 0,1 6 0 0,1-4 0 16,1 3 1-16,4-2-1 0,4-1-1 0,2 4 2 15,4-7 0-15,3 3 0 0,1-1-1 0,3 0 1 0,5-3-2 16,0 2 5-16,4 0-3 0,2-3 1 0,5-1-1 16,-1-1 2-16,3 1 0 0,-4-4-1 0,6 0 1 15,-3 1-5-15,0-5-2 0,0 0 3 16,-4-1-3-16,0-3 2 0,0 0 0 0,-2 2-3 16,2-1 2-16,-3-2-1 0,-1-3 1 0,-1 1-1 0,-3-1 5 15,-1-2-2-15,-4 6-1 0,2-10-3 0,-2 10 2 16,-2-11 4-16,2 11-8 0,-7-10 3 15,2 5-1-15,5 5 4 0,-15-4-5 0,3 2 1 0,-1 1-1 16,0 3 2-16,-5 4-2 0,2 1 6 0,0 3 3 16,-8 4 7-16,1 5 2 0,-3 2 0 0,0-2 0 15,5 0-3-15,-1 6 2 0,5-2 4 0,6 0-9 16,0 1 2-16,5-5 1 0,4 1-1 16,2-4-1-16,5 4-1 0,1-5 0 0,4 2 0 15,3-2-1-15,8 2 2 0,-5-6-5 0,10 1 7 0,-1-1-10 16,-4-5-6-16,-2 1-5 0,3-3 2 0,-1 0 1 15,0-3-5-15,-1 0 3 0,-1-2 5 0,-3-3-5 16,-1 4-1-16,-6-4 3 0,0 1-1 0,-1 0 3 16,-2-5 0-16,-2 3 1 0,-3-1-3 0,-1 6 3 15,2-13-2-15,-2 13 0 0,-4-13 0 0,-1 8-1 16,-3 0 1-16,-2 2 1 0,-2 2 1 0,0 0 4 16,-9 2 4-16,-1 3 10 0,2 2-3 0,-6 3-2 15,2 3 0-15,0 0 2 0,1 5-1 0,0-1-2 16,3 1-2-16,3 4 4 0,6-6-3 0,-1 0 0 15,5 2-1-15,2 0-1 0,3-1 0 0,2 1 0 16,1 0 3-16,5-1-1 0,7 0 0 0,-1 0-6 16,3-5-4-16,1 2-8 0,4-5-8 0,-2 1-2 15,7-2-2-15,-5 0-7 0,1-1 1 0,-1-3-2 16,0 0 2-16,-4-1 3 0,-3-1 0 0,-3-2 3 16,1 2 5-16,-11-1-2 0,13-1 7 0,-6-1 1 15,-7 2-3-15,6-6 5 0,-6 6-2 0,-1-8 0 16,1 8 4-16,0 0-5 0,-17-11 3 0,3 7 5 15,1 2 12-15,-3 2-1 0,-3 0 11 0,-2 3 6 16,2 1 4-16,-1 1 1 0,-6 4 6 0,1 2 3 16,0 0-3-16,2 6 0 0,3 0 0 0,-2-1-2 15,4 2-3-15,7-2-7 0,-5 4 3 0,9-1-3 16,-2 4-5-16,2-3 1 0,2-5 1 0,3 4-2 16,3 0-2-16,0-2 1 0,3 0-7 0,4-1 5 15,0-2-2-15,7 2-3 0,-2-1 4 0,10 1 8 16,-6-5 2-16,1 1-1 0,5-1-3 0,3-1-4 15,-11-3 0-15,4-1-4 0,-3 1-4 0,-2-3-3 16,-3-3 1-16,-2 2-8 0,0-1-1 0,-2 0 0 16,-2 0 2-16,-5-2 1 0,9 2-5 0,-9-2 6 15,7 3 1-15,-7-3 0 0,0 0-1 0,0 0 0 16,0 0-3-16,0 0 3 0,0 0 0 0,0 0-1 0,0 0-1 16,0 0 4-16,-18-12 2 0,18 12 0 15,-10-6-2-15,10 6 1 0,-11-4-2 0,11 4 3 16,-7-5-4-16,7 5 0 0,-7-1 0 0,7 1 0 15,-11 0-1-15,11 0 0 0,-12 4 0 0,12-4 1 16,-12 5-1-16,8-1 0 0,4-4-2 0,-10 4-1 0,5-1-8 16,1 1-3-16,4-4 0 0,-8 5 1 0,8-5 1 15,-2 4 1-15,2-4 5 0,0 0-7 16,-5 6 2-16,5-6 3 0,0 0 1 0,0 0 5 16,-5 6-6-16,5-6 5 0,0 0 1 0,0 0 2 0,0 0-2 15,-5 4 3-15,5-4-3 0,0 0 0 0,-9 3 2 16,9-3-2-16,-8 3 5 0,8-3-1 15,-10 0-1-15,10 0 9 0,-9 2-8 0,9-2-1 16,-9 0 0-16,9 0 2 0,-13 2 4 0,13-2 4 16,-13 1 5-16,6 0 2 0,7-1 7 0,-10 3 1 0,10-3 4 15,-12 0 1-15,12 0-2 0,-8 1-2 0,8-1-1 16,0 0-4-16,-10 3-2 0,10-3 0 0,0 0-4 16,-4 3-4-16,4-3 2 0,0 0 2 0,0 0 1 15,0 0 8-15,0 0 5 0,17 7 1 0,-8-7-5 16,1 3 2-16,5-1-1 0,-2 0-3 0,5 0-1 15,0-1-5-15,2-1 2 0,1 0-4 0,-2 2 1 16,1-2-1-16,-1 1-3 0,1-2 1 0,-6 1-2 16,4 0-1-16,1-2 0 0,-1 1 0 0,0-1 2 15,-6 2-7-15,1 0 0 0,-1 0 0 0,-1 0 6 16,-1 2-8-16,-3-2 3 0,-7 0 1 0,0 0-1 16,14-2-4-16,-14 2 2 0,0 0-2 0,0 0 3 15,0 0-1-15,0 0 0 0,0 0 0 0,0 0-3 16,-33 3 1-16,24-3 8 0,-3 0-7 15,-1 2 3-15,1-1-2 0,-5 1-3 0,-3 0 3 0,2-2-1 16,-3 1-1-16,0 0 1 0,0 0-3 0,1 1 2 16,0-1 2-16,1 0-2 0,0-1 2 0,4 0-3 15,-1 2 1-15,2-2-1 0,4 0-1 0,10 0 5 16,-14 0-3-16,5 0-1 0,9 0 1 0,-10 2-2 16,10-2-1-16,0 0 6 0,0 0-6 0,0 0 4 15,0 0-3-15,0 0 0 0,0 0 1 0,45 0 1 16,-22 0 1-16,5-2 0 0,1 0-2 0,1-2 4 15,-1 3 0-15,2-3 0 0,-2 1 0 16,-1 1-1-16,-6-1 1 0,-2 1 2 0,1 0-4 0,-5 0-1 16,-2 1 0-16,-2-2 3 0,-2 5-3 0,-2-4 0 15,-8 2 1-15,7 2-1 0,-7-2 2 0,0 0-3 16,0 0 2-16,0 0-1 0,0 0 2 0,-33 6-1 16,13-4-1-16,1 1 5 0,-2 0-5 0,-7-2 0 15,-1 2-1-15,-1 3-1 0,1-5 6 0,-2 4-3 16,3-1-2-16,0 0 4 0,10 0-1 0,0 0-6 15,7-2-1-15,0 0-3 0,5 0 4 0,4 2 8 16,2-4-5-16,0 0 0 0,35 3 3 0,5-1-2 16,16-4 6-16,32-5 1 0,4 2 5 0,2-5-11 15,5 2 6-15,-2 3 28 0,-2 1 17 0,1-3-4 16,-5 5-2-16,-1-3-4 0,-31 3-4 0,0-1-4 16,-3 3-3-16,-16-1 4 0,-3-2-4 0,-3 2-2 15,-2-1-2-15,-4 2-2 0,-6 0 3 0,-9-2 0 16,1 4-8-16,-5-4 2 0,-3 2 4 0,2-1 8 15,-8 1 8-15,0 0-1 0,10-3-2 0,-10 3-9 16,0 0 5-16,0 0-11 0,-42-4-1 0,14 2-2 16,2 0-11-16,-4 1-24 0,-2 0-23 0,-5 3-18 15,2 0-30-15,2 0-36 0,-5 1-43 0,0 1-47 16,1-3-53-16,-2 3-222 0,1 0-525 0,-1 4 234 16</inkml:trace>
  <inkml:trace contextRef="#ctx0" brushRef="#br0" timeOffset="207964.06">30436 12564 69 0,'0'-8'167'0,"0"8"-5"0,0-9-14 0,0 9-7 0,4-10-6 16,-4 10-15-16,2-7 12 0,-2 7 1 0,0 0-3 15,4-8-8-15,-4 8-10 0,0 0-11 16,0 0-11-16,0-8-11 0,0 8-10 0,0 0-11 16,0 0-1-16,0 0 4 0,0 0 0 0,5 30-1 0,-2-15-1 15,-2 5-5-15,2-1-1 0,-1 7-5 0,1 2-1 16,-3-1-1-16,1 1-1 0,-2-3-2 0,1 3-2 15,-3-1-1-15,2 1-1 0,1-3 1 0,-1-4-7 16,-2 3 4-16,0 2-4 0,0-2 7 16,0-7-11-16,2 2-2 0,-2-1-5 0,2-6 0 0,0 0-3 15,1 0-2-15,-1-3-3 0,1 1 0 0,0-10-4 16,-3 14 6-16,3-10 2 0,0-4 1 0,1 10 2 16,-1-10 2-16,0 0 8 0,0 0 5 0,-1 9 9 15,1-9 0-15,0 0 3 0,0 0-8 0,0 0 3 16,0 0-6-16,0 0 4 0,0 0-15 0,0 0 11 15,0 0-14-15,0 0-3 0,0 0-1 0,-10-19 8 16,10 19-15-16,-2-8 1 0,2 8 3 0,0 0-5 16,0 0-1-16,0-10-3 0,0 10 3 0,0 0-5 15,0 0 6-15,0 0-5 0,0 0-3 0,2-13 2 16,-2 13-4-16,0 0 5 0,0 0-4 0,0 0 5 16,0 0 0-16,0 0-5 0,2-6 2 0,-2 6 0 15,0 0-3-15,0 0-1 0,0 0 1 0,0 0 3 16,0 0-5-16,0 0 1 0,-2-10 3 0,2 10 1 15,0 0-3-15,0 0-3 0,0 0 4 0,0 0-5 16,0 0 7-16,0 0 0 0,0 0-9 0,0 0-10 16,0-10-4-16,0 10-15 0,0 0-14 0,0 0-14 15,0 0-17-15,0 0-22 0,-8-4-17 0,8 4-18 16,0 0-18-16,-13-1-9 0,13 1-8 0,-7-2-2 16,7 2-4-16,-10-2-9 0,10 2-3 0,-6-3-3 15,6 3-114-15,0 0-331 0,-9-5 147 0</inkml:trace>
  <inkml:trace contextRef="#ctx0" brushRef="#br0" timeOffset="208935.9">30497 12676 104 0,'0'0'110'0,"0"0"-9"0,2-7 7 16,-2 7-8-16,0 0-16 0,1-7-9 0,-1 7-8 16,0 0-3-16,0 0-3 0,0 0-12 0,0 0-12 15,0 0 1-15,0 0-17 0,0 0-3 0,0 0-5 16,0 0-6-16,0 0 0 0,0 0-4 0,0 0 8 16,0 0-18-16,0 0 5 0,0 0-9 0,0 0 11 15,0 0-2-15,0 0-3 0,0 0 4 0,-18 10-5 16,18-10 4-16,0 0 16 0,0 0-17 0,-5 5-3 15,5-5 1-15,0 0 4 0,-8 4 5 0,8-4-2 16,0 0-6-16,0 0 2 0,-5 4-1 0,5-4 12 16,0 0-6-16,0 0-4 0,0 0 5 0,-10 1-4 15,10-1 11-15,0 0-8 0,-9 1 5 0,9-1 11 16,-12 0 4-16,12 0 4 0,-11 1 5 0,11-1 1 16,-12 3-1-16,5 0 3 0,-1 1-2 0,-1 5-6 15,-1-2 2-15,0 2 8 0,-2 5-13 0,-2 2 1 16,0 6 10-16,0 1-1 0,1 1-3 0,0 1 6 15,3 4-6-15,1-2 0 0,3 0-1 0,1-2-4 16,5 1 3-16,5 0-7 0,-3-7 0 0,2-1-1 16,5 0-5-16,3-1-1 0,2-2-4 0,1-2 5 15,2-2 1-15,7 4-9 0,-6-8 2 0,0-1-3 16,1 2 4-16,0-5-5 0,-1 1-1 0,1-2-2 16,0-2 3-16,-5 0-3 0,0-1 0 0,3 2 3 15,-3-2 1-15,-4-2-3 0,-5 2-4 0,-5 1 2 16,9-5 2-16,-6-1-1 0,-3 6-1 0,0 0-1 15,0 0 1-15,-15-10 7 0,4 7 1 0,0 3 0 16,-7 0 12-16,-2 2 7 0,-9 3 6 0,4 1 2 16,-3 4 5-16,-2 1 6 0,5 1-2 0,-6 3 5 15,4 1-5-15,-1 1-3 0,1 2-4 0,4-2-2 16,1 2-3-16,5 1-4 0,1 2-1 0,4 0-6 16,5-6-1-16,5 3 0 0,2-3 1 0,0 0-7 15,2-2 1-15,5 1-2 0,3-1 0 0,1-2-1 16,3-1-1-16,3-1-2 0,2-3-8 0,0-3-5 15,2 2 2-15,-3-2-1 0,1-4 4 0,-5 0-5 16,-1 0 4-16,0 1-2 0,-2 1-4 0,-3-2 2 16,-8 0 1-16,11 0 0 0,-11 0 2 0,9 0-5 15,-9 0 3-15,0 0-1 0,0 0 0 0,0 0-1 16,-15 16 3-16,4-10 4 0,-2 5 5 0,-3 0 6 16,1 0 7-16,-2 2-3 0,-3 3-4 0,4-3 2 15,1 1-1-15,3 2 4 0,0-2-3 0,3 0-6 16,2 2-2-16,2 0-1 0,3-4 1 0,2 0-1 15,1 0-2-15,1 0 0 0,4-3 1 0,-1 1-4 16,6 2-4-16,1-5-9 0,-1 0-1 0,5-1 0 16,0-1 6-16,-4 1-4 0,-1-4-2 0,0 1-6 15,-4-2 3-15,-1 3-5 0,0-2 1 0,-1 2 1 0,-5-4 5 16,4 9 0-16,-3-4 3 0,-1-5 0 16,-4 14 0-16,-2-3 2 0,0-1 3 0,1 0 1 15,-3 2 0-15,2 4-2 0,1 0 5 0,1-3-5 16,2-2 5-16,-1 0-1 0,1 1 3 0,2-2-5 15,0 1-3-15,3-4-13 0,1 3-3 0,2-3-3 16,0 1-6-16,0-4-4 0,4 2-4 0,-1-2-11 16,1 0-8-16,1-3-13 0,-1 1-13 0,0-2-6 15,-2 2-3-15,-8-2-8 0,17 1-18 0,-12-1-5 16,-5 0-17-16,11 2-131 0,-6 0-295 0,-5-2 131 16</inkml:trace>
  <inkml:trace contextRef="#ctx0" brushRef="#br0" timeOffset="209615.33">30371 14100 177 0,'-3'-7'230'0,"3"7"-25"0,0 0-21 0,-4-6-23 15,4 6-12-15,0 0-9 0,0 0 3 0,-2 24-5 16,0-13 0-16,2 7-10 0,-1 8-12 0,2 2-10 16,1-1-7-16,0 2-12 0,0 0-6 0,-1-1-8 15,1 1-8-15,4-2-7 0,-3 1-2 0,-1-2-7 16,-5-2-5-16,2 2-4 0,1-7-7 0,1 2 2 15,-1-2-8-15,0-2 0 0,0 2-1 0,-1-6-6 16,0 6-2-16,-1-9-4 0,1 3 6 0,0-2-10 16,-2-2 3-16,3 1-4 0,0-10 0 0,0 12 1 15,0-12-2-15,-1 9 1 0,1-9-2 0,0 0-1 16,-1 9 2-16,1-9 0 0,0 0-5 16,0 0 10-16,0 0-8 0,0 0 2 0,0 8-1 0,0-8-3 15,0 0 1-15,0 0 0 0,0 0 0 0,0 0-2 16,0 0 2-16,0 0-1 0,-21-12-3 0,15 9 0 15,6 3 1-15,-18-4 0 0,5-1-2 0,-4 2-1 16,-2-1 1-16,-2 3-1 0,-6-2 4 16,-3 0-4-16,-3 3 2 0,-3 0 0 0,-2 3 3 0,-17 1-3 15,3 3 7-15,-1-1-5 0,-3 3-4 0,-2-3 4 16,2 2 3-16,-1 0-5 0,7 1 0 0,-1 1-1 16,14-5 2-16,3 1-2 0,2 3-12 0,4-3-16 15,8-2-13-15,3-1-25 0,3 2-29 0,3-2-39 16,3 0-29-16,2-1-27 0,6-2-32 0,-9 6-126 15,9-6-379-15,0 0 168 0</inkml:trace>
  <inkml:trace contextRef="#ctx0" brushRef="#br0" timeOffset="209777.92">29595 14702 104 0,'0'0'174'0,"-8"-4"-22"15,8 4-16-15,-9-2-13 0,9 2-21 0,0 0-26 16,0 0-35-16,-12 2-26 0,12-2-37 0,0 0-24 16,-6 7-97-16,6-7-154 0,0 0 68 0</inkml:trace>
  <inkml:trace contextRef="#ctx0" brushRef="#br0" timeOffset="210110.14">29583 14834 65 0,'0'0'51'16,"0"0"-30"-16,0 0-26 0,0 0-17 0,0 0-25 0,0 0 11 15</inkml:trace>
  <inkml:trace contextRef="#ctx0" brushRef="#br0" timeOffset="210426.41">29567 14762 16 0,'0'0'144'0,"0"0"-15"0,0 0-19 15,-7-5-11-15,7 5-6 0,0 0-14 0,0 0-8 16,0 0-10-16,0 0-1 0,0 0 0 0,0 0-11 16,0 0-19-16,0 0-12 0,0 0-29 0,0 0-6 15,-7 9-14-15,7-9-10 0,0 0-8 0,0 0-11 16,0 0-4-16,0 0-4 0,0 0-45 0,0 0-123 16,0 0 54-16,0 0 465 0,0 0-304 0,0 0 21 15,0 0 28-15,16 6 18 0,-16-6 18 0,0 0 5 16,0 0 13-16,0 0 11 0,0 0 0 0,0 0 5 15,0 0 7-15,0 0-11 0,0 0-8 0,0 0 2 16,0 0-2-16,0 0-7 0,0 0-11 0,0 0-7 16,0 0-4-16,0 0-15 0,0 0-24 0,0 0-39 15,0 0-32-15,0 0-42 0,-1-20-38 0,1 20-111 16,0 0-265-16,18-2 117 0</inkml:trace>
  <inkml:trace contextRef="#ctx0" brushRef="#br0" timeOffset="210654.41">30059 14599 104 0,'4'-3'122'15,"-4"3"8"-15,7-7-11 0,-2 4 7 0,-5 3-11 16,7-4-3-16,-7 4-8 0,2-5-12 0,-2 5-15 15,0 0-12-15,0 0 7 0,0 0-10 0,0 0-7 16,0 0-14-16,0 0-21 0,0 0-34 0,-19-5-34 16,19 5-63-16,0 0-97 0,0 0-224 0,-14 10 99 15</inkml:trace>
  <inkml:trace contextRef="#ctx0" brushRef="#br0" timeOffset="211395.46">30794 13607 183 0,'0'0'205'16,"0"0"-11"-16,0 0 10 0,4 15 1 0,-4-6-8 16,1 4 4-16,-1 6-14 0,2 9-1 0,0 3 6 15,-2 1-26-15,2-1-11 0,1 1-17 0,-2 1-14 16,0-2-1-16,1-1-18 0,3-1-12 0,-4-6-1 15,0-4-7-15,2-2-15 0,-2-1-13 0,2-4-1 16,-2-2-11-16,0-1 0 0,2 0-3 0,-1-3-2 16,1-1-2-16,2 1-6 0,1-1 0 0,1-5-2 15,3 0-19-15,1 0-6 0,1-1-32 0,1-3-17 16,5-2-20-16,-2-3-12 0,1 2-16 0,-2 0-21 16,1-5-10-16,0 2-4 0,-2 2-13 0,-1-3-2 15,1 1-7-15,-4 3 8 0,2 1 7 0,-2-4 12 0,0 3 12 16,0 0 13-16,-1 0 12 0,0 0 27 15,0 0 14-15,0 3 23 0,-4-2 24 0,0 4 12 16,-1-3 7-16,-4 5 5 0,8-5-3 0,-8 5 24 16,0 0 16-16,13 2 15 0,-13-2 6 0,6 10 7 15,-5-3 0-15,1 3 3 0,-1 1 0 0,-1 0-4 16,0 2 0-16,0 1 11 0,0 0-2 0,0 2-15 16,-3-2-3-16,2-2-3 0,1-1-11 0,1-2-9 15,1 1-3-15,-1-3 0 0,3 2-9 0,1-1-2 16,5 0-8-16,2-4-7 0,2-1-27 0,6-1-18 15,8-4-26-15,3-4-22 0,1-3-30 0,0-1-37 16,1-1-34-16,4-5-48 0,-2 1-47 0,-3-2-145 16,7-10-438-16,-9 5 193 0</inkml:trace>
  <inkml:trace contextRef="#ctx0" brushRef="#br0" timeOffset="211841.56">31343 11305 31 0,'0'0'158'15,"1"-8"-18"-15,-1 8-19 0,0 0 6 0,0 0-12 16,0 0-1-16,0 0-1 0,0 0-9 0,7 18-1 15,-6-7-5-15,-1 6-9 0,-2-1-6 0,2 3-5 16,-4 0-5-16,5 1-4 0,0 4-7 0,-1 2-3 16,-1-7-6-16,1-4-2 0,4 1-8 0,-3 0 0 15,3-3-5-15,4 3-4 0,3-3-1 0,1-2-4 0,2-1-4 16,2-1-16-16,2-1-23 0,0-2-19 16,3-2-31-16,-1-1-25 0,1-1-32 0,8 0-15 15,-2 0-24-15,-6-1-87 0,-1-2-267 0,-1-3 119 16</inkml:trace>
  <inkml:trace contextRef="#ctx0" brushRef="#br0" timeOffset="211978.9">31842 11522 177 0,'6'-8'187'0,"-2"4"-5"15,1 1-6-15,-5 3-9 0,6-7-7 0,-6 7-10 0,5-3-15 16,-5 3-6-16,6-6-14 0,-6 6-14 0,0 0-9 16,5-5-11-16,-5 5-25 0,0 0-32 0,0 0-28 15,0 0-34-15,8 11-51 0,-2-4-58 0,-2 3-129 16,1 0-299-16,-1-1 132 0</inkml:trace>
  <inkml:trace contextRef="#ctx0" brushRef="#br0" timeOffset="212163.73">32077 11722 153 0,'0'0'198'15,"0"0"3"-15,4 4-1 0,-4-4-9 0,0 0-17 16,0 0-12-16,0 0-25 0,0 0-12 0,0 0-20 15,0 0-24-15,3 4-11 0,-3-4-10 16,0 0-21-16,-5 16-31 0,3-7-19 0,-3 4-31 0,-2 1-23 16,3 2-19-16,2 1-35 0,-3 0-14 0,2 1-109 15,-1 0-262-15,-1-4 116 0</inkml:trace>
  <inkml:trace contextRef="#ctx0" brushRef="#br0" timeOffset="212333.86">31928 11772 75 0,'2'-7'161'0,"-2"7"-18"15,0 0-10-15,0 0-12 0,0 0-8 0,0 0-15 16,0 0-10-16,-3 38-5 0,2-22-10 0,-2 4-32 16,-2 4-43-16,2 0-30 0,-1 0-44 0,-3 4-95 15,0-5-183-15,-1-5 81 0</inkml:trace>
  <inkml:trace contextRef="#ctx0" brushRef="#br0" timeOffset="-213319.64">6088 8575 83 0,'0'0'153'0,"0"0"-29"0,0 0-13 15,0 0-2-15,0 0 14 0,0 0 2 0,0 0 9 16,8 24-6-16,-3-8 2 0,-1 10-5 0,-1 4-5 16,0 0-8-16,1 4-10 0,-3-1-7 0,0 2 6 15,-1-1-5-15,1 0-10 0,-1-1-7 0,2-2-5 16,-2-3-12-16,1-3-3 0,-1 1-2 0,-1-2-12 15,1-5-4-15,1-2-3 0,0 2 1 0,1-2-6 16,-2 1 1-16,0-7-16 0,1 1-16 0,-1-2-24 16,0 0-21-16,-1-2-19 0,1-8-17 0,-2 13-28 15,4-6-25-15,-2-7-18 0,0 0-18 0,-2 7-145 16,2-7-339-16,0 0 151 0</inkml:trace>
  <inkml:trace contextRef="#ctx0" brushRef="#br0" timeOffset="-212809.49">6145 8685 123 0,'35'-4'187'0,"2"5"-5"0,1 3-12 0,1 5 1 16,9 7-6-16,-12-3-13 0,-4 4-12 0,-3 2-14 16,-3 2-11-16,-1 3-7 0,-5 0-13 0,-4 0-10 15,-4 2-7-15,-1 1-6 0,-6 3-3 0,-6-2-8 16,-4 0-8-16,-5 2-1 0,-2-2-5 0,-6-1-6 15,0 1-8-15,-3-4-6 0,-2 1-8 0,0-4-3 0,-3-4-10 16,-3-1-3-16,-2-1 2 0,2-3-4 16,-2-5 0-16,3 2 0 0,-1-2-2 0,7-5 3 15,4-1-1-15,3 1 13 0,4-2 8 0,4-2-6 16,7 2-4-16,-10-3 6 0,10 3-4 0,0 0-2 16,0 0 4-16,21-16 6 0,-9 13-4 0,7 0 1 15,3-2 2-15,7 1 4 0,2-1 3 0,-3 1-4 0,1-3 0 16,4 2 4-16,-1-1 0 0,0 0 0 15,0-2-2-15,0 0-1 0,0-1 0 0,-1 1-6 16,-2-2 3-16,-1 4-3 0,-2-3 0 0,1-1 3 0,-8 4-9 16,0-1 3-16,-4 0-3 0,-2 2-3 0,-3-1 2 15,-1 1-3-15,-1-2 2 0,0 0-2 16,-3-1-2-16,-3-1 1 0,0 1 0 0,-2-3-4 16,-2 2 3-16,-2-3-5 0,-3 2 3 0,1 0-3 15,-2-1-2-15,1 3 8 0,-3 1-1 0,3-1 0 0,0 4 0 16,-3 3 1-16,-2-1-4 0,12 2 4 0,-16 5 5 15,1 3 1-15,0 2-2 0,3 3 1 16,-2 9-1-16,1 0-2 0,3-5 0 0,6 2 1 16,0-2-1-16,3 9-1 0,3-10-11 0,3 1-20 0,3-2-18 15,3 2-31-15,2-5-42 0,1 2-38 0,3-4-43 16,-1-3-35-16,2-1-180 0,2-1-441 0,0-2 195 16</inkml:trace>
  <inkml:trace contextRef="#ctx0" brushRef="#br0" timeOffset="-212591.63">6908 8825 179 0,'2'-15'236'16,"-2"4"5"-16,1 2-16 0,0 1-22 0,-1 8-20 16,3-8-18-16,-3 8-12 0,0 0 8 0,0 0 1 0,4 33-9 15,-3-8-6-15,-1 4-13 0,-3 1-8 0,1 2-10 16,-1 1-10-16,1-2-8 0,-1 4-14 0,1-3-4 15,-2 0-11-15,2-4-17 0,0 1-32 0,1-4-27 16,-2 0-29-16,2-7-43 0,-1-1-54 0,1-1-63 16,-1-4-68-16,0-1-133 0,-1 0-429 0,3-11 190 15</inkml:trace>
  <inkml:trace contextRef="#ctx0" brushRef="#br0" timeOffset="-212438.89">6754 8978 33 0,'0'0'152'0,"9"-3"-25"15,-9 3-30-15,11 0-35 0,-11 0-37 0,19 3-37 16,-8 0-69-16,-4 3-88 0,2-1 39 0</inkml:trace>
  <inkml:trace contextRef="#ctx0" brushRef="#br0" timeOffset="-211977.78">6986 9244 87 0,'14'-5'183'0,"4"-5"3"0,-2 1 2 0,2-1-7 0,-3-3-6 16,3 0-10-16,-2 0-10 0,0 0-7 0,3-6-13 16,-6 6-8-16,1-3-7 0,-3-1-10 0,1 1-8 15,-1-1-2-15,-2-1-4 0,-4 4-5 0,-1 0-6 16,-3 0-12-16,-1 2-1 0,-2 2-8 0,-2-1-4 15,0 2-8-15,-4 2-4 0,2 3 0 0,-5 2-5 16,-1 2-5-16,-2 1-2 0,-1 4 3 0,-3 5-2 16,1 0-2-16,1 2 1 0,-4 9-9 0,6-6 0 15,1 8-3-15,1 0 1 0,4-6-3 0,4 1-2 16,3-1-2-16,4-1 1 0,0 1-4 0,4-3 1 16,-1-4-2-16,6 2-3 0,-1 1-2 0,4-4-1 15,1-3 3-15,2-2-8 0,0-3-3 0,3 0-3 16,-2-1-8-16,-2-2-1 0,2-1-5 0,-2-1 1 15,0-1-1-15,-1-1 0 0,0-3-3 0,-7 2-2 16,-1-3 2-16,4 1 3 0,-6 2 0 0,1-3-1 16,-1-6 0-16,-1-1 7 0,-1 5-2 0,1-3 0 15,-2-2 1-15,1 0 2 0,-2-2 0 0,2 7 0 16,0-4-1-16,-2 5 2 0,3 1 2 0,-2 2 4 16,1 1 0-16,-2 1-2 0,-2 6 1 0,6-5 0 15,-6 5 11-15,0 0 4 0,16 13 12 0,-11-4 3 16,0 3 0-16,-1 3-8 0,0 2-2 0,1-1 2 15,-1 2-2-15,1 0 1 0,-4 3-25 0,1-3-23 16,-1-2-56-16,0 2-77 0,0-5-67 0,-1 4-218 16,-2-4-486-16,2-3 215 0</inkml:trace>
  <inkml:trace contextRef="#ctx0" brushRef="#br0" timeOffset="-210771.51">7546 9058 71 0,'0'-9'242'0,"0"9"-6"0,0 0-6 0,0 0-13 15,0 0-11-15,0 0-1 0,0 0-7 0,4 27-15 16,-3-16-20-16,-3 5-17 0,3-5-10 0,0 1-9 0,-1-2-12 16,2 1-9-16,-2 0-9 0,0-4-11 0,1 1-13 15,0 0-4-15,-1-8-10 0,0 11-4 16,0-11-2-16,1 8-2 0,-1-8-2 0,0 0 6 15,2 6 5-15,-2-6-4 0,0 0-5 0,0 0-3 0,0 0-3 16,0 0 2-16,0 0-14 0,-3-25 5 0,6 13-12 16,-1 1-5-16,2-4 1 0,0-4-6 0,1 1-6 15,5-6-5-15,-3 6 2 0,0 0-4 16,3 3-3-16,-1 0 2 0,3 2-5 0,-4 4 1 0,2 3 1 16,0 1-2-16,0 2-1 0,-1 4 0 0,3 1-3 15,-2 5 3-15,-1 0 0 0,1 2 0 0,-4 1 4 16,1 6 3-16,1-2 7 0,-5-2-7 0,1 4 4 15,1 1 4-15,-4 1 2 0,1-7-4 0,-1 0 4 16,0 1-4-16,-1-2-2 0,0 0 0 0,0-4 4 16,0-6-1-16,2 12 2 0,-2-12-3 0,-2 8 6 15,2-8 0-15,2 7-8 0,-2-7 3 0,0 0 0 16,0 0-12-16,0 0-8 0,0 0 5 0,0 0-3 16,0 0-7-16,0 0-4 0,-6-29-2 0,6 20-6 15,2-3 1-15,2-1-9 0,1-1-1 0,-1-2-1 16,3 3 1-16,1 1 2 0,0 5 3 0,-1-3 3 15,1 4 4-15,1 3-3 0,1 0 2 0,-3 3 0 16,-7 0 5-16,16 2-1 0,-8 1 4 0,2 1 1 16,-1 5 4-16,0-4 1 0,1 2 3 0,0 1 2 15,1-2 1-15,0 2 4 0,4 0 2 0,-2-3 4 16,0-1 5-16,0-3-3 0,5 0-1 0,-2 1 2 16,5-4-2-16,-3 0-3 0,0-2 5 0,-1 0-4 15,-5 1 1-15,-3-1 0 0,4-2 2 0,-4 0-1 16,0-1-2-16,-3 0 3 0,2 1-2 0,-5-5-3 15,1 5 0-15,-2-3 2 0,-2-1 3 0,0 1-6 16,-2-1 2-16,1-1 1 0,-3 3 0 0,4 8 2 16,-4-11 3-16,3 6-4 0,1 5 1 0,0 0-6 15,-5-8 0-15,5 8 2 0,0 0 1 0,-10 17 10 16,6-7 8-16,0 6-6 0,-1 0 2 0,-1 2 2 16,2-3 6-16,1 2-5 0,1-2 3 0,3-2-6 15,0 5 1-15,2-7 6 0,3 4-2 0,-1-4-2 0,2-1-6 16,0 0-1-16,5-2 2 0,-2 0-1 15,2-3-5-15,1-3-12 0,2 1-10 0,2-3-11 16,-2-1-6-16,-3-1-10 0,0-2-5 0,-1 1 2 0,1-1-1 16,-3-2 3-16,-1-1 1 0,3 0 5 15,-5-1-2-15,-1-1 3 0,-1-1 5 0,0-1-1 0,-2 1 5 16,-1 0 0-16,0 1 4 0,2-2 1 16,-1 0 4-16,1 0 2 0,-2 2-1 0,-1-1 4 15,2 3-1-15,0-1-3 0,-2 8 2 0,1-8 1 0,-1 8 9 16,0 0 8-16,0 0 13 0,0 0 7 0,0 0 7 15,8 17-2-15,-7-9 2 0,-2 3 9 16,1 4 6-16,0-15-4 0,-2 24 0 0,0-14-5 16,2 1-7-16,-1-1 5 0,-1-1-4 0,0 1-5 0,2-3-1 15,0-7-4-15,-2 14-4 0,2-14 0 0,0 0 5 16,-1 10-7-16,4-7 3 0,-3-3 5 0,0 0-6 16,0 0-7-16,0 0 0 0,0 0 5 0,0 0-13 15,20-7 0-15,-10-1-2 0,-2 0-5 0,4 0-3 16,0-2-1-16,0 2 0 0,1 0 5 0,-2 3-6 15,6-1 3-15,-6 2 1 0,2 2-4 0,5 1 6 16,-6 1 2-16,1 3 3 0,0-2 3 0,1 2 6 16,-1 0-1-16,6 3 5 0,-2-4 2 0,3 6-3 15,-2-4 3-15,3-2-1 0,-2 0-3 0,0-2-2 16,3-2-1-16,-2-1 2 0,-2-2-1 0,3 1-5 16,-5 0 6-16,1-3 0 0,-6 1-2 0,2-6 5 15,-4 5 3-15,-1-3 0 0,-1 3 1 0,-2-1 1 16,-2-1 3-16,-2-1-1 0,-1 1-2 0,-1-1 1 15,-3-1 0-15,-1 1-8 0,-3 4 0 0,1-3-3 16,-2 2-3-16,-3 0 1 0,3 5-3 0,-2 0-8 16,-2 4 3-16,0 3 3 0,3 2 4 0,-7 6-2 15,5 0 0-15,-8 6 3 0,10-3 7 0,-1 2-12 16,2 8 3-16,1-2 7 0,5-6-10 0,1 0-3 16,2 0-12-16,2-4-30 0,4 2-33 0,-1-4-34 15,0-1-38-15,3-2-59 0,4-4-67 0,-3 1-290 16,0-4-609-16,3 0 270 0</inkml:trace>
  <inkml:trace contextRef="#ctx0" brushRef="#br0" timeOffset="-210572.14">8125 8724 84 0,'-16'-7'338'0,"6"3"-32"0,1-2-37 0,2 3-31 0,3-1-35 16,4 4-21-16,0 0-19 0,0 0-19 16,0 0-25-16,0 0-31 0,0 0-37 0,1 21-66 15,8-13-86-15,5 2-80 0,0 2-134 0,2-5-341 16,3-1 151-16</inkml:trace>
  <inkml:trace contextRef="#ctx0" brushRef="#br0" timeOffset="-210084.88">9675 8809 118 0,'-6'-16'250'0,"-3"0"-20"0,3 4-17 0,-5 1-14 15,5 0-8-15,-3 3-5 0,0 1-12 0,3 1-11 16,-2 2-9-16,8 4-19 0,-13 1-9 0,4 9-6 16,0 4 1-16,-5 11 0 0,3 6-2 0,-3 15-1 15,2 2-7-15,3 1-4 0,0 1-6 0,2 1-2 0,3 1-9 16,0 0-2-16,4-2-7 0,0-14-2 16,0 9 2-16,3-10-13 0,-1-3 5 0,2 2-8 15,-3-1-9-15,3-4-2 0,-2-1-8 0,0-1-4 16,-2-1 5-16,0-6-16 0,0-1-1 0,0-3-10 0,-2-5-19 15,1 0-21-15,0 0-19 0,0-3-20 0,-3-2-15 16,1 1-24-16,3-7-23 0,-9 8-37 16,4-5-39-16,5-3-52 0,-15-2-22 0,6-2-200 15,-1-4-510-15,2-1 227 0</inkml:trace>
  <inkml:trace contextRef="#ctx0" brushRef="#br0" timeOffset="-209671.36">9257 9199 202 0,'5'-5'186'0,"6"3"-11"0,8 1-24 0,1 1-15 16,14-6-4-16,4 4-25 0,12 0-9 15,-9-2-14-15,9-2-1 0,-11 3-10 0,-1 2-7 16,-2-2-2-16,0 4-12 0,-1-1-3 0,-5 0-8 0,-2 0 1 16,-7 0-3-16,-5 0 1 0,-3 0-10 0,-3 0-4 15,-2 0 4-15,-8 0 13 0,13 0 18 0,-13 0-2 16,6 0 4-16,-6 0 0 0,0 0 0 0,0 0-2 15,0 0 3-15,0 0-3 0,-28 12 3 0,16-7 0 16,-1 3 0-16,1 1-6 0,-2 2-3 0,2 2 11 16,1 3-11-16,0 0-3 0,3 0-7 0,3-2 0 15,-1 2-6-15,5-2-4 0,0-3-3 0,3 5-3 16,2-4 0-16,3-1-1 0,4 0-4 0,1-4-2 16,3 3 0-16,4-4 8 0,-1-4-10 0,3 0-5 15,0-2-1-15,7-4 0 0,-7 0-2 0,-1-1-1 16,-1-2 2-16,-3-2-5 0,3 0 0 0,-6 1 4 15,-3-2-3-15,-1 1 0 0,-4-3 0 0,-2 1-5 16,-2-7-1-16,-2 1 4 0,-3 1-4 0,-4-1-3 16,3 2 4-16,-6 0-2 0,0-1-4 0,-1 4-4 15,1-2-1-15,2 6-14 0,0 1-5 0,-1 1-25 16,1 3-15-16,1 1-28 0,0 2-24 0,-3 2-50 16,4 5-40-16,0 0-244 0,0-1-490 0,2 0 216 15</inkml:trace>
  <inkml:trace contextRef="#ctx0" brushRef="#br0" timeOffset="-209025.46">10762 8885 233 0,'0'-11'240'0,"1"4"-11"0,1-2-4 0,-2 9-9 0,3-13-15 15,-2 7-21-15,-1 6-12 0,3-11-19 16,-3 11-17-16,0-8-16 0,0 8-8 0,0 0-13 16,5-5-9-16,-5 5-9 0,0 0-7 0,0 0-13 0,19 10-2 15,-14-4-6-15,0-1-3 0,0 2-5 0,1-1-4 16,-1 0-4-16,1 2-2 0,-2-3-2 16,-2 1-4-16,2-1-5 0,-4-5 3 0,4 8-8 15,-4-8 1-15,3 6-2 0,-3-6-1 0,2 7 1 0,-2-7-1 16,0 0-6-16,3 6 7 0,-3-6-1 0,0 0 11 15,0 0-6-15,5 4 3 0,-5-4-1 16,0 0 2-16,0 0 1 0,0 0-2 0,0 0-5 16,0 0 0-16,0 0-4 0,0 0 2 0,0 0-4 0,0 0 1 15,0 0-3-15,-23-7 4 0,23 7-1 0,0 0-4 16,0 0-4-16,0 0-8 0,-5-4-10 0,5 4-10 16,0 0-13-16,0 0-26 0,0 0-31 15,-7-6-46-15,7 6-45 0,0 0-47 0,0 0-194 0,0 0-461 16,0 0 204-16</inkml:trace>
  <inkml:trace contextRef="#ctx0" brushRef="#br0" timeOffset="-208749.35">10373 9515 2294 0,'0'0'220'0,"-9"0"-49"0,9 0-60 0,0 0-41 15,0 0-9-15,0 0-5 0,-14-2 6 0,14 2 8 16,0 0 3-16,0 0 10 0,0 0 21 0,0 0-14 16,0 0-7-16,0 0-5 0,-6-4-12 0,6 4-6 0,0 0-24 15,0 0-18-15,0 0-28 0,0 0-25 16,0 0-25-16,0 0-38 0,0 0-49 0,0 0-74 15,26-1-77-15,-15-1-192 0,-1 0-531 0,-1 1 236 16</inkml:trace>
  <inkml:trace contextRef="#ctx0" brushRef="#br0" timeOffset="-204617.36">11063 9079 152 0,'-1'-7'219'16,"-2"2"-20"-16,3 5-25 0,-2-10-19 0,2 10-18 16,0 0-5-16,0 0-3 0,0 0 1 0,0 0-7 15,0 0-9-15,-4 30-10 0,3-11-11 0,1 1-3 16,1 5-12-16,-2 1-7 0,1 0-6 0,0 0-5 16,-3 3-8-16,2-1-2 0,-1-4-5 0,2-3-5 15,-1 2-5-15,0-3 0 0,0-3-6 0,1 2-12 0,1-3-14 16,0 0-21-16,-2-4-27 0,3 1-36 0,0-1-31 15,-1-2-38-15,0 0-32 0,1-3-143 16,-2-7-350-16,-3 11 155 0</inkml:trace>
  <inkml:trace contextRef="#ctx0" brushRef="#br0" timeOffset="-204411.33">11015 9171 114 0,'5'-4'159'0,"0"1"-16"16,3 0-3-16,4 2-16 0,0 1-7 0,1 3-12 16,4-1-5-16,4 1-10 0,-2 0-9 0,8 1-7 15,0 2-9-15,3-2-4 0,-3 2-12 0,1-1-16 16,-8 0-27-16,0 0-19 0,-1 2-30 0,-2-2-32 16,2-1-1-16,-6 0-12 0,-1 2-16 0,-1 1-73 15,-1-4-192-15,0 0 85 0</inkml:trace>
  <inkml:trace contextRef="#ctx0" brushRef="#br0" timeOffset="-204257.91">11434 9137 93 0,'-4'-11'126'0,"0"0"5"15,4 2 5-15,-5 0 2 0,4 3-4 0,1 6-5 16,-4-9-18-16,4 9-11 0,0 0-9 0,0 0-8 16,0 0-2-16,0 0-14 0,0 0-2 0,10 25-12 15,-7 0-1-15,-1 1-5 0,0 2-19 0,-1 4-32 16,-2 0-35-16,1-2-36 0,-2 0-35 0,1 1-130 15,-3-1-259-15,2-2 114 0</inkml:trace>
  <inkml:trace contextRef="#ctx0" brushRef="#br0" timeOffset="-203629.52">11671 9357 98 0,'20'-19'144'0,"0"-4"5"15,-2 5-3-15,0-5-7 0,-8 7 9 0,0 0-7 16,-1 2-12-16,0 0-10 0,-4 3-5 0,-2-2-7 16,-2 1-2-16,0 1-2 0,-1 0-8 0,-3 3-12 15,-3 1-3-15,-2 1-12 0,0 0-6 0,-1 3-4 16,0 0-4-16,-5 4-6 0,-1 4 3 0,-3 2-6 16,-1 4-4-16,4 2 2 0,-5 6-3 0,4 1-1 0,4-5-4 15,3 2-3-15,1-1-3 0,3 1-1 16,3-3-6-16,4 4 0 0,1-1 1 0,3-7-4 15,5 3-1-15,1 0-5 0,3-4 4 0,3-2-2 0,2-1-5 16,8-1 1-16,1-2 2 0,2-1-3 0,-4-2 0 16,2-3-7-16,-6 1 2 0,2-3-5 0,4-3-4 15,-10 4-5-15,6-4 0 0,-6 2 4 0,-2-3 1 16,2 1 1-16,-2-1 0 0,-3-3-2 0,-1 1 2 16,1-3-3-16,-3 1 10 0,-2-1-5 0,-1-2-1 15,-2 3-1-15,-2 1 0 0,-4 1 1 0,1-1 3 16,1 2 2-16,-2 0 6 0,-2 0 2 0,2 10 5 15,-1-11-1-15,-3 6-4 0,4 5-2 16,0 0 2-16,-14 3-2 0,5 0 2 0,-2 4-2 0,-3 7 2 16,1-1 0-16,-1 2-2 0,4-1-3 0,-1 1 1 15,3 0-3-15,3-4 2 0,1-1-1 0,2 0 3 16,4 1-2-16,0-3 2 0,2 1-2 0,2-1-4 16,-1-3 3-16,3-2-1 0,1 2-5 0,3-1-1 15,-1-1-3-15,-1-1 2 0,0 0-8 0,3-2 1 16,-4 0 3-16,0-2-3 0,1 2-4 0,-2-2 5 15,-8 2-2-15,16-2-2 0,-9-1 2 0,-7 3 0 16,10 0-1-16,-10 0 4 0,12 3 4 0,-7 0-5 16,1 1 0-16,-3 2 6 0,1 6 2 0,-4 1 9 15,0 3-4-15,0 2 5 0,-4 3-4 0,-1 5 5 16,-3-9-5-16,-2 9 5 0,3 0-2 0,-4-2-1 16,3-7-1-16,-2 2 2 0,4-2 0 0,-3 0-2 15,2-2-11-15,0 0-15 0,0-1-21 0,3-1-23 16,-1-4-32-16,1 2-33 0,2-4-43 0,2 1-42 15,-5-1-141-15,5-7-384 0,0 0 169 0</inkml:trace>
  <inkml:trace contextRef="#ctx0" brushRef="#br0" timeOffset="-203127.53">12410 9016 60 0,'2'-17'206'0,"0"1"2"0,-2 4 10 0,1 4-4 16,-1 0-14-16,0 8-20 0,2-11-15 0,-2 11-30 15,0 0-8-15,0 0-7 0,0 0 1 0,0 0-6 16,1 36-8-16,-4-12-4 0,2 7-9 0,-1-8-7 16,-4 7-10-16,4 2-7 0,-1 1-7 0,3-4-7 15,-2-1-4-15,0 3-17 0,4-5-23 0,-4 1-27 16,2-7-37-16,0-1-43 0,2 5-43 0,0-7-62 15,-4 0-188-15,2 1-420 0,0-5 186 0</inkml:trace>
  <inkml:trace contextRef="#ctx0" brushRef="#br0" timeOffset="-202846.98">12493 9405 42 0,'9'-12'177'0,"0"0"-13"0,3-1-6 0,-1-1 3 15,2-1 0-15,1 0-10 0,5-5-10 0,-5 6-15 16,-1 1-8-16,1-4-10 0,1-4-13 0,-3 7-10 16,-3 0-5-16,-3 4-3 0,1-6-5 0,0 2-3 15,-2 1-7-15,-5 3-4 0,2-2 8 0,-2 2 5 16,-2 1-3-16,-2 1-11 0,1-1-6 0,0 4-3 16,3 5-3-16,-13-2-3 0,13 2-1 0,-18 6-3 15,7 7 2-15,-2 1-2 0,1 3-1 0,1 0-3 16,0 7-8-16,4-5 2 0,-2 4-1 0,5-5-3 15,2 1-7-15,6-2-1 0,-2 0-10 0,7-1-15 16,1-3-34-16,1 2-46 0,9-4-52 0,-3-3-50 16,8 3-218-16,-4-5-443 0,6-1 196 0</inkml:trace>
  <inkml:trace contextRef="#ctx0" brushRef="#br0" timeOffset="-202653.63">12952 9126 188 0,'-8'-2'210'0,"8"2"-5"0,-11-1-6 0,11 1-2 16,-18 8-10-16,9 3-11 0,-1 2-12 0,-2 4-18 15,5-2-11-15,-2 4-13 0,3-2-10 0,0 2-11 16,2-1-12-16,6 0-6 0,0 0-17 0,6 0-25 16,-2-3-33-16,3-1-36 0,0 0-54 0,5-3-55 15,1-2-50-15,1-2-146 0,-5-3-360 0,10-1 159 16</inkml:trace>
  <inkml:trace contextRef="#ctx0" brushRef="#br0" timeOffset="-202446.15">13207 8937 253 0,'3'-10'252'15,"-3"5"-25"-15,0 5-23 0,0 0-7 0,0 0 10 16,0 0-5-16,0 0-11 0,4 32 0 0,-4-8-8 15,0 5-13-15,0 3-18 0,-4 0-8 16,4 0-15-16,-2 0-19 0,1 0-3 0,-1-2-12 0,2-2-32 16,-4 1-32-16,2-2-25 0,-1-2-32 0,3-5-43 15,-1-1-56-15,-3-1-60 0,2-3-61 0,-4 0-165 16,3-3-444-16,-3-4 196 0</inkml:trace>
  <inkml:trace contextRef="#ctx0" brushRef="#br0" timeOffset="-202299.61">13169 9204 125 0,'11'-7'145'0,"5"0"-19"16,0-2-27-16,4 0-38 0,-2 2-51 0,2-3-56 16,7 1-41-16,-9 2-94 0,9-3 42 0</inkml:trace>
  <inkml:trace contextRef="#ctx0" brushRef="#br0" timeOffset="-202083.67">13850 8858 167 0,'0'-11'230'16,"0"11"-28"-16,0 0-1 0,0 0-4 0,0 0 2 0,0 0-11 15,0 35-10-15,-2-9-8 0,-1 3-13 0,-2 1-16 16,1-1-13-16,0 3-12 0,-1 0-11 0,1 1-12 15,-3 0-6-15,2-1-8 0,3-1-11 16,-1-5-18-16,-1 0-26 0,2-6-25 0,0-3-28 0,2 2-32 16,-2-1-49-16,0-7-43 0,2 2-37 0,0-3-183 15,-1-1-404-15,-3-3 179 0</inkml:trace>
  <inkml:trace contextRef="#ctx0" brushRef="#br0" timeOffset="-201563.52">13865 9068 42 0,'21'-18'129'0,"1"1"-7"16,-2 1-11-16,1 0 5 0,3 1 2 0,-8 3-6 15,6-2-3-15,-6 1-7 0,2 2 3 0,-2-3-9 16,-3 3 0-16,2 3-1 0,-5-2 4 0,-3 2 3 16,1 0-3-16,-3-1-11 0,0 1-4 0,-3 2-4 15,3 1 3-15,-3-1-2 0,-2 6-5 0,4-10-8 16,-4 10-9-16,5-5-9 0,-5 5-4 0,2-6-11 15,-2 6 0-15,0 0-7 0,0 0-2 0,0 0-6 16,0 0 3-16,0 26-7 0,-2-7-1 0,-1-2-1 16,-3 8 2-16,2 2-3 0,-1-3-1 0,3 1-1 15,-3-6 0-15,4 5-2 0,-3-6-3 0,2 1 4 16,2-2-1-16,-2-6-3 0,0 3 3 0,2-3-4 16,0-1-1-16,0-1-5 0,0-9-1 0,0 12 1 0,0-6 1 15,0 2 0-15,0-8 1 0,6 12-3 16,-3-3 3-16,1-1-4 0,3 0 4 0,0-4-2 15,-1 2 1-15,3-1-1 0,1 0 4 0,0 0-2 16,3-3 1-16,-3-1-1 0,1 3 4 0,3-4-1 0,-1 0-4 16,0-3 2-16,1 1 0 0,2-2 2 15,-2 0 1-15,-1-2-2 0,1 1 0 0,-1-6-1 16,-4 4 2-16,-2 1 1 0,2-5-1 0,-3 3 0 16,0-2-1-16,-3-2-3 0,2 0 2 0,-2 3-3 0,-2-3 1 15,-2 1 1-15,2-1 4 0,-2 2-1 0,1 1 3 16,-5 0-9-16,2 4 7 0,1-3 4 0,2 8 1 15,-7-5 3-15,7 5 3 0,-15 2 1 0,5 5 3 16,0 0-2-16,-1 4 2 0,-2 3-5 0,2 0-2 16,1 2 1-16,4 1-1 0,-2 2-11 0,1 5-25 15,5-5-35-15,0-2-49 0,4 0-58 0,3-3-50 16,-1-2-183-16,5 2-430 0,2-5 191 0</inkml:trace>
  <inkml:trace contextRef="#ctx0" brushRef="#br0" timeOffset="-200860.33">15143 9129 50 0,'0'0'260'0,"8"0"-22"16,-8 0-23-16,0 0-15 0,5 17-8 15,-3-9-14-15,-2 3-11 0,0-1-15 0,-2 2-15 16,2 0-9-16,0-3-10 0,-1 2-7 0,-1-1-13 16,0 0-9-16,1-4-12 0,1-6-3 0,-2 13-7 0,0-10 4 15,2-3-3-15,0 0 2 0,0 10 2 16,0-10 5-16,0 0 2 0,0 0-13 0,0 0-5 0,0 0-2 16,0 0-9-16,0 0-3 0,0 0-10 0,0-29 0 15,0 15-7-15,5-1 2 0,0-1-6 0,3 0-7 16,5-7-5-16,0-3-1 0,3 3-3 15,2 0-16-15,4 2-3 0,-1 2 2 0,1 4-3 0,1-1 4 16,-7 7-5-16,2 3 1 0,-2 2-4 0,-3 2 1 16,5 4 2-16,-5 1 5 0,3 7-4 0,0-2 9 15,-5-1-8-15,-2 2 2 0,3 4 13 0,-4-4-12 16,-1 7 1-16,-2-4 3 0,-1-2-3 0,-3 2 3 16,0-4-1-16,1 2 5 0,-2-4-3 0,0-6 3 15,-2 13 3-15,2-13 1 0,-1 9 2 0,1-9 3 16,-1 7-1-16,1-7 0 0,0 0-1 0,0 0 7 15,0 0-9-15,0 0-2 0,0 0-1 0,0 0-2 16,0 0-2-16,-9-21-3 0,11 12 0 0,1-2-1 16,2 0-4-16,0 0 0 0,5-5-9 0,2 1-2 15,-1 2 2-15,2 0 0 0,1 1-3 0,-4 3 4 16,2 2 0-16,0 3 0 0,0 3-2 0,0 0 3 16,-1 6 1-16,2 1 0 0,1 2-1 0,-1 5 5 15,-2 1 1-15,-2 8 2 0,-1-6-3 0,-2 3 5 16,-2-2 1-16,-1 2-9 0,1 1-21 0,-4-2-19 15,1 0-41-15,0 1-44 0,-1-4-40 0,0-3-30 16,0 1-28-16,0-3-131 0,0 0-397 0,1-5 176 16</inkml:trace>
  <inkml:trace contextRef="#ctx0" brushRef="#br0" timeOffset="-200495.19">15853 9069 163 0,'0'-6'222'0,"0"6"-23"0,0-9-18 0,0 9-22 0,0 0-8 16,0 0-5-16,0 0 1 0,0 0-1 0,0 0 3 16,1 24-6-16,-1-9-12 0,1 4-10 0,1-2-10 15,0 2-11-15,1-2-7 0,1-1-9 16,3 2-8-16,0-7-10 0,-1 1-2 0,2-2-9 0,0 0-1 16,2-3-10-16,0 0 0 0,1-2-5 0,3-2 1 15,3 0-5-15,2-3-4 0,-2 1-4 0,-4-4-5 16,3-1 1-16,-3 1-2 0,-3-4-2 0,2-2 0 15,-3 3-5-15,4-8 1 0,-6 5-2 0,2-7-3 16,-5 1 2-16,2-3-6 0,-1 2 6 0,-3 3-6 16,-1-3 2-16,0 9-1 0,-1-2 5 0,4 2-2 15,-4 7 0-15,3-8-4 0,-3 8-3 0,0 0-2 16,0 0 9-16,0 0-3 0,0 0 4 0,0 0 2 16,1 30-1-16,-1-19-1 0,1 6-3 0,2-5-2 15,-2 2 1-15,2-2 2 0,0 3 3 0,5 0-16 16,-2-4-26-16,2-1-28 0,0-1-28 0,0-1-49 15,3 0-57-15,0-4-50 0,1 0-197 0,7-4-474 16,-6 1 210-16</inkml:trace>
  <inkml:trace contextRef="#ctx0" brushRef="#br0" timeOffset="-200261.67">16391 8886 139 0,'0'-12'269'0,"1"3"-12"0,-1 2-10 15,0 7-23-15,0-12-26 0,0 12-20 0,0 0-19 16,0 0 13-16,0 0 7 0,9 25 11 0,-6-7-12 16,0 8-12-16,1 1-8 0,-4 4-15 0,4 1-7 15,-1-2-7-15,-3 0-13 0,0 1-8 0,2-3-11 16,-3 2-19-16,1-1 4 0,0-2-7 0,0-1-13 0,0-2-8 16,-1-6-35-16,-1-2-34 0,1 0-31 0,0-5-27 15,-2 1-33-15,1-2-44 0,-3 1-49 16,0-5-41-16,1 1-50 0,-1-3-159 0,5-4-487 15,-13 1 215-15</inkml:trace>
  <inkml:trace contextRef="#ctx0" brushRef="#br0" timeOffset="-199851.31">16299 9122 43 0,'4'-5'171'0,"1"-2"-11"0,0 3-5 15,3-2-6-15,-1-1-5 0,2 4-9 0,1-1-3 16,2-1-12-16,2 1-7 0,3-1-16 0,-2 4-7 15,2-2-5-15,-1 2-11 0,-3 2-7 0,1 2-4 16,-1-2 0-16,-2 3 1 0,1 1 8 16,-2 1 14-16,-2 0 0 0,-2 4 1 0,-2 0 2 0,0 3 7 15,0-2-3-15,-2 1-9 0,1 0 1 0,-1 0-9 16,1 0-5-16,-1-1-4 0,1-1-3 16,2 1-6-16,-3-5-5 0,2 2-5 0,2 0-5 0,-3-2 0 15,5 1-5-15,1-1-7 0,-1-3 1 0,2-3-7 16,0 0-1-16,2 0-1 0,0-1-3 0,2-4-4 15,-2 2-2-15,1-4-2 0,-2 1-4 0,-2-2-3 16,1-1-3-16,1 0 1 0,-2-4 1 0,-3 2-2 16,2-5 9-16,-3 1-12 0,0-1-3 0,-3 3 4 15,1 1-3-15,0 0 1 0,0 0 3 0,0 5-4 16,2 0 5-16,-4 2-8 0,-1 5-6 0,0 0 4 16,5-6 0-16,-5 6 4 0,0 0-1 0,0 0 7 15,13 18 0-15,-10-11 2 0,-1 3-2 0,5 1 3 16,-6 1 1-16,1 1-1 0,1-2 0 0,0 2-4 15,2-5-23-15,-1 2-25 0,0 0-33 0,-2-1-28 16,2-3-51-16,-2 1-37 0,2-2-34 0,0-1-210 16,4 2-474-16,6-5 209 0</inkml:trace>
  <inkml:trace contextRef="#ctx0" brushRef="#br0" timeOffset="-199317.54">17039 9120 67 0,'-3'-10'160'0,"1"0"7"0,-2 1 7 16,0 1 5-16,0 4-5 0,4 4-6 0,-9-7-3 15,4 6-2-15,5 1-3 0,-15 3-5 0,6 1 0 16,-1 2-13-16,2 3-11 0,0-2-9 0,-1 3-7 0,4 3-13 16,0-4-8-16,0 2-8 0,5 0-9 0,-1 0-5 15,-1 1-6-15,4-3-7 0,2 1-5 16,1-2-9-16,0 1-1 0,4-3-12 0,-4-2-7 16,5 0-3-16,-1-2-13 0,2 1 0 0,-3 0-1 0,0-3-3 15,-8 0 0-15,14-6-1 0,-6 3 2 0,-5-1-1 16,3-1-3-16,-3-1-1 0,0-2 3 0,1-2-3 15,-2 1 2-15,-2-1-2 0,0 0 1 16,2 2-2-16,-2 8 1 0,-2-14 1 0,1 8-2 0,1 6 0 16,-1-10-3-16,1 10-2 0,0 0 0 0,0 0 4 15,0 0 10-15,0 0 0 0,0 0 10 0,0 0-5 16,5 23 1-16,-3-16 3 0,2 2-3 0,0 0-1 16,1-1 3-16,0 2-1 0,4-1 0 0,2-1 0 15,-2 0 2-15,2-3-5 0,6 0 2 0,0-1 0 16,4-4-3-16,1 1 3 0,-1-5-2 0,0-2-2 15,4-2-2-15,-5 0-4 0,-1-2 4 0,-3-1-1 16,1-1 0-16,-4-3-2 0,-3 0 0 0,0 0 2 16,-2-3-5-16,1-6 2 0,-2-1 1 0,-2-1-2 15,-2 0-1-15,0-1 1 0,-3-1-1 0,1-3 2 16,0 2 1-16,1 0 1 0,-2 1 19 0,0 3 8 16,0 6 6-16,0 2 1 0,0 6 7 0,0 1 1 15,-2 1-10-15,2 9-5 0,2-8 4 0,-2 8-20 16,0 0 11-16,2 23 21 0,-3 3 8 0,-4 1-2 15,2 1-5-15,-3 4-5 0,-2 2-3 0,2 0-1 16,-2-1 0-16,-2 11-1 0,1-11-27 0,2 2 35 0,4-4-45 16,-3 0-35-16,4-1-29 0,-1-3-35 15,2 2-51-15,0-9-49 0,-2 5-70 0,2-8-76 16,1 0-224-16,-1-7-610 0,0 1 270 0</inkml:trace>
  <inkml:trace contextRef="#ctx0" brushRef="#br0" timeOffset="-198573.99">18019 9297 2548 0,'0'0'45'0,"-1"-11"-16"0,1 2-5 0,0 9-19 16,2-16-4-16,2 6 7 0,5 1-5 0,4-6-2 15,0 2 4-15,8-8 1 0,2 3 13 0,2 1 7 16,-1-2-9-16,0 0 17 0,-2 2 0 0,0 0 0 15,-4-1-2-15,-3 4-3 0,-2-2-4 0,-2 0 3 16,5-6 3-16,-7 8 6 0,-3-1-1 0,-1-1-2 16,-1 0-4-16,-3 0-9 0,-2 4 3 0,-1 0-2 15,1 0-3-15,-1 3-2 0,-2 3-1 0,4 6 4 16,-5-11-9-16,5 11-2 0,-7-1-3 0,7 1 1 16,-15 12 5-16,4 2-6 0,-2 6 0 0,-2 3 2 15,2 2-2-15,0-2 6 0,8-4-8 0,0 4 4 16,5-4-4-16,2 0 2 0,3-4 1 0,3 3 0 15,3-2-2-15,1-2 0 0,5-2 1 0,2-2 1 16,4 2 3-16,-1-5-7 0,4-1 3 0,4-2 2 16,0-4-2-16,0-3-1 0,-10 0-5 0,8-4 6 15,-7 3-4-15,-2-1-1 0,-2-2 8 0,-2-2-8 16,-2-1 0-16,1-1 7 0,-8 0-5 0,4 0-2 0,-1-5-2 16,0 1-6-16,-4-2 6 0,2 1-1 0,-3 0-2 15,1 0 3-15,-3 7-3 0,2 1 0 16,-3 0 1-16,-1 8-1 0,2-9-3 0,-2 9 5 15,0 0-12-15,2-6 1 0,-2 6 3 0,0 0 2 0,0 0-4 16,0 0 3-16,0 0 6 0,-1 29-1 16,-2-19 1-16,2-3-7 0,1-7 10 0,-2 16 0 0,2-10-1 15,0-6 0-15,0 11-2 0,0-11 3 0,0 9 3 16,0-9-2-16,3 5 1 0,-3-5 1 0,5 5 1 16,-5-5 1-16,8 3 0 0,-8-3 5 0,11-1-3 15,-11 1 0-15,15-4-4 0,-10 1 2 0,3-1-5 16,-2 2 6-16,3 1-3 0,-1-1-2 0,-8 2-6 15,12 2 5-15,-4 0-3 0,-2 2-1 0,1-1-1 16,-1 2 1-16,3 0 3 0,-4 1-11 0,0 3-17 16,0-4-14-16,1 6-23 0,-4-6-29 0,2 5-43 15,0-1-51-15,-3 0-45 0,-1 0-196 0,0-9-465 16,0 0 205-16</inkml:trace>
  <inkml:trace contextRef="#ctx0" brushRef="#br0" timeOffset="-198397.41">18411 8675 118 0,'0'0'183'0,"-4"-2"-17"0,4 2-31 0,0 0-27 15,0 0-47-15,24 26-38 0,-10-14-49 0,5 5-102 0,4 1-139 16,5-1 61-16</inkml:trace>
  <inkml:trace contextRef="#ctx0" brushRef="#br0" timeOffset="-197630.82">19163 8922 216 0,'-12'0'245'0,"0"0"-8"0,0 1-19 0,2 3-11 15,-2 0-13-15,3 2-16 0,0 1-15 0,-1 1-9 16,0 5-12-16,0 0-13 0,2 2-13 0,3-4-12 16,1-1-10-16,3 2-8 0,2-2-10 0,3 6-4 15,1-5-7-15,1 0-7 0,2-2-5 0,0 1-3 16,2-2-7-16,3 3-3 0,0-6-3 0,-1-2-4 16,3-1-4-16,-3-1 3 0,2-1-6 0,3-3-2 15,-4 1 1-15,-2-2-3 0,1-1-1 0,-2-3-3 16,-1 0-4-16,0-1 7 0,1-4-11 0,-2-1 1 15,-2-2-3-15,-2-2-1 0,1-8 2 0,-1 3-1 16,-2-1 1-16,0-3-4 0,-1-3 1 0,3 2 2 16,-2-1 2-16,0-2 8 0,0 0 1 0,2-2 2 15,0 5-1-15,-3-3 3 0,0 3 0 0,2-1 10 16,-2 4 2-16,-1 9 14 0,2 3-7 0,-1 2-3 16,0 2-1-16,-1 3-7 0,1-2-10 0,-1 8-2 0,0 0-6 15,0 0-1-15,0 0-2 0,0 0 3 16,0 36 11-16,-1-6 10 0,1 4-7 0,-2 2 3 15,-1 0-1-15,0-2-2 0,2 2-7 0,0-1 1 16,2-2 3-16,0-5-3 0,3 1-2 0,-1-8-1 0,2-4-13 16,0 2 14-16,3-2-4 0,-1-2-5 15,4-2 1-15,-4-4-2 0,5-2 5 0,-2 0-2 16,3-1 1-16,0-2-2 0,-1-2 1 0,8-1-5 16,-9-2-1-16,3-2 1 0,-2-2-13 0,0-2 0 0,-3 0 1 15,2-1-2-15,1-4-2 0,-3-1-14 0,0-2 6 16,-4-1 1-16,3 3 1 0,-3-6-1 15,-1 2-1-15,-1 4 0 0,0 2 5 0,-1 2 0 16,-1 3-6-16,-1 6 3 0,3-12-1 0,-3 12 0 0,0 0-1 16,0 0 8-16,0 0 9 0,0 0 2 0,-6 32 6 15,3-16 2-15,0 0 0 0,-2 0-2 0,2-5-2 16,3 4 4-16,0-2-6 0,0-1 2 0,0-1-2 16,3-1 0-16,-2-2 0 0,3-1 3 0,0-1-5 15,0 1 0-15,1-3-6 0,1-1-6 0,0 0 12 16,-6-3-8-16,13 1-5 0,-5-1 5 0,-8 0 2 15,18-5-4-15,-8-1 0 0,-1 0-6 0,-1-1 4 16,-2-1 2-16,1-1 1 0,-2-2 2 0,2 0-12 16,-2 1 1-16,2-2 3 0,-2 3-1 0,0-1 3 15,1 3-3-15,-3 1-2 0,-1 0 3 0,-2 6-3 16,4-4 1-16,-4 4 2 0,0 0-1 0,0 0-3 16,0 0 8-16,13 12 1 0,-12-2-2 0,2-1 0 15,-3 2-29-15,4-1-25 0,0 1-22 0,-2 0-37 16,1 1-46-16,-1-1-40 0,3-3-38 0,-1 3-223 15,3-5-507-15,3 0 225 0</inkml:trace>
  <inkml:trace contextRef="#ctx0" brushRef="#br0" timeOffset="-197398.98">20065 8875 84 0,'1'-15'214'0,"-1"4"15"16,-1-2 2-16,-1 6-10 0,0-2-9 0,0 2-18 15,2 7-18-15,-5-4-15 0,5 4-4 0,0 0 4 16,-23 13 0-16,10 2-6 0,1 1-6 0,-2 5-13 0,0 1-14 16,0 0-8-16,4-4-9 0,3 0-7 0,0-1-14 15,4 2-7-15,3 0-4 0,2-2-9 0,3-1-2 16,2 1-25-16,1-2-14 0,6-2-30 16,0 0-31-16,5-3-35 0,-1-6-35 0,7 8-40 0,-4-10-47 15,1-4-36-15,0 2-37 0,-3-4-138 0,0-3-439 16,0-2 195-16</inkml:trace>
  <inkml:trace contextRef="#ctx0" brushRef="#br0" timeOffset="-197184.18">20312 8768 29 0,'1'-14'233'16,"-1"1"3"-16,0 4 6 0,0 1-13 0,0 1-13 16,0 7-23-16,1-8-17 0,-1 8-2 0,0 0 16 15,0 0-8-15,0 0 6 0,0 37-4 0,-2-18 1 16,-3 6 1-16,1 0 3 0,-3 3-17 0,4-2 0 15,-3 1-18-15,4 0-19 0,-4-1-11 0,3-1-4 16,-1 1-14-16,0-2-19 0,1-5-2 0,1 6-7 16,0-9-27-16,-2 3-23 0,1-2-46 0,3-1-32 15,-4-2-39-15,1 0-38 0,0-4-49 0,1 1-42 16,-1-5-66-16,-1 2-280 0,4-8-611 0,-9 7 270 16</inkml:trace>
  <inkml:trace contextRef="#ctx0" brushRef="#br0" timeOffset="-196725.12">20118 8939 68 0,'0'-7'222'0,"0"7"-25"16,10-7-20-16,-3 4-15 0,4 0-12 0,4 0-16 16,3 1-11-16,10-2-12 0,-1 0-13 0,2 2-6 15,-2 1-9-15,2-2-11 0,0 2-2 0,-3-2-11 16,1-1-5-16,-6 4-6 0,-1-1-2 0,-3 0-5 15,-3 2-8-15,-1-2-2 0,-2 0-3 0,-2 1-2 16,-9 0 3-16,13 0 5 0,-13 0 12 0,10 0 8 16,-10 0 9-16,6 1 1 0,-6-1 2 0,0 0 1 0,0 0-2 15,0 0 3-15,-20 21 0 0,8-9 21 16,-5 0-19-16,2-1 9 0,-5 6-2 0,2-3 0 16,5-1-5-16,2 1 0 0,-2-2-11 0,7-2 1 15,-5 4-6-15,6-4-8 0,-1-1 1 0,5 1-10 0,-2-3-2 16,2 1-4-16,1-8 2 0,5 12-5 15,0-7-5-15,1 0 1 0,2-2-10 0,4-2-6 16,0-1-6-16,0 2-2 0,2-5-7 0,-1 0 4 16,-2 0-5-16,2-1-2 0,-1-2-1 0,0 0-2 0,0-2 2 15,-1-3-1-15,0 1-7 0,-1-2 0 0,-4 4 0 16,4-6 3-16,-2 4-4 0,-1-1 2 0,0 4 5 16,-2-1 2-16,0 2 0 0,-5 6-3 15,7-7-4-15,-7 7 2 0,4-4-1 0,-4 4 11 0,0 0-6 16,0 0 0-16,3 19-1 0,-3-10 4 0,-2 2 3 15,1 0-2-15,-1 1-30 0,0 4-31 0,-1-5-44 16,1 6-49-16,0-4-45 0,1-4-57 0,-4 2-186 16,4-2-483-16,1-9 214 0</inkml:trace>
  <inkml:trace contextRef="#ctx0" brushRef="#br0" timeOffset="-196520.34">20708 9081 63 0,'14'-21'207'15,"0"0"7"-15,0 5 1 0,-1 2 12 0,1 1 0 16,-1 0 5-16,-2 4-3 0,-1 2-11 0,-1 1-19 16,0 3-14-16,0 1-10 0,-1 4-10 0,1 1-4 15,-3 0-15-15,1 4-8 0,-1 0-14 0,-1 2-14 16,-1 1-10-16,-1 2-3 0,-1 0-10 0,0-1-10 16,-1 0-16-16,-1 1-27 0,1 4-37 0,0-5-34 15,-1 0-30-15,0 2-46 0,0-5-64 0,4 0-65 0,-1-2-267 16,-3-6-552-16,9 5 245 0</inkml:trace>
  <inkml:trace contextRef="#ctx0" brushRef="#br0" timeOffset="-196134.19">21210 8858 228 0,'0'0'264'0,"-5"-11"-12"0,0 9-12 16,5 2-8-16,0 0-4 0,-24 13 6 0,8 2 1 0,-4 3-14 15,2 2 1-15,0 5-14 0,4-3-16 16,-2 1-23-16,3-3 11 0,5-3-27 0,2 1-12 16,3 0-10-16,2 0-18 0,2 0-10 0,7-1-3 0,1-1-7 15,6 3-6-15,2-5-15 0,8-2-6 0,3-3 0 16,4-2-11-16,1-4-4 0,2 0-19 0,-4-2-2 16,3-3-9-16,-2-1-5 0,-2-4-14 15,-1 3-3-15,-2-4-6 0,-8-1-2 0,5-2-2 0,-6-1-3 16,-1-1 12-16,-3-3-10 0,0 1-5 0,-3-2-2 15,1-6 7-15,-6 4-4 0,-1-6 4 0,-3 8-2 16,-1 0 3-16,-2 2 2 0,-2 3 1 0,-1 3 8 16,-1 1 8-16,0 4-1 0,-3 1 0 0,8 3 11 15,-23 4 10-15,6 3 13 0,0 4 18 0,-6 3-14 16,5 1 5-16,1 2 0 0,6-1-4 0,1 0-4 16,2 1 9-16,3-1-11 0,1 3-11 0,5-3-14 15,4 0-39-15,2-5-45 0,4 1-56 0,5-2-59 16,0 1-55-16,12-1-71 0,-1-3-332 0,4-1-695 15,0-2 308-15</inkml:trace>
  <inkml:trace contextRef="#ctx0" brushRef="#br0" timeOffset="-195976.19">22001 9151 385 0,'0'0'349'16,"0"0"-19"-16,10-2 1 0,-10 2 25 0,0 0 7 15,0 0-2-15,3-6-16 0,-3 6-30 0,0 0-25 16,0 0-36-16,0 0-21 0,0 0-27 0,0 0-46 15,-5-14-59-15,5 14-67 0,-9-6-72 0,9 6-82 16,-9-8-72-16,0 3-90 0,-1 1-86 0,-3-1-202 16,-2 0-616-16,-4-1 274 0</inkml:trace>
  <inkml:trace contextRef="#ctx0" brushRef="#br0" timeOffset="-193471.88">7666 10203 121 0,'-5'-9'227'15,"-4"1"-6"-15,-1-3-8 0,0 3-9 0,-3 0-12 16,0 0-12-16,0 3-6 0,-4-1-12 0,-4 3-7 16,1 2-11-16,-2 1-5 0,0 3-12 0,-5 4-8 15,7-1-11-15,-4 6-4 0,-1 4-14 0,1 1-3 16,5 5-10-16,1 0-7 0,3-1-10 0,2 3-5 16,5-6 2-16,4 1-14 0,0-3-3 0,6 3 0 15,3-4-7-15,0-1-1 0,1-2-4 0,8-1-1 16,2-2-3-16,0-2-2 0,2-1-7 0,3-2 0 15,-5-1-4-15,14-3-4 0,-10 0-1 0,2-2-3 16,0 0-3-16,-11 0-4 0,1-1-1 0,2 2 3 16,-8 0-2-16,1 0 2 0,-7 1 4 0,10-4-4 15,-10 4 1-15,5-4-3 0,-5 4 0 0,0 0-3 16,0 0 3-16,-21-10 1 0,11 8 3 0,-4 2-2 16,1 1 1-16,-4 2 7 0,-3 4 0 0,2 0 2 15,-1 3 8-15,-4 4 5 0,1 2 1 0,3 4 7 16,1 0 3-16,1 3 12 0,0-1-11 0,4-1-4 15,4-2-1-15,4-2-8 0,1-1 3 0,2 2-2 0,0 0-2 16,5-6-1-16,5 3 11 0,3-2-24 16,3-2-17-16,2-3-26 0,3-3-13 0,7 0-22 15,6-4-23-15,0 0-27 0,3-4-22 0,-2-1-34 16,3-2-11-16,1-4-17 0,-1 0-11 0,-3-1 0 16,-2 0 6-16,-2 1 15 0,-3-5-110 0,-1 2-332 0,-2-1 147 15,-7 1 1242-15,-1 0-833 0,-4-2 31 16,1 1 30-16,-4-4 24 0,-1 0 27 0,-3 0 15 15,-1-9 16-15,2 2 8 0,-4-1 7 0,-1 0 13 16,-1 1 16-16,-2 7 15 0,3 0 8 0,0 5 12 0,-1 3 14 16,0-1 2-16,2 3-12 0,-1 8-14 0,-3-11-12 15,3 11-14-15,0 0-11 0,0 0 1 16,0 0 24-16,0 0-8 0,4 36-7 0,-1-12-10 16,-3 4-5-16,-3-2-12 0,1 3 0 0,0-3-7 0,1 3-6 15,0-4-10-15,2-1-1 0,-1-5-8 0,-1 1-7 16,2-2 9-16,0-3-19 0,-1 1 3 0,0-4-2 15,0 0-4-15,2-2 1 0,-2-4-2 0,2-2-3 16,-2-4 3-16,0 12-2 0,0-12 2 0,0 7-5 16,0-7 3-16,0 0-1 0,0 0-4 0,0 0-1 15,-10-19 0-15,7 9-14 0,0-1-4 16,1-7-8-16,1-8-7 0,1 2-5 0,0-4 3 16,4-2-7-16,-2-1-3 0,5-3 1 0,-2-1-4 0,5 1 13 15,-1 0-14-15,1 1 9 0,4 3-1 0,0 7 1 16,2-1-1-16,-5 7 1 0,2 5-8 0,-1 1-11 15,-3 5-8-15,1 2-13 0,-3 3-8 0,-7 1-18 16,17 6-34-16,-8 3-42 0,0 0-52 0,-3 5-34 16,-3 6-189-16,-2-2-481 0,-1 1 213 0</inkml:trace>
  <inkml:trace contextRef="#ctx0" brushRef="#br0" timeOffset="-193101.33">7931 10557 28 0,'0'0'214'0,"0"0"-12"0,0 0-9 16,0 0-5-16,0 0-6 0,0 0-4 0,18-16-15 16,-9 8-12-16,1 4-16 0,0-3-9 0,0 2-15 15,2 1-11-15,-1 0-8 0,0 2-8 0,1 2-9 16,-1 0-3-16,0 6-2 0,-2-2 7 0,1 3 2 16,-3 2 2-16,0 4 3 0,1 3 1 0,-2 4-6 15,-2 6-5-15,-1-1-3 0,1 0-4 0,-4-6-6 16,0-2 1-16,0 3-4 0,0-5-6 0,2 1-5 15,-2-3 11-15,-2-2-17 0,2-2-4 0,2-2-4 16,-2-7-1-16,0 11 8 0,0-11 13 0,0 0-7 16,0 0-11-16,0 0-1 0,0 0-3 0,0 0-4 15,0 0-5-15,-2-35 0 0,5 18-2 0,-3-2 4 0,2-1-6 16,0-3-3-16,2-5 0 0,-1 0-20 16,3-2-6-16,-1 1-2 0,5-5-4 0,-3 4-1 15,0-2 0-15,2 0-7 0,5 2 0 0,-2 2-3 16,-4 5 0-16,-1 7-9 0,0 1-11 0,-4 6-15 0,1 3-18 15,1 1-28-15,-5 5-21 0,8-2-25 0,-8 2-22 16,0 0-23-16,12 14-31 0,-12-2-191 16,-2 3-455-16,1 4 202 0</inkml:trace>
  <inkml:trace contextRef="#ctx0" brushRef="#br0" timeOffset="-192813.48">8241 10682 182 0,'7'2'217'0,"-7"-2"-9"0,15-2-6 15,-2-3-8-15,1-3-9 0,4-1-4 0,-1 0-10 0,7-3-14 16,-5 0-15-16,4-3-13 0,1 0-15 0,-1 1-9 16,-1 0-14-16,-7 2-4 0,2 1-13 0,-4 0-5 15,-2-1-7-15,-3 3-5 0,-1 0-7 0,-1 1-2 16,-4 1-4-16,1 0 7 0,-3 7-13 16,1-10-2-16,-1 10-5 0,-8-8 0 0,8 8 4 0,-18 2 0 15,4 2 9-15,-2 5 8 0,-3-1-3 0,-4 9 6 16,0 0 4-16,3 1-8 0,-1 1-3 15,8-3-3-15,0-1-4 0,4 0 11 0,3-1-17 16,3-4-5-16,1 0 2 0,2-10-3 0,6 20-3 0,-1-14-17 16,5 4-21-16,7-4-27 0,0-3-27 0,2-1-29 15,2-1-45-15,0-2-52 0,10-3-31 0,-3-1-37 16,0-1-183-16,-1 0-480 0,-7 0 213 0</inkml:trace>
  <inkml:trace contextRef="#ctx0" brushRef="#br0" timeOffset="-192619.85">8776 10465 122 0,'0'-7'231'0,"0"7"-7"0,-6-7 0 16,6 7-7-16,-7-5-6 0,7 5 1 0,-13 3-1 15,5 3 3-15,2 1-14 0,-4 3-9 0,-1 3-4 16,0 1-24-16,-2 1-12 0,2 8-15 0,2-6-12 16,0 0-10-16,2 2-17 0,4-2-12 0,0-5-10 15,2 1-21-15,3 4-28 0,2-6-35 0,1-3-24 16,2 1-32-16,3-3-39 0,0 0-40 0,3-1-36 15,5-3-21-15,1 1-30 0,-1-3-186 0,-4 0-452 16,4-5 200-16</inkml:trace>
  <inkml:trace contextRef="#ctx0" brushRef="#br0" timeOffset="-192405.39">8980 10422 121 0,'1'-26'197'15,"0"1"13"-15,1-1 10 0,-1 8 8 0,-1 6 5 16,1 2 7-16,-1 1-10 0,0 3-14 0,0 6-12 15,0-8-22-15,0 8-1 0,0 0 20 0,0 0 10 16,0 0-8-16,2 31-3 0,-4-13-17 0,-2 9-22 16,1-1-6-16,-4 1-19 0,1 1-14 0,-2 0-13 15,1 1-8-15,-1-2-14 0,0 0-27 0,3-2-53 16,3-7-35-16,-1-1-37 0,2-1-35 0,-3 0-31 16,3-3-42-16,1 1-52 0,1-2-42 0,1-2-15 15,1 0-17-15,-3-10-173 0,5 14-510 0,-5-14 225 16</inkml:trace>
  <inkml:trace contextRef="#ctx0" brushRef="#br0" timeOffset="-192174.32">8811 10571 121 0,'0'0'267'0,"-3"-11"-30"0,3 11-16 0,0 0-22 16,7-11-8-16,2 5-20 0,5-2-7 0,4 1-7 15,6 0-13-15,3-3-14 0,1 2-9 16,2 4-12-16,-2-1-13 0,0 2-14 0,3 3-4 15,-10 1-5-15,-3 3-10 0,1 0-3 0,-1 3-2 0,-2 0 4 16,-2 2 2-16,-2 3 0 0,-5-1-1 0,-1 3 4 16,-4 2 2-16,-2-1-8 0,3 1-6 15,-4-3-2-15,-3 4-1 0,0-3-18 0,4 0-24 0,-3 2-36 16,0-6-32-16,-1 2-57 0,0-1-67 0,2-4-59 16,2-7-222-16,-8 14-501 0,8-14 222 0</inkml:trace>
  <inkml:trace contextRef="#ctx0" brushRef="#br0" timeOffset="-191672.32">9153 10403 138 0,'0'0'278'15,"2"-11"-23"-15,-2 11-12 0,0 0-17 0,0 0-19 16,0 0-1-16,23 13-14 0,-14-4-18 0,1-1-11 15,2 5-18-15,1-2-16 0,2 1-9 0,-2 1-12 16,2 1-9-16,-1-2-11 0,1 2-10 0,0-3-7 16,-2 2-9-16,0-1-4 0,-5-5-5 0,2 1-9 15,-3 2 0-15,0-1-10 0,0-2 8 0,-2-2-19 16,0-1-3-16,-3 0-6 0,2 2-4 0,-4-6 2 16,4 3 1-16,-4-3-3 0,0 0-2 0,0 0-2 15,0 0 3-15,0 0-4 0,0 0-1 0,12-6-1 16,-10-1-2-16,4 0 2 0,-2 3 0 0,1-4-1 15,2 1 3-15,1 1-1 0,0 0 5 0,1 0 3 16,0 0 5-16,2 1 4 0,-1 2 0 0,0-3 0 16,0 3 2-16,1-1 0 0,0 1 1 0,2-1-6 15,0-1-1-15,-1 1 3 0,0-1-1 0,3-1 0 16,-2 1-7-16,2-4 0 0,-3 2 8 0,-2 0-6 0,0 0-1 16,0 1 0-16,-2-1-5 0,0-2-1 0,-4 4 2 15,2-4 3-15,-3 3-6 0,-2-1-2 16,-1 7-1-16,-3-14 6 0,3 14 1 0,-6-14-3 15,1 10-2-15,-2 2-2 0,7 2 6 0,-17 0 4 0,5 4 16 16,-5 5-2-16,-6 5 2 0,2 4 10 0,0 0 13 16,3 1-11-16,2 1-9 0,4-3-4 0,3 0-10 15,2 1 6-15,3-2-24 0,1 2-34 0,3-1-36 16,5-2-35-16,3-4-58 0,1 3-69 0,5-7-88 16,4-1-224-16,-1-2-588 0,3-2 260 0</inkml:trace>
  <inkml:trace contextRef="#ctx0" brushRef="#br0" timeOffset="-190943.36">10434 10781 2870 0,'-6'-18'-88'16,"1"9"105"-16,1-1-12 0,3 2 1 0,-2-2-5 15,3 1-2-15,2-1 0 0,0-3-2 0,2 1 4 16,7-3 0-16,1-1 0 0,4-6-3 0,4 1 2 16,3 1 0-16,0 1-2 0,-2-3 1 0,1 1 1 15,0 2-1-15,-3 2 2 0,-4 4 0 0,4-6 0 16,-7 3-1-16,0 4 4 0,-2 2-6 0,-4 1 11 16,1 1 12-16,-2-1 6 0,1 1-2 0,-5 3-1 15,-1 5-4-15,3-9 1 0,-3 9-3 0,0-7 7 16,0 7-11-16,0 0-1 0,0 0-2 0,0 0 5 15,0 0-2-15,-18 12-2 0,12-2 1 0,-1 6 5 16,2-1-8-16,0 3-4 0,4 0 2 0,0 1 0 16,1-2-2-16,3 0-4 0,2-2 5 0,3 0 1 15,1-1-1-15,1-3 0 0,4 2 1 0,-1-3-1 16,4-4 0-16,-1 0-1 0,3-2 0 0,2-1 0 16,-3 0 2-16,2-3-3 0,1-2 0 0,-5 1-1 15,0 0-1-15,-4-2-3 0,-1-1 3 0,0-1 0 0,-1 1-8 16,-3-2 4-16,2-1-5 0,-3-2 4 0,0 1 1 15,-2 0-1-15,1-1-1 0,-3-1 1 0,0 1-1 16,-2 2 3-16,2-2 0 0,-2 9 0 16,2-11-1-16,-2 11 0 0,1-8-2 0,-1 8 0 0,3-5-4 15,-3 5-1-15,0 0 8 0,0 0-3 0,0 0-5 16,0 0 3-16,0 0 1 0,0 0 2 0,4 20-1 16,0-12 0-16,-2-3 0 0,2 2 0 15,0-2 0-15,0 2 3 0,1-4 1 0,-1 2-1 0,1 0 2 16,-1-1 1-16,-4-4-4 0,6 8 13 0,-1-6-13 15,-5-2 1-15,8 4-1 0,-8-4 9 0,7 4-8 16,-7-4-2-16,6 3 1 0,-6-3-15 0,0 0-4 16,0 0-14-16,6 3-18 0,-6-3-22 0,0 0-28 15,0 0-53-15,0 0-32 0,0 0-32 0,0 0-169 16,0 0-420-16,0 0 186 0</inkml:trace>
  <inkml:trace contextRef="#ctx0" brushRef="#br0" timeOffset="-190764.15">10799 10322 2179 0,'-18'-18'-20'16,"5"4"20"-16,0 0 15 0,6 6-10 0,3 1-9 16,0 3-11-16,-1-1-22 0,5 5-13 0,0 0 10 15,0 0 4-15,0 0-17 0,14 15-37 0,0-5-33 16,8 7-44-16,1-1-94 0,5 3-283 0,5 0 125 0</inkml:trace>
  <inkml:trace contextRef="#ctx0" brushRef="#br0" timeOffset="-190043.68">11386 10533 28 0,'-11'0'258'0,"0"-1"-2"0,-1 1-4 16,-2-2-9-16,2 2-8 0,1 2-5 0,1-1-14 15,1 2-17-15,-1 1-14 0,1 3-14 0,1 0-9 16,0 4-18-16,1 3-15 0,0 1-13 16,4-2-15-16,0 2 5 0,3 2-23 0,1-6-5 0,2 1-7 15,2-1-6-15,4 2-5 0,1-5-11 0,-1-1-9 16,4-1-14-16,1-3-13 0,5-2-12 0,-1-1-4 16,2-3-3-16,1-2-5 0,-3-2-1 0,2-2-3 15,-6 0 9-15,2-1-4 0,-5-2 2 0,2 1 0 16,-6-5-1-16,2 1 4 0,-3-4-1 0,-3 0-1 15,4-7 4-15,-2-1-2 0,1-2 1 0,-3-2 0 16,2 1-1-16,-2-3 2 0,0 0 4 0,1 2 8 16,-1-1 6-16,-1 3 5 0,0 1 3 0,0 0 8 15,-1 13 14-15,-1 3 8 0,0 2 4 0,2 1-2 16,-2 3-7-16,0 6-8 0,1-9-3 0,-1 9-9 16,0 0-4-16,0 0-3 0,0 0 4 0,7 43-1 15,-9-11 17-15,2 3-7 0,-8 14 5 0,-1-1-3 16,1-3-1-16,2-9-1 0,2-1-11 0,-2-3 1 15,3 1-3-15,3-4 0 0,0-4-4 0,2 1 4 16,0-9-7-16,3-1 2 0,1 0 0 0,0-4-4 16,4 2 3-16,-2-6-8 0,2 1-8 0,1-4 1 15,2-2-18-15,1-2 5 0,-1-2-6 0,5-4 0 16,-6 2-9-16,3-6 5 0,3 1-7 0,-7-4 1 16,3 2 6-16,-1-4-5 0,-1 0 10 0,-3-1-3 15,-3 1 4-15,0-1 0 0,0 3 0 0,-4 3 8 0,0-1 7 16,1 3-1-16,-3 0-5 0,0 7 7 15,4-7-1-15,-4 7 4 0,0 0 0 0,0 0 15 16,0 0 4-16,0 0-5 0,-11 21-1 0,5-11-6 16,5 0 3-16,0 1 3 0,1-1-1 0,2-1 2 0,1 0-3 15,2-2-1-15,1 0-7 0,2 2 5 0,2-5 14 16,0-1-22-16,3-1 4 0,3-2-11 16,0-2 1-16,1 1 1 0,1-3-3 0,-2-3-4 15,-3 0 4-15,-1 3 0 0,-1-3-1 0,-3 1 2 0,2-1 1 16,-3-2 2-16,0 3-4 0,-3-1-2 0,0 2 4 15,-4 5 3-15,6-8 2 0,-2 3-5 0,-4 5 3 16,0 0 1-16,0 0 0 0,0 0 1 16,0 0-2-16,0 0 6 0,0 0 4 0,0 26-2 0,-4-15-6 15,0 1-15-15,6 0-24 0,-2-1-34 0,0 6-18 16,0-6-32-16,1-1-35 0,4 1-40 0,-3-3-36 16,2 1-37-16,5-3-227 0,-2 0-539 0,3-1 238 15</inkml:trace>
  <inkml:trace contextRef="#ctx0" brushRef="#br0" timeOffset="-189847.44">12190 10597 49 0,'0'-16'184'0,"0"0"5"0,0 5 11 15,0-1 8-15,0 3 2 0,-4 0 3 0,3 2-5 16,1 7-10-16,-2-8-14 0,2 8-16 0,-7-2-3 16,7 2-4-16,0 0-7 0,-15 16-17 0,10-6-17 15,1 2-10-15,-5 3-10 0,4 2-9 0,3 0-5 16,-1-1-10-16,6 0-9 0,1-1-17 0,0-3-24 15,4-3-30-15,3-3-18 0,2 7-39 0,5-5-35 16,-2-1-40-16,2-2-45 0,0-3-38 0,-1-2-35 16,-3-2-144-16,0 2-429 0,-3-2 191 0</inkml:trace>
  <inkml:trace contextRef="#ctx0" brushRef="#br0" timeOffset="-189638.23">12405 10371 153 0,'1'-18'242'0,"3"1"6"15,-4 5 8-15,4 2 3 0,-4 5-12 0,0 5-6 16,0-14-33-16,0 14-13 0,0 0 33 0,0 0 15 16,0 0-6-16,14 25-2 0,-14-6-2 0,3 0-2 15,-2 8-15-15,-2 2-20 0,-2-1-21 0,3 2-9 16,-7-1-20-16,1 2-16 0,5-3-8 0,-5 2-17 16,3-2-9-16,-1-1-39 0,4-8-44 0,-4-1-60 15,4 0-54-15,0 0-45 0,-5-7-45 0,4 2-43 0,0-4-53 16,1-1-54-16,-3 1-248 0,3-9-638 0,0 0 283 15</inkml:trace>
  <inkml:trace contextRef="#ctx0" brushRef="#br0" timeOffset="-189221.58">12289 10564 2370 0,'-1'-10'59'0,"1"10"-42"0,-2-11-6 15,2 11-10-15,3-8-6 0,-3 8 16 16,9-5 4-16,2 3 6 0,0 0 4 0,0-1-3 0,7-1-1 15,3 2-3-15,10-4 3 0,-13 2-7 0,13 0-3 16,-6 0 2-16,7-1-1 0,-10 5-3 0,7-4 1 16,-9 2 1-16,0 0-2 0,-6 1-1 0,4-1-4 15,-7 1 1-15,-3 1-3 0,0-1 1 0,-8 1 4 16,11 1 10-16,-11-1 11 0,7 1 11 0,-7-1 4 16,2 8 8-16,-2-8 10 0,-1 10 3 0,-3 0 6 15,-2 2 2-15,-1-2-2 0,1 8 4 0,-1-2 5 16,-3 0-2-16,6-2-8 0,-2 2-9 0,4-3-3 15,1-3-7-15,-1 2-3 0,4-1-4 0,1-5 0 16,3 2-5-16,-2 2-4 0,4-7 2 0,-3 1-2 16,3-2-12-16,3-2-7 0,-3 0-5 0,2-2 3 15,-1-2-6-15,3 0 2 0,-5-1 6 0,1-3-8 16,-1 1 1-16,0-1-6 0,-1 0 3 0,-1-1-1 16,-1-1 2-16,0 3-8 0,1-3 8 0,-1 1-4 15,2-1-2-15,-2 5-8 0,-2-2 9 0,-2 7-8 16,2-8-4-16,-2 8 6 0,5-4 2 0,-5 4 0 15,0 0-19-15,0 0-10 0,8 12-27 0,-7-4-32 16,4 1-35-16,-5 2-39 0,0 0-59 0,2 0-53 16,0 1-236-16,0 0-556 0,0 0 246 0</inkml:trace>
  <inkml:trace contextRef="#ctx0" brushRef="#br0" timeOffset="-189034.23">12883 10650 32 0,'8'-11'181'0,"-1"1"5"0,1 0 20 0,1 1 20 16,-2 2 10-16,0 1-1 0,-3 0-10 0,3 3-21 16,-1 0-19-16,-6 3-14 0,12 0-14 0,-12 0-16 15,9 5-13-15,-5-1-13 0,1 2-8 0,-3 1-18 0,0-1-25 16,-2 1-33-16,3 0-28 0,-3 3-31 0,0-10-41 16,2 17-48-16,-2-11-48 0,0-6-56 0,3 12-166 15,-3-12-420-15,4 10 186 0</inkml:trace>
  <inkml:trace contextRef="#ctx0" brushRef="#br0" timeOffset="-188668.22">13300 10491 267 0,'2'-5'287'0,"-2"5"-19"16,0 0-9-16,0 0-3 0,0 0 11 0,0 0-13 15,-25 11-4-15,14 5-20 0,-5 4-9 0,0 5-14 16,-4 2-24-16,2-2-10 0,0 4-7 15,4-1-22-15,5-4-16 0,3-1-10 0,2-7-9 0,6 1-11 16,4-3 1-16,5 0-20 0,3-4-3 0,13-1-11 16,0-3-2-16,5-6-10 0,1-3-15 0,3 0-12 15,-2-5-6-15,1 0-4 0,1-3-10 0,-6-2-13 16,1-1-2-16,-4 1 3 0,0-3-9 0,-2 1 1 16,-2-2 0-16,-10 3 5 0,0-1-1 0,-1 0 4 15,-1-2-5-15,-7 2 7 0,3-2-7 0,-4 0 7 16,-3 6 3-16,-3 2 20 0,-2-1-3 0,1 1 6 15,-3 7 4-15,7 2 9 0,-18 0 7 0,5 5 12 16,0 3-3-16,-1 5 2 0,-1 1-5 0,0 6-9 16,0 2 7-16,9-6-8 0,0-3-1 0,2 3-4 15,4-3-15-15,0-2-21 0,4-1-34 0,2-2-37 0,2-1-41 16,3-2-39-16,3-4-43 0,-3 2-54 16,8-6-54-16,-4 2-46 0,-2-1-216 0,1-2-612 15,-3 0 271-15</inkml:trace>
  <inkml:trace contextRef="#ctx0" brushRef="#br0" timeOffset="-187675.81">4682 10397 26 0,'0'0'257'0,"-11"6"-20"0,2 2-7 15,0 8-20-15,-4 6-13 0,-2 6-14 0,-1 2-17 16,0 0-8-16,-6 12-13 0,8-11-13 0,-1-2-12 16,2-1-10-16,2 1-9 0,0-5-9 0,5-7-12 15,2-5-4-15,0-2-12 0,1-1-4 0,-1-2 1 16,3-2 11-16,1-5 8 0,-6 11 5 0,6-11 16 0,-3 3-14 15,3-3-9-15,0 0-9 0,0 0 1 16,9-22-12-16,-4 5-11 0,4-10 1 0,0-1-6 16,1 0-5-16,1-3-6 0,-1-2 2 0,4 1-10 15,0-11 5-15,-3 9-4 0,4-9-6 0,0-3-2 16,-7 15 0-16,3 1-5 0,-1 3-1 0,-1 2-7 0,-2 9 6 16,-1 6-6-16,-2 0 2 0,1 4-7 0,0 3-5 15,-5 3 2-15,13 7 4 0,-3 9 12 16,2 6 4-16,-2 8 9 0,1 3 1 0,1 10 8 15,-2-7-8-15,-5 0-5 0,3-1 3 0,0-2 1 16,-3 1-5-16,1 2-4 0,3-3 1 0,-1 0 2 0,-1-3-6 16,0-4-4-16,-2-7-19 0,2-1-23 15,-1-4-30-15,-4-1-27 0,3-2-24 0,-2-3-37 0,0 0-49 16,-2-4-40-16,-1-4-35 0,1 9-208 16,-1-9-522-16,0 0 231 0</inkml:trace>
  <inkml:trace contextRef="#ctx0" brushRef="#br0" timeOffset="-187091.91">4605 10660 2275 0,'-7'-6'75'0,"2"1"15"16,5 5-47-16,-8-6-23 0,8 6-12 15,-7-6-2-15,7 6-3 0,0 0 3 0,0 0 8 0,0 0 15 16,0 0-5-16,22-4 5 0,-6 3 3 0,2-2-1 16,11 1-2-16,-2-1-4 0,1-1 3 15,1 1-7-15,2-1-1 0,-2 1 3 0,5 0-9 16,-5 3 1-16,-7 0-4 0,-1 0-2 0,0 1 0 0,1 3-4 15,-7 4 1-15,3 1 5 0,-3 1 10 0,-3 2 11 16,-2 4-1-16,-4 1 7 0,1 2 1 0,-4-1 0 16,-3 0 0-16,-1 1-1 0,0 0 2 0,-3-5-7 15,-1-1 1-15,0-3 4 0,-2 2-7 16,2-5 3-16,3-1 3 0,-2 0 3 0,-2-1 4 0,6-5-8 16,-5 5 2-16,5-5-7 0,-9 2-5 0,9-2 8 15,0 0-16-15,-7-11 0 0,7 11-1 0,0-17-4 16,0 7-2-16,1 0 3 0,3-2-5 15,0-7-2-15,3-4 0 0,-2 4-1 0,2 1 5 0,1 0-9 16,0 1 1-16,1-1-3 0,-1 3 0 0,-1 4-2 16,1 1-6-16,-1 4-2 0,0 1-1 0,-2 2 3 15,-5 3 1-15,14 3-4 0,-3 2 3 0,-2 1 3 16,2 2-2-16,2 3 7 0,-1 1-1 0,0 1 3 16,-1-4 1-16,2 0-1 0,-2 0 2 0,3-1 5 15,-2-3-4-15,2-1-1 0,1-1 0 0,3-3 5 16,-5 0-3-16,1-3-1 0,0-6 2 0,1 1-3 15,-3 0 5-15,-2 0-2 0,-1-1 7 0,-1-1-7 16,-2 0 1-16,2 1-3 0,-4-2-4 0,-1 0 3 16,0 0-3-16,-2-2 0 0,1 3 3 0,-2-2-1 15,-3 2 10-15,2 1-14 0,1 9 5 0,-3-12 2 16,3 6-4-16,0 6-8 0,0 0 1 0,0 0-1 16,0 0 9-16,0 0 3 0,-6 21 4 0,2-4 4 15,0 9 1-15,-1 1 5 0,-1 3 0 0,0 0 9 16,1-1-14-16,-2-1 1 0,3-2-14 0,0-7 0 15,1 0 5-15,1-2-19 0,-1 0-29 0,5-2-27 16,-1-2-35-16,0-1-56 0,-1-5-79 0,4 0-72 16,-3-1-208-16,-1-6-561 0,8 6 249 0</inkml:trace>
  <inkml:trace contextRef="#ctx0" brushRef="#br0" timeOffset="-186937.9">5624 10610 2165 0,'8'-10'72'0,"-2"0"-22"0,1 3-33 0,-4 0-13 16,2 2-6-16,-5 5 12 0,8-6-1 0,-5 3 5 16,-3 3 4-16,0 0-10 0,9 0 2 0,-9 0 0 15,0 0-22-15,5 15-48 0,-5-15-61 0,2 19-54 16,-4-2-162-16,0-4-363 0,0 0 161 0</inkml:trace>
  <inkml:trace contextRef="#ctx0" brushRef="#br0" timeOffset="-186818.36">5687 10903 159 0,'3'4'189'0,"-3"-4"-21"0,0 0-14 0,0 0-22 15,0 0-36-15,0 0-76 0,21-22-78 0,-14 12-86 16,4-5-155-16,3-6 69 0</inkml:trace>
  <inkml:trace contextRef="#ctx0" brushRef="#br0" timeOffset="-186662.23">6105 10685 39 0,'0'0'341'16,"3"6"-30"-16,-3-6-23 0,3 9 3 0,-3-9 10 15,4 5-11-15,-4-5-19 0,0 0-24 0,3 6-44 16,-3-6-28-16,0 0-57 0,6 3-52 0,-6-3-48 16,0 0-57-16,0 0-90 0,11-3-104 0,-11 3-194 15,10-10-462-15,-2 5 205 0</inkml:trace>
  <inkml:trace contextRef="#ctx0" brushRef="#br0" timeOffset="-185716.66">14792 10436 146 0,'-2'-6'225'16,"2"6"-26"-16,-4-9-18 0,4 9-25 0,0 0-6 15,0 0 3-15,0 0 2 0,0 0 0 0,9 38-11 16,-7-10-11-16,2-1-7 0,-4 6-9 15,-4 1-9-15,2 14-10 0,-2-2-10 0,-1-11-3 0,0 0-12 16,-1-2-5-16,0 2-8 0,1-5-3 0,0-1-1 16,1-2-11-16,0-8-5 0,2-4-3 0,-1-2-7 15,1-3-1-15,1-1-4 0,0-1 0 0,1-8 1 16,-1 10 8-16,1-10-10 0,-3 8 8 0,3-8 13 16,0 0 10-16,0 9 5 0,0-9-1 0,0 0-5 15,0 0-1-15,14-4-3 0,-14 4-10 0,21-9-5 16,-3 5 0-16,0-4-1 0,1 4-7 0,0 0 10 15,1 1-22-15,0-3-24 0,9 3-24 0,-1-2-25 16,0 3-30-16,-1 0-38 0,3-1-28 0,-1 3-53 16,4-4-32-16,-1 1-223 0,0 0-499 0,-1 1 222 15</inkml:trace>
  <inkml:trace contextRef="#ctx0" brushRef="#br0" timeOffset="-185544.29">15501 10826 2086 0,'7'-8'87'0,"-3"4"2"0,-2-3-21 0,2 1-16 16,-4 6 4-16,3-7 3 0,-3 7 8 0,2-8-2 16,-2 8-1-16,5-5 2 0,-5 5-6 0,0 0-7 15,0 0-10-15,7-6-17 0,-7 6-17 0,11-2-29 16,-4 1-35-16,1 0-41 0,6 1-56 0,-1 1-38 16,4 0-44-16,-6 3-134 0,1-3-398 0,-1 3 177 15</inkml:trace>
  <inkml:trace contextRef="#ctx0" brushRef="#br0" timeOffset="-185399">15564 10975 207 0,'-5'4'219'0,"-1"0"2"0,1-1-2 15,5-3-2-15,-6 5-4 0,6-5-10 0,-6 3-12 0,6-3-12 16,0 0-19-16,0 0-4 0,0 0-29 16,22 0-15-16,-2-4-30 0,9-4-37 0,6 1-45 15,1-1-64-15,14-1-67 0,1-3-81 0,-13 1-146 16,13-1-387-16,0-1 172 0</inkml:trace>
  <inkml:trace contextRef="#ctx0" brushRef="#br0" timeOffset="-184774.83">17022 10546 108 0,'-1'-11'230'0,"1"11"-12"15,-1-12 2-15,1 12 0 0,0-9-10 0,0 9-9 0,0 0-16 16,0-11-18-16,0 11-16 0,0 0-23 0,0 0-13 16,0 0-10-16,0 0-7 0,0 0-11 15,0 0-2-15,0 0-3 0,7 30 5 0,-5-14-14 16,-1 2-8-16,0-2-1 0,-2 4-7 0,1-3-6 0,1 9-1 16,-1-8-2-16,0-1-6 0,1-1-2 0,-2 0-3 15,0-3-6-15,1 0 2 0,-1-2-5 16,1 0 3-16,1 0-8 0,-2-5-7 0,1-6 12 15,0 9-14-15,0-9-1 0,-2 10-2 0,2-10 0 0,2 8-3 16,-2-8 1-16,0 0 1 0,0 8-3 0,0-8 4 16,0 0 3-16,5 4-3 0,-5-4 1 0,11-1 2 15,-2 1-4-15,5-2-1 0,5-3-14 0,-1 3-9 16,11-4-15-16,-8 2-13 0,9-1-20 0,-4-2-22 16,1 3-24-16,-6 3-21 0,0-1-34 0,1-1-26 15,-3 0-28-15,2-1-12 0,-2 3-156 0,-5-1-417 16,0 0 186-16</inkml:trace>
  <inkml:trace contextRef="#ctx0" brushRef="#br0" timeOffset="-184571.93">17478 10684 55 0,'0'0'171'16,"0"0"11"-16,-2-11 18 0,2 11-2 0,0 0 3 16,0 0-13-16,0 0-13 0,0 0-17 0,-1-8-14 15,1 8-16-15,0 0-13 0,0 0 9 0,0 0 8 16,0 0 0-16,-4 39-5 0,0-22-3 0,0 2-8 15,0 5-11-15,-1 0-11 0,0-5-9 0,-2 6-1 0,3-6-11 16,0 1-14-16,0-3-6 0,3 2-7 16,-2-3-32-16,2 0-23 0,1 0-36 0,-2-4-27 15,2 0-47-15,2-1-59 0,-2-4-47 0,0 3-215 16,0-10-476-16,5 10 211 0</inkml:trace>
  <inkml:trace contextRef="#ctx0" brushRef="#br0" timeOffset="-184383.39">17742 10722 11 0,'2'-3'228'0,"-2"3"-25"0,7-4-12 16,-7 4-4-16,10-5-15 0,-10 5-9 0,10-2-17 0,-2 2-11 16,4-1-17-16,1 1-11 0,6 0-9 0,0-2-25 15,-6 2-37-15,5 0-33 0,0 0-37 0,-1-2-45 16,-3 2-35-16,-2 0-30 0,0 0-106 0,-5-2-272 15,-1 1 121-15</inkml:trace>
  <inkml:trace contextRef="#ctx0" brushRef="#br0" timeOffset="-184210.39">17907 10610 138 0,'0'0'193'0,"-5"-7"2"0,5 7-8 16,-3-6-15-16,3 6-16 0,0 0-21 0,0 0-2 15,0 0 5-15,0 0 2 0,0 0-4 0,-6 25-2 16,6-12-9-16,0 2-17 0,0 4-8 0,-2 1-7 15,2-1-9-15,2 0-8 0,-1 1-8 0,1 0-6 16,0-1-13-16,-1 0-30 0,0 0-33 0,2-2-46 16,-1 0-58-16,1-4-46 0,2-2-49 0,-3 0-133 15,1-1-374-15,3-3 166 0</inkml:trace>
  <inkml:trace contextRef="#ctx0" brushRef="#br0" timeOffset="-183957">18312 10480 70 0,'2'-7'270'0,"1"1"-22"15,-3 6-26-15,4-6-4 0,-4 6 1 0,0 0 4 16,0 0-1-16,-9 33-16 0,2-14-8 0,-3 7-7 16,-1 6-10-16,-1-2-20 0,3 2-11 0,1 0-17 0,3-3-4 15,-1 0-10-15,4-1-12 0,0-2-10 16,2-9-12-16,0 0 0 0,3-2-13 0,2-2-2 15,-1-2-14-15,1-2 1 0,2 1-3 0,2-1-5 16,3-2-5-16,-1-2-40 0,3-2-27 0,-1-1-38 0,5 0-44 16,-4-2-54-16,4-2-68 0,1-3-61 0,-5 1-226 15,2-1-555-15,-1-4 246 0</inkml:trace>
  <inkml:trace contextRef="#ctx0" brushRef="#br0" timeOffset="-183720.62">18593 10765 174 0,'0'0'197'0,"0"0"1"0,8-4 2 16,-8 4-2-16,0 0-4 0,9 1-12 0,-9-1 1 0,0 0-3 15,8 10-3-15,-5-7 3 0,-3-3-16 0,1 12-13 16,-1-5-15-16,-1 3-7 0,0-1-3 0,-3 1-16 16,3 0-7-16,-2 0-9 0,1 0-6 0,0-1-13 15,0 1-8-15,0-3-5 0,2-7-2 0,0 16-7 16,0-7-3-16,2-3 7 0,0 2-16 0,2-2-9 15,2 1-14-15,-1-2-20 0,6 0-35 0,0-1-33 16,3-3-46-16,8 1-44 0,-1-4-65 0,9 1-70 16,2-5-168-16,0 0-501 0,-1-1 222 0</inkml:trace>
  <inkml:trace contextRef="#ctx0" brushRef="#br0" timeOffset="-183531.8">18985 10690 139 0,'-5'-3'285'0,"5"3"-25"16,-6-5-17-16,6 5-18 0,-5-5-18 0,5 5-23 15,0 0-17-15,0 0-17 0,24-9-23 0,-7 6-22 16,4 0-18-16,7 0-28 0,0-1-26 0,1 4-27 16,-1-1-37-16,-6 0-45 0,-1 1-42 15,-2-3-23-15,-2 1-31 0,-6 0-119 0,-3 2-313 0,0-3 139 0</inkml:trace>
  <inkml:trace contextRef="#ctx0" brushRef="#br0" timeOffset="-183368.04">19246 10594 145 0,'-3'-4'170'16,"3"4"9"-16,-6-11 5 0,1 7 5 0,5 4 1 0,-5-6-3 15,5 6-9-15,0 0-22 0,-5-7-18 0,5 7-2 16,0 0 1-16,0 0 2 0,-5 17-7 16,1-6 1-16,2 0-6 0,-3 6-2 0,0 1-11 15,0 1-11-15,1 4-6 0,0 2-13 0,1-1-10 0,-1-6-10 16,1 1-33-16,3-2-30 0,0 2-42 0,1-3-45 15,2 1-66-15,1-7-68 0,-3 2-233 16,2 1-490-16,-1-6 217 0</inkml:trace>
  <inkml:trace contextRef="#ctx0" brushRef="#br0" timeOffset="-183064.16">19650 10567 252 0,'6'-8'252'16,"-1"2"-24"-16,0 3-17 0,-5 3 8 0,13-1-7 16,-13 1-8-16,13 5-6 0,-5 3-19 0,-2-2-18 15,0 3-14-15,0 2-8 0,-3 1-2 0,-1 3-24 16,-1-1-12-16,-4 2-2 0,0-1-12 0,-1 0-11 16,-3 0-7-16,0-1-3 0,-1-3-11 0,2-3 0 15,0 1-8-15,3-2-5 0,0-2-3 0,3-5-5 16,-5 11-3-16,2-8-6 0,3-3-1 0,0 0-4 15,-6 9-6-15,6-9 1 0,0 0 0 0,5 10 0 16,-1-6 2-16,-4-4-6 0,14 7 1 0,-5-1-6 16,5-3-15-16,4 0-22 0,2 1-22 0,2-3-23 15,6 4-32-15,2-1-41 0,-1-4-53 0,-8 0-44 16,5 0-214-16,-5 0-496 0,0-3 220 0</inkml:trace>
  <inkml:trace contextRef="#ctx0" brushRef="#br0" timeOffset="-182859.55">20061 10642 104 0,'2'-10'223'0,"0"4"1"0,-1-5 10 0,-1 11 5 15,0-11-8-15,0 11-16 0,2-9-23 0,-2 9-21 16,0 0 0-16,0 0 8 0,0 0 6 0,0 0-18 16,0 0-8-16,0 38-10 0,-5-21-20 0,2 2-5 15,-1 1-14-15,0-2-12 0,-1 1-10 0,3-1-7 16,-2 1-23-16,1-1-28 0,1 0-30 0,-1-1-28 0,3-3-33 15,0-2-38-15,3 0-47 0,-3 1-48 16,1-6-56-16,-1 2-215 0,1-2-502 0,-1-7 223 0</inkml:trace>
  <inkml:trace contextRef="#ctx0" brushRef="#br0" timeOffset="-182530.25">20086 10689 99 0,'1'-11'257'0,"3"1"-3"0,-2 1-6 0,1 3-5 15,-3 6-14-15,4-10-18 0,-3 6-21 0,-1 4-15 16,2-8-16-16,-2 8-17 0,0 0-9 0,0 0-14 16,0 0-8-16,0 0-4 0,17 8-8 0,-7-2-11 15,-1-1-4-15,2 0-6 0,2-1-7 0,0-1-9 16,5 0-1-16,-1-1-15 0,2-2 3 0,1-2-9 16,-3 1-3-16,-2-1-1 0,-2-2-4 0,-1-1-2 15,0 0-4-15,-1 0-2 0,-2-2-1 0,1 0-2 16,-2 1-4-16,-2 0-2 0,-2-1 0 0,0 4-5 15,2-1 5-15,-6 4-9 0,5-7 3 0,-5 7 2 16,5-3-7-16,-5 3-5 0,0 0 9 0,0 0 12 16,7 11 17-16,-9-2 8 0,2 4 3 0,-2 3-6 15,-1 0 2-15,-1 4-6 0,0-1-7 0,1 1 2 16,-2-1-3-16,1 6-20 0,0-8-30 0,3 2-32 16,-1-2-42-16,0-2-33 0,2 2-37 0,0-5-69 15,0-1-57-15,0 1-226 0,0-5-558 0,0-7 248 16</inkml:trace>
  <inkml:trace contextRef="#ctx0" brushRef="#br0" timeOffset="-178443.62">19577 11149 109 0,'0'0'157'0,"-8"-9"-5"15,8 9-1-15,0 0-13 0,0 0 8 0,-7-4-8 0,7 4-6 16,0 0-8-16,0 0-1 0,0 0-4 16,0 0-9-16,0 0-6 0,-7-3-8 0,7 3-2 15,0 0-8-15,0 0-6 0,0 0-8 0,0 0-7 16,0 0-3-16,0 0-3 0,0 0-6 0,0 0 7 0,45 6-13 15,-13-5-1-15,7 2-8 0,18-1 2 0,4-1-7 16,2-1-2-16,2 0-4 0,0-1 1 16,0 2-3-16,-1-1-2 0,-2 0 1 0,-4 0-1 0,-2 4-1 15,-6-1-6-15,-13-2 3 0,0 2-1 0,1-1-6 16,-4-1 4-16,-3 3-5 0,-3-1 1 0,-7-1-1 16,-1 0 2-16,-1 2-5 0,-6-3 8 0,-2 2 0 15,-2-1 12-15,-4-1 5 0,2 0 15 0,-7-1 10 16,10 2 18-16,-10-2 8 0,0 0 2 0,0 0 1 15,0 0-8-15,0 0-6 0,0 0-11 0,0 0-3 16,0 0-6-16,0 0-5 0,0 0-2 0,-23-13-12 16,16 12-26-16,0-1-37 0,7 2-40 0,-18-2-45 15,6 0-47-15,1 4-58 0,-2-2-54 0,-1 1-244 16,1 2-561-16,-6-2 248 0</inkml:trace>
  <inkml:trace contextRef="#ctx0" brushRef="#br0" timeOffset="-177683.97">15006 11988 102 0,'-6'3'232'16,"6"-3"-6"-16,-9 3-7 0,9-3-13 0,-7 4-16 15,7-4-20-15,-7 2-12 0,7-2-17 0,0 0-9 16,0 0-1-16,0 0-22 0,0 0-8 0,29 5-10 16,-13-6-7-16,2 1-10 0,4-1-19 0,1 1-24 15,6-2-25-15,-2 2-35 0,-9 0-37 0,5-1-54 16,-3 1-30-16,-2 0-40 0,-3 1-128 0,-3 1-343 16,-2 2 152-16</inkml:trace>
  <inkml:trace contextRef="#ctx0" brushRef="#br0" timeOffset="-177528">15054 12201 133 0,'-4'3'181'15,"4"-3"-5"-15,-10 4-1 0,6-1-11 0,4-3-11 16,0 0-14-16,-5 7-10 0,5-7-15 0,0 0-9 16,23 2-21-16,-4-3-24 0,2 0-29 0,6-2-53 0,3-1-34 15,3-3-57-15,1 1-130 0,-1-3-262 16,4 2 117-16</inkml:trace>
  <inkml:trace contextRef="#ctx0" brushRef="#br0" timeOffset="-177090.49">17641 11009 14 0,'11'2'36'16,"8"1"-37"-16,1 1-8 0,3-3-8 0,5 0 3 15</inkml:trace>
  <inkml:trace contextRef="#ctx0" brushRef="#br0" timeOffset="-176490.09">14281 10965 38 0,'0'0'54'15,"0"0"-12"-15,0 0-19 0,0 0-23 0,0 0-27 16,20 14-28-16,-8-9 13 0</inkml:trace>
  <inkml:trace contextRef="#ctx0" brushRef="#br0" timeOffset="-173246.37">13807 11932 60 0,'0'0'175'0,"4"-6"0"0,-4 6 0 0,8-7 5 0,-6 1-2 16,-2 6-6-16,4-9-9 0,-2 5-11 0,-2 4-6 15,2-11-3-15,-2 11-13 0,-2-8 1 16,2 8-14-16,-2-10-8 0,2 10-11 0,-7-6-8 0,0 3-12 16,-2 1-7-16,-2 1-5 0,-3 1-3 0,1 1-6 15,-7 2 3-15,2 3-6 0,-9 4 0 0,0 2-1 16,0 5 5-16,-2 0-2 0,2 2-1 0,2 6-1 15,1-2 5-15,-1 1-9 0,5-1 6 0,2 2 1 16,4 0-9-16,1-2 1 0,3-5-4 0,6 7-3 16,0-5 0-16,4-4-3 0,2 1-5 0,2-2 0 15,6-1-3-15,1 2 10 0,5-5-12 0,3 0-1 16,6 1 3-16,5-4-10 0,-1 0 3 0,5-6-4 16,1 1-2-16,1-3 11 0,0-1-14 0,-1-3-12 15,0 0-12-15,-3 0-13 0,-1 0-22 0,-2-1-19 16,0 0-22-16,-2 0-23 0,-9 2-41 0,1 1-40 15,-2-5-47-15,1 1-49 0,-7 3-187 0,3-1-510 16,-1-1 225-16</inkml:trace>
  <inkml:trace contextRef="#ctx0" brushRef="#br0" timeOffset="-169616.57">16200 11904 177 0,'0'-7'248'0,"0"7"-9"16,2-11-6-16,-2 11-5 0,-2-9-10 0,2 9-18 15,0 0-15-15,2-10-13 0,-2 10-23 0,0 0-18 16,0 0-17-16,0 0-11 0,0 0-10 0,0 0 0 0,0 0 4 16,4 31-2-16,-3-11-1 0,-2-1-4 0,-1 7-10 15,0 2-1-15,-1-3-8 0,-1 2-5 0,3-2-7 16,-2-5-6-16,0-1-3 0,-2 0-6 16,2 1 0-16,1-1-9 0,-2-2-1 0,0-1-1 0,3 1-5 15,-3-2-5-15,1 1-22 0,0-4-25 0,1 1-21 16,1-3-21-16,-1 1-33 0,2-3-35 0,-3 3-45 15,3-6-56-15,0-5-44 0,-2 14-154 16,2-14-470-16,3 5 208 0</inkml:trace>
  <inkml:trace contextRef="#ctx0" brushRef="#br0" timeOffset="-169067.35">16554 12035 174 0,'0'0'231'0,"0"0"0"0,0 0-6 16,0 0-10-16,0 0-5 0,0 0-18 0,0 0-14 16,-21 10-17-16,16-3-11 0,-2 1-9 0,1 1-11 15,1 0-14-15,1 1-10 0,0 0-8 0,0 0-10 16,2 0-8-16,-1 1-10 0,3 0-3 0,0-2-8 16,3 2-4-16,-2-2 4 0,4 0-14 0,-1-3-6 15,0-1-3-15,1 1-1 0,1-1-4 0,4 0-3 16,-2-1 2-16,1 0-5 0,2-3-2 0,0 0-4 15,-1-1 3-15,1 2-4 0,0-5-1 0,-2 0 2 16,-3-1-6-16,-1 0-3 0,5-1 0 0,-3-2 10 16,-1 0-13-16,3-2 4 0,-2 1-3 0,-1-3 1 15,0 1 0-15,2 0-1 0,1-4-2 0,-1 3-3 16,2 1 2-16,-1-3 0 0,-2 7-5 0,1-3 0 16,0 2 3-16,-2 3-6 0,1 1 6 0,-1 2-11 15,2 0 3-15,-8 1 0 0,14 1-2 0,-8 3 0 16,3 0 3-16,0 3 0 0,-1 2 2 0,-1-1 0 15,0 0-2-15,0 1-1 0,2 6 4 0,-1-6 0 16,1 3 1-16,5-2-4 0,-5-1 4 0,4-3 2 0,1 4 4 16,4-3-5-16,-4 0 3 0,4-1-1 0,-2-6 0 15,2 2 3-15,-1-2-5 0,-3-2 4 16,2 0-2-16,2-3 4 0,-6-1 0 0,0 2-1 16,-1-4 2-16,-2 2-4 0,0-1 3 0,-3-3-4 0,-2 0 5 15,-3-1 6-15,0-1-7 0,-2 0 9 0,0-5-7 16,-4 1-1-16,-2 3 2 0,-1-3-8 15,-1 1 3-15,-1 1-1 0,0 5-3 0,1-1 0 16,3 2 4-16,-2 1-8 0,-1 2-10 0,0 1-15 0,2 2-10 16,-5 4-21-16,2 0-18 0,0 3-21 0,-3 2-34 15,4 2-45-15,1-2-38 0,3 3-38 0,-1 1-175 16,3-1-462-16,3 1 204 0</inkml:trace>
  <inkml:trace contextRef="#ctx0" brushRef="#br0" timeOffset="-168805.47">17316 12053 14 0,'4'-8'250'0,"0"-2"0"0,-3 2 3 15,-1-3-1-15,1 3-7 0,-1-2 0 0,0 10 17 16,0-11-16-16,0 11-16 0,0-9-16 0,0 9-22 16,2-7-19-16,-2 7-18 0,0 0-18 0,0 0 2 15,0 0-1-15,0 0 12 0,0 0-9 0,-2 34-1 16,0-16-10-16,-2 2-14 0,-1 3-4 0,0 4-15 15,-2-3-6-15,2 3-6 0,1-8-6 0,-1-1-15 16,0 6-2-16,3-4-6 0,-1 4-7 0,1-7 2 16,-1 2-24-16,2-3-38 0,-1-3-29 0,4 0-32 15,-4-1-22-15,2-1-31 0,0-1-32 0,0-1-24 16,0 0-42-16,0-9-46 0,-1 12-36 0,0-7-257 16,1-5-608-16,-5 9 270 0</inkml:trace>
  <inkml:trace contextRef="#ctx0" brushRef="#br0" timeOffset="-168542.29">17319 12059 81 0,'10'-14'217'0,"0"-1"4"0,-2 6-2 16,1-1-7-16,-2 2-14 0,1-1-13 15,1 2-15-15,2 1-15 0,-1 1-18 0,-1 4-9 0,1-2-14 16,-3 2-13-16,-7 1-4 0,15 4-10 0,-8-3-12 15,-1 4-5-15,2 2 5 0,-1 0-8 0,-4 2-4 16,0 1 2-16,-1 0-4 0,0 2-6 0,-4 1-3 16,-3-2-3-16,3 1-8 0,-3 1 1 0,0-3-16 15,-1 2-3-15,-4 2-19 0,3-5-14 0,-1 0-24 16,0 0-28-16,-1-2-24 0,3 1-36 0,-2-2-32 16,0 0-34-16,3-2-46 0,-2-1-133 0,7-3-397 15,-5 4 175-15</inkml:trace>
  <inkml:trace contextRef="#ctx0" brushRef="#br0" timeOffset="-168109.7">17647 11973 53 0,'4'-7'237'0,"1"3"-14"0,-1-2-13 15,2 0 1-15,1 1-15 0,0-1-12 0,4-3-17 16,4 2-19-16,2 1-14 0,2-2-12 0,0 0-11 15,-2 1-13-15,2 2-10 0,-1-2-5 0,-1 2-12 16,0 1-10-16,-4-1-26 0,-4 2-15 0,0 1-30 16,-3 1-31-16,-6 1-28 0,9-3-25 0,-9 3-16 15,0 0-17-15,0 0-3 0,0 0 2 0,0 0 6 16,0 0 4-16,0 0 3 0,0 0 8 0,-27-3 12 16,17 5 10-16,10-2 9 0,-20 1 8 0,8 0 14 15,-2-2 19-15,4 2 16 0,-2-1 14 0,0 0 7 16,5 2 23-16,-3-2 7 0,10 0 13 0,-15 1 6 15,11 1 9-15,4-2 8 0,-13 3 9 0,9-2 14 16,4-1 15-16,-10 13 10 0,5-4 8 0,1 1-4 16,0 2 11-16,0 3 1 0,-3 2 10 0,3 9 0 15,0-9-4-15,-1 2 6 0,2 0-4 0,-3 5-8 0,-3-1-6 16,4-3-3-16,0-2-9 0,-3 7-5 16,0-2 1-16,1-5-21 0,2 1-17 0,0 0 1 15,-1-4-7-15,1 1-6 0,1-1-7 0,1-3-20 0,-1-2-23 16,0 2-25-16,0-2-36 0,0-1-35 15,0-4-31-15,2 3-44 0,-1-2-42 0,3-6-40 16,-2 7-44-16,2-7-170 0,-7 6-493 0,7-6 218 16</inkml:trace>
  <inkml:trace contextRef="#ctx0" brushRef="#br0" timeOffset="-167960.1">17652 12208 115 0,'0'0'219'0,"12"-3"-8"0,-12 3-2 0,7-2-13 15,-7 2-17-15,9-2-11 0,-9 2-17 0,14 2-13 16,-2-4-14-16,0 2-10 0,5-3-21 0,1 0-35 16,-5 2-48-16,5-4-64 0,0-2-70 0,-2 2-178 15,0-3-326-15,2 1 145 0</inkml:trace>
  <inkml:trace contextRef="#ctx0" brushRef="#br0" timeOffset="-166563.58">21315 10913 203 0,'-4'-6'236'0,"4"6"-11"0,-5-4-15 0,5 4-12 15,0 0-15-15,0 0-17 0,0 0-11 0,-3-8-17 16,3 8-17-16,0 0-11 0,12-5-11 0,-2 2-11 16,4 1-6-16,4-2-14 0,1 0-22 0,3 2-31 15,-3-1-38-15,3 2-41 0,-2 1-44 0,8-3-40 16,-8 2-186-16,-6 2-361 0,-1-1 160 0</inkml:trace>
  <inkml:trace contextRef="#ctx0" brushRef="#br0" timeOffset="-166379.46">21417 11027 35 0,'0'0'253'0,"-7"3"-4"0,7-3-3 15,-7 3 1-15,7-3 0 0,0 0-7 0,0 0-10 16,0 0-21-16,-6 4-14 0,6-4-20 0,0 0-18 16,0 0-21-16,0 0-25 0,38-11-34 0,-16 5-27 15,8-1-31-15,2-1-43 0,2 4-43 0,2-1-52 16,-3-1-64-16,1 3-54 0,-3 1-138 0,0-1-406 15,1 0 181-15</inkml:trace>
  <inkml:trace contextRef="#ctx0" brushRef="#br0" timeOffset="-164807.6">22874 10727 13 0,'0'0'189'0,"3"-9"6"16,-3 9 6-16,1-8-15 0,-1 8-11 0,1-9-6 16,-1 9-14-16,0 0-11 0,0-10-11 0,0 10-5 15,0 0-6-15,0 0-9 0,-2-10-9 0,2 10-9 16,0 0-8-16,0 0-10 0,0 0-6 0,-3-8-7 15,3 8-3-15,0 0-7 0,0 0-3 0,0 0-3 16,-19 9-2-16,10-4 2 0,-2 4-2 0,0-1-3 16,0 3-3-16,-1-3-1 0,-2 6 1 0,0 2-5 15,3-4-10-15,0 1-1 0,0 1 8 0,2 1-11 16,0-1 2-16,-1 2-5 0,4-1 0 0,0 1 12 16,1-1-8-16,1-3 0 0,1 3-5 0,0-2-1 15,3-4-2-15,0 4 1 0,1-4 1 0,2 2-1 16,2-1 1-16,-2 0-1 0,3-1-3 0,0-2-1 15,3 0 2-15,2-1-3 0,-1-1 1 0,2-3 5 0,-3-1-3 16,3 2-6-16,2-3 4 0,-2 0-6 0,1-3 2 16,0 1 0-16,3 0 1 0,-4-3-3 0,4-3 2 15,-5 3 0-15,1-3-3 0,-1 1-3 16,1-3 7-16,-4 0-2 0,2-4-1 0,-3 0-2 16,1-1-1-16,-3 0 12 0,-2-4-15 0,2 2 3 0,-5-1-4 15,1 0 4-15,-2-3-1 0,-3 1-1 0,-1-5 4 16,2 9-6-16,-2-2 4 0,0 2 5 0,0 0-10 15,-3 5 0-15,2 1 2 0,-2 0-2 16,2 3-2-16,-4 0-2 0,1 2 3 0,-3 1 2 0,0 3-1 16,-3-1-4-16,3 5-8 0,-1 1-13 0,1 1-16 15,-4 2-15-15,3 3-20 0,-1 0-37 0,4 4-34 16,1-2-29-16,4-1-44 0,1 2-212 0,1-1-471 16,3-1 210-16</inkml:trace>
  <inkml:trace contextRef="#ctx0" brushRef="#br0" timeOffset="-164614.72">23157 10923 1967 0,'0'0'103'0,"11"-4"14"0,-11 4-51 16,9-5 1-16,-9 5 3 0,5-2 9 0,-5 2-1 16,0 0 2-16,3-8-18 0,-3 8-1 0,0 0 2 15,1-8-2-15,-1 8-7 0,0 0-7 0,0 0-8 16,0 0-19-16,0 0-32 0,0 0-30 0,0 0-35 15,0 0-29-15,0 0-41 0,0 0-49 0,0 0-213 16,0 0-444-16,0 0 197 0</inkml:trace>
  <inkml:trace contextRef="#ctx0" brushRef="#br0" timeOffset="-164250.1">23512 10765 17 0,'0'0'266'0,"-1"-11"-16"0,1 11-14 0,-3-10-10 0,3 10-14 16,-5-4-10-16,5 4-15 0,0 0-9 0,0 0-15 15,-23 14-6-15,15-5-13 0,1 1-16 0,0 0-8 16,-3 6-10-16,2-2-10 0,-1 1 1 16,3-1-19-16,0 2-8 0,3-3-9 0,1 3-2 0,2-2-4 15,0-1-15-15,3-1 0 0,2-2-2 0,0 0-4 16,3 2-2-16,0-5-9 0,3 1 3 15,0-2-5-15,2 0-2 0,-1-2 4 0,1-1-7 0,0-1-5 16,-2-2-7-16,2 0 0 0,-2-2 0 0,1 0 7 16,1-3-9-16,-4-1-6 0,0-1 0 0,-2-1 3 15,1-3-6-15,0 1 2 0,-4-2-5 0,-1-5 3 16,1 0-7-16,-2 1-1 0,-1-1-3 0,-4-1-6 16,-1 0-5-16,2 1 2 0,-2 0-9 0,-2 1-4 15,-2 6-6-15,3 0-8 0,-2 3-18 0,0 1-17 16,-2 0-30-16,0 2-28 0,1 2-38 0,-3 2-14 15,1 3-35-15,-1 0-148 0,0 0-409 0,3 1 181 16</inkml:trace>
  <inkml:trace contextRef="#ctx0" brushRef="#br0" timeOffset="-163869.52">23794 10758 1800 0,'17'-11'65'16,"-2"1"6"-16,-1 0-9 0,-5 3-11 0,1 1-1 15,-1 1 5-15,-1 0 5 0,0 1 3 0,-1 1 2 0,4 0 0 16,-5 1-5-16,-6 2 1 0,19 0-4 16,-11 0-2-16,0 2-1 0,-8-2-9 0,15 5-3 15,-7-3-5-15,-3 2 0 0,1 1 5 0,-2 2-11 16,0-1 0-16,-3 1-3 0,-1 2-5 0,0-9-4 0,-1 16 4 16,-3-8-5-16,0 2-5 0,-1-1-2 15,1 0-19-15,-1-1-9 0,1 0-3 0,2 2-6 0,0-4 1 16,1 1-10-16,1-7-5 0,0 13-13 0,3-6-2 15,-1-2-7-15,5 2 1 0,0 2 3 0,2-4 1 16,1 0 1-16,-1 0 4 0,4-1 3 0,-3 2 2 16,2 1 2-16,-1-2 9 0,-2 1 8 15,-1 2 13-15,1-1 15 0,-4 1 9 0,-2 0 8 0,-3-2 6 16,0 2 7-16,0-8 3 0,-4 14 3 0,-3-5 2 16,0-1-6-16,-2-1 0 0,-2 1 0 0,0-2 1 15,-3 4-4-15,1-4-4 0,-2 2 0 0,3-4-4 16,0 0-14-16,1 0-17 0,0-1-33 0,1 0-40 15,-1-1-38-15,0-2-49 0,3 1-204 0,8-1-406 16,-11-1 180-16</inkml:trace>
  <inkml:trace contextRef="#ctx0" brushRef="#br0" timeOffset="-163629.75">24274 10719 67 0,'6'-9'289'0,"-1"4"-13"0,-2 1-16 16,-3 4-21-16,5-5-15 0,-5 5-20 0,0 0-4 16,6-2-1-16,-6 2 8 0,0 0-3 0,3 17-9 15,-3-5-18-15,0 4-17 0,-3 3 4 0,2-2-33 16,1 2-9-16,-3-2-2 0,1 2-16 0,0 1-19 16,1-3-3-16,0-1-13 0,0 1-2 0,1-2-26 15,-2-3-28-15,2 2-30 0,-1-4-39 0,1 1-32 16,-4-1-37-16,3 1-49 0,0-2-59 0,0-2-35 0,-2-2-222 15,3-5-530-15,-4 10 234 0</inkml:trace>
  <inkml:trace contextRef="#ctx0" brushRef="#br0" timeOffset="-163337.43">24285 10924 53 0,'0'0'206'0,"8"-9"-13"15,-2 4-4-15,4 0-6 0,1-1-5 0,-1 1-11 16,3-1-15-16,2-4-15 0,4 3-12 0,-4-2-9 15,3 1-16-15,0 0-9 0,-1 2-8 0,-2-1-12 0,2-2-5 16,-2 2-3-16,-2 0-6 0,-5 0-3 0,1 0-5 16,-2-2-1-16,2 0-2 0,-1 3 5 15,-3-3 6-15,1 1 2 0,-1-2-3 0,-1 4-1 16,0-1 1-16,-1 1 8 0,-3 6-2 0,5-11-1 0,-4 7-8 16,-1 4-5-16,0 0-11 0,0 0 2 0,0 0 2 15,0 0 5-15,0 0 14 0,1 25-1 0,-2-8 6 16,-3-1-8-16,0 1 1 0,-2 1-9 0,-2 7 2 15,5-7-6-15,-1 2-7 0,-1 4-8 0,1-7-11 16,1 1-37-16,-1 2-30 0,-1-2-37 0,3-1-50 16,-2 1-60-16,1-3-63 0,-2 1-243 0,1-4-543 15,2-1 240-15</inkml:trace>
  <inkml:trace contextRef="#ctx0" brushRef="#br0" timeOffset="-163190.02">24554 11039 122 0,'0'0'148'15,"0"0"-34"-15,-3-12-34 0,3 12-40 0,0-8-46 16,0 8-77-16,-5-6-91 0,5 6 41 0</inkml:trace>
  <inkml:trace contextRef="#ctx0" brushRef="#br0" timeOffset="-159347.31">19863 11105 32 0,'0'0'119'16,"-10"2"-10"-16,10-2 2 0,-13 3-9 0,6-2-13 16,-1 2-4-16,-1-3-8 0,-1 4-2 0,1-1-16 15,0-2-8-15,-3 1 0 0,2 2-3 0,-3-2-20 16,3 0 5-16,0 1 9 0,-2-2-10 0,1-1 0 15,2 1 0-15,-4 1 1 0,2-1-6 0,-3 0-6 16,1-1 1-16,-6 2 3 0,6-4-3 0,-1 1 3 16,-4-2-1-16,5 1 2 0,-5-1 6 0,7-3-10 15,-6-1 0-15,3-1 5 0,1-3-11 0,2-1 12 16,2 2 2-16,-1-5 6 0,1-1-1 0,1-1-2 16,-1 0-4-16,1-6 2 0,3 4-14 0,0-6-3 0,3 1 3 15,0 3 2-15,2-4 0 0,3 1-3 16,1-2 0-16,-2 1-4 0,3-1 3 0,2 0 1 15,3 2-2-15,-1-2-2 0,-3 8 4 0,8-8 1 16,-3 2 5-16,1 1-1 0,2 1-1 0,-1 0-1 0,2 0-4 16,2 1-1-16,1-1 5 0,1 0-11 0,0 1 4 15,3 0-4-15,1-1 3 0,-2 1-5 0,0 1 3 16,2 1-1-16,-2 2 1 0,2 0-1 16,-5 7-3-16,0-3 1 0,-1 3-3 0,6-5 0 0,-6 6 2 15,1 1 1-15,0 1 0 0,1 0 3 0,-2 3-4 16,2 0 1-16,0 0-1 0,-1 2-1 0,2 2 1 15,2 0-2-15,6 0 4 0,-1 2 0 16,-5 2 1-16,7 0 1 0,-1 3-3 0,2 1 1 0,-1-1-3 16,0 4 2-16,1-1-2 0,-1 2 0 0,2 1 3 15,-1 1-4-15,0 1 2 0,-1 1-4 0,1 3 5 16,-1 0-3-16,-2 1 2 0,0-1-5 0,-3 5 2 16,-1 1 3-16,-4 0 2 0,-1 1-3 0,0 1 2 15,-6 1 6-15,0-2 4 0,1-4-3 0,-4 5 1 16,0 0-3-16,1-3 3 0,-2-1-1 0,-2-4-4 15,1-1 0-15,2 0 2 0,-3 0-8 0,-1 0 3 16,-1 0 2-16,0 0 4 0,-3 2 6 0,-1-1 0 16,-4 7 0-16,-1-2-8 0,-4 1 4 0,-4-2-1 15,1 0-1-15,-5 0 3 0,-2 0 1 0,-4 0 1 16,1 1-2-16,0-4 2 0,-2 0 1 0,-1-2 6 16,-1-3-10-16,-2 0 0 0,1 2 0 0,-1-2 0 15,0 0-1-15,-3-2 0 0,-5-2-2 0,1 2-1 16,0-3 1-16,1-1 0 0,-1 0-4 0,-1 0 2 15,4-5-7-15,-1 3-9 0,2-4-16 0,2-1-23 16,1-1-25-16,5-2-39 0,3-4-37 0,3 1-39 16,-1-2-201-16,6 1-419 0,0-2 187 0</inkml:trace>
  <inkml:trace contextRef="#ctx0" brushRef="#br0" timeOffset="-157652.15">15463 9503 59 0,'-8'0'126'0,"8"0"-2"0,-12-4-4 0,5 1-5 15,7 3-12-15,-13-4-5 0,8 3 1 0,5 1-10 16,-9-4-2-16,9 4-6 0,-6-2-3 0,6 2-13 16,0 0-11-16,-10-1-3 0,10 1-10 0,0 0 0 15,0 0-5-15,0 0 0 0,0 0 1 0,0 0 2 16,0 0-3-16,0 0-3 0,23 7 0 0,-12-7-5 16,1 2-4-16,3-1-4 0,2 2 1 0,-3-1 0 15,4-1-4-15,1 0 2 0,-1 1-4 0,0-2 1 0,2-2 0 16,2 2-3-16,-2-1 2 0,7-3 1 15,2 4-5-15,3-2 2 0,6 0 4 0,1-1-8 16,20 0 7-16,7 0 2 0,25 1 0 0,1 2 1 16,1-2-6-16,1 4-3 0,0 1 4 0,-1 2 1 0,-1 0-4 15,3 4 0-15,-2-4-5 0,5 2 4 0,-3 3-1 16,5 0-2-16,4-1 1 0,-2-2-2 0,-2 0-1 16,-1 0-1-16,-8-4-5 0,2-3 3 0,-1 1 2 15,0-2-2-15,-28 0-2 0,28-1-2 0,-25 2 3 16,-2 0 1-16,0-1 1 0,-1 4 4 0,0-2-3 15,0 2 2-15,-4 1-2 0,-4-1-1 0,0 2 2 16,-17 0 0-16,-1-3 0 0,-2 2 0 0,-5-1-2 16,-1 1 4-16,-3 2-5 0,-7-4 0 0,-2 3 3 15,1-3-4-15,-7 0 2 0,1 1-1 0,-3-1-1 16,-2-1 0-16,-1-1 3 0,-7 0-11 0,10 2-17 16,-10-2-3-16,7 2-12 0,-7-2-23 0,0 0-26 15,0 0-40-15,0 0-36 0,-37 0-123 0,7 0-310 16,-2 0 137-16</inkml:trace>
  <inkml:trace contextRef="#ctx0" brushRef="#br0" timeOffset="-156831.68">11384 9575 68 0,'20'6'135'0,"11"-1"-4"16,5-1-1-16,16 2 1 0,4-3-6 15,6-1-6-15,2 0-4 0,34-2-9 0,-4 1-4 0,0-5-5 16,1 1-7-16,0 2-6 0,6-3-10 0,-9 0-4 15,13-1-1-15,4 0-4 0,2-2 2 0,6 3-10 16,2-2-5-16,-2-1-3 0,-2-1-3 0,-7-1-7 16,-3-2-2-16,-10 2-1 0,-30 2-4 0,27 0-6 15,-34 3 2-15,-2-2-2 0,-6 0-5 0,-12 4 1 16,-7 1 1-16,-1-1-4 0,-8 2-1 0,-2 0-2 16,-8 0-4-16,-1-1 4 0,-2 1 8 0,-9 0 14 15,9 0 2-15,-9 0 3 0,0 0-1 0,0 0 2 16,0 0-10-16,0 0-3 0,-46 2-6 0,25 0 1 15,-6 2-3-15,6-2-1 0,3 0-2 0,4 1-7 16,2-2-19-16,-1 3-19 0,5-2-21 0,3 2-19 16,-1-1-27-16,2 4-35 0,4-7-44 0,-3 10-44 15,2-4-124-15,1-6-366 0,6 12 161 0</inkml:trace>
  <inkml:trace contextRef="#ctx0" brushRef="#br0" timeOffset="-153452.12">12944 12856 146 0,'-2'-9'223'0,"-5"-1"-10"0,3 0-7 16,-2 1 16-16,-2 0-11 0,0 1-1 0,1 2-14 15,-2 0-15-15,0 1-15 0,0 2-15 16,0 1-15-16,-1 2-18 0,10 0-7 0,-19 5-13 16,10 2-11-16,-3 5 4 0,-1 5-7 0,1 4 0 0,2 7 0 15,1 3-12-15,1 15 0 0,2-2-1 16,2-8-10-16,3 10-2 0,-1-10 1 0,2 0-2 0,0-1-6 16,0 0-2-16,3 1-6 0,-3 0-1 15,0-1-4-15,-1-1-5 0,-1-3-3 0,0 0-6 0,-2-3 2 16,0-2 0-16,-1-2-4 0,-4 0-7 0,8-4 2 15,-7-4-3-15,3-2-13 0,-3 3-8 0,2-7-23 16,2-1-16-16,0-3-12 0,2 0-14 0,-1-1-20 16,3-5-36-16,-10 4-41 0,10-4-36 0,-13 0-35 15,13 0-34-15,-15-8-162 0,5-1-470 16,2-2 207-16</inkml:trace>
  <inkml:trace contextRef="#ctx0" brushRef="#br0" timeOffset="-153049.47">12556 13303 93 0,'0'0'202'0,"-2"-12"-19"0,2 12-20 16,0 0-13-16,2-12-2 0,3 9-5 0,1 0-4 16,5-1-9-16,5-1-8 0,5-1-9 0,8-2-5 15,2-1-9-15,1 1-10 0,1 1-11 0,1-2-4 16,-2 3-8-16,1-1-10 0,-4 2-4 0,-1 0-6 16,-9 3-3-16,1 1-4 0,-1 0-5 0,-8-2-3 15,0 2-7-15,-2 1-3 0,-2 1-1 0,-7-1-1 16,11 2 13-16,-7 1 15 0,0 2 7 0,-4-5 4 15,0 14 6-15,-4-2 2 0,0 0 3 0,-1 5 1 16,-1 0 3-16,-1 3-3 0,-2-4-5 0,6 3-8 16,-3 0 1-16,1-4-10 0,3-4 0 0,0 2-8 15,2 0-1-15,3-3-7 0,1 2 0 0,-2-4-7 16,4 0-1-16,1-1 1 0,3-2 0 0,-2 0-1 16,3-2-3-16,1-2 1 0,3-2-3 0,-1-2-2 15,2-3 4-15,0-1-11 0,1 0 6 0,-3-2-2 16,-1-3-5-16,-3 2 0 0,-1 1 4 0,-3-5-5 15,-4 1-3-15,0 1 3 0,-4 0-5 0,0-5 2 16,-4 0 4-16,-1 0-8 0,-3 2 3 0,-1 2-7 16,-3 0-11-16,1-1-13 0,1 5-8 0,-3 1-6 15,2 1-11-15,-1 1-16 0,3 1-24 0,3 2-31 16,-4 2-32-16,5 1-18 0,7 0-59 0,-11 0-14 16,11 0-185-16,-7 5-466 0,7-5 206 0</inkml:trace>
  <inkml:trace contextRef="#ctx0" brushRef="#br0" timeOffset="-152896.54">13394 13289 135 0,'11'0'192'0,"1"0"-13"16,-4 0-15-16,1 0-15 0,-9 0-16 0,16-1-13 16,-12 2-18-16,-4-1-33 0,13 0-35 0,-13 0-40 15,10 1-34-15,-10-1-30 0,9 3-29 0,-9-3-78 16,6 5-192-16,-6-5 85 0</inkml:trace>
  <inkml:trace contextRef="#ctx0" brushRef="#br0" timeOffset="-152764.55">13436 13437 58 0,'-4'8'157'0,"-1"1"14"16,3-1-8-16,-2-2-6 0,0 1-11 0,4-7-7 16,0 11-5-16,0-11-8 0,0 0-8 0,4 11 1 15,0-8-36-15,3-2-34 0,-7-1-37 0,16 1-49 16,3-4-62-16,-5 1-151 0,4-3-270 0,2-4 120 15</inkml:trace>
  <inkml:trace contextRef="#ctx0" brushRef="#br0" timeOffset="-152348.03">14989 12943 86 0,'1'-6'267'16,"0"0"-28"-16,-1 6-26 0,4-8-20 0,-4 8-12 15,0 0 6-15,0 0 3 0,0 0 0 0,-6 37-8 16,-2-10-10-16,3 5-11 0,-3 0-7 0,1 2-16 16,-1-1-10-16,-1 13-12 0,0-12 16 0,0-1 0 15,3 2-19-15,-2-3-16 0,1 1-7 0,0-4-12 16,1-2-4-16,-2 0-7 0,4-8-16 0,0 1-26 15,2-2-31-15,-2-2-21 0,1 1-37 0,-1-7-32 16,0 6-42-16,0-6-48 0,1 0-40 0,-2-5-43 16,1 4-172-16,-1-4-478 0,0-3 212 0</inkml:trace>
  <inkml:trace contextRef="#ctx0" brushRef="#br0" timeOffset="-152165.18">14609 13516 166 0,'0'0'186'0,"-11"-2"2"0,11 2-10 16,-9 0 1-16,9 0-4 0,0 0 0 0,0 0-12 0,0 0-7 16,0 0-13-16,53 2-9 0,-19-4-15 0,4-1-18 15,17-1-3-15,0-3-12 0,4 1-16 0,-3 1-25 16,0 1-28-16,-1-4-32 0,-1 4-39 16,-15 2-48-16,1-1-44 0,-4 4-50 0,-7 2-115 15,-1 0-338-15,-8-2 150 0</inkml:trace>
  <inkml:trace contextRef="#ctx0" brushRef="#br0" timeOffset="-151681.53">14424 13919 152 0,'12'-5'197'0,"-12"5"-11"0,18 7-11 15,-5-2-10-15,2 5-7 0,0 2 0 0,-4 2-9 16,0 3-10-16,0 2 3 0,-4-2-33 15,0 2-12-15,-3 5-3 0,-2-5-6 0,-4 6-5 16,1-4-9-16,-2-3 0 0,-2 0-9 0,1 0-5 0,-5-2-5 16,2-2-2-16,-2-3-4 0,-4 1-6 0,1-2-1 15,1-5-3-15,-2 1-2 0,1-2 0 0,1-1-1 16,-3-1-7-16,3-2-2 0,0-1-1 0,-1-3-4 16,2-1 1-16,3 0-4 0,-2-3 2 0,0 1-2 15,4-2 0-15,-1 0 5 0,4 1-5 0,0 0 2 16,0 1 0-16,2 7-1 0,4-10-1 0,-4 10-5 15,4-7 1-15,-4 7 7 0,9 0 0 0,-9 0-16 16,14 4 8-16,-5 2-3 0,1 2-4 0,-1 3-2 16,3-1 3-16,-1 4-2 0,1-2 2 0,-3 2-16 15,-3 1-17-15,3-1-23 0,0 1-35 0,-4-5-56 16,5 1-57-16,-1-4-56 0,-1 4-160 0,2-6-447 16,-1-1 198-16</inkml:trace>
  <inkml:trace contextRef="#ctx0" brushRef="#br0" timeOffset="-151457.31">14814 14004 177 0,'1'-6'267'0,"-1"6"-21"0,1-8-23 16,-1 8-18-16,0 0 15 0,0 0 17 0,0 0-8 15,6 21-9-15,-6-10-11 0,0 15-18 16,0-2-11-16,-4 4-27 0,1 2-7 0,-3-5-13 15,3 3-17-15,-2-3-8 0,-1 3-21 0,2-9-30 0,-1 1-43 16,1-4-35-16,1 0-29 0,1-5-36 0,-2-1-44 16,2 1-48-16,0-6-30 0,2-5-28 0,0 9-183 15,0-9-453-15,0 0 201 0</inkml:trace>
  <inkml:trace contextRef="#ctx0" brushRef="#br0" timeOffset="-151261.48">14988 14040 47 0,'3'-9'220'0,"-1"2"0"0,-2 1-16 0,0 6-6 16,4-10-26-16,-4 10 1 0,0 0 6 16,0 0 7-16,0 0 2 0,0 0 1 0,5 20-7 0,-7-8-6 15,0 4-21-15,1 3-10 0,-3-2-14 16,1 2-14-16,1 0-10 0,-1 1-6 0,-3 3-13 0,2-3-6 16,1-5-30-16,-1 1-35 0,2-1-31 0,-2-4-30 15,1-1-23-15,0 0-34 0,-3-1-46 16,5-4-41-16,1-5-60 0,-5 11-172 0,5-11-455 15,0 0 201-15</inkml:trace>
  <inkml:trace contextRef="#ctx0" brushRef="#br0" timeOffset="-151093.09">14898 13986 185 0,'0'0'194'0,"3"-11"-19"15,1 5-18-15,3 0-15 0,6 2-13 0,-3-3-15 0,8-1-39 16,0 0-32-16,2 2-39 0,9-3-46 0,-1 0-43 16,1 2-98-16,-1 0-196 0,3 2 87 15</inkml:trace>
  <inkml:trace contextRef="#ctx0" brushRef="#br0" timeOffset="-150202.42">15613 13727 168 0,'-9'-4'183'0,"5"2"-19"16,-5-1-10-16,2-1-4 0,1 1-10 0,0-1 1 15,-2 1-3-15,8 3 0 0,-9-3 0 0,9 3-13 16,-8-2-10-16,8 2-4 0,0 0-8 0,-7-4-16 16,7 4-7-16,0 0-8 0,0 0-5 0,0 0-11 15,37-3-4-15,-9 1 0 0,3-2-8 0,0 0-4 16,5 1-4-16,-4-1-3 0,2 1-2 0,-4 0-5 15,1 3 0-15,-3-1-5 0,-6-1-2 0,-2 4-3 16,1-2-1-16,-5 0-15 0,2 0-18 0,0 1-20 16,-7 2-19-16,-3-2-40 0,-8-1-46 0,18 4-30 15,-13 1-24-15,-5-5-140 0,0 0-364 0,0 0 162 16</inkml:trace>
  <inkml:trace contextRef="#ctx0" brushRef="#br0" timeOffset="-149633.02">15448 13756 166 0,'0'0'177'0,"0"0"-2"16,-10-5-5-16,10 5-8 0,-3-2-9 0,3 2-5 15,0 0-14-15,0 0-19 0,0 0-6 0,-5-6-15 16,5 6-6-16,0 0-8 0,0 0-10 0,0 0-11 16,0 0-4-16,0 0-9 0,0 0-3 0,0 0-7 15,0 0 3-15,0 0-2 0,0 0 1 0,-10 15-6 16,10-15-3-16,0 13 2 0,0-4 4 0,-2 2 3 16,1 0-1-16,1 6 2 0,-4 9 3 0,2-2 3 15,-1 3 0-15,1 3-1 0,0-1 3 0,-2 0-5 16,-1 2 0-16,1 3 0 0,-1-2 3 15,3-1 0-15,-3 2 0 0,0-3-3 0,-1 0 1 0,1 0-4 16,-1 1 1-16,0-5-5 0,-1 0-6 0,3-5-3 16,2-6-3-16,-3 3-2 0,0-2 0 0,1-1-2 15,0-3-5-15,0 3 4 0,2-2-3 0,-1-4 7 16,-1 2-1-16,2-3-12 0,-4 0 2 0,4-1 3 16,2-7-3-16,-5 12-5 0,2-8 5 0,3-4 4 15,-2 7-7-15,2-7 6 0,-5 4 3 0,5-4-1 16,0 0-2-16,-9 2-2 0,9-2-2 0,-12-6 0 15,2 4-1-15,4-5 0 0,-1 0 1 0,-4-2-9 16,-1-3 9-16,-1-1-9 0,1 1 6 0,-1-1-1 16,0 0-3-16,-1 0-2 0,0 2 5 0,-1-1-4 15,2 2 0-15,3 1-3 0,-5 0 2 0,4 3-2 16,2 0 4-16,-1 1 6 0,2 2-16 0,2 0-9 16,6 3-5-16,-10-8-32 0,10 8-19 0,-4-3-26 15,4 3-32-15,0 0-13 0,0 0 2 0,0 0-33 16,0 0-40-16,0 0-39 0,0 0-128 0,35-3-411 15,-14 1 182-15</inkml:trace>
  <inkml:trace contextRef="#ctx0" brushRef="#br0" timeOffset="-149309.06">15661 13998 126 0,'4'-11'228'0,"0"1"-8"0,-2 0-1 0,1 2-1 0,-3 2-7 16,0 6-20-16,4-10-21 0,-4 10-16 0,0-6-24 16,0 6-7-16,0 0-2 0,0 0-1 0,0 0 1 15,5 26-6-15,-8-8 8 0,1 5-8 16,-5 1-8-16,1 3-5 0,-2-2-4 0,-2 0-13 16,2 0-1-16,1-2-6 0,-2-4-3 0,2-3-11 0,2 0 1 15,0-2-14-15,0 0-3 0,0-2-7 0,1-2-5 16,2 0 1-16,0-4-6 0,1 3-8 0,0-2 3 15,1-7-7-15,0 10 8 0,0-10-6 16,1 9-4-16,3-5-2 0,-4-4-6 0,13 7-19 16,-4-6-9-16,1-2-16 0,3 1-18 0,-1-3-16 0,5 1-24 15,0-4-24-15,-1 2-30 0,1-2-31 0,2-3-46 16,-1 0-29-16,2 0-192 0,1 0-481 0,2-3 213 16</inkml:trace>
  <inkml:trace contextRef="#ctx0" brushRef="#br0" timeOffset="-149046.99">16140 14009 50 0,'4'-8'256'0,"-4"8"-2"16,-1-9-6-16,1 9-12 0,-5-7-16 0,5 7-13 15,-9-1-14-15,9 1-9 0,-19 8-2 0,5 1-8 16,-4 3-10-16,2 1-4 0,-3 5-7 0,0 4-15 0,1 1-4 15,-2-3-16-15,8-4-5 0,1 0-17 16,2 2-9-16,2-2-8 0,4-1-6 0,1-1-8 16,2-2-3-16,2-2-11 0,3 0-9 0,0 1-17 15,3-4-11-15,4-2-28 0,5 0-25 0,2-3-27 16,0-2-32-16,9-2-32 0,1-2-41 0,-9-1-56 0,2-1-44 16,-4 1-190-16,1-3-498 0,-4-1 220 15</inkml:trace>
  <inkml:trace contextRef="#ctx0" brushRef="#br0" timeOffset="-148639.55">15844 13709 53 0,'0'0'118'16,"0"0"-14"-16,0 0-12 0,33-10-1 0,-19 9-4 15,8 1 0-15,6-1-7 0,0-1-4 0,-6 1-3 16,7-1-8-16,-2 0-3 0,0 1 1 0,1-2-7 16,-1 2-9-16,-7 0 4 0,2-1-3 0,0 2-1 15,1-3-7-15,-3 3-6 0,1-3-6 0,0 0 6 16,-1 2-4-16,-4-2-1 0,-3 2-4 0,1 1-12 16,-4-2 0-16,-10 2-8 0,14-1-18 0,-14 1-15 15,10-2-13-15,-10 2-18 0,0 0-17 0,12-1-21 16,-12 1-24-16,0 0-65 0,0 0-202 0,0 0 89 15</inkml:trace>
  <inkml:trace contextRef="#ctx0" brushRef="#br0" timeOffset="-147975.72">14884 13526 112 0,'-2'-4'118'0,"2"4"-13"0,0 0-4 0,0 0-7 15,0 0-4-15,0 0-3 0,19-5 8 0,-8 2 0 16,2 3 3-16,8 0-1 0,1 0 2 16,12 0-1-16,0 2-5 0,17-1-8 0,2 4-8 15,2-3 0-15,1 0-8 0,5-4-2 0,3 5-10 16,27 0-1-16,-28-5-2 0,27 2-12 0,-24 0-1 15,23 2-8-15,-26-2-1 0,30 3-1 0,-29-3-3 16,1 1-2-16,0-2-2 0,-4 1-6 0,3 1 4 16,-5-2-5-16,-5 4 0 0,-2-5-3 0,-16 2-6 15,0-1 6-15,-4 2-3 0,-2-1-3 0,-7-1 2 16,-2 1-3-16,-3-2-2 0,-6 2 5 0,-1 2-6 16,-5-4 6-16,-6 2 4 0,13 0 4 0,-13 0 9 0,9 0 3 15,-9 0 0-15,0 0-1 0,0 0-4 16,0 0 1-16,0 0-5 0,0 0-3 0,0 0-12 15,0 0-10-15,0 0-19 0,0 0-27 0,0 0-32 16,0 0-30-16,0 0-44 0,-35-3-41 0,35 3-133 16,-16 0-357-16,16 0 158 0</inkml:trace>
  <inkml:trace contextRef="#ctx0" brushRef="#br0" timeOffset="-147156.33">17569 13413 53 0,'0'0'191'0,"0"0"-12"0,0 0-17 0,0 0-10 15,0 0-13-15,-7 1-5 0,7-1-1 0,0 0-7 16,0 0-9-16,0 0-8 0,28 11-14 0,-13-9-31 16,-2 1-26-16,5 0-41 0,-4-2-43 0,4 2-60 15,-4-1-151-15,-2-1-277 0,0 0 123 0</inkml:trace>
  <inkml:trace contextRef="#ctx0" brushRef="#br0" timeOffset="-146992.12">17537 13659 61 0,'0'0'187'0,"0"7"2"15,0-7 3-15,0 0-23 0,17 2-9 0,-4-4-19 16,6-2-14-16,4 1-19 0,5-2-31 0,1-1-25 15,2 2-45-15,1-3-47 0,0 0-49 0,-2 1-135 16,-3-1-242-16,3-1 107 0</inkml:trace>
  <inkml:trace contextRef="#ctx0" brushRef="#br0" timeOffset="-144375.92">18944 13379 4 0,'3'-6'148'16,"-3"6"5"-16,8-8 9 0,-5 3-1 0,-3 5-10 16,5-9-15-16,-2 4-11 0,-3 5-8 0,1-12 3 15,-1 12-2-15,2-9-4 0,-2 9 3 0,-2-10-1 16,2 10-7-16,-5-10-13 0,0 5-11 0,-1 0-6 15,-2-1-5-15,0 0-5 0,-3 2-6 0,2 1-5 16,-3-1-1-16,-2 1-5 0,0 3-6 0,-2-1-3 16,3 2-5-16,-5-1-1 0,1 4-5 0,3 0-1 15,2 1-1-15,-5 2-4 0,2 2-1 0,-3-2 4 16,4 5-4-16,-3-2 2 0,4 3-6 0,3-2-1 16,-1 1-3-16,3 0-1 0,0 0-3 0,1-1 0 15,-2 2-2-15,4-1-2 0,1-1 1 0,0 0-1 16,4 0 2-16,1-1-4 0,2-1 2 0,2-1-1 15,1 2 0-15,1-3-3 0,3 0 0 0,0-3 4 16,0-1-3-16,2 1 0 0,1-1-7 0,-1-3 5 16,1 0-2-16,-3-2-5 0,3 1 3 0,-1-3 1 15,0-1-2-15,0-3-1 0,2 0 3 0,-3 1 0 16,2-4 2-16,0-1-5 0,-5 3 1 0,-1-6 0 16,0 4 0-16,0-4 3 0,0 1-2 0,-3 1 1 15,-1 3-2-15,-1-3 9 0,0 1 6 0,0 4 0 16,-2-1 10-16,0 9 8 0,1-12 6 0,0 7-3 15,-1 5-8-15,0 0-5 0,0-10-8 0,0 10-3 16,0 0-1-16,0 0 0 0,0 0 9 0,0 30 5 16,-2-10-2-16,-2 5 6 0,1 1-2 0,-3 2 6 15,1-2-14-15,1 2 5 0,-2-2-6 0,2-1 3 0,1-6-4 16,-1 7-3-16,2-7-3 0,-1 5 4 16,2-5-3-16,-2-1-1 0,2 1 1 0,-2 0 8 15,-2 2-22-15,2-3-22 0,0-3-25 0,0-2-24 0,2-3-28 16,0 1-30-16,0-1-40 0,1 1-62 0,0-3-40 15,0-8-162-15,-3 10-472 0,3-10 209 16</inkml:trace>
  <inkml:trace contextRef="#ctx0" brushRef="#br0" timeOffset="-144137.89">19008 13418 1760 0,'13'-22'39'0,"-7"7"27"0,1-1 14 15,-2 6-5-15,-1 1-9 0,-3 3 0 0,4-1-3 16,-2 3-7-16,-3 4-10 0,3-7-4 0,-3 7-4 0,0 0 21 16,0 0 13-16,0 0 7 0,11 21 5 0,-9-4-2 15,0 2-3-15,-4 6 0 0,1-1-12 0,-2 3-7 16,0-1-1-16,-1 0-9 0,-1-3-5 16,-3 1-4-16,4-6-6 0,-3 6-27 0,4-5-21 0,-4 0-16 15,4 0-29-15,-4-1-38 0,2-3-51 0,3 2-52 16,-1-2-50-16,1-2-169 0,-2-3-453 0,2 0 202 15</inkml:trace>
  <inkml:trace contextRef="#ctx0" brushRef="#br0" timeOffset="-143956.22">19251 13605 248 0,'3'-4'286'16,"-3"4"-15"-16,4-8-21 0,-4 8-10 0,3-8-15 15,-3 8-22-15,2-6-24 0,-2 6-16 0,0 0-28 0,3-8-30 16,-3 8-28-16,0 0-40 0,0 0-47 0,0 0-44 16,0 0-29-16,7-5-54 0,-7 5-50 0,0 0-138 15,11 3-352-15,-11-3 156 0</inkml:trace>
  <inkml:trace contextRef="#ctx0" brushRef="#br0" timeOffset="-143417.65">19734 13327 204 0,'-6'-14'250'0,"-1"4"-15"0,1-2-6 0,-6 2-10 15,2 1-11-15,-5 1-6 0,-2 1-13 16,6 3-17-16,-2 1-10 0,-6 0-10 0,1 5-10 0,1 2-9 15,0 3-12-15,-2 2-9 0,2 1-11 0,1 2-8 16,2 2-13-16,4 0 1 0,-4 1-13 0,4 0-6 16,1 2-4-16,4-1-9 0,0-4-1 0,3-1-9 15,1 2-1-15,6-1-1 0,-2-3-7 0,3 3 1 16,2-4-4-16,1 1-4 0,2-2-4 0,3 1 2 16,-1-2 4-16,0-3-16 0,0-1-4 0,1-1-3 15,0-1 1-15,0-1-2 0,-1 0 2 0,1-1 2 16,-4-2-1-16,1-2-1 0,1 0 1 15,-2-3 1-15,-2-1-7 0,-1 1 2 0,0-2-3 0,0-3 5 16,-3 3-2-16,4-4 1 0,-2 1-4 0,-1 1 7 16,2-1-5-16,-1 3 2 0,-2 1 3 0,-1 1 12 15,-1 3 5-15,2 0 2 0,-4 6-2 0,6-8 5 16,-3 4-10-16,-3 4-5 0,0 0-6 0,0 0 0 16,0 0 7-16,0 0 8 0,5 14 13 0,-6-2 9 15,-2 7 1-15,2 0 24 0,-4 7-7 0,0-2-1 16,-2 2 2-16,4-1-8 0,-1 0-4 0,0-5-10 15,0-1 7-15,0 0-4 0,0 0-9 0,3-1-1 16,-3 0 1-16,1-3-6 0,1-3 0 0,0 5-8 16,0-5 0-16,2 0-15 0,0-2 11 0,-2 0-13 15,2-3-11-15,0 2-33 0,0-9-28 0,-2 12-23 16,2-12-31-16,0 11-20 0,0-11-26 0,0 10-37 16,0-10-40-16,-2 6-39 0,2-6-264 0,0 0-595 15,-7 3 264-15</inkml:trace>
  <inkml:trace contextRef="#ctx0" brushRef="#br0" timeOffset="-142769.48">20234 13314 177 0,'2'-11'231'0,"-2"11"-12"16,2-9-5-16,-2 9-20 0,2-6-16 0,-2 6-18 15,0 0-18-15,0 0-4 0,0 0-1 0,0 0 1 16,10 17 8-16,-8-4-1 0,-1 2-2 0,0 6 3 15,-1-2-1-15,0 6-5 0,-1-1-3 0,0-5-7 16,-3-1-6-16,1 3-6 0,1-2-18 0,-1-1-5 16,1-1-8-16,-3 1-8 0,3-1-8 0,-2 0-7 15,2-1 6-15,-6 0-21 0,4-4-3 0,2 1-18 16,-1-5-27-16,-1 3-28 0,1-1-26 0,3-2-26 0,-3-1-28 16,0 0-12-16,3-7-25 0,-2 10-34 15,2-10-30-15,-3 7-7 0,3-7-21 0,0 0-17 16,8 3-143-16,-8-3-428 0,14-5 189 0</inkml:trace>
  <inkml:trace contextRef="#ctx0" brushRef="#br0" timeOffset="-142553.58">20399 13425 132 0,'0'0'189'0,"0"-12"4"16,0 12-4-16,-5-8-6 0,5 8-8 0,-8-4-7 0,8 4-11 15,0 0-9-15,-22 13-1 0,13-4-9 0,-6 4-1 16,3 0-5-16,2 0-5 0,0 1-11 0,1 1-8 15,0-2-10-15,0 0-6 0,4 0-10 0,-1-4-12 16,3 2-5-16,-1 1-3 0,3-2-8 0,2 1-4 16,2 0-3-16,1-3-11 0,3-2-19 0,3 1-22 15,1-3-28-15,3 1-30 0,-1-2-40 16,3-1-51-16,3-2-42 0,0 0-56 0,-2-3-133 0,2 1-416 16,-7-1 185-16</inkml:trace>
  <inkml:trace contextRef="#ctx0" brushRef="#br0" timeOffset="-142329.49">20649 13368 80 0,'0'0'249'16,"0"0"3"-16,0 0 6 0,0 0 1 0,0 0 2 16,0 27-6-16,-2-17-8 0,-2 3-12 0,1 3-9 15,-1 0-18-15,1 0-15 0,-1 1-13 0,1-1-36 16,1 1-11-16,-6-2-8 0,7-2-5 0,-2-2-11 15,2 2-11-15,-2-2-30 0,3 1-21 0,-1-5-39 16,-2 3-34-16,3 0-33 0,-2-3-24 0,2 0-33 16,-3 1-43-16,3-8-48 0,-2 9-28 0,2-9-37 15,-2 8-161-15,2-8-470 0,0 0 208 0</inkml:trace>
  <inkml:trace contextRef="#ctx0" brushRef="#br0" timeOffset="-142041.45">20607 13569 102 0,'4'-7'170'0,"-4"7"-11"15,9-9-2-15,-4 5-16 0,0 0-5 0,5-4-8 16,-1 2-6-16,4-1-13 0,2 1-9 0,3-1-5 16,-1 0-9-16,-1 0-5 0,1-1-1 0,0-1-1 15,0 1-8-15,-2-2-1 0,-1 2 3 0,-4 1 9 16,-1 0 10-16,2 0-3 0,-4-1-3 0,0 1-4 16,-1-2 3-16,-1 1 1 0,-2 2-9 0,0-2-2 15,1 2-8-15,-2 0 3 0,1-1 2 0,-3 7-4 16,1-8-7-16,-1 8-6 0,4-7-6 0,-4 7-4 15,0 0 1-15,0 0-2 0,0 0 8 0,0 24 11 16,-2-7 12-16,-2-2-2 0,1 4 0 0,-1 0-8 16,-3 0-2-16,2 1-13 0,-2 5-12 0,2-8 14 15,0 2-10-15,0-4 0 0,5 0-22 0,-7-1-39 16,5 0-24-16,1-4-34 0,-1 1-32 0,0-1-37 16,0-3-57-16,2-7-61 0,-1 12-260 0,0-7-565 15,1-5 250-15</inkml:trace>
  <inkml:trace contextRef="#ctx0" brushRef="#br0" timeOffset="-141741.56">21134 13376 199 0,'11'6'225'0,"-7"-1"-5"0,-2 3-3 16,2 1-7-16,-2 4-14 0,-1 0-11 0,-2 0-15 15,-1 2-4-15,-3 2-11 0,0 0-7 0,-3 0-11 16,2-2-6-16,-3-2-1 0,-1 2-9 0,2-1-5 16,-1-1-10-16,-1-1-4 0,4-1-10 0,-3 1-4 15,-3 0-4-15,7-2-6 0,-4 1-1 0,5-3-8 16,-2 3-5-16,3-1 5 0,2-2-23 0,0 2-4 16,2-1 0-16,2-1-2 0,3-1-5 0,2 0 1 15,4-1-4-15,4-3 2 0,4-1-9 0,11-1-17 16,-2-1-26-16,6-1-27 0,-2-1-36 0,3-5-35 15,-3 1-46-15,3-1-59 0,-3-2-52 0,-6 2-224 16,-1-5-538-16,-6 5 238 0</inkml:trace>
  <inkml:trace contextRef="#ctx0" brushRef="#br0" timeOffset="-141227.72">18566 14260 1745 0,'-37'-1'75'16,"4"-4"-36"-16,2 1-20 0,3 3-7 0,6 0-5 15,4 2 5-15,6-1-5 0,1 1-3 0,3-1 10 16,8 0 9-16,-8 7 14 0,8-7 11 16,0 0 9-16,20 12-2 0,-2-2 0 0,17-3 3 15,17 5-1-15,9-3 1 0,40 2 0 0,8-6 3 0,10 2-3 16,5-3-2-16,4-1-2 0,5-1-9 0,-3-1 1 15,1 0-3-15,5 2-2 0,4 2-11 16,-3 3 1-16,6-3 9 0,4 2 1 0,4-3 8 16,-5 3 0-16,5 2 3 0,-8-5-5 0,4 2 9 0,-10 4-2 15,-2-4 8-15,-1 0-5 0,-3-2-1 0,-15 1-2 16,-9 1-9-16,-2-3 4 0,-9 1 0 0,-31 0 4 16,24-1-12-16,-29 1-6 0,-7-1-6 0,1-3 3 15,-17 2-1-15,-2 1-6 0,-5-5-1 16,-11 2-8-16,-4-1 6 0,-4 2-8 0,-4-3-20 0,-7 2-31 15,0 0-36-15,0 0-28 0,-19-14-36 0,-9 6-44 16,-4 0-70-16,-6-1-53 0,-20-1-180 0,-2 3-522 16,-31-6 231-16</inkml:trace>
  <inkml:trace contextRef="#ctx0" brushRef="#br0" timeOffset="-132386.15">12109 12927 18 0,'4'23'84'16,"1"6"-8"-16,0-3 2 0,-3 5 2 0,2 2 0 16,-4 1 4-16,1 12 2 0,1-10-12 0,0 12 3 15,-2 1-1-15,0-1-3 0,2 1 2 0,-2 0 0 16,0 2-5-16,-2-2 0 0,4 4-8 0,-2-2-5 15,-2-1-3-15,6 2 2 0,-6-4-3 0,4 3-2 16,-2-3-8-16,0-2 3 0,2 3-7 0,0-14 4 16,3 10-17-16,0 0 13 0,-3 3-8 0,-2-12 2 15,2-2-3-15,-2 2-3 0,0-1 2 0,-2 0-4 16,2-3 0-16,0 2-8 0,0-4 0 0,0-1-4 16,0-2 4-16,0 1-8 0,0-1-9 0,2-7-15 15,-1-3-12-15,2 1-16 0,0 0-12 0,-1-1-21 16,0-6-29-16,0-3-30 0,0 3-126 0,-3-6-282 15,1-5 125-15</inkml:trace>
  <inkml:trace contextRef="#ctx0" brushRef="#br0" timeOffset="-130183.55">12102 12711 46 0,'-4'-4'49'0,"4"4"2"0,-6-9 2 0,3 4 0 16,3 5 1-16,-8-7-9 0,8 7 1 0,-6-7 2 16,6 7-3-16,-6-4 0 0,6 4-7 0,-4-6-2 15,4 6-10-15,0 0-2 0,0 0 0 0,0 0-1 16,0 0-3-16,0 0 0 0,12-7 4 0,0 7-9 16,4 0 2-16,4 0-3 0,7 0 0 0,2-2 3 15,0 2 3-15,8-2-1 0,-2 1-5 0,5 1-2 16,-4 1-7-16,16-1 10 0,-14 1 1 0,0 0-6 15,14 1 0-15,-14 1 1 0,1 1-2 0,-2-4 4 16,1 4-5-16,1 2-9 0,-1 0 4 0,0-2 2 16,-2 2 1-16,0-1-4 0,2 0 4 0,3 1-6 15,-3-2 1-15,2 3 1 0,-2-3 4 0,3 0 2 16,-3 2-6-16,2-1-2 0,10 0 3 0,-10 0-2 0,12-1-1 16,0 1 7-16,-14 0-9 0,16-2 7 15,-1 1 0-15,1 0-4 0,-1-1 3 0,0-1-5 16,-1-1 7-16,2-1-10 0,2 2 8 0,-2-2-4 15,-3 1 4-15,1-1-9 0,-14 1 0 0,16-2 8 16,-16 2-5-16,12 0-2 0,-10 1 4 0,12-2 4 0,-11 1 4 16,10 1-7-16,-11 0 8 0,12 2-9 15,2-4 4-15,-3 0-4 0,0 3 0 0,-1-3 2 0,-11-1 1 16,10 1-7-16,-8 1 4 0,-3-2 2 16,2 2-4-16,-2-1 1 0,12 2-4 0,-12-2 3 0,-1 0-3 15,3-2 0-15,11 4 1 0,-11-2 1 0,-1 1-1 16,-1-1-4-16,14 0 0 0,-14-1 3 0,1 2-2 15,0-2-1-15,12-1-1 0,-14 2 7 0,4-3 1 16,-1 3-2-16,-1 0 0 0,14-3 3 16,-17 2-4-16,1-2 5 0,3 2-6 0,12-4 2 15,-12 2 0-15,10 0 5 0,-11 1-2 0,-2-2-6 0,14 2 2 16,-13-2 8-16,2 0-6 0,0 3-1 16,-2-3 1-16,0 1 2 0,0 1 2 0,2-2-4 0,-2 4 3 15,-1-1-3-15,-1-1 0 0,3 2 1 16,-3-3 4-16,2 3-5 0,0 0 2 0,-1 0 0 15,0 0 3-15,-1 0 0 0,4 0-2 0,11-3-6 0,-14 3 7 16,2 0-4-16,0 0-3 0,13-1 0 0,-12-4 4 16,11 3 1-16,-13 0 1 0,16-2-1 15,-14 1-4-15,12-1 5 0,-1 0-5 0,1 1 5 16,-13-1-4-16,13 3-1 0,-15-2 5 0,14 0 1 0,-12 0-5 16,12 3-3-16,-14 0 9 0,1-3-4 15,15 3 6-15,-15-2-6 0,14-1 1 0,-13 3 0 0,13-1 3 16,-1 0 1-16,3-1-3 0,-3-1-1 0,1 1-4 15,-13 0 3-15,16-2 4 0,-5-2 0 0,2 3-1 16,0-1-6-16,-12 0 8 0,14-1-5 0,-3 2 1 16,4-2 5-16,-3 1 0 0,3 0-3 0,-4 2-7 15,4-2 6-15,-3 1-3 0,2-2-1 0,3 1 5 16,-4 3-4-16,1-3 1 0,-2 1-3 0,1 1 9 16,0 0-8-16,0-1 2 0,-1 0-3 0,-11 3 9 15,11-2-5-15,-1 3 4 0,-11-2-3 0,15 0-3 16,-1 2 7-16,-1 0-4 0,-1-2-3 0,2 0 0 15,-1 0-1-15,1 1 3 0,-1 0 8 0,2-3-9 16,1 3-4-16,-1 0 4 0,0-2-2 0,5 2 6 16,-2-1-5-16,1-1-2 0,-2-1-3 0,3 0 6 15,3 1 1-15,-3 2-3 0,1-3-6 0,2 0 6 16,0 1 6-16,-2 0-6 0,0-3 3 0,1 3-2 16,3 1 2-16,-1 0-2 0,1-2 6 0,-1 3-11 15,28-1 2-15,-30 0 6 0,1 0-7 0,3 1 2 16,-2 1 2-16,3-1 5 0,-5-1-3 0,0 0 2 15,0 0-7-15,1 0 6 0,2 1-2 0,-2 1-5 16,-4 0 3-16,1-1 5 0,-3 1-4 0,1 1 4 16,-2-2-2-16,2 1 1 0,-4 1-2 0,1-2 8 15,-2 1-9-15,-1 1 5 0,-12-2-6 0,11 0 4 16,-14 0 3-16,0 1 2 0,1-2-8 0,15 2 3 16,-16 0 2-16,-3-1-5 0,1 0 2 0,-3 2 2 15,-2-1-6-15,0 1 3 0,-1-1 4 0,-1 0-3 16,-6 1 4-16,-4-1 1 0,2 2-4 0,-2 0 4 15,-2-2 0-15,-3 2-2 0,-1 0 1 0,-2-1 3 16,1 1 0-16,-1 0-4 0,-4-1-2 0,1 0 4 16,-1 1 8-16,0 1-2 0,-2 1 5 0,0-1 1 15,1 1 1-15,-5-5-2 0,7 11-7 0,-6-7 4 16,2 4 2-16,-2-1 10 0,0 0-7 0,-2 3-8 16,1-2 15-16,0 3-5 0,-1-1-3 0,-2-1 3 15,2 2-6-15,-2 0 6 0,-1 1 2 0,2 0 5 16,-2 3-4-16,-1-1 5 0,1 2 2 0,-2 0 0 15,2 2-6-15,-1-3-1 0,-1 4-2 0,0 0 0 16,-2 0-2-16,2 5 0 0,0 5 3 0,-1-4-4 16,2 1-5-16,0 2 2 0,0-2 2 0,0 3-1 15,1-2 0-15,1 4-6 0,1-1-2 0,-1-1 0 16,2 0-3-16,0 2 3 0,-1-1 0 0,1 2 0 16,2 0 2-16,-1 0-2 0,3-3 2 0,-1 3-5 0,0-4 6 15,0 1-2-15,3 0-3 0,-2-1 2 16,1 4 3-16,-1-3-5 0,0 0-3 0,0 1-1 15,-1-2 5-15,2 0 1 0,-3 2-6 0,2-1 4 16,0-2 6-16,-2 1-7 0,1-1-5 0,0 1 3 0,0 1-3 16,-2-3 6-16,0 1-6 0,2 2 2 0,-4 0 1 15,2-1 2-15,-1 1 3 0,-2-3 2 16,3 3-2-16,-1-1-4 0,0 1 3 0,0-3-4 16,-2 1 1-16,-1 0-1 0,0 0 0 0,-1-1 4 15,2 0-4-15,0 0 0 0,-1 0 1 0,1-1-3 0,0 2-2 16,-3 0 3-16,4-3 0 0,-4 0 2 15,2 4-2-15,1-2 2 0,-1-8-4 0,-1 6 3 0,3-4 1 16,-1 1-2-16,0-2 3 0,0-1-4 16,-1 8-1-16,0-10-14 0,0 3 6 0,0 0-1 15,2-3 3-15,-1 2-2 0,1 0 3 0,-3 1 3 0,1-4 0 16,-1-3-2-16,2 5-8 0,1-6 1 0,-2 6 5 16,-1-3 5-16,1 3 0 0,0-5 0 15,0 0-3-15,-2-2 6 0,2 1-14 0,0-1 14 16,-1 0-1-16,0-1 2 0,-2 1-10 0,0-1 11 15,-1-1-4-15,-1 1 3 0,-1 0 0 0,1 0-1 0,-1 0 7 16,-2-3 3-16,-3 3-1 0,-3 0 7 0,-6 0-3 16,-3-1-6-16,0 2 2 0,-4-1 0 0,-1 0-7 15,-2-2 5-15,-1-1-1 0,-4 1-1 16,-11 0 2-16,-4-2-6 0,1 2 2 0,-1-4-2 16,-1 3-2-16,-4-2 1 0,2 2 0 0,-6-3 2 0,-2 0 0 15,-30 5-1-15,28-5 2 0,-32 0-3 0,5 4 0 16,-2-3-1-16,0-1 5 0,-6-3-5 0,1 11 1 15,-4-9 7-15,1 0-5 0,-4 1 2 16,2 4-3-16,-5-1 2 0,-8-2 1 0,1-1-1 16,2 1-6-16,-7-2 6 0,-3 4 1 0,-1 1-5 0,-3-2 3 15,-2-1-7-15,-1 1 7 0,-2 2-6 0,-2-4 7 16,-5 1 0-16,-1 1 0 0,-2 4-6 0,0-6-2 16,-5 0-3-16,3 0 2 0,2 3 2 15,-5-5-8-15,-2 2-5 0,0 4 2 0,-3-6 2 16,2 1-4-16,-6 3-1 0,-2-5 6 0,1 2-3 15,0-2 0-15,-3 4 12 0,1-4-8 0,-7 0-4 0,6 2 3 16,-3-1 3-16,2-2 3 0,-1-1-4 0,-3 2-2 16,4 2-2-16,8-5 1 0,5 0-1 15,8-1-11-15,2-5-13 0,7 7-26 0,9-9-8 0,9 1-26 16,7 0-33-16,9-1-120 0,3-4-270 16,33 0 120-16</inkml:trace>
  <inkml:trace contextRef="#ctx0" brushRef="#br0" timeOffset="-129111.13">12098 14388 1 0,'0'0'94'0,"0"0"-6"0,2-9-7 0,-2 9-2 16,0 0-3-16,0 0-4 0,0-9-6 0,0 9-8 16,0 0-6-16,0 0-3 0,0 0-9 0,0 0-2 15,0 0-19-15,2-6 9 0,-2 6-7 0,0 0 6 16,0 0-1-16,0 0 4 0,0 25 9 0,0-15-5 16,0 4-1-16,-2 3 2 0,0 1-2 0,2 9-4 15,0 2 3-15,2-10-7 0,0 8 5 0,-2 0-5 16,4 0-2-16,-3-1-6 0,1 0 0 0,0-2 3 15,2 4-1-15,2-3 4 0,2 1-8 0,-5 0-4 16,3 0 0-16,-1-1 0 0,2 0 1 0,-3 0-7 16,0-6 10-16,1-1-12 0,-1 2-2 0,-2 0 1 15,3-1 6-15,-3-3-6 0,3 1 3 0,-2 0 0 16,1-2-5-16,0 4 4 0,-1-3-2 0,1-5 1 16,0 4 1-16,0 2 1 0,1-5 1 0,0-2-2 15,-3 2 0-15,0 0-4 0,2-1 3 0,1 0-1 16,-3-2-3-16,1 0 5 0,1 1-4 0,1-3 5 15,-2 2-5-15,0-3-3 0,4 3 14 0,-3-4-12 16,1 1 9-16,1 3-2 0,0-2-3 0,0-2-3 16,1 1-3-16,1 2 3 0,2-1 0 0,1 3-1 15,0-4 2-15,1-1 2 0,-2 0-5 0,7 4-4 16,0-2 8-16,2-2-3 0,-2 1 3 0,6 1-1 16,-3-2 1-16,8-3 0 0,3 6-2 0,2-3-3 15,-1 0 6-15,3-1 2 0,-1 0 1 0,2 0-6 16,2 3-1-16,12-5 3 0,-10 0 0 0,16 3-2 15,-2-5 0-15,5 0 0 0,-1 2 3 0,-3-4-3 16,4 4 5-16,0-1-5 0,3 0-1 0,5-1 11 16,-2-1-7-16,-1 1 6 0,2 1-2 0,28 2 2 15,-33 1-3-15,4-3-1 0,25 3 1 0,-30-1 3 16,5 3-4-16,25-1 6 0,-29-1-4 0,2-2-10 16,28 1 7-16,-28-1 2 0,3 1 3 0,26-1-3 15,-27 0-4-15,29-2-3 0,-29 2 3 0,25-2 0 16,-27 5-1-16,2-1-1 0,25-1-4 0,-29-2-10 15,5 4-15-15,0-2-19 0,-1 1-30 0,0 1-34 16,1-1-123-16,-6-1-253 0,-1-1 112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9T09:41:17.5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1825 2834 205 0,'-6'-9'245'16,"6"9"-12"-16,-5-6-15 0,5 6-17 0,-7-5-11 15,7 5-15-15,-9-7-10 0,4 5-14 0,5 2-9 16,-9-3-16-16,9 3-15 0,-9 0-15 0,9 0-8 16,-16 8-8-16,10 1-12 0,-3 5-3 0,-8 10-8 0,4 4-5 15,0 4-3-15,-5 21-5 0,0 0-5 0,5 2-1 16,-1 1-3-16,3 1-3 0,-1-1-1 16,4 2-1-16,3-6-4 0,0-2-3 0,2-14 0 15,3-1-5-15,3 1-9 0,-2-3 6 0,3-3 0 16,1-1 8-16,1-1 1 0,6-3 4 0,-3-9-1 15,6 5 1-15,-3-6-1 0,3-3-2 0,3-2 1 16,1-3-1-16,7-1 0 0,-4-5-8 0,6-3-6 16,1-2 6-16,2-5-4 0,2-3 5 0,-1-6-5 15,1 1 1-15,13-11-6 0,-5-1-2 0,-10 9-1 16,5-14 4-16,-11 9 1 0,-2-4-6 16,8-10 3-16,-14 9-4 0,0-2 0 0,1-12 0 0,-8 11-3 15,1-15 2-15,-5 14 1 0,-3-2-3 0,-5-13 1 16,1-3 1-16,-4 2-11 0,-7 1 1 15,0 4-1-15,3 11-3 0,-7-13 2 0,-3 5 0 0,3 10-2 16,1-1 1-16,-4 4 5 0,-1 3-2 0,-2 0 1 16,1 1-1-16,-3 2 3 0,4 4-2 15,-3 3 2-15,0 3-2 0,4 5 2 0,-8 0-2 0,7 5 0 16,0 3-3-16,-8 3 3 0,0 8-1 16,3 3 3-16,-1 1 0 0,-1 9-3 0,3 5 0 15,-4 7-2-15,2 3 8 0,8-9 1 0,2 16-2 16,3-12 3-16,7 0-2 0,-4 9 5 0,3 5-2 15,11-15-2-15,-1-1 1 0,4 4 2 0,7-6 1 16,0 0-1-16,3 1-3 0,1-1 5 0,4-1-2 16,2 0-1-16,0-3 2 0,-2 1-3 0,3-2-3 15,-1-2 1-15,0 0-1 0,-2-1 1 0,1 0-1 16,1-2-1-16,-3 2 4 0,0-2 1 0,-1 0 1 16,-4-1-2-16,0-3 0 0,-7-1 0 0,1-1 0 15,0-1-2-15,-3 2 4 0,0-6-1 0,-3 3-10 16,0 0 14-16,-4-12-4 0,3 21 2 15,-3-10 3-15,0-11-8 0,-4 25-6 0,1-17-6 0,-2 6-13 16,-1-4-8-16,6-10-17 0,-12 19-12 0,8-10-26 16,4-9-21-16,-5 12-32 0,5-12-13 0,0 0-73 15,-6 10-169-15,6-10-429 0,0 0 191 0</inkml:trace>
  <inkml:trace contextRef="#ctx0" brushRef="#br0" timeOffset="186.48">2525 3211 73 0,'9'-7'265'0,"-9"7"-32"0,0 0-24 15,11-9-17-15,-11 9-16 0,0 0-20 0,0 0-13 16,7-7-14-16,-7 7-21 0,0 0-7 0,0 0-9 16,0 0-11-16,0 0-18 0,0 0-40 0,0 0-42 15,14 26-39-15,-13-17-54 0,0 4-54 16,-1 4-116-16,-1 2-305 0,-1 0 136 0</inkml:trace>
  <inkml:trace contextRef="#ctx0" brushRef="#br0" timeOffset="396.08">1834 3900 84 0,'0'0'232'0,"-9"7"-18"0,9-7-12 0,0 0-10 15,0 0-12-15,0 0-6 0,0 0-11 0,30 4-14 16,-3-9-13-16,5-5-17 0,3-2-12 0,16-3-12 16,0 1-5-16,-3 1-14 0,5-4-22 0,-6-2-26 15,3 4-38-15,-2 2-43 0,1-5-46 0,2 1-44 16,-2 2-43-16,-1 3-115 0,-11 3-326 0,17-6 145 16</inkml:trace>
  <inkml:trace contextRef="#ctx0" brushRef="#br0" timeOffset="532.99">2869 3632 270 0,'0'0'272'16,"14"-2"-20"-16,-14 2-6 0,0 0-11 0,0 0-13 16,0 0-14-16,0 0-19 0,0 0-18 0,0 0-29 15,0 0-3-15,0 0-17 0,0 0-19 0,0 0-34 16,0 0-48-16,0 0-57 0,0 0-70 0,0 0-85 16,0 0-197-16,0 0-421 0,0 0 186 0</inkml:trace>
  <inkml:trace contextRef="#ctx0" brushRef="#br0" timeOffset="1379.12">5050 2734 53 0,'-2'-7'242'0,"-4"-3"-25"0,4 1-11 15,-2 1-8-15,0 2 1 0,4 6-11 0,-2-10-14 16,2 10-18-16,-4-6-18 0,4 6-16 0,0 0-16 16,-5-5-14-16,5 5-11 0,0 0-7 0,0 0-6 15,1 28-2-15,2-10-4 0,-3 10-4 0,-3 5-7 16,2 2 3-16,-3 10-10 0,4 4-4 0,-3-5-2 16,1 4-3-16,2-15-4 0,-4-1 0 0,4 1-2 15,-6-2-8-15,4-1 10 0,1 1-7 0,2-7-5 16,-1 2-3-16,-2-7-1 0,3 2 0 0,0-4-2 15,-1 2-2-15,2-3 2 0,-2 0-6 16,0 1 5-16,0 1-6 0,1-4-22 0,0-2-37 16,-1-1-24-16,3 0-35 0,-3-11-33 0,-3 15-39 0,3-15-30 15,0 12-163-15,0-12-406 0,0 0 180 0</inkml:trace>
  <inkml:trace contextRef="#ctx0" brushRef="#br0" timeOffset="1678.58">4824 2717 8 0,'10'-14'152'0,"6"2"-11"0,13-6-6 16,5 2-2-16,11-3 3 0,-6 9-14 0,14 2-6 16,-1 7-4-16,1 3-10 0,-3 10-4 0,-14-2-13 15,13 12-4-15,-17 0-7 0,4 8-3 0,-12-1-5 16,2 10 2-16,-4 4-5 0,-7 0-2 0,-2 2-8 15,-9 1 7-15,-3 2-8 0,-6 2 0 0,-5-6-7 16,-3-10 0-16,-1-2-3 0,-4-1-11 0,0-3-1 16,-5 0-1-16,1 0-2 0,-1-2 0 0,-4-1-5 15,-2-1-3-15,0-2 1 0,-3-3-5 0,-3-1-1 16,-1-3-20-16,-1 0-19 0,4-2-14 16,0-4-22-16,2-2-29 0,13-6-29 0,-5 1-31 15,9-4-27-15,3 1-113 0,-1-2-315 0,12 3 140 16</inkml:trace>
  <inkml:trace contextRef="#ctx0" brushRef="#br0" timeOffset="2229.09">5086 3385 27 0,'15'0'154'0,"5"-5"-4"0,6-1-4 16,5-2-1-16,-3 2-7 0,3-5-5 15,-1 3-10-15,6-3-13 0,-1 2-9 0,2-5-5 16,-3 2-12-16,1-2 0 0,-1-2-11 0,-2 1-4 15,0 3-6-15,-1-5-3 0,1 2-4 0,0-2-5 16,-5-1-6-16,-1 3-3 0,-1-2-4 0,-2-1 0 16,-2-2-4-16,-1 1 3 0,-6 5 5 0,-3-2 4 15,-2 1 0-15,-2 1 3 0,-2-2 3 0,-4 5 10 16,2-4-1-16,-5 4 0 0,2 11-4 0,-2-21-6 16,0 14 4-16,-3-2-6 0,5 9-4 0,-10-12-3 15,1 8-3-15,9 4-2 0,-13-3-7 0,13 3-3 16,-24 2-6-16,9 6 1 0,-7 7 2 0,0 3-4 15,4 3-2-15,0 3-4 0,4 2-1 0,2-2 3 16,1 1-7-16,5-1 3 0,5-6-7 16,-2 0 4-16,8-2 0 0,2-1 0 0,-1-1-4 0,2-3 3 15,6 2-2-15,0-2 3 0,4-3-2 0,-2-2 2 16,5-1-7-16,6-2 7 0,-6-3-13 16,9-1 2-16,-11-1-5 0,8-4 1 0,-7 0-3 15,-2-3-2-15,0 0-1 0,-1-2 6 0,-2 1-3 16,-2-4 0-16,1-2 0 0,-5 1 3 0,-3-1 2 0,3-2-4 15,-4 3 3-15,0-3-1 0,-2 1 3 0,1 3 1 16,-3 0-1-16,0 3 2 0,-1 11 6 16,3-16 4-16,-3 16-3 0,0-9-2 0,0 9-3 15,0 0-3-15,0 0 2 0,0 0 2 0,0 0 6 16,0 0 2-16,0 0 2 0,-4 40 4 0,0-15-7 16,-1 2 2-16,0 0-3 0,0 2 0 0,-2-3 1 15,1 0 2-15,1-1-4 0,2 1 2 0,-1-7-7 16,2 7-7-16,1-8-30 0,-1 0-24 0,1-1-48 15,-1 1-45-15,4-4-46 0,-1-2-48 0,-1 0-159 16,0-12-437-16,2 19 193 0</inkml:trace>
  <inkml:trace contextRef="#ctx0" brushRef="#br0" timeOffset="2429.31">6176 3094 145 0,'3'-10'288'0,"-3"10"-11"0,1-11-18 15,-1 11-24-15,2-10-25 0,-2 10-20 0,0 0-26 16,0 0-17-16,0 0-10 0,0 0-10 16,0 0-12-16,0 0-4 0,0 44-13 0,-1-23-10 15,0 6-10-15,-3-3-8 0,4-5-5 0,0 6-8 16,-4-5-23-16,4-1-27 0,4 1-39 0,-4-1-44 16,3 0-54-16,-1-1-56 0,-1-4-50 0,2 2-138 15,-2-4-405-15,-1-12 179 0</inkml:trace>
  <inkml:trace contextRef="#ctx0" brushRef="#br0" timeOffset="2578.3">6239 2824 107 0,'0'0'92'0,"0"0"-12"0,0 0-36 16,0 0-41-16,0 0-24 0,15 50-31 0,-6-22-54 15,2-1 24-15</inkml:trace>
  <inkml:trace contextRef="#ctx0" brushRef="#br0" timeOffset="2895.11">6602 3070 64 0,'0'0'198'0,"0"0"0"0,0 0-6 0,0 0 0 15,0 0-7-15,-39-17 0 0,39 17-11 0,-28 3-15 0,10 3-12 16,2-2-12-16,-3 5-13 0,2-2-15 15,0-1-10-15,5 4-11 0,1-2-1 0,2 0-17 16,3 1 1-16,0-2-15 0,2 1-6 0,0 0-6 16,4-8 4-16,2 20-18 0,2-10-4 0,1-1-9 15,3 1-4-15,1-1-16 0,0 1-4 0,0-4-5 16,2 1-5-16,-2 0 1 0,2-2 0 0,0 1-1 16,-2-1 4-16,0 0 2 0,-1 0-1 0,1 1 4 15,-2 0-2-15,-2 3 3 0,1 1-6 0,0 6 5 16,-1 1 5-16,-1 1 7 0,0 6 9 0,-3 4 8 15,-1-3-1-15,-1 1 2 0,-2-1 1 0,2 0 2 16,-4 1-3-16,-2 0 0 0,1 0-4 0,0-1-4 16,0 4-11-16,0-10-14 0,-3 4-37 0,1 0-58 15,2-6-57-15,0 1-58 0,-7 5-136 0,6-5-388 16,-3-7 172-16</inkml:trace>
  <inkml:trace contextRef="#ctx0" brushRef="#br0" timeOffset="3115">6787 3246 96 0,'13'-12'176'0,"-6"5"-10"0,2 0-17 0,-1 2-16 16,-8 5-10-16,13-3-2 0,-13 3-4 0,19 2 6 15,-19-2-8-15,15 13-2 0,-7-4-2 0,2 4-13 16,-2 0-8-16,-2 3-10 0,1 0-5 0,-2 0-2 15,-1 4-14-15,-3-3-1 0,1-1-14 0,1 3-27 16,-3-3-42-16,0 0-45 0,3 0-55 0,-2-5-195 16,-1-11-346-16,1 19 153 0</inkml:trace>
  <inkml:trace contextRef="#ctx0" brushRef="#br0" timeOffset="3512.01">7848 2909 180 0,'-14'-4'238'0,"14"4"-2"0,-22 9-19 0,3-2-11 16,-5 10-11-16,-1 4-15 0,3 2-15 16,-2 1-12-16,4 2-17 0,2-2-12 0,1 2-12 15,3-1-11-15,3 0-11 0,6-8-9 0,2-1-8 16,2 1-4-16,3-1-10 0,0-4 2 0,5 2-8 15,1-4-3-15,6 1-6 0,-1-4-4 0,2-2-8 16,4 0-5-16,1-3-4 0,-3-2-1 0,4 0-1 16,-8-2 2-16,-2-4-7 0,0 2 6 0,0-2-7 15,-2-2 7-15,0 0 1 0,-3-2-4 0,2-4-2 16,-2 0 0-16,-1-2-5 0,0 2 5 0,-2 1-1 16,1-3 2-16,-2 4 0 0,1 4 13 0,-2-2 5 15,-1 10 12-15,3-12-5 0,-3 12-4 0,0 0-5 16,1-12-9-16,-1 12-2 0,0 0 0 0,0 0 4 15,0 0 2-15,0 0-4 0,0 0-4 0,-4 40-3 16,3-25 5-16,1 4-4 0,-1-1-3 0,1 2 3 16,1-1-25-16,0-1-38 0,6 6-62 15,-4-9-64-15,4 3-68 0,-2-3-62 0,0 2-180 16,0-6-520-16,-1-1 230 0</inkml:trace>
  <inkml:trace contextRef="#ctx0" brushRef="#br0" timeOffset="3879.21">8160 3110 211 0,'0'0'231'16,"10"13"-6"-16,-6-3-5 0,-3 0-13 0,4 7-15 16,-3-1-11-16,2 1-14 0,-2-1-9 0,2-1-13 15,-3-3-13-15,0 0-11 0,2 0 9 0,-3-2-11 16,0-10-10-16,2 13-11 0,-2-13-1 0,2 8 1 15,-2-8 11-15,0 0 10 0,1 10 10 0,-1-10 22 16,0 0 0-16,0 0 12 0,0 0-14 0,0 0-16 16,0 0-10-16,0 0-8 0,0 0-16 0,6-37-15 15,-1 20-5-15,4-9-16 0,3 2-7 0,4-7-7 16,5 2-12-16,-1-2-2 0,14-6-7 0,0 4-5 16,-7 11-8-16,0 4-2 0,-3 3-1 0,-5 6-1 15,-2 2-6-15,-1 1 1 0,0 3-4 0,-2 3 1 16,-2 6-2-16,1 2-6 0,3 5 2 15,-6 2 3-15,1 10 5 0,-2-2-3 0,-2 6-1 16,-2 0 4-16,-4 2-6 0,-2 0 4 0,-2 1 13 0,2-2-43 16,0-2-54-16,-2 0-59 0,-1-2-75 0,2 1-76 15,0-11-94-15,0 1-230 0,3-5-666 0,-1-12 295 16</inkml:trace>
  <inkml:trace contextRef="#ctx0" brushRef="#br0" timeOffset="6583.33">10230 2912 227 0,'-8'-7'226'0,"0"0"-12"16,-3 1-12-16,0-1-11 0,-1 3-8 0,-3 1-2 15,2 0-15-15,-1 2-15 0,-4 2-9 0,-2 3-21 16,-1 2-5-16,-2 6-12 0,-3 3-9 0,1 2-9 15,1 4-5-15,1 2-7 0,3 2-5 0,1 1-11 16,3 2-3-16,-2-1-8 0,8-3-1 0,0 0-7 16,4-5-4-16,2-3-3 0,4 3-3 0,2-3-2 15,2-1-5-15,2 0-5 0,0-4 2 0,5 1-5 16,-1-5-1-16,4 3-5 0,-3-3-7 0,7-2 1 16,-1 0 4-16,-3-5-3 0,3-2 1 0,-1-2-1 15,0-1 5-15,1-3-1 0,-2-1-3 0,0-1 0 16,-4-2 0-16,2-5-1 0,-4 2 0 0,-1 0 8 15,-1-2 8-15,0 2 4 0,-5-2 6 0,2-2-4 16,-1-1-3-16,-3 3-3 0,1 1-1 16,-1-1 16-16,1 7 9 0,-2-1-5 0,1 11 2 0,0-11-5 15,0 11-11-15,0 0 2 0,1-12-13 0,-1 12-4 16,0 0-2-16,0 0 1 0,0 0-3 0,0 0-1 16,0 0 3-16,2 38-2 0,-1-19 5 0,4 10-3 15,-1 1-11-15,1-2-21 0,0 1-27 0,3-3-40 16,-2 1-39-16,2-1-34 0,2 0-42 0,-4-7-41 15,2 6-203-15,-3-8-486 0,5 2 215 16</inkml:trace>
  <inkml:trace contextRef="#ctx0" brushRef="#br0" timeOffset="7145.12">10409 3135 28 0,'0'0'227'0,"2"-14"-20"0,-2 14-22 15,2-8-18-15,-2 8-13 0,2-4-12 0,-2 4-2 16,0 0-2-16,0 0-13 0,3 21-11 0,-2-10-10 16,0 1-8-16,-1 1-12 0,0-1-9 0,2 1-7 15,-1-2-5-15,-1-2-7 0,1-3-5 0,-1-6-3 16,0 14-3-16,0-14 4 0,0 7 20 0,0-7 14 16,0 8 17-16,0-8 21 0,0 0 3 0,0 0-14 15,0 0-13-15,0 0-6 0,0 0-5 0,0 0-4 16,-10-27-13-16,7 15-9 0,3-4-7 0,0-2-7 15,2-8-6-15,2 0-5 0,1 0-4 0,5-1-11 16,0 1-6-16,5 1-4 0,-1 2-3 0,3 2-1 16,2 1-35-16,-1 6 0 0,-1 4 2 0,2 1 4 15,0 3-4-15,-2 4 6 0,2 2 3 0,-1 2-2 16,0 7 10-16,-3-1-9 0,2 7 4 0,-2 4 4 16,2 1 0-16,-3 2 3 0,-3 3 5 15,-3-1-1-15,-2-6-2 0,-2 0 2 0,0-1 1 0,1-1-1 16,-5 0 2-16,0-2 3 0,-1-3 0 0,-3-1-1 15,3 1 4-15,-3-3 0 0,0-2 2 0,1-1 0 16,3-5 0-16,0 0 0 0,-11 8 0 0,11-8-2 16,0 0-6-16,0 0-10 0,-13-16 0 0,13 3-6 15,-1-2-2-15,5-3 3 0,6-9-5 16,3 1 6-16,2 1-7 0,2-3-1 0,0 1 3 16,4 3 1-16,-2 2 0 0,4 2 5 0,-7 9-2 15,-1 0 3-15,-4 3-2 0,-2 2-6 0,0 5 5 16,1 1 7-16,0 1-3 0,1 3 2 0,-4 3-4 0,5 4 4 15,-2 3 2-15,-2 2 3 0,0 2 0 0,-1 5 0 16,1 1 5-16,-4-5-4 0,1 7 2 16,0-1 3-16,-4-6 1 0,3 1-16 0,-1-1-37 15,-3 2-47-15,1-3-57 0,-1-2-58 0,1 1-205 16,-1-3-453-16,0-3 201 0</inkml:trace>
  <inkml:trace contextRef="#ctx0" brushRef="#br0" timeOffset="7382.89">11199 2824 190 0,'-5'-19'306'0,"0"1"-11"0,1 2-2 15,0 7-13-15,2-2-16 0,2 11-22 0,-3-12-26 16,3 12-26-16,-3-9-24 0,3 9-16 0,0 0-14 16,0 0-10-16,0 0-1 0,0 0-7 0,3 49-8 15,2-21-15-15,0 6-8 0,-1 0-16 0,2 10 1 16,-2-8-4-16,-2 0-11 0,2 10 8 0,0-10-17 15,-3-3-6-15,1 2 4 0,0 0-6 0,-2-2 7 16,4 0-22-16,-4-1 9 0,0-1-33 16,0-4-39-16,-4 1-50 0,3-1-47 0,-4-3-56 15,2-3-55-15,-3-4-55 0,0 3-200 0,-9-1-543 16,5-5 240-16</inkml:trace>
  <inkml:trace contextRef="#ctx0" brushRef="#br0" timeOffset="7612.16">11241 3019 180 0,'19'-21'177'0,"-4"1"-2"15,1 8-4-15,-2-1-5 0,2 5-14 0,-3 2-9 16,-3 3-10-16,3 1-5 0,-13 2-2 0,22 7-3 16,-9-1-4-16,-3 2-15 0,1 2-5 0,-7 0-2 15,3 6-9-15,-5 3-7 0,-4 4-3 0,-5 1-6 16,-6 1-8-16,1 0-16 0,-2 0-25 15,-2-1-8-15,-5-2-24 0,1 1-28 0,-1-3-30 0,-4-2-58 16,2-4-56-16,4 3-177 0,-8-3-386 0,10-4 171 16</inkml:trace>
  <inkml:trace contextRef="#ctx0" brushRef="#br0" timeOffset="8313.02">11581 2729 65 0,'0'0'282'0,"-4"-10"-15"0,4 10-23 16,-3-9-20-16,3 9-21 0,-4-4-21 0,4 4-23 15,0 0-15-15,0 0-15 0,0 0 2 0,0 0-11 16,-5 33 0-16,2-13-13 0,1 9-3 0,1 4-12 16,0 2-7-16,-1-2-9 0,0 2-6 15,2 0-7-15,0 0-6 0,0-2-5 0,-3-3-6 16,3 0 1-16,0-1-8 0,0 0-2 0,3-3-5 0,-3-5 0 16,2-2-32-16,-1 1-32 0,2-3-39 0,-1 1-43 15,1-3-40-15,2-4-36 0,-3 2-41 0,3-4-173 16,-3 1-435-16,2-4 192 0</inkml:trace>
  <inkml:trace contextRef="#ctx0" brushRef="#br0" timeOffset="8512.94">11754 3047 110 0,'0'0'236'0,"2"-13"-8"0,-2 13-17 0,0 0-15 15,1-11-17-15,-1 11-13 0,0 0-16 0,0 0-9 16,0 0-9-16,0 0-11 0,0 0-11 0,0 0-7 15,-7 43-12-15,4-27-9 0,0 3-6 0,2-1-6 16,1 6-8-16,-1-5-8 0,0 1-31 0,-1-1-42 16,4-3-43-16,-2 1-47 0,1-1-50 0,0-2-48 15,0-3-125-15,-1-11-357 0,0 23 158 0</inkml:trace>
  <inkml:trace contextRef="#ctx0" brushRef="#br0" timeOffset="8912.7">12019 2739 163 0,'0'0'218'0,"-4"-12"7"15,3 5 10-15,1 7-4 0,-4-10-7 0,4 10-24 16,0-7-16-16,0 7-26 0,0 0-18 0,0 0-10 16,0 0-3-16,-11 20 0 0,6 0-5 0,-2 8-8 15,1 18-7-15,-1 2-11 0,1 1-11 0,-2 2-1 16,6 1-4-16,-2-6-12 0,3 6-2 0,-2-18-10 15,0 12 1-15,1-11-6 0,2 0-5 0,-2-2-10 16,2 1 3-16,2-3-2 0,-4 1-4 0,0-6-6 16,1 2-1-16,0-4 0 0,1-4-3 0,-3-2-10 15,3-5-27-15,-3-3-26 0,1 3-36 0,2-4-41 16,-2 2-45-16,2-11-34 0,-6 12-38 0,4-4-42 16,2-8-148-16,0 0-458 0,-19 6 203 0</inkml:trace>
  <inkml:trace contextRef="#ctx0" brushRef="#br0" timeOffset="9195.16">11765 3182 168 0,'4'-11'178'0,"1"5"-17"0,-5 6-15 16,16-10-11-16,1 4-14 0,2-2-17 16,8-3-8-16,4 2-6 0,1 4-11 0,-3 0-6 15,3-1-12-15,3 0-7 0,-4 2 0 0,1-2-7 16,-5 4-5-16,-6-1-9 0,-2-3 4 0,-7 3-5 15,-1 2-3-15,-5 0-4 0,-6 1 2 0,15-3 6 16,-15 3 17-16,11-1 14 0,-11 1 1 0,0 0 12 16,0 0-2-16,13-1-3 0,-13 1-8 0,0 0-5 15,0 0-6-15,0 0 3 0,7 9 1 0,-7-2-7 16,0 1 0-16,0 3-4 0,-2 2-7 0,2 3-4 16,-3 1-3-16,-1-1-11 0,3 0-24 0,-1-2-39 15,2 1-34-15,0-4-42 0,0 6-47 0,0-5-39 16,0 2-160-16,-2-3-394 0,2-11 175 0</inkml:trace>
  <inkml:trace contextRef="#ctx0" brushRef="#br0" timeOffset="9778.41">12358 3201 16 0,'12'-4'234'15,"-12"4"-8"-15,8-12-6 0,-3 5-2 0,-1-2-15 16,1-1-14-16,0 2-7 0,0-3-24 0,1 1-15 15,-2 0-13-15,1 0-14 0,-1 2-11 0,-4 8-12 16,7-17-5-16,-7 9-3 0,1-3-14 0,-1 11 10 16,3-11-6-16,-3 11 1 0,0 0-6 0,-1-14-6 15,1 14-4-15,0 0-2 0,-8-9-6 0,8 9-1 16,0 0-8-16,0 0 0 0,-26 14-8 0,14-5 1 16,1 6-4-16,-1 2-3 0,1-2-1 0,5 3-4 15,-3-1-2-15,4-1-5 0,0 1 3 0,4-2-6 16,1 1 0-16,0-3-2 0,2 0-1 0,7-1 1 15,-4-1-3-15,3-2 1 0,1-2-2 0,3 0 1 16,-4-1-2-16,4-1 2 0,0-2-6 0,1-1 2 16,1-2-4-16,-1-1 0 0,5-3-2 0,-5 1-1 15,-3-4 6-15,3 2-7 0,-3-2-1 0,7-2-1 16,-8-1 1-16,1-2-3 0,2-2 5 0,-5 1-2 16,-1-3-1-16,5 1-3 0,1 1 2 15,1-2-2-15,-3 3 3 0,-2 6-7 0,-1-1 4 16,-1 0 0-16,-2 0 1 0,-4 8-2 0,6-7 8 15,-6 7-11-15,0 0 3 0,8-5-3 0,-8 5 2 16,0 0 5-16,11 14 1 0,-6-8-1 0,-3 4-3 16,5 5 5-16,-2 0 2 0,-1 2-1 0,-2 0 1 15,0-1-17-15,3 1-31 0,-5 0-50 0,4 1-60 0,0-3-60 16,2-4-248-16,-2 5-505 0,1-5 224 16</inkml:trace>
  <inkml:trace contextRef="#ctx0" brushRef="#br0" timeOffset="10512.39">13513 2857 227 0,'0'0'316'0,"-4"-11"-29"0,4 11-36 15,0 0-17-15,0 0-10 0,0 0-13 0,0 0-11 16,-10 18-19-16,6-7-15 0,-1 3-16 0,-1 2-10 15,4 2-22-15,1-2-10 0,1 2-10 0,5 7-9 16,-1-6-3-16,3-3-11 0,2 1 1 0,0-2-2 16,2-2-6-16,-4-2-4 0,2-2-5 15,0-3-2-15,-1 2-6 0,2-3-6 0,-1 0 5 0,-2-2-11 16,-7-3 1-16,10 7 1 0,-10-7-3 0,10 4-9 16,-10-4 14-16,0 0-6 0,0 0-4 0,0 0-8 15,18-10 2-15,-14 4-5 0,1-2-6 0,-3-3 14 16,1 0-14-16,1-1-7 0,0-1 2 0,-2 3-7 15,5 1 6-15,-5-1-4 0,0 3-3 0,-2 7-6 16,6-8 1-16,-6 3-2 0,0 5-7 16,0 0-1-16,0 0 2 0,0 0 6 0,0 0-6 15,0 0 9-15,19 17 3 0,-11-7-7 0,2 5 3 0,-5-6 7 16,4 1-2-16,3 2 0 0,1 0-2 16,1-2 4-16,3-3-1 0,1 0-6 0,0-2 9 15,2-2-2-15,1-1 0 0,6-1 3 0,-6-1 7 16,0-4-8-16,0 1-8 0,-4-4 6 0,-1 2-1 15,-3 1 2-15,-2-4 4 0,-1 4-9 0,-1-6-3 16,-1 1-5-16,-3-2-7 0,0 0-4 0,-1-6-6 16,-2 0-5-16,-6 1 1 0,2-3-5 0,-3 1-2 15,0 0-6-15,-3-5 0 0,-1 7 4 0,4 1 4 0,-4 5 6 16,5 0 3-16,-1 1 1 0,1 2 3 0,1 1-1 16,3 6 2-16,-4-6-2 0,4 6 4 15,-5-7-5-15,5 7 2 0,0 0 5 0,0 0-2 16,0 0 4-16,0 0 4 0,0 0-2 0,0 0 3 15,0 0 2-15,18 13 0 0,-7-9 1 0,3-2 8 16,4 0-7-16,5-2 2 0,-3 1 5 0,9-2-3 16,-9-1-1-16,3-2-1 0,-3-1 3 0,-3 2-4 15,-3-2 7-15,-5 3-5 0,5-1 3 0,-7 0 2 16,1 2 0-16,-3-2 1 0,-5 3 1 0,12-4 1 16,-12 4 12-16,6-3-4 0,-6 3 1 0,6-3 2 15,-6 3-4-15,0 0-4 0,0 0 2 0,0 0-3 16,11 1 4-16,-11-1 1 0,1 12 4 15,-1-3-3-15,1 1 4 0,-2 7-2 0,0 2 0 16,-3-2-1-16,0 2-2 0,2 1-1 0,0-1-13 0,1 6-39 16,-1-5-34-16,2-1-55 0,-2-3-54 0,2 3-45 15,4-2-76-15,-4-1-182 0,0-5-526 0,0-2 232 16</inkml:trace>
  <inkml:trace contextRef="#ctx0" brushRef="#br0" timeOffset="10690.08">14301 2616 135 0,'-2'-6'283'0,"1"-2"-31"16,1 8-25-16,-4-9-24 0,4 9-31 0,-2-6-34 15,2 6-56-15,0 0-54 0,0 0-43 0,0 0-60 16,0 0-59-16,0 0-82 0,16 25-234 0,-11-16 103 15</inkml:trace>
  <inkml:trace contextRef="#ctx0" brushRef="#br0" timeOffset="10945.95">14553 2648 31 0,'6'-5'250'0,"-6"5"3"0,0 0-6 0,0 0-12 16,0 0-25-16,7-4-22 0,-7 4-17 0,0 0 0 15,0 0 7-15,7 31-5 0,-3-7 1 0,-2 3-9 16,3 1-14-16,-3 4-18 0,-2 2-6 16,3-3-7-16,-5 1-11 0,2 2-12 0,-1-5-6 15,-1 2-9-15,2-5-6 0,0 1-5 0,-3-6-7 0,1-4-8 16,2 2-5-16,0-2-6 0,-2-1-4 16,2-4-3-16,0-12-12 0,-2 22-47 0,4-11-52 15,-2-11-52-15,0 16-45 0,0-16-36 0,0 0-39 16,0 0-32-16,-2 17-175 0,2-17-489 0,0 0 217 15</inkml:trace>
  <inkml:trace contextRef="#ctx0" brushRef="#br0" timeOffset="11379.31">14611 2942 82 0,'5'-8'132'0,"1"-2"-11"0,1 0 0 16,-1 1-5-16,1 1-4 0,5-6-9 0,1 2-4 15,1 1 3-15,-5 2-3 0,2-3 1 0,2 1-5 16,0-2 6-16,-2 1 8 0,-3 1 5 0,1 3 0 15,-2-2 4-15,0-1-4 0,-3 1-9 0,5-4 2 16,-7 4 1-16,2-2-13 0,-1 1-2 0,-1 3-3 16,0-1-2-16,-2 9 8 0,5-17-13 0,-5 17-9 15,2-10-8-15,-2 10-6 0,0 0-9 0,4-9-10 16,-4 9-3-16,3-4-9 0,-3 4-7 16,0 0 1-16,0 0-1 0,0 38-4 0,-2-11 0 15,1 1 0-15,0 4 4 0,0-1-8 0,-2 2 1 16,2 0-3-16,-4 1-1 0,5-5-1 0,0-4 4 15,0 3-4-15,0-12 3 0,0 1-4 0,0-7 0 16,2 1-2-16,-2-11 4 0,0 12-2 0,0-12 6 16,0 0 6-16,4 13 9 0,-4-13 10 0,0 0-3 15,0 0 4-15,0 0 3 0,5 11-6 0,-5-11-1 16,0 0-5-16,0 0-7 0,36-24 1 0,-21 12-7 16,4 1 3-16,1 2-5 0,-4 1-6 0,2 0-1 15,-4 3-3-15,0 0-5 0,-2 1 0 0,-12 4 1 16,23 3-4-16,-14 1-3 0,0 3 11 0,2 1-7 15,-2 6 3-15,0 1 3 0,1 2-2 0,-2 1 0 16,0-1 2-16,2 2 6 0,1 2-4 0,0-4-31 16,-1-2-60-16,1 2-82 0,2-5-93 0,6 0-319 15,0-5-624-15,1-4 277 0</inkml:trace>
  <inkml:trace contextRef="#ctx0" brushRef="#br0" timeOffset="13662.87">16760 2860 28 0,'-5'-7'263'16,"0"-1"-16"-16,1 2-27 0,-5-3-23 0,0 0-12 16,0 2-11-16,-1-1-16 0,-5 0-6 0,-3 2-7 15,5 1-5-15,-5 3-11 0,2-2-14 0,-2 2-12 16,1 4-11-16,-1 2-7 0,0-1-7 0,0 6-14 16,-4 4-2-16,1 4-12 0,2 2 0 0,0 0-10 15,1 3 1-15,1 2-5 0,4-1-6 0,4-1-1 16,3-5-3-16,4 1-2 0,0-2-4 15,5 1-2-15,1-2-2 0,3-1-3 0,3-1-2 0,2 0 2 16,3-1-9-16,-1-4-2 0,4-2-5 0,0-2 1 16,-1-2 2-16,2 0-2 0,-1-4 0 0,0-2 3 15,-5 1-1-15,0-2 1 0,2-5-2 16,0-1 1-16,-2-1 4 0,-3-2-2 0,3-4-1 16,-6 3 0-16,2-2 2 0,-1-1 5 0,-4 1 2 15,0 5 11-15,-2 2-6 0,0-2 5 0,0 3 11 0,-1 2-1 16,1 1 4-16,-2 6-4 0,1-11-4 15,-1 11-6-15,3-7 3 0,-3 7-7 0,0 0-8 16,1-8 0-16,-1 8 1 0,0 0 1 0,0 0 1 16,0 0-3-16,-5 36 4 0,2-18-2 0,1-1-5 15,3 4 0-15,-1-2 0 0,5 5 0 0,0 0-1 16,1-7-24-16,3 7-40 0,-2-6-38 0,2 0-42 16,3 4-58-16,3-6-38 0,6 1-214 0,-5-4-486 15,13 0 215-15</inkml:trace>
  <inkml:trace contextRef="#ctx0" brushRef="#br0" timeOffset="14212.92">17873 2773 197 0,'0'0'240'15,"-5"-12"-5"-15,0 7-12 0,-4-2-9 0,-1 5-12 16,-2-1-15-16,-2 3-14 0,-6 2-18 0,0 1-15 15,2 4-17-15,-2 3-11 0,5-1-13 0,0 4-7 16,2 1-9-16,0 0-12 0,3 0-7 0,5-3-7 16,2 1-7-16,2 0-14 0,1-1-20 0,4 0-20 15,0-1-13-15,2-1-4 0,2-1-3 0,2-2-4 16,3-1-1-16,-3 0-2 0,1-2 6 0,0-2-3 16,-11-1 8-16,23-4 5 0,-13 1 5 0,1-3 9 15,-2 2 7-15,-1-1 1 0,-1-2 11 16,1 0-1-16,-1-2 10 0,-3 1 0 0,1-2 15 15,-4 3 12-15,2 2 6 0,-3 5-4 0,4-12 0 16,-4 12-5-16,0-7-9 0,0 7-4 0,2-6-9 16,-2 6-6-16,0 0-5 0,0 0 0 0,11 15-4 15,-4-2 4-15,2 17 6 0,0 3-9 0,2 16 2 16,1 4-4-16,-1-1 2 0,-1-1-1 0,0 4-4 16,7 26 3-16,-6-34-1 0,-4 3 1 0,7-2 6 15,-6 0-5-15,0-12 3 0,3 8-1 0,-7-9-1 16,-1-1 2-16,-2-4-3 0,-2-2 1 0,-1-2-4 15,-3-1 3-15,-3-7 0 0,-2 0 1 0,-6 2-6 16,-6-4 5-16,-5-4-3 0,0-2 3 0,-1-4 1 16,-2-6-2-16,-6-3-4 0,1-5-1 0,-1-3 3 15,2-3-4-15,-15-8 2 0,4-7-1 0,1 1-2 16,0-1-1-16,3 0-1 0,12 6 4 0,1-2-10 16,4-1-1-16,6-2-9 0,5 1-16 0,5 0-9 15,3-2-22-15,12 0-22 0,4 0-22 0,7 1-8 16,8 1-34-16,17-9-17 0,3 3-50 15,4 1-28-15,5 2-164 0,-3 4-436 0,6-4 193 0</inkml:trace>
  <inkml:trace contextRef="#ctx0" brushRef="#br0" timeOffset="15116.18">18492 2815 25 0,'0'0'217'16,"-8"-12"-4"-16,3 7 6 0,-4-1-18 0,-2-1-1 15,-1 2-16-15,-6 0-5 0,2 3-10 0,-3 0-16 16,-1 5-16-16,0 0-14 0,-7 4-11 16,2 4-12-16,-2 0-5 0,4 4-13 0,-2 3-2 15,4 0-18-15,4 1-6 0,3-4-3 0,4 1-5 16,2 1 2-16,1 1-15 0,3-3 1 0,4 3-7 16,0-1-1-16,4-2-15 0,3-1 0 0,1-3 0 15,3 0-7-15,6-5-5 0,-2 0-7 0,6 0-2 16,-1-4-1-16,-1-3 0 0,-1-1-1 0,-1-1-4 15,1-3 4-15,-3-2 4 0,0 1 0 0,0-2 4 16,-5-1 2-16,-3 0 1 0,5-5 1 0,-8 5 9 16,3-1 13-16,-3-3-1 0,-1 3 5 0,-3-1-5 15,1 1 2-15,-1 0 7 0,-1 3 6 0,-1 1 2 16,2 7 1-16,0-12-4 0,0 12-7 0,2-7-6 16,-2 7 0-16,0 0 1 0,0 0-11 0,0 0-2 15,0 0-2-15,0 0 3 0,0 0-4 16,0 0 0-16,0 0 0 0,-8 31 2 0,7-23-2 0,1-8-1 15,3 21-4-15,0-14-1 0,4 1 1 0,-2 1 2 16,4-1-8-16,1-3 2 0,3-1-4 0,3 0-4 16,3-3 1-16,-1-1-1 0,-1-1-3 0,5-1 3 15,-3-4 3-15,-1 0-4 0,0-3 2 0,-3 2-1 16,0-1 6-16,-4 0-6 0,0 0 4 0,-3-1-2 16,-2 0 1-16,2-5-1 0,-3 4 4 0,0-1 1 15,-3 0 3-15,1 1 2 0,0 0 0 0,-2 3 8 16,1 1 1-16,-2 6 4 0,2-12 2 15,-2 12-4-15,1-9 3 0,-1 9-6 0,3-6-5 0,-3 6 3 16,0 0-1-16,0 0-3 0,0 0 6 0,0 0 5 16,0 0-8-16,-11 25 5 0,7-15-5 0,2-1 2 15,-3 2-6-15,1 2 0 0,3-5 0 16,1-8 1-16,1 21 6 0,0-12-8 0,3-3 10 0,1 5-10 16,2-5 0-16,2 1-3 0,2-2 0 15,-1-2 1-15,8 0-2 0,1-2 2 0,-1-2-4 16,-5-2-2-16,5 0 2 0,-7-1 0 0,1-1 1 15,-1 1 1-15,0-2 2 0,0-2-5 0,-2-1 2 16,-3 0-1-16,2 0 3 0,1-2 0 0,-4 1 0 16,2-2-4-16,0-1 4 0,-3 1-4 0,0 2 3 15,1 1 4-15,-3 3 1 0,1-1 6 0,-3 7 1 16,3-8 2-16,-2 1-8 0,-1 7 0 0,0 0 7 16,0 0-14-16,3-7 5 0,-3 7 0 15,0 0-1-15,0 0 14 0,0 0-14 0,0 0 4 0,-8 24-3 16,6-18 3-16,0 0-3 0,2-6-4 0,-1 12-1 15,-1-6 2-15,2-6-1 0,0 8 0 0,0-8-1 16,0 0 3-16,3 10 0 0,-3-10 2 0,5 4-4 16,-5-4 3-16,8 3 3 0,-3-2-8 0,-5-1 4 15,15-1 3-15,-5 1-2 0,0-2-4 0,1 1 2 16,-1-2-4-16,0 2-1 0,2 0 0 0,-2-1 3 16,-10 2 1-16,15-2-4 0,-8 2 0 0,-7 0-3 15,13 2 7-15,-7-2-4 0,-6 0 1 0,13 8 0 16,-7-3 1-16,-1 1 1 0,-2 1 2 0,2 0-11 15,0 2-17-15,0-2-23 0,-2 2-32 0,1 1-37 16,-2 1-55-16,1-2-58 0,-2 1-56 16,-1-10-160-16,0 0-484 0,-4 23 214 0</inkml:trace>
  <inkml:trace contextRef="#ctx0" brushRef="#br0" timeOffset="15294.06">18696 2656 101 0,'0'0'155'0,"0"0"-51"0,0 0-11 0,0 0-28 16,0 0-25-16,0 0-41 0,17 25-50 0,-2-12-34 15,13 0-91-15,4-5 41 0</inkml:trace>
  <inkml:trace contextRef="#ctx0" brushRef="#br0" timeOffset="15945.38">19613 2730 99 0,'0'0'263'0,"0"0"-17"0,0 0-18 15,0 0-13-15,0 0-13 0,-25 16-9 0,18-7-15 16,-1 1-17-16,-1 4-17 0,4-2-12 15,-1 2-15-15,0 2-6 0,5-3-14 0,-1 4-6 16,2-2-9-16,3 1-7 0,3 0-7 0,-1-7-5 16,1 1-10-16,4 0 6 0,2-3-12 0,3 2-5 15,3-3-10-15,0-2-9 0,0 0-4 0,1-4-8 0,-1 2-4 16,-4-4-3-16,3-2-5 0,-3 0-4 16,-3-2-3-16,-1-1 3 0,-2-2-3 0,1-2 6 15,-5 0-5-15,0-5 1 0,-5 0 2 0,-2-2-2 16,-2 0 2-16,-4 1 3 0,-3-8-2 0,-2 3 4 15,-4 1 12-15,6 6 1 0,-4 2 11 0,1-1 0 16,-2 4 7-16,5 4-1 0,-5-1-4 0,7 4 1 16,-2 0-5-16,-1 3-4 0,4-2-4 0,-1 4-1 15,3 1-6-15,2 1 3 0,1 0-2 0,4-4-1 16,-3 11 1-16,6-3 1 0,2 0-2 0,6 0-3 16,7 1-7-16,12-4-2 0,5 0-14 0,16-7-7 15,4-3-3-15,4-1-6 0,-6-6-5 0,-1 4-2 16,-16-4 2-16,-5 2 3 0,-3-2 2 0,-2-1 5 15,-4-2 2-15,-8 1 6 0,-2-3 0 0,-2 1 7 16,-2-3 6-16,-2-4 8 0,-2-5 12 0,-3 1 7 16,-2 1 4-16,-4 0 12 0,-2 1 1 0,1 2 8 15,-1 5 7-15,2 1 14 0,-1 7 2 16,-2-5-8-16,3 6-5 0,-1 1 11 0,2 1-2 16,4 7-5-16,-8-9-11 0,8 9-2 0,0 0-6 15,0 0-5-15,-23 25-3 0,12 2-2 0,-1 7-2 0,-4 18 2 16,4 3-6-16,3 33 7 0,2-30 5 15,3 27 5-15,4-26 15 0,4 25 9 0,2-27 7 0,0 1-1 16,-1-1-5-16,1-1-2 0,1-3-8 16,2-3 4-16,-1 0-1 0,-7-14-6 0,3-4-1 15,0 1-14-15,-2-1 0 0,1-6-4 0,-2-6 9 16,3-2-15-16,-4-3-1 0,1-4-3 0,-1-11-27 16,3 17-28-16,-3-17-30 0,0 12-41 0,0-12-49 15,0 0-65-15,0 0-83 0,0 0-72 0,0 0-233 16,0 0-653-16,-24-35 290 0</inkml:trace>
  <inkml:trace contextRef="#ctx0" brushRef="#br0" timeOffset="16095.4">19934 2916 242 0,'-4'-10'284'0,"4"10"-28"0,-4-8-27 0,4 8-18 15,0 0-13-15,0 0-19 0,0 0-13 0,0 0-22 16,-1-13-17-16,1 13-7 0,0 0-13 0,0 0-18 15,28 0-23-15,-7 2-54 0,11-6-74 0,18-1-95 16,5 2-212-16,0-4-399 0,-1-1 176 16</inkml:trace>
  <inkml:trace contextRef="#ctx0" brushRef="#br0" timeOffset="16299.5">20722 2860 80 0,'0'0'317'0,"0"0"-34"0,0 13-24 16,0-13-8-16,0 0-11 0,0 0-17 0,0 0-16 16,9 5-22-16,-9-5-17 0,10 1-16 0,2 2-9 15,1-3-11-15,8 1-13 0,11 1-11 0,0-4-13 16,-1 2-23-16,3-1-22 0,0 1-39 0,-2 0-44 16,-4-3-53-16,-8 0-66 0,9 0-65 0,-2-1-218 15,-9-1-470-15,1 0 207 0</inkml:trace>
  <inkml:trace contextRef="#ctx0" brushRef="#br0" timeOffset="16562.82">21504 2427 201 0,'-1'-13'320'0,"1"13"-1"15,-1-11-4-15,1 11-15 0,0 0-10 16,0 0-34-16,-3-12-21 0,3 12-26 0,0 0-22 15,0 0-7-15,0 0 4 0,0 0-7 0,-6 41-9 16,2-13-1-16,1 1-13 0,1 3-3 0,-2-1-14 16,1-2-12-16,1 2-8 0,1-1-12 0,1-2-10 15,0 0-8-15,1-2-3 0,0-1-11 0,0-6-2 16,1 0-11-16,-1 0-10 0,1-1-55 0,1 1-43 16,-2-2-59-16,2-4-49 0,-1 3-68 0,0-4-65 15,-2-12-52-15,4 23-268 0,-4-23-658 0,1 13 292 16</inkml:trace>
  <inkml:trace contextRef="#ctx0" brushRef="#br0" timeOffset="16831.72">21690 2720 137 0,'0'0'270'0,"0"0"-19"0,0 0 2 0,0 0 4 16,0 0-11-16,0 0-15 0,0 0-19 0,1 23-17 15,-1-23-21-15,1 10-18 0,-1-10-18 0,4 15-9 16,1-6-3-16,0-1-4 0,0-1 0 15,4 3-2-15,3-5-8 0,0 2 7 0,6-2-21 16,0 0 1-16,3-2-13 0,0-5-4 0,-5 1-16 0,-2 0 8 16,-14 1 3-16,23-8 3 0,-13 2-7 0,-4-2-6 15,1-1-9-15,-3-2-3 0,1-1-16 0,-3-4 12 16,2 1-20-16,-4-3 14 0,-6 1-16 16,2 1 5-16,-4-1-21 0,-1 0-15 0,-2 3-7 15,1 2-20-15,-1 2-19 0,-4 3-7 0,3 3-26 16,-1 0-40-16,0 6-51 0,13-2-60 0,-34 7-86 15,14-1-259-15,3 4-625 0,0-6 277 0</inkml:trace>
  <inkml:trace contextRef="#ctx0" brushRef="#br0" timeOffset="19547.18">22778 2652 54 0,'-7'-10'207'0,"-2"4"-11"16,-3-2-5-16,1 1-3 0,-6 2-13 0,4 1-1 15,2 1-22-15,-2 1-15 0,-5 1-9 0,5 4-10 16,-6 0-12-16,1 2-9 0,3 6-11 0,-2-1-10 16,3 3-7-16,0-2-10 0,5 4-3 0,2-1-8 15,3-4-5-15,0 2-1 0,3-1-7 16,-1-1 0-16,5 2-1 0,-1-2-6 0,1 0-2 0,3 1-2 15,4-3-4-15,-2 2 0 0,3-4-4 0,-1 0 0 16,4 0 0-16,-1-3-1 0,3 1-2 0,-2-3-2 16,-1 1 0-16,-3-4 0 0,1 2 1 15,-5-2-3-15,5-1 10 0,-3-2 2 0,-1 3-3 16,-2-4-3-16,1 0 6 0,-1 0 8 0,-1 0 1 16,-1 0-2-16,-1-4-1 0,1 1 1 0,-2-2-3 15,0 4 2-15,-1-1-2 0,0 8 4 0,0-13 8 0,0 13-9 16,0-8-5-16,0 8-2 0,2-7-6 15,-2 7-1-15,0 0-4 0,0 0-5 0,2-8-7 16,-2 8-1-16,0 0 2 0,0 0 1 0,0 0 0 16,0 23 6-16,0-12-7 0,1 3 5 0,3-3-4 15,-4 5-22-15,4 0-15 0,0-3-23 0,2 2-30 16,-1 1-27-16,1 0-19 0,0-6-36 0,0 1-21 16,1-3-12-16,-1 2-165 0,0 0-402 0,-6-10 178 15</inkml:trace>
  <inkml:trace contextRef="#ctx0" brushRef="#br0" timeOffset="19895.12">22897 2771 85 0,'0'0'185'0,"3"-12"-1"0,-3 6-2 0,0 6-13 16,1-7-14-16,-1 7-17 0,3-8-17 0,-3 8-7 16,0 0-19-16,0 0-9 0,0 0-7 0,0 0-7 15,0 0-6-15,0 0-6 0,0 0-3 16,0 0-7-16,7 19 2 0,-5-13-2 0,-2-6-12 15,0 11 1-15,0-11-3 0,1 10-4 0,-1-10-1 16,0 0-5-16,-1 8 0 0,1-8 4 0,0 0-8 0,1 7 1 16,-1-7-1-16,0 0 13 0,0 0 6 0,0 0 5 15,0 0 7-15,0 0-10 0,0 0 3 0,0 0-12 16,0 0-5-16,0 0-1 0,20-19-3 16,-12 10-2-16,1 0-2 0,4-4-6 0,-2 1-3 15,3 2 2-15,-1-2-5 0,-4 5-2 0,0 1-4 16,-2 2-1-16,0 1 4 0,1 0-8 0,-8 3-1 15,11 0 6-15,-11 0-6 0,10 6 2 0,-1-1 2 16,-2 3-1-16,0 2 2 0,0 1-3 0,0 3-10 16,1 1-24-16,2-1-39 0,-2 2-36 0,1-2-38 15,-1 2-28-15,0-2-31 0,1 0-135 0,-1-4-371 16,4-4 164-16</inkml:trace>
  <inkml:trace contextRef="#ctx0" brushRef="#br0" timeOffset="20313.39">23470 2641 206 0,'-9'-5'234'0,"-4"0"-10"0,0 4-16 0,2-1-12 16,11 2-17-16,-31 9-16 0,13-1-18 16,0 2-8-16,-4 6-16 0,2 4-8 0,6-6-16 15,1 1-10-15,3 1-12 0,2 1-5 0,1-1-8 0,2 3-8 16,2-3-1-16,0-4-6 0,5 0-7 0,2 0 3 15,0-3-7-15,-1 2-2 0,5-3-6 0,1-2-5 16,0-1-3-16,4 1-8 0,-2-6 1 16,4 0-5-16,-3-4 3 0,1 1-4 0,-1-4 6 15,0 0 5-15,1-5-1 0,-6 1-3 0,2-3 1 16,0-2 1-16,0 0 4 0,-1-10 7 0,-4 3-2 16,0-4 1-16,-2-1-3 0,0 1-2 0,-1-2 5 15,0 1 0-15,-1-1-5 0,-1 2 4 0,2-1-4 16,-3 3-1-16,0 6 9 0,4 1 13 0,-4 6 7 15,1 2 5-15,1 10-9 0,-1-14 0 0,1 14-9 16,0-11-5-16,0 11-8 0,0 0-6 0,0 0-3 16,0 0-5-16,0 0 6 0,0 0 11 0,0 0-8 15,-8 54 1-15,4-28-6 0,1 3-1 0,1 0-3 16,1 0 6-16,1 2-4 0,1-2-4 0,1-1-25 16,2-5-37-16,2 2-48 0,-1 2-56 0,4-2-52 15,2 0-50-15,-1-2-215 0,2-5-514 0,-2-1 227 16</inkml:trace>
  <inkml:trace contextRef="#ctx0" brushRef="#br0" timeOffset="20579.36">23943 2878 149 0,'7'-7'224'0,"0"-2"-2"0,-2 2-1 15,0-2 0-15,-1 2-7 0,2-2-12 0,-6 9-13 16,9-16-19-16,-6 7-12 0,-1 1-5 15,2-1-10-15,-4 9-11 0,5-18-12 0,-2 9-12 16,-2-1-6-16,-1 10 10 0,1-13 1 0,-1 13 1 16,0 0-8-16,4-13-12 0,-4 13-9 0,0 0-6 15,1-11-13-15,-1 11-7 0,0 0-2 0,0 0-10 16,0 0-8-16,0 0-2 0,0 0 2 0,0 0-3 16,0 0 2-16,0 0-4 0,-10 38-4 0,8-25-10 15,2-3-7-15,-2 3-26 0,4 3-24 0,-1 0-33 16,1-4-41-16,2 3-53 0,3-3-61 0,0-2-48 15,1-1-237-15,0-2-551 0,2-1 245 0</inkml:trace>
  <inkml:trace contextRef="#ctx0" brushRef="#br0" timeOffset="20750.86">23953 2489 73 0,'0'0'218'0,"-12"-4"-33"0,12 4-26 0,0 0-32 16,0 0-38-16,0 0-56 0,-15 17-35 0,15-8-59 15,1 4-77-15,-1-13-148 0,8 23 67 0</inkml:trace>
  <inkml:trace contextRef="#ctx0" brushRef="#br0" timeOffset="20978.77">24243 2453 154 0,'0'0'286'16,"3"-9"-3"-16,-3 9-19 0,0 0-10 0,3-8-28 15,-3 8-23-15,0 0-24 0,0 0-14 0,0 0-7 16,0 0 4-16,2 30-19 0,-1-2-3 0,-4 8-12 16,2 8-15-16,0-8-9 0,0 0-14 0,-1-1-5 15,4 11-10-15,-5-11-7 0,2 0-4 16,1-2-6-16,0-1-6 0,0-2-6 0,0 2-1 15,0-4-23-15,2-1-39 0,0 0-50 0,0-9-51 0,-1 0-52 16,2 0-37-16,3-3-49 0,-3-5-200 0,-1 3-493 16,-2-13 218-16</inkml:trace>
  <inkml:trace contextRef="#ctx0" brushRef="#br0" timeOffset="21197.94">24473 2849 213 0,'2'-9'272'0,"-2"9"-4"0,5-13-10 0,-5 13-18 16,2-8-10-16,-2 8-26 0,0 0-20 0,0 0-15 16,0 0 0-16,0 0-5 0,0 0-15 0,0 0-10 15,6 40-8-15,-7-14-16 0,-3 3-7 0,4-10-13 16,-2 8-13-16,-1 1 1 0,3-1-8 16,-1 1-5-16,1-1-9 0,1-1-18 0,1-1-29 0,-2-6-30 15,1 1-42-15,2-2-46 0,-3-7-61 0,3 5-52 16,1-4-56-16,-4-12-178 0,0 22-488 15,0-22 216-15</inkml:trace>
  <inkml:trace contextRef="#ctx0" brushRef="#br0" timeOffset="21431.08">24546 2766 95 0,'16'-10'194'0,"6"-5"-7"15,-1 4-4-15,-1 4 2 0,-2-1-13 0,2 4-1 16,0 0-19-16,-3 4-1 0,-4 1-13 0,1 1-7 16,-2 3-9-16,-1 0-5 0,-3 4-6 0,-1-1-7 15,-2 2-9-15,-4 2-7 0,-1 2-11 0,-5 2-8 16,-3-1-25-16,-9 6-18 0,8-5-28 0,-7 3-33 16,-6 2-42-16,3-5-53 0,4-4-57 0,-8 2-177 15,-2 1-394-15,10-5 174 0</inkml:trace>
  <inkml:trace contextRef="#ctx0" brushRef="#br0" timeOffset="22729.1">25365 2998 368 0,'0'0'333'0,"0"0"-30"0,0 0-26 0,0 0-30 15,0 0-23-15,0 0-19 0,0 0-14 0,9-26-20 16,-4 16-18-16,3 1 30 0,-2-2-23 0,2 2-18 16,-1-7-13-16,3 1-8 0,1 0-14 0,-1-2-16 15,-5-1-8-15,3 1-7 0,-2-2-5 0,0 0-9 16,-2 0-5-16,0 1-9 0,-1-1-1 0,-1-8-2 15,0 9-8-15,-2 1-6 0,0 5 4 0,0 1 2 16,-2 1 9-16,0 2 5 0,2 8 4 0,-3-12-13 16,1 6-12-16,2 6 14 0,-12-6-7 0,-2 8-18 15,-1-1 3-15,-6 8 1 0,-5 1-2 0,2 1-4 16,4-2-7-16,6 1-20 0,1-2 11 0,4-1-12 16,2 0-13-16,-1 0-13 0,5-2-19 0,1 2-35 15,-1-1 4-15,6 4 2 0,1-4 4 0,7-1 9 16,5 2 3-16,5-2 3 0,5-4 7 15,1 3 5-15,-7-4 4 0,2 0 3 0,-3-2 3 0,1 0 5 16,-4 1 5-16,-3-2 5 0,-2 2 6 0,-1 0-2 16,1-1 5-16,-4 1-3 0,-7 1 2 0,9-2 0 15,-9 2 4-15,13 0-3 0,-13 0 2 0,5 2 0 16,-5-2 7-16,8 8 7 0,-7 1-1 0,0 1 9 16,1-1 0-16,-1 1-1 0,4 1 2 15,-5 0-1-15,2-1-1 0,-2 1 0 0,3 1-2 16,0-2 3-16,2 0 0 0,-3 0 0 0,4-1 2 15,2-2-1-15,-1-1-1 0,3 0 2 0,0-2 2 16,4 0-3-16,3-2 2 0,3 0-4 0,3-4-1 16,4 1-1-16,0-4-2 0,-5 2 1 0,3-6 0 0,-4 3-2 15,-2-2 3-15,-1-1 0 0,-4-1-6 16,4-1 2-16,-5-2 0 0,1 0 2 0,-3-3-5 0,-1-2 0 16,0-1 5-16,-3 2-1 0,-3-2-1 15,1 2 1-15,0-1 8 0,-5 0-10 0,0 6 4 16,0 0 10-16,-5 4 7 0,5 0 1 0,-3 1 2 15,3 7-7-15,-4-10 1 0,4 10-3 0,-9 0 0 16,9 0-2-16,-22 11-3 0,7 1 0 0,-4 7 3 16,1-2-3-16,3-1 0 0,2-1 0 0,1 7-4 15,5-7 8-15,-2 1-5 0,3 0-2 0,2-4-2 16,3 1 6-16,2-2-5 0,5-1 4 0,-2 0 0 16,3-2-7-16,4 0-4 0,3-3-10 0,3 1-7 15,2-3-4-15,3 0-3 0,-2-5-8 0,2 0-1 16,-3-2-3-16,0 0 1 0,0-3-1 0,-6 1 11 15,3-3 0-15,-1-1 2 0,-1-1 3 0,-5-1 0 16,0-2 10-16,1-3-8 0,-4 2 7 16,1 1 2-16,-1-2 1 0,-2 1 1 0,1-1 3 15,-2 5-2-15,-1 1 7 0,-2 2 4 0,2 2 2 16,-2 6-3-16,4-11-4 0,-1 8-1 0,-3 3 0 0,0 0 11 16,0 0 7-16,0 0 11 0,0 0 2 0,-3 30 0 15,-1-11 2-15,0-2 0 0,-2 1-8 0,2 0 2 16,0 1-2-16,0 0-2 0,1-3-3 0,1-3 1 15,0-3-5-15,2-1-1 0,0 0 5 0,-2-2-4 16,2-7 0-16,0 10 1 0,0-10-3 16,2 7 2-16,-2-7-2 0,0 0 3 0,13 8-6 15,-1-9 5-15,-12 1-5 0,24-8-3 0,-6 2 3 16,-2-4 6-16,-3 3-9 0,3-2 2 0,8-4-3 16,-1-3 0-16,-5 4-4 0,2-5 1 0,-1 1 0 15,-6 0-3-15,1 3 1 0,3-7 5 0,-5 6-3 0,-4 3 1 16,-1 3 2-16,-1 0 4 0,0 3 5 15,-2 0 2-15,1 1-6 0,-5 4-1 0,0 0-4 16,6-6 1-16,-6 6 1 0,0 0 7 0,0 0 8 16,0 0 7-16,2 17-4 0,-2-8 9 0,0 1-13 15,-2 1-2-15,0 0 0 0,6-1 2 0,-4 3-5 16,0-2-2-16,3-1 2 0,1-1 0 0,3 0-4 16,0 0-2-16,1-3 4 0,4-2-3 0,2 0-2 15,1-1-2-15,5-3-5 0,-1-1-7 0,0 1 2 16,2-3-2-16,-3-1 0 0,-5 1 3 0,0-2 0 15,-1-1 2-15,-3-1-3 0,2-2 4 0,-2 3 3 16,-4-3-1-16,1-1-1 0,1 1-5 0,-5-3 6 16,2 1-1-16,2-1-2 0,-4 1 3 0,-2 5 2 15,0-1-4-15,0 7 2 0,2-12 0 0,0 7-2 16,-2 5 4-16,0 0-5 0,2-9 2 16,-2 9-2-16,0 0 10 0,0 0 3 0,0 0 6 15,-18 21-8-15,11-10 4 0,-1 3 3 0,-1 2-2 16,-1-3-4-16,2 4-3 0,1-1-13 0,1-1-20 15,2 1-19-15,-2-2-49 0,4-2-48 0,-1-1-73 0,3 0-51 16,0 1-188-16,0-2-493 0,0-10 218 0</inkml:trace>
  <inkml:trace contextRef="#ctx0" brushRef="#br0" timeOffset="22886.28">26404 2496 41 0,'0'0'29'0,"0"0"-41"16,0 0-13-16,0 0 6 0</inkml:trace>
  <inkml:trace contextRef="#ctx0" brushRef="#br0" timeOffset="23132.67">26869 2410 205 0,'0'0'299'0,"6"-7"-11"0,-6 7-13 0,0 0-17 16,4-6-27-16,-4 6-20 0,0 0-28 16,0 0-18-16,0 0-5 0,0 0 3 0,0 22-10 15,0-5-7-15,0 12-12 0,-4 0-12 0,-2 5-6 0,4-2-12 16,-4 0-9-16,1-4-8 0,3 5-6 0,-4-2-7 15,3-2-13-15,-4 0-7 0,5-5-6 16,0 4 2-16,-1-11-13 0,1 2-44 0,0-4-37 16,0 0-34-16,0 3-39 0,2-1-63 0,0-5-61 15,-2-2-42-15,1 2-192 0,1-12-516 0,-6 14 229 16</inkml:trace>
  <inkml:trace contextRef="#ctx0" brushRef="#br0" timeOffset="23545.9">26781 2717 98 0,'0'0'180'0,"4"-9"-21"0,2 3-18 15,1-1-14-15,5 1-12 0,1-2-18 0,10 1-8 16,-4-1-1-16,10-1-16 0,1 0-7 0,1 4-4 16,0-3-5-16,-1 2-4 0,-1 1-6 0,-2-2-11 15,-6 4-1-15,-2-1-5 0,0 0-5 0,-9 2-3 16,-2 0-2-16,-1 1 5 0,-7 1-1 0,8-3 14 15,-8 3-2-15,0 0-3 0,0 0 4 0,5 8 12 16,-5-8 9-16,-11 15 14 0,2-5-12 0,-1 4 3 16,-3-3-6-16,1 3-2 0,2-3-6 0,-1 3-4 15,3-4-2-15,-1 0-8 0,5 0 0 0,0-1-9 16,2 0 3-16,-1-1-10 0,1 1 5 0,2-9-4 16,0 11-2-16,0-11-3 0,2 10-11 0,-2-10-2 15,9 8 0-15,-9-8-7 0,11 7 4 0,-11-7-1 16,16 0 2-16,-5-1-6 0,-11 1 4 15,16-6 1-15,-10 2 6 0,1 1 0 0,0-2-2 16,2-3-1-16,-2 1 1 0,0-2-2 0,1 2 3 0,-2 0-1 16,0 0 0-16,-2 2-3 0,0 2 2 0,-4 3-4 15,7-7-5-15,-7 7 4 0,6-2-2 0,-6 2 3 16,0 0 1-16,12 15-34 0,-11-7-27 16,3 1-54-16,0 3-37 0,-2-1-206 0,0 6-388 15,1-2 173-15</inkml:trace>
  <inkml:trace contextRef="#ctx0" brushRef="#br0" timeOffset="23768.5">27369 2749 177 0,'2'-12'250'0,"2"-5"-5"16,-1 0-13-16,-1 2-13 0,6-1-8 0,-3 6-17 15,0 0-13-15,1 0-18 0,-3 4-16 0,1 1-18 16,2 1-12-16,-6 4-14 0,10-6-13 0,-3 6-9 15,-7 0-5-15,0 0-8 0,20 13-11 0,-11-4-3 16,-2 1-10-16,2-1 0 0,-3 2-3 0,2 3-14 16,-4-3-21-16,2 1-51 0,-2-1-45 0,1-2-60 15,-1 2-58-15,6-5-203 0,-10-6-444 0,11 13 196 16</inkml:trace>
  <inkml:trace contextRef="#ctx0" brushRef="#br0" timeOffset="24145.77">27813 2552 172 0,'2'-10'267'0,"-2"10"-12"0,0 0-14 0,0 0-25 16,0 0-25-16,-9-9-16 0,9 9-20 0,-14 12-11 16,2 2-11-16,-1 1-13 0,2 2-10 0,-2 6-15 15,2-7-10-15,2 7-8 0,1-5-10 0,3 0-2 16,5 0-7-16,5-1-3 0,-1 0-6 0,2-3 0 15,6-1 7-15,-1-1-1 0,8-1 2 0,-2-4-4 16,15 0 2-16,-1-3-7 0,5-3 2 16,-7-2-5-16,9-4-5 0,-3 0-1 0,-2-5-3 0,-4 2 0 15,-2-3 10-15,-5-2 1 0,3 2-6 0,-9-3-5 16,-1 1-2-16,4-6-3 0,-7 3-11 0,3-6-3 16,-6-2 0-16,-5 6 0 0,0 0 2 0,-2-1 0 15,-2 7-7-15,-2 0-4 0,2 2 7 0,-4 0-2 16,4 10-1-16,-7-9-4 0,7 9 4 15,-19 2-2-15,19-2-2 0,-28 15 5 0,14-5-7 16,0 4 3-16,3 0-5 0,1 2 8 0,2 0-11 16,1 0 4-16,2 0 1 0,4-3 3 0,5 4-28 15,-3-4-51-15,8 1-54 0,0-5-92 0,8 1-56 16,2-3-255-16,1-1-568 0,0-2 251 0</inkml:trace>
  <inkml:trace contextRef="#ctx0" brushRef="#br0" timeOffset="27046.4">28902 2931 135 0,'0'0'156'0,"17"-27"-5"0,-9 18-3 0,0-1-8 0,4-2-27 16,1-2-13-16,1 2-14 0,0-3-4 15,0 0-10-15,0 1-2 0,4-5-6 0,-5 6-1 16,-2-2 4-16,-1 2-1 0,-2-1-11 0,-3 2-4 16,0 2 4-16,0-1-2 0,-1-1 11 0,-1 2-1 15,-3 5-2-15,1-4 8 0,-1 9-2 0,-3-15-11 16,1 9-4-16,2 6-4 0,-5-10 0 0,1 5-5 15,4 5-7-15,-10-5 0 0,10 5-8 16,-17 1-6-16,6 6 0 0,-1 3-4 0,-4 2-4 16,3 1 1-16,0 3-1 0,-1 4-4 0,4-1 2 0,1-2-1 15,1 2-2-15,4-2-2 0,4 0-1 0,0 0 1 16,3 2 1-16,3-3 3 0,-1-6-6 0,11 5-6 16,7 0 1-16,1-3-1 0,4-5-2 0,3 1-2 15,2-4-7-15,3-4 5 0,-3-4-8 0,0-1 1 16,2-1 7-16,-1-2-6 0,-4-1 5 0,-2-3 1 15,-2-1-3-15,0 0 7 0,-4-2-4 0,-6 4 6 16,4-7 4-16,-5-4-3 0,-3 7 7 16,0-8-3-16,-5 7 18 0,-4-2-1 0,3 1 7 15,-5 2 4-15,0 1 3 0,-2 1 9 0,0 4 3 16,-1-2 7-16,2 11 0 0,-2-11-5 0,2 11-6 0,0-10-5 16,0 10-6-16,0 0-10 0,0 0-1 15,0 0-3-15,0 0-4 0,-16 15 1 0,5-1-4 0,2 3 2 16,-3 6-3-16,1 0-3 0,2 2-1 15,3-1 0-15,2-4 2 0,-4 6 0 0,4 0-3 16,-1 0 2-16,4 1-4 0,0 2 0 0,1-2-1 16,-3 2 5-16,2 0-3 0,3-1 1 0,0-2 2 15,-5 0 3-15,3 0-4 0,-1-9 0 0,1 3-16 16,-2 0-14-16,1-3-20 0,0 0-11 0,1 1-30 16,0-1-20-16,-3-1-22 0,1 0-41 0,-1-5-44 15,2 5-185-15,-3 0-431 0,2-7 191 0</inkml:trace>
  <inkml:trace contextRef="#ctx0" brushRef="#br0" timeOffset="27478.41">29631 2724 84 0,'0'0'219'15,"0"0"-26"-15,0 0-19 0,0 0-12 0,0 0-15 16,0 0-14-16,4 22-9 0,-6-9-19 0,2-2-9 16,0 4-9-16,2 2-8 0,-1-2-5 0,3-2-11 15,2-2-6-15,0 0-4 0,1-1-9 0,4 1 2 16,1-3-12-16,-3-2-5 0,5-1-3 0,1-2-5 16,-1-3-5-16,5-3-2 0,-1-1-4 0,-5 1 4 15,4-4 0-15,-3-1 0 0,1-2 0 0,-2-1 4 16,-3 0 5-16,2-2 7 0,-6 3 2 0,3-4 11 15,-3-3 2-15,3 1 5 0,-5 0 2 0,0 3-2 16,-3 3-4-16,2-2 3 0,-1 3 13 0,0 2-5 16,-1 0-1-16,-1 7-8 0,3-9-8 0,-3 9-6 15,1-7-7-15,-1 7-5 0,0 0-2 0,0 0-7 16,0 0 3-16,0 0-4 0,0 0 0 0,6 18 0 16,-6-6 2-16,3 0-2 0,-2 0 2 0,0 3-2 15,3 1-7-15,0-1-10 0,0-4-5 0,-3 3-26 16,4-3-29-16,3-1-25 0,-1 0-28 0,6 2-27 15,1-2-35-15,2-4-9 0,3 1-27 16,0-3-121-16,9-2-364 0,0-3 162 0</inkml:trace>
  <inkml:trace contextRef="#ctx0" brushRef="#br0" timeOffset="27812.4">30334 2688 55 0,'-3'-11'154'0,"2"0"1"15,-4 1-9-15,-2 2-3 0,2 1-14 16,-2 1-8-16,-1 4 0 0,-2 0-9 0,-3 7-10 15,-5 2-9-15,0 3-7 0,2 3-12 0,0-1-6 16,0 2 0-16,5 1-14 0,0 1-2 0,-1-2-9 16,6-4-3-16,1 5-4 0,0-4-5 0,3 0 1 15,2 0-9-15,0-11-2 0,7 19-7 0,-2-13-7 16,4 1 0-16,1-4-4 0,0 1-11 0,3-1 5 16,0-2-7-16,-3-1 0 0,-10 0 2 0,24-5-2 15,-15 0 4-15,3 0 19 0,-5-1-4 0,0-1 7 16,-1-1 2-16,1-3 1 0,-1 2 18 0,-4 0-6 15,1-2 6-15,0 5 9 0,-2-1 6 16,2 1 10-16,-3 6 0 0,2-10-3 0,-2 10-8 16,1-6 25-16,-1 6-11 0,0 0-10 0,0 0-10 15,0 0-2-15,0 0-18 0,0 0-2 0,0 0 8 16,0 0-6-16,0 0 0 0,0 29-12 0,2-19-22 0,-1 1-13 16,3-1-24-16,-2 4-28 0,-2-14-42 0,12 20-61 15,-6-9-55-15,-1-2-135 0,3-3-396 0,2-1 175 16</inkml:trace>
  <inkml:trace contextRef="#ctx0" brushRef="#br0" timeOffset="28032.96">30598 2524 129 0,'3'-7'293'15,"-1"1"-18"-15,-2 6-19 0,1-8-24 0,-1 8-21 16,0 0-29-16,0 0-17 0,0 0-11 0,0 0-10 15,0 0-12-15,0 0-10 0,-3 35-5 0,-2-11-12 16,2 2-13-16,-1 0-8 0,2 1-10 16,-1-2-5-16,4 0-9 0,-2-1 0 0,1-3-6 0,1 3-15 15,3-5-42-15,-2 0-50 0,3 0-43 0,1-3-63 16,0 0-57-16,3 1-205 0,-2-5-455 0,3-2 202 16</inkml:trace>
  <inkml:trace contextRef="#ctx0" brushRef="#br0" timeOffset="28279.03">31240 2459 15 0,'2'-12'322'0,"2"3"-7"0,-1 3-13 0,-1 1-20 16,-2 5-21-16,4-10-33 0,-4 10-5 0,3-4-25 15,-3 4-13-15,0 0-12 0,0 0-24 0,0 0 13 16,0 29-12-16,0-9-4 0,-2 3-9 0,1 5-18 15,0-3-16-15,1 1 2 0,-3-1-19 0,2-4-4 16,1 5-6-16,1 0-11 0,-2-7-7 0,0 0-2 16,1-2-7-16,-2 0-21 0,5-2-15 0,-1 2-49 15,-2-5-41-15,2-1-51 0,-1 5-46 0,-1-5-28 16,1 0-43-16,-1-11-55 0,-1 15-188 0,1-15-529 16,-9 7 235-16</inkml:trace>
  <inkml:trace contextRef="#ctx0" brushRef="#br0" timeOffset="28662.36">31103 2677 26 0,'-1'-7'220'15,"1"7"-25"-15,0 0-25 0,25-8-10 0,-7 2-16 16,3 3-19-16,8-1-11 0,0 3-13 0,1-1-8 16,2 2-5-16,1-3-12 0,-1 2-7 0,-4 1-11 15,1 0-5-15,-11 0-3 0,3 0-4 0,-6 0-7 16,2 3-2-16,-8-3-5 0,2 0 10 0,-6 2 16 15,-5-2 6-15,12 0 7 0,-12 0 7 0,9 4 7 16,-9-4 12-16,3 8 4 0,-3-8 2 0,-2 13-5 16,2-4-5-16,0-9-2 0,-3 20-11 0,3-11-5 15,0-9-5-15,0 19-8 0,0-19-8 0,3 14-3 16,1-6-3-16,0 0-2 0,2-2-3 0,2 0 1 16,6 0-3-16,3-1-2 0,4-2-2 0,7 0 1 15,0-3-12-15,4-3 0 0,0-3 3 0,-1 1-13 16,-4-3 10-16,-9 3 3 0,0-3 3 0,-6 4-2 15,0-4 1-15,-3-3-1 0,-3 2-9 0,4-6-1 16,-7 0-8-16,-1-3 3 0,-3 0-1 0,-3-1-7 16,-2 4-3-16,0 1-3 0,-2 0-8 0,-2 4-10 15,-6 0-17-15,2 1-25 0,-4 4-26 0,-3 3-32 16,-5 5-38-16,-7 1-48 0,1 3-64 0,-4 7-238 16,3-1-548-16,5 3 243 0</inkml:trace>
  <inkml:trace contextRef="#ctx0" brushRef="#br0" timeOffset="30596.33">4970 4614 228 0,'0'0'256'0,"-3"-12"-14"0,2 6-22 16,1 6-13-16,-4-13-12 0,3 8-12 0,1 5-5 15,-3-10-9-15,3 10-12 0,0 0-7 16,-4-8-27-16,4 8-6 0,0 0-25 0,-1-7-8 0,1 7-14 16,0 0-8-16,0 0-11 0,0 0-4 0,0 0-4 15,0 0 1-15,6 38 2 0,-4-20 1 16,-1 7-1-16,0 1-1 0,2 2-7 0,-2-1-2 16,-2 0-3-16,1 1-1 0,0-2-3 0,-1-1-4 15,1 0 0-15,1-5-6 0,-2-1 1 0,2-2-12 16,-1 2-25-16,0-3-25 0,0-1-29 0,-1-1-39 0,-1-3-44 15,1-1-41-15,1 1-34 0,-1-3-197 0,-1 1-460 16,4-3 205-16</inkml:trace>
  <inkml:trace contextRef="#ctx0" brushRef="#br0" timeOffset="30912.23">5197 4743 123 0,'5'-5'226'0,"-5"5"-25"0,0 0-20 0,0 0-5 15,0 0-2-15,0 0-7 0,4 19-10 16,-4-9-17-16,1 1-12 0,1 2-15 0,-2-1-10 16,1 4-7-16,0-1-12 0,4 0-7 0,2-3-1 15,0-1-9-15,0-1-8 0,2-1 17 0,6 1 0 0,-5-5-6 16,8 2 1-16,0-4 4 0,0-1-6 16,2-4-5-16,0 1 1 0,0-5-5 0,-2 1 0 15,1-2-3-15,0-1 0 0,-3-1-7 0,-1-1 4 16,-4 0-4-16,0 1-2 0,-3 0 2 0,-1-2-6 15,-3-1-3-15,-2 0-4 0,-2-4-4 0,-2 0-4 16,-1 5-5-16,-2-5 5 0,-1 2-11 0,-4-1-7 16,1 1-7-16,0 4-6 0,0 3-4 0,-2 0-15 15,2 0-13-15,-4 2-16 0,0 4-20 0,-1-1-19 16,-6 4-17-16,0 1-25 0,0 5-35 0,4 2-32 16,-2 1-34-16,3 1-196 0,1 1-463 0,6-4 205 15</inkml:trace>
  <inkml:trace contextRef="#ctx0" brushRef="#br0" timeOffset="31162">5680 4560 181 0,'3'-5'303'16,"-3"5"-17"-16,0 0-14 0,2-9-16 0,-2 9-6 15,0 0-36-15,2-5-21 0,-2 5-22 0,0 0-17 16,0 0 5-16,0 0-1 0,5 31-5 0,-4-12-3 15,-1 8-7-15,1 1-9 0,-1 3-23 0,0-2-1 16,0 1-11-16,0 0-13 0,0 0-10 0,2 1 4 16,-1 1-21-16,-1-4 2 0,0 1-4 0,-1-3-18 15,1 0-34-15,1-7-38 0,-2-2-54 16,-1 2-56-16,1-1-46 0,1-3-80 0,-1 2-272 16,-2-5-584-16,3-1 259 0</inkml:trace>
  <inkml:trace contextRef="#ctx0" brushRef="#br0" timeOffset="31418.56">5942 4655 212 0,'1'-6'242'0,"-1"6"-20"0,0-8-15 0,0 8-14 16,0 0-15-16,0 0-19 0,-21 1-7 0,11 6-14 15,-6 1-14-15,-2 3-10 0,1 0-11 0,-4 5-10 16,-2 3-11-16,6-6-7 0,5-2-11 0,1 1-6 15,0-2-5-15,4-3-8 0,1 0-6 0,2 0 1 0,3-2-10 16,1-5-2-16,-1 13-2 0,3-6-1 16,3 1 0-16,3 1 2 0,0-1-6 0,3 0 1 15,5 2-1-15,3-4-1 0,9 2-3 0,-9-1-1 16,8 0-13-16,2-2-27 0,-1 0-28 0,2-3-49 16,-3 2-48-16,1-4-41 0,0 0-36 0,-10 2-130 15,0-1-384-15,-2-1 170 0</inkml:trace>
  <inkml:trace contextRef="#ctx0" brushRef="#br0" timeOffset="31794.94">6190 4910 2 0,'0'0'144'15,"0"0"-4"-15,9-1 7 0,-9 1 4 0,0 0-1 16,14-5-1-16,-14 5 4 0,12-5-7 0,-7 2-2 16,2-2-1-16,2-1-3 0,-1 3-6 0,0-4 2 15,1 0-3-15,-2 0-2 0,0-3-12 0,-1 3-5 16,-1-1-1-16,0-1-6 0,-2-3-17 0,-1 2 2 15,-2-2-11-15,2 1-10 0,-1-5-1 0,-1 3-5 16,0-4-8-16,1 0-7 0,1 2-9 0,0-2-8 16,1-1 0-16,2 1-4 0,1 0-4 0,3 6-6 15,-1 2-7-15,3-2-8 0,2-1 4 0,-1 7 1 16,0 0-6-16,0 1 0 0,-1 3-2 0,1 1-1 16,1 2 0-16,-1 2 0 0,-3 2-2 0,0 4 1 15,-2 1 2-15,0 3-1 0,-3 3 0 0,-1 8 2 16,-3-6 0-16,-2 6 1 0,0 2-2 0,-4-1 2 15,1-3 2-15,1-3-2 0,-3-2 1 0,3-3 1 16,0-3 0-16,3 0-7 0,0-1 3 0,2 0-2 16,-1-1 0-16,3-1 9 0,2 0-5 0,0-1-2 15,7-2 7-15,4 0 5 0,5-2-7 0,7-4-16 16,4-2-32-16,-2 1-49 0,2-5-69 0,3-1-93 16,-5 4-232-16,0-6-523 0,-2-1 232 0</inkml:trace>
  <inkml:trace contextRef="#ctx0" brushRef="#br0" timeOffset="31943.19">7000 4880 163 0,'0'0'509'0,"7"2"-37"0,-7-2-25 15,0 0-6-15,4 5-9 0,-4-5-8 0,0 0-12 16,0 0-21-16,3 5-34 0,-3-5-33 0,0 0-31 16,0 0-36-16,0 0-28 0,0 0-42 0,0 0-55 15,0 0-71-15,0 0-95 0,7 4-111 0,-7-4-138 16,0 0-146-16,0 0-345 0,0 0-838 0,0 0 371 15</inkml:trace>
  <inkml:trace contextRef="#ctx0" brushRef="#br0" timeOffset="75679.03">21027 7445 77 0,'0'0'221'0,"0"0"-15"0,0 0-14 16,0 0-4-16,0 0-7 0,0 0-14 0,0 0-10 16,0 0-14-16,0 0-10 0,0 0-11 0,0 0-10 15,0 0-11-15,0 0-13 0,0 0-11 0,0 0-5 16,0 0-7-16,2-7-9 0,-2 7-4 0,0 0-8 16,0 0-6-16,0 0-4 0,0 0-4 0,0 0 2 15,-15 16-5-15,9-9-4 0,-1 2-5 0,-2 6-2 16,0 1 3-16,0 1-5 0,0 0 1 0,-1-2-4 15,-2 7 1-15,6-3 0 0,-2-1-5 0,2-2 0 16,2 1-3-16,0 0-1 0,0-1 2 0,2 1-1 16,-1-2-1-16,0 0 2 0,2 0-3 0,1-1 1 15,1-1-3-15,-1 1 4 0,2-5-2 0,0 3 0 16,1-3 0-16,1 1 1 0,0 0-2 0,2-2 4 16,0 2-1-16,2-2 3 0,0 1 0 0,-2-5 5 15,3 3 4-15,0-3-2 0,3 1 3 0,-2-2 0 0,-4 1-2 16,2-1-2-16,0-3 3 0,0 0-1 15,1 0-3-15,-9 0 7 0,17 0-2 0,-7-3 2 16,-1-1-1-16,3-2-2 0,-2 2 1 0,0-1-3 16,-2-2 7-16,2-1 1 0,-1-1-1 0,1 0-3 15,-2-1 9-15,2-2-8 0,-5-4-6 0,2-1 2 16,-2 1-3-16,2-9 0 0,0 1-6 0,-3-4 3 16,-2 1 0-16,2 0 1 0,-1 3-1 0,-2-1 1 15,-2 5 0-15,-1 2 1 0,2 0-2 0,-1 1 5 16,0 0-1-16,1 6 4 0,-3-2 0 0,1 4 1 0,-1 2 1 15,0 0-3-15,-1 2-6 0,4 5-4 16,-5-10 4-16,-1 7-3 0,6 3 10 0,-10-4-15 16,0 4-4-16,10 0 0 0,-22 5-9 0,12 0-6 15,-7 3-11-15,4 0-8 0,2-1-18 0,2-1-11 0,-1 3-18 16,-1 0-14-16,4-1-20 0,-2 2-15 16,2 0-25-16,2-3-17 0,0 2-6 0,3 0-9 15,-1 1-22-15,2-3-119 0,-1-1-357 0,2-6 158 16</inkml:trace>
  <inkml:trace contextRef="#ctx0" brushRef="#br0" timeOffset="77648.97">21278 7699 114 0,'0'0'113'16,"0"0"-22"-16,0 0 12 0,0 0-8 0,0 0 1 15,0 0-10-15,0 0-5 0,0 0-12 0,0 0-6 16,0 0-6-16,0 0-10 0,0 0-15 0,0 0 12 16,0 0-4-16,0 0-4 0,-9-3-8 0,9 3 7 15,0 0 17-15,0 0 0 0,0 0 9 0,0 0 7 16,26 7-3-16,-12-5-5 0,5-1-3 0,6-2 2 16,7 1-4-16,4-2 0 0,1-1 6 0,0-1-6 15,2 0 1-15,1 2-7 0,-4-2-1 0,-1-1-6 16,-2 1-8-16,-4-1-2 0,-1 1-2 0,-7 1 3 15,-1 2-6-15,1-3 1 0,-4 1-5 0,-4 3 8 16,0-2-4-16,0 1 4 0,-1 2 1 0,-3-5 3 16,-9 4 2-16,15-1 6 0,-11 0-1 0,-4 1 1 15,7-2 1-15,-7 2 4 0,0 0-1 0,9 0 0 16,-9 0 1-16,0 0-6 0,0 0-4 0,9-2-7 16,-9 2 8-16,0 0-13 0,0 0-1 0,0 0-3 15,0 0-6-15,0 0 0 0,0 0 1 0,0 0-6 16,0 0 0-16,0 0-2 0,0 0-3 0,0 0-1 15,0 0 2-15,9 2-3 0,-9-2-2 0,0 0-1 16,0 0 8-16,0 0-10 0,0 0 2 0,0 0-2 16,0 0 0-16,0 0 2 0,0 0 0 0,0 0-2 15,0 0-2-15,0 0 4 0,0 0-4 0,0 0 4 16,0 0-2-16,0 0-2 0,0 0 3 0,0 0 1 16,0 0-2-16,0 0 6 0,0 0-7 0,0 0 0 15,0 0 2-15,0 0 0 0,7 3 2 0,-7-3-1 16,0 0 3-16,0 0-3 0,0 0 4 0,0 0-2 0,0 0 0 15,0 0 0-15,0 0 2 0,0 0 0 16,0 0 1-16,0 0-2 0,0 0-1 0,0 0 0 0,0 0 2 16,0 0-3-16,0 0 1 0,0 0 0 15,2-12 2-15,3 7-6 0,-5 5 3 0,5-8 0 16,-1 1-1-16,-1 2 0 0,-3 5 3 0,9-16-5 0,-7 9 2 16,2-2-1-16,0 0 4 0,1-2-4 15,-2 4 2-15,0-2 0 0,0 2 0 0,1-2-3 16,0 0 2-16,-2 4 1 0,1-1 2 0,-3 6-3 15,5-10-1-15,-1 6 3 0,-4 4-5 0,3-7 4 0,-3 7-2 16,4-6-1-16,-4 6 0 0,0 0-3 0,4-5 0 16,-4 5 2-16,0 0 1 0,9-4 0 0,-9 4-2 15,10 0 0-15,-10 0 2 0,13 3-4 0,-5-2 2 16,-2 3-2-16,4 1 4 0,-1-1-6 0,2 2 5 16,4 3-2-16,-5 0 1 0,2-3-1 0,-2 2 0 15,2 2 1-15,-1-1 3 0,-2-1-2 0,1 1 1 16,3 4-1-16,-4-3 3 0,-1-2-4 0,2 0 10 15,-3-1-9-15,1 1 4 0,0-1-2 0,1-1-5 16,-3-1 2-16,0 1 13 0,1-3-10 0,-2 1-2 16,0 0 4-16,-5-4-1 0,8 4 0 0,-4 2 2 15,-4-6 1-15,0 0 4 0,7 1-2 16,-7-1 11-16,0 0 9 0,5 3 7 0,-5-3-1 0,0 0 2 16,0 0 6-16,12-10-13 0,-7 4-8 0,-1 0 1 15,2-4-11-15,2 0 7 0,-2 0-3 0,3-2-1 16,0-3-2-16,1 1 0 0,-2 1-1 0,1-1-4 15,0 2 3-15,0-1-3 0,-1 4 2 0,2-5-1 16,-1 4 0-16,-2 2-3 0,1 1 5 0,0-2-7 16,1 4-2-16,-4-1 1 0,1 1 3 0,-2 1 23 15,1 1-2-15,1 0-3 0,-6 3 2 0,9-4-10 16,-9 4 1-16,11 0-6 0,-11 0 0 0,12 3 1 16,-7 1-3-16,4 0-1 0,-1 0-2 0,1 3 0 15,-1 0-3-15,1-1 11 0,-3 1-11 0,3-1 0 16,-1 2-1-16,-1 0 5 0,0-1-5 0,3 1 4 15,-4-3-3-15,2 3 4 0,-1 0 2 0,3-5 0 16,-4 1-6-16,-2 1 4 0,1-1-2 0,-1 0 2 16,1 0-3-16,-5-4-1 0,9 5 2 0,-4-2 3 15,-5-3-6-15,8 3 7 0,-8-3-3 0,5 3 6 16,-5-3-2-16,9 1-5 0,-9-1 6 0,0 0-3 16,11-10 2-16,-6 7-5 0,1-4 7 0,1-2-7 15,1 2 0-15,1-2 4 0,-1-2-5 0,2-2 3 16,0-1 7-16,-1-1-13 0,2 0 2 0,-2 2-4 15,2 0 0-15,0 0 0 0,-3 4 0 0,-2-1 1 16,3 0-1-16,-3 3 3 0,-1 2-6 0,1 0 5 16,-1 3-7-16,0-2-2 0,-5 4 4 0,13-2 0 0,-13 2-3 15,11 2 5-15,-4 1-7 0,-2 0 5 0,2 2-3 16,1 4 3-16,-2-3 1 0,2 4 2 16,0-1-2-16,-2 0 4 0,2 2-3 0,-3-1 1 15,4-3 4-15,-3 2-4 0,-1-2 1 0,2 1 1 0,-2 1 1 16,0-3 2-16,1 0-1 0,-1-2 2 0,1 2-2 15,-3-3 1-15,-3-3 0 0,9 8 9 0,-5-4-10 16,-4-4 0-16,6 3 5 0,-6-3-1 16,7 3 1-16,-7-3-2 0,0 0 3 0,14-6 3 0,-5 0 0 15,-1 0-5-15,1-4 4 0,2 1-7 0,1-3-3 16,-2 0 5-16,2 0 0 0,-1 1 0 0,0-4-2 16,1 3-6-16,-1-2 3 0,-4 4-1 0,3 2 3 15,-4 0-1-15,-2 2 0 0,3 2-3 16,-4-2 0-16,2 2 0 0,-5 4-3 0,7-5 0 0,-7 5 0 15,7-1-3-15,-7 1 1 0,0 0 3 0,11 6-2 16,-9-2 3-16,6 5-1 0,-4-2 2 0,-2 3-1 16,2-1 0-16,-1 1 3 0,-1-1 0 0,2 1-1 15,-3 0-2-15,3 0 2 0,1-3-3 0,-2 2 4 16,-1 0 2-16,1-2-4 0,1 1 4 0,0-3 0 16,-2 2 0-16,1 0 1 0,-3-7 1 0,2 10-4 15,1-6 2-15,-3-4 11 0,6 7-9 0,-3-3 1 16,2 0-1-16,-5-4-1 0,9 5 2 0,-3-4 0 15,2 2 1-15,2-3 1 0,1 2 6 0,1-1 2 16,6-1-4-16,1 0 0 0,2-1 2 0,7-2 1 16,4 1 0-16,0-2-3 0,3-2 0 0,3 1 0 15,16-5-4-15,3 2 13 0,-2 2-13 0,2 1 1 16,2-4-1-16,4 2 3 0,1 0-6 0,-2 3 2 16,3 1-1-16,3-1-1 0,20 0-2 0,-23 1-2 15,24-5 8-15,-29 6-3 0,4-1-4 0,26-1 10 16,-26 2-8-16,1 2 0 0,0-6 1 0,-1 4-3 15,-1 0 4-15,-3 1 2 0,-9-1-4 0,3 2 0 16,-16-5-4-16,12 3 3 0,-15 0 6 0,-1 2-5 16,-6-2 7-16,-1 1 2 0,-5 0 8 0,-4-1 2 15,0 2 1-15,-7-1 20 0,1 1-5 0,-1 0 0 16,-3 0 9-16,-8 0 3 0,12-1 3 0,-12 1-2 16,11-1 2-16,-11 1 2 0,5-2-6 0,-5 2 10 15,0 0-9-15,0 0-11 0,13 1-5 0,-13-1 3 16,0 0-7-16,0 0 0 0,0 0-5 0,0 0 0 15,0 0-4-15,0 0-2 0,0 0-3 0,0 0-2 16,0 0-6-16,7 1 7 0,-7-1-11 0,0 0-4 16,0 0-6-16,0 0-4 0,0 0-26 0,0 0-20 15,0 0-31-15,0 0-29 0,0 0-36 0,0 0-39 16,0 0-43-16,0 0-41 0,0 0-32 0,0 0-259 16,0 0-613-16,0 0 272 0</inkml:trace>
  <inkml:trace contextRef="#ctx0" brushRef="#br0" timeOffset="80254.45">22366 6831 107 0,'0'-11'177'0,"-2"0"3"0,2 4-1 15,-1-2 0-15,0 1-7 0,1 8-6 0,-2-15 15 16,0 9-10-16,2 6-6 0,-1-10-8 0,1 10-12 15,0-10-17-15,0 10-11 0,0 0-16 0,-2-9-12 16,2 9-10-16,0 0-12 0,0 0-9 0,0 0-8 16,0 0-6-16,0 0-2 0,0 0-5 0,0 0-2 15,0 0-3-15,-2 35-7 0,4-19 0 0,-2 2-1 16,2 1-3-16,0 6-1 0,-2-6-2 0,3 1 4 16,-1 3-5-16,0-4-3 0,-2-1-3 0,1 2 3 15,0-4-4-15,0 4 4 0,2-4-5 0,-3 3-2 0,4-1 3 16,-3-3-2-16,2 1-1 0,-6 0 1 0,4-4-2 15,1 1-1-15,-1-1-2 0,0-1-11 16,-1-1-17-16,0 2-16 0,0-5-19 0,1-1-22 16,-1-6-23-16,0 13-25 0,0-13-25 0,0 7-18 0,0-7-11 15,0 0-16-15,0 0-133 0,0 0-359 16,0 0 159-16</inkml:trace>
  <inkml:trace contextRef="#ctx0" brushRef="#br0" timeOffset="80612.73">22341 6799 95 0,'4'-11'164'0,"-3"0"-10"0,4 1-4 15,2-1-9-15,2-1-7 0,4 0-10 0,-1 1-10 16,4 0-11-16,0 0-12 0,1 3-7 0,-3 2-12 16,0 1-4-16,-1 3-9 0,-2 2-10 0,1 0-4 0,-1 1-5 15,-4 0-4-15,2 2 1 0,-3 1-10 0,-1 2-1 16,-2 1-3-16,-2 3-1 0,0 3 3 15,-3-1 1-15,-3 3-6 0,-2-1-2 0,-2 0 0 16,-1 1-2-16,1-3-1 0,-4-2-2 0,3-1 0 16,2-2-1-16,-2 0 2 0,3 0-3 0,1-4 2 0,0 2 9 15,1-1-8-15,5-4 4 0,-10 3 1 16,10-3-1-16,-8 3-5 0,8-3 1 0,0 0-1 16,0 0-5-16,-5 4 0 0,5-4-4 0,0 0-2 15,0 0 2-15,0 0-3 0,0 0-1 0,0 0 1 0,10 15 1 16,-3-11 0-16,1-1 1 0,1 4-5 15,3-2 2-15,1 1 5 0,1 3-4 0,2 0-12 0,0 1-29 16,0-1-34-16,1 0-30 0,1-1-32 16,-4 3-32-16,1-1-118 0,-6-3-308 0,3 0 137 15</inkml:trace>
  <inkml:trace contextRef="#ctx0" brushRef="#br0" timeOffset="80815.06">22760 6931 172 0,'2'-9'297'0,"-2"9"-1"16,1-12-6-16,-1 12-14 0,3-13-22 0,-3 13-23 16,0-8-15-16,0 8-34 0,0 0-21 0,1-7-21 15,-1 7-9-15,0 0-21 0,0 0-10 0,0 0-13 16,0 0-10-16,0 0-26 0,9 30-36 16,-7-18-34-16,2 5-33 0,1 2-43 0,0 4-40 0,3 4-35 15,2-2-43-15,-2 4-188 0,-7-5-433 0,6 3 191 16</inkml:trace>
  <inkml:trace contextRef="#ctx0" brushRef="#br0" timeOffset="81396.06">22105 8071 188 0,'0'0'279'0,"-2"-11"-7"15,-3 5-9-15,5 6-9 0,0-10-15 0,0 10-18 16,0 0-23-16,-2-9-20 0,2 9-21 0,0 0-21 16,0 0-14-16,0 0-15 0,0 0-13 0,0 0 2 15,0 0-8-15,0 0 2 0,-3 35-12 0,3-18-8 16,2 1-9-16,-1 1-3 0,-4 0 3 0,5-1-16 15,-2 2-3-15,-2-1-3 0,2 0-7 0,0 0 2 16,2-2-8-16,-2 0-4 0,3-1 2 0,-3-1-9 0,2-2-16 16,-1-2-23-16,-1 0-30 0,0 0-27 15,1-1-31-15,0 0-45 0,1 0-33 0,-1-3-30 16,2 3-31-16,-1-2-166 0,-2 1-451 0,0-9 199 16</inkml:trace>
  <inkml:trace contextRef="#ctx0" brushRef="#br0" timeOffset="81714.16">22221 8251 53 0,'4'-4'245'0,"-4"4"-25"16,0 0-16-16,4-5-17 0,-4 5-18 0,0 0-13 15,0 0-3-15,4-6-22 0,-4 6-8 0,0 0-6 16,0 0-12-16,0 0-9 0,0 0-8 16,10 15-7-16,-9-10-9 0,3 0-3 0,1-1-11 0,0 3-3 15,0-1-8-15,2-2-2 0,2 0-5 0,2 1-1 16,1-1-4-16,2 0 3 0,-2-3 1 0,5 2 6 15,0-3 0-15,-3 0 5 0,-1-2-4 0,-2 0 0 16,2-1 2-16,-3-1 5 0,0 0-13 0,0 0-1 16,-2-2-2-16,0 0 3 0,-2-1 4 0,1-1 3 15,-4 0-10-15,-1-3-5 0,-4 2-1 0,2-3-5 16,-1 0-2-16,-3-1-2 0,2 3 1 16,-4-1-5-16,0 1-4 0,1 4-3 0,1-2-13 15,-2-1 20-15,2 4-14 0,-2 0-15 0,1 1-18 0,5 4-20 16,-12-5-28-16,4 4-26 0,8 1-22 0,-19 6-40 15,10 1-43-15,-1-2-28 0,0 4-181 0,0 0-452 16,2-2 200-16</inkml:trace>
  <inkml:trace contextRef="#ctx0" brushRef="#br0" timeOffset="81962.82">22592 8052 340 0,'2'-6'334'0,"-2"6"-4"0,2-9-11 0,-2 9-14 0,2-9-16 16,-2 9-23-16,4-5-31 0,-4 5-30 0,0 0-24 16,0 0-12-16,0 0-24 0,0 0-12 0,0 0-8 15,0 0-4-15,8 14-5 0,-6-5-9 0,0 3-11 16,0 0-26-16,1 5 11 0,-2 0-10 0,1-1-4 16,1 2-8-16,-2-1-8 0,2 1-3 0,1-1-3 15,-4 0-1-15,1-2-22 0,0 1-41 0,0 0-48 16,1-5-32-16,-2 2-31 0,0-3-32 0,0 3-41 15,0-3-37-15,1 1-28 0,-1-6-15 0,3 3-202 16,-3-1-523-16,0-7 232 0</inkml:trace>
  <inkml:trace contextRef="#ctx0" brushRef="#br0" timeOffset="82179.06">22780 8111 226 0,'1'-10'235'0,"-1"4"-4"0,0 6 4 16,2-12-13-16,-2 12-15 0,-2-9-18 0,2 9-15 15,-4-7-21-15,4 7-13 0,0 0-13 0,0 0-10 16,0 0-15-16,-20 16-8 0,13-9-7 0,2 2-11 16,-1-2-6-16,1 5-7 0,1-2-6 0,0 0-8 15,1 0-5-15,1 1 0 0,0 0-7 0,2-2-6 16,0 2 0-16,3-2-2 0,-2 1-16 0,2-1-26 16,1-1-28-16,0 1-37 0,2-2-43 0,3 1-53 15,-1-1-44-15,3-1-189 0,-1 1-440 0,1-3 195 0</inkml:trace>
  <inkml:trace contextRef="#ctx0" brushRef="#br0" timeOffset="82578.55">22988 8296 9 0,'0'0'206'16,"10"0"0"-16,-10 0-1 0,0 0 3 0,13-3 2 0,-13 3-4 16,13-3-7-16,-7 0-6 0,3 0-6 15,3-3-6-15,0 2-12 0,0 1-9 0,4-4-7 16,1 1-4-16,-3 2-3 0,0-3-10 0,0 1-4 15,-4 0 3-15,1 0-6 0,-5 2 2 0,3-2 0 16,-5 0-10-16,1 2-2 0,-1-2-14 0,-2-4-6 16,1 4-9-16,-3-5-13 0,0 2-6 0,0-1 0 15,-1 0-7-15,-2 1-9 0,2-3-3 0,-2 4 4 16,1-1-17-16,-1-1-3 0,2-2-10 0,-2 4-14 0,3 0 10 16,0 8-8-16,0-14-4 0,3 7 3 0,2-1-24 15,1 1 5-15,5 0-6 0,-1 1-1 16,3 2-1-16,3 0-3 0,-2 3 8 0,2 1-21 15,-1 1 14-15,-2 0 1 0,-3 3 3 0,3 0 3 0,-4 2-3 16,-2 2 2-16,0-1 5 0,0 1-1 16,-2 1-5-16,-2 0 10 0,0 1-3 0,-2-1 12 0,0-1-12 15,0 0 2-15,1 0-2 0,-1-2 8 16,-1-6-13-16,0 13 12 0,3-9-17 0,-2 2 16 0,2 0 5 16,-3-6-9-16,6 10-1 0,-1-7-18 0,5 3-34 15,-3-5-34-15,5 1-35 0,0-1-32 0,6 1-40 16,1-5-56-16,3 1-44 0,6-5-258 0,-7 4-598 15,4-8 265-15</inkml:trace>
  <inkml:trace contextRef="#ctx0" brushRef="#br0" timeOffset="84950.52">25565 6982 42 0,'-2'-9'81'0,"0"-1"6"0,-1 3-1 15,3 7 5-15,-4-13 0 0,2 7 2 0,-2-4-14 16,0 1 15-16,0 1 1 0,2 0 0 0,-1 2 1 16,1-2-9-16,0-2 9 0,-2 4-2 0,2-1 5 15,-1 1 7-15,3 6 0 0,-2-9-13 0,2 9-7 16,-7-8-5-16,7 1 5 0,0 7 5 0,-6-7 1 16,6 7-7-16,0 0-5 0,-3-6-4 0,3 6-6 15,0 0-11-15,0 0-5 0,0 0-7 0,-2-8-7 16,2 8-4-16,0 0-9 0,0 0-9 0,0 0 2 15,0 0-3-15,0 0-2 0,0 0-5 0,-11 17 3 16,11 0-4-16,-2 2 6 0,2 9 3 0,-3 1 3 16,0 6 6-16,1 12-2 0,0 1 0 0,2 0 2 15,-2 1 1-15,0 3-4 0,-1-3-1 0,3 1 1 16,3-1 9-16,-3 3-10 0,2-1 1 0,1 2 0 16,0-1 1-16,0 2 1 0,2-2 0 0,-1 1 0 15,5-2-3-15,-5-2 1 0,-2 0-2 0,1-2 6 16,2-11 5-16,-3 0-4 0,3 0 1 0,1-4-3 15,-2 1 0-15,1 0-4 0,-1-2 2 0,2-3-7 16,0 2 1-16,-1-4-2 0,1 2 1 0,-2-4-2 16,1 3-1-16,0-3-5 0,-3-4 2 0,4 4-5 15,-1-5 17-15,-3 8-16 0,1-9-1 0,1 1 4 16,-2-1-6-16,3-2-2 0,-3 2 1 0,-1-2 0 16,-1-2 1-16,0 2 1 0,0-5-16 0,1 1-17 0,-1-3-19 15,0-1-22-15,0-8-29 0,-2 12-30 16,2-5-28-16,0-7-27 0,-2 9-19 0,2-9-38 15,0 0-201-15,0 0-476 0,0 0 211 0</inkml:trace>
  <inkml:trace contextRef="#ctx0" brushRef="#br0" timeOffset="86217">25510 6732 88 0,'0'0'115'0,"0"0"-14"15,0 0 1-15,0 0-11 0,0 0-4 0,0 0-1 16,0 0-10-16,0 0 5 0,0 0-2 0,0 0-5 0,0 0-2 16,0 0-1-16,0 0 2 0,0 0-7 0,0 0-4 15,0 0-7-15,0 0 1 0,0 0-10 0,0 0-5 16,0 0-4-16,0 0-4 0,0 0 6 0,0 0-14 15,0 0 1-15,0 0 5 0,0 0-3 0,24 13 1 16,-14-7-3-16,0-1 15 0,3 3 0 0,5 2 12 16,7 2 3-16,-3 1-1 0,5 2 2 15,4 0 3-15,3 1 2 0,14 4 6 0,-2 0-5 0,4-2-6 16,-3-1-3-16,5 4-1 0,0-1-2 16,6 1-6-16,-1-2-4 0,6-2-3 0,26 5 1 0,-26-5-4 15,22 10-5-15,-24-11 18 0,3-1-8 0,24 8-4 16,-32-7-3-16,1 0 2 0,-3 1-11 0,5 1-3 15,-8 0 0-15,-4 1-3 0,-11-7 1 0,14 2 1 16,-14 1-2-16,-3 1-3 0,3-2 0 0,12 5 5 16,-13-4 0-16,10 1 0 0,-10-3 0 0,-1 1-5 15,0-1 6-15,3-2-7 0,-2 0-2 0,-5 1-1 16,-1-2 3-16,-4 0 4 0,1 0-5 0,-6-1-1 16,-2-3-2-16,2 0 2 0,-2 1-2 0,-2-2 2 15,0 2 3-15,-3-4 3 0,-3 3 3 0,3-3-2 16,0 0-1-16,-2 3 1 0,-1-3 0 0,-4 1-1 15,2-1-1-15,-2-3-1 0,-6 0 1 0,11 4-1 16,-3-2 1-16,-2 1-2 0,0 0 4 0,-6-3-1 16,7 4-7-16,-7-4-1 0,6 3 2 0,-6-3-3 15,0 0-2-15,0 0 0 0,7 3 2 0,-7-3 6 16,0 0-13-16,0 0 1 0,0 0-3 0,0 0 4 16,8 1-1-16,-8-1-2 0,0 0 3 0,0 0 4 15,0 0-5-15,0 0 1 0,0 0-3 0,0 0 3 16,0 0 4-16,0 0-6 0,-15 16 3 0,9-12 4 15,-1-2-9-15,-3 3 10 0,0-1 2 0,-3 1-9 16,-2 5 0-16,-2 1 1 0,-8 2-2 0,0-4 3 16,-1 4-4-16,-6 2 2 0,1-2 3 0,-1-1-5 15,-2 1 3-15,-3 3 0 0,1-3 0 0,-14 6 3 16,5-2-7-16,-2 4 1 0,1-2 4 0,-2-2-7 16,-2 5 7-16,1-1-4 0,-1-2 1 0,-2 4 7 15,3 0-5-15,-3 1 1 0,2 0-6 0,0 1 2 16,2-2-2-16,1 2 1 0,0-3-5 0,5 2 1 15,10-7 2-15,-4 4 8 0,-7 6 1 0,1-3-12 16,10-3 3-16,1 1 3 0,-9 6-1 0,6-8 0 16,-7 8-1-16,10-8-2 0,-1 0 5 0,-8 11 2 15,9-10-4-15,1-1-1 0,1-2 3 0,0 1-2 16,-3 0 3-16,3-1-7 0,0 4 5 0,0-4-3 16,0-2 2-16,2 1 3 0,5-4-6 0,5-4 8 15,3 2-1-15,2-5-7 0,0-1 3 0,4 3 0 16,-2-2 0-16,3 1-1 0,-3-3 6 0,5-1-1 15,-2 0-1-15,2 1 8 0,5-4-8 0,-8 3-3 16,8-3 3-16,-7 4-3 0,7-4 3 0,0 0-1 16,-7 2 2-16,7-2 2 0,0 0-1 0,0 0 0 15,-6 3-8-15,6-3 1 0,0 0 7 0,0 0-2 16,0 0-8-16,0 0-5 0,0 0-10 0,0 0-14 16,0 0-18-16,0 0-10 0,0 0-19 0,0 0-10 15,0 0-16-15,0 0-14 0,0 0-9 0,0 0-8 16,0 0-11-16,0 0-1 0,0 0-1 0,0 0-14 15,0 0 9-15,0 0-10 0,0 0-8 0,0 0-4 16,0 0-131-16,0 0-335 0,0 0 148 0</inkml:trace>
  <inkml:trace contextRef="#ctx0" brushRef="#br0" timeOffset="87262.81">25886 7413 13 0,'0'0'161'0,"0"0"-7"0,0 0-7 0,0 0-3 0,0 0-9 15,0 0-1-15,0 0-6 0,0 0-1 0,0 0-1 16,0 0-5-16,0 0-4 0,0 0 0 0,0 0-9 16,0 0-2-16,0 0-2 0,0 0-4 0,0 0-5 15,0 0 15-15,0 0-9 0,0 0-3 0,0 0-10 16,0 0-9-16,0 0-3 0,0 0-3 0,0 0-3 16,0 0-4-16,0 0-7 0,0 0-4 0,0 0-4 15,0 0-5-15,-25 2-7 0,25-2-7 0,-9-1-3 16,9 1 1-16,-13 0-3 0,13 0-2 0,-11 1-2 15,11-1 0-15,-12 0 0 0,12 0 0 0,-11 4 0 16,11-4 5-16,-11 1-1 0,11-1 1 0,-11 2-4 16,11-2 0-16,-9 0-1 0,9 0-5 0,-9 0-3 15,9 0-2-15,-11 1-2 0,11-1 2 0,0 0-3 16,0 0 2-16,-9 1-7 0,9-1 3 0,0 0 1 16,0 0-2-16,0 0-3 0,-7 1 3 0,7-1-2 15,0 0 3-15,0 0-2 0,0 0 1 0,0 0 3 16,0 0 13-16,0 0-10 0,0 0-2 0,0 0 0 15,36-2-2-15,-23 2 2 0,5-3 1 0,3 0-4 16,-4 0 6-16,0-1-6 0,-5 0 0 0,2 2-1 16,-2 1-1-16,1-2 5 0,-1 0-9 0,0 2 5 15,-1 0-1-15,-3 1-2 0,0-2-3 0,-8 2 1 16,11-1 5-16,-11 1-5 0,14-2 8 0,-14 2-1 16,9 0-9-16,-9 0 2 0,9-3-1 0,-9 3-2 15,0 0 5-15,0 0 4 0,0 0 2 0,9 0 11 16,-9 0-6-16,0 0 4 0,0 0-10 0,0 0 5 15,0 0 3-15,0 0-9 0,0 0 1 0,7 4-1 16,-7-4-9-16,0 0 6 0,0 0-21 0,0 0-26 16,0 0-34-16,0 0-33 0,0 0-29 0,0 0-32 15,0 0-53-15,-11 16-41 0,1-6-243 0,4 0-549 16,-5 2 243-16</inkml:trace>
  <inkml:trace contextRef="#ctx0" brushRef="#br0" timeOffset="88012.66">25833 8083 159 0,'0'0'178'0,"0"0"-7"0,0 0-4 15,0 0-2-15,0 0-5 0,0 0-3 0,0 0-2 16,0 0-6-16,0 0-10 0,0 0 10 0,0 0-6 15,0 0-5-15,0 0-7 0,0 0-5 0,0 0-3 16,0 0-6-16,0 0-1 0,0 0-6 0,0 0-7 16,0 0-5-16,0 0-6 0,0 0-10 0,0 0-3 15,0 0-20-15,0 0 4 0,0 0-5 0,0 0 1 16,0 0 0-16,0 0-6 0,0 0 10 0,0 0-9 16,0 0-7-16,0 0 3 0,-28-3 4 0,28 3 1 15,0 0 8-15,0 0 1 0,0 0-5 16,-9-3-7-16,9 3-10 0,0 0 3 0,0 0-5 0,0 0-10 15,0 0 4-15,0 0-3 0,0 0 0 0,0 0 2 16,0 0-12-16,0 0-1 0,0 0-4 0,0 0 1 16,0 0-3-16,0 0 8 0,30-10-10 0,-13 6 3 15,4-2-5-15,-1 1 0 0,0 0-1 0,-2 0-4 16,0-2 3-16,0 5-6 0,-5-2 1 0,1 2-17 16,1-2 14-16,-3 3 6 0,-1-2 0 0,0-1-7 15,1 2 5-15,-4-1 7 0,1 2-12 0,-1 0 5 16,0-3-8-16,-1 3 6 0,-7 1 0 0,11-3 9 15,-11 3-10-15,9-4 3 0,-9 4-9 0,9-1-10 16,-9 1-23-16,0 0-17 0,7-2-10 0,-7 2-30 16,0 0-23-16,6-1-26 0,-6 1-24 0,0 0-21 15,0 0-21-15,0 0-27 0,0 0-18 0,0 0-22 16,0 0-182-16,0 0-496 0,0 0 220 0</inkml:trace>
  <inkml:trace contextRef="#ctx0" brushRef="#br0" timeOffset="88278.26">25940 7936 230 0,'0'0'330'16,"0"0"-7"-16,-4-7-9 0,4 7-9 0,0 0-8 16,0 0-18-16,0 0-26 0,0 0-31 0,0 0-25 15,0 0-20-15,0 0-7 0,-1-8-33 0,1 8-15 16,0 0-10-16,0 0-12 0,0 0-20 0,0 0-7 15,0 24 4-15,-2-9-17 0,2-2-3 0,-2 4-8 16,0 1-2-16,4-3-4 0,-2 4-7 16,0 0-8-16,0 0 4 0,2 0 2 0,0-1-33 0,1 0-50 0,-1 1-42 15,2 0-38-15,-4-2-55 0,0 3-60 16,2-2-47-16,-2 1-243 0,-2 1-577 0,-2-1 257 16</inkml:trace>
  <inkml:trace contextRef="#ctx0" brushRef="#br0" timeOffset="96099.08">25523 8187 19 0,'0'0'55'0,"0"0"-4"0,0 0 3 16,0 0-5-16,0 0-1 0,0 0 6 0,0 0-6 0,0 0 5 16,0 0-6-16,0 0-1 0,0 0-14 15,0 0 11-15,0 0-1 0,0 0-2 0,0 0-9 16,0 0 5-16,0 0-2 0,0 0 0 0,0 0-2 15,0 0-8-15,0 0 2 0,0 0 7 0,0 0-11 0,0 0 3 16,0 0 5-16,0 0-8 0,0 0 6 16,0 0-2-16,0 0 3 0,0 0 8 0,0 0-5 0,0 0 7 15,0 0-5-15,0 0-2 0,0 0 0 0,0 0 4 16,0 0 2-16,0 0-1 0,0 0-3 0,0 0-6 16,0 0 9-16,0 0-8 0,0 0-1 0,0 0-5 15,0 0 1-15,0 0-4 0,-16-4-2 0,16 4-6 16,0 0 3-16,0 0 5 0,-14 0-3 0,14 0 1 15,-12 0 4-15,12 0-5 0,-15 0-2 0,6 0-4 16,-4 0 1-16,3-1 2 0,-3 2-4 0,2-1 5 16,0 0-8-16,-3 2 1 0,1 0 0 0,-5-2-3 15,0 1 7-15,0 1-8 0,-1 1 6 0,2 1-2 16,-1 0-15-16,0-2 13 0,-4 1-6 0,1 1-1 16,1-2 4-16,-1 3-2 0,1 0 2 0,-1-2-3 15,0 1-5-15,-8 0 10 0,1 2 2 16,0-1 1-16,1 0-3 0,1 2-1 0,-2-4 5 0,-1 3-7 15,1 0 4-15,6-4 1 0,-5 3-5 0,-3 0 6 16,4-1-4-16,7 1-3 0,-2-1 7 0,2-1-2 16,1 1 8-16,-2-1 0 0,2 0-3 0,-1-1 2 15,0 0-1-15,5-1 3 0,-4 0-3 0,4 1 4 0,3-2 0 16,-1 2-1-16,1-1-1 0,0 1 3 16,3-2 1-16,8 0 0 0,-14 0 4 0,9 0-2 15,5 0 0-15,-10 1-1 0,10-1-1 0,0 0-5 0,-11 2 2 16,11-2-3-16,0 0-1 0,0 0 3 0,-10 0-3 15,10 0 3-15,0 0 0 0,0 0 0 16,0 0-3-16,0 0-2 0,0 0-1 0,-8 0 0 16,8 0-1-16,0 0-1 0,0 0-1 0,0 0 0 0,0 0-2 15,0 0 0-15,0 0 3 0,0 0 1 0,0 0-3 16,0 0 4-16,0 0-1 0,0 0-2 16,0 0 5-16,0 0-3 0,0 0 1 0,0 0 1 15,0 0 0-15,0 0-3 0,0 0 1 0,0 0-2 0,0 0-5 16,0 0 6-16,0 0-5 0,0 0 3 0,0 0 0 15,0 0-2-15,0 0 5 0,0 0-4 0,0 0 4 16,0 0-7-16,0 0 1 0,0 0-2 0,0 0 1 16,0 0-2-16,0 0 1 0,0 0 1 0,0 0-2 15,0 0 2-15,0 0 0 0,0 0 1 0,0 0-4 16,0 0 2-16,0 0-4 0,0 0 4 0,0 0-2 16,0 0-3-16,0 0 4 0,0 0 1 0,-4 6 2 15,4-6-4-15,0 0 4 0,0 11-3 0,0-11 5 16,0 9-6-16,0-1 1 0,0-8 1 0,-2 12-4 15,5-1 8-15,-3 0 3 0,1 0-6 0,-1 2 0 16,0 5-3-16,0-1 3 0,2-5 1 0,-1 3 0 16,0 3 3-16,-1-1-4 0,3 1 3 0,-3 3-1 15,0-3 1-15,3 2 2 0,-1 4 1 0,-1 2-1 16,1-2-1-16,-2 3 3 0,0-1 0 0,3-1 2 16,-3 0 16-16,2 0 4 0,-2 0-3 0,1-6 0 15,-1 7-6-15,2-2 4 0,-1-3-3 0,2 4 2 16,-2-6-3-16,2 0 1 0,-2 6 2 0,2 1-3 15,-1-7-4-15,1 7 7 0,-2-7-5 0,0 5 2 16,2 1 12-16,-2-6-2 0,0 0-2 0,1 5-6 16,2-6 12-16,-2 2-9 0,1-4-5 0,-2 4 2 15,0-3-5-15,2 1 1 0,-2 0-2 0,2 1-1 0,-2-1-2 16,-2-2 1-16,-1-3 1 0,9 4 5 16,-7-1 0-16,-3 0 4 0,3-5-6 0,0 4-2 15,3-2 1-15,-2-1-4 0,-1 1 2 0,0-1 3 0,0 0 8 16,0 0-6-16,0 0 0 0,1 0 0 0,-1 0-5 15,0-1 5-15,2 0-9 0,-1-1 4 0,-2 1 0 16,1-1 0-16,0 2 0 0,0-2 1 16,0-1 11-16,0 1-5 0,0 0-1 0,0 1-2 0,0-1 2 15,1 0 3-15,-1-1 0 0,0 1-3 0,1 0-4 16,-1 0 3-16,1-1-9 0,-1-2 5 0,2 2-4 16,0 1 3-16,-2 0-3 0,0-1 6 0,0-3-7 15,0 2-2-15,2-2 11 0,-2-6 1 0,0 16-3 16,0-11 0-16,1 1-4 0,-1-6-1 0,1 11 2 15,-1-11-3-15,1 10-4 0,-1-10-2 0,0 7 4 16,0-7-4-16,2 8 9 0,-2-8-6 0,0 0 1 16,0 10-6-16,0-10-3 0,0 0 4 0,0 0 0 15,-3 8-1-15,3-8 0 0,0 0 1 0,0 0 0 16,1 7-5-16,-1-7 3 0,0 0-3 0,0 0 3 16,2 7-3-16,-2-7 0 0,0 0-3 0,0 0 7 15,0 0-2-15,0 0-2 0,0 0 5 0,0 0-8 16,0 0 6-16,0 0-9 0,0 0-24 0,0 0-21 15,0 0-25-15,0 0-31 0,0 0-43 0,-4 8-53 16,4-8-47-16,0 0-87 0,0 0-173 0,0 0-551 16,0 0 244-16</inkml:trace>
  <inkml:trace contextRef="#ctx0" brushRef="#br0" timeOffset="98463.07">24473 9936 14 0,'0'0'141'0,"0"0"-17"0,0 0-2 0,0 0-3 0,0 0-15 16,0 0-9-16,0 0-6 0,0 0-13 0,0 0-3 16,0 0-5-16,0 0-3 0,0 0-4 0,0 0 1 15,0 0-14-15,0 0 3 0,0 0-15 0,0 0 1 16,0 0-3-16,0 0-5 0,-18-13-7 0,18 13 3 16,0 0-3-16,-11-2 0 0,11 2-4 0,-11-3-2 15,11 3-1-15,-7-1 1 0,7 1-4 0,-14-1 1 16,14 1 2-16,-13 0 4 0,13 0-2 0,-13 1 3 15,5-1 1-15,8 0 6 0,-14 0-4 0,14 0 6 16,-10 0 5-16,10 0 1 0,-10 1 3 0,10-1-3 16,0 0-4-16,-8 1 2 0,8-1-4 0,0 0-3 15,0 0 3-15,0 0-2 0,-9 2 1 0,9-2-5 16,0 0-1-16,0 0 1 0,0 0 2 0,0 0-4 16,0 0-2-16,0 0 0 0,0 0 1 0,0 0-2 15,0 0-1-15,0 0 4 0,44-4 2 0,-14 0 3 16,-3 1-4-16,9-2 0 0,2 0 5 0,1 2 6 15,13-2-3-15,-16-2-7 0,1 2-2 0,-1-1 0 0,-2 3-1 16,-3-3 1-16,-2 0 2 0,-8 1-2 16,-2 2 0-16,0 1-3 0,-8-1 1 0,1 1-2 15,-3 0-1-15,-1 2 1 0,-1-2-1 0,-7 2 0 0,11-1-3 16,-11 1 0-16,9-2 1 0,-9 2-6 0,6-1 2 16,-6 1-2-16,0 0 1 0,0 0-7 15,9-1 8-15,-9 1-11 0,0 0-9 0,0 0-20 16,0 0-24-16,0 0-25 0,0 0-30 0,0 0-18 15,0 0-17-15,0 0-18 0,0 0-28 0,-13 16-149 0,0-6-365 16,3-2 162-16</inkml:trace>
  <inkml:trace contextRef="#ctx0" brushRef="#br0" timeOffset="98795.69">24545 10094 70 0,'0'0'189'0,"-13"2"13"0,13-2-7 0,-14-2 0 16,14 2-10-16,-11 0-8 0,11 0-12 0,0 0-6 15,-12 0-19-15,12 0-7 0,0 0-6 0,0 0-9 16,-9 0-9-16,9 0-4 0,0 0-10 0,0 0-4 16,0 0-7-16,0 0-8 0,0 0-5 0,0 0-5 15,0 0-8-15,0 0-4 0,0 0-10 0,20-9 1 16,-8 6-4-16,2 0-6 0,4-2 1 0,2 2-7 15,-1-3 0-15,2 2-4 0,-1-1-4 0,-2 0-1 16,3 0-2-16,-2 0 2 0,-4 3-7 0,-1 0-1 16,-2 0-16-16,-1 2-20 0,-1-3-24 0,-2 2-26 15,-8 1-32-15,12 2-13 0,-5 0-8 0,-7-2-17 0,5 6-12 16,-5-6-5-16,5 5 0 0,-5-5 2 16,0 12-15-16,0-12 3 0,-6 11-100 0,2-3-293 15,-5-1 129-15</inkml:trace>
  <inkml:trace contextRef="#ctx0" brushRef="#br0" timeOffset="98979.39">24725 10122 553 0,'-7'4'-21'0,"-3"1"21"0,4-1 14 15,-5 0 14-15,3-3 20 0,-2 3 27 0,0-1-16 16,-1 0 16-16,1-1 11 0,3 1 10 16,0-2 2-16,7-1 4 0,-14 3 7 0,14-3 4 15,-11 2 0-15,11-2-3 0,-6 0-3 0,6 0-7 0,0 0-2 16,-10 3-8-16,10-3-5 0,0 0-5 0,0 0-9 16,0 0-4-16,0 0-8 0,0 0-5 0,0 0-6 15,0 0-5-15,0 0-6 0,34-8-3 16,-18 6-26-16,1-2-13 0,-1 0-25 0,2 0-31 0,-6 4-31 15,1-3-45-15,1 3-31 0,-5 0-27 0,-1 0-131 16,1 1-352-16,-9-1 156 0</inkml:trace>
  <inkml:trace contextRef="#ctx0" brushRef="#br0" timeOffset="99128.98">24649 10231 145 0,'-7'1'192'0,"7"-1"-2"16,0 0 5-16,0 0-5 0,0 0-4 0,0 0-8 15,0 0-17-15,0 0-13 0,0 0-14 0,0 0-15 16,0 0-11-16,25-10-12 0,-7 6-22 0,1 1-24 16,8-5-30-16,0 2-36 0,1-1-54 0,1 1-43 15,1 1-41-15,-2 2-152 0,-10 0-331 0,2 1 147 16</inkml:trace>
  <inkml:trace contextRef="#ctx0" brushRef="#br0" timeOffset="102964.54">24285 6344 85 0,'-5'-7'106'0,"5"7"-7"0,-2-8-2 16,2 8-8-16,-3-5-5 0,3 5-2 0,-4-6-6 16,4 6 2-16,0 0 4 0,-2-10-3 0,2 10-3 15,0 0 3-15,-3-8-3 0,3 8-2 0,-3-7 1 16,3 7-2-16,0 0 5 0,0 0-4 16,-1-7-4-16,1 7-1 0,0 0-3 0,0 0-3 0,0 0-2 15,-4-8 1-15,4 8-2 0,0 0 2 16,0 0 0-16,0 0-9 0,0 0 1 0,0 0-2 15,0 0-2-15,0 0-2 0,0 0 0 0,0 0-8 16,0 0-2-16,0 0-4 0,0 0-2 0,0 0-6 16,0 0-2-16,0 0-3 0,0 0-5 0,0 0-1 0,0 0-3 15,0 0-3-15,0 0-1 0,0 0-3 0,0 0-2 16,0 0-1-16,0 0 1 0,0 0-2 0,0 0 1 16,0 0 1-16,0 0-2 0,0 0-1 15,0 0 1-15,0 0-2 0,0 0 0 0,1 28-1 0,2-23 2 16,-3-5 0-16,3 14 2 0,-2-3-2 0,2-2 2 15,-1 1 1-15,-1-1-2 0,2 4-1 16,-2-3 6-16,2 2-5 0,-1-1 0 0,3 0 3 16,-3 0 0-16,-1-2-1 0,1 2 1 0,1-2 1 0,1 3 7 15,-4-2 2-15,1 0-2 0,2-1 1 0,-2 0-1 16,0-2-1-16,1 0-1 0,-1 0-1 0,1 1 0 16,-2-8-1-16,3 15 0 0,-3-7 1 0,1-1 1 15,-1-7-3-15,3 13 1 0,-2-4 9 16,0-1 10-16,2 1 0 0,-3 0 4 0,0-2 4 0,2 0-4 15,-2 3 3-15,2 0-6 0,-1-2-5 0,0 2 7 16,-1-3-6-16,0 1-2 0,2-1-4 0,-2-7-1 16,0 13-3-16,0-5 1 0,0-1 4 0,0-7-9 15,0 11 2-15,1-4-3 0,-1-7-1 0,1 12 1 16,0-6-1-16,-1-6 0 0,2 12 1 0,-2-6-6 16,0-6 2-16,2 11 3 0,-2-5-6 0,0-6 2 15,0 10 2-15,0-10-2 0,0 12-3 0,2-6 2 16,-2-6-1-16,1 10 0 0,1-4 1 0,-2-6 2 15,3 12 0-15,-3-6-2 0,0-6-2 0,2 14 1 16,0-7 1-16,-2 1 1 0,2 1 5 0,-2-1 14 16,0-1-7-16,0-7 1 0,1 14-1 0,1-3-3 15,-2-4 2-15,0 2-2 0,2 1-1 0,0 0-1 16,-2 0 1-16,0-1 2 0,1 0 2 0,0-1-7 16,1 0-1-16,-2-8 2 0,2 13-3 0,-2-6 0 15,0-7 0-15,0 11 8 0,0-4-7 0,0-7 3 16,0 14-1-16,1-9-1 0,-1-5-2 0,0 11 8 15,2-4-1-15,-2-7-7 0,1 10 5 0,-1-10-5 16,0 10 5-16,0-10-4 0,0 8 8 0,0-8-8 16,0 11-3-16,0-11 5 0,-1 7-1 0,1-7-6 15,0 9 2-15,0-9 2 0,1 9-2 0,-1-9 0 16,0 9-2-16,0-9 3 0,0 10-1 0,1-5-3 16,-1-5-1-16,2 12 0 0,-2-12 22 0,-2 13-9 15,2-13-12-15,0 9 6 0,-1-3 7 0,1-6-8 16,0 11-1-16,0-11 0 0,0 12-2 0,0-12-1 15,-1 9 3-15,1-9-2 0,1 9-2 0,-1-9 13 16,0 12-9-16,0-12-1 0,0 9 6 0,1-4 3 16,-1-5-13-16,-1 12 10 0,1-12-9 0,-1 9 7 15,1-9-8-15,0 9-2 0,0-9 5 0,0 10-1 16,0-10 1-16,0 11-4 0,0-11-2 0,0 10-2 16,0-10 2-16,1 9 4 0,-1-9-2 0,-1 10 6 15,1-10-6-15,0 9 1 0,0-9 4 0,1 7-7 16,-1-7 0-16,1 8 0 0,-1-8 5 0,0 8-2 15,0-8-1-15,3 9 0 0,-3-9 3 0,0 7 2 16,0-7-1-16,1 8-7 0,-1-8 2 0,0 0-3 16,0 10 4-16,0-10-1 0,0 0 2 0,0 10-3 15,0-10 4-15,0 0 1 0,2 7 3 0,-2-7-8 16,0 0 3-16,1 8-2 0,-1-8 3 0,0 0-6 16,3 8 4-16,-3-8 1 0,0 0-1 0,0 0-6 15,2 7-8-15,-2-7-15 0,0 0-12 0,1 6-18 16,-1-6-19-16,0 0-28 0,0 0-33 0,0 0-37 15,0 0-40-15,1 14-35 0,-1-14-30 0,0 0-176 16,0 0-493-16,0 0 218 0</inkml:trace>
  <inkml:trace contextRef="#ctx0" brushRef="#br0" timeOffset="104371.07">24285 6109 28 0,'-5'-7'71'0,"5"7"-5"16,0 0-3-16,0 0-5 0,0 0 2 0,0 0-10 16,-1-7-4-16,1 7-1 0,0 0-3 0,0 0-6 15,0 0 1-15,-4-6 2 0,4 6-9 0,0 0 5 16,0 0-8-16,0 0-1 0,-4-7-4 15,4 7 2-15,0 0-6 0,0 0-12 0,-2-7 12 0,2 7-3 16,0 0-2-16,0 0 4 0,-7-5-11 0,7 5 0 16,0 0 5-16,0 0 0 0,-3-7-3 15,3 7 2-15,0 0-2 0,-3-7 0 0,3 7-1 16,0 0 3-16,0 0 12 0,0 0-3 0,-7-6-10 16,7 6 0-16,0 0 5 0,-5-6 0 0,5 6-8 0,0 0 8 15,0 0-2-15,0 0-2 0,-2-7-1 0,2 7-4 16,0 0 3-16,0 0-14 0,0 0 1 0,0 0 8 15,0 0 3-15,0 0-9 0,0 0 3 16,0 0 3-16,0 0-12 0,0 0 4 0,0 0 0 0,0 0 1 16,0 0-2-16,0 0 5 0,0 0 0 0,0 0-5 15,0 0 6-15,0 0-2 0,0 0 0 0,0 0-5 16,0 0 12-16,0 0-13 0,0 0 5 0,5 26-3 16,-4-19 1-16,0 0 5 0,2-2-4 0,1 2 5 15,-4-7-2-15,2 11 2 0,-1-3 2 0,1-2-11 16,-2-6 5-16,2 7 1 0,-2-7 1 0,0 0 4 15,3 10 2-15,-3-10-2 0,0 0 1 0,0 7 8 16,0-7 3-16,0 0 27 0,0 0-12 0,0 0 3 16,0 0 6-16,0 0 9 0,0 0 11 0,1 8 2 15,-1-8-1-15,0 0 13 0,0 0-2 0,0 0 2 16,0 0-6-16,0 0-8 0,0 0-2 0,0 0-9 16,0 0-8-16,-2-25 0 0,2 25-2 0,-2-11-6 15,1 3-6-15,0-1 1 0,1 9-5 0,0-13 16 16,-2 6-8-16,2 7 0 0,-1-14-4 0,1 14-1 15,-1-12-1-15,1 12-2 0,-1-9 0 0,1 9-3 16,-2-9 1-16,2 9-1 0,0 0-4 0,-3-9-1 16,3 9-2-16,0 0 0 0,0 0-3 0,0 0-5 15,-3-9 1-15,3 9-2 0,0 0-3 0,0 0-2 16,0 0 1-16,0 0 2 0,0 0-4 0,0 0 1 16,0 0 2-16,0 0-1 0,0 34-1 0,1-23 3 15,-1 1 1-15,3 0 0 0,-1 5 0 0,0 0 7 16,-1 0-7-16,-1 1 0 0,2 2 3 0,0-2-2 15,-4 1 4-15,2 0-1 0,0 1 1 0,0-1 2 16,0 0 3-16,0-1-3 0,0 1 4 0,-2-1-2 16,1 0 1-16,1-1-3 0,0 1 2 0,-2-7 8 15,2 5 4-15,-2-5-1 0,2 2-4 0,-1-1 4 16,2 1-1-16,-2-2 0 0,-1-2-2 0,2 1-4 16,-1-1 2-16,1 0-3 0,0-9-3 0,0 12 2 15,0-12-5-15,0 9 3 0,0-9 0 0,3 7-5 16,-3-7 2-16,0 0-2 0,-2 10 1 0,2-10-1 15,0 0-1-15,0 0-4 0,0 0-12 0,0 8-12 16,0-8-21-16,0 0-28 0,0 0-34 0,0 0-37 0,0 0-20 16,0 0-21-16,5 6-25 0,-5-6-117 15,0 0-354-15,0 0 157 0</inkml:trace>
  <inkml:trace contextRef="#ctx0" brushRef="#br0" timeOffset="106782.82">24340 6039 17 0,'0'0'95'0,"0"0"-5"16,-6-3-4-16,6 3 9 0,0 0-11 0,0 0 3 16,0 0 2-16,0 0-6 0,0 0 2 0,0 0-7 15,0 0-7-15,-8-2-8 0,8 2-4 0,0 0 0 16,0 0-2-16,0 0-13 0,0 0 3 0,0 0-5 15,0 0-3-15,0 0-7 0,0 0 3 0,0 0-16 16,0 0 0-16,0 0 3 0,0 0 0 0,0 0-6 16,0 0 1-16,0 0-1 0,0 0 0 0,0 0-4 15,0 0 1-15,-13 0-4 0,13 0-1 0,0 0 4 16,0 0 0-16,0 0 2 0,0 0 8 0,0 0-1 16,0 0 4-16,-10 2 5 0,10-2 0 0,0 0 2 15,0 0 2-15,0 0-1 0,0 0 1 0,0 0-3 0,0 0 12 16,0 0-9-16,0 0-4 0,0 0 2 15,0 0-2-15,0 0-3 0,0 0-6 0,0 0-4 0,0 0-1 16,0 0-1-16,0 0-1 0,0 0-1 16,31-4 0-16,-14 0-2 0,4 3-1 0,9-1-2 0,1-2-1 15,2 1-1-15,6-1 1 0,-5 1 0 16,5 0 0-16,-1 0-3 0,2 0-3 0,-2 1 4 16,12 1-2-16,-12-1 2 0,15-3-1 0,-15 2-1 15,13 2 1-15,0-3 0 0,-12 3-3 0,-2 0 0 16,1-2 1-16,-4 0-1 0,1 0 2 0,-1 0 0 0,-5 0-2 15,-8 3 6-15,0-3-5 0,6 0-2 0,-8 1-1 16,-2 0 0-16,-2 0 4 0,-4 0 2 0,1 0 3 16,-2 1 0-16,-1 1 2 0,-1-2-1 15,-8 2 2-15,12-1 3 0,-12 1 0 0,9-2 0 16,-9 2-3-16,0 0 0 0,7-2 3 0,-7 2-5 0,0 0 0 16,0 0 0-16,10 0 1 0,-10 0 0 0,0 0-5 15,0 0 2-15,0 0-1 0,0 0-2 0,0 0 1 16,0 0 0-16,0 0-4 0,0 0 4 15,0 0-5-15,0 0 0 0,0 0-1 0,0 0 0 0,0 0 2 16,0 0 1-16,0 0 0 0,0 0-1 0,0 0-2 16,0 0 1-16,0 0 2 0,0 0-2 0,0 0 3 15,0 0-3-15,0 0 2 0,0 0 2 16,8 3-2-16,-8-3-1 0,0 0 3 0,0 0-2 16,0 0 2-16,0 0-1 0,0 0-1 0,0 0 1 0,0 0 1 15,0 0 0-15,0 0 6 0,0 0 2 16,0 0 0-16,0 0 1 0,0 0-1 0,0 0-1 0,0 0 0 15,0 0-1-15,0 0 0 0,4-8-3 0,-4 8-1 16,0 0-2-16,5-4 3 0,-5 4-3 0,0 0 1 16,10-5 0-16,-10 5-1 0,10-4 1 0,-7 0 4 15,-3 4 2-15,6-2 2 0,-6 2-1 0,5-5 3 16,-5 5-2-16,6-4-1 0,-6 4-1 0,5-5 2 16,-5 5-1-16,6-6-4 0,-6 6 3 0,7-4-2 15,-4 0 0-15,-3 4-3 0,6-6 2 0,-6 6 4 16,7-6 8-16,-7 6-2 0,7-3-2 0,-7 3 1 15,0 0 5-15,4-6-5 0,-4 6 1 0,4-3 0 16,-4 3-7-16,0 0 4 0,9-7 4 0,-9 7-11 16,0 0 1-16,4-6-2 0,-4 6 0 0,0 0-3 15,6-5 0-15,-6 5 3 0,0 0-1 0,0 0-3 16,0 0-2-16,4-6 2 0,-4 6-3 0,0 0 0 16,0 0 3-16,0 0-6 0,0 0-1 0,0 0 2 15,0 0 2-15,0 0-6 0,0 0 3 0,15 9 0 16,-15-9 1-16,8 5-3 0,-3-1 2 15,3 1 0-15,-3-1-3 0,1 1 2 0,3 1 3 0,-2 0-1 16,0 0-1-16,1 1 2 0,2-1-2 0,-5 0 6 16,3 1-3-16,-4-1-1 0,4-2 0 0,-4 1 0 15,3-1 7-15,-3 0-5 0,1 1 1 0,-1-2 0 16,-4-3 0-16,9 5-1 0,-9-5 2 0,7 6-3 16,-7-6 3-16,4 2-2 0,-4-2 4 0,5 4-4 15,-5-4 3-15,0 0-4 0,0 0 3 0,6 3 3 16,-6-3 0-16,0 0-3 0,0 0 7 0,0 0-5 15,15-6-1-15,-9 2-1 0,-2-1 1 0,1 1 0 16,-1 0-4-16,6-2 7 0,-4-1-26 0,1 2 6 16,-1-1-5-16,1-2 5 0,2 2-3 0,0-3 6 15,-2 2-2-15,2 0 10 0,-2 0-5 0,-1 3 0 16,-1-1 6-16,2 1-6 0,-2-2-2 0,3 0-2 16,-1 2 5-16,-3 0 4 0,-4 4 4 0,12-5-11 15,-8 2 0-15,-4 3 2 0,11 0-1 0,-11 0-1 16,12 0 4-16,-5 3-1 0,-1-1 0 0,5 1 1 15,-3 2 2-15,2 0 0 0,-3-2-5 0,-1 1 5 16,4 2 2-16,-4-1 0 0,1 2-2 0,0-2 1 16,2 0 0-16,-2 0 0 0,1 1 4 0,-1-1-4 15,-1-1 2-15,-2-1 2 0,2 1-3 0,-2-1 2 16,-4-3-2-16,9 7 2 0,-7-4-1 0,-2-3 1 16,0 0-1-16,12 3 2 0,-12-3 1 0,5 3 4 15,-5-3-2-15,0 0 3 0,8 0-5 0,-8 0 1 16,0 0 2-16,14-6-5 0,-9 4 3 0,-5 2-2 15,10-8 2-15,-5 4-3 0,-1-1-1 0,4 0 4 16,-2 0-2-16,-3 0 0 0,3 0 6 0,-2 0-5 16,4-3 6-16,-2 2-7 0,1-1-1 0,-3-2 0 15,3 2-2-15,0-1 1 0,-2 3-3 0,-1 0 2 16,2 0 0-16,-1 1 0 0,-5 4-3 0,6-8 1 16,-6 8-1-16,8-4-4 0,-8 4 4 0,13-1-1 15,-13 1 0-15,11 4-2 0,-6 0 5 0,4-1-1 16,-1 4-4-16,-1-3 4 0,1 2 2 0,-2-1 3 15,3 2-5-15,-3 0-1 0,2-1 3 0,-4-1 1 16,5 2 0-16,-1-1 0 0,-3 0 2 0,0-1-1 16,2-2-1-16,-1 1 2 0,-4-1-4 0,5 1 3 15,-7-4 0-15,6 5 2 0,-6-5 1 0,10 4-2 16,-10-4 1-16,7 2 3 0,-7-2-3 0,0 0 0 16,16-5-1-16,-9 2 1 0,3-2 3 0,-1-2 3 15,3 1-8-15,-1 0 0 0,-2-3 8 0,2 1-8 16,0 0 3-16,-2-1-6 0,7-1 7 0,-5-2-13 15,1 4 10-15,-1-3-9 0,-1 2 3 0,0 1 5 16,-3 0-5-16,1 1-2 0,-3 2 3 0,0 2-2 16,0-4 2-16,-1 4-3 0,-4 3 1 0,9-9-2 15,-5 8 1-15,-4 1-3 0,9-3 2 0,-9 3-2 16,0 0 3-16,13 4 2 0,-8 0 4 0,-5-4-7 16,9 8 3-16,-4-4-3 0,-1 2 5 0,1-1-6 15,-1 0 5-15,0 1 9 0,3 1-7 0,-3-1-1 16,4 2 2-16,-6-3-1 0,2 1 0 0,1 1-3 15,-1-2 2-15,0 0-1 0,2-2 1 0,-6-3-1 16,8 8 2-16,-3-5-3 0,1-1 4 0,1 1 1 16,-7-3-3-16,14 2-1 0,-4-2 4 0,3-2-1 15,0 2 4-15,5 0-4 0,1-1 3 0,0-2 0 16,4 0-2-16,-4 0 1 0,10-2 0 0,-8 1-1 16,6 0-1-16,-8 1 0 0,9-3 0 0,-8 2-3 15,10-1-4-15,-3-1 3 0,2 2 0 16,0 0 0-16,-3-2 2 0,7 1 4 0,0 0-10 0,3-1 0 15,0 1 1-15,4 0-1 0,10-2-2 0,2 1 0 16,-14 4 1-16,16-3 1 0,-16 1 3 0,15 2-7 16,-2-4 6-16,0 2 0 0,-14 1-2 0,3 0 2 15,11 0 0-15,-16 3 0 0,-1-1 1 0,7-1 2 16,-3 1 4-16,0 0-4 0,13-2-2 0,-12 1 2 16,-1 0 0-16,-1 0-1 0,15 0 2 0,-14-1 0 15,1-1 1-15,1 1 0 0,-3-1 1 0,14 1-3 16,-15-1-1-16,0 2 4 0,16-3-3 0,-18 2 2 15,0-2 0-15,0 2-2 0,-2 3 1 0,1-3 3 16,-3 1-3-16,-1 0-1 0,1 0 5 0,-1 1-4 16,-7-2 5-16,6 3-4 0,-9-2 2 0,1 2-1 15,1 0 2-15,-3-2-5 0,-4 2 4 0,-1-2-1 16,0 2 3-16,1-1 0 0,-2 1-1 0,0-2 1 16,-5 1 3-16,-7 1 5 0,16-1-1 0,-11 0-3 15,-5 1 0-15,10-2 0 0,-10 2 2 0,0 0-2 0,10 2-3 16,-10-2 0-16,0 0 0 0,0 0-1 15,10-2 2-15,-10 2 4 0,0 0-9 0,0 0 2 16,0 0 2-16,0 0 3 0,0 0-10 0,0 0 4 16,9 0-2-16,-9 0-2 0,0 0 1 0,0 0-1 15,0 0-6-15,0 0-13 0,0 0-14 0,0 0-16 16,0 0-24-16,4 5-38 0,-4-5-38 0,3 5-28 16,-3-5-30-16,0 0-128 0,-3 14-365 0,3-14 162 15</inkml:trace>
  <inkml:trace contextRef="#ctx0" brushRef="#br0" timeOffset="110062.3">27859 7640 14 0,'0'0'62'0,"0"0"-1"16,-2-5-9-16,2 5-6 0,0 0-2 0,0 0-1 15,0 0-14-15,-6-7 7 0,6 7-1 0,0 0-9 16,-4-6 3-16,4 6-8 0,0 0 2 0,0 0 4 16,0 0-1-16,-4-6 4 0,4 6-7 0,0 0 0 15,-5-4-3-15,5 4 0 0,0 0 2 0,0 0-2 0,0 0 1 16,-4-6-7-16,4 6-7 0,0 0 6 16,0 0 2-16,0 0 7 0,-4-6-4 0,4 6 10 0,0 0-5 15,0 0 7-15,0 0-5 0,0 0-2 16,0 0 2-16,-10-4 0 0,10 4 0 0,0 0 3 0,0 0-2 15,0 0 0-15,0 0-18 0,0 0 16 0,0 0-10 16,0 0-1-16,0 0 5 0,0 0-4 16,0 0 7-16,-9-1-6 0,9 1 13 0,0 0-6 15,0 0-6-15,0 0-1 0,0 0-1 0,0 0 0 0,0 0-2 16,0 0-3-16,0 0 4 0,0 0 8 0,0 0-5 16,29-2-1-16,-16 1 9 0,6-1-5 0,10-1-1 15,2-2-1-15,3-1 12 0,4 0-2 16,16 0-4-16,-2-1 1 0,-1 3 3 0,3-2 1 0,3-3-6 15,-1 6-8-15,0-4-2 0,0 4 8 0,-1 0-5 16,0-3-7-16,-1 3 10 0,3-1-12 0,-7 1-1 16,1-2 8-16,1 4-9 0,-12-2 1 0,11 1 4 15,1 2-3-15,1-4 0 0,0 2-1 0,-3 1-2 16,3 0 1-16,-2 0 1 0,-1 0-5 0,3-1 3 16,-14 1 2-16,13-3-4 0,0-1 4 0,-13 2-6 15,12 0 3-15,0 1-1 0,-15-2 2 0,3 0 0 16,-2 2 3-16,2-1-5 0,-3-1 2 0,2 1-4 15,-1-1 4-15,15-2-5 0,5-2 3 0,1 3 8 16,2-3 1-16,0 1-4 0,1 3 3 0,-3 1-4 16,2-4 0-16,-4 4 2 0,-5-2-2 0,-11 2-3 15,13-1 2-15,-14 3-1 0,-2-2 0 0,0 0-2 16,-2 2 0-16,-3-2 6 0,-3 3-5 0,-7-4 0 16,-2 2-1-16,-2 2-4 0,-2 0 0 0,-5 0 6 15,0 0 0-15,-3 0-5 0,-8 0 1 0,13-1 0 16,-13 1 5-16,9 1-7 0,-9-1 13 0,0 0-4 15,12-1-2-15,-12 1 7 0,0 0 0 0,0 0-13 16,9-2 4-16,-9 2-4 0,0 0 7 0,0 0 8 16,0 0-3-16,0 0-2 0,0 0 1 0,0 0-4 15,0 0 3-15,0 0 0 0,0 0-4 0,0 0-1 16,7 2 3-16,-7-2-6 0,0 0-14 0,0 0-10 16,0 0-15-16,0 0-12 0,0 0-27 0,0 0-35 15,0 0-12-15,0 0-17 0,-27 7-8 0,22-6-77 16,5-1-245-16,-13 3 109 0</inkml:trace>
  <inkml:trace contextRef="#ctx0" brushRef="#br0" timeOffset="110511.88">30896 7302 5 0,'0'0'195'0,"-9"-3"1"0,4 0-14 0,5 3-12 16,-13-3-14-16,7 1-13 0,6 2-11 0,-12-2-12 15,6 0-11-15,6 2-2 0,-14 2-14 0,14-2-6 16,-13 4-16-16,5 0-1 0,2 2-5 0,0-1-6 16,-2 1-2-16,1 1-14 0,0 0-3 0,2 1-3 15,1-2-5-15,-1 1-2 0,2-2-7 0,3-5 1 16,-2 13 2-16,2-7-5 0,0-6 4 0,2 12-6 15,-1-5 1-15,5-2-1 0,-1 1-1 0,4 1 1 16,3-2 3-16,1-1-7 0,6-1 7 0,-1-1 0 16,1-1 6-16,1 1 3 0,-2-4 2 0,1 0 2 15,0-1 1-15,-6 0 4 0,2-1 8 0,-2-2-9 16,2 1-1-16,-2-4-7 0,-3 2 6 0,0-1-8 16,-1 0 9-16,-1-1 16 0,-3 2 6 0,2 0-3 15,-6-1-3-15,1-2-2 0,1 1-15 0,-6-1 2 16,2-1-7-16,-1 1-9 0,-2 1-1 0,0 2-5 0,-3-1 0 15,0 0-6-15,-1 5-8 0,-2-1-16 16,-1-1-22-16,-2 5-21 0,-4 2-23 0,-1 1-27 16,0 1-35-16,-1 0-32 0,2 3-55 0,2 2-6 15,0 3-161-15,2-1-429 0,3 1 190 0</inkml:trace>
  <inkml:trace contextRef="#ctx0" brushRef="#br0" timeOffset="111171.81">30992 7724 180 0,'-5'-9'259'0,"5"9"-3"0,-4-6-7 16,4 6-13-16,-4-4-9 0,4 4-12 0,0 0-17 15,0 0-18-15,-4-8-14 0,4 8-13 16,0 0-21-16,0 0-12 0,0 0-15 0,0 0-12 0,0 0-10 16,0 0-8-16,0 0-12 0,0 0-4 0,0 0-6 15,0 0-7-15,10 25-3 0,-6-18-2 0,1 2-5 16,3 2-4-16,-2-1-2 0,1 1-1 15,1 0-4-15,-1-2-3 0,2 4-22 0,-4-3-2 16,3 0 5-16,-3 0-6 0,1-1 5 0,-1 1-4 0,3-2 0 16,-4-1 1-16,0-1 0 0,-2-2 2 0,3 1 0 15,-1 0-4-15,0 1 5 0,-4-6 1 0,7 4 4 16,-7-4-2-16,3 5-3 0,-3-5 1 16,4 4 5-16,-4-4 20 0,0 0 14 0,0 0 6 15,0 0 9-15,10 0-5 0,-10 0 2 0,8-10-8 0,-3 4-6 16,3-6-3-16,6-2 0 0,-5 1-2 0,0-1 10 15,0 0-5-15,2-3 1 0,1-6-10 0,2 1-7 16,-5 5 1-16,-1 1 0 0,0 3-3 0,-1 4-3 16,-1-1-1-16,-2 4-1 0,1-2-17 15,-1 1 13-15,1-1-1 0,-1 4-17 0,-2-2-15 0,-2 6-20 16,3-7-22-16,-3 7-30 0,3-6-36 0,-3 6-40 16,0 0-47-16,0 0-25 0,0 0-8 0,0 0-17 15,0 0-194-15,0 0-498 0,0 0 220 0</inkml:trace>
  <inkml:trace contextRef="#ctx0" brushRef="#br0" timeOffset="111495.93">31371 7819 18 0,'0'0'148'0,"0"0"-4"0,4 5 9 16,-4-5 3-16,0 0 6 0,1 8-4 0,-1-8-5 15,2 6-1-15,-2-6-7 0,0 0-6 0,-2 13-15 16,2-13-14-16,3 9-11 0,-2-4-5 0,-1-5-10 15,3 9-8-15,-3-9-9 0,4 8-2 0,0-4-4 16,-4-4-8-16,8 7-2 0,-2-3 14 16,0-2 0-16,2-1 5 0,3 2 1 0,1-1-6 15,-2-2 1-15,-10 0 1 0,18-2 8 0,-8-1 3 0,-1 0-7 16,2 1 8-16,-3-3-3 0,-1 1 2 0,1-4-9 16,-3 1 3-16,-1 0-1 0,0-3-10 0,0-3-10 15,-3-1-6-15,-1 3 1 0,2-2-8 16,-6 3-9-16,0-1-3 0,0 2-1 0,-2-1-25 0,-2 1-17 15,-1 1-19-15,1 0-32 0,-4 3-36 0,-6 1-34 16,-3 4-50-16,2-1-54 0,-4 2-38 0,-9 8-187 16,5-3-505-16,6-1 223 0</inkml:trace>
  <inkml:trace contextRef="#ctx0" brushRef="#br0" timeOffset="118962.79">29123 5549 24 0,'0'0'34'16,"0"0"-3"-16,0 0-5 0,0 0-3 0,3-8-1 15,-3 8-3-15,0 0-2 0,0 0-1 0,0 0-2 16,0 0-3-16,0 0 4 0,0 0-8 0,0 0 2 16,0 0-3-16,0 0 5 0,0 0-9 0,0 0-2 15,0 0 11-15,0 0-10 0,0 0 6 0,0 0 7 16,0 0-2-16,0 0-2 0,0 0-6 0,0 0 1 15,0 0-7-15,0 0 3 0,0 0 2 0,0 0-5 16,0 0 7-16,0 0-3 0,0 0 5 0,0 0-6 16,5-4-1-16,-5 4 5 0,0 0-3 0,0 0 0 15,0 0 1-15,0 0-6 0,0 0 8 0,0 0-10 16,0 0 1-16,0 0 0 0,0 0 0 0,0 0-3 16,0 0 5-16,0 0 0 0,0 0-3 0,1 17-2 15,1-11 4-15,-2-6 1 0,1 13 2 0,-1-8-6 16,2 3 3-16,0 1-1 0,-2 0 2 0,1-1 9 15,0 4-2-15,1-2 4 0,0 3-10 0,-1-1 18 16,1-1-2-16,-1 2-1 0,1 3-2 0,-2-1 2 16,2-2 1-16,-1 3-9 0,-1-4 5 0,3 5 3 15,-3 0 4-15,2-1-1 0,-2 0-1 0,1 1 3 16,-1 1-7-16,0-1 7 0,0-1 3 0,0 1-4 16,0 0 3-16,2 0 6 0,-5 0-9 0,2-2 12 15,1 1-3-15,0-3-2 0,-1 3 1 0,2-5-10 16,-2 5 17-16,1 1-9 0,0 0 0 0,-3-6-7 15,2 5 6-15,-1-3 4 0,2 3-4 0,-2 1 9 16,2-1-7-16,0-1-9 0,0-4 4 0,2 6-1 16,0-5 1-16,-4 0-4 0,4 1 13 0,-2-1-7 15,0 1 1-15,2-1 0 0,-2 1-1 0,2 1-6 16,-1 2 5-16,0-3 3 0,0-2-6 0,2 1 0 16,-2 2 6-16,1-2-4 0,0-1-4 0,-1 2 3 15,2 3-1-15,0-4 5 0,-1 1 0 0,3-1-6 16,-2 0 8-16,-2-1 6 0,3 0-3 0,-2 1-4 15,0 0-2-15,0-1 2 0,1 0-1 0,-1 0 2 16,1-1-5-16,0 0 4 0,-1-1-8 0,2 2 6 16,0-2-6-16,-2 3 1 0,-1-2-3 0,2 0 10 15,0 1-5-15,-2-1-3 0,1-4-1 0,1 5 5 16,-2-1-1-16,3 1-1 0,-3 0-3 0,1-3 3 16,1 3-4-16,-3-3 3 0,3 2-3 0,-2-1 6 15,1 1-1-15,-1 0-7 0,1-1 0 0,1 1 7 16,0 2-5-16,-1 0 8 0,-1 0-4 0,1-1 7 15,-1 0-9-15,0 5 7 0,1-4-2 0,0 0-3 16,-1 4 2-16,1-1 3 0,0 0-1 0,-2-1 2 16,1-2-6-16,1 0 8 0,-2 3-1 0,1-3-3 15,0 1-5-15,-1 0 6 0,4 1-4 0,-5-1 2 16,1 0 4-16,2 2-3 0,-2-2-2 0,2-1 5 16,-2 1-2-16,2-2 0 0,0 2-3 0,-1-1 0 15,0 1-1-15,2-1-2 0,-2-1 0 0,2 4-1 16,-1 1 0-16,2-4 2 0,-2 6-1 0,1-7 8 15,-1 1-8-15,1 0 8 0,0 3-7 0,-1-2 5 16,-1-1-6-16,2 5 1 0,0-6-3 0,-1 5 9 16,1-4-5-16,0-1 0 0,0 2 0 0,0 0-2 15,-1-4 1-15,-1 2 2 0,1 1-2 0,0-3-1 16,2 0-1-16,-3 1 0 0,1 3 0 0,3-4 2 16,-4 1 6-16,2-2-9 0,-1 1-3 0,-1-2 1 15,1 3-1-15,-2-1-1 0,1-1 1 0,0 3 5 16,-1-2 0-16,0-9-2 0,1 20 1 0,-1-12-4 15,2-1 3-15,-1 1-4 0,0 0 2 0,1-2 0 0,-2-6 1 16,1 15-1-16,0-8-1 0,1-1-1 0,-2-6 1 16,1 12-1-16,-1-12-4 0,1 6-2 0,-1-6 3 15,3 9-3-15,-3-9-1 0,0 0 1 16,0 9-3-16,0-9 4 0,0 0 1 0,0 0-2 16,1 6 1-16,-1-6-3 0,0 0 1 0,0 0 3 0,0 0-4 15,0 0 2-15,0 0-3 0,0 0 1 0,3 6-7 16,-3-6-16-16,0 0-38 0,0 0-37 15,0 0-49-15,0 0-82 0,0 0-64 0,0 0-172 16,0 0-499-16,0 0 221 0</inkml:trace>
  <inkml:trace contextRef="#ctx0" brushRef="#br0" timeOffset="123362.34">25976 5005 69 0,'0'0'221'0,"-1"-9"-13"0,1 9-3 0,-4-8 7 0,4 8 6 16,-2-9-7-16,2 9-11 0,-5-5-10 0,5 5-3 15,0 0-10-15,-2-8-17 0,2 8-12 0,0 0-17 16,0 0-18-16,-4-5-13 0,4 5-12 0,0 0-12 16,0 0-11-16,0 0-3 0,0 0-15 0,0 0 0 15,0 0-6-15,-2 28-5 0,0-15-2 0,2 4-3 16,0 1-4-16,0 0 3 0,-4 0-5 0,3 1-4 16,-4-1-2-16,5 0 0 0,-2-1-5 0,0 1 2 15,2-2-2-15,0 0 1 0,0-1-1 0,-2 2-3 16,2-3-2-16,0-1-1 0,0-1 1 0,0 0-18 15,2 1-32-15,-4-4-30 0,2 2-40 16,-2 2-35-16,2 3-38 0,-1-6-46 0,1 0-27 0,-2 0-157 16,2-10-447-16,-4 18 198 0</inkml:trace>
  <inkml:trace contextRef="#ctx0" brushRef="#br0" timeOffset="123696">25922 4963 39 0,'5'-9'117'16,"3"2"-9"-16,-3 0-9 0,1 2-6 0,2 1-10 0,-4 0-16 15,-4 4-5-15,13-2 14 0,-13 2-27 0,10 7-6 16,-8-2 13-16,4 4 5 0,-5 1 2 0,3 2-5 16,-4-1-2-16,-4 2-4 0,1 2-7 0,-3-1-4 15,-2 2-3-15,-2-2-5 0,1 1 2 16,-3-2-8-16,-1-1 2 0,-1-1-4 0,3-3-7 0,2 0 7 15,-2-2-5-15,6-2-3 0,-2 0 5 0,3 0 0 16,4-4 6-16,-10 3-2 0,10-3 3 0,-6 5 2 16,6-5 3-16,-6 2 1 0,6-2-9 15,0 0-9-15,-5 5-12 0,5-5-6 0,0 0 7 16,0 0-1-16,0 0-2 0,11 12 4 0,-5-9-4 16,4 4-2-16,1-1 0 0,5 4-1 0,-1 0-8 0,2-3-21 15,0 5-27-15,8-1-32 0,-7-2-29 0,0 0-36 16,0 0-78-16,1-4-250 0,-2 2 111 15</inkml:trace>
  <inkml:trace contextRef="#ctx0" brushRef="#br0" timeOffset="123978.71">26207 5072 89 0,'0'0'252'0,"-2"-8"-15"0,2 8-19 15,0 0-21-15,-2-9-13 0,2 9-18 0,0 0-16 16,0 0-14-16,0 0-13 0,0 0 2 0,0 0-2 0,0 0-3 16,-16 27-11-16,9-11-7 0,1 0-1 0,1 9-2 15,-4 0-11-15,2 3-6 0,1 0-4 16,1-3-8-16,1 4 1 0,0-4-4 0,2-6-13 16,0 1-9-16,0-1 1 0,2 1-5 0,2 5-3 15,-4 0-3-15,2-8-7 0,0-1 1 0,4 1-4 16,-4-5 3-16,0 0-16 0,1-2-30 0,2 0-41 0,-1 0-34 15,-2-3-45-15,2 4-37 0,-2-6-29 16,0-5-29-16,2 9-175 0,-2-9-442 0,0 0 195 16</inkml:trace>
  <inkml:trace contextRef="#ctx0" brushRef="#br0" timeOffset="124112.93">26015 5376 21 0,'0'0'176'0,"0"0"-37"0,0 0-5 0,4-10-15 15,-4 10-7-15,9-3-14 0,-9 3-13 0,24-7-1 16,-3 4-21-16,5-3-39 0,5-3-45 0,6 2-53 16,-1 1-86-16,0-2-174 0,4 0 77 0</inkml:trace>
  <inkml:trace contextRef="#ctx0" brushRef="#br0" timeOffset="124244.63">26589 5228 69 0,'0'0'339'0,"0"0"-37"0,0 0-29 0,9 1-32 15,-9-1-22-15,0 0-24 0,0 0-18 0,0 0-24 16,0 0-14-16,0 0-35 0,9-1-38 0,-9 1-60 16,0 0-45-16,9 1-68 0,-9-1-78 0,14 0-141 15,1-2-352-15,-3-2 156 0</inkml:trace>
  <inkml:trace contextRef="#ctx0" brushRef="#br0" timeOffset="132195.88">24290 5604 22 0,'-11'-4'169'16,"6"2"-3"-16,5 2-21 0,-9-5-2 0,2 4-8 16,7 1 0-16,-12-4 3 0,12 4-2 0,-12-3-1 15,12 3-6-15,-9-2-5 0,9 2-8 0,-10-2-9 16,10 2-11-16,-8-2-7 0,8 2-11 0,0 0-8 16,0 0-4-16,-10-2-20 0,10 2-7 0,0 0-1 15,0 0-6-15,0 0 3 0,0 0-3 0,0 0-6 16,0 0-2-16,0 0-1 0,0 0-4 0,0 0-1 15,0 0-4-15,32-1-3 0,-14-1 6 0,2-1-9 16,1 0-2-16,-1-1-2 0,1 1-5 0,0 1 4 16,6-3 2-16,0 1-5 0,-5 1 1 0,-1-2 1 15,7 1 0-15,-1 0-1 0,-7 1 0 0,5-4 2 16,-6 4-5-16,-2-2 3 0,1 2-3 0,-5 1 4 16,-1 0 1-16,-1-1 1 0,0 1-5 0,-3 2 4 15,-8 0 0-15,10-2 1 0,-10 2-3 0,9-1 0 16,-9 1 0-16,0 0-1 0,8-2-2 0,-8 2 7 15,0 0-3-15,0 0 5 0,0 0 3 0,0 0 8 16,0 0 6-16,8 3 11 0,-8-3 2 0,0 0 2 16,0 0 3-16,-3 13 1 0,3-13-3 0,-15 12 1 15,5-2-4-15,-4 0-4 0,2 3-6 0,-1 1 2 16,-1-3-1-16,2 2-7 0,-2-1-1 0,3-1-8 16,2-1-20-16,-1-1-21 0,2 1-23 0,-1-1-41 15,0-1-43-15,1 1-40 0,6-1-35 0,-3-3-26 16,1 5-135-16,0-6-403 0,4-4 178 0</inkml:trace>
  <inkml:trace contextRef="#ctx0" brushRef="#br0" timeOffset="132388.75">24606 5470 115 0,'-8'-15'251'0,"-2"-2"8"15,2 2-17-15,-2 0 1 0,-1-1 5 0,-2 0-30 16,1 4-4-16,-3-2-13 0,2 1-16 0,-2 1-27 15,2 2-7-15,2 2-13 0,-1 1-13 0,2-1-18 16,-2 2-14-16,5 2-3 0,0-1-12 0,1 1-12 16,2-1-21-16,4 5-34 0,-8-8-40 0,8 8-45 15,-6-4-49-15,6 4-44 0,0 0-35 0,0 0-35 16,0 0-164-16,0 0-435 0,0 0 192 0</inkml:trace>
  <inkml:trace contextRef="#ctx0" brushRef="#br0" timeOffset="133162.6">23745 5396 146 0,'0'0'196'0,"0"0"-1"0,0 0-9 0,0 0-8 16,0 0-10-16,0 0-10 0,0 0-23 0,0 0-8 15,0 0-12-15,20-14-8 0,-12 4-13 16,1 1-4-16,2-4-8 0,2-1-9 0,-5 3 0 0,3-2-3 15,-1-1-8-15,1 1-5 0,-3-3-2 16,1 3-6-16,-4 2 5 0,2-3-8 0,-2-2-5 0,1 0-8 16,-2 0 3-16,0 1-7 0,-3 3-3 0,1 1 3 15,-1 0 0-15,-1 2-1 0,0 2-3 16,0 7 2-16,0-11-3 0,0 11-4 0,-1-9 0 16,1 9-4-16,0 0-4 0,1-9-4 0,-1 9 0 15,0 0-4-15,0 0 1 0,0 0-3 0,-17 13-1 0,12-5 1 16,-1 2 0-16,-2 4-2 0,0 1 2 0,3-4-1 15,2 1 1-15,0-1 0 0,2 1-1 0,-3-1-1 16,5-1 4-16,0 2 0 0,3-3-1 0,1 1-1 16,4 0 1-16,1-1 3 0,8-1-3 15,2 0-16-15,0-2-28 0,8-2-39 0,1-3-45 16,2-2-48-16,-2 0-32 0,1-3-28 0,-11 0-118 0,2-1-381 16,-5-2 168-16</inkml:trace>
  <inkml:trace contextRef="#ctx0" brushRef="#br0" timeOffset="133307.91">23995 4895 61 0,'-5'-4'164'0,"1"0"-13"16,4 4-16-16,-6-5-17 0,6 5-14 0,0 0-11 16,0 0-16-16,0 0-18 0,0 0-32 15,-5 22-26-15,10-10-34 0,-2 4-35 0,5 2-81 16,-3 1-160-16,3-1 71 0</inkml:trace>
  <inkml:trace contextRef="#ctx0" brushRef="#br0" timeOffset="133512.07">24123 5107 53 0,'4'3'193'16,"-4"-3"-25"-16,0 0-10 0,0 0-15 0,0 0-11 15,2 8 12-15,-2-8 18 0,4 10-6 0,-4-4-6 16,1 5 5-16,1 3-4 0,-2-1-8 0,1 1-10 15,-2 4-9-15,2 1-16 0,-1-4-6 0,0 4-12 16,1 6-8-16,2-5-5 0,-2-1-11 0,0-3-20 16,2 2-46-16,-1-1-59 0,1 0-76 0,0-5-66 15,-3 5-190-15,1-6-422 0,0-1 187 0</inkml:trace>
  <inkml:trace contextRef="#ctx0" brushRef="#br0" timeOffset="135769.9">24219 6569 12 0,'0'0'118'0,"0"0"0"16,0 0 6-16,9-10-5 0,-9 10 6 15,0 0-18-15,0 0-10 0,-2-9-4 0,2 9-5 16,0 0 6-16,2-8 2 0,-2 8-6 0,0 0-4 16,0 0-9-16,1-10-7 0,-1 10-7 0,0 0-9 15,0 0-2-15,1-7-10 0,-1 7 1 0,0 0-6 0,0 0-7 16,4-7-1-16,-4 7-4 0,0 0-3 0,0 0 1 16,0 0-6-16,3-6 0 0,-3 6-4 0,0 0 3 15,0 0-6-15,0 0-1 0,0 0-1 16,0 0 0-16,0 0-1 0,0 0-2 0,0 0-1 15,2-7 0-15,-2 7-2 0,0 0-1 0,0 0 4 0,0 0-3 16,7-5-1-16,-7 5-2 0,0 0-1 0,6-7 4 16,-6 7-3-16,5-4-1 0,-5 4 3 15,0 0 7-15,5-3 3 0,-5 3 4 0,0 0 0 16,0 0 3-16,0 0 0 0,0 0-2 0,0 0-1 0,0 0-4 16,0 0-1-16,0 0-4 0,0 0 1 0,0 0 7 15,0 0 4-15,-13 19 1 0,7-9 3 16,-3 4 3-16,-8 5 2 0,5-2 0 0,-5 2 3 15,-1 0-2-15,3-4-2 0,2 1 1 0,-1-3-9 16,2 3 1-16,1-3-4 0,-2 0 2 0,2 0-4 0,0 0-1 16,3-1 0-16,-3-2-4 0,5 0-3 0,-1-3-24 15,0 2-34-15,3-4-40 0,0 1-39 0,4-6-29 16,-2 9-32-16,2-9-131 0,0 0-350 16,0 0 154-16</inkml:trace>
  <inkml:trace contextRef="#ctx0" brushRef="#br0" timeOffset="135996.31">24237 6535 94 0,'0'0'201'0,"3"-6"-17"16,-3 6-10-16,4-5-11 0,-4 5-14 0,0 0-14 16,7-5-12-16,-7 5-11 0,7-1-14 0,-7 1 0 15,17 1 9-15,-3 1-5 0,3 0-15 0,2 2-7 16,0 0-8-16,8 3-8 0,-7-3-6 15,-1 2-6-15,-1 1-6 0,0 1-5 0,-1-1-5 0,1 3-1 16,-2-1-9-16,2 1-43 0,-1-1-46 0,-2 2-57 16,9 2-53-16,-8-4-155 0,2-3-354 0,-2 1 156 15</inkml:trace>
  <inkml:trace contextRef="#ctx0" brushRef="#br0" timeOffset="136150.96">24850 6586 177 0,'0'0'215'0,"5"-3"-5"16,-5 3-3-16,0 0-17 0,0 0-18 0,0 0-17 0,0 0-20 15,0 0-28-15,0 0-42 0,7-3-41 0,-7 3-57 16,0 0-55-16,0 0-55 0,0 0-90 0,0 0-251 16,15 0 112-16</inkml:trace>
  <inkml:trace contextRef="#ctx0" brushRef="#br0" timeOffset="139149.97">19397 7905 70 0,'0'0'174'0,"0"0"-9"0,0 0 1 15,0 0 2-15,-12-9-2 0,12 9 6 0,0 0 6 16,-3-6 1-16,3 6-5 0,0 0-8 0,-6-8 11 16,6 8-9-16,0 0-5 0,-4-6-4 0,4 6-6 15,0 0-7-15,-3-5-7 0,3 5-12 0,0 0-11 16,0 0-14-16,0 0-8 0,0 0-9 0,0 0-18 15,0 0-3-15,-2-8-10 0,2 8-9 0,0 0-1 16,0 0-11-16,0 0-5 0,0 0-2 0,0 0-4 16,18 20 1-16,-10-10 1 0,2 2-5 0,0 1 12 15,3 1-14-15,-1 0-7 0,0 0 1 0,-1 0-4 16,-1 1 7-16,-1-4-1 0,0 2-5 0,0-1 3 16,-2-2-4-16,0-3-1 0,0 2 11 0,-1 0-15 15,-1-2 0-15,0 0 4 0,-1-2-6 0,2-1 2 0,-2 0 7 16,0 0 7-16,-4-4 0 0,5 8-13 15,-5-8-2-15,5 5-1 0,-5-5 6 0,5 5 3 16,-5-5-3-16,0 0 17 0,0 0-16 0,0 0 1 0,0 0-1 16,14-8-5-16,-10 2 5 0,0-2-2 0,0 0 1 15,-1-4-1-15,4 1 3 0,-1-6-6 0,1 1-1 16,-2-1-2-16,1-2 1 0,0 3 1 16,2-4 3-16,-3 4-1 0,0-2-3 0,2 0 0 0,-1 3 4 15,-3 4-4-15,0-4-6 0,1 4 4 0,0 0-1 16,-1 0 2-16,-1 4-2 0,1-5-8 0,-2 5 5 15,1 0-10-15,-2 7-5 0,2-11-8 16,-2 11-11-16,1-8-6 0,-1 8-20 0,3-6-19 0,-3 6-22 16,0 0-28-16,2-7-28 0,-2 7-23 0,0 0 1 15,0 0-10-15,0 0-24 0,4 23-24 0,-3-10-159 16,1-3-435-16,0 2 192 0</inkml:trace>
  <inkml:trace contextRef="#ctx0" brushRef="#br0" timeOffset="139379">19912 7955 96 0,'0'0'265'0,"0"0"-13"15,0 0-5-15,9 1-9 0,-9-1-8 0,0 0-10 16,0 0-15-16,0 0-16 0,0 0-2 0,0 0-32 16,0 0-17-16,0 0-15 0,6 4-8 0,-6-4-12 15,0 10-1-15,0-3 0 0,-1 2-10 0,1 0-9 16,-1 2-4-16,2 2-11 0,-1-1-9 0,-1 3-6 15,1-3-8-15,0 0-2 0,0 1-2 0,0-1-2 16,0 0-13-16,2-1-32 0,-1 0-39 0,-1 1-45 16,2-2-51-16,0 0-53 0,0-3-45 0,-1 3-241 15,1-3-520-15,0-1 230 0</inkml:trace>
  <inkml:trace contextRef="#ctx0" brushRef="#br0" timeOffset="140214.91">21560 7509 77 0,'-9'1'130'0,"9"-1"2"0,0 0-4 16,0 0-1-16,-11 3 9 0,11-3 0 0,0 0-2 16,-8 0-1-16,8 0-5 0,0 0-10 0,0 0 0 15,0 0-10-15,-11-3-13 0,11 3 1 0,0 0-13 16,0 0-15-16,0 0 0 0,0 0-8 0,0 0-5 16,0 0-6-16,0 0-6 0,0 0-5 0,0 0-4 15,0 0-5-15,0 0-1 0,-5 6-9 0,5-6 7 16,0 0-3-16,0 0-4 0,0 0-1 0,14 11-5 15,-9-7 6-15,-1 0-1 0,2 0-7 0,-1 1 2 16,-5-5-5-16,7 9-1 0,-2-5 0 0,-3 2 1 16,2-1 0-16,4 4-1 0,-3-3-1 0,-1 6-3 15,0-1-1-15,-1-1 3 0,-1 3-3 0,-1 2 3 16,-2-3-1-16,-1 1 5 0,-3 2 0 0,-1 2 4 16,-3-2 2-16,0 2-3 0,-1 1 0 0,-2-1-2 15,-1-2 1-15,3 1-1 0,-2-2-16 0,0-2-10 16,4-1-16-16,-3 0-28 0,3-2-23 0,0 0-36 15,3-3-27-15,0-1-36 0,0-1-162 0,1 2-372 16,4-6 165-16</inkml:trace>
  <inkml:trace contextRef="#ctx0" brushRef="#br0" timeOffset="140828.43">21160 7035 116 0,'0'0'215'0,"0"0"6"0,0 0-2 0,0 0-6 0,0 0-12 16,0 0-14-16,0 0-16 0,0 0-18 0,0 0-14 16,0 0-18-16,14-20-8 0,-7 14-11 15,-1-4-9-15,1 1-7 0,-1 1-4 0,2-2-8 16,-2 1-7-16,-1 0-6 0,2-1-4 0,-2 1-7 0,1-1-4 16,-1 3-5-16,-1-2-1 0,-3 2 5 0,3-3-4 15,-1 5 0-15,-3 5-5 0,2-11-5 0,0 5-4 16,-2 6 1-16,0-10-7 0,0 10 0 15,0 0-4-15,-2-10-1 0,2 10-2 0,0 0-5 0,0 0-2 16,2-8 1-16,-2 8-2 0,0 0-4 0,0 0 2 16,0 0-8-16,0 0 5 0,0 0-2 0,-12 17 3 15,7-8-3-15,0 4 3 0,-3 1-5 0,2 0 3 16,-1 1 1-16,5-5 2 0,-1-1-3 0,2 1-2 16,0 1 1-16,1-1 2 0,2 1 2 0,1-1-3 15,3 1 2-15,1-3-15 0,3 0-24 0,0 1-35 16,2-3-43-16,5-1-38 0,3-2-49 15,0 1-34-15,0-4-168 0,-2-3-435 0,-1 2 192 0</inkml:trace>
  <inkml:trace contextRef="#ctx0" brushRef="#br0" timeOffset="140988.06">21339 6670 83 0,'0'0'125'0,"-5"-7"-12"0,5 7-5 0,0 0-27 16,0 0-20-16,0 0-24 0,0 0-24 0,0 0-29 16,-4 20-27-16,8-8-51 0,-1-2-101 0,1 3 44 15</inkml:trace>
  <inkml:trace contextRef="#ctx0" brushRef="#br0" timeOffset="141178.96">21564 6906 11 0,'2'6'176'0,"0"2"15"16,-1 3 13-16,1 1-9 0,-1 4 3 0,1 2-9 15,0-2-22-15,-1 4-12 0,0-1-15 0,-1 0-13 16,0-1-14-16,0 1-11 0,1-1-10 0,-1 1-13 16,3 2-11-16,-2-3-45 0,-1-1-57 0,0-3-63 15,3-1-48-15,-3 1-181 0,-1-4-353 0,-1-1 156 16</inkml:trace>
  <inkml:trace contextRef="#ctx0" brushRef="#br0" timeOffset="151429.04">7279 7527 42 0,'0'0'166'0,"-5"-12"-9"0,2 4-10 15,2 0 13-15,0 0 14 0,-3 3-9 0,4 5-15 16,-3-16-15-16,1 11-7 0,2 5-4 0,-3-11-3 0,3 11-10 16,-1-8-7-16,1 8-13 0,0 0-9 0,-4-8-10 15,4 8-9-15,0 0-8 0,0 0-9 0,0 0-3 16,0 0-7-16,0 0-5 0,0 0 1 0,0 0-6 16,0 0 7-16,3 40-5 0,-2-22 2 15,4 8-5-15,-2 1-3 0,-2 3 3 0,0-2 0 0,1 1 1 16,-2 2 2-16,-2-3-4 0,2 1-2 0,3-4 0 15,-3 0-3-15,1-4-1 0,-1 2 1 16,0-5-5-16,1 0 3 0,-1-1-6 0,2-2 1 16,-2 1-2-16,1 0 0 0,0-1 0 0,-1-2-2 0,2-3-2 15,-1 2 1-15,-1-2 1 0,1-1 0 0,0-1-12 16,1 0-13-16,-2-8-23 0,0 12-20 0,0-5-24 16,0-7-23-16,1 9-13 0,-1-9-24 15,2 7-16-15,-2-7-10 0,0 0-20 0,0 0-119 16,0 0-335-16,0 0 148 0</inkml:trace>
  <inkml:trace contextRef="#ctx0" brushRef="#br0" timeOffset="151829.07">7436 7385 26 0,'16'-12'125'0,"-4"2"-11"0,1 4 1 0,-3 1-26 0,1 1-7 16,0 3-8-16,-2 1-10 0,-9 0-5 16,17 3-1-16,-11 1-8 0,0 2 6 0,-2 1-7 0,-1 2 0 15,-3 4 3-15,-3-2-8 0,-1 6-7 0,-3-1 0 16,-10 5-7-16,4-5-6 0,-6 2 0 0,5-5-1 16,-4 2 2-16,3-2-5 0,-3-1-3 0,3-2 4 15,3-4 5-15,2-2 7 0,1 0-2 0,-1 1 5 16,3-2-3-16,1 1 1 0,6-4 6 0,-9 4 9 15,9-4-9-15,-8 1 2 0,8-1 3 0,0 0-2 16,-7 1 1-16,7-1-10 0,0 0-3 0,0 0-3 16,0 0-5-16,0 0-3 0,-4 7-2 0,4-7-1 15,0 0-4-15,10 7-2 0,-5-1 1 0,5 2 1 16,1-1-2-16,-1 0-3 0,4 4-2 0,1 0 1 16,1-2-1-16,-1 2 0 0,3 0 1 0,5 3-1 15,-6-3-4-15,0-1-23 0,0 1-32 0,1-3-38 16,0 2-42-16,0-1-48 0,-1-1-96 0,0-2-300 15,1-2 133-15</inkml:trace>
  <inkml:trace contextRef="#ctx0" brushRef="#br0" timeOffset="152112.24">7862 7555 153 0,'0'0'259'0,"-3"-13"-4"0,1 9-12 0,2 4-19 15,-4-7-18-15,4 7-24 0,0 0-18 0,-5-3-18 16,5 3-9-16,0 0-6 0,-17 14-6 0,7 1-13 16,-3 7-8-16,-1 6-9 0,-1 0-9 0,2 1-1 15,4 3-10-15,-1-1-4 0,0-1-3 0,2 1-5 16,1-1-3-16,4-2-4 0,0 0-8 0,1-2-1 16,-1 1-3-16,3-3-6 0,0-4-1 0,0-2-7 15,0-1-2-15,1-1-2 0,-1 0-1 0,4 0-2 16,-1-3-5-16,-2-1-5 0,1-2-27 0,2 1-13 15,0-1-22-15,-1-2-30 0,-1 0-40 0,0 1-46 16,-1-5-44-16,1 3-36 0,-2-7-184 0,2 8-464 16,-2-8 206-16</inkml:trace>
  <inkml:trace contextRef="#ctx0" brushRef="#br0" timeOffset="152278.99">7665 7874 120 0,'0'0'165'0,"3"-9"-18"0,-1 4 0 16,3 1-23-16,0-1-13 0,7 0-13 0,-1-1-12 15,8-2-14-15,1 1-39 0,8 0-49 0,1 0-48 16,1 1-107-16,-1 0-184 0,0-3 81 0</inkml:trace>
  <inkml:trace contextRef="#ctx0" brushRef="#br0" timeOffset="152410.06">8262 7729 138 0,'0'0'186'0,"10"-1"-8"15,-10 1-17-15,0 0-18 0,6-1-15 0,-6 1-11 16,9-2-18-16,-9 2-25 0,14 0-45 0,-6 0-49 16,4 0-60-16,-1 3-113 0,-5-2-207 0,3 2 92 15</inkml:trace>
  <inkml:trace contextRef="#ctx0" brushRef="#br0" timeOffset="152569.93">8296 7832 187 0,'-6'4'227'0,"6"-4"-8"16,0 0-15-16,-5 2-20 0,5-2-18 0,0 0-17 16,0 0-18-16,-5 5-14 0,5-5-13 0,0 0-18 15,0 0-17-15,0 0-26 0,26 4-48 0,-13-4-46 16,6-1-51-16,1 1-56 0,0-3-104 0,8 1-283 15,0-3 124-15</inkml:trace>
  <inkml:trace contextRef="#ctx0" brushRef="#br0" timeOffset="155501.87">9498 7832 28 0,'2'-8'132'0,"-2"8"4"0,0 0-1 16,4-6 3-16,-4 6-13 0,0 0-1 16,0 0-10-16,0 0-2 0,2-6-6 0,-2 6-5 0,0 0-6 15,0 0-8-15,0 0-8 0,0 0-2 0,0 0-11 16,0 0-5-16,0 0-9 0,0 0-3 0,0 0-4 16,0 0-1-16,0 0-3 0,0 0-5 0,0 0 4 15,0 0-3-15,0 0-5 0,0 0 2 0,0 0 4 16,0 0-5-16,0 0 1 0,0 0-1 0,0 0 0 15,0 0-2-15,0 0-3 0,0 0 0 0,0 0-1 16,-22 4 0-16,22-4-1 0,0 0-3 0,-12 2-2 16,12-2-1-16,-9 3-3 0,9-3-5 0,-8 3 0 15,8-3 0-15,0 0 0 0,-9 1-3 0,9-1 1 16,0 0-6-16,-8 2 6 0,8-2-6 0,0 0 1 16,0 0-4-16,0 0 3 0,0 0-2 0,-7 4 1 15,7-4-2-15,0 0 0 0,0 0 1 0,0 0 3 16,0 0-4-16,26 2 2 0,-8 0 15 0,1-4 1 15,10 1-3-15,2 1-3 0,0-4 1 0,-1 1-1 16,2 2 0-16,-1-1-4 0,-3-2-1 0,-6 2 5 16,-1-1-3-16,-4 1-4 0,3-3 0 0,-4 5 0 15,-2-3 0-15,-1 3 0 0,-3-1-2 0,1-2 4 16,-3 3-5-16,1-2 2 0,-9 2 3 0,11-2 10 16,-11 2 5-16,8-2 14 0,-8 2 4 0,0 0 10 15,0 0 4-15,9 0 6 0,-9 0 0 0,0 0-1 16,0 0-2-16,0 0-9 0,0 0-4 0,0 0-4 15,0 0-7-15,0 0-5 0,0 0-8 16,0 0-20-16,0 0-28 0,0 0-33 0,0 0-38 0,0 0-50 16,0 0-57-16,0 0-40 0,0 0-28 0,4 7-143 15,-4-7-450-15,0 0 200 0</inkml:trace>
  <inkml:trace contextRef="#ctx0" brushRef="#br0" timeOffset="156179.44">10341 7705 52 0,'3'-9'234'0,"-3"9"0"0,0-8-3 15,0 8-9-15,0 0-12 0,1-7-21 0,-1 7-16 16,0 0-18-16,0 0-18 0,0 0-15 0,0 0-9 15,0 0-17-15,0 0-9 0,0 0-14 0,0 0-4 16,0 0-8-16,0 0-3 0,-17 16-7 0,12-4 1 16,-1 3 1-16,-1 1-11 0,0 1-3 0,-2 0 1 15,0-1 2-15,2 2 0 0,-1-2-5 0,1 1 1 16,-1-2-7-16,3 2 0 0,0-6-5 0,1 0-2 16,-1 0-2-16,2 0 1 0,-3-1-6 0,4-1-2 15,1 0 1-15,-2-3-3 0,0 0 1 0,3-6 0 16,-5 11-3-16,4-6 2 0,1-5-5 0,-4 8 2 15,4-8-1-15,0 0 8 0,-4 8 1 0,4-8 10 16,0 0 2-16,0 0 9 0,-1 4-1 0,1-4 5 0,0 0-13 16,0 0-3-16,0 0-1 0,0 0-7 15,3-25-2-15,2 15-3 0,-2-1 1 0,3-5 4 16,0-1-6-16,1-1-5 0,-1-7-1 0,4 1 2 16,0 0-6-16,1-2-1 0,0-2 1 0,1 4-3 15,0-3 0-15,-1 1 7 0,-2-1-7 0,1 2-1 16,-3 3 1-16,1 4 0 0,-1 1 2 0,1 1-4 15,-1 0 2-15,-2 4 2 0,0 2-3 0,-1-1 1 16,-2 2-1-16,2 1 3 0,1 3-3 0,-5 5-5 0,3-8 4 16,-3 8-4-16,4-6 0 0,-4 6-3 0,0 0 3 15,5-5 0-15,-5 5-4 0,0 0 6 16,11 12-1-16,-4-6 1 0,-1 4-2 0,2 1 1 0,-2 4 2 16,-1 2 5-16,4 0-6 0,-1 8 3 15,0-6-1-15,-2 0 1 0,3 4-2 0,-4-5 4 0,1 0 1 16,0 0 0-16,-1-4-2 0,0 2 5 0,-2-2 2 15,0-3-2-15,0 4 2 0,1-3-4 0,-3 0 2 16,3-1 1-16,-2-2-2 0,1 0-1 16,-1 1-1-16,1-1 1 0,1 0 0 0,1 0 0 0,-4-1-1 15,0-3 1-15,2 1-6 0,-1 0-28 0,-2-6-27 16,3 9-25-16,-3-9-27 0,0 7-30 0,0-7-27 16,-1 11-18-16,1-11-21 0,-4 4-27 0,4-4-175 15,-9 6-441-15,1-6 195 0</inkml:trace>
  <inkml:trace contextRef="#ctx0" brushRef="#br0" timeOffset="156347.1">10211 7852 40 0,'0'0'175'0,"-5"-6"-11"0,5 6-2 0,0 0-16 0,0 0-10 15,18-14-14-15,-8 9-11 0,4 0-10 0,5 1-14 16,8-6-7-16,0 4-11 0,5-1-36 0,-2 2-40 15,1-1-64-15,0 2-54 0,-3 2-80 0,1-5-220 16,-7 3 98-16</inkml:trace>
  <inkml:trace contextRef="#ctx0" brushRef="#br0" timeOffset="158163.43">10898 7840 165 0,'0'0'170'0,"5"-9"4"0,-3 3-6 16,0 0-6-16,-2 6-14 0,7-8-6 0,-6 2-1 0,-1 6 2 15,6-8-7-15,-6 8-7 0,0-9-4 16,0 9-5-16,2-7-4 0,-2 7-3 0,0 0-1 16,0 0-14-16,-4-10-11 0,4 10-5 0,-8-4-4 15,8 4-10-15,0 0-4 0,-9-4-1 0,9 4-16 0,-13 2-4 16,3 2-3-16,0 1-4 0,0 1-1 16,-4 4-7-16,-1-1-1 0,0 4-6 0,2 0 0 15,-4 8-1-15,5-4 1 0,-2-2-2 0,4 2 22 16,1 0-8-16,-3-2-2 0,6 3-4 0,1-5-5 0,0 3 3 15,2-4-4-15,1-2-4 0,3 2-1 0,0-2 0 16,2 0 0-16,2 0-3 0,1-3 1 16,3 0-7-16,1 1-18 0,3-4-16 0,5 2-19 15,1-2-27-15,2-2-22 0,0-1-34 0,7-1-27 16,-8 0-26-16,1-3-9 0,0 3-14 0,-3-4-1 0,1 1-151 16,-4-3-387-16,-2 2 171 0</inkml:trace>
  <inkml:trace contextRef="#ctx0" brushRef="#br0" timeOffset="158445.34">11082 7964 8 0,'5'-12'98'0,"-1"2"11"0,-1-1 8 0,-1 1 5 16,0 0 23-16,0-1 16 0,-2 4 8 0,0 7 4 16,4-11 11-16,-3 5 0 0,-1 6 0 0,2-7-10 15,-2 7-12-15,0 0-15 0,2-11-12 16,-2 11-21-16,0 0-11 0,0 0-11 0,1-4-15 0,-1 4-7 16,0 0 3-16,0 0-4 0,0 0-5 0,6 22-3 15,-8-12 1-15,2 3-4 0,0 0-3 0,-2 2 3 16,0 1-7-16,1-3-2 0,-1 4-6 0,2-1-5 15,-2-5 1-15,1 4 2 0,0-2 0 0,1-3-6 16,-3 0-5-16,3-1 1 0,0 1-5 0,0-3-3 16,0-7 1-16,-1 16 0 0,1-10-5 0,0-6-2 15,0 14-1-15,1-9-7 0,-1-5 1 0,3 11 2 16,-2-5-2-16,3-2 0 0,-4-4-10 0,9 7-17 16,-3-3-25-16,6-3-30 0,-2 0-34 0,3 1-37 15,8-2-38-15,6-4-46 0,1 0-34 0,3-1-203 16,0-1-500-16,1-3 221 0</inkml:trace>
  <inkml:trace contextRef="#ctx0" brushRef="#br0" timeOffset="160636.34">11806 7544 199 0,'0'0'231'0,"0"-9"0"16,0 9-12-16,-1-8-7 0,1 8-12 0,0 0-14 0,-2-11-12 15,2 11-20-15,0 0-12 0,0 0-15 0,0-10-6 16,0 10-17-16,0 0-9 0,0 0-14 15,0 0-4-15,-4-6-15 0,4 6-7 0,0 0-5 16,0 0-7-16,0 0-2 0,0 0-4 0,0 0-4 16,0 0 7-16,4 24-4 0,-4-13-1 0,0-2-1 0,0 7 1 15,0 0-1-15,0 1 1 0,0 1-4 16,-2 0-2-16,0 0-1 0,2 2-4 0,-2-1 4 16,2-2 4-16,-2 2-5 0,1 0 2 0,2-1-4 15,-2 1-6-15,0-2 4 0,2-2-6 0,-1-3 0 0,-1 1 2 16,1-2 0-16,-3 0-1 0,5 3-4 0,-2-5 0 15,0 1 1-15,1-1-2 0,-2-2-18 0,2 1-8 16,-1-8-16-16,0 13-16 0,0-7-16 16,0-6-19-16,0 10-22 0,0-10-27 0,-1 11-31 0,1-11-23 15,0 9-15-15,0-9-19 0,0 0-17 0,0 0-118 16,-4 4-380-16,4-4 168 0</inkml:trace>
  <inkml:trace contextRef="#ctx0" brushRef="#br0" timeOffset="160995.72">11834 7465 135 0,'7'-16'187'0,"1"2"-21"0,1-1-4 0,1 1-16 16,0 5-13-16,1 1-12 0,-1 0-11 0,0 1-14 16,-1 3-9-16,2 1-12 0,-4 3-8 0,5-2-8 15,-2 4 2-15,0-1-11 0,-1 5-7 0,-3-2-5 16,1 4-1-16,0 1 0 0,-5 1-2 0,-1 4 2 15,-1-1-4-15,-3 2-6 0,-7 2 2 0,0 0-7 16,-3-2 2-16,-3 5-7 0,-1-8-4 0,4-1-2 16,0-1 1-16,3-2-1 0,-1-4 2 0,5 0 0 15,1 1-1-15,0-2 2 0,5-3 7 0,-11 5-2 16,11-5 13-16,-4 4 0 0,4-4 5 0,-7 1-3 16,7-1-4-16,0 0-3 0,0 0-3 0,0 0-6 15,0 0-5-15,0 0 2 0,-2 7-6 0,2-7 3 16,0 0-4-16,9 9 0 0,-1-5-3 0,-1 2-2 15,3 0 0-15,5 4 14 0,1 0-9 0,0-1-6 16,2 1-23-16,-1 0-33 0,9 3-48 0,-6-4-46 16,7 1-59-16,-10 0-123 0,4-4-357 0,-1 0 158 15</inkml:trace>
  <inkml:trace contextRef="#ctx0" brushRef="#br0" timeOffset="161212.84">12312 7603 271 0,'0'0'269'0,"0"0"-10"0,2-6-22 0,-2 6-28 15,0 0-20-15,0 0-19 0,0 0-12 0,0 0 0 16,0 0-6-16,4 19-10 0,-4-7-11 0,4 5-10 16,-4 2-7-16,0 1-14 0,0-3-14 0,0 0-6 15,0 3-7-15,0 0-11 0,2 4-1 0,0 0-9 16,0-5-15-16,1 1-36 0,2-2-40 0,-4-2-50 15,2 1-41-15,2 1-46 0,-1-3-55 0,0 4-181 16,-3-3-445-16,1-7 197 0</inkml:trace>
  <inkml:trace contextRef="#ctx0" brushRef="#br0" timeOffset="165263.4">13216 7638 90 0,'2'-7'157'0,"-2"7"-1"0,0 0-1 15,0 0-3-15,0 0-15 0,0 0-5 0,0 0-13 16,0 0 2-16,0 0-8 0,0 0-5 0,0 0-6 16,-6-11-8-16,6 11-8 0,0 0-6 0,0 0-3 15,0 0-7-15,0 0-3 0,0 0-5 0,0 0-3 16,0 0-2-16,-7-4-1 0,7 4-3 0,0 0 3 16,0 0-1-16,0 0-4 0,0 0 1 0,0 0-6 15,0 0-1-15,0 0-7 0,0 0-5 0,0 0-4 0,0 0-1 16,0 0-1-16,0 0-5 0,0 0 0 15,0 0-5-15,0 0-3 0,0 0 0 0,18-6-2 16,-4 6 1-16,5-3-5 0,2 3-4 0,8-4-10 16,-2-2-18-16,2 2-22 0,-1 2-30 0,1-1-41 0,-2-3-42 15,-8 5-39-15,-2-2-180 0,-4 3-408 16,1-2 180-16</inkml:trace>
  <inkml:trace contextRef="#ctx0" brushRef="#br0" timeOffset="165445.06">13174 7778 112 0,'-7'4'214'0,"7"-4"-9"0,-5 4-3 0,5-4-12 16,0 0-13-16,0 0-19 0,0 0-20 0,0 0-15 16,0 0-19-16,27 0-19 0,-6-3-33 0,1 0-44 15,10 0-56-15,1-1-48 0,5-1-47 0,-2 1-105 16,2-2-266-16,14-3 117 0</inkml:trace>
  <inkml:trace contextRef="#ctx0" brushRef="#br0" timeOffset="168047.05">8994 9314 172 0,'0'0'243'0,"-9"-3"-2"0,9 3 0 0,0 0-7 16,-10-2-12-16,10 2-15 0,0 0-8 0,-5-5-24 16,5 5-13-16,0 0-17 0,0 0-15 0,0 0-15 0,0 0-10 15,0 0-9-15,19-14-23 0,-6 10-12 16,3-1-22-16,2 1-27 0,1-2-42 0,2 4-42 16,-2-2-43-16,0 2-44 0,2 0-29 0,-5 2-23 15,2 2-139-15,-6-1-379 0,-3 3 168 0</inkml:trace>
  <inkml:trace contextRef="#ctx0" brushRef="#br0" timeOffset="168229.54">9063 9429 147 0,'0'0'216'0,"0"0"1"0,-5 6-1 16,5-6 0-16,0 0-13 0,0 0-16 0,0 0-19 15,0 0-17-15,0 0-16 0,0 0-17 16,0 0-19-16,0 0-21 0,24-3-30 0,-6 0-31 0,3 0-39 15,7-1-35-15,1-1-46 0,3-2-42 0,1 4-41 16,1-1-99-16,1 0-307 0,-1-4 137 0</inkml:trace>
  <inkml:trace contextRef="#ctx0" brushRef="#br0" timeOffset="168496.03">9978 8993 95 0,'-4'-13'284'0,"2"7"-15"16,2 6-12-16,-7-10-11 0,7 10-13 0,-5-6-21 15,5 6-21-15,-7-6-20 0,7 6-20 0,0 0-14 16,-17 9-13-16,6-1-11 0,-2 5-4 0,-5 8-14 16,1 2-4-16,2 3-12 0,-2 0-2 0,2 3-13 15,2 0-5-15,0-1-2 0,3-2 3 0,2 1-18 16,2-2 0-16,5-6-6 0,-2 6-3 0,6-1-1 15,-2 1-4-15,5-6-3 0,1-1-2 0,4 5-1 16,1-8-4-16,1 1-17 0,-1-1-34 0,5-1-54 16,0-1-49-16,-1-2-72 0,2-1-50 0,-1-3-201 15,2 0-498-15,-2-3 220 0</inkml:trace>
  <inkml:trace contextRef="#ctx0" brushRef="#br0" timeOffset="168697.12">10222 9227 231 0,'2'-8'273'0,"-2"8"-17"0,1-9-23 0,3 5-19 16,1-1-21-16,4 0-22 0,2-1-16 0,5-3-19 16,12 1-11-16,-1-1-20 0,1 1-30 0,2 2-30 15,0 3-38-15,2-2-44 0,0 2-52 0,1 0-21 0,0-2-46 16,-1 3-149-16,-10 2-330 0,6-3 146 15</inkml:trace>
  <inkml:trace contextRef="#ctx0" brushRef="#br0" timeOffset="168928.79">10746 9031 160 0,'0'-7'237'0,"0"7"5"0,-2-13-4 0,0 7-3 15,1-2-2-15,1 8-4 0,-3-11-4 0,3 11-11 16,-2-9-3-16,2 9-17 0,-1-8-21 0,1 8-22 0,0 0-20 15,-4-8-9-15,4 8-21 0,0 0-11 0,0 0-4 16,0 0-10-16,0 0-11 0,-5 32-10 0,5-15 8 16,-1-1-9-16,-1 3-13 0,1 0-2 15,0 0-4-15,-1 5-4 0,2 4-2 0,2-5 9 0,0-2-30 16,2 3-34-16,-1-5-40 0,-1-2-52 0,3 2-60 16,-1-3-49-16,0 0-49 0,1 0-211 0,-1-5-525 15,0 0 233-15</inkml:trace>
  <inkml:trace contextRef="#ctx0" brushRef="#br0" timeOffset="169211.84">10925 9211 96 0,'0'0'225'0,"5"-5"-21"0,-5 5-17 0,0 0-19 15,0 0-16-15,0 0-15 0,0 0-5 0,13 2-10 16,-13-2-5-16,14 2-4 0,-4 1 2 0,1-2-1 15,1-1-3-15,2 0-1 0,4-4-12 0,-5 4-7 16,1-2-2-16,-1-2 4 0,-4 3-2 0,2-3 4 16,-2-3-4-16,-2 4 5 0,0-2-7 0,0-4-4 15,-5 3-5-15,1 0-6 0,-2-4-4 0,-1 10 0 16,-2-17-4-16,0 10-10 0,-4-3-5 0,1 3-11 16,-3-2-12-16,0 1-6 0,2 1-15 0,-5 1-19 15,0 1-22-15,2 0-28 0,-3 4-28 0,1 1-35 16,-1 3-38-16,-6 2-53 0,2 0-35 0,0 6-188 15,0-3-475-15,4-2 209 0</inkml:trace>
  <inkml:trace contextRef="#ctx0" brushRef="#br0" timeOffset="169495.31">11402 8964 123 0,'0'0'260'0,"6"-4"-23"0,-6 4-25 16,5-4-16-16,-5 4-25 0,0 0-16 0,0 0-16 15,0 0-6-15,14 9-7 0,-8-1-3 0,0 2-6 16,-1 3-1-16,2 2-5 0,-1 3-12 0,1 0-5 16,-3 0-10-16,3 7-8 0,-2-2-8 0,-3-3-6 0,-2 5-5 15,0-5 0-15,-2 5 2 0,0 0-3 16,-6-1-5-16,0 1-1 0,-1-1-12 0,-5 1-10 15,1-4-19-15,0 1-23 0,1-7-29 0,-5 6-27 16,-1-2-32-16,4-4-44 0,-2-3-38 0,3 1-57 0,-5 0-144 16,2-4-417-16,4-3 186 0</inkml:trace>
  <inkml:trace contextRef="#ctx0" brushRef="#br0" timeOffset="169812.95">11790 9078 2 0,'-4'-7'315'0,"4"7"-15"0,-2-10-7 16,2 10-8-16,-3-9-3 0,3 9 0 0,-3-9-35 15,3 9-24-15,0 0-21 0,-2-7-23 0,2 7-19 16,0 0-19-16,0 0-17 0,0 0-11 0,0 0-13 15,0 0-15-15,0 0-4 0,0 0-6 0,0 0-13 16,0 0-4-16,19 16-1 0,-11-8-15 0,-3 1 1 16,4 0 0-16,-2 0-11 0,5 1-1 0,0 3-1 15,-2 0-5-15,2-1-3 0,2 0-2 0,-3-1 4 16,4-1-7-16,-3 1 2 0,3 0-6 0,-2 0-25 16,0-2-32-16,0 0-43 0,-4-1-50 0,-2 1-51 15,2 0-38-15,0 0-28 0,-2-2-31 0,-1 3-181 16,-1-3-504-16,-2-3 222 0</inkml:trace>
  <inkml:trace contextRef="#ctx0" brushRef="#br0" timeOffset="170016.53">12019 9095 188 0,'0'0'270'0,"-6"-9"-9"0,6 9-12 0,-7-8-15 0,7 8-13 16,-5-4-23-16,5 4-6 0,-14 3-18 15,8 3-10-15,-12 4-17 0,0 9-14 0,-4-2-14 16,4 7-9-16,-5 0-18 0,2 0-4 0,-1 1-33 16,4 0-43-16,-2 2-44 0,2-1-44 0,2-2-49 0,6 0-49 15,0-5-46-15,1 3-160 0,0-5-412 16,5-5 182-16</inkml:trace>
  <inkml:trace contextRef="#ctx0" brushRef="#br0" timeOffset="174218">12362 9016 121 0,'0'-11'190'0,"0"3"10"0,0 8 4 0,-2-15 5 0,2 10-13 16,0 5-15-16,-2-12-15 0,2 12-17 0,0-7-17 15,0 7-14-15,0 0-13 0,-2-8-13 0,2 8-10 16,0 0-10-16,0 0-13 0,0 0-4 16,0 0-2-16,0 0-5 0,0 0 2 0,0 31 4 0,2-15-3 15,-2 1-5-15,0-2-2 0,-2 2-1 0,4 0-4 16,-4-1-2-16,4 0-9 0,-2 2 1 16,0-2-4-16,0 3-3 0,0-2 0 0,0 3-2 15,0-2 0-15,2-3-8 0,-2 3-5 0,0-5-24 0,2 3-22 16,-1 0-28-16,0 0-25 0,2-3-22 0,-2 0-31 15,-1-1-24-15,2-1-15 0,-2-2-18 0,2 1-124 16,-2-3-352-16,0-7 156 0</inkml:trace>
  <inkml:trace contextRef="#ctx0" brushRef="#br0" timeOffset="174563.49">12517 9163 168 0,'0'0'201'0,"4"-9"-13"0,-4 9-16 0,4-7-18 15,-4 7-7-15,0 0-21 0,4-6-10 0,-4 6 2 16,0 0-8-16,0 0-11 0,0 0-6 0,6 14-2 16,-3-8-10-16,-1 1-6 0,0 0-7 0,2 2-5 15,2-2-6-15,0 2-5 0,1-3-4 0,2 7-4 16,1-7-6-16,0 0-2 0,1-1-2 0,3 0-3 16,-1-4 0-16,-4 3-5 0,5-3-2 0,-1-1 0 15,-1-1-1-15,1 0-4 0,-1-2-1 0,1 0 1 0,-4-4-4 16,4-2 5-16,-4 3 5 0,0-3 3 15,-3 1 10-15,2-2 1 0,-2-1-2 0,-3 0-4 16,-1 1-3-16,2 0-5 0,-6-3-3 0,2 1-1 16,-2 1-3-16,0 0-6 0,-1 0-7 0,-1 3-2 0,-2 0-1 15,-2-1-2-15,-1 3-3 0,0 1-2 16,3 1-9-16,-4 0-9 0,-2 0-18 0,7 3-8 0,5 1-15 16,-18 1-18-16,13 3-10 0,-6 1-31 15,-1-1-23-15,6 4-20 0,-2 0-27 0,3-1-135 0,-1 1-355 16,6-1 157-16</inkml:trace>
  <inkml:trace contextRef="#ctx0" brushRef="#br0" timeOffset="174734.31">13310 9091 28 0,'5'-1'212'0,"-1"-3"-16"0,4 0-22 0,0-1-15 15,-1 2-19-15,5-2-10 0,-1 3-16 0,-1-1-23 16,4 0-36-16,-1 2-54 0,4-1-48 0,0 1-58 16,-3 2-87-16,-3-2-207 0,-4 2 92 0</inkml:trace>
  <inkml:trace contextRef="#ctx0" brushRef="#br0" timeOffset="174896.8">13416 9190 34 0,'0'0'241'0,"0"0"-8"0,-7 6-3 0,7-6-13 16,0 0-15-16,0 0-18 0,-6 4-18 0,6-4-19 16,0 0-16-16,0 0-16 0,0 0-13 0,14 6-19 15,-6-6-31-15,7 2-43 0,6-1-50 0,8 0-61 16,7 0-64-16,-3 2-141 0,19-4-331 0,-2-4 147 16</inkml:trace>
  <inkml:trace contextRef="#ctx0" brushRef="#br0" timeOffset="175429.14">14364 8825 162 0,'-2'-10'254'0,"-1"1"-17"16,1 2-18-16,0-1 1 0,2 8-12 0,-3-12-7 16,2 7-7-16,1 5-18 0,-5-9-10 0,5 9-19 0,-2-6-18 15,2 6-16-15,0 0-14 0,-2-7-11 0,2 7-10 16,0 0-3-16,0 0-14 0,0 0-5 0,0 0-7 16,0 0 0-16,4 32 2 0,-4-16-7 15,3 2 5-15,-1 3 2 0,-2-2 2 0,2 6 0 0,-2-5-4 16,2 5 1-16,-2 2-3 0,0-8 0 0,0 0-3 15,0 1-2-15,0-1-2 0,0 0-1 0,0-3-9 16,0 1 2-16,0 0-7 0,0 0 1 0,2 0-4 16,0-5 0-16,-2 1-4 0,0-2-1 0,0 2-4 15,0-4-6-15,0 2 6 0,0 0-6 0,3-3-18 16,-2 0-22-16,0 2-39 0,1-2-40 0,-2-1-30 16,3-2-34-16,-3-5-26 0,4 12-27 0,-3-7-21 15,-1-5-192-15,3 8-477 0,-3-8 212 0</inkml:trace>
  <inkml:trace contextRef="#ctx0" brushRef="#br0" timeOffset="175928.56">14728 8941 208 0,'0'-13'226'0,"0"13"1"15,-1-9-4-15,1 9-10 0,-3-9-15 0,3 9-16 16,-3-7-15-16,3 7-15 0,0 0-18 0,0 0-16 16,-4-9-8-16,4 9-13 0,0 0-4 0,0 0-11 15,0 0-5-15,-18 17-5 0,11-9-7 0,1 1-4 16,-2 5 1-16,2-2-8 0,1-1-3 0,0 4-5 16,1-3-5-16,0 0-1 0,1 0 0 0,1 0-4 0,-1 0 0 15,2 2-9-15,-2-4 1 0,6 2-4 0,-3-1-2 16,3-2-3-16,-1 0 3 0,2 0-4 15,1 0 3-15,0-1-8 0,0-3 0 0,4 2-1 16,0 1 1-16,0-3-2 0,-2-3-1 0,5 4-2 0,-1-3 1 16,3-1-1-16,-3-2 0 0,0 0 4 0,0 0-4 15,2-4-4-15,-2 3 3 0,1-3 3 0,-2 2 1 16,1-5 0-16,-3 2-4 0,1-2 0 0,0 0-1 16,1-1-1-16,-4-2 0 0,2-4-3 0,-3 2 2 15,2 1 10-15,-3-1-8 0,-2-1-4 0,1-3 1 16,-3 4 6-16,0-5-13 0,0 2 3 15,-3 0 0-15,2-1 2 0,-3 0-2 0,-2 7 2 0,3-2-3 16,1-1-2-16,-4 2 4 0,2-1-3 0,-2 2-1 16,-1 0-1-16,-1 2 3 0,0-2-6 0,3 5-1 15,-5-1 0-15,4 3-10 0,-2 0-13 0,0-1-9 16,8 3-19-16,-18 1-15 0,11 1-21 0,-5 2-26 16,2 1-26-16,0 1-33 0,1 1-33 0,-1 0-29 15,1 2-132-15,3-1-406 0,1-2 180 0</inkml:trace>
  <inkml:trace contextRef="#ctx0" brushRef="#br0" timeOffset="176696.4">15292 8869 160 0,'0'0'192'15,"0"0"-9"-15,0 0-9 0,0 0-11 0,0 0-7 16,-3-11-10-16,3 11-12 0,0 0-6 0,0 0-7 16,0 0-2-16,0 0-6 0,0 0-8 0,-3-9-3 15,3 9-6-15,0 0-2 0,0 0-11 0,0 0 1 0,0 0-5 16,0 0 0-16,0 0-8 0,0 0 0 16,-2-8-5-16,2 8-4 0,0 0-6 0,0 0-6 15,0 0-3-15,0 0-5 0,-6-5-6 0,6 5-2 16,0 0-2-16,0 0 1 0,0 0-5 0,0 0-5 0,-7-7-1 15,7 7-2-15,0 0-6 0,0 0 0 0,0 0-1 16,-6-1-2-16,6 1 4 0,0 0-9 16,0 0 2-16,0 0 0 0,0 0-1 0,0 0-2 15,-19 4 1-15,15-1-1 0,4-3-2 0,-9 4-1 0,9-4 1 16,-9 6-2-16,4-2 2 0,-1 2 5 0,2-1-2 16,-3 2-3-16,0 1-1 0,2 1-2 0,-2-2 2 15,3 2 1-15,-2-3-4 0,0 4 0 0,0 0 4 16,1-1 3-16,4 0-2 0,-1 2 5 0,-1-2-5 15,-1 2-3-15,1-1 3 0,2-1 2 0,1 1-3 16,0 0-1-16,1-3 2 0,1 3 1 0,-1-2-1 16,6 0-5-16,-4-1 3 0,0 0 3 0,3 1-2 15,1-3 1-15,-2 2-5 0,1-4 10 0,1 1-4 16,-1-1-5-16,2 2 2 0,-2-1 3 16,0-1 1-16,2-1-3 0,-8-2 0 0,21 0 1 0,-11-2 2 15,0 2 2-15,-10 0-2 0,19-4 11 0,-9-2-14 16,2 1 1-16,-4-5-2 0,6 1 0 0,-4 0-1 15,1-4 4-15,-1 1-2 0,-3 0 0 0,2-4-2 16,-3 1 3-16,2 1-4 0,-2-3 0 0,-1 1 0 16,-1-1-3-16,0 2 2 0,-1-1-1 0,-3 5 0 15,0-4 2-15,-3 4-9 0,1 0 2 0,-1 1-8 16,-2 0 1-16,0 3 2 0,0 0-4 0,-5 2-10 16,-2 1-10-16,3 1-9 0,-4 3-16 0,2 0-14 15,-6 2-21-15,0 3-17 0,0 2-28 0,0 1-26 0,1 0-28 16,1 2-33-16,-1 1-149 0,4 2-406 15,3-6 180-15</inkml:trace>
  <inkml:trace contextRef="#ctx0" brushRef="#br0" timeOffset="177013.94">15728 8697 288 0,'1'-11'289'0,"-1"4"-11"16,0 7-13-16,1-11-9 0,-1 11-22 15,0-10-17-15,0 10-26 0,0 0-19 0,0-8-23 0,0 8-16 16,0 0-15-16,0 0-9 0,0 0-13 0,0 0-7 16,9 28-14-16,-8-16-2 0,5 12-5 0,-4-5 0 15,1 2-12-15,-2-2-2 0,1-1-3 16,0 8-3-16,-1-10-4 0,-1 4 3 0,0-1-13 0,0-1-3 15,0 0-2-15,0-3-7 0,0 3-8 0,0-3-15 16,0-3-15-16,0 1-25 0,-1-1-20 0,-1-1-26 16,0 1-22-16,-1-2-31 0,1 2-34 0,1-1-30 15,-3-1-27-15,1 0-192 0,1-2-458 0,0-1 204 16</inkml:trace>
  <inkml:trace contextRef="#ctx0" brushRef="#br0" timeOffset="177263.07">15889 8754 136 0,'0'0'213'0,"-2"-7"-5"0,2 7-14 16,0 0-20-16,-5-8-4 0,5 8-10 0,0 0-2 15,0 0-14-15,-22 15 2 0,15-8-14 0,-2 3-5 16,1-2-13-16,-3 4-7 0,2 2-13 0,1-4-9 15,2 1-9-15,1 4-10 0,-1-5-5 16,3 2-5-16,0-1-8 0,1 0 0 0,4 1-9 0,-1-1-11 16,2-3-22-16,1 3-31 0,2-1-35 0,2 0-47 15,5 1-49-15,-3-4-28 0,8 2-31 0,-3-1-126 0,0 0-369 16,-1-1 164-16</inkml:trace>
  <inkml:trace contextRef="#ctx0" brushRef="#br0" timeOffset="177678.99">16159 9021 84 0,'8'-2'177'0,"0"0"4"16,2-1 4-16,0-2-2 0,2 0 0 15,-1 0-8-15,1-1-14 0,2-2-8 0,-3 1-4 0,5-2-4 16,-2 0-7-16,0-1-4 0,-1-1-9 0,-2 0-2 16,1-2 5-16,0 1-19 0,-3-4-3 0,0 2-6 15,0-1 11-15,-2-1-11 0,0-1-9 16,-1-2-9-16,-1 0-9 0,0 3 3 0,-2-3-15 0,0 2-9 15,0 0-2-15,0 2-6 0,0 2-8 0,0 2 5 16,-2-3-19-16,1 5 2 0,1-2-1 0,1 5-3 16,-3 0-4-16,-1 6-2 0,6-10-11 0,-2 6 0 15,3 0-4-15,-1 3-2 0,-6 1-1 0,15 1-1 16,-7 2 0-16,2 1-4 0,-1 1 2 0,0 1 0 16,-2 3 2-16,0-2 1 0,1 4 2 0,-3-2-8 15,0 2 16-15,-1 1-11 0,0-1 3 0,-2 2-4 16,0-3 5-16,-1 3-1 0,-1 0-3 0,0-2 2 15,0 0 3-15,0-3 0 0,0 3-3 0,0-4 1 16,0 2 1-16,0-3-4 0,0-6 5 0,2 13 0 16,-2-6 0-16,2-1 3 0,-2-6-4 0,3 10 2 15,0-3-3-15,1-2 6 0,2-1-12 0,0 0-12 16,4 0-24-16,0-1-27 0,3 0-38 0,5-1-29 16,2-1-38-16,1-2-28 0,0-1-26 0,9-1-26 15,-9 0-135-15,7-4-421 0,-8 2 187 0</inkml:trace>
  <inkml:trace contextRef="#ctx0" brushRef="#br0" timeOffset="177830.73">16976 8692 155 0,'0'0'210'16,"0"0"-3"-16,0 0-5 0,-4-5-16 0,4 5-20 0,0 0-14 15,0 0-18-15,0 0-20 0,0 0-19 16,0 0-35-16,0 0-44 0,0 0-46 0,0 0-46 0,0 0-51 15,0 0-117-15,0 0-265 0,0 0 117 0</inkml:trace>
  <inkml:trace contextRef="#ctx0" brushRef="#br0" timeOffset="178029.54">16121 9143 21 0,'0'0'214'0,"0"0"-4"0,0 0-24 0,26 0-15 15,-4-4-20-15,9-3-11 0,7-1-21 16,14-2-42-16,5-4-48 0,0 0-57 0,-1 2-57 0,-2 1-117 16,-2-1-217-16,-5-1 97 0</inkml:trace>
  <inkml:trace contextRef="#ctx0" brushRef="#br0" timeOffset="178164.24">16958 8971 186 0,'0'0'188'0,"0"0"-14"0,0 0-24 16,0 0-8-16,0 0-28 0,0 0-32 0,0 0-42 16,0 0-46-16,0 0-52 0,0 0-111 0,0 0-183 15,0 0 81-15</inkml:trace>
  <inkml:trace contextRef="#ctx0" brushRef="#br0" timeOffset="179979">9436 9241 123 0,'0'0'167'0,"0"0"-3"0,0 0-3 0,0 0-3 16,0 0 3-16,0 0-9 0,0 0-2 0,-2 8-4 16,2-8-8-16,0 0-7 0,0 0-3 0,0 0-11 15,0 0-4-15,0 0-2 0,0 0-15 0,0 0-9 16,0 0 1-16,0 0-13 0,0 0-6 0,0 0-6 16,0 0-6-16,0 0-6 0,0 0-1 0,0 0-5 15,0 0-2-15,0 0-5 0,0 0-3 0,0 0-3 16,-11-2-2-16,11 2-4 0,0 0-2 0,0 0 1 15,0 0-2-15,0 0 2 0,0 0-2 0,0 0 0 16,-9 3 2-16,9-3-4 0,0 0-1 0,0 0-2 16,0 0 2-16,0 0-1 0,0 0-5 0,0 0-1 15,0 0-3-15,0 0 3 0,0 0-3 0,-12-3 0 16,12 3-3-16,0 0 3 0,0 0-4 0,0 0 2 16,0 0 0-16,0 0-1 0,0 0 1 0,0 0-5 0,0 0 0 15,0 0 4-15,0 0-3 0,0 0-4 16,34-2 6-16,-13-1 1 0,0 2-2 0,7-1-4 15,-7-1 6-15,-1-1-5 0,1 0 3 0,-2 2-1 16,-1 1 0-16,-4-2-6 0,0 1 7 0,-2 1-4 0,0-3 1 16,-1 2 9-16,-4 0-10 0,1 1 0 15,-8 1-6-15,11 0 6 0,-11 0 2 0,8-2-3 16,-8 2 7-16,0 0 3 0,9-2 3 0,-9 2 0 16,0 0 3-16,0 0 3 0,0 0 4 0,0 0-6 0,0 0 3 15,0 0-3-15,0 0-6 0,0 0 6 0,0 0-5 16,0 0 0-16,0 0-6 0,-27-3 1 0,18 1 2 15,-2 1-3-15,-2 0-6 0,1-1 4 0,0 4-2 16,-6-1-1-16,0 0-2 0,0 1 2 0,-2 1-2 16,0-1 4-16,4 1-6 0,-3 1 4 0,7-1-2 15,1-1 0-15,0 0 0 0,4-1-2 0,2 2-1 16,5-3-2-16,-11 1 4 0,11-1-2 0,0 0-5 16,-10 0 4-16,10 0 2 0,0 0 0 0,0 0 0 15,0 0 1-15,0 0 3 0,0 0-5 0,28 4 1 16,-15-4-5-16,1-3-3 0,4 2-5 0,-1 0-29 15,0 0-29-15,0 2-44 0,1-2-38 0,0 2-41 16,0-1-35-16,1 1-35 0,-6 1-156 0,0 1-458 16,1-2 203-16</inkml:trace>
  <inkml:trace contextRef="#ctx0" brushRef="#br0" timeOffset="-108017.91">2148 11717 35 0,'0'0'244'0,"-2"-8"0"0,2 8-4 0,0 0-10 16,-3-8-4-16,3 8-17 0,0 0-18 0,-5-4-20 15,5 4-11-15,0 0-21 0,0 0-17 0,0 0-13 16,0 0-5-16,-16 10-17 0,7 5-4 0,-1 6-10 0,-1 8-9 15,-3 6-11-15,-1 9 1 0,-1 2-7 0,4 3-6 16,-1-1-8-16,2 1 3 0,2-3-5 0,4 4-2 16,-1-5-5-16,6-10 1 0,3-1 4 15,1-1 0-15,0 0 0 0,3-2 6 0,-1-4-6 16,4-1 33-16,-1-5-11 0,-1-2 0 0,4-7-2 16,-1 1-2-16,0-2-5 0,2-4-2 0,2-1-5 0,3-3 4 15,3-3-9-15,3-11-3 0,3-1 2 0,0-5 1 16,1-2-2-16,4-5-9 0,-7-3-1 15,7-12 1-15,-9 10-2 0,5-12 0 0,-5 0-2 16,-9 7-5-16,4-11 2 0,-2 1-1 0,-3-4-8 16,-3-2-14-16,0 0 11 0,-5-1-1 0,-4 0-8 15,2-4-2-15,-2 5-2 0,-2 0-8 0,1 1 8 16,-3 12 5-16,-1 5 2 0,-3-1 1 0,0 7 2 0,-3 1-6 16,0 2 3-16,-2 8-2 0,-2 1 0 15,0 4-1-15,-4 0-3 0,-3 7 2 0,3 0 1 16,-5 6-2-16,-5 4 2 0,-2 3-2 0,0 5 0 15,3 6 5-15,1 0-3 0,2 2-1 0,1 1 1 16,4 0 3-16,4 2-2 0,1-1-1 0,7 3 2 16,3-2 6-16,3-1-6 0,2 3 0 0,4-3 2 15,3-1-1-15,2 1-6 0,2-2 8 0,4 1 3 16,0-3-3-16,3 5 1 0,4-2-2 0,-4 0 1 16,4-1-2-16,-1 2 0 0,-4-4-4 0,2 2 2 15,-1 0-2-15,3-2-1 0,-4 1-8 0,0-3-3 0,-4-2-9 16,5 3-5-16,-1 3-14 0,-4-8-21 15,5 3-10-15,-5-1-24 0,-1-2-26 0,1-2-29 16,0 1-42-16,-1 2-32 0,-1-2-171 0,-2-3-438 16,0 2 194-16</inkml:trace>
  <inkml:trace contextRef="#ctx0" brushRef="#br0" timeOffset="-107863.08">2494 12520 13 0,'-2'10'125'0,"2"-10"-7"16,0 0-16-16,0 0-14 0,0 0-20 0,0 0-31 15,16 2-44-15,-3-4-42 0,4-3-34 0,1-3-89 16,8-8 40-16</inkml:trace>
  <inkml:trace contextRef="#ctx0" brushRef="#br0" timeOffset="-107726.77">2967 12305 92 0,'11'-2'227'0,"-11"2"-26"16,0 0-21-16,9-4-19 0,-9 4-14 0,0 0-15 16,0 0-12-16,0 0-18 0,12-4-6 0,-12 4-9 15,0 0-7-15,0 0-23 0,0 0-38 0,19 0-64 16,-11-1-74-16,-8 1-138 0,18-5-277 0,-8-2 123 16</inkml:trace>
  <inkml:trace contextRef="#ctx0" brushRef="#br0" timeOffset="-103900.39">9414 12912 163 0,'-1'-11'191'0,"1"11"5"0,-2-9 0 0,2 9-15 0,-4-6-8 16,4 6-15-16,0 0-11 0,-4-7-7 0,4 7-7 15,-4-4-19-15,4 4-12 0,0 0-9 0,0 0-11 16,0 0-6-16,0 0-3 0,0 0-3 0,-14 8 3 16,9 1-9-16,-4 2 2 0,4 0-7 0,-3 6 1 15,-2 6-12-15,-1-1-4 0,3 3-1 0,3-5 1 16,-4 2-6-16,5 3-5 0,3-1-2 0,-3 1-4 16,1-5 0-16,2 4-5 0,2-5-2 0,1 1 0 15,0 4-3-15,-2-3 0 0,3-2-1 0,1 0-4 16,2-1-1-16,0-1 0 0,1-3-3 0,1 0 0 15,2 0-1-15,-1-5-18 0,2 4-1 0,-1-4 5 16,1-1 0-16,0-2 6 0,2 2-6 0,-2-4 7 16,5-1-3-16,0 0 4 0,2-1 1 0,1-1 0 15,2-4 1-15,-2 0 3 0,-1-3 8 0,1 1 0 16,-1-3 0-16,0-1 7 0,-2 1-2 0,-3-1 6 16,0-3 3-16,-3 3 12 0,-1-1 1 0,0-2 8 15,0-2 0-15,-4 0-3 0,-1-3-6 0,-3-1-4 16,1-1-2-16,-4 2-1 0,-2-7-2 0,-1 5 2 15,-1 0-3-15,0-6-8 0,-2 0-5 16,0 7 5-16,-1-1 1 0,0 1-8 0,2 1 1 0,-2 2 1 16,0 4-3-16,1 1 2 0,-1-2-4 0,0 2-3 15,2 1-1-15,0 2 3 0,-1-2-2 0,0 5-1 16,3-3-8-16,-2 2 6 0,7 5-9 0,-12-5 6 16,7 3-6-16,5 2-3 0,-12-6-10 0,7 5-16 15,5 1-16-15,-8-3-21 0,8 3-28 0,0 0-31 16,0 0-42-16,-15 7-27 0,12-2-22 0,3-5-17 15,-1 14-17-15,1-7-152 0,0-7-439 0,2 17 194 16</inkml:trace>
  <inkml:trace contextRef="#ctx0" brushRef="#br0" timeOffset="-103367.89">9844 13096 40 0,'0'0'203'0,"0"0"0"0,-8-2 0 0,8 2-17 0,0 0-8 16,0 0-12-16,0 0-13 0,-7-3-9 0,7 3-12 15,0 0-10-15,0 0-12 0,0 0-10 0,0 0-9 16,0 0-10-16,0 0-11 0,0 0-5 0,0 0-2 16,0 0-9-16,0 0-3 0,30 10 3 0,-9-10-3 15,-1 2-4-15,13-4 0 0,3 2-3 0,0-3 0 16,2 3 4-16,13-6-5 0,1-1-1 0,-13 1-7 16,14-1 6-16,-2 2-9 0,0 0-4 15,-12-2-4-15,12 1-1 0,-12 1-3 0,12 0 0 0,-14-3-4 16,1 0 0-16,1 0-1 0,-3 1-4 0,3-1 2 15,-2 1-4-15,-2 1 4 0,1 0 0 0,-3-3 4 16,-1 3 0-16,0 0-2 0,0 0 1 0,-5-1 3 16,-5 3-8-16,5-3 4 0,-6 2 3 15,-2 4 6-15,-3-3-2 0,-3 2-1 0,1 1 5 0,-3 0 6 16,-2 0-4-16,-2-1 1 0,2 1 2 0,-9 1 4 16,9-2-1-16,-9 2-2 0,7-2 2 0,-7 2 0 15,0 0 0-15,10 0-2 0,-10 0 0 0,0 0-9 16,0 0 2-16,0 0 0 0,0 0-5 0,7-2-2 15,-7 2-2-15,0 0 4 0,0 0-12 0,0 0-11 16,0 0-26-16,0 0-30 0,0 0-42 0,0 0-64 16,0 0-71-16,-20 11-72 0,8-4-197 0,0-1-546 15,0 1 242-15</inkml:trace>
  <inkml:trace contextRef="#ctx0" brushRef="#br0" timeOffset="-101499.84">11158 13018 70 0,'4'6'87'0,"-4"-6"-10"16,0 0 4-16,6 3-12 0,-6-3-2 0,0 0 0 16,0 0 7-16,4 6-12 0,-4-6 7 0,0 0 5 15,0 0-7-15,0 0 1 0,4 6 18 0,-4-6 8 16,0 0 4-16,0 0 1 0,0 0 7 0,0 0-1 0,0 0 0 16,0 0-2-16,0 0-1 0,0 0-4 15,0 0-2-15,0 0-6 0,0 0-5 0,0 0-9 16,0 0-6-16,0 0-5 0,0 0 2 0,0 0-16 15,0 0-3-15,0 0-8 0,13-10-2 0,-8 5-6 0,1-1 0 16,2 0-2-16,3-1-7 0,-2-2 0 0,1 1 15 16,4-3-4-16,0 0-4 0,2 0-3 15,-1-1-5-15,0-1 3 0,7-3-5 0,0-1-1 16,-4 3-3-16,0-3-2 0,-4 5 3 0,2-2-6 0,-3 1-1 16,0 1 4-16,-2 0 3 0,0 4 3 0,-1 0 5 15,-3 2-2-15,0 0-1 0,-2 0 4 0,1 3-9 16,1-1-3-16,-7 4 0 0,6-7-6 15,-6 7-1-15,8-2-4 0,-8 2 1 0,10 0-4 16,-10 0-4-16,10 6 2 0,-2 0 2 0,1 2 0 0,0 1 0 16,-2 3-2-16,3 1 2 0,-2 3 0 15,3-2 1-15,-4 0 1 0,5-1 0 0,-4 1 0 16,-2-3-3-16,-1 0 2 0,1 0 1 0,2-3-3 16,-2 0 7-16,1-2-4 0,-5 1 0 0,2-2-2 15,1 0 2-15,0 0 3 0,0 0 1 0,-5-5-3 0,8 6 3 16,-3-3 0-16,2-3 10 0,-7 0 6 15,15 2 5-15,-15-2-3 0,12-3 1 0,-3-1-2 0,2-2-5 16,-1 0 4-16,3-1-3 0,2-5-4 0,-1-2 0 16,-1 3-1-16,2-2-2 0,-1-1 1 0,-1-1-6 15,6-5 3-15,-6 4-2 0,5-5-4 0,-1 2 4 16,-4 2-13-16,-1 3 1 0,2 1 0 0,-5 3 4 16,2 1-2-16,-3 4-2 0,2-3 0 0,-3 2-2 15,-1 5-3-15,0-3 0 0,-6 4 2 16,10 0 2-16,-1 2-2 0,-3 1-2 0,2 4 1 0,1 3-1 15,0-1 3-15,2 5-2 0,-1 1 3 16,2 1-1-16,-2-1 0 0,-1 0 2 0,0 1-1 0,0-5 5 16,-4-1-4-16,3 1 1 0,-3-2 1 0,3 1 1 15,-2-3-1-15,0 2 7 0,-1-1-7 0,3-3 4 16,-4 1 0-16,1-3 1 0,0 1-2 0,0 0 1 16,1-2 3-16,-1 2 9 0,-5-4 2 0,14 2 6 15,-8-2-4-15,-6 0-4 0,15-4 2 0,-3-1-2 16,-1-2-3-16,-3 1 2 0,2-3-7 0,3-1 5 15,-2-3-2-15,1-1-2 0,1 1-6 0,1-2 1 16,1-5-5-16,-1 6-1 0,-3-1-3 0,0 2-1 16,1 1 1-16,-4 2 2 0,-1 3 1 0,-2 1-3 15,2 1-3-15,-3 2 1 0,-4 3 3 0,9-5-5 16,-9 5 0-16,0 0-2 0,9 3 1 0,-9-3 4 16,9 12-2-16,-4-8 5 0,-3 3-1 0,4 1 1 15,-5-1-4-15,3-1 5 0,0 0-2 0,1-1 3 16,0 0 0-16,-5-5 0 0,6 11 2 0,-5-8 1 15,2 1-3-15,-3-4 1 0,7 6 1 0,-7-6 5 16,5 4 4-16,-5-4-3 0,9 3-1 0,-9-3-2 16,9 0 7-16,-9 0 0 0,11 0 4 0,-11 0-4 15,16-5 12-15,-7-1-8 0,0 0 1 0,2 0 3 16,0-2-9-16,1 0-1 0,1-3-1 0,-7 3 1 16,9-2-4-16,-5 3 5 0,-1-3-8 0,3 2 6 15,-3 0-6-15,4 2 3 0,-4 2-2 0,0-2-5 16,-4 3 4-16,1 0-4 0,-6 3-1 0,12 0 3 15,-12 0-3-15,13 3-2 0,-7 0 1 0,0 3 1 16,0-1 1-16,1 2-2 0,-1 1 2 0,1 1 9 16,0-1-7-16,0 1-1 0,-1 0-2 0,1-2 3 15,-1 3-1-15,2-2 1 0,1 1 3 0,-1-1-2 16,4-1 3-16,1 3-1 0,1-1 1 0,1 0-1 16,4-1 5-16,7 1-5 0,3-2 6 0,3-1-2 15,2 0 6-15,4-3 1 0,16-2-2 0,-18 0 1 16,17-5-1-16,3 3 2 0,-1-3-5 0,8-1 10 15,1 1 6-15,1-1-1 0,26-6 1 0,-1 1-6 16,-26 2 0-16,3 2-2 0,24-5 1 0,-31 7-5 16,-1-2 2-16,-5-1 3 0,6 0-3 0,-5 2 4 15,-2-2-3-15,3 3 3 0,-2-2-8 0,-1 1 8 16,-14 1-5-16,14-2 1 0,-14 4-2 0,-1 0 3 0,0-3-6 16,1 4 3-16,-5-3-2 0,2 1-3 15,0 1 6-15,-7 1-3 0,3-2-2 0,-1 3 4 16,-2-1 1-16,-2 1-1 0,2 0 2 0,-8 0-12 15,5 0 8-15,5 3 0 0,-12-3 3 0,-1 1 1 0,-2-1 13 16,4 2-1-16,-2 0 4 0,1 1 0 0,2-1-2 16,-2-1 3-16,3 2-1 0,-2 0-2 15,1-1-2-15,0 0 0 0,2-1-6 0,-5 2 3 16,0-1-3-16,2 1-4 0,-2-2-4 0,-5-1 1 0,0 2-2 16,-4-1 2-16,2 2-4 0,-3-2 3 0,-2 0-5 15,1 0 1-15,-7-1 0 0,10 0-3 0,-10 0 7 16,9 3-6-16,-9-3-6 0,0 0 7 15,0 0 1-15,8 1-6 0,-8-1-16 0,0 0-34 16,0 0-36-16,0 0-39 0,0 0-50 0,0 0-52 0,-36-1-61 16,24 2-46-16,-7 3-227 0,1 0-606 0,0-1 269 15</inkml:trace>
  <inkml:trace contextRef="#ctx0" brushRef="#br0" timeOffset="-98533.89">15169 12321 23 0,'4'-10'89'16,"2"-2"-6"-16,-1 2 9 0,-1-1-4 0,0 1 0 15,0-2 0-15,0 1 0 0,0 2-4 0,-2-4 15 16,-1 4 2-16,2-1-2 0,-2 1-4 0,1-1-10 16,-2 2-1-16,0 0 0 0,2-1-9 0,-4-1-3 15,2 10-3-15,0-13-7 0,0 13-5 0,0-11 1 16,0 11 9-16,-2-12-3 0,1 8 2 0,1 4-3 15,0 0-4-15,3-14-2 0,-3 14-4 0,0 0-7 16,-3-9-3-16,3 9-8 0,0 0-3 0,0 0-4 16,0 0-5-16,0 0-1 0,0-9-4 0,0 9-4 15,0 0 2-15,0 0-5 0,0 0-5 0,0 0 2 16,0 0-1-16,0 0-3 0,0 0 2 0,0 0-2 16,0 0-2-16,0 0 4 0,0 0-3 0,0 0-4 15,0 0 7-15,0 0-4 0,0 0 2 0,0 0-2 16,0 0 2-16,0 0 0 0,0 0-3 0,0 0 3 15,0 0 3-15,0 0-4 0,0 0 1 0,0 0 0 16,0 0-1-16,0 0 3 0,0 0-1 0,0 0-2 16,0 0 3-16,0 0-3 0,0 0 2 0,3-6-2 15,-3 6 3-15,3-6-6 0,-3 6 4 0,4-7-7 16,-1 1 5-16,2 2-4 0,0-2-2 0,-1-1-1 16,0 1 4-16,2-2-6 0,1 2 0 0,-2 1 2 15,-1-1-9-15,2 0 3 0,-1 1 2 0,1 1 0 16,0 0-2-16,0-1 3 0,-1 0-1 0,-5 5 4 0,8-7-1 15,-5 3 1-15,-3 4-4 0,6-3 4 16,-6 3 5-16,5-4-3 0,-5 4 0 0,0 0 6 0,6-4 0 16,-6 4-2-16,0 0 6 0,0 0 6 15,3-5 7-15,-3 5 1 0,0 0 5 0,0 0 2 0,0 0 2 16,0 0 1-16,0 0-1 0,0 0-1 0,0 0 4 16,0 0-7-16,0 0-6 0,0 0-3 0,3-8-2 15,-3 8-2-15,0 0-5 0,0 0-3 0,0 0 0 16,0 0-3-16,0 0 3 0,0 0-4 0,0 0 1 15,-5 28-3-15,4-12 3 0,-3 3 5 0,2 7 6 16,-1 3 0-16,1 3 1 0,2 1-2 0,-2 16 2 16,0-2 2-16,2 1 4 0,1 1 13 0,-1 3 16 15,-1 0 6-15,3 2-3 0,0-2 19 0,3 2 4 16,0-2-2-16,-1 4 12 0,1 1 15 0,-7 0-4 16,10 22 6-16,-3-21 2 0,0 24-5 0,-1-1 2 15,0-25 4-15,0 3 7 0,1 0-18 0,1-3-9 16,-2-2-3-16,5 2-14 0,-4-4-4 0,4 0-7 15,-2-5-5-15,5 2-1 0,-4 2-5 0,-3-19-12 16,3 3 8-16,-3-2-5 0,5 3-5 0,-3-4-7 16,-2 0-3-16,0-1-2 0,-1-3-1 0,1 1-2 15,-3-3 5-15,3-1-21 0,-3-7 13 0,-1 3 1 16,0-3 4-16,0-1-5 0,-1-1-1 0,-2 0 1 16,1-2-7-16,-1-1-4 0,0-4-13 0,-2-1-30 15,1-1-40-15,-4-2-33 0,4 1-70 0,3-6-41 16,-10 4-48-16,10-4-53 0,0 0-59 0,-17-15-222 15,12 1-655-15,4-12 291 0</inkml:trace>
  <inkml:trace contextRef="#ctx0" brushRef="#br0" timeOffset="-97601.06">15328 11975 64 0,'-3'-10'188'0,"3"10"-12"0,-4-8-16 0,4 8-16 16,3-10-21-16,-3 10-16 0,6-12-5 0,3 5-9 15,0 1-10-15,1 1-6 0,2-3-3 0,-1 2-9 16,7 0 0-16,3 1-10 0,3-1 8 0,5 2-10 16,1 0 12-16,2 3-1 0,2 1-10 0,2 1 2 15,1 0-8-15,1 2-6 0,12 1-1 0,-9 4 3 16,11-1-1-16,5 3 4 0,-1 1-8 0,3-3-2 15,2 5-1-15,2-1 0 0,24 5-7 16,-26-3-3-16,30 5-5 0,-27-6 0 0,0 1-4 0,1-1 4 16,27 7-3-16,-5 2-4 0,-27-8 1 0,4 2-2 15,1-3-1-15,24 11-1 0,-27-6 0 0,0-1 0 16,-2 2-2-16,-1 1-4 0,-1-2 1 0,-4 2-2 16,3-1 3-16,-1-3 1 0,0 1-1 0,3-3 4 15,2-3 2-15,-3-1 0 0,-2-1 4 0,0 0-4 16,-2-2 2-16,0-2 0 0,-3 1 0 0,-12 0-4 15,0 0 3-15,0-2-4 0,-3 1-6 0,0 0 5 16,-4-1 1-16,2 1-3 0,-3-2-2 0,-3 0 0 16,-1 0 2-16,-5 0-2 0,-4 1 3 0,1-1 0 15,-1-2 2-15,-4 1 1 0,0 1-3 0,-3-1 1 16,-2-2-1-16,-1 3-5 0,-2-2 6 0,-6-1-7 16,12 1 4-16,-12-1 0 0,9 0 0 0,-9 0 1 15,5 3-1-15,-5-3 8 0,0 0-1 0,0 0 0 16,0 0 0-16,0 0-1 0,0 0-3 0,-14 12 1 15,14-12 1-15,-9 2-7 0,9-2 2 0,-12 6 2 16,8-3-6-16,-5 1 3 0,-2 1 1 0,1 2-3 16,-8 0 2-16,3 2 16 0,-3 0-1 0,-5 5 4 15,-2-2 12-15,-3 2-13 0,0-1-1 0,-3 2 4 16,-2 1 1-16,-1 0-2 0,-13 6-3 0,0 2 1 16,-2 1 2-16,-5 0 0 0,-1 4-1 0,-4 2 3 15,-23 12 1-15,-3-3 5 0,0 1-7 0,0 2-2 0,-5 6 0 16,2-1 2-16,-5 1-10 0,2-4-1 15,9 9 2-15,0-8 1 0,2 4-3 0,5-6 5 16,-1 4-6-16,25-14-2 0,-27 14 3 0,3-1-7 16,20-14 1-16,-24 12-2 0,20-16 4 0,-15 16-5 15,19-19 1-15,0 5 8 0,4-1-6 0,-2-4 2 0,3 0-5 16,3 0-1-16,1-4 6 0,12-3 8 16,0-3 4-16,6 0 0 0,0-3 2 0,10-3-2 15,2-1-7-15,4-5 2 0,-1 3-2 0,3-1-4 16,1-1-1-16,0-2 3 0,3 0-5 0,-1 1 2 0,2-1-3 15,5-3 1-15,-9 4-4 0,9-4-9 0,-8 3-11 16,8-3-10-16,0 0-12 0,-10 4-25 0,10-4-20 16,0 0-38-16,-9-1-15 0,9 1-22 15,0 0-39-15,-15-4-8 0,8 4-14 0,-4 0-9 16,0 0 1-16,-2 1 6 0,0 0-141 0,3 1-390 0,0-1 173 16</inkml:trace>
  <inkml:trace contextRef="#ctx0" brushRef="#br0" timeOffset="-96914.86">15896 12444 139 0,'0'0'199'0,"-11"-1"-3"15,11 1-10-15,-15 0-11 0,5 0-14 16,0 0-11-16,-2 0-8 0,1 1-9 0,4-1-1 0,-5 2-14 16,4 0 0-16,8-2-5 0,-11 0-9 0,11 0 13 15,-10 0-13-15,10 0-11 0,0 0-10 16,-9 0-11-16,9 0-9 0,0 0-4 0,0 0-5 15,0 0-3-15,0 0-1 0,24 3-1 0,-5-3-2 16,9-1-3-16,2 0-4 0,-1-2-6 0,4 0 0 0,-2 0 0 16,-1-1-4-16,-4 3-3 0,-4-2-1 0,-2 3-1 15,-2-1-3-15,-4 1 0 0,0-1-2 0,-2-2-1 16,1 3-4-16,-4 0-3 0,-2 0 2 16,-7 0-4-16,12-1-1 0,-12 1-3 0,9 0 3 15,-9 0-11-15,0 0-17 0,10 0-20 0,-10 0-24 0,0 0-41 16,0 0-42-16,8 3-37 0,-8-3-25 0,0 0-32 15,0 10-153-15,0-10-426 0,0 0 189 0</inkml:trace>
  <inkml:trace contextRef="#ctx0" brushRef="#br0" timeOffset="-96583.92">15820 13107 17 0,'-4'4'256'0,"-5"-2"2"0,9-2 0 16,-10 5 2-16,4-3-3 0,6-2-4 0,-11 5-10 16,11-5-7-16,-6 2-13 0,6-2-17 0,0 0-11 15,0 0-28-15,0 0 2 0,-8 1-21 0,8-1-17 0,0 0-8 16,0 0-24-16,0 0-12 0,0 0-2 0,31-10-9 15,-20 5-5-15,7 0-4 0,-1-2-8 0,4 4-6 16,1-4-6-16,1 2-5 0,-4 1-1 16,2 1-9-16,-1 0-3 0,-2-1-4 0,0-1-22 0,-5 4-31 15,1-3-30-15,-3 4-40 0,0-2-46 0,-3 0-40 16,-8 2-35-16,11-3-30 0,-11 3-18 0,7-1-13 16,-7 1-169-16,6-4-485 0,-6 4 215 0</inkml:trace>
  <inkml:trace contextRef="#ctx0" brushRef="#br0" timeOffset="-96367.2">15949 12931 187 0,'0'0'240'0,"-8"-5"-1"15,8 5 3-15,-6-7-3 0,6 7-6 0,0 0-11 16,-5-5-22-16,5 5-20 0,0 0-19 0,0 0-20 16,0 0-4-16,0 0 7 0,-6 16 19 0,6-5-5 15,-3 8-3-15,-1 9-16 0,1-1-13 0,1-1-17 16,-2 0-7-16,0 2-10 0,0-1-4 0,6 0-12 15,-4-1-12-15,1-2-7 0,0 1 1 0,2 1-12 16,-1-7-13-16,1-1-41 0,-1 0-47 0,3 0-49 16,-2-1-57-16,0 0-68 0,3-5-67 0,-3 3-234 15,1-3-574-15,0-3 254 0</inkml:trace>
  <inkml:trace contextRef="#ctx0" brushRef="#br0" timeOffset="-93454.14">15458 13469 105 0,'0'0'137'0,"0"0"-6"0,0 0-5 0,0 0-9 16,-9-1 0-16,9 1-7 0,0 0-2 0,0 0-7 16,0 0 0-16,-11-2-1 0,11 2-1 0,0 0 4 15,-8-3-11-15,8 3-4 0,0 0-5 0,-10-2 6 16,10 2-16-16,-12-3-3 0,6 1-8 0,6 2-2 15,-18-5-7-15,5 3-2 0,-4 0-3 0,0 2 0 16,-6-2-3-16,3 0 1 0,-1-1-1 0,-6 2 0 16,4-1-5-16,-4 2-2 0,0 0-2 0,0-1-1 15,4 2-5-15,3 1-3 0,-7-2-3 0,5 2 3 16,1 0-6-16,-2 0-1 0,3 0 0 0,-2 1-20 16,-1-3 2-16,4 3 2 0,-2-1-5 0,3-1 3 15,0 2-5-15,2 0 3 0,3-1-3 0,-1 0 4 16,1 0-2-16,-1 1 2 0,1 1 1 0,0-3-4 15,1 3 1-15,-5-1 3 0,0 3-1 0,-1-2 0 16,2 2-2-16,-2 0-1 0,-1-2 5 0,1-2 1 16,5 3-5-16,-6 0 3 0,6 0 1 0,-4-1 1 15,4 0-2-15,1-1 6 0,-1 1-2 0,1-1 0 16,0 0 2-16,3 0-1 0,4-1 2 0,-4 0 1 16,9-2-1-16,-9 3 1 0,9-3 4 0,-8 2 3 15,8-2 1-15,-7 1 0 0,7-1-3 0,0 0 4 16,0 0-2-16,-11 2-3 0,11-2 3 0,0 0-3 15,0 0 1-15,0 0-4 0,0 0-1 0,-5 4 0 16,5-4-5-16,0 0 1 0,0 0-2 0,0 0-2 16,0 0-1-16,0 0-2 0,-4 3 2 0,4-3 1 15,0 0 1-15,0 0 0 0,8 16-3 0,-5-10 3 16,1 3-3-16,3 0 2 0,-3 3-3 0,1 1 4 16,0 2-1-16,-1-2 2 0,2 4 1 0,1-1 12 15,-2 3-1-15,1 4 8 0,3 4-1 0,-5-1-2 16,2 1 0-16,-1 0-3 0,-2 0 0 0,2 2 7 15,-1 1 10-15,0 0-2 0,-1 1-2 0,3 0-3 16,-3 2-2-16,0 1 15 0,1-1 0 0,-4 2 4 16,4-3 8-16,-3 2-4 0,-1-2-8 15,1-1 4-15,-1 0-3 0,0-3-5 0,-1 2-9 0,1-1 3 16,1-1 3-16,-2-1 7 0,1 0-9 0,1 2-3 16,0-1-5-16,1 0-4 0,-2-3 0 0,4-4 5 15,-4-2-5-15,5 4-2 0,-3-5 2 0,-1 3-7 16,3-4 5-16,-1-1-7 0,0-2-1 0,-1 2 4 15,1-2-4-15,-1 0-5 0,1-5 5 0,-1 1-6 16,1 0 6-16,1-2-3 0,-4 0 3 0,5-1-4 16,-4-1-1-16,-1-6-2 0,3 12 2 0,-1-5 2 15,0-3-7-15,-2-4-8 0,2 12-15 0,-2-12-24 16,0 8-33-16,0-8-35 0,4 8-34 0,-4-8-37 16,0 7-45-16,0-7-33 0,0 0-37 15,0 0-188-15,0 0-530 0,0 0 235 0</inkml:trace>
  <inkml:trace contextRef="#ctx0" brushRef="#br0" timeOffset="-93168.22">14321 15025 74 0,'0'0'209'15,"-8"2"-9"-15,8-2-15 0,0 0-11 0,0 0-3 16,0 0 3-16,0 0-18 0,0 0-4 0,33-6-9 0,-14 1-11 16,9-3-13-16,3-1-5 0,1-1-9 0,1 0-5 15,4-3-3-15,3 2-14 0,-4-3-8 0,13-1-1 16,-14 4-11-16,0 1-5 0,-5-1-5 16,1 3-3-16,0-1-10 0,-3 1-9 0,-10 5-20 15,-1-2-25-15,-6-1-37 0,3 2-30 0,-4 3-33 16,1-1-48-16,-3 1-26 0,-8 1-11 0,9 0-140 0,-9 0-368 15,0 0 163-15</inkml:trace>
  <inkml:trace contextRef="#ctx0" brushRef="#br0" timeOffset="-92983.77">14573 15098 78 0,'-5'4'169'0,"1"-1"3"0,4-3-9 0,-5 6-2 16,5-6 3-16,0 0-3 0,0 0-9 15,0 0-7-15,9 10 1 0,-2-9-13 0,5-1-15 16,3-1-9-16,1-2-9 0,6 0-10 0,5-1-11 16,-4 0-9-16,-3-1-33 0,-3 0-36 0,0-1-37 15,-6 1-39-15,3 2-35 0,-4-1-39 0,-3 0-22 0,-1 2-114 16,-6 2-308-16,12-3 136 0</inkml:trace>
  <inkml:trace contextRef="#ctx0" brushRef="#br0" timeOffset="-92836.89">14743 15113 118 0,'-11'5'150'0,"6"-1"-4"15,-1 0-8-15,2 0 1 0,-3 0-3 0,0 3-12 16,3-1-8-16,-1-3-9 0,5-3-9 0,-8 8-8 16,5-5-2-16,3-3 5 0,0 0-2 0,-2 8-5 15,2-8-4-15,0 0-13 0,17 2-16 0,-5-6-28 16,6-5-37-16,8-2-36 0,2-7-48 0,6-2-57 16,-4-1-121-16,-2-1-296 0,1-3 132 0</inkml:trace>
  <inkml:trace contextRef="#ctx0" brushRef="#br0" timeOffset="-91717.9">14332 11739 163 0,'0'0'149'0,"-4"-7"-4"0,4 7-1 0,-6-8-5 0,6 8-1 16,-5-6 4-16,5 6-2 0,-4-5 0 0,4 5-7 15,-3-6-7-15,3 6-7 0,0 0-10 16,-4-8-4-16,4 8-5 0,0 0-9 0,-5-7-1 15,5 7-7-15,0 0-10 0,0 0-6 0,0 0-7 0,-3-7-5 16,3 7-2-16,0 0-7 0,0 0-1 0,0 0-8 16,0 0 0-16,0 0-4 0,0 0 3 15,0 0 9-15,0 0 0 0,0 0 0 0,0 0 8 16,0 0 2-16,0 0 5 0,0 0 8 0,0 0-13 0,0-10-6 16,0 10 3-16,0 0-9 0,-4-10-6 0,4 10-5 15,-2-7-7-15,2 7 1 0,-2-16-1 0,0 9-2 16,2-1-4-16,-2-4-1 0,-1 1-4 0,1 1-3 15,2 0-1-15,-2-1 1 0,0 0-1 0,2-2-2 16,-3 1-1-16,2 1 1 0,0-1 0 0,0 3-2 16,1-1 10-16,-4 1-16 0,0-1 0 0,4 3 0 15,-3-2 7-15,3 9-5 0,-2-11-1 0,2 11 1 16,-4-9-2-16,4 9-3 0,0 0 3 0,0-10-3 16,0 10 6-16,0 0-9 0,0 0-9 0,0 0 5 15,0 0 2-15,0 0-1 0,0 0-1 0,-4 32 4 16,4-3 3-16,0 4 8 0,2 14 2 0,-4 3 1 15,2 2 16-15,-2 5 10 0,-1-1 1 0,0 1 3 16,3-2 14-16,3-2 1 0,-3 0-7 0,3-2 3 16,-1 1 3-16,2-4-15 0,1 0 5 0,-1-12 1 15,5-2-8-15,-4 0-1 0,-1 0-1 0,2 1-2 16,-3-4-7-16,3-1 3 0,-1 0 0 0,0-3-4 16,0-1 0-16,-1-1-11 0,0-6 3 0,-1-2 1 15,1 1 6-15,0-3-8 0,-4-2-5 0,2-1 8 0,1-2-11 16,0 0 9-16,-1-3-11 0,-2 0 8 0,2 1-8 15,-2-2 2-15,4 1 0 0,-4-7 12 16,3 10-14-16,-3-10 4 0,1 7 0 0,-1-7-1 16,0 7 1-16,0-7-2 0,0 0 10 0,2 6-12 0,-2-6-26 15,0 0-13-15,0 0-25 0,0 0-36 0,0 0-60 16,0 0-77-16,0 0-92 0,0 0-295 16,0 0-670-16,-28-13 296 0</inkml:trace>
  <inkml:trace contextRef="#ctx0" brushRef="#br0" timeOffset="-89519.24">14277 11392 2 0,'0'0'90'0,"0"0"1"0,0 0 4 16,-5-5-4-16,5 5-1 0,0 0 0 0,0 0-12 15,-7-6-7-15,7 6 10 0,0 0-8 0,0 0-2 16,-6-5 0-16,6 5 3 0,0 0-2 0,-5-4 3 16,5 4-1-16,0 0 2 0,0 0-2 0,0 0-1 15,0 0-3-15,0 0-2 0,0 0-10 0,0 0 2 16,0 0 0-16,0 0-6 0,-2-8-3 0,2 8-5 15,0 0-9-15,0 0-6 0,0 0-1 0,0 0 0 16,0 0-4-16,11-6-4 0,-11 6-1 0,14-3-7 16,-4 2-1-16,3 0-2 0,6-2 3 0,0 2-1 15,2-1-1-15,10 1 1 0,-3 0-3 0,3 0-2 16,3 0 0-16,0 0 0 0,5-2-2 0,-2 1-1 16,12-2 1-16,-10 1-6 0,1 0 5 0,-2 1-5 15,-2-1 4-15,3 1 1 0,-6-1-2 0,1 1 0 16,-4 0 0-16,-3 0 2 0,-6 2-4 0,-1-2 1 0,-3 3 1 15,3-1-4-15,-11 0 0 0,0-1 4 16,-1 2-2-16,-8-1 2 0,14 0-1 0,-14 0-1 16,9-1 0-16,-9 1 1 0,0 0 3 0,9 0 2 15,-9 0 3-15,0 0 7 0,0 0 7 0,0 0-1 16,9 0 5-16,-9 0-1 0,0 0-5 0,0 0-2 16,0 0 2-16,0 0-4 0,0 0 1 0,0 0-6 15,0 0 2-15,0 0-2 0,0 0-2 0,0 0-2 16,9 1 0-16,-9-1 1 0,0 0-5 0,0 0-2 0,0 0-1 15,0 0 3-15,0 0 1 0,0 0-4 0,0 0 9 16,0 0-7-16,0 0 2 0,0 0-4 0,0 0-4 16,0 0 5-16,6-7 0 0,-6 7-3 15,6-5 2-15,0 3-4 0,0-2 4 0,1 1-4 0,1-4 1 16,0 2 0-16,3-1 0 0,-2 0-2 0,2-1 0 16,-1-1 3-16,1 1-3 0,0-1 1 15,4-1-3-15,-5 0 2 0,-1 2 0 0,0-2 2 16,2 2 3-16,-4 0-1 0,-1 2 4 0,1 1-2 15,-2-2 3-15,0 3 0 0,-1-2-2 0,-4 5-2 16,6-6 1-16,-1 2-7 0,-5 4 6 0,12-3-4 0,-12 3 0 16,13 0 3-16,-13 0-4 0,15 4 2 15,-10 0 0-15,4 1-3 0,1 2 2 0,-2 0 3 0,2 1-1 16,-1 0 0-16,4 5-3 0,-5-5 3 0,2 1-1 16,-2 0 0-16,3 1 2 0,-2 0 1 0,3 1-1 15,-4-3-1-15,1-1 1 0,3 0 0 0,-5-1 1 16,2 0 2-16,-2-3-1 0,1 3-2 0,-1-4-1 15,-2 0 0-15,1 2 5 0,-6-4 0 0,12 3-1 16,-12-3 2-16,9 1 5 0,-9-1 2 0,10-2-6 16,-10 2 4-16,14-6 2 0,-7 3-2 0,-1-1 1 15,1-2-2-15,3-1-1 0,-4 0-4 0,2-2 1 16,-1 2-3-16,2-2 2 0,0-1 0 0,-1 2-2 16,1-2 4-16,-2 1-3 0,1-1-1 0,0 1-3 15,1-3 3-15,0 3 0 0,0 0-2 0,-3 3-2 16,2-2 0-16,-2 3 2 0,-1 1-1 0,0 0-2 15,1 1 0-15,1-1 0 0,-1 1-2 0,-6 3 1 16,13 0-1-16,-13 0 2 0,16 4 0 0,-9-1 1 16,0 1-1-16,0 1 0 0,2 0 0 0,0 0 2 15,-1 2-3-15,0-3 2 0,0 2 0 0,-1 0 0 16,1-1-1-16,-2 0 4 0,0 1-4 0,1-2 1 16,-2 1 0-16,1-3 2 0,-1 1 2 0,4-1 0 15,-9-2 0-15,9 3-2 0,-2-1 1 0,-7-2 3 16,14 0-3-16,-14 0 0 0,15-3-1 0,-6-1 1 15,1-1 0-15,0 2 3 0,-1-1-2 0,2-3-4 0,-2 2 3 16,0 0 0-16,1-4 1 0,0 1 1 0,-2-1-3 16,1 0 0-16,2-2-1 0,2 0 0 0,-3 3-1 15,0-2 1-15,-2 3 1 0,0-2-1 16,0 4-2-16,-1 0 4 0,-2 1-4 0,2 1-2 0,-7 3-5 16,10-3 4-16,-10 3-7 0,10 0 7 0,-10 0-6 15,12 5 4-15,-6 0 1 0,-1 0 3 0,1 2-2 16,1 0 0-16,-1 0 1 0,2 0 2 0,-2 1 1 15,-2-2 0-15,1-1 0 0,-1 1 1 16,0 0-3-16,0-2 2 0,2 0 3 0,-1-1 1 16,1 1-1-16,-6-4-2 0,10 5 1 0,-10-5 4 0,11 2-3 15,-6-1-1-15,-5-1-1 0,14-1 1 16,-4-1-2-16,-1-2 4 0,0 1-2 0,1-2 4 16,-1-1-3-16,2 2-2 0,0 0-4 0,-1-4 3 0,1 3 0 15,-1-2 1-15,0 0-10 0,-1 1 4 0,0 0-3 16,2-1-1-16,-3 2 2 0,1 1 1 15,-1-2-2-15,-1 2 4 0,-2 1-4 0,1 0 8 16,-6 3-6-16,7-4 1 0,-7 4-2 0,10-3 4 0,-10 3-2 16,0 0 2-16,12 3 1 0,-12-3-2 0,11 5 1 15,-6-3 4-15,-5-2-5 0,10 8 4 0,-5-4-5 16,2 1 6-16,5 0-3 0,-3-2 2 0,2 4 1 16,2-4 0-16,0 1-1 0,6 0 2 0,-1 0-2 15,4 0 1-15,1-2 1 0,5 2 4 0,2-3-5 16,1-1 0-16,1 0-2 0,-1 2 5 0,2-4-2 15,1 2-2-15,1-3 1 0,3 1 2 16,1-3-2-16,0 3 1 0,14-5-4 0,-3 0 1 0,-1 1 0 16,-9 2-2-16,11-1 0 0,1-2-1 0,-2-1-4 15,1-1 1-15,-12 4-4 0,18-3 1 0,1-1-7 16,-1 2 2-16,-2 0 2 0,3-3-2 0,-2 2 4 16,3 2 3-16,0-1 0 0,1 0 1 0,1 2-1 15,0-1 0-15,-2 1 2 0,-1 2 0 0,-3-1 0 16,1-2 4-16,0 0 0 0,-1 2 3 0,-3 0-4 15,-13 1 3-15,11-2-2 0,-11 1 3 0,0 2-3 16,-2 0 3-16,0 0-3 0,0 1 3 0,1 0 0 0,-3-1-1 16,0 2 3-16,-1 0 0 0,-1-2-6 15,-4 2 5-15,-1 0 2 0,-7-1-1 0,-2-1 0 16,1 2 2-16,-2-1-2 0,-5 1 9 0,0 0 2 16,-2 0 1-16,1-1 2 0,-3-1 0 0,-9 2-3 15,14 0 4-15,-8 0-7 0,-6 0 1 0,12 0-3 0,-12 0-1 16,9 0 2-16,-9 0-4 0,0 0 0 15,7-2-4-15,-7 2-18 0,0 0-16 0,0 0-19 16,9 0-32-16,-9 0-39 0,0 0-49 0,0 0-192 16,0 0-394-16,0 0 175 0</inkml:trace>
  <inkml:trace contextRef="#ctx0" brushRef="#br0" timeOffset="-88517.75">19389 10850 123 0,'0'0'126'0,"0"0"-5"0,0 0-7 0,0 0 0 15,-7-13 0-15,7 13-6 0,0 0-9 0,-4-5-7 16,4 5 0-16,-4-8 2 0,4 8 1 0,0 0 0 16,-5-5-2-16,5 5-4 0,-6-3-6 0,6 3-7 15,0 0-5-15,0 0-12 0,0 0-4 0,0 0-6 16,-5-6-2-16,5 6-10 0,0 0-5 0,0 0-3 15,0 0-2-15,0 0-7 0,0 0 0 0,0 0-2 16,0 0 1-16,0 0-9 0,-6 16 1 16,6-16 1-16,3 19-1 0,-1-4-8 0,-1 2 11 0,1 1 14 0,1 7 0 15,0 1 0-15,-2 1-6 0,1 1 4 16,1 1-1-16,1 3 2 0,0 0 14 0,0-3-1 16,0 1 5-16,0 3-12 0,-1-1-1 0,0 1 6 0,1 3 4 15,-3-1-5-15,6 12 1 0,-2 1 6 16,-4 2-2-16,4-5 6 0,-2-9 1 0,0 0-2 0,-1-1-5 15,2 10-7-15,2-10-1 0,-2 1 1 0,2-2 2 16,-1 1 9-16,4-2-2 0,-6 2 2 0,2-4-5 16,1-2-6-16,1 1 0 0,-4-1 7 0,-1-2 1 15,0 0 3-15,1-3-10 0,-2-4-3 0,3-2-7 16,-1 1 1-16,-1-2-6 0,-1 2 2 0,-1-8-5 16,0 6 3-16,2 0-5 0,-2-5 2 0,1 4-7 15,-1-5 3-15,0-1-3 0,0-3 0 0,1 3-2 16,2-3-1-16,-3-7-27 0,2 12-27 15,1-7-39-15,-3-5-50 0,-1 10-52 0,1-10-59 16,2 7-41-16,-2-7-196 0,-6 7-521 0,6-7 231 0</inkml:trace>
  <inkml:trace contextRef="#ctx0" brushRef="#br0" timeOffset="-87619.88">18479 12421 73 0,'0'0'103'0,"0"0"-1"16,-6-4-11-16,6 4 2 0,0 0-4 0,0 0 5 0,0 0-6 15,0 0 3-15,-8-3-10 0,8 3-3 0,0 0-6 16,0 0-4-16,0 0-2 0,0 0-5 15,0 0-7-15,0 0 2 0,0 0-9 0,0 0 1 16,0 0-12-16,0 0 3 0,0 0 9 0,0 0-5 0,0 0 0 16,32 4 4-16,-13-3-4 0,9-2 5 0,3 0 0 15,2-2-1-15,2 2-6 0,16-2 3 16,0 0 1-16,-13 1-4 0,13-3 1 0,1 0-5 0,-1 0-2 16,1 2 0-16,-14 1-6 0,12-6 1 0,1 3-6 15,-11 2 2-15,0 0-1 0,-3-1-6 0,2 1-3 16,16-3-1-16,-4 2-1 0,-11 1 0 0,12 0 4 15,-2 0-3-15,-13-2-5 0,4 3 4 0,-1-1-3 16,12-5-1-16,-12 8-3 0,-2-4 1 0,2 0-1 16,-3 1 3-16,0 0-5 0,0-1 0 0,-1 3 2 15,3-4-2-15,-3 1-1 0,1 0-1 0,3 1 0 16,-4 1 2-16,2-1-4 0,-2-1 4 0,1 4-1 16,-1-3-2-16,-2 0 4 0,3 3-3 0,-2-7 2 15,0 4-6-15,3 2 2 0,-4-2 2 0,3 2-1 16,0-3-2-16,1 0 3 0,1 2 1 0,-2 0-5 15,4 0 1-15,-3-4 2 0,-1 5-3 0,2-2 3 16,-4 0-1-16,1 3 2 0,-3-4-5 0,-2 1 5 16,-2 1-1-16,3 0 4 0,-1 1 8 0,-3-2 0 15,-1-1 2-15,1 1 0 0,2 0-2 0,-9 3 5 16,6-4-2-16,-5 3 3 0,-2-1 0 0,2-1 1 16,-2 2 2-16,-2-1 0 0,1 2-5 0,-4-1 5 15,-2-1-4-15,0 2 2 0,-1 0-6 0,-3-2 1 16,-2 2-3-16,-7 0 0 0,12-2 1 0,-6 1-2 15,-6 1-4-15,9-2 3 0,-9 2-2 0,0 0-1 16,8 0-2-16,-8 0-2 0,0 0-11 0,0 0-13 0,0 0-27 16,9 0-32-16,-9 0-30 0,0 0-46 15,0 0-46-15,0 0-206 0,0 0-440 0,0 0 195 16</inkml:trace>
  <inkml:trace contextRef="#ctx0" brushRef="#br0" timeOffset="-84634.38">21526 12169 58 0,'0'0'186'0,"0"0"-12"0,0 0-4 0,-9-13-7 16,9 13-8-16,-6-5-3 0,6 5-17 0,-8-2-10 16,8 2-7-16,-8-3-11 0,8 3-13 0,0 0-3 15,-16 4-1-15,16-4-3 0,-12 5 1 0,6 2-3 16,-2-1-5-16,-1 3-4 0,1-2-16 0,2 4-3 16,1-5-1-16,0 4-8 0,-1 0-5 0,3 1-2 15,0 0-6-15,2 0-2 0,1 0-3 0,1 0-5 16,3 0-2-16,-1-3 2 0,-1 0-4 0,6 0 1 15,-3-3-3-15,4 0 1 0,0 1-2 0,5-5-6 16,3 1 4-16,1-2-2 0,-1-3-3 0,0-2-2 16,2-1 3-16,-1-1-2 0,-3-2 1 0,0 1 1 15,1-1-6-15,-7 1 14 0,1-2-3 0,-1 0 1 16,-2-1 5-16,-2 0 1 0,-1 0-2 0,-3-2 0 16,0-2-5-16,-1 3-5 0,-1-2 1 0,-2-1 1 15,-3-1-3-15,1 2 2 0,0 2-7 0,-3 1 1 16,2 1-3-16,-2 3-1 0,0-1-9 0,-3 2-13 15,2 1-11-15,-3 3-20 0,-2 2-18 0,1 3-24 0,-4 3-25 16,0 1-21-16,0 3-36 0,1 0-26 16,-5 9-180-16,2 0-411 0,9-7 183 0</inkml:trace>
  <inkml:trace contextRef="#ctx0" brushRef="#br0" timeOffset="-84149.54">21805 12386 185 0,'3'-5'244'0,"-3"5"-2"0,0 0-7 0,3-5-7 16,-3 5-13-16,0 0-25 0,0 0-15 0,0 0-15 15,0 0-26-15,0 0-11 0,0 0-16 0,0 0-10 16,16 14-5-16,-9-6-8 0,1 1-6 0,-2 3 2 16,3 4-5-16,-1-1-13 0,-1 0 0 0,0 1-8 15,1-1-6-15,-1-3-6 0,1 2-2 0,-2-3-8 16,2-1 3-16,-2 0-7 0,-2-1 1 0,2 0-6 16,-2-5-1-16,1 2-3 0,2-2 1 0,-5 1 25 15,-2-5 3-15,7 4 13 0,-7-4 16 0,7 1 4 16,-7-1-3-16,0 0-11 0,16-6-10 0,-7-2 15 15,-3 2-24-15,5-1 0 0,1-5-10 0,0 0 0 16,0 0-5-16,0-1 1 0,2-1-6 0,1-6-2 16,-3 7-11-16,0-1 5 0,0-3 1 0,2-5-3 15,-3 6 2-15,-1-2-7 0,1 1 1 0,-2-1-3 16,-1 4 4-16,-2 2-7 0,1 2-5 0,-1-1 17 16,-2 2-20-16,1 1-18 0,-3 2-18 0,-2 6-30 15,3-8-35-15,-3 8-29 0,4-7-32 0,-4 7-35 16,0 0-14-16,0 0 2 0,0 0-13 0,0 0 1 15,0 0-22-15,-5 27-175 0,2-16-451 0,2 0 200 16</inkml:trace>
  <inkml:trace contextRef="#ctx0" brushRef="#br0" timeOffset="-83901">22221 12465 61 0,'0'0'122'0,"-2"17"5"16,0-10 2-16,2-7 6 0,2 14-14 0,-2-6 6 15,0 2 8-15,2-3 1 0,-2 1-1 0,1-1 1 16,1 0 6-16,-1 0-1 0,1-1 9 0,2 0 6 15,1 0 1-15,2-1 1 0,-1-2 7 0,2 1 12 16,2-1-14-16,0-1-15 0,2 0-3 0,-1-2-8 16,3 0 4-16,-1-3-14 0,-2 1 5 0,1-1-13 15,-2-2 2-15,-1 0 3 0,2 1 7 0,-5-2-2 16,3-1-13-16,-3-1-12 0,1-2-7 0,-5 1-12 16,1-2-9-16,-2 1-7 0,-1-3-5 0,-1 2-9 15,-2 1-6-15,-1-2-7 0,-2 3-3 0,0-1-11 16,-5 5-21-16,-1-1-24 0,1 1-37 0,-1 2-42 15,-8 2-39-15,-1 4-34 0,-9 1-51 0,2 6-73 0,1-2-67 16,-3 4-259-16,3 2-672 0,3-4 298 0</inkml:trace>
  <inkml:trace contextRef="#ctx0" brushRef="#br0" timeOffset="-79901.52">15351 10472 81 0,'0'0'178'0,"0"-11"14"16,0 11-7-16,0-14-10 0,0 14-4 0,-2-11-8 16,1 3-11-16,1 8-13 0,-1-11-2 0,1 11-13 15,-3-13-6-15,2 9-9 0,1 4-5 0,-2-9-8 16,2 9-9-16,0 0-13 0,-2-8-6 0,2 8-11 16,0 0-4-16,0 0-8 0,0 0-8 0,0 0-5 15,0 0-1-15,0 0-3 0,0 0-6 0,0 0 0 16,4 31 3-16,-3-19-2 0,3 6 5 0,-1 0-1 15,0 1 3-15,0 7 6 0,-2-7-3 0,2 1 13 16,-2-2-7-16,-1 3-5 0,4-3 0 0,-4-3-9 16,2-2-2-16,2 2 0 0,-2 1 1 0,-1 0-4 15,0-5-1-15,2 0-1 0,-3-2-2 0,2 1 2 16,2-2 4-16,-3 1-8 0,-1-3-7 0,3 1 2 16,-3-7 3-16,1 12-9 0,-1-12 3 0,3 7-20 15,-3-7-20-15,2 7-18 0,-2-7-25 0,0 0-19 16,0 0-24-16,2 7-19 0,-2-7-18 0,0 0 0 0,0 0-25 15,5 4-32-15,-5-4-128 0,0 0-371 0,9-13 164 16</inkml:trace>
  <inkml:trace contextRef="#ctx0" brushRef="#br0" timeOffset="-79649.99">15622 10499 19 0,'2'-5'179'0,"0"-3"-1"16,0 2 9-16,-2 6 4 0,4-9-5 15,-4 9-12-15,1-8-13 0,-1 8-17 0,0 0-16 0,3-7-13 16,-3 7-13-16,0 0-17 0,0 0-5 0,0 0-11 16,0 0-8-16,0 0 5 0,0 0-5 0,0 0-7 15,11 21-4-15,-7-13-6 0,0 1-2 16,-2 2-2-16,3-2-6 0,-2 3-2 0,-1-2-3 0,2 1-4 16,0-1-1-16,-1 1-2 0,-1-2 1 0,2 2-2 15,-2-3-6-15,0 3 1 0,-1-4-4 0,2 1-20 16,-3-3-12-16,2 3-12 0,0-1-19 0,-2-7-30 15,2 11-26-15,-2-5-29 0,0-6-18 0,1 9-8 16,-1-9-9-16,2 7-121 0,-2-7-315 0,0 0 140 16</inkml:trace>
  <inkml:trace contextRef="#ctx0" brushRef="#br0" timeOffset="-79183.02">15692 10472 51 0,'0'-10'117'16,"-3"-1"-7"-16,2 2 0 0,1 9-2 0,1-12 10 15,-1 7-9-15,0 5-13 0,0 0-7 0,-1-11-8 16,1 11-12-16,0 0-10 0,0 0-8 0,0 0-4 16,6-4-5-16,-6 4-4 0,0 0 10 0,0 0-16 15,14 15-3-15,-7-12-6 0,-2 4 2 0,3-2-7 16,1 1 0-16,0 3-1 0,1-3-2 0,-1-2 9 16,1 3-5-16,1-2-5 0,-2-2 1 0,2 0-5 15,0 1 4-15,1-3 0 0,-6 2 0 0,2-2-3 16,-1 1 3-16,1-2-8 0,-8 0 6 0,12 0 1 15,-12 0 12-15,11-2 4 0,-11 2 2 0,10-2 0 16,-5-1-1-16,-5 3 6 0,6-6 3 0,-6 6 0 0,7-6 2 16,-4 0-5-16,-3 6 3 0,2-11-7 15,-1 4-2-15,-1 7-1 0,3-12 0 0,-2 3-4 16,-1 9-2-16,0-12-1 0,2 5-3 0,-2 7 0 16,-2-11-1-16,2 11-1 0,2-9-4 0,-2 9 0 15,0 0-2-15,0 0-3 0,-2-9-3 0,2 9-1 0,0 0-4 16,0 0 0-16,0 0 2 0,0 0-1 15,0 0-4-15,0 0 3 0,11 21-1 0,-9-11 2 16,1-1-1-16,-1 4 3 0,2-2-4 0,-3 5 3 16,1 0 1-16,1-2 1 0,0-2 4 0,-2 1-4 0,2-1 4 15,-1 4-4-15,1-6 0 0,-2 4-1 0,1-4 1 16,0 6 3-16,-1-4-1 0,1-2-3 16,0 2-20-16,1-2-28 0,-1 2-27 0,-1-1-32 15,2-1-16-15,0 1-35 0,-1 0-38 0,1-2-99 0,1-1-316 16,0 1 140-16</inkml:trace>
  <inkml:trace contextRef="#ctx0" brushRef="#br0" timeOffset="-78683.89">16133 10655 92 0,'5'-4'136'0,"-5"4"-7"0,0 0-2 16,0 0 2-16,11 2-8 0,-11-2-5 0,0 0-1 16,18 0-5-16,-9-2-3 0,5 1-9 0,-2 0-8 15,-1-2-9-15,7-1-3 0,-5 1-10 16,4-3-3-16,-5 2-4 0,2 1 2 0,2-5-2 0,-4 0 1 16,0 3 2-16,-2-1 1 0,0 0 8 0,-2-1 5 15,0 0-5-15,-3-1-5 0,1-1-3 0,-2 4 1 16,0-1-2-16,-3-4-5 0,1 2 6 0,-2-2-14 15,0 10-3-15,-3-16-6 0,-1 6-5 0,1 0 7 16,0 1-15-16,-4-1 1 0,1 0-7 0,1-1 0 16,2 3 0-16,-1-1-5 0,2 1-2 0,1 1-3 15,1 7 1-15,-3-14-8 0,3 7 5 0,0 7-3 16,4-12-3-16,0 5-1 0,0 1 1 0,2 2-2 16,5 0-3-16,-2 1-4 0,0 0 6 0,2 3 3 15,1 1-4-15,-1 3-3 0,0-2-2 0,-1 4-1 16,1 1 1-16,-3 1 1 0,0 1-2 0,0 2 2 15,-3 1 2-15,0 2-1 0,0 2 8 0,-1 0 0 16,-4-4 8-16,2 0 0 0,0 0-1 0,-1-2-3 16,0-1 1-16,1 1 0 0,0-3-6 0,2 3 4 15,-1-1-2-15,1-1 1 0,4 1 2 0,0-2-2 16,2-1-1-16,7 0-10 0,2 0-19 0,1-4-27 0,9-1-35 16,0-3-35-16,2 0-39 0,1-4-21 15,-2 0-19-15,-2-3-14 0,-1-1-154 0,0 0-396 16,-9 0 176-16</inkml:trace>
  <inkml:trace contextRef="#ctx0" brushRef="#br0" timeOffset="-78588.69">16988 10408 104 0,'1'-5'124'15,"-1"5"-19"-15,0 0-6 0,0 0-11 16,1-9-10-16,-1 9-30 0,0 0-30 0,0 0-19 16,7-2-47-16,-7 2-55 0,0 0-111 0,10 0 49 0</inkml:trace>
  <inkml:trace contextRef="#ctx0" brushRef="#br0" timeOffset="-74134.69">11611 13390 192 0,'0'0'221'15,"-5"-8"-2"-15,5 8-3 0,-2-10-11 0,2 10-3 0,-4-9-2 16,4 9-5-16,-3-5-10 0,3 5-9 0,0 0-7 15,0-8-18-15,0 8-16 0,0 0-15 16,0 0-15-16,0 0-10 0,0 0-13 0,0 0-12 16,0 0-7-16,0 0-6 0,0 0-8 0,0 0-1 15,0 26-2-15,0-10-5 0,2 1-3 0,-1-1-2 0,0 2-1 16,-1 1-2-16,1-2-8 0,-1-4-5 0,0 3 4 16,2-5-2-16,-2 3-4 0,2-3-3 15,0-1 2-15,-1 2-2 0,0 1-2 0,0-4-2 16,1 1-3-16,-1-3-1 0,0 2-14 0,1-2-25 0,0-1-35 15,0 1-41-15,-2-7-40 0,1 12-39 0,1-5-36 16,1 0-35-16,-3-7-168 0,-3 12-460 0,3-12 205 16</inkml:trace>
  <inkml:trace contextRef="#ctx0" brushRef="#br0" timeOffset="-73884.56">11846 13407 172 0,'2'-8'216'0,"-2"8"1"0,0 0-14 0,0 0-9 0,2-5-15 15,-2 5-15-15,0 0-15 0,0 0-10 0,0 0-9 16,0 0 0-16,0 0-9 0,7 24-5 0,-6-12-11 16,-1-1-5-16,3 4-4 0,-2 1-11 0,-1-5-9 15,0 3-4-15,2-2-11 0,-2 5-6 0,2-6-3 16,-2 5-4-16,0-3-8 0,2-3-11 0,0 0-26 15,-2-1-26-15,1 1-30 0,1-1-43 16,-2-9-38-16,2 12-41 0,-1-7-19 0,-1-5-17 16,2 12-134-16,-2-12-373 0,4 4 165 0</inkml:trace>
  <inkml:trace contextRef="#ctx0" brushRef="#br0" timeOffset="-73467.89">11898 13379 45 0,'-1'-7'214'16,"1"7"-9"-16,0-10-11 0,0 10-16 0,-2-7-14 0,2 7-17 16,0 0-19-16,0 0-14 0,0 0-16 0,0 0-6 15,3-8-2-15,-3 8-5 0,0 0-1 0,0 0-13 16,22 11-7-16,-13-7-4 0,1 0-5 16,-2-1-4-16,3 1-4 0,1-1-6 0,-1 0-2 0,-2 0 4 15,3-3 5-15,-1 0 6 0,3 0-1 0,-3-1-5 16,2-1 0-16,0-2-4 0,0-2-2 0,-1 0 1 15,2-2-4-15,-2 2-2 0,0 0-1 0,-1-3 5 16,-3 1 4-16,2 0-3 0,-1-1-1 16,-3 0-4-16,1-1 3 0,-1 1 0 0,0 0 5 0,-2 1 4 15,0 2-5-15,1-2 1 0,-3 1-1 0,0 1-2 16,3 2-3-16,-5 4-5 0,0 0-6 0,5-7-5 16,-5 7-3-16,0 0-4 0,3-5-2 0,-3 5-7 15,0 0 8-15,0 0 10 0,0 0 12 0,8 20-1 16,-6-9-2-16,1 5 1 0,-1 1 9 0,2-2-6 15,1 2-2-15,-2-1-5 0,-1 2 1 0,-2-1-5 16,4-1 3-16,0 1-4 0,-2 0-3 0,-2 1-6 16,3-1 0-16,-2-6-13 0,-1 2-27 0,3-1-40 15,-3-2-38-15,0-1-50 0,2 0-53 0,-2-2-43 16,2 2-42-16,0-2-206 0,-2-7-536 0,0 10 239 16</inkml:trace>
  <inkml:trace contextRef="#ctx0" brushRef="#br0" timeOffset="-73067.43">12496 13491 148 0,'0'0'161'0,"0"0"2"0,0 0-10 0,8 3-1 16,-8-3 5-16,7 1-4 0,-7-1 1 0,9 2-3 15,-9-2-6-15,13 1-5 0,-4-1-4 0,-9 0-8 16,16-3-5-16,-5 1-6 0,0 0-12 0,-1-2-9 15,-3 0-6-15,1 0-10 0,2 0-5 0,-2 0 4 16,-1-1 6-16,-1 2 6 0,-1-2 8 0,0 1-11 16,-5 4-10-16,2-13-7 0,-2 6-4 0,1 1-11 15,2-1-1-15,-3-3-7 0,0 0-10 0,3 0 2 16,-3-2-2-16,0 0-2 0,2-1-11 0,3 2-5 16,-1-1 1-16,2 2-5 0,4-6-5 0,-3 9-3 15,-1-3 1-15,4 1-2 0,-1 2-4 0,-1 1 4 16,1 2-4-16,2 0-4 0,0 1-3 0,-2 3-1 15,-9 0 2-15,18 3 1 0,-9 2 1 0,-1 1-1 16,-4 0-3-16,3 1 3 0,-1 1 15 0,-2 3 4 16,1 0 2-16,-3 1 0 0,1 0-2 0,0-1-2 15,1 0-3-15,-2 0 1 0,2-1-2 0,1 0 2 16,-1-1-3-16,2 0 5 0,2-2-5 0,1-1-10 16,1-1-16-16,3-3-33 0,4-1-38 0,3-2-53 15,3-4-66-15,8-2-55 0,-1-3-260 0,-3-3-565 16,1 0 249-16</inkml:trace>
  <inkml:trace contextRef="#ctx0" brushRef="#br0" timeOffset="-70983.74">8845 13726 25 0,'-7'-5'248'0,"7"5"-8"0,0 0-7 0,0 0-17 16,0 0-14-16,-5-3-18 0,5 3-20 0,0 0-20 15,0 0-18-15,0 0-12 0,0 0-9 0,0 0-15 16,0 0-8-16,17 25-8 0,-10-14-5 16,1 6-9-16,1-1-3 0,0 1-24 0,2 1-1 0,0-1-2 15,-2-1-4-15,-1 2-1 0,0-2-9 0,1 0 7 16,-2-3-8-16,0-1 1 0,0-1-3 0,-4-2-2 15,3 1-1-15,-1-1 1 0,1 1 0 0,-2-7-1 16,-2 4-4-16,-2-7 0 0,7 9 1 0,-7-9 0 16,4 6 0-16,-4-6-2 0,2 4 2 0,-2-4 1 15,0 0 14-15,5 7 15 0,-5-7 17 0,0 0 6 16,0 0 2-16,0 0-2 0,12-17-11 0,-7 4 1 16,3-1 7-16,-3-2-3 0,2-2 5 15,2-6-12-15,-2-1 1 0,0 2-4 0,1-3-2 0,0 0-1 16,-2 0-7-16,3 0-1 0,-1 2-5 15,-2 5 8-15,-1 4-16 0,-1 3-2 0,-1 1 0 0,-1 3-12 16,2-1-19-16,-1 5-22 0,-3 4-32 0,3-8-40 16,-3 8-33-16,4-4-30 0,-4 4-6 15,0 0-14-15,0 0-12 0,4 22-22 0,-3-9-181 0,1 3-437 16,0 1 195-16</inkml:trace>
  <inkml:trace contextRef="#ctx0" brushRef="#br0" timeOffset="-70779.61">9232 13885 61 0,'0'0'223'16,"0"0"0"-16,0 0 4 0,0 0-4 0,0 0-4 15,5 1-11-15,-5-1-12 0,0 0-17 0,0 0-15 16,0 0-21-16,0 0-9 0,0 8-12 0,0-8-11 0,1 7-11 16,-1-7-7-16,0 12-12 0,0-3-3 0,0-1-13 15,0 3-4-15,-1 0-7 0,1-1-4 0,-1 1-5 16,1 1-5-16,-2-1-28 0,1 0-34 15,1 0-43-15,0 1-55 0,0-3-61 0,-1 1-51 16,-1 2-184-16,2-12-449 0,-1 20 198 0</inkml:trace>
  <inkml:trace contextRef="#ctx0" brushRef="#br0" timeOffset="-70615.19">9232 13694 25 0,'0'0'108'0,"0"0"-34"0,0 0-4 0,0 0-56 15,0 0-24-15,18 26-38 0,-9-12-50 16,0 3 23-16</inkml:trace>
  <inkml:trace contextRef="#ctx0" brushRef="#br0" timeOffset="-70379.76">9427 13950 94 0,'0'0'228'0,"0"0"2"0,0 0-4 0,0 0-1 16,0 0-13-16,0 0-8 0,0 0-15 0,0 0-20 15,2-23-14-15,0 14-9 0,2 0-9 0,1-2-7 16,0 2-1-16,0-1-15 0,0 0-4 0,3 1-4 16,-3 1-9-16,4 1-12 0,-4 3-10 0,4-1-9 15,-4 2-9-15,4 0-1 0,-9 3-9 0,18 1-5 16,-8 4-4-16,-2 2-8 0,1 0 0 0,-1 2-4 15,1 1-1-15,-2 4-10 0,1 1-22 0,-3-4-36 16,-2-2-57-16,2 4-78 0,-3-1-75 0,1 0-233 16,-2 0-526-16,-2 0 233 0</inkml:trace>
  <inkml:trace contextRef="#ctx0" brushRef="#br0" timeOffset="-70199.95">9388 13699 2552 0,'-7'-9'159'0,"1"1"-109"16,1-1-25-16,2 4-27 0,3 5-34 0,-4-10-32 16,4 10-22-16,-1-7-11 0,1 7-26 0,0 0-36 15,7-7-204-15,-7 7-397 0,11-4 176 0</inkml:trace>
  <inkml:trace contextRef="#ctx0" brushRef="#br0" timeOffset="-65545.63">14137 12023 23 0,'0'0'75'16,"0"0"-4"-16,2-7 2 0,-2 7 5 0,0 0-1 16,3-7 1-16,-3 7 1 0,0 0-3 0,0 0 6 0,1-10-6 15,-1 10-2-15,0 0-1 0,1-8-5 0,-1 8-5 16,0 0-7-16,2-10-2 0,-2 10-17 15,0-6 3-15,0 6-6 0,0 0-7 0,2-7 13 16,-2 7-17-16,0 0-1 0,5-7 3 0,-5 7-5 0,0 0-2 16,0 0-3-16,3-6-8 0,-3 6 13 0,0 0-14 15,0 0 3-15,0 0-6 0,2-6 11 0,-2 6-9 16,0 0-9-16,0 0 4 0,9-4-6 16,-9 4 4-16,0 0 4 0,0 0-13 0,0 0 9 0,4-4 2 15,-4 4 2-15,0 0-4 0,0 0 1 0,0 0 1 16,0 0 7-16,0 0-10 0,0 0 7 0,0 0 4 15,0 0-4-15,0 0-1 0,0 0-6 0,0 0 6 16,0 0 4-16,0 0 15 0,0 0 5 0,0 0 10 16,-4 22 2-16,-1-10-5 0,-1 0 4 0,-4 5-6 15,-1-2-4-15,0 9 0 0,-1-8 1 0,2 2-7 16,0 0-2-16,-6 5 0 0,4-2 0 0,-5 2-7 16,8-7-4-16,-2-2 4 0,2 1 0 0,0 0-5 15,1-5-16-15,0 4-24 0,3-3-28 0,1-2-26 16,2 0-28-16,-2-1-30 0,2-1-116 0,0 0-281 15,2-7 125-15</inkml:trace>
  <inkml:trace contextRef="#ctx0" brushRef="#br0" timeOffset="-65333.68">14162 11978 118 0,'4'-5'151'0,"0"1"-23"0,-4 4-5 15,5-7-18-15,0 4-7 0,-5 3-5 0,9-1 10 16,-9 1-12-16,13 4 6 0,1 0-9 0,-3 3-2 16,0 0-10-16,1 0-5 0,-2 0-15 0,4 4-4 15,4-2-4-15,0 0-5 0,0 1-1 0,0 0-10 16,1-3-30-16,7 3-19 0,-6-4-42 0,1 0-25 16,1-2-23-16,4 1-35 0,-5-1-74 0,-3-2-234 15,2-1 104-15</inkml:trace>
  <inkml:trace contextRef="#ctx0" brushRef="#br0" timeOffset="-64467.66">13039 11986 16 0,'0'0'216'0,"0"0"-9"16,0 0-9-16,0 0-13 0,0 0-17 0,0 0-14 15,0 0-17-15,0 0-12 0,0 0-14 0,0 0-10 16,0 0-11-16,0 0-8 0,0 0-11 0,22-11-4 16,-11 8-11-16,1 2-12 0,-1-2-11 0,1 0-10 15,-2 1-23-15,-1 1-20 0,1-2-30 0,-10 3-21 16,13-1-17-16,-4-1-10 0,-9 2-12 0,9-1-7 16,-9 1 7-16,7-1 2 0,-7 1 5 15,0 0 5-15,6-4 7 0,-6 4 17 0,0 0 1 0,0 0 19 16,0 0 4-16,0 0 22 0,0 0 2 0,-22-6 7 15,22 6 14-15,-13-1 12 0,13 1-6 16,-17 0 15-16,9 0 3 0,-3 1 20 0,3-1-7 0,0 1 19 16,8-1 3-16,-13 4-10 0,8-3 1 0,5-1-6 15,-12 6 7-15,8 0 11 0,0 4 6 0,-1 0 22 16,1 6 0-16,-1 3-1 0,3 0-11 0,2 7 3 16,-1-2 1-16,1 2-7 0,1-1-8 0,1-7-3 15,3 6-6-15,-3-5-5 0,0-2-7 0,1 0 0 16,1-2-6-16,-2 1-3 0,4-1-8 0,-3-3-2 15,1-2 3-15,1 1 2 0,-4-3-9 0,3 0 0 16,-2-2-2-16,0 0 0 0,-2-6 0 0,4 10-3 16,-4-10-5-16,-2 8 3 0,2-8-9 0,-4 7 2 15,4-7-3-15,-7 2 0 0,7-2 0 0,-12 2-6 16,12-2 7-16,-13 0-1 0,13 0 6 0,-14-6-3 16,10 4 4-16,4 2 9 0,-13-5 2 0,9 3 2 15,4 2 5-15,-10-3-5 0,10 3 7 0,-6-4 2 16,6 4-3-16,0 0-3 0,-7-5-5 0,7 5-3 15,0 0-1-15,-4-5-2 0,4 5-2 0,0 0-4 16,0 0 6-16,17-9-7 0,-7 5 2 0,-1 2-3 16,3-5-1-16,2 4-17 0,2-4-18 0,4 3-28 15,-5-1-33-15,4 1-40 0,1-1-26 0,-4 0-15 16,2-1-20-16,-1 3-115 0,-5-3-332 0,1 3 147 16</inkml:trace>
  <inkml:trace contextRef="#ctx0" brushRef="#br0" timeOffset="-64317.91">13300 12213 40 0,'0'0'182'0,"2"-8"11"0,-2 8-9 16,0 0-4-16,0 0-10 0,0 0-10 0,4-4-13 0,-4 4-11 16,0 0-6-16,0 0 3 0,0 0 5 15,0 0-3-15,0 0-14 0,2 25-11 0,-2-14-11 16,-2 2-9-16,2 3-11 0,2 1-9 0,-2 1-2 16,2-1-13-16,0 1-39 0,-2-1-54 0,1 1-62 15,1 0-69-15,-4 1-63 0,-1-1-118 0,1 2-379 0,-2-4 168 16</inkml:trace>
  <inkml:trace contextRef="#ctx0" brushRef="#br0" timeOffset="-57350.78">5904 15366 32 0,'0'-9'181'0,"0"9"3"16,0 0-14-16,-4-10-11 0,4 10-4 0,-6-10 1 15,6 10 9-15,-3-9-2 0,3 9-11 0,-2-8-13 16,-2 3-11-16,4 5-10 0,-7-8 1 0,7 8-16 16,-9-8-8-16,4 5-6 0,-1 1-8 0,6 2-7 15,-12-4-7-15,6 3-8 0,-7-1-6 0,2 5-6 16,-6 3-5-16,-1 2-5 0,-2 1-4 0,-4 7 1 15,-1 4-6-15,3 1 0 0,1 3 36 0,4 4-9 16,-2 5 6-16,-4 10-6 0,6-11-3 0,2 13-5 16,3-13-2-16,6 1 2 0,-3 0-2 0,4-2-2 15,2-1-39-15,2-1 0 0,1-2 1 0,3 0 1 16,-1-10-1-16,6 8-4 0,0-7 0 0,2 0 6 16,-1-4-3-16,2-2 0 0,2 1-1 0,5-2 1 15,-1-2 0-15,2-2-4 0,0-3-5 0,3-3-18 16,-3-1-17-16,1-1-21 0,2-3-7 0,5-3 0 15,-7 0-11-15,0-2 1 0,2-5 2 0,-1-2 0 16,-4 3 0-16,2-6 3 0,-1-3 5 0,-1 0 7 16,1 3 3-16,-4-2 2 0,-3-2 6 0,-1-1 3 15,-2 0-3-15,-1 0 7 0,-3 6 4 0,1 1 6 16,-1 6 11-16,-3-3 14 0,2 4 16 0,-2 3 3 16,0 0 4-16,-1 7-7 0,2-10 4 0,-2 10-7 15,1-6 0-15,-1 6 1 0,0 0-1 0,0 0 4 16,0 0 6-16,0 0 8 0,-4 28 4 15,3-17 1-15,-1 9 4 0,1-3-5 0,1 3 1 0,1-1-1 16,1-2-7-16,0 1 2 0,4-2-5 0,-1 1-1 16,0-7-1-16,5 4 1 0,-4-2-2 15,3-4-3-15,-1 2 2 0,2-3-1 0,0 0-1 16,1-1 2-16,0-1-2 0,1-2-2 0,-2 0 1 16,3-2-3-16,-2-1 3 0,1-1-4 0,-3-1-3 15,1-2 4-15,0-2-8 0,-1-2 3 0,-3 1-8 16,0-2 1-16,-3-1-4 0,-1-1-1 0,-2 1 1 15,-2-2-3-15,0 1 3 0,-5-4-2 0,-2 2 3 16,-2 0 2-16,-1 0-2 0,1-2 0 0,0 3 3 0,1 3 3 16,-1-3-5-16,1 5 2 0,1-2-5 15,1 3 11-15,-1-2-5 0,4 4 2 0,0-1-4 16,5 5 4-16,-8-8-3 0,6 3-6 0,2 5 2 16,0 0-3-16,7-12 2 0,4 8 4 0,3 1-6 15,4 0 1-15,1 1 2 0,4 1 1 0,4 1-1 16,-8 1 3-16,2 3 2 0,0 0-2 0,-3 4 1 15,0-1-1-15,-2 0-1 0,0 2 4 0,-1 2-5 16,-1-1 5-16,-5-1-1 0,-3-2 0 0,3 4 3 16,-1-2-2-16,-3 0 11 0,2-2-3 0,-2 2-1 15,-3-1 8-15,3-3 7 0,-4 1 10 0,-1-6 16 16,3 10 11-16,-3-10 10 0,1 6 10 0,-1-6-1 16,0 0 3-16,0 0-4 0,0 0-4 0,0 0-5 15,0 0-7-15,0 0-3 0,0 0-6 0,0 0-7 16,0 0-6-16,0 0-3 0,-25-16-7 0,25 16-8 15,-1-19 0-15,1 9-15 0,1-3-12 0,3 2-17 16,0-1 9-16,1-1 1 0,5 1-4 0,-2 1 4 16,1 5-1-16,-1-2-4 0,1 2 3 15,2 2 0-15,-2 1 4 0,-9 3-3 0,21 2 3 16,-9 0-1-16,-2 3-1 0,2 2 5 0,-2 0 0 0,-1 0 4 16,0 5 0-16,0-5-1 0,-1 1 3 0,-2 1-2 15,0 0 1-15,0-2 3 0,-2-1-4 16,4 1 6-16,-8-7-2 0,2 8 5 0,-2-8-2 0,0 0 1 15,6 9 4-15,-6-9-1 0,0 0 0 16,0 0 3-16,2 9-2 0,-2-9-3 0,0 0 4 16,0 0-4-16,0 0 0 0,0 0-5 0,0 0 1 15,0 0-6-15,0 0-1 0,8-31-11 0,-6 21-13 16,6-6 1-16,0 7 0 0,-2-4 5 0,2 2 1 16,3-2 1-16,-2 4 5 0,0 2-1 0,0-1 2 15,-4 4 0-15,-5 4 4 0,16-3-1 0,-16 3 4 16,15 0-4-16,-15 0 1 0,14 7 4 0,-8 1 0 15,2-1 0-15,-3 4 3 0,0 3 4 0,3 1 5 16,-4 0 2-16,-2 3 1 0,3-1-1 0,-2 0 1 16,-2-1-1-16,0 1-1 0,1-2-25 0,-2-2-27 15,0-1-35-15,1-2-43 0,0 0-42 0,-1-10-44 16,2 14-135-16,-2-14-379 0,0 0 168 0</inkml:trace>
  <inkml:trace contextRef="#ctx0" brushRef="#br0" timeOffset="-57118.26">6888 15421 29 0,'-4'-10'210'0,"-2"0"10"0,3 3 6 15,3 7-10-15,-6-11-19 0,6 11-22 16,-7-8-18-16,7 8-6 0,0 0 4 0,0 0-5 16,-2 27-8-16,4-7-4 0,0 9-13 0,0 5-8 15,1 1-12-15,2 11-14 0,-2 0-6 0,-1-14-9 16,3 3-6-16,-2-1-7 0,-3 1-6 0,2 0-7 15,-1-1-2-15,-1 1-8 0,2-7-5 0,-4 3-27 16,2-3-36-16,0 0-37 0,0-2-43 0,-1-1-49 16,1-9-42-16,-1 0-51 0,-2 0-139 0,-3-7-420 15,6-9 186-15</inkml:trace>
  <inkml:trace contextRef="#ctx0" brushRef="#br0" timeOffset="-56899.08">6953 15573 11 0,'10'-9'166'0,"-2"3"-5"0,2 1-10 15,-1 1-13-15,-9 4-6 0,22 0 17 0,-12 4-1 16,0 2-2-16,2-1-14 0,1 8-3 16,-3-1-4-16,0 1-7 0,-5 3 1 0,0 0-17 0,-2 4-11 15,-3-2-4-15,-1 1-11 0,-5-1-13 0,3 1-15 16,-4 0-20-16,-2-3-28 0,-1 1-22 0,-2-4-46 15,1-2-30-15,5 0-42 0,-1-4-32 16,2 0-132-16,5-7-328 0,-9 7 145 0</inkml:trace>
  <inkml:trace contextRef="#ctx0" brushRef="#br0" timeOffset="-56083.94">7196 15621 90 0,'0'0'200'16,"5"-5"-13"-16,-5 5-1 0,0 0-1 0,0 0 0 0,0 0 1 15,3 21-4-15,-3-9-12 0,-2 0-13 16,2 4-12-16,0 0-11 0,0-1-14 0,0 3-11 16,2-4-12-16,0 2-5 0,1-1-10 0,1-5-11 15,1 2-2-15,1-3-11 0,-2-4-4 0,4 4-2 16,1-3-8-16,-2 1-1 0,5-4-7 0,-2-1-6 16,3-2-6-16,-13 0-4 0,21-4-3 0,-8-1-3 15,-3-2-2-15,1 0-6 0,1-6 0 0,-1 1 2 16,-2-3-5-16,1 0 1 0,-4-1 0 0,-1 2 1 15,-3-4-1-15,2 3 7 0,-1-2-12 0,1 5 4 16,-3 1 1-16,1-2 3 0,-2 13 1 0,0-15 5 16,0 15-1-16,0 0 2 0,1-13-9 0,-1 13 4 15,0 0-7-15,0-10-2 0,0 10-1 0,0 0 5 16,0 0 12-16,0 0 2 0,-4 34 5 16,0-16 3-16,3-2-8 0,0 0 0 0,-2 2-2 15,5 0-1-15,1-3-5 0,1 1 0 0,-3-3 0 0,3-2-1 16,1 1-3-16,0-2 2 0,2-4 0 15,-1 4 4-15,4-6-7 0,-1 1 5 0,3-3 6 16,1-2-9-16,0-1 11 0,0-2-14 0,4-2 7 16,1-4-1-16,-4 0 5 0,3-4-4 0,-3 0-1 0,1-2 5 15,-3 0 6-15,-1-3 4 0,2-6-3 0,-4-2 0 16,-3 0 6-16,2 0-14 0,-6 1 6 0,2-3-7 16,-2 1 2-16,-1 2 2 0,-1-2 3 15,-1 3 0-15,-2 0-6 0,2-4-3 0,-3 9 6 16,1 0-1-16,1 8 7 0,2 11 12 0,-4-19-11 15,4 19-4-15,-1-17-7 0,1 17-3 0,0 0-2 16,-2-12-8-16,2 12 0 0,0 0-8 0,0 0 10 16,0 0 1-16,2 49 2 0,-2-20-2 0,-2 3 3 15,1 2 0-15,0 2 5 0,0-1 4 0,-1-2 4 16,1 0-2-16,4-1 0 0,-2-1-2 0,1-7-6 16,2 2 0-16,1-7-9 0,-2 0 10 0,3-3-5 15,1-1-1-15,-1-1 4 0,3-4 0 0,-1 1 1 16,1-3 0-16,0-1-2 0,3-4-2 0,1 1 3 15,1-4-1-15,4-4-4 0,4 0 5 0,3-5 0 16,1-5 0-16,-3 0-5 0,1-3 0 0,-1-1 0 16,-2-2-6-16,-5 0 6 0,2-1 4 0,-4 0-12 15,-1-1 6-15,-5 4 4 0,-3 3-16 16,0-1 12-16,-4-1-10 0,1-1 6 0,-4 8-3 0,1-1 4 16,-3 2-3-16,4 9 5 0,-4-13-2 0,4 13 1 15,-6-9-2-15,6 9 1 0,0 0-2 0,-12-1 1 16,12 1 6-16,0 0 6 0,-15 23 0 0,6-8 15 15,1 0-10-15,2 1 1 0,1 3 1 0,1-2-4 16,3 1 2-16,-2-2-1 0,3 1 0 16,1-4-11-16,1-1 7 0,0-1-1 0,2 2 1 15,1-4-5-15,0 0-10 0,3-2-22 0,0-2-23 16,-2 0-24-16,-1-1-48 0,-5-4-46 0,15 3-49 16,-15-3-47-16,15-4-41 0,-15 4-211 0,9-13-560 0,-4 4 248 15</inkml:trace>
  <inkml:trace contextRef="#ctx0" brushRef="#br0" timeOffset="-55918.22">7576 15518 188 0,'0'0'217'0,"-16"0"-20"0,16 0-24 16,-9-2-15-16,9 2-28 0,0 0-2 0,0 0-13 15,0 0-14-15,0 0-6 0,0 0-10 0,35-1-21 16,-5-5-41-16,4 0-65 0,5-3-86 0,-3-2-123 15,13-2-272-15,-15 5 121 0</inkml:trace>
  <inkml:trace contextRef="#ctx0" brushRef="#br0" timeOffset="-55484.15">8601 15433 199 0,'-2'-8'261'16,"2"8"-9"-16,0 0-10 0,-1-7-20 0,1 7-17 16,0 0-9-16,0 0-8 0,0 0-5 0,-3 26 5 15,3-8-9-15,-2 9-12 0,1 2-8 0,1 4-14 16,-2 1-7-16,2-1-19 0,2 2-8 0,-1 0-12 0,0-2-10 15,2-1-8-15,-2-4-4 0,0 3-12 16,2-3-15-16,-1-5-30 0,1 2-37 0,1-10-42 16,-2 2-48-16,1-5-57 0,-1 4-52 0,0-8-50 15,-2-1-202-15,0-7-507 0,1 9 224 0</inkml:trace>
  <inkml:trace contextRef="#ctx0" brushRef="#br0" timeOffset="-54946.13">8649 15706 78 0,'1'-12'151'16,"2"3"-7"-16,-1-1-15 0,4 1-9 0,-1 0-15 16,2-1-10-16,4-3-9 0,-1 0-13 0,4 0 1 15,0-1-6-15,1 2-1 0,-1-1 3 0,3 3 5 16,-6-2 13-16,0 3 8 0,-1 1 10 0,-2-1 8 16,-1 1 2-16,-2 0 3 0,2 2 2 0,-4 1 1 15,-1-1-3-15,0 1-16 0,-2 5 7 0,4-13-13 16,-3 7-13-16,-1 6-4 0,2-11-8 0,-2 11-5 15,2-6-3-15,-2 6-8 0,0 0-1 0,2-7-19 16,-2 7-1-16,0 0-9 0,0 0-1 0,0 0-7 16,0 0 3-16,2 26-1 0,-1-7-3 0,1 8 2 15,-4-1-3-15,1 3-1 0,2 0-1 16,-3-2-4-16,2 1 0 0,0-3-1 0,0 2 2 16,0-3-3-16,0-4-5 0,1-6 3 0,-3 4-3 15,3-7-2-15,-1-1-1 0,0-1 5 0,1-2-14 0,0-1 3 16,-1-6-6-16,3 9 0 0,-3-9-6 0,0 0 8 15,6 7-2-15,-6-7 0 0,11-2 3 0,-11 2-1 16,11-6 10-16,-3 3 0 0,-2 1-2 0,2-1 7 16,-8 3-8-16,13-3-3 0,-2 2 3 15,-3 0 3-15,-2-1-3 0,-6 2 2 0,19-2 0 16,-10 2 3-16,3 0-11 0,-2-1 16 0,0 0-6 16,2-2 2-16,0 0-2 0,5 0 3 0,-2-2-2 0,3-2 1 15,0-2 5-15,0 0-2 0,-2-2 1 16,0 1 0-16,-1-1 13 0,-2-1 7 0,-4 4 15 15,-2-3 3-15,-2 3 4 0,-3-1-7 0,2 0 2 16,-4 9 8-16,-4-19-2 0,4 19 4 0,-4-11-9 16,4 11-7-16,-11-10 13 0,11 10-14 0,-17-2-9 15,7 8-3-15,-4 1 4 0,-1 3-7 0,-7 7-3 16,4 3 3-16,-1 0-13 0,6-4-23 0,2 0-27 16,3 1-35-16,4-1-47 0,4 0-66 0,3-2-73 15,3 0-72-15,3-3-180 0,6-1-557 0,6-7 248 16</inkml:trace>
  <inkml:trace contextRef="#ctx0" brushRef="#br0" timeOffset="-54432.97">9803 15579 174 0,'-2'-15'228'0,"2"15"-10"16,0 0-14-16,0-6-22 0,0 6-19 0,0 0-19 0,0 0-10 16,0 0 3-16,0 0 3 0,12 18 6 15,-7-4-3-15,2 3-12 0,1 2 0 0,-2 6-9 16,5 0 3-16,-4 2-15 0,2-4-7 0,-2-5 0 16,1 1-16-16,0-1-19 0,-2-1 10 0,3-3-10 15,-4-2-10-15,2-2 1 0,-4-3-4 0,3 3-5 16,-4-7-2-16,2 3 0 0,-4-6 17 0,0 0 11 15,7 11 18-15,-7-11 21 0,0 0 1 0,0 0-31 16,0 0 9-16,19-13-5 0,-14 2-7 0,1-4-7 16,2 0-4-16,-2-3-15 0,0-1-4 0,6-8-4 15,-4-1-9-15,4-2-13 0,-2-2 6 0,1 1 4 16,-2-2-15-16,7-11-15 0,-7 16-8 0,0 3-8 16,0 8-25-16,-4 4-19 0,0-1-33 0,-1 4-43 15,-1 1-42-15,-3 9-62 0,4-13-66 0,-4 13-62 16,0 0-197-16,0 0-604 0,0 0 267 0</inkml:trace>
  <inkml:trace contextRef="#ctx0" brushRef="#br0" timeOffset="-54134.74">10235 15679 55 0,'0'0'195'0,"1"7"6"0,-1-7-2 16,0 0-12-16,3 8-14 0,-3-8-16 0,4 7-10 15,-4-7-11-15,3 4 2 0,-3-4-9 16,7 3 0-16,-7-3-5 0,0 0 0 0,12 1 4 16,-12-1 1-16,11-1-7 0,-11 1 1 0,10-5-9 0,-1-3-3 15,0 2-8-15,0-2-12 0,0-5-5 16,-4 2-9-16,3-1-4 0,-3-4-8 0,-1-2-17 16,-2 1 13-16,-2 5-6 0,-1-4-8 0,-3 4-1 15,-1-1-9-15,0 2 5 0,-1-1-10 0,-1 5-4 16,1-1 7-16,-1 3-19 0,7 5-1 0,-18-5-6 15,18 5-5-15,-22 5-20 0,6 4-6 0,0 2-22 16,1 4-39-16,-2 4-42 0,0 1-54 0,8-2-71 0,1-1-262 16,2 1-555-16,5-2 245 0</inkml:trace>
  <inkml:trace contextRef="#ctx0" brushRef="#br0" timeOffset="-53883.92">10551 15401 196 0,'-5'-16'304'0,"5"16"-2"15,-4-12 8-15,4 12-12 0,-4-7-18 16,4 7-28-16,0 0-26 0,-3-10-27 0,3 10-26 0,0 0-14 16,0 0-9-16,0 0 0 0,0 0-7 0,4 38-1 15,-2-14-9-15,-2 2-23 0,2 2-3 0,-2 2-10 16,3-1-12-16,-2 0 1 0,1 2-14 0,-2-2-4 15,2-2-25-15,-1-1-29 0,1-6-37 0,0-1-38 16,-1-1-47-16,0-1-55 0,2 0-66 0,-1-6-71 16,0 0-237-16,-1-2-580 0,-1-9 258 15</inkml:trace>
  <inkml:trace contextRef="#ctx0" brushRef="#br0" timeOffset="-53649.75">10769 15379 78 0,'-2'-11'287'0,"-2"1"9"0,4 10-3 0,-4-11-14 16,4 11-18-16,-2-10-29 0,2 10-25 0,0 0-5 15,0 0-6-15,0 0-15 0,-7 26 8 0,7-9-9 16,1 8-21-16,-2 1-15 0,0 4-9 0,0 0-11 16,1 0-9-16,0 0-9 0,0 1-12 0,-2-1-27 15,2-1 5-15,-2-2-8 0,0-2-27 0,4-6-24 16,-4-1-36-16,4-1-42 0,0-4-37 0,0-1-43 15,-1-3-40-15,0 2-38 0,0-4-47 0,1-2-25 16,-2-5-156-16,0 0-488 0,0 0 216 0</inkml:trace>
  <inkml:trace contextRef="#ctx0" brushRef="#br0" timeOffset="-52599.52">10675 15559 160 0,'-2'-7'192'0,"-1"2"-16"16,3 5-16-16,0 0-21 0,-4-12-9 0,4 12-15 15,0 0-14-15,14-8-12 0,-3 7-4 0,6 0-8 16,1-2-5-16,5 2-9 0,6 1-3 0,3-1-7 16,-2-1-7-16,0-1 1 0,-2-1-4 0,0 1-5 15,-7 2-4-15,1-3-2 0,-3 3 0 16,0-3-3-16,-8 1 1 0,1 2 5 0,-3 0 4 0,-9 1 11 16,15-3 13-16,-15 3 14 0,0 0 16 0,13-1 11 15,-13 1 0-15,0 0-6 0,0 0-8 0,0 0-4 16,0 0 6-16,0 0-5 0,0 0 9 0,0 0-17 15,0 0-4-15,-34 13-5 0,22-2 4 0,-2 1-8 16,2 1 2-16,2 2-10 0,1 2-4 0,-1-4-5 16,4 3-9-16,-2-2-6 0,2 3 11 15,2-6-14-15,3 2-6 0,2-1-1 0,-1 1-3 16,4-3-3-16,-1 2-10 0,2-5 20 0,1 2-7 16,3-3-3-16,-3-2-7 0,5-1-2 0,1 1-2 0,2-4-3 15,-4 0 1-15,3-3-4 0,1 1-3 16,0-1 3-16,-4-3-3 0,6-2 2 0,-2-2-3 0,-5 2 3 15,0-1 6-15,-3-1-8 0,3 1 7 16,-3-1-8-16,0 1 1 0,-3-3 2 0,1 0-4 16,0 2-7-16,-3 2 5 0,-1 8-2 0,7-14-1 15,-7 14 1-15,2-12-2 0,1 9 0 0,-3 3-16 16,0 0 13-16,1-7 3 0,-1 7-12 0,0 0 9 16,0 0 7-16,0 0-2 0,16 13 2 0,-11-10 4 15,2 6-1-15,1-2 0 0,0 0 2 0,3 0 0 16,1-1-1-16,3 3-5 0,3-5 10 0,-5-1 0 15,8 1 4-15,2-2-3 0,-1-2 1 0,0-2-2 16,3 0 3-16,-4-3-3 0,-1 2 2 0,1-3 3 16,-2-1-5-16,-2 1 2 0,0-1-1 0,-5 1 3 15,3-2 0-15,-5 2-4 0,-1 0 2 0,-1-3 1 16,-2 2 0-16,-6 7-4 0,7-15 2 0,-5 7 6 16,-2 8-7-16,2-11 2 0,-2 11-5 0,0 0 4 15,-6-17 7-15,6 17 3 0,-6-7-8 0,6 7-3 16,0 0-10-16,-11-3 8 0,11 3 6 0,0 0-12 15,-16 10 13-15,11-4-4 0,-4 2-4 0,3 2 2 16,1-1 0-16,2 1-12 0,-2-1 16 0,2 4-2 16,2-2-3-16,-1-2 7 0,2 2-9 0,-2-1 1 15,4 3 2-15,-2 1 3 0,2 2-3 0,1 3-5 16,3-1 0-16,-1 6 5 0,3 1-6 0,-2-1 10 16,1 2-6-16,-2-1 12 0,0 1-15 0,0 2 18 15,1 1 6-15,1 1 1 0,-5 1 0 0,2-2-2 16,1 5-12-16,-3 1 16 0,-1 0-4 0,2 1 8 15,-2-1-6-15,-4 0-7 0,2-1 5 0,-4-3 1 16,1-2-17-16,-3-2 18 0,5-8 3 0,-9 3-13 16,2-6 4-16,-2-4-1 0,0-4-4 15,1 0 18-15,1-3-4 0,-5 0-11 0,3-4-8 0,2-2 14 16,-2-4-6-16,3-2-1 0,2-3-10 0,1-6 4 16,1-2 6-16,4-7-16 0,5-3 0 15,5 0 9-15,2 0-10 0,3-4 2 0,9-11 8 16,-4 13-22-16,6-10 18 0,-3 12 1 0,7-12-2 15,-1 3-4-15,-7 10 2 0,4 2-6 0,0-1 8 16,1 1-4-16,-3-2-5 0,2 1 7 0,-5 0-10 16,0 1-3-16,-3 1-6 0,-3-1 7 0,2 0-3 15,-2 1-2-15,-4-2 12 0,-1 4-11 0,-4 3 4 0,-3-2-1 16,1 4 1-16,-2 0-12 0,0-1 20 16,-2 6 8-16,2 1 2 0,-2 11 1 0,-6-20 3 15,3 15-4-15,3 5-4 0,-9-11 1 0,1 7-2 16,8 4-6-16,-20 0 3 0,11 7-1 0,-3 0 7 15,-3 7 4-15,1 0-4 0,0 8-9 0,3-5 8 16,4 7-4-16,3-5-1 0,-1-1-19 0,5 3-20 16,5-3-29-16,1-2-30 0,2 0-34 0,3 0-31 15,4-3-40-15,-1-2-24 0,4-2-42 0,6 2-37 16,3-2-161-16,2-3-509 0,6-3 225 0</inkml:trace>
  <inkml:trace contextRef="#ctx0" brushRef="#br0" timeOffset="-51011.58">12841 15659 124 0,'-4'-11'267'0,"2"4"-14"0,-3 0-13 0,0 2 6 16,-1-2-12-16,6 7-9 0,-11-9-5 0,4 7-17 0,7 2-10 15,-14-3-19-15,14 3-9 0,-17 3-16 0,5 1-12 16,1 3-8-16,-3 3-8 0,3 1-17 15,0 2-11-15,-1 1-8 0,3 0-9 0,5 1-6 16,0-3-6-16,4 4-3 0,0-5-5 0,2 1-9 16,0-3-7-16,-2-9-3 0,7 18 1 0,-1-12-9 15,0-1-2-15,-6-5-7 0,13 5-1 0,-7-1 0 16,1-6 0-16,-7 2-2 0,0 0-2 0,22-5 9 0,-15 1-6 16,3-1 7-16,-10 5-4 0,10-9 13 15,-7 3-10-15,1-1-2 0,-4 7 5 0,7-12-9 16,-7 12-5-16,3-10 5 0,-3 10-4 0,6-9-6 15,-6 9-2-15,0 0-7 0,7-7 3 0,-7 7 0 16,0 0-7-16,0 0 2 0,0 0-3 0,9 17 7 16,-3 1 1-16,-1 6-9 0,0 3 1 0,-3 4 2 15,2 3-2-15,-2-1 5 0,-2 13 2 0,0-10 4 16,-2 12-2-16,0-12 2 0,-4-2 2 0,1 1 1 16,-4 0-2-16,2-3 6 0,-2-1-2 0,-5-1-2 15,3-4-4-15,-7-1 7 0,3-1-6 0,1-8 6 16,1 0 2-16,0-2-6 0,1-3 1 0,-3 0 1 15,-1-1 3-15,2-5-4 0,0-1 3 0,1-1-3 16,2-2 4-16,-1 0-8 0,2-3 3 0,-2-2-7 16,3-3-7-16,2-4-2 0,1-3-9 0,-1-3-4 15,6 0-20-15,2-9-9 0,6-2 0 0,4 0-4 16,0-4-3-16,18-12 3 0,2 1 2 0,1 2 5 16,3-1-3-16,3 2 2 0,2 1-1 0,0 5 2 15,1 2-2-15,-1 0 3 0,0 3-3 0,-11 8 1 16,3-4 1-16,-1 3 4 0,-2 3 0 0,-1-3 1 15,-1 2 8-15,0 3 0 0,-5-2 4 0,-7 6 3 16,2-1 3-16,-6 1 5 0,2-1 2 16,-6 5 1-16,0-1 4 0,-3 2 7 0,-2 1 6 0,3 0 8 15,-5 7 10-15,2-10 4 0,-2 10 1 0,0 0-2 16,-7-10-2-16,7 10 15 0,-6-3 0 0,6 3 1 16,0 0 12-16,-25 13-3 0,14-3-13 0,-3 4 16 15,1-1-6-15,3 3-2 0,-1 1-3 0,3-1-8 16,-1 1-2-16,3-1-4 0,2-3-1 15,0 2-3-15,2-5-4 0,4 1-3 0,-2 1 4 16,4-1-6-16,0-3 12 0,2 1-10 0,3-2 1 0,-1 0-9 16,3-2 0-16,1-3-8 0,1 0 7 0,3-2 1 15,-1-2-1-15,-1 0 1 0,2-2 2 0,2-3-4 16,-3-1 1-16,-1 0-3 0,-5 2 5 16,4-5-1-16,1 0-2 0,-9 2 5 0,1 1 10 15,-2-2 6-15,-4 10-4 0,10-14 3 0,-10 5-8 16,0 9 1-16,4-13 2 0,-4 13-4 0,3-11 3 15,-3 11 0-15,2-9-11 0,-2 9 0 0,0 0-17 16,0 0 12-16,0 0-1 0,0 0-8 0,0 0 13 16,0 0 1-16,0 0 2 0,0 0 5 0,4 31-7 15,-4-22 3-15,4 3 1 0,-4-12-5 0,2 16-4 16,1-7 2-16,4 1 5 0,-4-1-2 0,1 0-5 16,0-4 5-16,3 1-15 0,-1 1 24 0,4-4-4 15,-1 0-2-15,5-2 5 0,-1 1 0 0,-2-4-2 16,3 2 6-16,-14 0 5 0,24-4-1 0,-15 1-23 15,2-1 1-15,-1-3 20 0,-4 3 2 0,1-3-6 16,1 0 4-16,-3 0-6 0,2-3-5 0,-2 1 6 16,3-1-4-16,-6-2 3 0,1 3-2 0,1-4-4 15,0 3-8-15,0-1 9 0,-2 2-6 0,-2 9 9 16,4-11-4-16,-4 11 1 0,4-9-4 0,-4 9-2 16,3-8-1-16,-3 8-5 0,0 0-3 0,0 0 7 15,0 0-4-15,0 0-2 0,0 0-1 0,0 0 1 16,6 23 8-16,-6-23-3 0,2 18-3 0,0-11 7 15,-2-7-2-15,2 14-7 0,1-5 6 0,-3-9-1 16,5 14 1-16,-3-10 1 0,-2-4 10 0,11 7-5 16,-2-3-3-16,1-3 0 0,-10-1 7 0,24 1-8 15,-15-2-3-15,2-2 2 0,0 0 1 0,3-3 3 16,-3 0-6-16,1 2 6 0,-1-5-2 0,1 3-3 16,-2-3 4-16,1 1 0 0,0-3-6 0,-3 2 2 15,0-3 6-15,-3 3-8 0,1 1 2 0,1-1-5 16,-2-3-2-16,-3 4 1 0,-2 8-3 0,6-12 1 15,-6 12 1-15,3-8-3 0,-3 8-1 0,0 0 1 16,6-8 0-16,-6 8 3 0,0 0-4 0,0 0 13 16,0 0-13-16,0 0 2 0,-4 31-16 0,0-21 9 15,2 1 8-15,-1 1 6 0,1 0 0 0,0-1 1 16,2 1 2-16,-2-2 5 0,2 0-8 0,-2 0 6 16,2-10-1-16,0 12 1 0,2-7-2 15,-2-5 9-15,0 8-6 0,0-8 5 0,2 6 1 16,-2-6 8-16,0 0 2 0,13 2-5 0,-13-2 6 0,18-3-4 15,-18 3 0-15,20-8 2 0,-8 3 0 0,-2 0-3 16,2-1-1-16,2 0 6 0,-3 0-3 0,0 0-3 16,0 1 0-16,0 0 4 0,-1 2-5 15,-10 3 1-15,13-2-27 0,-13 2 23 0,14-2-3 16,-14 2 4-16,13 3-10 0,-13-3 1 0,9 6 3 16,-5-1 4-16,-4-5-14 0,8 13 6 0,-6-8-18 15,-2-5 22-15,2 14-3 0,-2-14 4 0,2 13-23 0,0-5 22 16,-2-8 8-16,0 11-8 0,0-11-12 15,2 12-22-15,-2-7-31 0,0-5-35 0,0 0-49 16,0 9-57-16,0-9-78 0,0 0-97 0,0 0-190 16,-18 1-613-16,18-1 271 0</inkml:trace>
  <inkml:trace contextRef="#ctx0" brushRef="#br0" timeOffset="-50842.57">13569 15470 2435 0,'-22'-15'1'0,"5"5"26"16,4 2 3-16,-3-1-25 0,5 3-3 0,3 5 3 16,-2-5-2-16,10 6 3 0,-13-2-4 0,13 2 2 15,0 0-5-15,0 0-1 0,0 0-9 0,0 0-32 16,0 0-49-16,0 0-58 0,0 0-67 0,0 0-117 16,0 0-363-16,31 21 161 0</inkml:trace>
  <inkml:trace contextRef="#ctx0" brushRef="#br0" timeOffset="-42245.24">15505 15615 55 0,'0'0'160'0,"-6"-10"-4"0,1 6-18 15,0-1-8-15,-1 0-8 0,-2-1-3 0,1 1-14 16,1 2 1-16,-3-1-10 0,-3 1-6 0,1 3-13 16,-1 0-3-16,0 0-7 0,1 3-5 0,-6 3-8 15,1 0 3-15,0 2-5 0,-2 4 1 0,4 1-3 16,-4 5-3-16,1-3-1 0,1 6 3 0,2-7-7 15,3 4 0-15,3-1-8 0,-2-1 0 0,3 1-6 16,1 0 0-16,-1-2-6 0,7-2 0 0,-3 0-1 16,6-1-4-16,-1-2-1 0,2 0-6 0,1-1 1 15,2-1 0-15,-1 0 0 0,5-1 0 0,1-3 1 16,0 0-1-16,2-3 1 0,-1 0-4 0,7-1 11 16,-2-2-10-16,-1-1 2 0,3-2-1 0,-3-4 4 15,-2 2-6-15,1-1 3 0,1-3-1 0,-7 4 4 16,3-5-5-16,-4 5 5 0,-1-5-2 0,-1 3 4 15,1-2 4-15,-4 0 1 0,0 0-3 0,-2 1 4 16,-1-3-4-16,1 2 2 0,-2 1-3 0,-2-1 2 16,1 4 0-16,0-3-4 0,1 10 2 0,-3-13 0 15,3 13-1-15,-2-6-4 0,2 6-4 0,0 0 0 16,0-9-4-16,0 9 0 0,0 0-5 0,0 0 2 16,0 0 2-16,0 0-4 0,6 27 2 0,-2-17-1 15,0 0 1-15,0 0 1 0,2 1 0 0,-2 0-2 16,4 3 3-16,-1-2-3 0,1-3 1 0,-1-1-5 15,1 2-16-15,1-1-20 0,0-3-21 16,0 2-25-16,0-2-20 0,-1-2-24 0,-1 0-11 0,1 0-17 16,-2-2-12-16,2-2-2 0,-8 0-116 0,16-2-311 15,-9 0 138-15</inkml:trace>
  <inkml:trace contextRef="#ctx0" brushRef="#br0" timeOffset="-41913.22">15703 15771 354 0,'4'-10'-19'0,"-3"1"15"15,2 0 17-15,-2-2 1 0,-1 0 5 0,2 1 12 0,-1 1 12 16,0 1 12-16,-1 8 14 0,0-11 18 0,0 11 1 15,1-10-11-15,-1 10-3 0,0 0-7 0,2-7-4 16,-2 7 16-16,0 0-7 0,0 0-4 0,0 0 0 16,0 0-2-16,0 0-6 0,5 27-4 15,-5-18-2-15,0 0-1 0,0 1-9 0,0 0 0 16,0 0-7-16,1 1-1 0,0-2-7 0,-1-1-1 16,0-1-6-16,0-7 0 0,0 10 2 0,0-10-1 0,2 9-3 15,-2-9-5-15,0 0-3 0,-2 8 2 0,2-8 2 16,0 0 3-16,3 6-4 0,-3-6 5 15,0 0-4-15,0 0 1 0,0 0-5 0,0 0 2 16,17-16-3-16,-11 9 2 0,-1-2-2 0,3-1-7 16,-1 1 4-16,1 2-3 0,0-3-1 0,-1 3 6 15,1 1-6-15,-3 1-2 0,0 2-3 0,-5 3 6 16,13-4-5-16,-7 4 3 0,-6 0-1 0,11 4-2 0,-4-1 2 16,-2 2-3-16,-1 1 1 0,3 4 0 15,0-3-1-15,1 2 3 0,-2 0-9 0,2 1-22 16,-1 0-47-16,0-1-30 0,1-2-36 0,-1 3-33 15,1-3-101-15,-3-2-299 0,5 0 132 0</inkml:trace>
  <inkml:trace contextRef="#ctx0" brushRef="#br0" timeOffset="-41149.92">16271 15697 5 0,'0'-9'181'15,"0"9"-13"-15,0 0-4 0,0 0 1 0,0 0-18 16,-10-8-9-16,10 8-18 0,-7-7-3 0,7 7-5 16,-9-3-7-16,9 3-6 0,-10-4-8 0,5 2-7 15,5 2-4-15,-14-2-12 0,6 1-1 0,8 1-7 0,-15-2-2 16,5 4 1-16,1-1-7 0,1 1-2 15,-1 0-3-15,0 0-3 0,0 2-7 0,-1 1 2 16,-3 3-3-16,3-1-4 0,1 0-5 0,0 2 0 16,3 1-4-16,1-1-4 0,1-1 1 0,-2 1-2 15,3 0-2-15,-2 1-2 0,2 2 4 0,3-3-7 16,1 0 6-16,-1-9-7 0,2 12 0 0,1-4 0 16,1-2-2-16,0-1 3 0,1 1-6 0,0-2 2 15,1 0-2-15,2-1 3 0,-3 0 2 0,6 0-2 16,-6-2-1-16,4 1-3 0,-9-2 3 0,15-2 1 15,-7 1-4-15,-1-3 2 0,0 1 2 0,2-3-2 16,-1-1-2-16,0 2 2 0,0-1 0 0,-2-2-1 16,0 0 0-16,-1-2-2 0,-3 0 1 0,5-1-2 15,-5 0 2-15,-1 0 2 0,2-6-2 0,0 2-3 16,-3-1 1-16,-2 1-1 0,2-1 2 0,-1 1 2 16,-2-3-2-16,1 3-3 0,-2-2 0 0,0 0 2 15,2 0 0-15,-3 0 1 0,1-2-2 0,0 2 0 16,0-1 0-16,-1 0 0 0,1 1 3 0,-2 1 0 15,3 4 1-15,1-1 2 0,-1 4 4 0,3 9-3 16,-4-15 1-16,4 15 1 0,-4-12-1 0,4 12-5 16,-4-7-2-16,4 7-1 0,0 0 0 15,0 0-2-15,0 0 0 0,0 0-1 0,0 0 4 0,6 28 7 16,-6-13 7-16,1 11-2 0,2-1 7 0,-1 0 4 16,1 2-2-16,-2 0 2 0,2-2-3 0,-2 0 2 15,1 0-3-15,-2-5-3 0,2 6 0 0,0-8-3 16,1 0-19-16,-1 1-18 0,1-3-17 0,-2 0-31 15,0-4-31-15,1-1-22 0,0-1-55 0,1 0-26 16,1-1-28-16,-3-2-136 0,3-1-398 0,-2 0 177 16</inkml:trace>
  <inkml:trace contextRef="#ctx0" brushRef="#br0" timeOffset="-35783.92">15676 15779 90 0,'-31'1'157'0,"-3"0"-2"0,0 2 0 16,0 2-6-16,0 3 0 0,-4-3-6 0,8 5-8 15,-2 0-8-15,8 0-7 0,-3 2-6 0,3 0-11 16,6 1-9-16,3-3 1 0,3 4-15 0,-1-4-7 16,11 0-9-16,-3-2-7 0,1-1-7 0,4 0-2 15,0-7-5-15,5 13-4 0,3-7-6 0,-2-3-1 16,7-1 0-16,4 1-3 0,2-4-6 0,-3-2 1 16,3-1 24-16,2-2-3 0,-4-3-3 0,3 2-3 15,-3-1-7-15,-2-1 2 0,-2-1-7 0,-1 1 5 16,-1 1 6-16,-4 0 8 0,1-1 3 15,-4 0 2-15,-3 0-8 0,2-1-3 0,-6 1 6 0,2-1 6 16,-4 2 4-16,-2-3-3 0,1 4-8 0,-2 1-5 16,-1 0-9-16,-2 3-3 0,1 1-11 0,-8 5 7 15,1 1 2-15,-2 2-11 0,1 3 5 0,-1 1-8 16,2 2 1-16,5 1-4 0,0 0-1 0,3-3-4 16,4 1 1-16,1 0 0 0,4-1 4 15,0 0-5-15,4 0-1 0,1-2 5 0,4-1-7 16,0-1 4-16,3 0-1 0,0-2-3 0,6-1 8 15,1-5-5-15,-1 2-6 0,2-2-2 0,2-3 2 0,-2-1-6 16,0-1-3-16,-1 0 4 0,0-3 2 0,-1-1-3 16,-2 2-1-16,-2-3 3 0,-1-1 2 15,-1 2-1-15,-2-3 1 0,0-2 1 0,2-1-1 16,-3 1-3-16,-1-2 10 0,4-5-4 0,-5 6 0 16,1 2-2-16,-1 1 4 0,1 4-1 0,-4-1 0 15,-2 5-4-15,1-1 0 0,-1 2 1 0,-2 5-6 16,7-7 3-16,-7 7-9 0,0 0 8 0,11 2 3 0,-11-2 0 15,13 12-5-15,-3-5 2 0,4 2 3 0,1 3 1 16,1-2-2-16,2 2 5 0,2-3 0 0,-1-1 5 16,11-1-5-16,-2-4 3 0,0-3 0 15,5 0 1-15,-2-9 0 0,0 2-1 0,-4-1-6 16,1-2 10-16,-9 1-4 0,-1-2 1 0,-5 2 1 16,-1-2 1-16,1-1-2 0,-6 2 6 0,-2-2 8 0,0 0-1 15,-3-3-3-15,-2 1 4 0,-2 2-6 0,-3-1 0 16,-3-1-1-16,0-2 1 0,-3 3-4 15,-3 1-1-15,1 2-3 0,1 4 4 0,1 0-10 16,-3 4 5-16,1 1-1 0,0 3-2 0,-1 5-2 16,-1 3 0-16,1 2 4 0,2 2-6 0,1 3 4 15,3-2-1-15,0 3-2 0,6-1 2 0,1 0 0 16,1-5-7-16,5 3 9 0,0-3-1 0,7-1 2 0,4 0-3 16,-1-5 5-16,11 4 2 0,-4-7-6 15,6-6 6-15,0 2-3 0,2-3 1 0,-3-4 0 16,-2 1 1-16,0-6-14 0,-7 5 1 0,-2-2 12 15,-1-2-2-15,-6 3 6 0,-1-2 0 0,-2 0-1 16,-4-1-2-16,0 1-5 0,-4-7 10 0,-3 7 2 16,-2-5-1-16,-5 1-1 0,1 4-3 0,-2-1 1 15,2 6-1-15,-4-2-4 0,5 4 2 0,-4 3 1 16,1 2-8-16,-5 4-2 0,2 4 7 0,-9 9-6 16,4 7 1-16,0 3-2 0,-10 11 1 0,5 3-2 15,8-13 1-15,2 3 6 0,4-2-22 0,3 3-38 16,4-1-35-16,2-1-47 0,7-2-46 0,2-1-41 15,7-3-38-15,4-3-180 0,6-3-480 0,3-5 213 16</inkml:trace>
  <inkml:trace contextRef="#ctx0" brushRef="#br0" timeOffset="-35199.49">16708 15657 173 0,'0'0'220'0,"-13"-1"-10"16,13 1-5-16,-12 5-1 0,7 0-9 0,-2 2-13 16,2 1-16-16,-2 0-12 0,2 2-14 15,3-1-17-15,-1 1-12 0,4 1-11 0,1-3-10 0,1 2-10 16,1 0-3-16,4-1-9 0,1-3-4 0,2-1-6 16,7 2-5-16,1-5-6 0,3-2 0 15,5-5-7-15,1 1-1 0,3-4-3 0,-3-1 0 16,0-3-3-16,-4-1-6 0,1-1 0 0,-10 2-3 15,0 0-1-15,-3-1-1 0,-3-1 4 0,-4 2-4 16,-1-3-2-16,-2-2-4 0,-3-1 0 0,-3 1-1 16,-2 1-3-16,-6-1 0 0,1 2-6 0,-5 1 1 0,1 2 2 15,-1 2-5-15,-1 1 4 0,0 4-3 0,4 1-5 16,-2 1-2-16,2 3 1 0,3 3 3 0,-3-1-2 16,2 2-5-16,3 3 2 0,-1-2 1 15,5 0 1-15,2 1-2 0,2-6 0 0,2 13 0 16,-2-13 3-16,14 9 1 0,3-8-1 0,3 1 2 15,8-5 0-15,3-4 0 0,0-2-4 0,0-3-2 16,0 2 2-16,-2-6 1 0,0 2-1 0,-5-1-3 0,1-2 7 16,-4-1-1-16,-6 4-1 0,-3-1 3 15,0-2 9-15,-5 2 0 0,0-3 6 0,-2 1 17 16,-4 0-7-16,0 2-1 0,-3-3-3 0,-1 7-3 16,1-1-3-16,-3 0-1 0,0 2 1 0,2 3-2 15,-1 1 0-15,0 0-6 0,4 6 1 0,-6-4-3 16,6 4 8-16,-9 14-1 0,4-1 12 0,-2 19 7 0,4 16 4 15,-3 0-6-15,3 7-8 0,0 0 2 16,1 25-3-16,0-28 10 0,2 0-20 0,0-1 3 16,2-5-1-16,3 0-3 0,-3-12-1 0,3 1 1 15,2-2-1-15,-1-1-11 0,3-3-31 0,-1 1-34 16,-2-5-36-16,-2-6-55 0,0 5-54 0,1-10-54 16,-1-3-245-16,-3 2-550 0,0-7 243 0</inkml:trace>
  <inkml:trace contextRef="#ctx0" brushRef="#br0" timeOffset="-35054.81">17220 15752 73 0,'3'-8'189'0,"-3"8"-19"16,0 0-20-16,5-9-8 0,1 5-25 0,1 1-22 15,4-2-35-15,1-1-29 0,6-3-38 16,2 0-50-16,3-4-35 0,3 3-54 0,-2 0-157 0,0-3 70 15</inkml:trace>
  <inkml:trace contextRef="#ctx0" brushRef="#br0" timeOffset="-34865.09">17594 15466 64 0,'2'-14'176'0,"-1"3"3"0,1-1-13 16,-2 1 2-16,0 11-1 0,0-16-6 16,0 16-12-16,1-9-14 0,-1 9-9 0,0 0-25 15,0 0-7-15,6-3 15 0,-6 3 8 0,0 0 7 16,4 31-3-16,-1-11-1 0,-1 6-4 0,1 5-9 0,1 1-14 15,1-1-3-15,-3 0-9 0,3 0-8 0,-5 0-5 16,4-2-22-16,-3-4-34 0,2 2-34 16,0-2-43-16,-3-4-48 0,1-3-44 0,-2 0-40 15,-1-6-205-15,-2 3-435 0,-2-6 193 0</inkml:trace>
  <inkml:trace contextRef="#ctx0" brushRef="#br0" timeOffset="-34134.9">17711 15594 51 0,'12'-15'140'16,"0"-3"6"-16,-4 1 6 0,1 0 4 0,0 1 7 15,0 1 15-15,-3 2 1 0,-1 0-6 0,0 1-2 16,-1-1-6-16,-1 3-8 0,-1-3 0 0,0 4-8 16,-2 9-12-16,1-17-2 0,-1 17-26 0,3-9-11 15,-3 9-10-15,0 0-8 0,0 0-11 0,2-8-8 16,-2 8-7-16,0 0-6 0,0 0-4 0,0 0 0 15,0 36-6-15,0-18-1 0,-4 0-7 0,4 1-4 16,-4 5-5-16,2-5 1 0,0-1-3 0,4 0 0 16,-2 0-4-16,1 0-1 0,-1-6-1 0,3 0-1 15,-3-3-2-15,1 2 2 0,0-5-8 0,1 0-5 16,-2-6-7-16,1 10-1 0,-1-10-4 0,2 7-1 16,-2-7 2-16,7 1 2 0,-7-1 0 0,0 0 2 15,20-10-3-15,-9 1-6 0,2 0 2 0,0-4 4 16,3 2-2-16,-2 0 6 0,-5 4 2 0,1 0 3 15,0 1-3-15,-3 2 4 0,0-1-2 0,-1 2 0 16,2 1 1-16,1 1 1 0,3 1 2 0,-2-1-3 16,3 1 2-16,-1 2 4 0,0-2-1 0,2 1 2 15,-4-1-4-15,2 1 1 0,-1-1 1 0,-1 2 1 16,-1-2-1-16,3 0 1 0,-3-2-2 0,-9 2 3 16,16-1 0-16,-8 0 0 0,-2-1-1 0,1 0 1 15,-7 2-6-15,11-6 8 0,-6 2-3 0,1-1-6 16,-3 0 8-16,1 0 0 0,0-1-8 0,-3-1 6 15,2 2-2-15,1-3 4 0,-2-3-2 0,0 5 0 16,-2 6-3-16,2-10 2 0,-2 10-5 0,4-10 3 16,-4 10-6-16,1-4 0 0,-1 4 1 15,0 0-1-15,0 0-1 0,0 0 1 0,0 0-1 0,0 0 1 16,13 14 0-16,-9-8 4 0,1 1-3 0,0-1 3 16,0 3-3-16,0-1 5 0,2-6-1 0,-1 4 1 15,0-3-4-15,0 0 7 0,1-2-1 0,5-1 4 16,-2-2-4-16,3-1 0 0,-2-2 1 15,0 1-1-15,-1-5 2 0,1 3-2 0,-3-2 1 16,1 0 2-16,-3 1-1 0,2-4 0 0,-4 2 3 16,0 1 6-16,-2 1 5 0,1 0 0 0,-2 0 4 0,-1 7-1 15,3-10 0-15,-3 10-3 0,1-9 0 0,-1 9-5 16,2-4-6-16,-2 4 2 0,0 0 10 16,0 0 5-16,0 0 4 0,-2 27 4 0,1-12-5 15,-2 3 0-15,-2 6-2 0,2 3 4 0,2-1-5 16,0-1-5-16,1-1-11 0,-3 1-20 0,3-7-18 15,0 2-28-15,0-3-37 0,1-2-47 0,-1-2-42 16,0-5-50-16,-1 3-64 0,0-4-159 0,1-7-493 0,-5 10 218 16</inkml:trace>
  <inkml:trace contextRef="#ctx0" brushRef="#br0" timeOffset="-33985.54">18179 15330 33 0,'0'0'203'16,"-12"-3"-24"-16,12 3-19 0,0 0-32 0,-11-1-23 15,11 1-36-15,0 0-55 0,0 0-49 0,0 0-108 16,0 0-155-16,0 0 69 0</inkml:trace>
  <inkml:trace contextRef="#ctx0" brushRef="#br0" timeOffset="-33398.08">19471 15386 111 0,'0'0'243'16,"-3"-14"-4"-16,3 14-10 0,-9-13-15 0,4 8-13 15,-5 1-5-15,1 1-5 0,-4 3-8 0,-1 1-3 16,1 1-16-16,-6 6-11 0,3 4-8 0,-6 5-15 0,2 3-9 16,3-1-14-16,-1 3-10 0,5 0-12 15,2 2-10-15,3-1-8 0,7-5-2 0,1 0-9 16,2-2-6-16,1-2-2 0,2-1-1 0,5 0-7 16,-2-4-6-16,1 2-3 0,1-6-5 0,2 0-7 15,0-4 0-15,2-1-4 0,6-3-4 0,-3 0-1 16,4-2 1-16,-4-3 1 0,-1 0 2 0,-2-2-1 15,-2 1 6-15,-3 0 20 0,-3 0 5 0,4-5-7 16,-3 4 8-16,-4-2-14 0,1 1-5 0,-1 0-13 16,-2-2 10-16,2 3 1 0,-1 1 4 0,1 3-12 15,-1-1-1-15,-2 7 12 0,3-10-17 0,-3 10 0 16,1-6-8-16,-1 6-3 0,0 0 0 0,0 0 1 16,0 0-4-16,0 0 6 0,0 0 6 0,14 22-10 15,-9-11 4-15,-1 6-10 0,1-3-12 0,2 3-16 16,-4-1-42-16,3 0-36 0,0-3-36 0,1 0-52 15,-2-2-43-15,0 0-48 0,-2 1-194 0,3-3-527 16,-4-1 233-16</inkml:trace>
  <inkml:trace contextRef="#ctx0" brushRef="#br0" timeOffset="-32884.72">19761 15511 123 0,'0'0'185'16,"0"0"-6"-16,2-9-8 0,-2 9-8 0,0 0-2 15,0 0 6-15,0 0-2 0,0 0-2 0,0 0-1 16,0 0-8-16,0 0-9 0,0 0-2 0,-5 24-4 16,5-24-6-16,-3 11-2 0,3-11-7 0,-3 8-11 15,3-8 2-15,0 0-14 0,-1 8 1 0,1-8 5 16,0 0 9-16,0 0 5 0,0 0 3 0,0 0 2 16,0 0-12-16,0 0-6 0,0 0-29 0,0 0 15 15,0 0-6-15,0 0-9 0,-3-26-3 0,3 26-21 16,4-15-9-16,1 2-8 0,-1 3-5 0,4-3-4 15,1-1-16-15,2-1-10 0,1 3-5 0,-1-1-5 16,4 4-3-16,-3 5 2 0,1-3 7 0,0 3-3 16,-2 0-17-16,0 2 19 0,0 3-8 0,-1 1 0 15,0 4 3-15,0 0 8 0,-1 2-2 0,1-1-2 16,-3 6-2-16,3-1 3 0,-3 3 1 0,-2-5 4 16,0 1 6-16,-3-1-2 0,1 0 5 0,-2 0-2 15,0-3-3-15,1-1-2 0,-2-6 6 0,2 10-2 16,-2-10 0-16,2 7-15 0,-2-7 19 0,0 0-1 15,2 5 4-15,-2-5-10 0,0 0 8 0,0 0-15 16,0 0-4-16,0 0 3 0,15-23-1 0,-8 14 1 16,1-2-4-16,3-1 3 0,2-2-6 0,3-7 7 15,-3 7-5-15,0 0-7 0,4 2 1 0,-5 1-1 16,5 3 0-16,-7 1 0 0,3 1 0 16,-4 1 1-16,-1 4 1 0,-1 1 0 0,-7 0-3 0,18 3 6 15,-10 3 0-15,1 1 6 0,-2 2-4 0,0 4-4 16,-2-5 9-16,1 10 0 0,1-4-7 0,-5 3-8 15,-1-3-23-15,1-1-35 0,-1-2-49 0,-2 0-48 16,-1 1-67-16,5-3-74 0,-6 0-242 16,3-9-600-16,0 0 266 0</inkml:trace>
  <inkml:trace contextRef="#ctx0" brushRef="#br0" timeOffset="-32647.75">20446 15247 36 0,'-3'-19'220'0,"0"0"16"0,-1 9 12 0,0-1 24 16,1 0 8-16,2 5 5 0,1 6-13 0,-2-12-21 16,2 12-26-16,-4-7-28 0,4 7-6 0,0 0-10 15,0 0 16-15,0 0-8 0,5 32-3 0,0-7-11 0,0 6-9 16,-1 1-15-16,1 1-17 0,0 1-11 0,-1 0-11 16,2 14-19-16,1-18-4 0,-4 2-6 15,3 0-10-15,0-2-11 0,-1 1-11 0,-1-5-23 16,-1-6-28-16,2-1-29 0,-4 1-40 0,1-4-41 15,-2 1-50-15,-1-5-42 0,1 0-36 0,0-1-41 16,-2-5-37-16,-3 0-252 0,0 0-614 0,-1-3 272 0</inkml:trace>
  <inkml:trace contextRef="#ctx0" brushRef="#br0" timeOffset="-32450.18">20509 15343 174 0,'3'-15'181'0,"4"5"-3"15,-2 0-5-15,3 0-5 0,-5 6-13 0,4 0-5 16,-2-1-9-16,0 3-6 0,4-1 3 0,-9 3 7 16,14 1 1-16,-5 3-6 0,0 1-2 0,0 0-2 15,-3 0-9-15,2 4-7 0,-2 0-10 0,-2 0-12 16,-3 1-11-16,-1 2-16 0,-1-3-23 0,-4 3-40 16,-1-3-41-16,-2 2-52 0,0-2-73 0,-1-1-74 15,-6 0-179-15,3-3-443 0,0-1 196 0</inkml:trace>
  <inkml:trace contextRef="#ctx0" brushRef="#br0" timeOffset="-32118.06">20671 14979 18 0,'0'0'254'0,"11"1"3"0,-11-1-6 16,13 8 8-16,-4-4-12 0,-1 3-19 0,-1 3-8 15,1 0-15-15,-1 2-19 0,0-2-11 0,0 2-20 16,0 2-14-16,-2-2-10 0,-1-3-8 0,1 1-14 16,-3-3-8-16,1-1-6 0,0 0-12 0,-2 0 7 15,-1-6-9-15,4 7 4 0,-4-7 7 16,1 7 1-16,-1-7 6 0,0 0 6 0,0 0-16 16,0 0-7-16,0 0 5 0,0 0 0 0,0 0-3 15,0 0-12-15,0 0-2 0,7-18-8 0,-5 11-6 0,2-2-2 16,3-8-8-16,1 4-3 0,1-1-14 0,3 0-6 15,2-2-5-15,-1 0-4 0,2 2 0 0,6-2-5 16,-5 3-18-16,2 3-15 0,-3 0-24 16,-3 5-36-16,1 1-46 0,0 4-49 0,-13 0-57 15,22 7-70-15,-12 2-70 0,-4 3-196 0,-4 3-620 16,-2 3 275-16</inkml:trace>
  <inkml:trace contextRef="#ctx0" brushRef="#br0" timeOffset="-31951.18">20983 15440 29 0,'0'0'255'0,"2"9"-2"0,-2-9 23 16,0 8 21-16,0-8 15 0,0 0 6 0,4 6-31 15,-4-6-14-15,0 0-30 0,0 0-16 0,3 5-30 0,-3-5-14 16,0 0-17-16,0 0-28 0,0 0-53 16,0 0-54-16,0 0-77 0,0 0-97 0,0 0-137 15,0 0-238-15,0 0-559 0,0 0 248 0</inkml:trace>
  <inkml:trace contextRef="#ctx0" brushRef="#br0" timeOffset="16631.66">24463 12094 139 0,'0'0'187'0,"-3"-12"-9"0,2 7 5 15,1 5 2-15,0-11-6 0,0 11-11 0,1-9-8 16,-1 1-12-16,0 8-6 0,2-9-10 0,-2 9-9 15,1-8-17-15,-1 8-12 0,0 0-10 0,0 0-9 16,1-9-6-16,-1 9-8 0,0 0-11 0,0 0-2 0,0 0-5 16,18 18-4-16,-9-4-5 0,1 2-1 0,5 6-2 15,1-1-2-15,-2 2-2 0,-3 2-3 16,5-3-2-16,-2 5 1 0,2-2-3 0,-3-2 0 16,2 0 3-16,-2-2-10 0,1 0-2 0,-3-2 2 0,-1-4-4 15,0-1 0-15,1 0-1 0,-3 0 0 0,1-3 1 16,-3-3-4-16,2-1 1 0,-3 2 1 0,-1-3 0 15,0-1-1-15,2-2 23 0,-2 2 14 16,-4-5 9-16,9 4 4 0,-9-4 4 0,0 0-3 16,14-10-7-16,-6 2-3 0,-1-2-5 0,4-5 6 15,3-7-14-15,-3-2-9 0,3-2-1 0,-1-3 4 0,0 1-7 16,1 0 2-16,-1-2-3 0,1 0-6 0,-1 0 0 16,-1 1-2-16,-1 0-4 0,-2 0 0 15,2 2 5-15,-1 3-5 0,-2-1-6 0,-3 6 3 0,4 4 2 16,-7 2 3-16,1 2-2 0,1 3-11 0,-3-1 17 15,2 4-20-15,-1-1-18 0,-2 6-24 0,3-6-16 16,-3 6-3-16,0 0-22 0,0 0-18 0,0 0-25 16,0 23-36-16,-1-8-34 0,-1 3-24 0,-2 1-20 15,-1 7-153-15,-1-3-432 0,0-3 193 0</inkml:trace>
  <inkml:trace contextRef="#ctx0" brushRef="#br0" timeOffset="16984.21">25104 12290 175 0,'-6'8'172'15,"6"-8"-2"-15,-5 7-2 0,5-7-3 16,-4 9-7-16,0 0 3 0,0 0-2 0,3-2-12 0,-1 3-14 16,-1 0 1-16,3 0-10 0,0 3-12 0,-2-2-10 15,4 1-10-15,-2-2-11 0,3 1 13 0,-1 0-10 16,3-4-7-16,1 2 1 0,1-2 10 15,2-2-3-15,1 2 2 0,2-4-5 0,2-3-1 0,0 2-8 16,2-4-5-16,3-1-3 0,-2 0 5 0,0-4-10 16,-6 1-7-16,2 0-5 0,-1-1-2 0,-1-1-6 15,-5-1 0-15,1 0 3 0,-2-1-5 0,-1 1-9 16,-2-2-5-16,-2-1 1 0,0-3 1 0,-2 4-9 16,-6-5 10-16,0 1-14 0,0 2-1 0,-4 2-10 15,2 2-6-15,-3-3-11 0,0 2-7 0,2 4-9 16,-2 3-14-16,1-1-20 0,1 0-9 0,-2 4-21 15,2 1-17-15,-1 3-24 0,1-1-26 0,0 2-24 16,3 2-36-16,0 2-30 0,0-1-150 0,3 3-434 16,-3-4 192-16</inkml:trace>
  <inkml:trace contextRef="#ctx0" brushRef="#br0" timeOffset="17192.77">25756 12182 137 0,'0'0'296'0,"7"-5"-14"15,-7 5-15-15,0 0-8 0,6-5-14 0,-6 5-27 16,5-4-18-16,-5 4-23 0,8-5-19 0,-1 2-15 16,3-1-22-16,-2-1-25 0,4 0-34 0,2 2-38 15,-4 1-51-15,2-2-58 0,-1 2-56 0,0 0-39 16,1 1-44-16,-12 1-114 0,13 3-367 0,-7-1 163 15</inkml:trace>
  <inkml:trace contextRef="#ctx0" brushRef="#br0" timeOffset="17353">25843 12268 128 0,'-6'5'268'0,"6"-5"-28"0,-5 5-24 16,5-5-12-16,0 0-5 0,0 0-5 15,0 0-10-15,-2 5-13 0,2-5-13 0,0 0-17 16,0 0-14-16,0 0-16 0,28-3-18 0,-15 1-32 15,0-1-45-15,5 3-38 0,-5-3-54 0,5 0-54 0,3-2-54 16,-2 0-167-16,8-3-378 0,-8 2 167 16</inkml:trace>
  <inkml:trace contextRef="#ctx0" brushRef="#br0" timeOffset="20165.55">26672 12272 27 0,'0'0'232'16,"0"0"-4"-16,0 0-4 0,-9-1-14 0,9 1-14 15,0 0-18-15,0 0-17 0,0 0-14 0,0 0-8 16,18-16-14-16,-11 15-10 0,2-6-7 0,0 5-6 15,3-2-11-15,1 2-10 0,0-1-9 0,1 0-6 0,-1 0-4 16,5 0-7-16,-1 2-5 0,0 0-5 16,-4-2-8-16,5 2 4 0,1 0-10 0,-6 1-3 0,5-2-13 15,-1 1-21-15,2-1-30 0,-6 1-33 16,5-2-41-16,0 3-35 0,0 0-29 0,-1-3-31 0,-5 0-149 16,-1-1-383-16,3 1 170 0</inkml:trace>
  <inkml:trace contextRef="#ctx0" brushRef="#br0" timeOffset="20432.47">27310 11831 151 0,'2'-12'238'0,"-2"1"-1"0,0 1 4 0,0 2 3 16,0 1-9-16,0 7-8 0,0-11-23 0,0 11-19 0,0-7-16 15,0 7-25-15,0 0-15 0,0 0-13 0,0 0-6 16,0 0-1-16,0 0-8 0,0 0-8 0,0 0-5 15,11 28-6-15,-10-14-9 0,2 1-11 0,-2 0 6 16,3 2-10-16,-1 0-4 0,-1-1-4 0,0 0-2 16,1 1-8-16,-3 2-2 0,4-4-6 0,-2 0-3 15,-2 1-7-15,4 0 4 0,-1-3-15 0,-3 3-23 16,2-3-24-16,-2-2-29 0,2 1-22 0,-2 1-32 16,2 2-35-16,2-2-43 0,-4-2-26 0,2 0-33 15,0-1-172-15,-2-1-463 0,2-4 205 0</inkml:trace>
  <inkml:trace contextRef="#ctx0" brushRef="#br0" timeOffset="20766.06">27338 11656 69 0,'0'-17'170'0,"0"1"-12"0,4 4-12 15,0 1-10-15,1 2-11 0,3 0-17 0,4 4-4 16,-3 0-10-16,4 0-10 0,1 5-8 0,-1 2-5 15,1 4-5-15,-1 1-8 0,3 3-7 0,-5 3-4 16,-4 3-6-16,-3 5-7 0,4 2-3 0,-11 2 4 0,-2 1-6 16,-1 1-5-16,-3-1 4 0,-4-1-6 15,0 2 1-15,-2-7-8 0,-3 1 3 0,3-6-3 16,1-1-6-16,1-2 1 0,3-4-1 0,3 1 2 16,-1-3-3-16,1 0 3 0,2-2-10 0,0-1 10 0,5-3-8 15,-8 6 8-15,8-6 6 0,0 0 4 16,0 0 1-16,4 10 0 0,-4-10 4 0,9 6 0 0,-1-4 1 15,-2 0-3-15,3 2-1 0,5 2-6 16,-3-3 0-16,7 1 2 0,-1 2-7 0,2 0-1 0,0 0-6 16,2 1-32-16,1-1-33 0,-2-2-44 0,7 3-41 15,-6 1-175-15,-3-4-346 0,2 3 154 0</inkml:trace>
  <inkml:trace contextRef="#ctx0" brushRef="#br0" timeOffset="21431.73">27871 11807 90 0,'0'-10'135'0,"0"10"0"16,0 0-6-16,0-11 1 0,0 11-1 0,0-10 1 15,0 10 7-15,0-9-4 0,0 9-2 0,-1-9 0 16,1 9 1-16,0 0-2 0,-3-8 0 0,3 8-4 16,0 0-12-16,0 0-5 0,-4-9-12 0,4 9-10 15,0 0-7-15,0 0-9 0,0 0-9 0,0 0 0 16,0 0 6-16,0 0 10 0,-12 23 1 0,8-8-6 16,-1 2-5-16,-3 2-3 0,3 7 5 0,-2 0-3 15,1-1 1-15,1 1-2 0,1-3-11 0,3-2 2 16,-2 4 2-16,2-1 3 0,2-5-10 0,-4 8-1 15,3-9-7-15,4-2-5 0,-2 3 3 0,0 0 3 16,1-2-5-16,-1 2-4 0,1-2-4 0,-2-3 1 16,1 3 1-16,-1-4-9 0,1-2-3 0,3-2 4 15,-3 3-10-15,-1-2 13 0,0-3-16 0,2 0-5 16,-3 2-13-16,2-3-33 0,-2-6-26 0,2 8-28 16,-2-8-29-16,0 0-28 0,2 6-23 0,-2-6-28 15,0 0-15-15,0 0-35 0,0 0-221 0,0 0-511 16,0 0 226-16</inkml:trace>
  <inkml:trace contextRef="#ctx0" brushRef="#br0" timeOffset="21582.06">27806 12126 11 0,'-3'-7'166'15,"3"7"-6"-15,-3-11 11 0,3 11-12 0,-2-8-1 16,2 8-13-16,-2-7-6 0,2 7-14 0,0 0-12 0,6-10-12 16,-1 5-6-16,1 2-14 0,5-1-8 15,1-1-9-15,3 1-4 0,4 1-6 0,-1-1-12 16,2 1-22-16,0 1-26 0,0 2-45 0,3-3-40 15,3-1-45-15,-5 4-140 0,-1-2-298 0,0 1 131 0</inkml:trace>
  <inkml:trace contextRef="#ctx0" brushRef="#br0" timeOffset="21849.06">27366 12568 118 0,'-14'5'261'0,"4"1"-27"0,6-3-1 0,1 1-10 15,3-4-2-15,0 0-15 0,22 8-9 0,9-7-19 16,8-2-14-16,17-4-15 0,7-4-13 16,-1 1-10-16,-1-2-17 0,2-5-4 0,-1 4-15 15,-5-3-7-15,-5 6-6 0,0-2-8 0,-17 4-7 0,-3-2-16 16,1 3-22-16,-5 2-27 0,-5 0-37 0,-6 1-41 15,-3 4-54-15,-1-2-39 0,-2 3-38 0,1 0-199 16,-4 3-446-16,-4 1 197 0</inkml:trace>
  <inkml:trace contextRef="#ctx0" brushRef="#br0" timeOffset="22149.18">27796 12695 168 0,'0'0'305'0,"0"0"-5"16,-8-5-2-16,8 5-13 0,-6-3-9 0,6 3-25 15,0 0-30-15,0 0-17 0,0 0-25 0,0 0-16 16,0 0-3-16,-11 7-33 0,11 2 7 16,-2 1-20-16,2 2-10 0,2 4-11 0,-4 2-9 0,4 7-3 15,-2 0-10-15,0-4 5 0,8 4-19 0,-6 0-4 16,-1 0-8-16,1 0-1 0,-2 2-10 0,4-8-3 15,-4-1 0-15,4 1-3 0,-2-1 9 0,2-3-26 16,-4-2 1-16,2-1-12 0,0-1-21 0,-1-1-23 16,2-1-26-16,-3 1-30 0,1-3-34 0,-1-7-45 15,1 10-39-15,-1-10-33 0,0 9-24 0,0-9-190 16,0 0-502-16,-1 9 222 0</inkml:trace>
  <inkml:trace contextRef="#ctx0" brushRef="#br0" timeOffset="22499.08">27727 12787 144 0,'3'-10'160'0,"4"0"4"0,2 1-3 0,-2 0 2 16,9 0-7-16,-1 0 1 0,4 2-10 0,-2 2-14 16,1 0-12-16,3 3-8 0,0 2-14 0,-3 1-9 15,-7 0-9-15,6 3-9 0,-4 2-9 0,-2-1-2 16,-3 2-7-16,0 0 4 0,-6 0-9 0,1 2 1 15,-3-9 1-15,-7 13-2 0,5-3-5 0,-2-2-1 16,-4 0-4-16,1-2-8 0,-1 1 7 0,-1 0-5 16,-1-2-1-16,1 0-1 0,0 0 0 0,-1-1-1 15,0 0-2-15,3 0-3 0,1-2 3 0,6-2-4 16,-8 4 0-16,8-4-4 0,-10 4-4 0,10-4 0 16,-7 2-3-16,7-2-5 0,0 0 2 0,-6 2-1 15,6-2 2-15,0 0 2 0,0 0 0 0,11 13-1 16,-7-9 1-16,4 2-1 0,-2 1-4 0,4 1 1 15,1 0-2-15,0-2 0 0,5 4-1 16,-2-1 0-16,0 0-21 0,2 2-14 0,6 2-28 0,-6-1-44 16,-1 0-47-16,0-3-39 0,-2 3-46 0,2-1-153 15,-6-4-419-15,0 1 186 0</inkml:trace>
  <inkml:trace contextRef="#ctx0" brushRef="#br0" timeOffset="22682.27">28267 12968 168 0,'4'-6'315'0,"-4"6"-22"0,0 0-13 16,4-8-13-16,-4 8-19 0,0 0-26 0,0 0-19 15,0 0-12-15,0 0-13 0,0 0-13 0,6 15-12 16,-3-5-22-16,-1 5-9 0,1 0-10 0,-2 2-18 16,3 1-25-16,-4 0-42 0,2-1-56 0,0 0-67 15,2 1-79-15,-3-2-83 0,1-1-189 0,1-2-484 16,0-5 214-16</inkml:trace>
  <inkml:trace contextRef="#ctx0" brushRef="#br0" timeOffset="24382.01">28465 11896 218 0,'-5'-9'215'0,"3"4"15"0,0-4-6 0,0 1-13 16,2 8-5-16,-3-11-12 0,2 5-12 0,1 6-7 15,-3-8-15-15,3 8-15 0,0 0-14 16,0-10-17-16,0 10-13 0,0 0-10 0,0 0-10 0,0 0-9 16,0 0-4-16,0 0-6 0,0 0-12 15,23 18 21-15,-13-7-10 0,1 2-4 0,-1 0-6 0,3 3-6 16,-2-2 1-16,1 3-9 0,1 4-2 16,-2-8-1-16,0 1-8 0,0 0 1 0,-4 3-4 15,2-4 0-15,-2-2 4 0,2 3-6 0,-2-1-5 0,2 2-4 16,0-2 2-16,-7-2-5 0,4-1 1 0,-1 0-3 15,1-1 3-15,-1 1 0 0,-2-2-2 0,4 0-2 16,-5-2-1-16,2-1 0 0,-4-5 2 0,4 8-6 16,-3-2 2-16,-1-6 0 0,5 4 9 0,-5-4-8 15,4 6 9-15,-4-6 16 0,0 0-8 0,0 0 1 16,0 0 1-16,0 0-3 0,13-13 2 0,-7 6-9 16,0-2 3-16,1-4 3 0,-2-1-10 0,3-2 0 15,-2 1 3-15,3-2-5 0,-1-1-4 0,-1 1-9 16,2-7-5-16,-3 5-1 0,2-8 1 0,-1 2 0 15,-1 0-6-15,2-3 0 0,-3 3 5 0,-1 1-6 16,0 5 7-16,-2 1 2 0,-1 3 2 0,1-2-3 16,-4 0-2-16,1 7 5 0,0 1 1 0,-2-1 0 15,1 3-3-15,0 1 4 0,2 6 2 0,-2-9-6 16,2 9 5-16,0 0-8 0,0 0 4 0,-3-7-4 16,3 7 7-16,0 0-2 0,-18 11 2 0,9-3-1 15,2 2 1-15,-2 1-2 0,0 0 0 0,1 3 3 16,3-2 1-16,3-2-1 0,-1 3 0 0,3-1-1 15,5-2-6-15,0 2-13 0,3-3-9 0,5 2-23 16,5-1-23-16,1-1-33 0,0-1-32 0,10 0-31 16,1 0-36-16,-2-2-37 0,-1 1-168 0,-7-2-451 15,-2-1 200-15</inkml:trace>
  <inkml:trace contextRef="#ctx0" brushRef="#br0" timeOffset="24682.59">29105 11983 256 0,'-1'-8'259'0,"1"8"-3"0,0 0-8 0,0 0-14 16,0 0-9-16,0 0-21 0,0 0-13 0,0 0-22 16,0 0-19-16,0 0-15 0,0 0-16 0,0 0-12 15,0 0-13-15,0 0 2 0,0 0 0 0,0 0-1 16,0 0-8-16,-2 25-10 0,2-14-2 0,1 0-6 15,-1 0-10-15,0 1 1 0,1 0-10 0,0 0-3 16,1 0-4-16,-2 0-3 0,0-1-6 0,1-1-4 0,-1 2-2 16,1-2-1-16,-1 0-6 0,2 2-1 15,-1-3 8-15,0-1-14 0,1 1-15 0,0-1-23 16,-2 0-23-16,1-1-37 0,2 0-38 0,-3-7-41 16,0 12-45-16,4-8-34 0,-4-4-28 0,2 11-161 15,-2-11-466-15,5 5 206 0</inkml:trace>
  <inkml:trace contextRef="#ctx0" brushRef="#br0" timeOffset="25200.43">29126 11741 63 0,'0'0'269'0,"0"0"-15"16,0 0-10-16,0 0-10 0,0 0-12 0,0 0-13 0,0 0-12 15,0 0-18-15,0 0-16 0,0 0-16 0,0 0-9 16,0 0-16-16,0 0-4 0,0 0-11 16,0 0-3-16,0 0 0 0,0 0-7 0,0 0 0 15,0 0-4-15,0 0-4 0,0 0-5 0,0 0 0 0,0 0-11 16,0 0 8-16,0 0-6 0,0 0 1 0,0 0-11 15,-1-8 9-15,1 8-7 0,0 0 2 0,0 0-13 16,0 0 12-16,0-9 2 0,0 9-5 0,0 0 0 16,0 0-7-16,-4-7-1 0,4 7-2 0,0 0-9 15,0 0-6-15,0 0-9 0,0 0-6 0,0 0-24 16,0 0 25-16,0 0 0 0,0 0-6 0,0 0-10 16,0 0 6-16,-13 16 6 0,12-10-49 0,-1 1-57 15,2-7-55-15,4 12-61 0,2-3-80 0,5-3-94 16,0-1-235-16,10-4-659 0,-3-4 291 0</inkml:trace>
  <inkml:trace contextRef="#ctx0" brushRef="#br0" timeOffset="29183.6">28008 13233 35 0,'0'0'83'0,"0"0"-11"0,0 0-6 16,0 0-7-16,0 0-6 0,0 0-18 0,0 0-22 15,0 0-21-15,0 0-25 0,0 0-30 0,0 0-67 16,0 0 29-16</inkml:trace>
  <inkml:trace contextRef="#ctx0" brushRef="#br0" timeOffset="29726.88">28040 13082 35 0,'0'0'23'0,"0"0"-28"0,-11 0-5 0,11 0-9 0,0 0 5 16</inkml:trace>
  <inkml:trace contextRef="#ctx0" brushRef="#br0" timeOffset="31816.02">29793 12239 63 0,'0'0'193'16,"0"8"4"-16,0-8-1 0,0 0 5 0,0 0 1 15,0 0-9-15,0 0-6 0,0 0-11 0,0 0-5 16,0 0-5-16,23-11-12 0,-16 8-9 0,-1 0-7 16,-6 3-17-16,10-7-9 0,-4 4-11 0,1 0-11 15,4-1-9-15,-3 2-5 0,0-1-13 0,1-1-4 16,1 0-13-16,0 0-25 0,0 3-30 0,-1 1-39 0,-1-3-37 16,0 2-53-16,-8 1-45 0,14-2-31 15,-8 0-31-15,-6 2-127 0,9 0-403 0,-9 0 178 16</inkml:trace>
  <inkml:trace contextRef="#ctx0" brushRef="#br0" timeOffset="31982.82">29842 12317 59 0,'0'0'175'0,"-6"5"-13"0,6-5 7 0,-5 5 9 16,5-5-1-16,0 0-4 0,0 0-4 0,0 0-1 0,-6 5-13 15,6-5-6-15,0 0-11 0,0 0-6 0,0 0-17 16,24 1-10-16,-11-1-12 0,0 0-21 15,3-1-19-15,4-1-30 0,-1 2-42 0,0-2-59 16,1 0-57-16,9-5-54 0,-7 5-152 0,8-1-370 0,0-2 165 16</inkml:trace>
  <inkml:trace contextRef="#ctx0" brushRef="#br0" timeOffset="32249.27">30638 12186 186 0,'0'0'306'16,"0"0"-19"-16,0 0-12 0,-3-11-9 0,3 11-12 16,0 0-12-16,0 0-12 0,0 0-17 0,0 0-9 15,0 0-15-15,0 0-14 0,0 0-12 0,4-6-12 16,-4 6-23-16,0 0-5 0,22 4-13 0,-11-2-21 15,1-2-12-15,6 4-17 0,-2-4-26 0,5 0-32 16,-1 2-30-16,-1-1-26 0,1 1-47 0,-1-1-53 16,0-1-58-16,3 1-50 0,4-2-231 0,-6 0-532 15,0-2 235-15</inkml:trace>
  <inkml:trace contextRef="#ctx0" brushRef="#br0" timeOffset="32815.06">31172 11947 239 0,'0'0'315'0,"1"-10"-5"0,-1 10-3 0,3-7-6 15,-3 7 1-15,0-8-33 0,0 8-7 0,0 0-25 16,0 0-26-16,0 0-28 0,0 0-20 0,0 0-12 16,0 0-14-16,0 0-16 0,10 17-14 0,-5-7-8 15,0 6 9-15,0 0-37 0,4 3 3 0,-4-2-5 16,4 6-12-16,-3-5-11 0,-1 0-4 15,0-1-4-15,1 0 3 0,2-1-1 0,-1-1-7 0,-1-3-7 16,-4 0 4-16,2-2-2 0,0 1-5 0,0-3 5 16,-1 1-8-16,-3-9 0 0,6 15 2 0,-4-10-11 15,-2-5 3-15,5 9 0 0,-5-9 2 0,3 8-8 16,-3-8 5-16,0 0 1 0,0 0 9 0,6 6 6 16,-6-6 9-16,0 0 4 0,0 0-1 0,0 0-5 15,0 0-3-15,0 0-16 0,23-20 11 0,-13 7 0 0,-2 0-5 16,1-2-6-16,0-2-4 0,2 2 0 15,-2-1-8-15,0-2-1 0,2 0-1 0,-1-5 1 16,1-1-2-16,-1 6-4 0,-2 0-6 0,0 0 7 16,3-4-12-16,-6 3 4 0,1 3 1 0,-1-1 1 15,-1 5-4-15,-2-1 5 0,1 4-12 0,0-1 12 16,-3 1 5-16,0 1-3 0,0 8-1 0,2-12 4 16,-2 12 2-16,2-8-15 0,-2 8 13 0,0 0-5 15,0-10 3-15,0 10-2 0,0 0 4 0,-2-9-4 0,2 9 1 16,0 0-3-16,0 0-2 0,-14 3 6 0,14-3-20 15,-14 7 20-15,7-2 1 0,2 0-3 16,-3 2 1-16,5 0-1 0,0-2-1 0,-1 5-3 0,0-3-4 16,1 2 13-16,3 0 0 0,2 0 1 15,-1 2 2-15,4-3 4 0,3 3-9 0,3-1 10 0,4-1-10 16,-1 1-13-16,4-2-10 0,-2-1-35 16,5-2-37-16,-1 1-59 0,0-2-41 0,1-1-42 0,7 0-53 15,2 0-50-15,-4-1-222 0,-5 0-611 0,2 0 270 16</inkml:trace>
  <inkml:trace contextRef="#ctx0" brushRef="#br0" timeOffset="33050.08">31843 12198 177 0,'0'0'273'0,"0"10"-2"0,0-10 3 0,-1 12-6 15,1-12-16-15,-3 17-23 0,0-8-17 0,1 2-9 16,1 0-9-16,-2-1-22 0,-1 3-11 0,2 3-23 16,1-5-4-16,-2 1-16 0,-1 4-8 0,3-5-15 15,0 0 5-15,-1-1-18 0,1 1-12 0,0-2-28 16,1 0-36-16,1-1-42 0,0-1-53 0,-1-7-63 16,3 11-75-16,-2-5-70 0,2-2-167 0,-3-4-501 15,5 3 221-15</inkml:trace>
  <inkml:trace contextRef="#ctx0" brushRef="#br0" timeOffset="33219.92">31880 11975 219 0,'-3'-11'349'0,"2"2"-7"0,1 9-10 0,-1-11-10 15,-2 6-16-15,3 5-30 0,-1-9-37 0,1 9-18 16,0 0-35-16,0 0-33 0,0-11-49 0,0 11-70 15,0 0-81-15,9 0-98 0,-9 0-111 0,15 1-184 16,-4 1-476-16,-11-2 211 0</inkml:trace>
  <inkml:trace contextRef="#ctx0" brushRef="#br0" timeOffset="38116.08">24862 13999 62 0,'2'-5'188'15,"-2"5"-14"-15,0 0-14 0,0 0-3 0,0 0 1 16,0 0-2-16,0 0 3 0,0 0-13 0,-14 27-9 16,8-9-4-16,-6 7-12 0,1 2-7 0,-1 0-5 15,-2 0-14-15,1 1-7 0,-1 0-6 0,3-3-5 16,-2 0-7-16,1 0-9 0,5-7-5 0,-2 0-4 16,0-2 2-16,2 1-13 0,0-2-2 0,-1-2-4 15,2-4 3-15,3 2-9 0,0-5-5 0,-1 3-1 16,1-3-2-16,0-1-3 0,3-5-2 0,-1 8 3 15,1-8-3-15,-6 7-1 0,6-7 5 0,0 0-7 16,0 0 8-16,0 0-3 0,0 0 2 0,0 0-3 16,0 0 0-16,0 0-3 0,17-27-5 0,-7 12 1 15,0-2 1-15,4-5 2 0,0-1-6 0,1-2 2 16,2-1-6-16,-3-3 1 0,4 0 0 0,0-2-1 16,-3 0-1-16,-2 0 3 0,1 1-3 15,-2 1 0-15,3 0 0 0,-4 2-2 0,1 3-2 0,-3-2 4 16,-2 10-1-16,0-1 2 0,-1 2 0 0,-2 5 5 15,0 3-2-15,0-1-4 0,-3 4-1 0,-1 4-2 16,4-5 1-16,-4 5-2 0,0 0-1 0,0 0 0 16,15 13-1-16,-11-2 1 0,2 9-1 0,0 3 3 15,0 4 2-15,1 0 2 0,1 2-1 0,-2-3 11 16,-3 2-6-16,3-2-1 0,-2 0 9 0,3 0-2 16,0-7 0-16,-3 0 0 0,1-1-4 0,0 0 1 15,3-1-1-15,0-3-1 0,-2-3-4 0,-1 1 5 16,3 0-3-16,-4-2-2 0,2-1 1 0,-2 1 0 15,0-1-17-15,0 0-23 0,-1-5-29 0,1 5-29 16,-2-2-28-16,-2-1-31 0,0-6-24 0,-2 13-38 16,2-13-24-16,-6 10-133 0,-3-5-401 0,-2-2 177 15</inkml:trace>
  <inkml:trace contextRef="#ctx0" brushRef="#br0" timeOffset="38282.51">24780 14313 22 0,'0'0'168'0,"-7"-6"-15"0,7 6-11 0,-6-4-16 16,6 4-4-16,0 0-13 0,0 0-19 0,15-13-7 16,-3 9-9-16,7 0-2 0,0-2-22 0,4 2-33 15,4-2-27-15,1 2-29 0,-1 0-19 0,-6 0-19 16,1 0-18-16,0 1-64 0,5-1-171 0,-8-2 77 16</inkml:trace>
  <inkml:trace contextRef="#ctx0" brushRef="#br0" timeOffset="38600.07">25187 14195 8 0,'7'-2'108'0,"-7"2"-6"0,0 0-5 0,6-5-7 16,-6 5-2-16,0 0 6 0,0 0-13 0,0 0-9 16,12 2 13-16,-12-2 5 0,5 8 10 0,1-2 14 15,-2-1 0-15,2 4-9 0,1 0 10 0,0 3-8 16,1 3-5-16,0-2-1 0,0-1-4 0,0 1 0 16,0 2-8-16,0-2-6 0,-1-1-7 0,0-1-5 15,-2 0-6-15,3-1-7 0,-2-1-5 0,4 2-1 16,-5-3-7-16,3 0-3 0,-3 1-2 0,2-3-4 15,-1-2 1-15,-1 0 8 0,0 0 5 0,-1-1 3 16,-4-3 6-16,10 4 4 0,-4-3 0 0,-6-1 4 16,0 0 3-16,13-5-15 0,-9 2 2 0,6-5-5 15,-2 2-8-15,-1-5 2 0,2-1-9 0,1-5-3 16,0 4-1-16,0-4-3 0,1 0-9 0,0-1-7 16,-2-8 5-16,0 10-4 0,0-2-11 0,0-1-12 15,1-5-15-15,-4 9-21 0,2 0-24 0,-1 0-17 16,-3 5-29-16,4 1-40 0,-6 1-34 15,4 1-31-15,-1 2-27 0,0 1-170 0,-5 4-451 0,14-3 199 16</inkml:trace>
  <inkml:trace contextRef="#ctx0" brushRef="#br0" timeOffset="38756.1">25841 14205 47 0,'0'0'186'0,"0"0"-8"16,6 2 2-16,-6-2 0 0,5 4-8 0,-5-4-9 15,9 1-21-15,-9-1-7 0,10 0-15 0,-10 0-10 16,15-1-13-16,-6 2-8 0,4-2-14 0,-1-1-33 16,1 2-32-16,-2 0-61 0,3-4-48 0,-1 4-49 15,-1 0-124-15,-6 0-293 0,1 2 129 16</inkml:trace>
  <inkml:trace contextRef="#ctx0" brushRef="#br0" timeOffset="38915.01">25996 14248 106 0,'-9'3'184'0,"-2"4"-1"0,2-3-2 15,-2 1-7-15,-1 0-11 0,4 0-14 0,3-2-11 16,1 3-17-16,-1-3-11 0,5-3-10 0,-9 9-8 16,9-9-12-16,5 7-7 0,-5-7-7 0,9 8-3 15,4-4-15-15,5-3-13 0,3 2-26 0,0-2-42 16,7 0-39-16,5-3-50 0,-2-1-57 0,-1-2-100 16,3 1-301-16,-1 0 134 0</inkml:trace>
  <inkml:trace contextRef="#ctx0" brushRef="#br0" timeOffset="40082.83">26810 13869 125 0,'-3'-9'188'0,"0"2"-1"0,1 1-6 0,2 6-7 0,-4-11-12 16,4 11-13-16,-2-8-15 0,2 8-13 0,-2-6-16 16,2 6-17-16,0 0-2 0,0 0-11 0,0 0-10 15,0 0-4-15,0 0 0 0,10 18-7 0,-4-8-3 16,0 6 2-16,1 3 4 0,1 0 4 0,2 3-7 15,1 1-2-15,-4-5-2 0,-1 1-6 16,2 0-5-16,0 1-2 0,-1-2 0 0,1 0 1 0,0 0-4 16,-1-3 0-16,1 2-3 0,1-3-5 0,-2-4 2 15,0 0-3-15,-1-2-2 0,1 1-3 0,-3-2 1 16,2-1-3-16,-2 0-4 0,0-2 5 16,3-1 4-16,-7-3 8 0,6 6 9 0,-6-6 9 15,5 4 9-15,-5-4 3 0,0 0 2 0,12-3-1 0,-12 3-5 16,10-9-2-16,-3 0-10 0,-3-2 0 0,6-3-7 15,-3-2-2-15,-1 1-2 0,4-2-7 0,-6-1 3 16,5-2-7-16,0-3-1 0,-3-2-3 0,4 3-2 16,-2-2-1-16,-3 6-8 0,3-6-5 15,-4 6 3-15,2 1-6 0,1-1 3 0,-1 1-8 0,-1 2 2 16,-3 4-3-16,1 0-2 0,-1 4 1 0,0 0-1 16,-2 7-20-16,0-10-14 0,0 10-26 0,3-7-11 15,-3 7-14-15,0 0-24 0,0 0-16 0,0 0-31 16,0 0-10-16,0 0-37 0,2 35-21 15,-2-19-165-15,2 3-428 0,-2 0 190 0</inkml:trace>
  <inkml:trace contextRef="#ctx0" brushRef="#br0" timeOffset="40465.61">27330 14104 74 0,'0'0'183'0,"0"0"-10"0,0 0-4 15,0 0-10-15,0 0-14 0,0 0-6 0,0 0-12 16,0 0 4-16,0 0-8 0,0 0 1 0,-9 18-2 16,7-10-12-16,-2-1-1 0,1 5-16 0,-1-3 0 15,2 3-7-15,-3-1-13 0,5 0-8 16,-1-1-5-16,1 2-6 0,0-3-3 0,1 2-8 0,4-2-4 16,-3-2 0-16,4 2-2 0,-1-2-4 0,4-3-1 15,3 2-6-15,1-2-1 0,1-2 0 0,3-2-2 16,3 0-1-16,0 0-2 0,-1-3 1 0,-1-3-1 15,1 0 3-15,-3-1 6 0,0 1 0 0,2-3-2 16,-4 0 1-16,0-2 3 0,-6 3-3 0,3-4-5 16,-6 1 2-16,0-1-2 0,-3 0-2 0,2-4-3 15,-4 1-4-15,0 2 2 0,-6-4-4 0,1 1 1 16,-4 2-6-16,0 1 2 0,-2 0-4 0,-1 1 1 16,5 5-3-16,-5 0-3 0,2 1-3 0,-3 3-1 15,4 0-17-15,-5 1-9 0,1 4-23 0,-1 1-15 16,-3 3-29-16,2 3-29 0,1-1-22 0,-1 2-26 15,2 3-32-15,3 3-21 0,0 2-124 0,3-5-379 16,5 1 169-16</inkml:trace>
  <inkml:trace contextRef="#ctx0" brushRef="#br0" timeOffset="40800.51">27002 14466 163 0,'-6'0'214'0,"6"0"-21"0,-8 3-12 16,8-3-18-16,0 0-15 0,0 0-6 0,0 0-6 16,0 0-12-16,23 10-9 0,7-10-9 0,-1 2-2 15,7-2-9-15,4 0-9 0,10-2 1 16,-10 2-3-16,1-2-8 0,9-2-1 0,1 2-5 15,-14-2-4-15,1 2-2 0,2-1 0 0,-5 0-5 0,-1 1-3 16,-1-3-5-16,-2 1-6 0,-10 3-2 0,6-5-3 16,-9 1-5-16,0 3 0 0,-3 2-7 15,-1-4 0-15,-2 4-6 0,-2-3 0 0,2 3-10 0,-4-1-17 16,-8 1-20-16,13 0-34 0,-13 0-29 0,10 2-27 16,-10-2-32-16,4 7-34 0,-4-7-27 0,-4 13-160 15,-6-4-397-15,-2 3 175 0</inkml:trace>
  <inkml:trace contextRef="#ctx0" brushRef="#br0" timeOffset="41384.21">27227 14783 143 0,'0'0'254'0,"-4"-11"-3"0,4 5-3 0,0 6 2 16,-5-13-8-16,3 9-4 0,2 4-16 0,-2-12-18 0,2 12-21 16,-2-6-19-16,2 6-19 0,0 0-15 0,-4-5-12 15,4 5-17-15,0 0-9 0,0 0-6 0,0 0-10 16,25 15-7-16,-13-7-1 0,-1 4-13 0,2 0-4 16,-1 4-7-16,-1-1-2 0,3-1-4 15,-5-1-5-15,3 4 0 0,-2-1-2 0,-1-1-7 0,2 1-2 16,-1-2-1-16,-1 0 0 0,-1 0-2 15,-1-3-1-15,2-1-9 0,-2-2 7 0,-1-1-2 16,1 3-7-16,3-4 2 0,-2 0 4 0,-3-2-3 16,1 0 2-16,-1 0-3 0,2-2 2 0,-1 1-1 15,-6-3 13-15,13 1 7 0,-8-1-3 0,-5 0 10 16,12-4 5-16,-6 2-8 0,0-4 11 0,1-1-1 0,3-1-7 16,-5-3-2-16,1 0-3 0,2-2-6 15,0-2 1-15,-1-3-2 0,1 1-1 0,1-5-1 16,0 5-4-16,0-9-7 0,-2 7 0 0,0 1-2 0,-2 0 4 15,-1 0 4-15,1 3-1 0,-1-3-4 16,-4 2-4-16,0 6 4 0,2 1 0 0,-4-1-5 0,2 1 0 16,-1-1 0-16,-2 2-2 0,0 0 4 0,-1 2-13 15,-1 1 5-15,5 5-7 0,-11-6 9 0,4 3-8 16,7 3 11-16,-16 0-14 0,5 0 1 0,3 1 8 16,-4 2-2-16,3 2-1 0,2 1-4 15,1-1-3-15,1 3 5 0,0 0 3 0,3 2-6 16,2-3 0-16,4 4 9 0,2-3 0 0,4 1-3 0,7-2 0 15,2-3-8-15,9 4-22 0,3-5-21 0,-2-1-26 16,4 0-33-16,-1-2-31 0,0 0-44 0,-1-2-42 16,-2 2-35-16,-8 0-46 0,-2 2-214 15,-5 2-564-15,-3 0 251 0</inkml:trace>
  <inkml:trace contextRef="#ctx0" brushRef="#br0" timeOffset="41599.11">27909 14847 93 0,'0'0'227'16,"0"0"8"-16,0 0 0 0,0 0-4 0,0 0-6 15,0 0-2-15,2 14-7 0,-2-14-12 0,1 8-13 0,-1-1-6 16,4 0-18-16,-4 1-9 0,0 3-6 0,3 5-17 16,0-4-10-16,-2 3-15 0,2 1 3 15,-3 2-28-15,2-7-6 0,0 0-8 0,0 1-5 16,1-2-8-16,-2 2-2 0,2 0-9 0,-1-2-36 15,0-1-38-15,0 1-48 0,-1-2-60 0,1-3-63 16,0 1-64-16,-2-6-239 0,3 10-541 0,-3-10 239 0</inkml:trace>
  <inkml:trace contextRef="#ctx0" brushRef="#br0" timeOffset="41795.28">28038 14613 30 0,'-3'-9'287'16,"-1"1"-13"-16,2 1-8 0,-1 0-14 0,3 7-22 15,-4-9-19-15,4 9-34 0,-4-5-16 0,4 5-19 16,0 0-18-16,0 0-35 0,0 0-34 0,0 0-52 16,0 0-69-16,0 0-71 0,22 3-68 0,-22-3-111 15,20 13-342-15,-9-10 151 0</inkml:trace>
  <inkml:trace contextRef="#ctx0" brushRef="#br0" timeOffset="41991.05">28552 14459 131 0,'0'0'253'16,"7"-5"-13"-16,-3 3-10 0,3-2-18 0,0 3-23 15,4-3-20-15,-1 1-19 0,3 0-12 0,0 2-17 16,-1 0-34-16,0 1-46 0,1 0-58 0,-2 1-79 16,-3 0-64-16,1 3-122 0,-4-1-305 0,-5-3 135 15</inkml:trace>
  <inkml:trace contextRef="#ctx0" brushRef="#br0" timeOffset="42151.28">28594 14552 191 0,'0'0'212'0,"-9"5"-10"0,9-5-14 16,-5 2-13-16,5-2-10 0,0 0-2 0,-5 6-6 16,5-6-15-16,0 0-9 0,0 0-20 0,22 11-12 15,-12-10-27-15,2 1-29 0,2-1-45 0,-2-2-50 16,9-1-61-16,-3 0-51 0,2 2-128 0,1-3-314 16,-3-1 139-16</inkml:trace>
  <inkml:trace contextRef="#ctx0" brushRef="#br0" timeOffset="44249.07">29502 14221 97 0,'-4'-7'182'0,"4"7"-8"0,-5-9-16 0,-2 6-12 15,7 3-17-15,-9-6 3 0,4 3-2 0,5 3-3 16,-13-5 0-16,7 3-7 0,6 2-4 0,-11-5-3 16,5 3-8-16,6 2-5 0,-10-2-1 0,10 2-8 15,-7-1-7-15,7 1-15 0,0 0-4 0,0 0-8 16,0 0-5-16,-9-3-6 0,9 3-3 0,0 0-7 16,0 0 6-16,0 0-9 0,0 0-3 0,21 9-2 15,-7-6-3-15,4-2-3 0,2 2-2 0,1-3-2 16,9 1 0-16,-4-1-2 0,4 2-3 0,-2-4 1 15,-1 4-4-15,0-2-1 0,-4 1-7 0,3-1-18 16,-6-1-25-16,0 1-33 0,2-2-35 0,-4 4-31 16,0-2-37-16,-1 1-30 0,-2 1-149 0,-3-2-386 15,0 1 172-15</inkml:trace>
  <inkml:trace contextRef="#ctx0" brushRef="#br0" timeOffset="44766.28">30035 13885 8 0,'0'0'230'16,"0"-10"-21"-16,0 10-17 0,1-9-18 0,-1 9-20 0,0 0-12 16,5-4-14-16,-5 4-5 0,0 0-5 0,15 11 3 15,-7-2-6-15,0 2-7 0,0 1-6 0,2 2 0 16,-3 1-9-16,2 3-11 0,0-2-2 15,-1 1-6-15,0 0-5 0,0 1 7 0,-1-2-17 16,0-1 0-16,0 0-8 0,0 0-3 0,-3-4-4 16,1-2 2-16,1 1-9 0,0-1 0 0,-3-2-6 0,0-3 2 15,1 1-4-15,-4-5-8 0,4 9 2 0,-4-9 3 16,4 5 7-16,-4-5 12 0,0 0 3 16,6 3 0-16,-6-3-9 0,0 0-4 0,17-12-1 15,-11 4 5-15,3 0-10 0,1-6-5 0,2 1-2 16,1-4-2-16,-1 2-5 0,5-7-2 0,0 0 0 15,-2-1 0-15,2 1-2 0,-2-1-5 0,0-1-4 16,1-2 0-16,-2-1-1 0,-4 3-7 0,2-2 0 0,-2 1-1 16,-5 8 1-16,0-2-3 0,-1 4-5 15,-2 3 4-15,0 0-1 0,0 3-2 0,-1 2 0 16,-1 7 2-16,0-13-3 0,0 13 1 0,0-8-1 16,0 8-1-16,-7-6-1 0,7 6 5 0,-9-2-8 0,9 2-1 15,-14 7 1-15,7-5 0 0,1 2 4 16,-1 4-3-16,1 0 2 0,2-2 3 0,1 2 0 15,1 4 1-15,2-2 8 0,5 6-4 0,4 0-1 16,1-2 4-16,6 1 0 0,0-4-19 0,7 6-21 16,3-3-40-16,1-4-35 0,-2 1-29 0,1 1-39 15,-2 0-33-15,-3-5-166 0,-3 3-419 0,-2-1 185 16</inkml:trace>
  <inkml:trace contextRef="#ctx0" brushRef="#br0" timeOffset="44965.09">30778 14007 167 0,'0'0'211'0,"0"0"-1"0,0 0-7 16,0 0-12-16,0 0-12 0,0 0-11 0,0 0-18 15,0 0-14-15,11 0-9 0,-11 0 2 0,0 0-1 16,1 11-13-16,-1-11-11 0,0 15-2 0,0-8-21 16,0 4-2-16,0-1 20 0,0 4-7 0,1 1-18 15,0-3-1-15,-1 0-36 0,2 0-34 0,-2-2-41 16,1 3-53-16,-1-2-46 0,3 1-67 0,-3-2-194 15,0-10-432-15,0 22 192 0</inkml:trace>
  <inkml:trace contextRef="#ctx0" brushRef="#br0" timeOffset="45145.02">30881 13713 84 0,'0'0'208'0,"0"-14"-23"0,0 14-20 0,0 0-19 0,1-12-25 15,-1 12-43-15,0 0-46 0,0 0-49 0,15 4-43 16,-15-4-97-16,10 18-171 0,-6-1 76 0</inkml:trace>
  <inkml:trace contextRef="#ctx0" brushRef="#br0" timeOffset="45465.15">30182 14473 230 0,'-23'2'269'16,"3"0"-17"-16,6 2-13 0,3-4-22 0,-1 1-19 15,6 1-16-15,6-2-8 0,-5 2-4 0,5-2-12 16,0 0-15-16,33 4-7 0,-4-1-18 0,10-2-7 16,20-4-15-16,1 0-8 0,30-4-3 0,-27-1-12 0,2 1-8 15,-1-1-3-15,-1-3-14 0,-4 4 0 16,-2 1-4-16,-3 2-7 0,-16-1-1 0,-3 1-7 16,-3-2-13-16,-6 5-5 0,-5 0-15 0,-3-1-17 15,0 2-12-15,-6 0-26 0,-2 0-29 0,1 1-39 16,-5 0-33-16,3 1-39 0,-5 1-39 0,-4-3-163 15,0 0-435-15,1 16 192 0</inkml:trace>
  <inkml:trace contextRef="#ctx0" brushRef="#br0" timeOffset="47100.25">30253 14627 137 0,'-2'-5'218'0,"2"5"-2"0,-2-10-29 0,1 2-8 16,1 8-8-16,0-10-6 0,0 10-4 0,-3-9-10 15,3 9-8-15,0 0-10 0,-1-8-12 0,1 8-13 16,0 0-8-16,0 0-14 0,0-9-11 0,0 9-11 16,0 0-5-16,0 0-5 0,0 0-8 15,0 0-2-15,0 0-2 0,0 0 1 0,15 25 0 16,-9-16 4-16,-4 1-5 0,3 1-8 0,-1 0 2 0,0-1-5 15,2 7 7-15,-1-6-3 0,-1 2 4 16,3-2-10-16,-2 1 0 0,-1-2 0 0,1 2-2 16,1-2-4-16,-2 0 18 0,2 1 8 0,-2-2-4 15,1 0-9-15,1-2-1 0,1 0-3 0,-3-1 1 16,0-1-8-16,0-1 2 0,-1 2-3 0,-3-6-3 16,7 6-1-16,-3-4 0 0,-4-2-1 0,6 4-6 0,-6-4 2 15,0 0 11-15,9 4 14 0,-9-4-7 0,0 0-2 16,12-7 2-16,-9 2-5 0,4-2-2 15,-2-2 8-15,1-1-8 0,-1-3-2 0,1 3-6 16,2-6-10-16,0 0 7 0,0 0-3 0,-1-3 3 16,4-4-1-16,0-2-21 0,3 2 28 0,-2-3-12 15,-1 1 1-15,-1 1 0 0,-2 4-2 0,-2 2 0 0,1 2-8 16,-2 2 6-16,3-1-3 0,-5 5 5 16,-1 1-5-16,0 2 5 0,1 0-9 0,-1 2-2 15,-2 5-22-15,2-10-24 0,-2 10-27 0,0 0-20 16,2-6-21-16,-2 6-16 0,0 0-15 0,0 0-35 15,-5 24-37-15,4-13-38 0,-2 4-210 0,-1 11-505 16,3-6 225-16</inkml:trace>
  <inkml:trace contextRef="#ctx0" brushRef="#br0" timeOffset="47315.07">30728 14730 22 0,'6'3'237'0,"-6"-3"6"0,0 0 1 16,0 0-6-16,5 4-12 0,-5-4-16 0,0 0-18 15,0 0-19-15,4 4-24 0,-4-4-6 0,0 0-12 16,0 0 0-16,2 11-9 0,-2-5-4 0,0-6-8 16,3 14-19-16,-2-3-8 0,-1-2-4 0,1 3-9 15,-2 0-8-15,2-1-14 0,2 2 3 0,-2-2-9 16,2 5 0-16,-3-4-15 0,2 5-9 0,-4-5-28 16,3 0-36-16,0-1-49 0,-1-1-49 0,1 2-51 15,-1-12-49-15,-1 20-184 0,0-8-464 0,0-4 205 16</inkml:trace>
  <inkml:trace contextRef="#ctx0" brushRef="#br0" timeOffset="47700.01">30971 14947 143 0,'0'0'251'15,"-10"2"-7"-15,10-2-11 0,0 0-15 0,0 0-9 16,-10-13-14-16,7 7-12 0,3 6-14 0,-1-15-18 15,2 3-15-15,4 0-8 0,2 1-15 0,4-5-6 16,0 1-9-16,0 2-10 0,2 1-6 0,-2 2-1 16,-3 1-7-16,2 6-6 0,-2-4-10 0,0 4-5 15,-3 2-7-15,-5 1-5 0,14 0-6 0,-14 0-5 16,11 4 4-16,-6 2-6 0,2-2-2 0,-1 5-6 16,1-1-2-16,-2 1-21 0,0 3-39 0,1-1-42 15,-2 1-40-15,1-3-52 0,0 1-52 0,-1 0-223 16,0 2-488-16,1-3 216 0</inkml:trace>
  <inkml:trace contextRef="#ctx0" brushRef="#br0" timeOffset="48002.61">31650 14421 2627 0,'-4'-8'110'0,"-1"3"-1"0,5 5-19 0,-6-11-24 15,2 7-19-15,4 4 12 0,-4-7-25 0,4 7 25 16,-4-6-4-16,4 6-4 0,0 0-6 15,0 0-5-15,-3-7-3 0,3 7-4 0,0 0 7 16,0 0-15-16,0 0-5 0,21 4-25 0,-11 1-21 16,2-2-39-16,-1 0-50 0,2-1-68 0,0-1-80 15,-3 2-219-15,0 0-522 0,-10-3 231 0</inkml:trace>
  <inkml:trace contextRef="#ctx0" brushRef="#br0" timeOffset="48159.28">31595 14537 230 0,'-16'4'228'0,"16"-4"2"0,-11 0-3 0,11 0-13 16,0 0-20-16,0 0-18 0,-11 2-19 0,11-2-17 15,0 0-13-15,0 0-14 0,0 0-25 0,0 0-33 16,33 4-47-16,-16-6-55 0,3 1-66 0,0-2-81 16,1 3-112-16,2-2-331 0,-3-1 147 0</inkml:trace>
  <inkml:trace contextRef="#ctx0" brushRef="#br0" timeOffset="48899.6">32161 14309 81 0,'0'0'209'0,"0"0"-11"0,0 0-13 0,0 0-14 16,0 0-13-16,0 0-14 0,0 0-12 0,-5-7-8 16,5 7-9-16,0 0-5 0,0 0-6 0,0 0-3 15,0 0-7-15,0 0-4 0,0 0 2 0,0 0-1 16,0 0-6-16,0 0 2 0,0 0 0 0,0 0 0 15,0 0-3-15,0 0 9 0,0 0-9 0,0 0-1 16,0 0 1-16,0 0-7 0,-5-4-5 0,5 4-19 16,0 0 7-16,0 0-8 0,0 0-1 0,0 0-3 15,0 0-9-15,-7-4 1 0,7 4 0 0,0 0 0 16,0 0-12-16,0 0-2 0,0 0-2 0,0 0-13 16,-6-4 14-16,6 4-8 0,0 0 5 0,0 0-4 15,0 0-1-15,0 0 0 0,0 0 6 0,0 0-11 16,0 0 4-16,0 0 15 0,0 0-14 0,0 0 4 15,0 0-3-15,0 0 0 0,0 0 1 0,0 0 0 16,0 0 2-16,0 0 2 0,0 0 2 0,0 0-6 16,0 0 10-16,0 0 2 0,0 0-3 0,0 0 12 15,-9-4-13-15,9 4 7 0,0 0-3 0,0 0-4 16,0 0 1-16,0 0 1 0,0 0-12 0,-5-4 9 16,5 4-10-16,0 0 2 0,0 0-2 0,0 0 1 15,0 0 10-15,0 0-3 0,0 0-2 0,0 0 0 16,-11-5 4-16,11 5 1 0,0 0-6 0,0 0 7 15,0 0-6-15,0 0-5 0,0 0 1 0,0 0-4 16,0 0 5-16,0 0-8 0,0 0-5 0,0 0 2 16,0 0 3-16,0 0 1 0,0 0-29 0,42-9 24 15,-15 7-3-15,-6-2 1 0,9 1 3 0,-2-1-25 16,-9 0 30-16,3 2-7 0,6-2-1 0,-9 2-6 16,-1-1 5-16,1 0-3 0,-2 0 5 0,-5 0-22 15,0 1 22-15,-2-1-2 0,2 1-1 0,-5 1 1 16,0-1 1-16,-7 2-3 0,11-2 5 15,-11 2-5-15,8-1 1 0,-8 1-2 0,8-2 1 16,-8 2 1-16,0 0-2 0,0 0 1 0,0 0 1 0,9-2-2 16,-9 2-13-16,0 0-42 0,0 0-24 0,0 0-66 15,0 0-34-15,0 0-44 0,0 0-43 0,0 0-33 16,0 0-52-16,0 0-190 0,7 3-584 0,-7-3 258 16</inkml:trace>
  <inkml:trace contextRef="#ctx0" brushRef="#br0" timeOffset="49150.03">32826 13934 178 0,'0'0'269'0,"0"0"-3"0,0 0-5 16,0 0-7-16,10-48-21 0,-10 48-19 0,0 0-24 0,0 0-20 15,0 0-1-15,0 0-13 0,0 0-3 16,0 0-8-16,0 0-13 0,0 0-5 0,0 0-6 15,0 0-17-15,0 0-11 0,0 0-13 0,-8 125-8 16,6-99-5-16,2-26-6 0,-2 43-4 0,2-43-9 16,3 50-6-16,-3-50-12 0,5 39-39 0,-1-14-24 15,-4-25-44-15,5 45-35 0,-5-45-49 0,6 37-59 16,-6-37-40-16,4 37-210 0,-4-37-510 0,-2 36 226 16</inkml:trace>
  <inkml:trace contextRef="#ctx0" brushRef="#br0" timeOffset="49365.24">32563 14628 106 0,'0'0'216'0,"0"0"-12"15,0 0-5-15,0 0-21 0,0 0-12 0,0 0-16 16,112-10-19-16,-61 5-14 0,-2-1-10 0,-10 4-9 15,12-5-25-15,2-1-22 0,-19 5-44 0,-2 0-41 16,-32 3-42-16,68-5-51 0,-40-1-134 0,-28 6-283 16,40-4 125-16</inkml:trace>
  <inkml:trace contextRef="#ctx0" brushRef="#br0" timeOffset="49549.9">32578 14844 74 0,'-13'4'227'0,"3"2"3"16,2-1-4-16,3 0-2 0,2-1-7 16,3-4-13-16,0 0-11 0,17 12-18 0,5-10-17 15,-22-2-28-15,70 1-34 0,-19-2 2 0,0-2-39 16,-11-1-39-16,-2-3-40 0,13 1-37 0,-16-1-40 16,-2 2-50-16,-2 0-44 0,-31 5-113 0,46-10-328 15,-46 10 145-15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9T09:49:47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2420 2073 121 0,'-3'-11'193'16,"-2"5"24"-16,0-3-16 0,0 0-4 0,1 0-1 15,2 3-4-15,-2 0-2 0,4 6-11 0,-6-8-17 16,3 2-28-16,3 6-4 0,-4-5-14 0,4 5-13 16,0 0-10-16,0 0-17 0,0 0 0 0,0 0-11 15,-13 18-9-15,6 5 0 0,-3 7-11 0,-2 3-2 16,-2 14-4-16,0 8-1 0,1 1-3 15,2 25-3-15,2-28-1 0,1 0-6 0,5-2-2 0,0 0 3 16,3-16-3-16,0 0-2 0,5-3 0 16,-2-2-3-16,5-1-9 0,0-3 12 0,5-2-2 15,-2-7-7-15,-1-3 8 0,4-2-1 0,2-1-1 16,3-4-3-16,1-3-3 0,6-4 0 0,5-2-1 16,1-4-1-16,3-7-2 0,1-3-3 0,9-9 3 15,-1-5-6-15,-6-1 6 0,-4-4-8 0,-10 7 6 16,3-13-4-16,-9 11-2 0,4-15 5 0,-3 1-9 15,-5-2 4-15,-4-2-10 0,-2-2 1 0,-4 4-7 16,-3-1-4-16,-4 11 3 0,-4-10-4 0,-5 1-3 16,1 11-7-16,-4 1-2 0,-2 2-2 0,-4-1 5 15,-1 4 2-15,-3 4 2 0,1 4 2 0,-3 4 0 16,0 4-1-16,0 7 5 0,-1 4 0 0,0 2 1 16,-1 4 0-16,1 4-3 0,0 6 10 0,-3 4-1 15,4 2 2-15,0 4-2 0,4-1 1 0,5 5 5 16,6-4-2-16,5 2 3 0,7-3 0 0,5 3 1 15,7-2 1-15,8-2 0 0,6 1-5 0,3 1-5 16,0-3 2-16,12 3-4 0,-6-7 4 0,12 9-7 16,-12-11 3-16,12 4-4 0,-12-3 5 0,-5-1-1 15,1-2 1-15,-2 4-2 0,-2 1-8 0,-3-2-15 16,-2 1-4-16,-4 2-8 0,-1 1-26 0,-3 1-35 16,-4-4-30-16,-2 6-43 0,-5 4-140 0,-3-2-353 15,-1-7 156-15</inkml:trace>
  <inkml:trace contextRef="#ctx0" brushRef="#br0" timeOffset="288.04">3497 2519 168 0,'0'0'242'15,"-5"11"-24"-15,5-11-27 0,0 0-36 0,0 0-40 16,0 0-46-16,0 0-34 0,9 5-51 0,-9-5-68 15,21 3-99-15,-21-3-197 0,34-5 88 0</inkml:trace>
  <inkml:trace contextRef="#ctx0" brushRef="#br0" timeOffset="2596.11">6223 2155 125 0,'0'0'122'0,"-3"-9"-1"0,3 9-12 0,0 0-27 16,0 0-2-16,0 0-6 0,0 0-11 0,0 0 15 16,0 0 8-16,-8 29 14 0,-1-10-9 0,4 6 1 15,-4 5-6-15,-1 2-13 0,-6 11-3 0,6-12-6 16,-3 3-5-16,2-6-8 0,3 1-5 0,-1-2-4 15,0-3-1-15,4 2-6 0,1-7-1 0,0-4-3 0,-1 1-6 16,3-5-3-16,-2 2-1 0,3-3-3 16,-2 0 0-16,2 0 0 0,1-10-3 0,-3 11-3 15,3-11 1-15,0 0 1 0,-4 11 17 0,3-8 16 16,1-3 24-16,0 0 5 0,0 0-4 0,0 0-10 16,0 0-8-16,0 0-7 0,3-38-3 0,-1 15-3 15,2-4-8-15,1 1-1 0,4-6-5 0,0 0-6 16,0 0-4-16,5-16-1 0,2 6-4 0,-3 9 2 15,2 2-5-15,2-12-2 0,-2 12 2 0,1 1-5 16,-3-2-1-16,2 3-4 0,-1 4 34 0,-3 2-10 16,-1 10 1-16,-3 3-4 0,-3 1-1 0,0 3-6 15,0-1-1-15,1 4-4 0,-5 3-3 0,0 0 1 16,15-1-1-16,-15 1-3 0,12 15 5 0,-2 1-5 16,-1 8 6-16,0 1-4 0,1-1 3 0,-3 8 4 15,-1 3-6-15,2-2 11 0,-3-3 1 0,1 1 1 16,-1-3 0-16,-1 1 0 0,0-4-5 15,1 0 0-15,-2-6 0 0,2 2 0 0,-3-2-6 16,3 1 2-16,-2-3 0 0,1-1-7 0,-2 1-19 16,1-4-31-16,0 0-31 0,-1-4-36 0,2 4-32 15,-4-13-41-15,6 17-39 0,-5-11-163 0,-1-6-422 16,0 0 187-16</inkml:trace>
  <inkml:trace contextRef="#ctx0" brushRef="#br0" timeOffset="3063.06">6231 2408 13 0,'0'0'158'0,"-9"-6"-21"15,9 6-15-15,0 0-4 0,0 0-16 0,0 0-10 16,0 0-12-16,42-10-6 0,-14 7-13 0,4-1-16 16,2 0-5-16,1-4-10 0,0 5-18 15,-2-2-6-15,-1 0-14 0,3 2 1 0,-5-1-2 0,0 4 0 16,-10-1 2-16,1-3 1 0,-2 1 1 15,-6 3-1-15,0-2-3 0,-13 2 4 0,22 0 8 16,-22 0-4-16,16 4 11 0,-16-4 3 0,14 6 17 16,-8 0 2-16,0 2 13 0,0 2 3 0,-1 1 3 15,-5-11 5-15,5 22 8 0,-4-11-4 0,3 1-4 16,0-1 1-16,-4-11-3 0,1 22-5 0,-1-22-9 16,2 14 2-16,-2-14-2 0,2 11 4 0,-2-11 5 15,0 0 14-15,2 13 11 0,-2-13 13 0,2 7 11 16,-2-7-9-16,0 0 2 0,0 0-10 0,0 0-8 15,0 0-9-15,0 0-2 0,0 0 2 0,0 0-7 16,0 0-8-16,-9-45-5 0,10 32-9 0,3-1-6 16,3-2-9-16,1 0-4 0,1 0 0 0,3-3-8 15,-3 3-4-15,5 2-3 0,-3 2 0 0,-2 5 1 16,2-2-4-16,-2 1-1 0,2 3-2 0,-11 5 1 16,19-3-7-16,-19 3 7 0,22 8 3 0,-13 0-4 15,3 2 6-15,0 3 0 0,-2 3-1 0,2 1-3 16,-1 5-6-16,-2-4-23 0,1 5-14 0,0 0-38 15,2 1-23-15,-3 0-51 0,2 0-65 16,-2 0-160-16,3 0-414 0,-2-9 183 0</inkml:trace>
  <inkml:trace contextRef="#ctx0" brushRef="#br0" timeOffset="3446.13">7740 2339 85 0,'0'0'202'0,"0"0"-14"0,0 0-1 0,0 0-10 15,0 0-6-15,7 23-16 0,-7-13-6 0,-3 2-11 16,2 0-13-16,2 2-13 0,-2-4-8 0,1 2-11 16,-1-2-11-16,1 1-5 0,0-3-9 0,-2 0-9 15,2-8-4-15,2 12-2 0,-1-8-8 16,-1-4 3-16,0 9 12 0,0-9 20 0,0 0-3 0,0 0 30 15,-1 10-6-15,1-10 4 0,0 0-13 16,0 0-4-16,0 0-9 0,0 0-8 0,-2-30-8 0,4 19-3 16,4-5-4-16,-1-2-14 0,5-5 1 15,2-2-19-15,2 0 7 0,1 2-2 0,3-3-7 16,1 7 4-16,-2-1-9 0,-1 7-2 0,-3 0-3 0,3 4 3 16,-5 3-6-16,-1 0-4 0,3 2-10 15,-3 3 7-15,1 2 2 0,1 5-1 0,-3 1-10 16,3 5 6-16,1-1 6 0,-3 4-3 0,0 1 0 15,-1 2-12-15,-1 6 15 0,-3-7-19 0,5 9-17 16,-6-7-24-16,2 4-31 0,-2-4-52 0,0 2-59 16,0-3-66-16,-2 1-224 0,0-3-527 0,-1-4 234 15</inkml:trace>
  <inkml:trace contextRef="#ctx0" brushRef="#br0" timeOffset="4012.7">8304 2367 69 0,'0'0'238'0,"-3"-16"-10"0,3 16-12 0,0 0-18 16,-5-8-9-16,5 8-10 0,0 0-10 0,-16 16-13 15,8-6-13-15,-1 6-11 0,0 2-10 16,1-1-19-16,1 9-7 0,2-3-9 0,1-5-11 0,4 0-5 16,0 3-8-16,2-5-6 0,2 1-5 15,3-1-2-15,-2-6-6 0,1 3-5 0,2-5-4 0,1 0-13 16,1-2 4-16,-1-2-2 0,2 1 0 0,1-6-7 15,1 1-2-15,-1-4-4 0,0-1-1 0,1-2-1 16,0-3 0-16,-4-3-2 0,1 0 0 0,-4 2 0 16,-1-1 1-16,-1-4-4 0,-3-2-1 15,2 2 1-15,-3-2-3 0,-1 3 0 0,1-4-3 16,-2 1 0-16,1 6 0 0,0-4-2 0,1 3-9 16,-2 2 5-16,2 11-1 0,2-19 1 0,0 10-2 15,-2 9 0-15,8-10-2 0,1 6 5 0,-1 0-3 16,3 3 0-16,3 1 7 0,2 3-3 0,3 3 1 15,-1 2-5-15,5 6 6 0,-2 2 2 0,-4-5 0 16,2 7 0-16,-2-7-1 0,-3 5 2 0,-3-4-1 16,2 2 0-16,-5-4 3 0,-2-1-3 0,-1 3 5 15,1-5-2-15,-3-3 0 0,1 1 3 0,-1 0 18 16,-3-5 15-16,2 8 11 0,-2-8 16 0,0 0 2 16,0 0-7-16,0 0-6 0,0 0 1 0,0 0 1 15,0 0-15-15,0 0 0 0,0 0-7 0,-2-29-2 16,5 17-7-16,3-2-3 0,-1 2-1 0,7-11-5 15,-1 7-1-15,3 1-3 0,0 1-8 0,-3 0 8 16,3 5-10-16,-2 3 2 0,-2-1-4 0,-1 2-1 16,-3 3 4-16,1-1-4 0,-7 3-2 0,14 1 0 15,-7 4 1-15,1 0-2 0,-3 4 3 0,3 1 6 16,0 1-5-16,-5 0 3 0,4 5-4 0,-2 1 2 16,0-1-15-16,-3-4-48 0,4 6-47 0,-2-2-70 15,-1 0-74-15,1 2-241 0,1-3-535 16,2-6 238-16</inkml:trace>
  <inkml:trace contextRef="#ctx0" brushRef="#br0" timeOffset="4170.6">9112 2463 2414 0,'2'-4'94'0,"-2"4"-46"16,1-13-22-16,-1 13-11 0,2-8 3 0,-2 8 5 15,0 0 1-15,2-8-9 0,-2 8-1 0,4-6-3 16,-4 6-5-16,0 0-8 0,18-7-30 0,-6 7-42 15,7-3-76-15,0-1-84 0,1 1-136 0,10-2-400 16,-3-1 178-16</inkml:trace>
  <inkml:trace contextRef="#ctx0" brushRef="#br0" timeOffset="4365.78">9595 2270 298 0,'0'0'293'0,"0"0"-10"0,0 0-20 0,0 0-10 0,-3-10-24 15,3 10-22-15,0 0-21 0,0 0-16 16,0 0-4-16,0 0-15 0,0 0-13 0,-2 31-9 16,0-16-6-16,1 3-16 0,1 0-12 0,-1 0-12 0,0 3 0 15,2 3-19-15,0-5-11 0,-2 0-29 0,3-1-46 16,0 1-63-16,0-2-67 0,2-1-95 16,-3-1-235-16,0-1-523 0,1-5 232 0</inkml:trace>
  <inkml:trace contextRef="#ctx0" brushRef="#br0" timeOffset="4515.74">9487 2091 92 0,'0'0'54'0,"0"0"-39"0,0 0-43 0,0 0-28 16,19 22 13-16</inkml:trace>
  <inkml:trace contextRef="#ctx0" brushRef="#br0" timeOffset="4762.72">9865 2583 239 0,'0'0'300'0,"0"0"-10"0,0 0-13 0,0 0-7 16,-8-21-12-16,8 11-23 0,0 0-18 0,1-2-23 15,4-3-11-15,0-2-10 0,3 1-14 0,1-1-12 16,0-1-12-16,7-2-19 0,-4 3-10 0,-1 1-9 16,1 5-13-16,-4 1-11 0,-1 4-8 0,2 1-14 15,-4 0 2-15,-5 5-10 0,11-2-5 0,-11 2-15 16,0 0 7-16,15 12 1 0,-10 0-4 0,-1 3-3 16,0 2-4-16,-3 2-31 0,4 6-37 0,-4 0-49 15,2-1-62-15,-2-5-83 0,3 0-326 0,-2-1-613 16,5-2 272-16</inkml:trace>
  <inkml:trace contextRef="#ctx0" brushRef="#br0" timeOffset="5079.79">10253 2336 222 0,'-3'-6'317'0,"2"0"-26"0,1 6-40 0,-3-8-26 15,3 8-17-15,0 0-21 0,0 0-18 0,0 0-17 0,0 0-20 16,0 0-9-16,6 29-10 0,0-12-13 0,1 6-5 16,1 2-11-16,-1-2-18 0,-1-5 4 15,1 0-10-15,-1-2-6 0,2-7-5 0,-3 3-5 16,0-3-14-16,1-1 8 0,-3-1-4 0,1 0 4 16,-1-2 12-16,-3-5 19 0,4 5 4 0,-4-5 35 15,4 5 15-15,-4-5-2 0,0 0-16 0,0 0-11 16,0 0-15-16,0 0-6 0,13-22-6 0,-9 12-6 15,0-3-10-15,2 0-6 0,-1-6-30 0,1 0-21 16,1-7-34-16,2 1-38 0,1 1-43 0,0 2-57 16,2-2-58-16,-3 6-88 0,-2 5-227 0,5 1-596 15,-2 1 264-15</inkml:trace>
  <inkml:trace contextRef="#ctx0" brushRef="#br0" timeOffset="5580.83">10652 2469 7 0,'0'0'268'0,"7"0"-5"0,-7 0 0 16,0 0-6-16,11-7-9 0,-6 4-21 0,-5 3-18 15,7-10-20-15,-3 4-15 0,0-1-16 0,0 1-6 16,-3-1-4-16,3-2-10 0,-3 0-13 0,2-4-15 0,-3 13-8 16,0-20-12-16,-3 10 0 0,2-6-11 15,-3 6-7-15,2 0-8 0,-2 0-7 0,0 3-5 0,0-2-11 16,0 4 1-16,-1-1-10 0,5 6 0 15,-11-5-8-15,11 5-2 0,-13 4-7 0,0 1 4 16,0 4-7-16,-1 3-2 0,1 0-6 0,3 0 1 16,0 3 2-16,2 2-3 0,2-3 2 0,2 2 5 15,3-1-11-15,1-3 5 0,2 3-3 0,3 0 0 16,2-2 2-16,-1-2 2 0,4-1-3 0,2 1 4 16,1-4-3-16,2 0 2 0,4 0 1 0,-1-4-7 15,0-1 0-15,0 0 3 0,-4-2 0 0,4 0 1 16,-5-2-1-16,-2 0 1 0,2-1-7 0,-4-3 8 15,1 0-13-15,-1-1 9 0,0-1 1 0,-1-1-1 16,-2 0-19-16,-1-3 21 0,1 1-3 0,0-1 3 16,1-2-6-16,2-1-9 0,0 1 1 0,-2-1-2 15,0 1 0-15,7 0 1 0,-5 2 3 0,0 4-2 16,-4 1-12-16,4 1 9 0,-4 1 3 0,-5 5-3 16,9-5 0-16,-9 5 1 0,0 0 3 15,12 0 1-15,-12 0-2 0,9 10 0 0,-3 0 7 16,-3-2 2-16,-1 5-5 0,4 2 6 0,-6 2-2 0,2-2-1 15,-2-3-12-15,0 4 11 0,0-4-25 16,3 3-38-16,-1-3-49 0,-4 0-76 0,5-2-85 0,-3-10-212 16,-1 15-529-16,1-15 234 0</inkml:trace>
  <inkml:trace contextRef="#ctx0" brushRef="#br0" timeOffset="5831.89">11238 2115 29 0,'3'-9'324'0,"-4"-1"-5"0,1 5-11 0,0 5-24 15,0-10-25-15,0 10-25 0,1-8-30 0,-1 8-19 16,0 0-8-16,0 0 7 0,0 0-11 0,3 35-3 16,-2-16-17-16,0 7-13 0,-1 1-7 0,-1 3-19 15,1-2-2-15,0-2-13 0,-1 2-10 0,1-3-14 16,0 3-5-16,-2-8 0 0,4-2-10 0,-2 1-10 15,0 0-1-15,0-2-10 0,1-2-46 0,0-2-21 16,-1-2-59-16,0-1-44 0,0-10-59 0,1 16-56 16,2-6-60-16,-3-10-212 0,0 0-562 0,0 0 249 15</inkml:trace>
  <inkml:trace contextRef="#ctx0" brushRef="#br0" timeOffset="6096.6">11173 2321 189 0,'0'0'198'0,"-4"-4"-10"16,4 4-10-16,0 0-8 0,0 0-13 0,0 0-14 16,0 0-18-16,18-11-9 0,1 7-10 0,8-1-11 15,2 2-9-15,1 0-11 0,-1 0-8 16,1 0-5-16,-9 2-2 0,6-4-11 0,-8 5-6 16,-2-1-5-16,2 1 2 0,-7 0-10 0,-12 0-4 15,23 0-3-15,-15 1 2 0,-8-1-4 0,17 2 1 16,-12 1 19-16,-5-3 13 0,12 7 6 0,-7 0 14 15,-5-7 0-15,9 14 0 0,-5-5-5 0,-3 3-8 16,3 1-1-16,-2 0-9 0,-2 1-3 0,0 2-3 16,2-3-12-16,-1 2-26 0,-1-3-39 0,1 5-52 15,-1-17-54-15,0 23-77 0,-1-10-221 0,0-1-472 16,1-12 209-16</inkml:trace>
  <inkml:trace contextRef="#ctx0" brushRef="#br0" timeOffset="6483.77">11633 2466 203 0,'0'0'244'0,"0"0"4"16,4-24-9-16,-4 24-19 0,5-18-10 0,-1 5-23 16,2 0-16-16,3-1 0 0,3-1-14 0,-3-1-15 15,3 2-12-15,0 3-12 0,-3 0-5 0,1 4-11 16,1-1-6-16,-3 3-15 0,-8 5-25 0,13-6 5 15,-13 6-2-15,0 0-4 0,22 6-11 16,-11 1-3-16,-6 1-5 0,-1 4-3 0,0 0-2 16,1 5-13-16,0 1 13 0,-3-5-25 0,0 4-11 15,-2 1-29-15,0-1-32 0,-2-1-40 0,0 1-53 16,4-5-54-16,0 1-46 0,-1-2-152 0,-1-11-444 16,10 15 197-16</inkml:trace>
  <inkml:trace contextRef="#ctx0" brushRef="#br0" timeOffset="6996.14">12096 2314 201 0,'-2'-10'267'0,"-1"0"-7"0,3 10 0 0,-9-13-13 16,2 7-17-16,7 6-12 0,-13-6-15 0,3 3-13 16,10 3-19-16,0 0-15 0,-27 10-20 0,17-3-11 15,3 1-12-15,-1-1-16 0,0 4-9 0,2-1-4 16,3 1-11-16,1 1-2 0,2-2-9 0,0-10-6 15,5 20-11-15,0-11-5 0,3-3-7 0,-2-1-2 16,-6-5-6-16,12 8 0 0,-6-5-4 16,-6-3-1-16,14 4 4 0,-14-4-3 0,11 0-9 15,-11 0 4-15,0 0 0 0,12-7 8 0,-12 7-3 16,6-6-3-16,-6 6 4 0,0 0-7 0,7-7 9 16,-7 7-9-16,0 0-2 0,0 0-2 0,8-8-5 0,-8 8-3 15,0 0-5-15,0 0 4 0,0 0 2 0,8 28 6 16,-4-8-3-16,1 9 3 0,-3 4 1 15,0 4-5-15,1 15 8 0,-2-4-11 0,2-4 3 16,-1 3-4-16,-6-11 4 0,3-2 1 0,-2 0-3 16,2-3 3-16,1 0-3 0,-2 0 8 0,0-7-7 15,0-6-12-15,2 8 16 0,-3-8-3 0,3-1 1 16,-1-2 3-16,1-3-4 0,0-12-1 0,-8 22 10 16,3-13 4-16,1 1 0 0,-7-3 0 0,-5 0 3 15,-1 1-1-15,-4-2-5 0,0-4-2 0,-8-4 4 16,0-4-3-16,-2 3 2 0,1-4-6 0,4-2-5 15,2-4 3-15,7 1-9 0,4-2 8 0,1-7-5 16,8-4-6-16,0-3-7 0,12-4-8 0,4 0-4 16,5-14-7-16,12 5-1 0,3-1-6 0,2 1-8 15,4 1 0-15,0 3-6 0,3 6-16 0,0 2-21 16,-12 6-26-16,2 1-31 0,1 1-43 0,1 0-53 16,-1 3-272-16,-3 1-555 0,2-2 245 15</inkml:trace>
  <inkml:trace contextRef="#ctx0" brushRef="#br0" timeOffset="7962.75">12816 2206 42 0,'0'0'269'0,"0"0"-15"0,0 0-17 0,0 0-17 16,0 0-13-16,0 0-18 0,0 0-11 0,0 0-15 0,-25 21-14 15,17-5-8-15,-5 9-7 0,-2-1-12 0,5 0-13 16,5-5-14-16,-6 5-11 0,8-8-5 15,1 3-12-15,0-3-4 0,6 3-2 0,1-4-7 16,2 0-4-16,0-5-5 0,2 0-3 0,7-2-2 16,-1-1-1-16,5-2-3 0,0-1-2 0,11-3 1 15,-4-2-5-15,5-4-1 0,-3-2-9 0,1-4 10 16,-1 0-2-16,-5-2-5 0,2-1-6 0,-11 1 11 0,1-1-16 16,-5-3 4-16,1 0-3 0,-6 2 2 15,-2-4-6-15,-3-1 3 0,-4-6-4 0,-1 6 0 16,-8-2-8-16,3 5-5 0,-6-5-7 0,-1 7 0 15,1 2-1-15,-3 2-4 0,3 3-7 0,-2 3-11 16,-3 3-15-16,2 1-7 0,0 5-16 0,2 1-22 16,-2 5-28-16,2 2-38 0,3-1-36 0,-3 10-31 15,5-3-178-15,4 7-439 0,7-4 193 0</inkml:trace>
  <inkml:trace contextRef="#ctx0" brushRef="#br0" timeOffset="8213.06">13241 2103 211 0,'-4'-11'262'0,"4"0"-2"0,-3 4-6 15,3 7-7-15,-2-10-17 0,2 10-17 0,-2-9-26 16,2 9-15-16,-2-8-27 0,2 8-18 16,0 0 2-16,0 0-10 0,-5 34-4 0,7-7-11 15,-4 7-5-15,4 15-11 0,-4 2-6 0,2-2-9 16,0-1-3-16,0-13-5 0,2 14-9 0,-2-3-5 15,3-11-7-15,1 10-1 0,-2-11-8 0,1 0-2 16,1-3-22-16,-4 0-28 0,2 0-29 0,-2-2-52 16,0-2-43-16,2-1-52 0,-4-7-37 0,2 0-237 0,-2-2-506 15,-2 0 225-15</inkml:trace>
  <inkml:trace contextRef="#ctx0" brushRef="#br0" timeOffset="8446.15">13304 2262 148 0,'18'-7'145'15,"-5"-2"-11"-15,4 3-7 0,-4 3-6 0,-1 0 2 16,-12 3-2-16,23 1-15 0,-23-1-3 16,17 8-9-16,-9 1-4 0,1-2-9 0,-5 4-8 15,2 2-7-15,-6-1-2 0,0 4-4 0,0-3-9 16,-6 2-2-16,2 3-3 0,-5-2-2 0,0 0-8 0,-5-4-18 15,4 1-14-15,-4-2-19 0,1 0-23 0,4-4-37 16,-1-1-37-16,2-2-37 0,-1 2-104 0,9-6-274 16,-19 4 122-16</inkml:trace>
  <inkml:trace contextRef="#ctx0" brushRef="#br0" timeOffset="8580.29">13574 2436 112 0,'0'0'129'0,"25"-4"-18"0,-8 2-13 16,1 2-32-16,4-3-50 0,5-3-59 0,0 5-39 15,3-2-89-15,-1-4 41 0</inkml:trace>
  <inkml:trace contextRef="#ctx0" brushRef="#br0" timeOffset="9144.81">14119 2211 137 0,'0'0'240'0,"-5"-15"-1"0,5 15-10 15,0 0-16-15,0 0-20 0,-4-9-18 16,4 9-16-16,0 0-18 0,0 0-15 0,0 0-7 16,0 0-7-16,0 0-13 0,-17 29-5 0,11-13-8 15,0 1-7-15,-1 2-9 0,-1 0-6 0,0 5-8 16,2-6-2-16,-1 6-7 0,1-5-2 0,1-3-7 15,1 1-4-15,1-5-4 0,-2 0-1 0,1-2-3 16,2 0-1-16,0 2-4 0,1-4-2 0,-3 3-3 16,4-11 4-16,-4 14-5 0,4-14-1 0,0 11-2 15,0-11-2-15,0 0-1 0,-2 12-4 0,2-12 7 16,0 0-2-16,0 0 1 0,-2 9 1 0,2-9-4 16,0 0 9-16,0 0 20 0,0 0 11 0,0 0 6 15,0 0 23-15,0 0-9 0,0 0 3 0,0 0-7 16,0 0-8-16,0 0-3 0,0 0-6 0,0 0-5 15,0 0-3-15,0 0-2 0,0 0-3 0,0 0-4 16,0 0-3-16,0 0-1 0,0 0-6 16,0 0 3-16,0 0-6 0,-3-32-1 0,3 32-5 15,0 0 2-15,0 0-2 0,0 0-4 0,0 0 2 16,0 0-8-16,0 0 0 0,0 0-1 0,0 0 1 0,0 0 2 16,0 0-4-16,0 0 1 0,0 0-4 0,0 0-2 15,0 0 1-15,0 0 5 0,0 0 0 0,0 0-2 16,0 0 4-16,0 0 0 0,0 0-3 15,0 0-3-15,0 0 4 0,0 0-2 0,0 0 6 16,0 0-1-16,0 0-3 0,0 0 3 0,0 0-3 16,0 0 0-16,0 0 0 0,0 0 0 0,0 0-6 15,0 0 4-15,0 0-8 0,0 0-1 0,0 0-8 16,0 0-7-16,0 0 1 0,0 0-20 0,0 0-19 16,0 0-14-16,0 0-25 0,0 0-31 0,0 0-33 15,0 0-27-15,0 0-32 0,0 0-27 0,0 0-17 16,0 0-142-16,0 0-446 0,0 0 197 0</inkml:trace>
  <inkml:trace contextRef="#ctx0" brushRef="#br0" timeOffset="9546.84">14110 2294 174 0,'0'0'235'0,"0"0"-14"0,0 0 4 0,-4-13-13 0,4 13-12 16,0 0-14-16,0 0-20 0,0 0-13 15,0 0-16-15,0 0-11 0,-13-2-8 0,13 2-16 16,-21 22-1-16,10-7-7 0,-7 5-5 0,2 0-15 16,7-2-4-16,-4-1-7 0,3 0-8 0,3 2-2 15,1-2-7-15,2-1-4 0,1 1-7 0,3-2-2 0,0-3-4 16,3 0-1-16,-1-1-4 0,4-1-6 16,-1-4-2-16,4 3-8 0,-2-4-7 0,2-2-5 15,5 1-8-15,-1-6-4 0,-13 2 0 0,25-3-7 16,-14-1 9-16,3-2-3 0,-2 0 7 0,-2 0-3 15,-1-4 2-15,0 0-1 0,1-3 4 0,0 0 4 16,-3-3-4-16,0 2 4 0,-3 2 3 0,0-5 4 16,-2 2 0-16,1-2 3 0,1 8 4 0,-3 1 3 15,-1 8 3-15,2-13 1 0,-2 13-2 0,2-11-4 16,-2 11 0-16,0 0-7 0,0 0 3 0,0 0-2 16,0 0 0-16,0 0-2 0,0 0 1 0,0 0-1 15,2 49 2-15,0-30-2 0,-1 0-23 0,0 4-22 16,0-4-42-16,1 0-45 0,2 0-54 0,3 0-51 15,0-2-169-15,-2 0-435 0,3-4 193 0</inkml:trace>
  <inkml:trace contextRef="#ctx0" brushRef="#br0" timeOffset="10080.02">14442 2469 140 0,'0'0'190'0,"0"0"-8"0,0 0-9 16,0 0-9-16,0 0-11 0,0 0-11 0,5 28-15 16,-5-28-11-16,0 13-14 0,0-13-9 0,0 13-7 15,0-13-11-15,0 10-4 0,0-10-7 0,0 0 4 0,0 10 10 16,0-10 10-16,0 0 17 0,0 0 13 16,0 0 9-16,0 0-12 0,-5 8-6 0,5-8-8 15,0 0-3-15,0 0-12 0,-12-21-2 0,12 21-11 16,-6-20-2-16,6 8-9 0,-2-7-8 0,5 0-6 15,4 1-5-15,3-7 5 0,2-1-19 0,3 0-7 16,1 3-3-16,2-2-2 0,3 8 1 16,-6 6-5-16,-1 0-7 0,1 2 2 0,-4 5-6 0,-1 1-1 15,1 0-2-15,-11 3 0 0,18 9-2 0,-7-2 6 16,-2 1 4-16,4 6-4 0,-4 0 1 0,-2 2-3 16,2-1-2-16,-4-1 2 0,0 2-1 0,-1 0 2 15,0-6-3-15,-2 2 3 0,0-3 1 0,0-1 4 16,-2-8-5-16,1 12 5 0,-1-12 1 0,2 8 2 15,-2-8 0-15,0 0 1 0,0 0 2 0,0 0 0 16,0 0-3-16,0 0-4 0,0 0 0 0,0 0-4 16,0 0 1-16,16-33-6 0,-8 17 6 15,2-1 2-15,-1 0-7 0,9-5-1 0,0-1-1 16,0 4 0-16,0 0 1 0,-3 7-8 0,-2 2-1 16,2 0 9-16,-6 4-13 0,0 3 7 0,-4 0-2 15,-5 3-1-15,17 2-4 0,-17-2 10 0,13 8 3 16,-3 4-5-16,-3 0 3 0,-1 5 3 0,-2 1 3 15,1-1-3-15,-3 1-2 0,0 0-13 0,1 2-20 16,-3-3-35-16,0 1-42 0,0 0-57 0,0-1-80 16,0 0-237-16,-4-6-527 0,4-11 233 0</inkml:trace>
  <inkml:trace contextRef="#ctx0" brushRef="#br0" timeOffset="10329.41">15197 2081 109 0,'3'-17'303'0,"-3"8"5"16,0 9-24-16,0-18-24 0,0 18-29 0,-3-10-24 15,3 10-24-15,0 0-24 0,0 0-7 0,0 0-10 16,0 0 3-16,10 51-4 0,-8-19-9 0,0 13-7 16,-3 4-5-16,2 4-17 0,1 1-2 0,-6 0-20 15,-1 0-1-15,1-3-4 0,-3-2-11 0,0-3-2 16,3-11-10-16,1-1-8 0,1-1-22 15,-2 0-21-15,-2-3-33 0,3-1-23 0,0-4-34 16,0-6-32-16,0-1-43 0,-1-1-40 0,1 0-43 16,1-8-219-16,2-9-504 0,-6 15 223 0</inkml:trace>
  <inkml:trace contextRef="#ctx0" brushRef="#br0" timeOffset="10546.69">15301 2251 68 0,'9'-8'164'16,"-3"-1"-9"-16,3 5-9 0,0-2-7 0,0 5-15 15,-9 1 1-15,18 0-12 0,-18 0-1 0,20 4-8 16,-8 1-14-16,-5 3 3 0,4-1-4 0,-2 3 2 16,-4-1-5-16,-1-2-11 0,-2 1-3 0,-2 5-4 15,0-13-9-15,-4 23-12 0,-3-12-19 0,-2 2-23 16,0-5-26-16,-4 2-37 0,-2 0-43 0,4-6-47 15,-3 1-140-15,-4 4-311 0,6-7 137 16</inkml:trace>
  <inkml:trace contextRef="#ctx0" brushRef="#br0" timeOffset="12962.84">16154 2101 3 0,'-7'-18'198'16,"3"0"1"-16,-1 1-6 0,0 3 0 0,-3-3-14 15,3 7 4-15,1 0 0 0,0 4-10 0,3-1-21 16,1 7-18-16,-5-8-21 0,5 8-10 0,0 0-14 16,0 0-5-16,0 0-2 0,-7 27 2 15,6 0-3-15,-3-1-11 0,4 7-2 0,-5-2-8 0,3 4-7 16,2-2 1-16,-3 2-6 0,2-3-9 0,1-3 0 16,0-2-6-16,0-2-1 0,0-8-8 0,-1 2 2 15,-1-2-5-15,2-5-3 0,0 0 4 0,0-2-5 16,2-3-3-16,-2-7-1 0,-2 11 3 0,4-6 0 15,-2-5 0-15,0 0 0 0,0 11 7 16,0-11 6-16,0 0 7 0,0 0 8 0,0 0 13 16,0 0-4-16,0 0-11 0,0 0-1 0,0 0-10 15,0 0-3-15,0 0-17 0,5-37-2 0,-4 19-5 16,4 1-1-16,0-2-5 0,3 0-2 0,1 1-6 16,2 1-6-16,2 3 1 0,0 1 0 0,1 4-4 15,-2 3-2-15,0 4 2 0,0-1 2 0,2 4 0 16,-1 3 0-16,2 4 6 0,0-1 0 0,-2 6 1 15,2 1 0-15,-3 1 0 0,6 6 1 0,-5 1-10 16,-2-4-21-16,-2 0-14 0,0 5-33 0,-1-5-20 16,-2 1-38-16,0 0-36 0,0 0-26 0,-4 0-207 15,2-2-447-15,-3-1 198 0</inkml:trace>
  <inkml:trace contextRef="#ctx0" brushRef="#br0" timeOffset="13537.34">16617 2292 5 0,'-9'-11'189'0,"1"5"-6"0,1 0-13 15,-1 5-8-15,-3-2-10 0,11 3-3 0,-25 6-16 16,11 2-4-16,-1 4-11 0,1-1-10 16,1 4-12-16,0-1-8 0,4 2-11 0,2-1-6 15,3-4-7-15,3 7-8 0,1-6-8 0,1 2 0 16,4-2-5-16,1 2-1 0,1-5-14 0,2 1-5 15,2-3-6-15,1 1-6 0,2-5-4 0,0 1-9 0,-1-4-2 16,6-3 0-16,-6 2 3 0,-2-1-4 0,-1-2 5 16,2-4 0-16,-5 2 0 0,0-2-1 0,-1 0 10 15,-1-2 1-15,2 0 3 0,-5 0 2 16,1-3 4-16,-3 1-9 0,1 0 5 0,-1 0-1 16,0-1 7-16,-1 2-5 0,0 3 4 0,1 8 2 15,-2-16-4-15,2 11-2 0,0 5-6 0,0 0-2 16,0-10-6-16,0 10 4 0,0 0-1 0,0 0 2 15,0 0-1-15,0 0 6 0,-5 32-7 0,5-21 2 16,0 1-4-16,4 3 0 0,-1-3 0 0,-1 0 1 16,1-1 0-16,2-1 2 0,1 0 2 0,1-1-5 15,0-3 5-15,1-1-2 0,2 0-6 0,2-1 2 16,-3-1-1-16,1-3-5 0,0-2 2 0,0 0-6 16,2-2 2-16,-1-1-1 0,0 0-3 0,-4 0 5 15,3-4-4-15,-2 3 9 0,-4-4-4 0,1 4 3 16,0-5-3-16,-2 2 2 0,-1-3 2 0,2 3-5 15,-4-3 4-15,0 12 2 0,-4-22-3 0,4 22 0 16,0-14 5-16,0 14-5 0,-1-10-2 0,1 10 1 16,0 0-8-16,0 0 2 0,0 0 2 0,0 0-1 15,0 0 7-15,-6-2 4 0,6 2 2 0,0 0 1 16,-8 27-3-16,5-16 2 0,-1 3 1 0,-1 2-1 16,2 1-2-16,0-3 0 0,-1 4 2 0,2-1-4 15,2-2-18-15,-2 2-20 0,4-2-35 16,-2-2-39-16,1 4-48 0,3-5-45 0,-2 0-108 15,6-2-337-15,-2 0 149 0</inkml:trace>
  <inkml:trace contextRef="#ctx0" brushRef="#br0" timeOffset="13996.71">17719 2124 221 0,'-8'-7'243'16,"2"0"-13"-16,-7 2-18 0,1 1-6 0,-4 4-9 16,-3 2-21-16,-2 5-3 0,2 0-14 0,-5 5-18 15,1 1-9-15,6-2-12 0,-3 7-12 0,4-4-10 16,2 7-12-16,6-3-6 0,1-2-7 0,4-3-6 16,2 5-8-16,0-6-11 0,5 3-17 0,2-3-14 15,0-2-20-15,2 0-12 0,2-2-18 0,3-1-6 16,-1-3-5-16,0 0 4 0,0-2 0 0,1-2 6 15,-3-2 3-15,-10 2 9 0,17-7-1 16,-7 2 3-16,-4-2 8 0,-1-3 5 0,0 2 23 0,-3-2-2 16,0 2 0-16,1-2 4 0,-2 3 0 15,3-1 3-15,-4 8-4 0,0-13 6 0,1 8-10 0,-1 5 2 16,3-8-8-16,-3 8-3 0,0 0-4 0,0 0 4 16,0 0-2-16,0 0 2 0,14 29 5 0,-7-4 5 15,0 2 2-15,-1 4-6 0,1 1 4 0,-5 4 0 16,1-2-4-16,-2 1 5 0,-1 1-4 0,-1-3-1 15,-2 2-1-15,-1-5 3 0,-1 0 3 0,-1-2 2 16,-6-2-1-16,-2-2 0 0,-4 1 0 0,-3-3-2 16,-1 2 0-16,-4-5-3 0,2 0-11 15,1-6-2-15,5-2-26 0,-1-4-18 0,5 0-22 16,1-4-43-16,3-3-53 0,10 0-67 0,-18-3-156 16,13-4-418-16,5 7 186 0</inkml:trace>
  <inkml:trace contextRef="#ctx0" brushRef="#br0" timeOffset="14280.21">17862 2366 216 0,'0'0'198'16,"6"7"-10"-16,-6-7-9 0,2 10-16 0,-1-4-15 16,-1-6-16-16,1 12-10 0,2-5-7 0,2-1-14 15,0 3-11-15,1 0-7 0,2-2-11 0,3-2-8 16,1-2 2-16,3 2-8 0,3-1-1 0,0-3-1 15,-1-2-6-15,3-2 2 0,-2-1-7 0,1-1-1 16,0-1-2-16,-5-2 7 0,-2 2 0 0,-2-4 1 16,-2 1 0-16,-3-2-7 0,-4 0-4 0,2-1-5 15,-4-6-3-15,-3 1-3 0,-3 0-2 0,-2-1-12 16,-2 2 2-16,-1 1-8 0,-2 2-6 0,3 2-15 16,-2 0-20-16,0 6-29 0,0-1-26 0,-4 3-38 15,-1 1-24-15,4 3-41 0,1 2-163 0,-2 0-382 16,2 3 170-16</inkml:trace>
  <inkml:trace contextRef="#ctx0" brushRef="#br0" timeOffset="14496.15">18257 2107 1954 0,'4'-13'96'0,"-2"2"-15"0,1 0-42 15,-2 1 34-15,-1 3-3 0,0 7 13 0,0-10-16 16,0 10 1-16,0-9-19 0,0 9 0 0,0 0-9 15,0 0 0-15,0 0 6 0,0 0 6 0,0 0-2 16,0 0 16-16,4 42-5 0,-3-15-5 0,2 0-5 0,-2 6 2 16,4-2-9-16,-2 1 3 0,-2 0-8 0,0-1-11 15,0-1 3-15,2 0-2 0,1-2-21 16,-3-1-39-16,2-3-41 0,-5 1-35 0,5-7-49 16,-2-3-58-16,-2 2-64 0,-3-1-141 0,-2-5-454 15,1-3 202-15</inkml:trace>
  <inkml:trace contextRef="#ctx0" brushRef="#br0" timeOffset="14662.87">18082 2306 87 0,'17'-8'155'0,"-5"8"-15"0,6-6-15 15,4 3-21-15,7 1-23 0,6-2-36 0,4 4-24 16,14-5-45-16,-2 2-40 0,4 2-48 0,-4 0-121 15,-12-1 54-15</inkml:trace>
  <inkml:trace contextRef="#ctx0" brushRef="#br0" timeOffset="14997.01">18870 2223 171 0,'0'0'161'16,"1"-12"7"-16,-1 12-4 0,0 0-3 0,-11-10-16 15,11 10-8-15,-12-4-3 0,12 4-9 0,-17 4-4 0,4 1-7 16,-1 5-20-16,1 4 0 0,0-1-5 15,-5 6-7-15,7-3-10 0,-3 7-5 0,6-7-8 16,-1 1-6-16,4 0-2 0,2-2-10 0,0-2 1 16,3 2-7-16,3-4-3 0,1-2-1 0,3 1-3 15,0-2-5-15,2-3-5 0,4 1-3 0,0-3-16 16,6-5 0-16,-2 1-2 0,1-1 1 0,1-2 0 16,-4-1 0-16,-1 0 5 0,-4-1 5 0,1-2 2 15,-1 0 7-15,-1-3-1 0,-2 2 7 0,-1-3 1 16,-1 3 2-16,0-3 8 0,-2 1 4 0,1 1 9 15,-2 0-1-15,-2 10 9 0,4-9-15 0,-4 9-1 16,0 0-2-16,3-8-11 0,-3 8-5 0,0 0-1 16,0 0-3-16,0 0-2 0,0 0-4 0,0 0 4 15,0 0-7-15,2 35 7 0,-2-22-4 0,1-1-18 16,0 3-30-16,3 0-36 0,1 2-51 0,4-1-68 16,0-2-70-16,1-3-146 0,6 0-441 0,-4-3 196 15</inkml:trace>
  <inkml:trace contextRef="#ctx0" brushRef="#br0" timeOffset="15446.33">19719 2194 1 0,'-4'-7'289'0,"-2"0"-18"0,6 7-15 0,-12-10-18 16,2 8-15-16,10 2-19 0,-22 0-17 0,6 6-18 15,3-1-18-15,-4 1-13 0,8 3-16 0,-2-1-13 16,-2 4-5-16,5-2-16 0,3-1-6 0,0 1-3 16,5 2-23-16,1-1-15 0,4-1-11 0,0-2-23 15,4 1-12-15,2-2-14 0,1-2-5 0,-3-1 3 16,5-2-3-16,-2-1-2 0,0 1 8 0,-12-2-4 16,19-3 10-16,-9 1-4 0,-1-2 1 0,-9 4 4 15,11-7 1-15,-7 1 3 0,-4 6 3 16,9-9 5-16,-9 9 0 0,5-7 3 0,-5 7-3 0,0 0-2 15,7-6-2-15,-7 6-5 0,0 0 3 0,0 0 3 16,11 19 1-16,-7-2 9 0,1 8 2 0,0 4-3 16,-1 5 1-16,0 15-1 0,-2-1 0 0,0 0-2 15,0-12 3-15,-2-1-1 0,0-2-2 0,-1-1 2 16,0 1-1-16,1-2-3 0,-2-4 2 0,0 1 1 16,-2-3 2-16,0-6 4 0,-2 5 7 15,1-10 2-15,-3 2 12 0,-2-1-2 0,-4-3 7 16,-4 5-3-16,-1-7-1 0,1 0-3 0,-9-1-5 15,9-2 1-15,-1-5-1 0,2 2-6 0,-3-4-9 16,2-3-26-16,5 0-44 0,-2-5-59 0,-1-4-60 0,2-2-58 16,0 0-175-16,0-10-444 0,4-2 196 15</inkml:trace>
  <inkml:trace contextRef="#ctx0" brushRef="#br0" timeOffset="16301.8">20192 2141 184 0,'-16'-12'206'0,"16"12"-8"15,-26 9-4-15,9-1-11 0,-7 7-5 0,-3 2-7 16,3-1-19-16,3 1-14 0,4-4-20 16,3 1-5-16,0 0-13 0,4 2-6 0,2-3-11 15,3 0-6-15,3-1-12 0,-1-1-1 0,5 0-8 0,3-1-9 16,1 0-5-16,2-3-5 0,2 2-4 0,1-4-12 15,2-2-1-15,5-2-1 0,-1-1-2 0,0-2-3 16,0 0-6-16,0-5 6 0,-4 2 3 0,-2 0 3 16,-2-2-1-16,-1 0 6 0,-2-2 4 15,2-1 13-15,-8 10 14 0,7-18-5 0,-1 9 1 16,-6 1-1-16,1-2-7 0,-1 10-2 0,-1-21-6 16,1 21 3-16,-2-11-3 0,2 11-1 0,-2-9-6 15,2 9-1-15,0 0-9 0,0 0-1 0,-3-10-6 16,3 10 1-16,0 0-2 0,0 0 2 0,0 0 1 15,0 0 6-15,-14 29-8 0,13-19-4 0,1 2-1 16,0-12 1-16,2 23 0 0,3-14-4 0,0 2 5 16,2 0-1-16,2-3-1 0,6 3-1 0,-5-5 6 15,3-2-2-15,9 1-2 0,0-3-5 0,7-2-5 16,-7 0 0-16,5-7 1 0,-7 3 0 0,-2 2 5 16,0-4-6-16,0-1 1 0,-7 3 3 0,3-7 0 15,-5 5 0-15,-1-1-2 0,-8 7 2 0,11-19-4 16,-7 11 7-16,0-1-5 0,0 3 6 0,-1-3-4 15,-3 9 4-15,2-17-7 0,-2 17 3 0,1-12 0 16,-1 12 1-16,0-11-2 0,0 11 5 0,0 0-11 16,0-12 3-16,0 12-4 0,0 0-2 0,0 0-3 15,0 0-1-15,0 0 2 0,0 0 1 0,0 0 1 16,0 0 6-16,0 0-9 0,0 0 7 0,0 0 4 16,0 0-4-16,-10 38-4 0,10-31 8 0,0-7-5 15,4 18 5-15,-1-12-4 0,3-1 8 0,0 3-1 16,3-2 1-16,0-3-4 0,1 1 1 0,3-2 2 15,-1 0-1-15,2-2 10 0,-1 1-9 0,-13-1-4 16,24-3 2-16,-14-1 5 0,0 2 0 0,2-2-4 16,-3-1 0-16,-2-1 6 0,1 1-8 15,-8 5 7-15,9-12-4 0,-5 5 6 0,-4 7-2 16,9-12-2-16,-2 4 1 0,-5 1-5 0,-2 7 4 16,3-9-2-16,-3 9 5 0,6-8-7 0,-6 8 2 15,0 0 4-15,0 0-10 0,5-10-3 0,-5 10 5 16,0 0-6-16,0 0-1 0,0 0 7 0,0 0-4 0,0 0 1 15,0 0 0-15,0 0 0 0,0 0 4 0,0 0-3 16,0 0 3-16,0 0 0 0,0 0-2 0,0 0 3 16,0 0 0-16,20 15-1 0,-20-15 4 15,8 1-4-15,-8-1-2 0,11 3-7 0,-11-3 0 16,20 2 3-16,-10-2 0 0,1 2-3 0,-11-2 0 16,17 5 0-16,-6-5 4 0,-2 5-1 0,-9-5-1 15,13 4-2-15,-8 1 1 0,2 1-11 0,-2 0-19 0,-5-6-18 16,6 14-22-16,-6-14-31 0,4 20-36 15,-4-11-48-15,0 3-60 0,-5 2-172 0,-2-4-459 16,7-10 204-16</inkml:trace>
  <inkml:trace contextRef="#ctx0" brushRef="#br0" timeOffset="16483.72">20638 2066 1823 0,'-14'-9'6'0,"-3"1"9"16,7 4-10-16,-2-2-13 0,2 3-21 0,4 1-44 15,0-2-23-15,6 4-21 0,0 0-5 0,-12 1-112 16,12-1-254-16,0 0 112 0</inkml:trace>
  <inkml:trace contextRef="#ctx0" brushRef="#br0" timeOffset="17096.68">21454 2092 2109 0,'0'0'188'0,"0"0"-59"0,0 0-60 16,0 0-19-16,0 0-7 0,0 0-7 0,0 0 2 16,0 0 7-16,0 0 7 0,0 0 3 0,-10 21-1 15,5-10 0-15,-1 3-4 0,-1 0-6 16,1 2-3-16,1 1-1 0,2 1-6 0,3-1-3 15,0-2-3-15,3 1 3 0,4 1-6 0,0-7 0 0,2 6-3 16,6-4 1-16,-2-1-3 0,1-1-6 0,3-3 0 16,3 1-4-16,-2-7-5 0,4 2 1 15,-3-3-7-15,-3-3-2 0,2-1-5 0,-4-2 3 16,-1 0-2-16,-3-2 2 0,-1-1-2 0,-2-6 5 16,-1 3-1-16,-3-3-1 0,-1-2 4 0,-4-1-1 15,-5 0-4-15,0-8 5 0,-2 3 5 0,-3 0-3 16,2 7 7-16,-4-9-4 0,0 10 7 0,-4-3-7 15,3 5 4-15,0 2 5 0,-1 2-1 0,7 3 0 16,-3 0-2-16,4-1-3 0,1 4-2 0,1 0-3 16,6 3 0-16,-9-5-3 0,9 5-1 0,0 0 2 15,0 0-1-15,0 0 1 0,0 0-10 0,0 0 0 16,39 11-5-16,-8-7-5 0,6-2-2 0,-1-1-5 16,1-4-15-16,1 2 1 0,-3-2-2 0,-3-1-2 15,-3-3 6-15,-11 1 3 0,1-2 2 0,-2-1 4 16,-3 0 2-16,-5-4 7 0,1-1-1 0,-1 1 6 15,-3-4 1-15,-2 2 11 0,0-2 6 0,-1 2 8 16,-1 0 2-16,-1 3 15 0,-2 1 6 0,1 11-1 16,0-19 6-16,0 19 0 0,-2-12 0 0,0 7 1 15,2 5-12-15,0 0-7 0,0 0 2 0,0 0 0 16,0 0 6-16,-15 29 0 0,7-3-5 0,-4 7 2 16,3 0-4-16,0 18-4 0,0-2-2 15,1 4 5-15,2 1-7 0,3-1 6 0,-2 2-5 16,1 1 4-16,-1-3-2 0,3 3-6 0,-1-6 3 0,3 0 5 15,-1-5-7-15,2-13-2 0,-1-1 2 0,3-2-2 16,-2-4 0-16,1-6 1 0,2-2-13 0,-3-2-17 16,1-2-19-16,-1-2-36 0,-1-11-39 15,1 15-34-15,-1-15-43 0,0 0-27 0,0 0-60 0,-10 14-162 16,10-14-474-16,0 0 210 0</inkml:trace>
  <inkml:trace contextRef="#ctx0" brushRef="#br0" timeOffset="17279.99">21652 2379 182 0,'0'0'239'15,"7"-9"-23"-15,3 3-22 0,7-3-17 0,3 1-22 16,13 0-9-16,2 2-20 0,1-3-13 0,16 1-4 16,-15 4-15-16,2 2-7 0,0-3-11 0,-3 1-13 15,-2 1-20-15,0-1-36 0,-2 2-45 0,-4-3-66 16,0 2-50-16,-12 2-135 0,-2-1-313 0,-2-1 140 15</inkml:trace>
  <inkml:trace contextRef="#ctx0" brushRef="#br0" timeOffset="19246.57">22837 2030 134 0,'0'0'269'16,"-2"-13"-8"-16,0 8-9 0,2 5-6 0,0 0-15 16,0-12-11-16,0 12-23 0,0 0-20 0,0 0-21 15,0-8-19-15,0 8-16 0,0 0-17 0,0 0-10 16,0 0-2-16,0 0 2 0,-7 36-2 0,-1-13-1 15,3 4-16-15,-2 2-4 0,1-2-7 0,1 5-7 16,-3-1-1-16,4-2-6 0,2 1-4 0,1-1-5 16,-6-2-2-16,6-1-6 0,1 0-3 0,1-7-1 15,2 6-4-15,-2-8-20 0,3 4-15 0,-4-6-31 16,4 2-39-16,-2-1-45 0,1 1-48 0,1-7-41 16,-2 1-41-16,0-1-194 0,-2 0-486 0,0-10 215 15</inkml:trace>
  <inkml:trace contextRef="#ctx0" brushRef="#br0" timeOffset="19579.97">22998 2281 107 0,'3'-6'242'0,"-2"0"-12"0,-1 6-20 0,0 0-8 0,1-10-25 16,-1 10-9-16,0 0-15 0,0 0-8 15,0 0-3-15,0 0-6 0,0 0-6 0,2 25-8 16,-2-14-15-16,0 5-9 0,0 0-12 0,2-1-7 15,1 0-6-15,-1-2-6 0,3 2-7 0,3-4-6 16,-2-2-6-16,3 0 2 0,2 1-11 0,0-4 7 0,1 0-10 16,5-1-1-16,-2-4-8 0,2 0 4 15,-1-5-6-15,2 2 2 0,-3-5 2 0,2 2 0 16,-6-1 3-16,-1-2 8 0,1 2 0 0,-4-5 8 16,1 1-11-16,-2-7-1 0,-1 2-12 0,-3 1 6 15,-4-1-7-15,0-2 8 0,-3-1-16 16,-3 3 0-16,-2-3-2 0,0 3-3 0,-4 1-5 0,-1 2-5 15,0 1-10-15,-2 0-11 0,0 6-11 0,-1 2-17 16,-1 3-21-16,-2 3-27 0,3 2-38 0,-1 5-29 16,-3 5-66-16,7-2-47 0,-4 10-144 0,9-6-456 15,1 1 202-15</inkml:trace>
  <inkml:trace contextRef="#ctx0" brushRef="#br0" timeOffset="19737.48">23592 2576 119 0,'4'2'414'0,"-4"-2"-38"16,5 3-36-16,-5-3-36 0,0 0-24 0,7 6-31 15,-7-6-30-15,0 0-30 0,5 2-44 0,-5-2-73 16,0 0-83-16,0 0-105 0,0 0-108 0,8 2-169 16,-8-2-426-16,0 0 189 0</inkml:trace>
  <inkml:trace contextRef="#ctx0" brushRef="#br0" timeOffset="23096.9">24950 2259 136 0,'-3'-7'260'0,"3"7"-11"0,-4-10-6 16,4 3-17-16,0 7-14 0,-5-7-20 15,5 7-22-15,-2-5-20 0,2 5-17 0,0 0-17 16,0 0-10-16,0 0-6 0,-11 12-2 0,6 4-6 0,-1 3-11 16,-1 8-6-16,-5 2-6 0,0 0-7 15,3-3-5-15,-1 4-6 0,1-2-3 0,3-1-5 0,-3-1 0 16,2-8-3-16,2 2-4 0,-1-5-5 0,2-3-2 15,1 0 0-15,0-2-5 0,0 2 1 16,-1-5-5-16,3 0-1 0,0-1-1 0,1-6-1 16,-4 9-2-16,4-9 3 0,0 0-5 0,-3 8 5 15,3-8 8-15,0 0 4 0,0 0 13 0,0 0 2 16,0 0-12-16,0 0-7 0,0 0 0 0,2-30-7 16,3 13 4-16,-3-7-6 0,8 0-4 0,-2-4-1 0,-1 1-5 15,5-2 3-15,1-5-7 0,-2 4 2 16,3-3-2-16,2-13 3 0,-1 2-2 0,-2 15-9 15,1-2 5-15,0 0-3 0,0 3 1 0,0-1-1 16,-3 4 0-16,3 3 5 0,-7 6-2 0,0 6-2 16,0 0-2-16,-2 3 3 0,-1 0 6 0,-2 2-10 15,-2 5 1-15,7-6-7 0,-7 6 5 0,0 0-4 16,18 11 5-16,-9-1-8 0,3 5 7 0,-1 2 0 16,5 7 9-16,-3-2-10 0,0 3 6 0,0-3-4 15,-3 5 5-15,-2-8 6 0,1 6-6 0,2-2 3 16,-2 1-4-16,0-1 1 0,-4-5 4 0,4 0-5 15,-4-1 5-15,1-1-3 0,-1-1 3 0,0-3 1 16,1 4-4-16,-2-4 0 0,-1-2 0 0,1 1-15 16,-1 0-33-16,2-1-29 0,1-3-29 0,-3 0-46 15,1 2-44-15,0-3-32 0,-4-6-52 0,5 16-148 16,-4-10-461-16,-1-6 204 0</inkml:trace>
  <inkml:trace contextRef="#ctx0" brushRef="#br0" timeOffset="23282.96">24920 2385 180 0,'0'0'162'0,"22"-10"-20"16,-2 8-12-16,11-2-26 0,4-1-20 0,1 0-42 15,2-2-37-15,0 3-49 0,16-2-29 0,-18 3-49 16,-1 1-133-16,4 2 59 0</inkml:trace>
  <inkml:trace contextRef="#ctx0" brushRef="#br0" timeOffset="23546.68">25538 2327 8 0,'0'0'172'16,"0"0"-12"-16,0 0-2 0,0 0 2 0,-18 26-4 16,11-15-3-16,2-1-5 0,1 1-15 0,0 1-2 15,1-1-17-15,-3 1-7 0,4 0-8 0,2-1-13 16,0 1-7-16,0-2-12 0,2-2-3 0,2-1-5 15,1 2-4-15,-1 0-1 0,5-1-7 16,-1-3-2-16,2 0-6 0,-1-1 7 0,1-1-2 16,-2-3 4-16,3 0-1 0,1-2 5 0,-4 0 4 0,-1-2 3 15,2-1 6-15,-1-2-4 0,-2-2-4 0,-2-3-3 16,0 1-4-16,1-3-1 0,-5 1-11 0,-2 1-6 16,0-6-4-16,-3 1 6 0,1 1-11 0,-1-5-11 15,-4 4-13-15,2 2-14 0,-1 1-17 0,1 4-11 16,-3-1-28-16,4 3-28 0,-3 1-33 15,0 3-37-15,9 4-37 0,-15-3-24 0,15 3-129 16,0 0-388-16,-24 10 172 0</inkml:trace>
  <inkml:trace contextRef="#ctx0" brushRef="#br0" timeOffset="23832.6">25830 2274 133 0,'7'-4'269'0,"-7"4"-21"15,0 0-18-15,8-2-18 0,-8 2-19 0,0 0-10 16,0 0-3-16,5 8-9 0,-3-1-12 0,1 4 5 16,-1 1-12-16,-2 5-11 0,0 1-11 0,1 8-9 15,1-2-3-15,-2-5-11 0,1 1-5 0,2 5-10 16,-3-7-7-16,2-2-13 0,-2 4-7 16,0-5-4-16,2 1-2 0,-4-5-12 0,4 0-5 15,-2 0 1-15,2-3-11 0,-2 3 1 0,0-5-3 0,0-6-3 16,2 11-4-16,1-6-2 0,-3-5 1 0,0 7 6 15,0-7-10-15,6 8 0 0,-1-6-9 0,0 1-9 16,6-1-23-16,-1-1-28 0,5-2-35 0,7-1-57 16,2-3-52-16,8-5-69 0,3 1-249 0,0-3-556 15,1-2 246-15</inkml:trace>
  <inkml:trace contextRef="#ctx0" brushRef="#br0" timeOffset="24046.1">26429 2240 91 0,'0'0'299'0,"-8"-1"-31"16,8 1-21-16,0 0-23 0,-9 1-19 16,9-1-22-16,0 0-17 0,0 0-11 0,29-12-25 15,-7 7-10-15,5 2-32 0,2 0-37 0,-2 0-64 16,1-1-56-16,-6 3-83 0,-4 1-42 0,-2 1-107 15,-5-1-324-15,0 3 144 0</inkml:trace>
  <inkml:trace contextRef="#ctx0" brushRef="#br0" timeOffset="24198.12">26432 2389 181 0,'0'0'231'0,"0"0"-10"16,0 0-22-16,0 0-18 0,0 0-15 0,20 2-22 15,-7-5-12-15,8-1-36 0,6-2-50 0,2 2-70 16,3-1-77-16,-1 1-145 0,3-2-266 16,1-1 118-16</inkml:trace>
  <inkml:trace contextRef="#ctx0" brushRef="#br0" timeOffset="26897.18">27645 2057 62 0,'-8'-6'251'0,"8"6"-1"0,-6-4-5 16,6 4-11-16,-9-6-17 0,5 2-11 0,4 4-5 16,-9-4-12-16,9 4-12 0,0 0-9 0,-5-5-6 15,5 5-7-15,0 0-9 0,0 0-3 0,0 0-7 16,-5-5-12-16,5 5-9 0,0 0-14 0,0 0-10 16,0 0-15-16,0 0-9 0,0 0-3 0,15-14-9 15,-3 10-15-15,-2 0 1 0,1 1-5 0,2 0-3 16,-1 2-9-16,-1 2-3 0,2 1-5 0,-1 1-3 15,-1 2-1-15,-2 4-2 0,3 3-2 0,-1 4 4 16,-3 1-10-16,-1 1 0 0,-2 6 5 0,-5 2-3 16,-4-2-4-16,-4 2-1 0,-1 0 1 15,-9-1-2-15,2-2 0 0,-4-1-11 0,2-3-2 16,-6-2-1-16,1-2-11 0,-2-1-1 0,6-4 0 16,-6 1-1-16,6-4 0 0,2-1 0 0,-1 0 2 0,0-1 6 15,4-1 3-15,6-3 2 0,8-1 4 0,-17 0-4 16,17 0 8-16,-13 0 4 0,13 0 4 15,0 0 3-15,-11-5-6 0,11 5 0 0,0 0 2 0,-7-10 1 16,7 10-4-16,0 0 0 0,0 0 2 16,12-18-2-16,-12 18 0 0,10-8 1 0,-5 3-2 15,-5 5-4-15,12-4 3 0,-12 4-2 0,17-1 2 16,-5 2 4-16,-1 2-2 0,2 1 0 0,-1 0-1 16,7 3 6-16,0-1-6 0,1 1-32 0,-2 1-28 15,4-2-52-15,-1-1-53 0,5 3-66 0,1-1-243 16,-6 0-519-16,8-2 230 0</inkml:trace>
  <inkml:trace contextRef="#ctx0" brushRef="#br0" timeOffset="27153.27">28029 2151 2466 0,'2'-10'192'0,"-2"-1"-101"16,0 2-50-16,0 9-10 0,0-11-17 15,0 4 7-15,0 7 7 0,0 0-14 0,-2-12 2 16,2 12-7-16,0 0-7 0,0 0-2 0,0 0 0 16,0 0 0-16,0 0-2 0,0 0 10 0,18 20 2 15,-11-8 2-15,3 2 2 0,3 1-5 0,2 6 6 16,-5-7-5-16,8 5-1 0,-8-4 2 0,6 4 0 16,-3-7-4-16,1 2-20 0,-1-1-29 0,-1 0-39 15,-3-7-47-15,3 3-51 0,-1-2-47 0,-3 0-169 16,1 0-429-16,1-2 190 0</inkml:trace>
  <inkml:trace contextRef="#ctx0" brushRef="#br0" timeOffset="27363.79">28314 2057 145 0,'-2'-8'270'0,"2"8"18"0,-3-11-28 0,3 11-24 0,-2-7-25 16,2 7-25-16,0 0-6 0,0 0-11 0,-24 15-10 15,8 1-14-15,-2 3-10 0,-2 3-10 0,-1 4-25 16,-1 0-2-16,-1-2-6 0,4 6-5 0,-2-2-13 16,4-1-8-16,-2-2-3 0,-1 0-16 15,4-3-32-15,7-5-44 0,0 0-47 0,2-2-59 16,1-4-85-16,2 0-229 0,4-11-486 0,-2 16 215 16</inkml:trace>
  <inkml:trace contextRef="#ctx0" brushRef="#br0" timeOffset="27597.88">28514 2027 123 0,'5'-6'313'0,"-5"6"-30"16,8-8-23-16,-8 8-23 0,5-6-17 0,-5 6-9 15,0 0-5-15,0 0-9 0,0 0-9 0,10 26-16 16,-10-11-9-16,1 3-19 0,0 1-20 15,-1 6 0-15,0-5-29 0,0 6 4 0,0-1-3 16,0 1-13-16,0 1-4 0,2-2-11 0,-2-8-24 0,0 1 5 16,1-1-38-16,2 1-54 0,-3-5-77 15,0 0-60-15,3-2-83 0,-3-11-235 0,2 19-538 16,-2-19 238-16</inkml:trace>
  <inkml:trace contextRef="#ctx0" brushRef="#br0" timeOffset="27896.85">28782 2214 15 0,'0'0'255'0,"0"0"-24"0,0 0-16 16,0 0-20-16,0 0-16 0,10 16-20 0,-10-16-15 16,0 0-14-16,8 12-6 0,-8-12-6 0,10 10 2 15,-10-10-4-15,19 7-3 0,-5-4 0 0,1-3-5 16,-15 0-7-16,26-3 6 0,-13 0 0 15,1-2-3-15,-14 5 1 0,19-5 20 0,-10-1 2 16,-9 6-24-16,13-14 2 0,-6 7-3 0,-2-5-15 0,1 3 0 16,-2-2-13-16,-4 11-3 0,-3-21-6 0,3 21-18 15,-5-23 3-15,0 13-10 0,0 1 0 16,-3-1-10-16,8 10-5 0,-15-13-7 0,7 8-21 0,8 5-19 16,-19-7-24-16,6 6-30 0,0 0-42 15,13 1-38-15,-29 2-52 0,15 0-61 0,3 1-258 16,11-3-570-16,-25 4 253 0</inkml:trace>
  <inkml:trace contextRef="#ctx0" brushRef="#br0" timeOffset="28262.62">29134 1849 61 0,'1'-12'344'0,"-1"12"-21"0,2-10-12 0,-2 10-19 15,0 0-27-15,0-12-37 0,0 12-12 0,0 0-22 16,0 0-22-16,0 0-15 0,0 0-17 0,0 0-19 16,0 0-9-16,0 0-11 0,0 0-10 0,0 0-11 15,0 0-9-15,18 31-1 0,-11-21-12 0,-1 0-1 16,2 1-2-16,2 0-7 0,1 2-2 0,-1-4-6 16,3 2-5-16,-4-2-6 0,2-1-2 0,-1 0-3 15,1 5 0-15,-2-6-4 0,0 2-5 0,0 0 4 16,-2 0-7-16,3 0 2 0,-4-1-6 0,1-1 4 15,-2 2 0-15,-1-2-8 0,-4-7 8 0,6 12-3 16,-4-5 5-16,-2-7 4 0,2 10-1 0,-2-10 0 16,0 0 1-16,-8 17 1 0,3-11-3 15,-4 1 6-15,-5-2-11 0,-4-1-14 0,-9 1-12 0,0-1-17 16,1-4-34-16,-2 3-27 0,1-5-35 16,5 1-35-16,0-3-42 0,2-1-54 0,0-2-261 0,0 2-563 15,5-3 249-15</inkml:trace>
  <inkml:trace contextRef="#ctx0" brushRef="#br0" timeOffset="28462.84">29178 1760 125 0,'8'-7'293'16,"2"0"-8"-16,-1-1-9 0,3 1-8 0,2-3-18 15,2 1-26-15,7-3-17 0,4 3-23 0,0-3-13 16,2 4-13-16,1-1-14 0,-1 6-16 0,-2-4-13 15,-5 2-12-15,-3 1-14 0,0 0-10 0,0 3-12 16,0-3-18-16,-1 2-17 0,-5-1-31 0,1 3-23 16,-4-1-37-16,-10 1-35 0,0 0-51 0,27-2-57 15,-22 2-54-15,-5 0-156 0,0 0-446 0,0 0 198 16</inkml:trace>
  <inkml:trace contextRef="#ctx0" brushRef="#br0" timeOffset="31546.89">8002 3792 219 0,'0'0'237'0,"-1"-11"-12"0,1 11-18 16,-3-10-2-16,3 10-3 0,-2-7-9 0,2 7-15 15,0 0-19-15,-3-8-17 0,3 8-16 0,0 0-18 16,0 0-15-16,0 0-8 0,0 0-7 0,0 0-6 15,0 0-6-15,0 27 8 0,-2-1-4 0,-1 5-7 16,2 1-7-16,-4 2 28 0,2-1-4 0,1 1-11 16,-1-2-4-16,1 1-8 0,0-2-7 0,-3-2-2 15,4 0-5-15,1-3-2 0,-1-1-6 16,1-5-2-16,-3-1-2 0,6 0-7 0,-3-2-14 0,0 1 16 16,1-4-1-16,0 0-19 0,0-2-23 15,2 0-21-15,-2-2-29 0,1 2-32 0,-2-5-22 0,0-7-30 16,1 12-33-16,-1-6-35 0,0-6-27 0,0 8-162 15,0-8-441-15,-4 7 196 0</inkml:trace>
  <inkml:trace contextRef="#ctx0" brushRef="#br0" timeOffset="31946.86">7985 3770 170 0,'8'-8'167'0,"3"1"-10"0,-1-2-10 0,3 3-11 0,2 1-13 15,-2 2-13-15,0 3-5 0,-2-2-12 16,3 2-9-16,-1 3-5 0,0 1-6 0,-3 0-3 0,1 2 2 16,0 2 3-16,-2-1-2 0,-2 4-3 0,-3-1-6 15,4 5 0-15,-8 1-2 0,-3 0-6 16,-3 2-6-16,-3-2 1 0,-5 5-9 0,1-6-8 15,-7 4 2-15,0-2-5 0,4-6-3 0,-1 1 0 16,1-5-1-16,4 1-5 0,-1-2 0 0,3-1-3 16,1-1-1-16,1-1 3 0,2 0-3 0,6-3-4 0,-9 3-1 15,9-3 0-15,-8 3-1 0,8-3 2 0,-5 1-3 16,5-1 1-16,0 0-2 0,-9 3-2 0,9-3-2 16,0 0 4-16,0 0-7 0,0 0-2 15,0 0-5-15,14 9 5 0,-5-6-3 0,0 1 0 16,4 3 0-16,3 2-2 0,0 0 8 0,-1 4-4 15,2-2-3-15,-2 2 2 0,1 2 0 0,0 2-18 16,-2-1-27-16,-1-2-27 0,5 4-36 0,-4-4-36 0,0 1-43 16,-4 2-151-16,-2-1-367 0,0 0 164 15</inkml:trace>
  <inkml:trace contextRef="#ctx0" brushRef="#br0" timeOffset="32463.75">8437 4206 119 0,'0'0'235'0,"0"0"-12"0,0 0-8 15,0 0-12-15,0 0-16 0,0 0-14 0,0 0-18 16,0 0-13-16,0 0-15 0,0 0-14 0,0 0-11 16,0 0-1-16,0 0-6 0,0 0-6 0,-15 15-1 15,10-8-5-15,-3 3-7 0,0 1-1 0,2 0-3 16,-4 2-6-16,3 1-4 0,2-3 4 0,2 1-14 16,1-1-1-16,-2 1-7 0,4-2-1 0,1 2-5 15,-1-1 1-15,0-2-9 0,1 1 0 16,3-2-4-16,3 0-3 0,-1 0-5 0,1-5 3 0,3 2-1 15,-1-1 0-15,2-1-1 0,1 0-5 16,-2-1 1-16,0-2 2 0,3 0-3 0,-3-2 0 16,3-2 0-16,-1 0-3 0,-2-1 2 0,1-2-1 15,-2-2-1-15,-1 3 3 0,-2-3-4 0,4-1 0 16,-3-2 1-16,-2 2-4 0,-2-7 0 0,-2 4 2 16,0-3-4-16,-1 0 0 0,0-1 2 0,-2 5-2 0,-1-4-3 15,-2 0 2-15,0 5-3 0,0 0 1 0,-2 0-5 16,0 0 1-16,-1 2-4 0,-1 1 0 15,-8 1 2-15,6 2-11 0,-3 3-9 0,1-1-5 16,-4 5-10-16,-1 1-16 0,-1 2-17 0,3 1-19 16,-2 2-29-16,1 1-34 0,3 0-52 0,5 1-36 15,-3 1-177-15,5-1-451 0,4-1 199 0</inkml:trace>
  <inkml:trace contextRef="#ctx0" brushRef="#br0" timeOffset="32655.8">8972 4187 2773 0,'0'0'168'15,"14"0"-77"-15,-14 0-45 0,8-3-22 0,-8 3-14 16,7-1-2-16,-7 1 8 0,0 0 2 0,8-1 5 0,-8 1-9 16,0 0-1-16,11-1-1 0,-11 1 0 15,15-4-19-15,-4 1-22 0,1 1-38 0,2 0-44 16,-1 1-58-16,0-1-60 0,-1 2-207 0,-12 0-473 15,20 0 209-15</inkml:trace>
  <inkml:trace contextRef="#ctx0" brushRef="#br0" timeOffset="32803.83">9026 4318 109 0,'0'0'238'0,"-4"3"-18"0,4-3-19 0,0 0-20 16,0 0-17-16,0 0-16 0,0 0-16 0,0 0-20 15,0 0-27-15,23 3-50 0,-9-4-67 0,8-2-81 16,6-3-134-16,4 1-267 0,0-2 117 0</inkml:trace>
  <inkml:trace contextRef="#ctx0" brushRef="#br0" timeOffset="34479.94">10731 4045 4 0,'0'0'130'0,"-8"-5"-3"0,8 5 1 0,0 0-2 16,-9-2 0-16,9 2-7 0,0 0-6 0,-9-3 2 16,9 3 0-16,0 0-13 0,0 0-1 15,-7-2-8-15,7 2-3 0,0 0-9 0,0 0-6 0,0 0-5 16,0 0-9-16,0 0-15 0,0 0 9 0,0 0-8 16,0 0-4-16,0 0-10 0,0 0 0 0,0 0 0 15,0 0-5-15,29 1-1 0,-10-1-1 16,0 1-3-16,2-1 0 0,1-1-5 0,-2 1-3 0,-2 0-1 15,4-1 0-15,-1 0-2 0,-3-1 2 16,-5 2-3-16,-1 0-2 0,-1 0 2 0,-3-2-12 0,-8 2 5 16,12-1 0-16,-5-1 1 0,-7 2-1 15,10 2-2-15,-10-2 4 0,0 0-5 0,9 0 1 16,-9 0-1-16,0 0-3 0,0 0-3 0,9 0 0 0,-9 0 2 16,3 6 3-16,-1 0 4 0,-1 2 12 15,-1 4 10-15,-1 4 13 0,-1 2 0 0,0 1 4 0,2 9 8 16,-5-2-3-16,-3 0 12 0,3 1-1 0,0 1-4 15,-1-2-4-15,-1-1-3 0,4-5-6 0,-1 5-3 16,0-5 0-16,-2-1-9 0,5 0-1 0,-3-1 6 16,2-3-12-16,2-1-2 0,-1-3-3 15,0 5-28-15,-1-3-26 0,0-3-47 0,2-10-49 16,-3 19-58-16,2-12-38 0,1-7-182 0,-4 15-445 0,4-15 197 16</inkml:trace>
  <inkml:trace contextRef="#ctx0" brushRef="#br0" timeOffset="34646.07">10840 4339 92 0,'10'-5'137'0,"6"-1"-15"0,1-1-11 0,5 1-16 15,6 0-20-15,0-2-32 0,3-1-46 0,1 2-30 16,-2-1-74-16,0 2-115 0,0-2 51 0</inkml:trace>
  <inkml:trace contextRef="#ctx0" brushRef="#br0" timeOffset="34963.55">11415 4138 2 0,'5'-4'237'0,"-5"4"-1"0,0 0-5 0,6-5-16 15,-6 5-19-15,0 0-17 0,0 0-19 0,0 0-20 16,0 0-12-16,0 0-17 0,0 0-9 0,0 0-5 15,0 0-9-15,-9 27-5 0,5-14-7 0,-2-1-9 16,2 3-5-16,2 0-8 0,0 1 2 0,2-4-14 16,-2 0-3-16,2 0-2 0,2 0-3 0,3 2-2 15,-1-1-5-15,3-2-4 0,-2-1-1 0,1 0 1 16,3 2-3-16,1 2-1 0,-2-5-8 0,-3 0 3 16,3-1 0-16,-3 2-2 0,4-4-3 0,-5 0 1 15,1 1 1-15,-1-2-2 0,0 1 6 0,-3 0 5 16,0 0-1-16,-1-6 5 0,-4 13-2 0,-2-7 0 15,1-1-3-15,-3 1 3 0,-2 0-15 0,-3 2-10 16,-1-3-16-16,-1 0-8 0,-2-1-15 0,4-3-24 16,0-1-26-16,-2 2-43 0,15-2-54 0,-23-6-42 15,8 0-152-15,-3-1-414 0,4-2 183 0</inkml:trace>
  <inkml:trace contextRef="#ctx0" brushRef="#br0" timeOffset="35130.42">11370 4047 11 0,'18'-9'174'0,"0"1"-16"15,2 1-19-15,7 0-4 0,0 0-23 16,3 0-2-16,1 3-16 0,-2 2-28 0,0 2-61 0,0 0-61 16,3 3-102-16,-14 0-172 0,4 1 77 0</inkml:trace>
  <inkml:trace contextRef="#ctx0" brushRef="#br0" timeOffset="35547.33">11835 4421 2 0,'6'3'237'0,"-6"-3"-2"15,14 1-6-15,-5 1-11 0,5-1-17 0,-1-4-17 16,5-1-15-16,-1 1-16 0,4-1-10 0,-4-3-13 15,0 2-10-15,1 1-4 0,-7-1-6 16,0 0 7-16,-1-1-6 0,-3-2-8 0,1 0-12 16,-3-1-8-16,-2-2-9 0,3-2-6 0,-6-3-9 15,2 4 3-15,-4-4-14 0,2-2-6 0,0 0-2 0,0-1-7 16,0 0 6-16,0-1-16 0,0 2 0 16,2 0 0-16,1 0-6 0,3 0-4 0,-2 6-1 15,2-3-1-15,2 6 0 0,-1 0-2 0,4-3-1 16,2 5-2-16,-1 1-2 0,0 2-1 0,2 1-2 15,4 4 5-15,-4 1-6 0,-1 2 0 0,1 2-1 0,1 4 2 16,-3 3-3-16,-1 1 3 0,-3 1 3 16,-1 3-2-16,-1 1-2 0,-4 0 0 0,0 6 0 15,-4-4 2-15,1-3-1 0,-1-2 2 0,-1 2-3 16,1-5 2-16,0 1-4 0,0-2 1 0,-1-2 3 16,3 1-1-16,-1-1 0 0,1 0-1 0,0-2 4 15,1 2 2-15,-1-3-5 0,5 1 5 0,-1-1-2 0,2 1 4 16,2-3-25-16,4 1-35 0,2-1-44 0,2-3-51 15,6-1-60-15,2 1-50 0,3-2-186 16,-9 0-479-16,9-3 212 0</inkml:trace>
  <inkml:trace contextRef="#ctx0" brushRef="#br0" timeOffset="35719.85">12828 4378 249 0,'0'0'279'0,"0"0"-2"0,0 0-2 0,7 0-22 16,-7 0-21-16,0 0-25 0,0 0-17 0,0 0-26 16,8 3-13-16,-8-3-29 0,0 0-36 0,0 0-46 15,0 0-60-15,0 0-64 0,0 0-67 0,7 1-228 16,-7-1-410-16,0 0 182 0</inkml:trace>
  <inkml:trace contextRef="#ctx0" brushRef="#br0" timeOffset="37397.21">14924 4082 12 0,'-4'-7'190'0,"-2"1"-13"16,3 1-4-16,-7-2-5 0,5 3-3 0,-4 0-6 15,-2 1-4-15,1 3-20 0,-4 3-8 0,-4 0-9 16,-7 9 20-16,2 6-6 0,-4 1-11 0,0 5-9 15,3 1-1-15,-1 0-9 0,5 2-8 0,-3 1-10 16,8-3-12-16,1 2-5 0,2-5-7 0,8-3-5 16,-2 5-3-16,6-5-5 0,0-2-9 0,2-2-5 15,5 2 6-15,1-1-9 0,4 0 2 0,1-2-4 16,12 0-16-16,5 0-20 0,-2 0-36 0,2-4-44 16,1-4-45-16,3-2-54 0,2-2-39 0,-2-2-166 15,-3-1-425-15,2-4 187 0</inkml:trace>
  <inkml:trace contextRef="#ctx0" brushRef="#br0" timeOffset="37780.89">15278 4219 117 0,'-3'-10'198'16,"-1"1"8"-16,-2 0-12 0,-2 5-2 0,-1-1-13 16,-1 2-10-16,-4 5-7 0,-1 2-12 0,-4 3-6 15,-6 6-13-15,2 3-7 0,-2 2-10 16,2 2-11-16,2 0-6 0,2 2-12 0,4-2-10 15,1 1-6-15,5-4-10 0,2-3-3 0,4 2-5 0,1 0-2 16,2-4-8-16,0 0-2 0,4-1-3 0,1-1-1 16,2-1-7-16,2-2-3 0,-2-1-6 0,2 0 0 15,2-1-4-15,0-3 2 0,3-3-5 16,-1 0 3-16,-13 1-1 0,21-4 4 0,-15 2 2 16,-6 2 4-16,13-10-2 0,-4 4 0 0,-4-2 0 15,5 1 6-15,-5-5 0 0,-1 2-2 0,2 0-4 16,-2-3 1-16,0-3 2 0,-2 4 1 0,1-1 2 0,1 2 4 15,-3 1 1-15,0 1-5 0,-1 9-1 0,3-14 2 16,-3 14-6-16,0-11-6 0,0 11 1 0,0 0-6 16,0 0-5-16,0 0-3 0,0 0 1 0,0 0-15 15,0 0 17-15,0 0-1 0,0 0 2 16,11 34-1-16,-7-22 8 0,-1 3-9 0,-1 2-7 16,1-2-13-16,1 2-22 0,1-1-22 0,0 3-40 15,0-2-46-15,0 0-47 0,0-6-62 0,-1 3-223 0,2-3-514 16,2-1 227-16</inkml:trace>
  <inkml:trace contextRef="#ctx0" brushRef="#br0" timeOffset="37996.86">15431 4114 165 0,'2'-18'279'0,"-2"7"4"16,0 2-5-16,0 2-22 0,0 0-23 0,0 7-38 15,-2-10-11-15,2 10-25 0,0 0-15 0,0 0-5 16,0 0-6-16,0 36-11 0,0-9-9 0,0 1-24 16,0 3 2-16,0 1-6 0,0-1-7 0,0 1-18 15,0 1 6-15,2-2-5 0,0 0-28 0,1-4-43 16,0 1-39-16,0-2-44 0,3-7-62 0,2 5-60 16,-2-7-56-16,0-3-139 0,2-1-442 0,-1-3 196 15</inkml:trace>
  <inkml:trace contextRef="#ctx0" brushRef="#br0" timeOffset="38581.75">15761 4274 235 0,'-5'-8'257'0,"0"2"-9"16,0 1-17-16,-1 1-17 0,6 4-11 15,-14 2-8-15,2 1-12 0,-1 7-9 0,-2 4-20 16,2-1-17-16,1 4-13 0,-1 0-14 0,4-1-10 0,3 1-8 15,1 0-13-15,3-1-8 0,4 1-4 0,2 1-7 16,1-3-19-16,1-5-22 0,2 2-35 16,3 1-27-16,5-2-37 0,-2-4-28 0,1 0-20 15,4-3-22-15,2-3-11 0,1-2-1 0,-2-1 4 16,-2-3 18-16,2 0 10 0,-3-2 16 0,-1 0 22 16,-3-4 30-16,-4 4 24 0,-1-3 17 0,0-1 29 15,-1-3 20-15,-2 3 14 0,0-6 16 0,-3 2 5 0,-1 1 13 16,-1-1 20-16,0 4 0 0,0 0 19 15,0 1 4-15,1 4 4 0,-1 6-10 0,0-11-9 16,0 11-14-16,0 0-19 0,2-8-2 0,-2 8 2 16,0 0-2-16,0 0 5 0,0 0-2 0,0 0-5 15,-3 33-4-15,4-22-17 0,-1 3 3 0,2 0-3 16,-1 0-6-16,3-4-6 0,0 2 6 0,1 0-9 0,0 0-1 16,0-2 0-16,1-1-21 0,-1 1-10 15,3-3-13-15,1-1-14 0,0-2-12 0,1-2-4 16,2 1-5-16,-12-3 4 0,16 0-3 0,-16 0 6 15,21-9 0-15,-12 5 3 0,1-2 7 0,-1-4 1 16,-1 4 11-16,-2-4 15 0,-1 0 2 0,3 0 10 16,-6-2 13-16,1 0 1 0,1 1 8 0,-3-2 14 15,0 3 0-15,0-2 7 0,1 3 5 0,-2 9 8 16,2-13 2-16,-2 13 0 0,2-9-4 0,-2 9-19 16,0 0-2-16,0 0-6 0,0 0-4 0,0 0 7 15,0 0 4-15,0 0-6 0,0 0 1 0,-9 27-5 16,7-14-2-16,0 2-19 0,2 1 15 0,0-5-1 15,0 6-2-15,4-1-18 0,-3-4 17 0,3 2-27 16,1-1-33-16,0-2-39 0,6-3-42 0,-2 1-48 16,7-2-65-16,2-3-59 0,1-2-208 0,-1-3-541 15,2-2 240-15</inkml:trace>
  <inkml:trace contextRef="#ctx0" brushRef="#br0" timeOffset="38781.61">16450 4011 248 0,'-3'-6'301'0,"2"-1"-20"16,1 7-27-16,-3-11-21 0,3 11-26 0,0 0-25 15,0 0 2-15,0 0-2 0,-5 27-8 0,1-3-10 16,-1 6-12-16,3-2-17 0,-1 5-14 0,-1-3-14 16,3 2-6-16,-3 0-10 0,4-2-15 0,-2 0 0 15,3 0-19-15,3-2-40 0,-3-3-57 0,2 2-66 16,-1-3-86-16,6 1-93 0,-4-8-169 0,1-3-491 15,1 1 218-15</inkml:trace>
  <inkml:trace contextRef="#ctx0" brushRef="#br0" timeOffset="39146.28">16759 4293 104 0,'-8'-2'323'0,"-2"-1"-22"15,10 3-13-15,-18 3-18 0,8-1-18 0,-1 4-10 16,2 0-25-16,-1 3-14 0,2-2-30 0,1 4-18 16,1-1-26-16,3 3 1 0,1-2-15 0,2 1-10 0,0-12-6 15,4 22-15-15,-1-12-9 0,4 1-26 0,0-3-19 16,2-1-23-16,2 0-17 0,-1-3-14 16,-3-1-6-16,-7-3-1 0,20 2 4 0,-20-2 6 15,16-4 3-15,-7 1 0 0,-9 3 1 0,13-9 9 16,-7 2 1-16,1-1 6 0,-5 1 9 0,4-2 10 15,-3 0 10-15,1-2 0 0,-4 11 1 0,3-16 15 16,-1 10 4-16,-2 6 5 0,4-12 0 0,-4 12-18 16,4-10 12-16,-4 10-6 0,0 0-18 0,1-9 4 15,-1 9-8-15,0 0 8 0,0 0-6 0,0 0 0 16,0 0-8-16,0 0 7 0,3 34 1 0,-3-24-3 16,1 3-1-16,-2-1 8 0,1 5-25 0,-2-1-39 15,4 0-48-15,-1-3-60 0,2 1-67 0,-1-3-75 16,-2-11-220-16,3 19-549 0,-3-19 244 0</inkml:trace>
  <inkml:trace contextRef="#ctx0" brushRef="#br0" timeOffset="39379.96">17025 4083 227 0,'0'-7'333'0,"0"7"-18"0,1-10-26 15,-1 10-26-15,1-7-25 0,-1 7-25 16,0 0-19-16,0 0-17 0,0 0 2 0,0 0-9 0,-1 39-17 16,-2-20-10-16,3 7-13 0,-2 1 0 0,1 1-31 15,-1-2-8-15,2 1-11 0,2 1 0 0,-1-2-9 16,0 0-6-16,0-1-39 0,1 0-45 0,-1-8-61 16,0 2-56-16,-2-2-56 0,1 1-68 15,-1-3-237-15,-2-4-538 0,3-11 238 0</inkml:trace>
  <inkml:trace contextRef="#ctx0" brushRef="#br0" timeOffset="39535.21">16911 4208 65 0,'10'-6'162'0,"2"2"-23"0,1 2-10 16,1 2-55-16,2 4-42 0,3 3-42 0,-3 1-38 15,-1 4-43-15,-3 4-98 0,-2-2 43 0</inkml:trace>
  <inkml:trace contextRef="#ctx0" brushRef="#br0" timeOffset="39779.86">17141 4431 25 0,'19'-8'195'0,"-7"3"-3"0,3-3-16 15,0-1-9-15,-2-1-11 0,1-2-9 0,2 1-10 16,-2-1-7-16,0-2-8 0,-1 0-13 0,-1 0-4 15,-1-1-4-15,0-1 1 0,-1 1-4 0,-2 0 4 16,-3 4 12-16,-1-1 2 0,0 2 5 0,-2 0-2 16,1 5 0-16,-2-2-3 0,-1 7-5 0,1-11-7 15,-1 11-10-15,0 0-8 0,-11-5-10 0,11 5 4 16,-26 13-10-16,10-1-5 0,-5 5-6 16,-2 0-6-16,5 3-11 0,4-4-2 0,4 0-5 0,1 1-24 15,3 1-28-15,4-1-41 0,4-1-40 0,1 1-42 16,6-2-52-16,12 2-77 0,-6-6-219 0,12-3-526 15,3-1 232-15</inkml:trace>
  <inkml:trace contextRef="#ctx0" brushRef="#br0" timeOffset="40046.11">18045 4109 53 0,'-2'-11'398'0,"2"0"-5"0,0 11-10 0,2-16-10 16,-2 16-20-16,0-8-21 0,0 8-38 0,0 0-28 16,0-10-33-16,0 10-28 0,0 0-21 15,0 0-17-15,0 0-27 0,6 29-3 0,-5-11-11 16,-2 7-20-16,2 0-1 0,2 3-13 0,-3 0-12 16,3-3-4-16,-1 0-3 0,-2-4-10 0,4 3-4 0,-4-1-6 15,1-4-14-15,-1-1-29 0,-1-1-55 0,2 0-64 16,-2 2-72-16,-4-4-52 0,0-1-76 15,1-1-55-15,-7 1-228 0,1-5-642 0,0 0 284 16</inkml:trace>
  <inkml:trace contextRef="#ctx0" brushRef="#br0" timeOffset="40615.71">18048 4238 150 0,'16'-13'183'0,"-5"1"-5"0,1-1 0 15,0 1 0-15,-4 3 8 0,-1 0-6 0,-1-1-12 16,2 0-14-16,-3 1-12 0,1-1 3 0,-1 0 4 16,-2 3 1-16,2-2-6 0,-1 0-8 0,0 2-2 15,-2 1 6-15,1 1-26 0,-1-2-6 0,-2 7-7 16,5-8-8-16,-3 4-8 0,-2 4-12 0,0 0-9 16,2-8-12-16,-2 8-5 0,0 0-8 0,0 0-3 15,0 0-13-15,0 0 8 0,0 0-6 0,4 25 1 16,-5-9-3-16,0-2 2 0,1 4 0 0,0 0-6 15,-3 0-1-15,2 0 1 0,2 0-4 0,-4-1-7 16,2 0 3-16,1 0 5 0,0-1-3 0,0-5 0 16,-1 2-5-16,1-3-8 0,0-1-12 0,0-9-6 15,-1 14-2-15,1-14-2 0,1 10-12 0,-1-10-8 16,0 8 5-16,0-8-11 0,0 0 6 0,2 5 2 16,-2-5 10-16,9 0 2 0,-9 0 2 0,22-4 9 15,-9 2 1-15,1-2 0 0,4 2 5 0,-2-1-2 16,5 0-1-16,-3 1 8 0,-4 3-2 0,3 0 2 15,-2 1 3-15,3 2 3 0,0-1 4 16,1 1 0-16,0-1 2 0,1 2-2 0,-4-4-1 16,3 4 4-16,1-2-1 0,-4 1-3 0,-2-6 3 0,-2 4-4 15,0-2 4-15,1 0 3 0,-13 0-5 0,19-4 4 16,-8 1-6-16,-4 0 5 0,-7 3 3 0,9-10-11 16,-5 5 6-16,-4 5 2 0,6-13 1 0,-6 13-9 15,-1-15 8-15,1 15-4 0,-4-17 0 0,0 7 2 16,-1 0-4-16,5 10 5 0,-6-16 2 0,2 9-6 15,4 7-2-15,-9-10 8 0,4 5 0 16,0 2-3-16,5 3 2 0,-15 3-2 0,8 2 6 0,-3 0-4 16,1 1-7-16,0 4 5 0,-1-1 4 0,2 0-1 15,3 3-3-15,0-2-11 0,2 2-44 16,2-1-67-16,1-11-81 0,5 20-99 0,-5-20-182 16,13 15-518-16,-1-10 229 0</inkml:trace>
  <inkml:trace contextRef="#ctx0" brushRef="#br0" timeOffset="41379.67">19564 4098 53 0,'-2'-6'296'0,"-3"1"-31"0,5 5-24 16,-10-9-12-16,7 6-13 0,3 3-5 0,-10-2-11 15,10 2-21-15,-13 5-7 0,6-2-23 0,-4 4-12 16,3 0-11-16,-5 7-13 0,5 0-3 0,1 1-16 0,2 0-5 16,0 3-16-16,3-2-5 0,2-5-6 15,0 1-10-15,4-1-1 0,1 0-8 0,1-1-5 16,1-2 3-16,3 1-2 0,1-2-5 0,3-1-2 16,2-1 6-16,2-2-7 0,0-1-1 0,3-2 3 15,-1-2-5-15,-1 0 0 0,-1-4 3 0,-5 3 3 0,3-3-8 16,-5-2 2-16,3-1-4 0,-7-1 2 0,1-1-7 15,-1-4 2-15,-2 0-3 0,-4 2 2 16,0-3-7-16,-3 0 2 0,-1-3-11 0,-2 3 4 16,-3-1-2-16,-2 1 2 0,0 2-11 0,-2 1-5 15,2 4-2-15,-1-3-11 0,0 5-17 0,-1 3-24 16,0 2-28-16,-6 4-30 0,2 2-36 0,-5 4-48 16,-4 4-41-16,3 3-247 0,-2 2-531 0,12-1 236 15</inkml:trace>
  <inkml:trace contextRef="#ctx0" brushRef="#br0" timeOffset="41663.56">19962 3953 2139 0,'4'-16'85'16,"-3"-4"-57"-16,-1 1 2 0,0 3 16 0,-1-2 11 15,-1 4 27-15,0 0 10 0,-1 3 0 0,2 3 7 16,0 3 7-16,1 5 5 0,-2-11-6 0,2 11-17 15,-2-9-11-15,2 9-10 0,0 0-8 0,0 0-13 16,0 0-3-16,0 0 9 0,0 0 9 0,2 41-6 16,1-11 4-16,1 5-4 0,0 9-3 0,-2 3-10 15,3 1-4-15,0-3-4 0,-2-10 1 0,-2 1-6 16,0-1 3-16,2 11-9 0,-3-15 3 0,1 1-4 16,0-1-5-16,-3-3 3 0,4 1 12 0,0-2-15 15,-4 2 12-15,2-4-42 0,0-2-37 0,-1-5-45 16,0 2-40-16,0-5-46 0,-2 3-62 0,0-3-49 15,0 3-253-15,-5-3-587 0,3-2 261 0</inkml:trace>
  <inkml:trace contextRef="#ctx0" brushRef="#br0" timeOffset="41913.67">20257 4211 122 0,'4'-11'320'0,"-3"2"-10"15,0 2 7-15,1 1-21 0,-2 6-11 0,3-8-24 16,-3 8-10-16,4-7-26 0,-4 7-24 0,0-8-27 16,0 8-8-16,0 0-5 0,0 0-6 0,0 28-16 15,-4-10-9-15,2 0-11 0,-2 9-14 0,0 1-10 16,1-9-11-16,1 1-7 0,-1 7-5 0,-2-1-12 16,4 0-4-16,0-7 1 0,-2 6-9 0,1-5-12 15,2-2-35-15,1-1-31 0,-1 0-37 0,-1-4-39 16,1 0-44-16,0-1-57 0,0-12-58 0,1 22-34 15,-2-10-235-15,1-12-577 0,-4 17 255 0</inkml:trace>
  <inkml:trace contextRef="#ctx0" brushRef="#br0" timeOffset="42131.38">20268 4069 180 0,'6'-7'171'0,"-3"2"-13"0,4 1-3 0,-7 4-14 16,11-3-12-16,-6 2-13 0,-5 1-6 0,17 4-9 16,-12 0-4-16,4 5-5 0,-3-2 0 0,-2 1-4 15,1 4-5-15,0 0-1 0,-1 2-8 16,-2-2-5-16,-1 2-5 0,-2 3-13 0,-2-1-26 16,-2 2-31-16,1-3-42 0,0-2-75 0,-1 2-48 0,0 1-118 15,0-5-312-15,0 0 139 0</inkml:trace>
  <inkml:trace contextRef="#ctx0" brushRef="#br0" timeOffset="43380.77">21250 4364 250 0,'5'-11'280'0,"0"-3"-10"16,3-4-22-16,-5 2-13 0,1-1-4 0,0 1-15 15,-1-5-15-15,-1 2-14 0,1 0-11 0,0-6-26 16,-2 6-7-16,0 0-23 0,0-7-3 0,1 0-16 16,-5 1-10-16,2 7-12 0,1 0 4 0,-1 2-11 15,-3 2-2-15,1 4 1 0,2 0 5 0,-2 1-20 16,1 1-12-16,-2 1 3 0,0 0-3 0,4 7-8 15,-15-7-3-15,4 7-4 0,-2 2-4 0,0 2-2 16,-6 0-5-16,2 3 0 0,5 0-6 0,3-1 2 16,2 2-2-16,-1 0 6 0,2 1-10 0,3-2-1 15,4 3-1-15,2-1-4 0,5 1-5 0,4 2-3 16,6-4-8-16,0 1-2 0,9-3 7 0,2 0 1 16,0-2-1-16,0-4-4 0,-2 2 5 0,-7-2 1 15,1-2 2-15,-2 2 2 0,-6-2-3 0,-1 1 0 16,-3 0 1-16,-1 2-2 0,-8-1 2 0,13 1-3 15,-13-1 0-15,10 2 0 0,-6 0 0 16,-4-2-2-16,4 8 5 0,-3-2 10 0,0 2-8 0,1 2 6 16,-1 0 1-16,1 1 1 0,0 1-4 0,-1 1 1 15,3-3 0-15,-1 2 1 0,0-1 3 0,2-1-3 16,2-1-1-16,-1 1 1 0,4-3-1 0,2 0 5 16,-1-2-3-16,3-1 0 0,5-1-4 0,-2-1 6 15,2-4 0-15,-1 0-7 0,3 0 13 0,-6-4-17 16,2 0 7-16,-6 0-2 0,4-2 0 0,0-4 2 15,-5 4 0-15,1-4-1 0,-4 3-4 0,-1-3 4 16,2-3-1-16,-3 0 4 0,1-1-3 0,-2-1-9 16,0-1 5-16,-3 3 1 0,2 0 0 0,-3 2 0 15,-2 1 0-15,1-1-6 0,-1 2 4 0,2 3-1 16,0 8 1-16,-3-11-1 0,3 11-3 0,-1-9-1 16,1 9 5-16,-8 0-7 0,8 0 5 0,-14 11 0 15,2 2 0-15,1 2-3 0,0 2 6 16,-2 0-5-16,4-1 11 0,1 1-9 0,3-1-5 0,2-5 8 15,3 3 0-15,3 0 0 0,3 0 9 0,1-2-6 16,3-3-3-16,3 0-5 0,5-3-8 0,3-3-5 16,5-1 1-16,-4-2 1 0,7-3-14 0,-9 0 4 15,7-1-2-15,-7-2 4 0,6-3 0 0,-5 2 2 16,-8-3 11-16,3 1-5 0,-6 0 2 0,1-2 3 16,0-2 5-16,-3 0-2 0,-2 1 5 0,2-3 0 15,-3 0-1-15,0-1 7 0,-2 5-6 0,-2-1 5 16,0-1-1-16,0 3 0 0,-1 2 5 0,2 1 1 15,-2 7-1-15,0-12-3 0,0 12-3 0,0 0-2 16,0 0-2-16,0 0 5 0,0 0 7 0,0 0 1 16,0 0 3-16,-13 29 3 0,8-11 1 0,-1 0-5 15,0 2 1-15,0-1-1 0,-1-1 0 0,4 1-2 16,-2-1 2-16,1-4-3 0,3-4-2 0,-2 2 4 16,2-3-2-16,1-1 1 0,0-8-1 15,2 13 1-15,-2-13-2 0,4 7 8 0,0-3-3 16,-4-4-1-16,17 2 2 0,-7-5-2 0,4 3 3 15,-3-4-3-15,2-1-6 0,4 0 4 0,-2-3-2 16,-1 0-1-16,-4 0 7 0,6-4-6 0,-3 2 1 0,0-2-2 16,-4 2-2-16,0-3 4 0,3 1-2 0,-4-3-4 15,-1 2 4-15,0 2 7 0,0 1-14 0,-2 0 7 16,-2 3-3-16,-1 2-2 0,1-1 1 16,-3 6 1-16,4-7-12 0,-4 7 4 0,0 0 0 15,0 0 6-15,0 0 2 0,0 0 9 0,0 0-8 16,-3 27 1-16,1-16 1 0,-2-1-2 0,3-1 1 0,1 2 1 15,0 0-2-15,1-4-1 0,1 2 3 0,2-1 3 16,3 0-2-16,3 0-3 0,-1-4 9 0,2 1-8 16,2-4-6-16,5-1 4 0,-1-1-5 0,-3-1 5 15,0-1-3-15,-1-1 6 0,-2-1-4 16,4-4 3-16,-4 4-2 0,-1-3-1 0,-2 0 1 16,-1 1 2-16,0-3 1 0,-1 2 0 0,-1-2 0 15,0 2 6-15,-2-2 2 0,-2 0-1 0,2 0-5 0,-2 1-1 16,0 3 2-16,-1 6-3 0,2-14 8 15,-1 9 3-15,-1 5-3 0,0-9 8 0,0 9-17 16,0 0 3-16,0 0-7 0,0 0 12 0,0 0-1 16,0 0-2-16,0 0 3 0,-13 22 12 0,6-8-6 15,4-2-5-15,-5 4-1 0,0 0-2 0,1 0-2 0,1-1-20 16,3-3-31-16,-2 4-48 0,1-3-48 16,0 3-67-16,3-2-69 0,-3 0-228 0,3-3-545 15,-1-2 242-15</inkml:trace>
  <inkml:trace contextRef="#ctx0" brushRef="#br0" timeOffset="43556.13">22208 3785 166 0,'-5'-6'132'0,"5"6"-18"15,0 0-39-15,0 0-28 0,0 0-41 16,0 0-48-16,23 25-41 0,-7-17-91 0,4-1 41 16</inkml:trace>
  <inkml:trace contextRef="#ctx0" brushRef="#br0" timeOffset="43800.21">22707 3795 30 0,'0'0'282'0,"4"-6"-1"15,-4 6-9-15,0 0-6 0,6-6-19 0,-6 6-21 16,0 0-27-16,0 0-24 0,4-5-20 0,-4 5-23 16,0 0-7-16,5 17 7 0,-4-8-8 0,1 6-10 15,-1 3-1-15,-1 0 0 0,1 1-16 0,-1 8-8 16,-1 0 0-16,1 0-6 0,-1 0-4 0,-1-3-10 16,0 3-5-16,0-3-20 0,1-3 4 0,-2-3-2 15,3 0-17-15,0-1-22 0,0-1-26 0,-1 0-43 16,0-4-40-16,0 1-47 0,-1 0-42 15,0-4-44-15,1 2-31 0,-1-4-185 0,-1 2-490 0,-1-3 217 16</inkml:trace>
  <inkml:trace contextRef="#ctx0" brushRef="#br0" timeOffset="44229.97">22562 3997 53 0,'9'-6'149'15,"2"0"-8"-15,5 0-11 0,1 0-12 0,6 1-13 16,6-2-12-16,3 1-7 0,1 2-14 0,2-1-5 16,-1 1-1-16,-3 0-11 0,1 2-4 0,-5-2-5 15,-7 2-2-15,2 2-7 0,-5-3-2 0,-2 3-1 16,-5-2 0-16,-2 1 16 0,-2 0 24 0,-6 1 22 16,10 0 12-16,-10 0 2 0,0 0-6 0,11 1-2 15,-11-1-8-15,0 0-4 0,0 0 4 0,-16 15-6 16,4-3-1-16,-1 2 0 0,-1-1 0 0,2 0-8 15,-3 0-5-15,2 0-7 0,2 2-12 0,0-1 1 16,5-3-9-16,0-2-3 0,3 3 2 0,0-1-10 16,2 0 1-16,0-1-7 0,2-1-1 0,2-1 3 15,1-2-9-15,1-1-6 0,2-2-4 0,2 2-4 16,-1-3-4-16,1-2-1 0,2 2-1 0,1-4-4 16,-2 0 3-16,2-1 0 0,-2 0 0 0,-1-3-2 15,0 1-2-15,-2-1 4 0,2 0-1 0,-2 0 0 16,2-3-2-16,-3 2 0 0,1 0 0 0,-2 1-1 15,0 2 5-15,-1-1-6 0,-4 5 3 0,7-5-2 16,-7 5-1-16,7-5-6 0,-7 5 0 0,0 0 5 16,0 0-3-16,0 0-27 0,11 11-28 0,-8-6-36 15,3 4-41-15,-3 1-42 0,-1-1-42 0,1 1-39 16,-2 2-132-16,2 0-426 0,-1-1 188 0</inkml:trace>
  <inkml:trace contextRef="#ctx0" brushRef="#br0" timeOffset="44430.82">23187 4120 159 0,'4'-10'219'0,"1"0"-5"0,0-1 2 15,3 0-12-15,-3 1-10 0,3-1-9 0,-2 4-14 16,1-3-11-16,-1 5-12 0,-2 0-8 0,0 0-16 16,-4 5-12-16,5-5-12 0,-5 5-14 0,6-3-8 15,-6 3-5-15,0 0-4 0,10 10-10 0,-7-5-8 16,1 4-1-16,0 1-8 0,-1-1-22 0,0 2-34 15,0-3-35-15,0 5-55 0,-1-3-44 0,4 0-57 16,-3 1-188-16,-2-3-425 0,-1-8 188 0</inkml:trace>
  <inkml:trace contextRef="#ctx0" brushRef="#br0" timeOffset="44835.75">23594 3938 168 0,'0'0'250'0,"0"0"-10"0,0-10-19 0,0 10-12 16,0 0-6-16,0 0-8 0,0 0-9 0,-27 18-17 15,18-11-15-15,-3 6-13 0,1 3-14 0,3-1-9 16,2 3-10-16,1-3-16 0,2 2-3 16,3 0-11-16,4 0-7 0,1-3-2 0,4 1-5 0,3-2-8 15,4-2-3-15,10 1-2 0,6-5-6 16,-2-4-4-16,1 0-1 0,1-3-8 0,-1-3-5 0,-2-3-1 15,-1 3-5-15,-1-6 2 0,-6 2-3 0,-2-1 1 16,0-1-6-16,-4-1 1 0,-1-3 1 16,0 0-6-16,-2-2 1 0,0-1 0 0,-1-1-3 15,-5 0-1-15,1-1 6 0,-1 0-1 0,-4 1-2 16,1 4 2-16,-3 3 3 0,-1 3 6 0,1 7-7 16,-3-13-1-16,-1 6-5 0,4 7-4 0,-14-2 5 0,4 4 2 15,-9 3 1-15,2 7 3 0,-1-1 1 0,-4 7-4 16,3 0-9-16,2 3 5 0,8-5 3 15,0 1-5-15,4 1 4 0,5 2-2 0,0 5-21 16,7-10-27-16,2 0-54 0,2-2-65 0,8-1-82 16,9-2-77-16,-1 0-169 0,2-4-526 0,0-4 233 15</inkml:trace>
  <inkml:trace contextRef="#ctx0" brushRef="#br0" timeOffset="47746.89">25003 4032 108 0,'-4'-2'182'0,"4"2"-7"0,-11-7-15 0,11 7-7 15,-8-2-18-15,8 2-16 0,0 0-12 0,-6-1-9 16,6 1-15-16,0 0-7 0,-10 5-4 0,10-5-12 16,-9 9-5-16,8-3-8 0,1-6 1 0,-2 10-7 15,2-10-9-15,2 9 2 0,-2-9-3 0,1 11 3 16,-1-11 4-16,5 8 0 0,0-7 2 0,-5-1 2 16,9 6 5-16,-9-6 1 0,6 3 7 0,-6-3 0 15,8 1 3-15,-8-1-2 0,11 0 1 0,-11 0 3 16,8-4-8-16,-8 4 25 0,8-10-5 15,-2 3-10-15,-1-2-10 0,-2 0-13 0,1-3-2 0,-2 1-4 16,0-5-1-16,-2 4-18 0,0 0 1 0,-2-5 0 16,0 7-4-16,0-1-2 0,-1 0 1 0,-1 0-2 15,-4 3 1-15,6-1-2 0,-4 5-3 0,1-2-3 16,1 1 0-16,-2-1-2 0,6 6 0 0,-8-5-1 16,3 2 0-16,5 3-3 0,0 0-1 0,-6-6-2 15,6 6-1-15,0 0-1 0,0 0 1 0,0 0 2 16,0 0 0-16,0 0 0 0,0 0 2 0,23-9-1 15,-12 9 1-15,2-2 0 0,8-5-2 0,-1 3 2 16,-3-2 0-16,4-3 2 0,-1 1-3 0,-4 1 3 16,2-2 0-16,-4-1 3 0,-3 2 1 0,-3 0 1 15,0-1 5-15,0 3 0 0,-4-1 5 0,3-2 0 16,-2-1 5-16,-1 2 7 0,-1-1-4 0,-2 0-1 16,0 2 5-16,1-2 8 0,-2 9 19 15,2-10 1-15,-2 10 1 0,0-10-10 0,0 10-5 0,0 0-8 16,0-7-6-16,0 7-9 0,0 0 2 0,0 0-1 15,0 0 10-15,-8 35-1 0,6-8-6 16,-3 6 3-16,-2 11 2 0,2-8-2 0,-4 12 3 16,7-12-5-16,-2-1-1 0,4 0-15 0,0 0 12 15,0 1 0-15,0-2-4 0,4 2 0 0,-2-2-1 16,5-5-24-16,-1 3-38 0,0-3-43 0,0-3-52 0,-1-1-66 16,1-8-63-16,-5 9-205 0,3-11-519 0,1-1 231 15</inkml:trace>
  <inkml:trace contextRef="#ctx0" brushRef="#br0" timeOffset="47912.9">25352 4030 105 0,'4'-6'205'0,"7"2"-25"0,1-2-34 16,8-3-28-16,7 0-41 0,2 1-50 0,2 2-67 15,3-2-97-15,0 3-147 0,2-1 65 0</inkml:trace>
  <inkml:trace contextRef="#ctx0" brushRef="#br0" timeOffset="48131.55">26046 3704 146 0,'0'0'285'16,"0"-11"-10"-16,0 11-28 0,0-8-24 0,0 8-28 15,0 0-25-15,0 0-21 0,0 0-11 0,0 0 2 16,0 0-3-16,7 38-15 0,-3-12-8 0,-4 4-11 16,2 3-4-16,-2 2-6 0,0 10-11 0,0-12-9 15,0-2 2-15,0 1-9 0,2-2-11 0,-2 1-2 16,2-2-6-16,-2-6-6 0,0 1-33 0,0-6-33 16,0-2-44-16,0-3-45 0,0-2-50 0,2-5-45 15,-4 3-218-15,-2-1-460 0,4-8 204 0</inkml:trace>
  <inkml:trace contextRef="#ctx0" brushRef="#br0" timeOffset="48663.06">26054 3989 64 0,'5'-9'148'0,"3"-1"-10"0,2-3-6 0,-1 0-2 16,2 1-10-16,-3 3-9 0,2-5-1 0,-1 5-2 15,-1 1-10-15,0-2 1 0,-1 0-14 16,1 0-5-16,0 0 1 0,-2 0 0 0,1 1 1 15,-3-1-5-15,0 1-4 0,1 4-4 0,-5-2-5 0,2 0-7 16,3 1 2-16,0 0-11 0,-3 1 1 0,-2 5-2 16,4-8 1-16,-4 8-10 0,3-7 0 15,-3 7-10-15,0 0-6 0,0 0-2 0,0 0-3 0,0 0-3 16,0 0 0-16,0 0 1 0,2 28 4 16,-4-14-4-16,1 4 0 0,-1 2-3 0,0 0 1 15,0 5-3-15,-5-6-4 0,0-2 4 0,1 0-2 0,3-1 1 16,1-4-5-16,-5 2 8 0,5-4-4 0,2-1-1 15,-2-1-1-15,0-2-3 0,2-6 0 0,-2 9-8 16,2-9-5-16,-3 8-2 0,3-8-3 0,0 0 4 16,0 0-1-16,5 10 0 0,-3-4-1 15,-2-6 4-15,11 3 1 0,-2 1 3 0,3-1 2 16,-1-2 2-16,0 2 1 0,2 0 2 0,0 1 2 0,6-3-1 16,1 1-2-16,-4-2 2 0,2 0 4 0,1-3 1 15,0 1 2-15,0-2-1 0,0 0 3 16,-1-1 2-16,-3 0 0 0,0-3 8 0,-3 3 6 15,-1-2 6-15,-1 0-2 0,-1 1 1 0,-1 0 11 16,-5 0 3-16,6-1 1 0,-6-2 0 0,-1 3-4 16,2 1 0-16,-4 5 3 0,0-13-5 0,0 5-2 15,0 8-4-15,-4-11-13 0,4 11 0 0,-5-8-4 16,5 8-1-16,-9-5-3 0,9 5-2 0,-9 1-6 16,9-1-1-16,-17 9 0 0,9-1-9 0,-5 4-16 15,1-1-12-15,1 2-29 0,3 2-39 0,1 0-42 16,5 1-57-16,-3 0-57 0,3 1-163 0,3 0-454 15,2-2 201-15</inkml:trace>
  <inkml:trace contextRef="#ctx0" brushRef="#br0" timeOffset="49212.74">27288 3943 251 0,'-1'-6'296'15,"1"6"-18"-15,0 0-26 0,-6-5-25 0,6 5-21 16,0 0-23-16,0 0-21 0,0 0-22 0,0 0-12 0,0 0-16 16,0 0-7-16,0 0-13 0,5 23-9 15,-3-10-7-15,-2 2-8 0,2 3-6 0,0-6-4 16,0-1-6-16,-2 4-5 0,2-3-4 0,0-3-3 16,-2-1-3-16,2-1-1 0,-2-7 1 0,0 10-2 15,0-10-4-15,1 8 3 0,-1-8-1 0,0 0 19 0,0 0 6 16,0 7 18-16,0-7 10 0,0 0 13 0,0 0-26 15,0 0-2-15,0 0-11 0,0 0-6 16,5-26-9-16,-5 15-2 0,8-3-14 0,-1-5 1 16,7-4-10-16,2 1-2 0,2-2-2 0,-1-1-9 15,4-1-6-15,-1 4 3 0,4 1-7 0,-3 2 0 16,1 2-2-16,-7 7 0 0,2 1-3 0,-2 1 3 0,-3 2-3 16,-3 3-3-16,2 3 1 0,-2 0 2 15,2 1-5-15,-4 5 2 0,2 3 2 0,-2-1 1 16,1 7 5-16,-1 1 0 0,-1 0-3 0,2 1 2 15,-3 2-1-15,-1-1 5 0,0 1 1 0,-1-1 0 16,0-2-13-16,0 0-39 0,-3 1-19 0,0-2-65 16,2-2-78-16,-2-2-83 0,3 1-229 0,-1-3-567 15,-2-9 252-15</inkml:trace>
  <inkml:trace contextRef="#ctx0" brushRef="#br0" timeOffset="49762.64">27914 3863 111 0,'2'-7'333'0,"-2"7"-40"16,0 0-20-16,0 0-24 0,0 0-19 0,0 0-26 15,0 0-3-15,-18 18-20 0,12-5-23 0,-1-2-15 16,6 1-17-16,-2 5-12 0,3 0-6 0,-3 0-11 16,9-1-14-16,-5-5-2 0,9 5-8 0,-2-6-4 15,1 3-9-15,5-2-4 0,-3-3-5 0,2-1-7 16,-3-1-7-16,3-3-2 0,0-1-4 0,-4 0-6 15,0-2 4-15,-9 0-1 0,14-6 1 0,-6 3-3 16,-5-2-2-16,3 0 0 0,-1-4-3 0,-2 1-2 16,1-2-3-16,-4-1 7 0,0 0-9 0,4-2-1 15,-4-4-21-15,-1 0 17 0,1 2 1 0,1 4 1 16,2-6-3-16,1 5-6 0,-2 0 1 0,3-2-9 16,1 1 0-16,1 4 10 0,-2-1-10 0,3 2 1 15,-3 3-5-15,4 3 2 0,-9 2-11 16,18-2 11-16,-9 8-7 0,2 0 12 0,-2 1-5 0,-2 3 2 15,1 2 6-15,3 0-2 0,-4 5 7 0,-4-6 3 16,6 1-2-16,-4 2 0 0,-1-1 2 0,-3-4 9 16,2-2-3-16,-2-1 1 0,1 0 4 0,-2-6-1 15,2 8-2-15,-2-8 3 0,4 6-4 0,-4-6-1 16,0 0 5-16,0 0-5 0,1 8 8 16,-1-8 4-16,0 0 10 0,0 0-2 0,0 0-8 0,0 0-6 15,0 0-3-15,10-19-2 0,-5 10-8 0,3-1-1 16,0-1-15-16,3-3 18 0,0 3-15 0,0 3 9 15,3-3 0-15,-4 6-3 0,-4 1 3 0,5 0-1 16,-6 2-2-16,1 0-6 0,-6 2 2 0,12-3 3 16,-12 3-4-16,11 4 2 0,-7 1-3 15,1-1 6-15,0 5-3 0,0-2 5 0,1 3-4 0,-3-2 6 16,1 3 1-16,0 0-19 0,-4 1-33 0,4-1-49 16,-3 1-41-16,0 1-59 0,3-4-82 15,-4 3-274-15,0-3-597 0,3-1 264 0</inkml:trace>
  <inkml:trace contextRef="#ctx0" brushRef="#br0" timeOffset="49916.63">28572 3901 263 0,'0'0'320'0,"3"-6"-28"0,-3 6-22 0,0 0-28 15,2-8-25-15,-2 8-22 0,10-5-25 0,-5 1-25 16,5 1-41-16,0 0-50 0,2 0-65 0,2-1-86 15,1 1-89-15,4-3-144 0,-1 2-357 0,0 2 158 16</inkml:trace>
  <inkml:trace contextRef="#ctx0" brushRef="#br0" timeOffset="50112.99">28893 3702 247 0,'3'-5'323'0,"-3"5"-31"16,0 0-22-16,0 0-31 0,0 0-28 0,0 0-5 15,0 0-9-15,0 0 1 0,0 0-16 0,0 26-18 16,-3-15-8-16,3 5-28 0,-1 2 3 0,-2-1-14 16,1 2-5-16,2 0-19 0,0 0-12 0,0 1-39 15,0-4-55-15,0 2-69 0,0 0-71 0,0-7-83 16,0 2-249-16,4-4-524 0,-3 1 232 0</inkml:trace>
  <inkml:trace contextRef="#ctx0" brushRef="#br0" timeOffset="50270.47">28889 3492 83 0,'0'0'163'0,"0"0"-41"0,0 0-28 15,0 0-14-15,0 0-62 0,0 0-47 0,17 32-60 16,-11-14-96-16,3 5 43 0</inkml:trace>
  <inkml:trace contextRef="#ctx0" brushRef="#br0" timeOffset="50518.23">29068 3896 36 0,'0'0'325'0,"0"0"-18"16,0 0-13-16,0 0-14 0,0 0-13 15,0 0-11-15,0 0-18 0,0 0-10 0,0 0-32 16,0 0-14-16,13-25-21 0,-3 16-18 0,3-3-9 15,1-4-14-15,3 3-6 0,6-3-28 0,-8 6 6 16,0-2-5-16,0 4-15 0,-4 3-2 0,-1-1-7 16,-2 2-11-16,0 3-4 0,1 1-4 0,-9 0-4 15,11 5-5-15,-4-1-7 0,-2 1-6 0,3 1 4 16,-2 7-6-16,-4 0 10 0,0-1-10 0,0 4-5 16,-2-1 0-16,-1 1-29 0,0-5-53 0,-1 3-63 15,-2 0-80-15,3 0-94 0,-4-4-267 0,-1-1-617 16,4-1 273-16</inkml:trace>
  <inkml:trace contextRef="#ctx0" brushRef="#br0" timeOffset="50846.67">29416 3724 204 0,'3'-9'346'0,"-3"9"-41"0,2-5-34 0,-2 5-29 15,0 0-27-15,0 0-20 0,0 0-20 0,9 17-6 16,-6-5-11-16,3 6-19 0,2 6-8 0,1 0-7 16,1 0-19-16,-4-6-7 0,7 2-8 0,-4-3-3 15,-3-1-19-15,-1-2-6 0,2-3-3 0,-2 1-4 16,0-3-7-16,0-2-7 0,-2 0 2 0,-2-2-3 16,-1-5 26-16,0 0 29 0,6 9 31 15,-6-9 16-15,0 0-5 0,0 0-11 0,0 0-12 0,0 0-12 16,18-24-6-16,-14 13-13 0,3-3 4 0,-4-3-4 15,3-2-12-15,5-3-6 0,-5-4-14 16,2 2-1-16,0 0-8 0,1-1-14 0,0-2-22 0,0 1-47 16,3 0-49-16,-1 3-9 0,-2 6-42 0,2 1-53 15,-3 7-49-15,-2-2-58 0,3 1-53 16,-3 5-243-16,-2 2-645 0,1 0 285 0</inkml:trace>
  <inkml:trace contextRef="#ctx0" brushRef="#br0" timeOffset="51350.21">29771 3824 2 0,'4'3'237'0,"0"-1"8"0,-4-2 6 16,8 1-8-16,-8-1-11 0,10 1-15 15,-10-1-5-15,11-2-12 0,-4 0-9 0,-1-4-12 16,-1 2-16-16,2-4-13 0,-4 3-6 0,3-4-6 16,-1 1-6-16,-3 2-11 0,1-1-9 0,-2-1-4 0,0-1-12 15,-1 9-2-15,2-12-14 0,-2 4 2 0,0 8-1 16,-3-12-10-16,-1 8-3 0,4 4-4 15,-1-8-3-15,1 8-1 0,0 0-9 0,-6-7-7 16,6 7 2-16,0 0-11 0,0 0-3 0,-27 14 3 16,18-7-8-16,0 3-1 0,-4 0-5 0,7 2-2 15,-2 4-1-15,-1-2-2 0,3 2 1 0,2-1-1 16,-1 1-6-16,3 1 11 0,2-4-4 0,3 3-4 16,1 0 1-16,1-6-4 0,0-1 1 0,5 1-11 15,-3-3 13-15,3 0-5 0,4-2 7 0,1 0-9 16,3-1 0-16,-1 0 1 0,1-3 5 0,-3-2-8 15,0-1-15-15,-2-2 13 0,1 2 2 0,-4-3 1 16,1 1-2-16,0-4-1 0,-2 2 0 0,0-3-1 16,0 0 2-16,-3 0 2 0,2-3-5 0,-1-3-3 15,0-3 5-15,1 4-1 0,-1 0-10 0,0-3 3 16,3 1-7-16,-1 0-9 0,0 3-3 0,-1 4-6 16,0-2-9-16,4 0 20 0,-4 4 7 0,2 0 1 15,-4 3-5-15,1 1 0 0,-1 0-1 0,-6 3-4 16,13 0 7-16,-13 0-1 0,13 6 7 0,-8 1-6 15,-1 1 6-15,1 0-1 0,-3 2 4 0,0 0 3 16,3 6 7-16,-4 1 0 0,-1-1-1 0,-1 0 1 16,1-3-12-16,-2-1-26 0,1 3-40 0,1-3-56 15,0-2-62-15,-1-4-76 0,1-6-74 0,0 14-199 16,0-14-584-16,0 0 259 0</inkml:trace>
  <inkml:trace contextRef="#ctx0" brushRef="#br0" timeOffset="51613.34">30364 3524 258 0,'2'-10'390'16,"-2"1"-20"-16,0 2-24 0,0 7-34 0,1-10-21 16,-1 10-51-16,1-7-10 0,-1 7-31 0,0 0-3 15,0 0-8-15,0 0-8 0,1 40-12 0,-2-15-12 16,0 1-13-16,-2 2-11 0,1 2-6 15,0-1-17-15,2-4-10 0,2 2-12 0,-2 1-2 16,0-1-13-16,0-6 1 0,1 6-13 0,-1-1-4 0,0-7-24 16,1-1-32-16,-1-2-58 0,2 0-23 15,-1-4-48-15,-1-1-57 0,0-11-53 0,-1 19-56 16,-1-11-55-16,2-8-194 0,-4 11-588 0,4-11 260 0</inkml:trace>
  <inkml:trace contextRef="#ctx0" brushRef="#br0" timeOffset="51881.97">30248 3774 193 0,'0'0'226'0,"1"-8"-16"0,-1 8-19 0,7-9-18 0,3 4-12 16,1 2-20-16,3-3-10 0,4 2-16 16,4 2-7-16,0-2-11 0,3-1-8 0,-4 2-7 15,-1-1 0-15,-3 3-3 0,-3-1 3 0,-1 2 2 16,1-1-4-16,-1 0 5 0,-3 1 0 0,1 0-6 15,-2 1-2-15,-9-1 11 0,14 4 7 0,-14-4 3 16,12 4 6-16,-7 1 1 0,-5-5-7 0,10 13-8 16,-2-1 8-16,-4-1-19 0,1 2 1 0,0 0-28 15,-1 2 13-15,-2 1-11 0,2-1-32 0,-1-3-9 16,3 0-48-16,-5-1-51 0,2 4-48 0,-2-5-57 16,0-2-72-16,-1-8-251 0,4 18-556 0,-4-18 245 15</inkml:trace>
  <inkml:trace contextRef="#ctx0" brushRef="#br0" timeOffset="52047.1">30601 3536 31 0,'0'0'167'0,"0"0"-22"16,0 0-32-16,16 16-43 0,-8-2-46 15,3 4-50-15,-2 5-62 0,1 0-94 0,1 2 41 16</inkml:trace>
  <inkml:trace contextRef="#ctx0" brushRef="#br0" timeOffset="52262.82">30749 3866 59 0,'0'0'337'0,"0"0"-12"0,0 0 6 0,0 0-12 15,0 0-14-15,0 0-13 0,0 0-35 0,0 0-7 16,-1-32-31-16,3 23-23 0,5-2-20 0,-1 2-14 15,3-4-14-15,2-1-16 0,1 4-25 0,-3 1 0 16,4 2-9-16,-4 1-12 0,-3 2-8 0,1 1-19 16,0 1-9-16,-7 2 5 0,12 0-10 0,-12 0-6 15,11 6-9-15,-5 2-4 0,0 1 7 0,-1 2-6 16,-3 1-3-16,1 1-2 0,-2 0-1 0,0-1-12 16,1 1-35-16,0-1-36 0,0 1-57 0,-1-1-52 15,0-4-55-15,4 2-72 0,0-1-289 0,0-4-637 16,3-1 282-16</inkml:trace>
  <inkml:trace contextRef="#ctx0" brushRef="#br0" timeOffset="52830.04">31186 3747 163 0,'-1'-7'257'16,"1"7"-10"-16,-5-12-14 0,1 5-10 15,-3 4-7-15,-2 0-18 0,-2 1-7 0,-2-1-16 16,2 6-5-16,-7-1-13 0,2 4-17 0,-1 1-9 0,5 0-17 15,-2 4-3-15,5-4-20 0,1 2-5 0,0 0-6 16,2-1-11-16,1 2-10 0,4-1-11 0,-2 3-15 16,6-3-14-16,0 0-20 0,-1-3-16 15,2 0-7-15,1-3-9 0,0 1-6 0,0-1 2 16,-5-3 3-16,12 3 3 0,-12-3 6 0,11-1 3 16,-11 1 5-16,14-5-6 0,-9 4 17 0,-5 1 8 15,9-6 8-15,-9 6 4 0,11-7 9 0,-11 7-7 16,6-9 2-16,-6 9 7 0,5-7 11 0,-5 7 2 15,0 0 9-15,5-7-2 0,-5 7-4 0,0 0 5 16,0 0-16-16,0 0-2 0,0 0-4 0,0 0 3 16,0 0 5-16,9 19 12 0,-8 0 5 0,1 0-1 15,-2 12-5-15,-2 3 2 0,1 13 10 0,-5-1-2 16,3 2-1-16,-2 2-5 0,0-2 5 0,0 1-5 16,0 0-5-16,-3-1 1 0,3-2-7 0,1-11 1 15,-2 1-6-15,2-1-3 0,1 1 0 0,-4-2-8 16,3 0 9-16,0-3 12 0,-1-1-25 15,1-5-4-15,1-5-5 0,0-3 11 0,1-1-2 0,-3-4-2 16,4-2-1-16,1-10 14 0,-4 16-9 0,4-16 13 16,-7 7-2-16,7-7-5 0,-21 4-1 0,21-4-5 15,-23-8-1-15,9 5 4 0,-1-7 13 0,-7-6-2 16,7 2-9-16,-3-9 1 0,0 0-5 0,2-4-10 16,5-4-6-16,3-1-1 0,6-3-9 15,4-12-13-15,10 12-8 0,8-13-13 0,10 0-9 16,4 1-1-16,25-17-5 0,-14 25-6 0,3 1-1 15,2 1 5-15,-1 5-6 0,-1 2 5 0,1 5-7 16,-2 4-10-16,-1 0-18 0,-11 6-27 0,-2 5-31 16,3-2-30-16,-1 1-28 0,15-2-34 0,-17 3-32 15,3 4-182-15,-5 1-495 0,-2-5 219 0</inkml:trace>
  <inkml:trace contextRef="#ctx0" brushRef="#br0" timeOffset="54763.37">9218 5989 12 0,'0'0'277'0,"0"0"-16"0,7-5-12 0,-7 5-7 0,0 0-9 16,4-7-5-16,-4 7-1 0,0 0-5 0,1-8-5 15,-1 8-14-15,0 0-12 0,0 0-17 0,3-9-10 16,-3 9-15-16,0 0-13 0,0 0 1 0,-5-10-11 16,5 10-8-16,0 0-5 0,0 0-5 0,-5-5-10 15,5 5-5-15,0 0-14 0,0 0-6 0,-10-2-12 16,10 2-6-16,-16 7-11 0,4 0-1 0,-1 1-9 16,-4 1 0-16,2 5-9 0,0 0 4 0,-5 3 1 15,4 2-2-15,3-3-7 0,0-2-8 0,4 0-2 0,3 1 3 16,-1 1-7-16,2-6 3 0,2 1-5 0,1-1 7 15,4 0-18-15,-1-3-10 0,3 4-17 16,-1-6-10-16,0 1-1 0,5 2-5 0,-3-6 7 16,5 2-6-16,1 1 0 0,0-5 8 0,0 0 8 15,3-3-12-15,-1-3 4 0,5 1 4 0,-4-2 8 0,4 0-3 16,-4-4 6-16,-3 2 6 0,1-4 3 16,-3 1 1-16,2-1 4 0,-4 3 3 0,1-4 4 15,-5 4 10-15,4 0 7 0,-4-2-2 0,-1-1-2 16,0 2 8-16,1-1-9 0,-3 2 9 0,0 1 9 0,0 1 1 15,0 8-1-15,4-9-6 0,-4 9-5 0,0 0-5 16,-2-11 0-16,2 11-14 0,0 0 10 0,0 0-12 16,0 0 1-16,0 0 4 0,0 0-3 15,0 0 2-15,4 38 2 0,-1-19-1 0,2 6 2 0,0-1-1 16,1 1-7-16,0-5-13 0,0 3-26 0,0-4-33 16,2-1-24-16,2 5-50 0,2 0-57 15,-1-7-44-15,2-2-54 0,0-1-184 0,-2-2-532 0,0-3 236 16</inkml:trace>
  <inkml:trace contextRef="#ctx0" brushRef="#br0" timeOffset="55362.7">9522 6093 212 0,'0'0'265'0,"0"-11"-16"0,0 11-21 15,-1-7-21-15,1 7-23 0,0 0-17 0,2-7-21 16,-2 7-12-16,0 0-15 0,0 0-3 0,0 0-3 15,0 0-9-15,0 0-6 0,4 21-7 0,-3-11-7 16,1 0-7-16,-1-5-6 0,3 4-7 0,-3-1-6 16,0-1-4-16,0-1-9 0,-1-6-2 0,3 12-1 15,-3-12-3-15,0 10 2 0,0-10 8 0,0 0 1 16,0 9 9-16,0-9 7 0,0 0 12 0,0 0 9 16,1 6-5-16,-1-6 25 0,0 0 8 0,0 0-6 15,0 0-13-15,0 0-30 0,0 0 10 0,0 0-20 16,-6-31-2-16,7 19-10 0,2-3-5 0,-1 0-4 15,2-4-7-15,0 3-5 0,0-1-12 0,2-1 8 16,2 1-12-16,-2-1-4 0,2 4 2 16,-2 3-2-16,2 2-14 0,0-1 4 0,-2 2 0 15,1 2 2-15,3 2-13 0,-4 1 12 0,3 3-8 0,1 3 1 16,2 2 3-16,-1 0-3 0,3 9 1 0,0-2 5 16,-1 2 15-16,1 0-16 0,-3 2 0 0,4 5 1 15,-6-4 4-15,0-3 6 0,-2 0-2 0,-2-2 3 16,1-2-1-16,-3 0 17 0,0 0-22 0,0-1-2 15,-2-2 11-15,1-1-11 0,-2-6 7 0,3 6-6 16,-3-6-3-16,0 0 12 0,1 10 1 0,-1-10-10 16,0 0 4-16,0 0 8 0,0 0-7 0,0 0 0 15,0 0-2-15,0 0-3 0,-4-32-10 0,6 20 2 16,-1-1-4-16,3-4-9 0,1 2-4 0,0-4-4 16,1-1-4-16,2 2 4 0,2 2 1 0,-1-1 0 15,0 3 7-15,-2 4 4 0,1 1-5 0,-1 1 3 16,-1 1 2-16,-1 3 1 0,3 2-5 15,-8 2 7-15,12 0-2 0,-12 0 2 0,10 6 6 0,-1 1-3 16,-3 3 11-16,0 0 6 0,1 5 1 0,-1 0 7 16,2 1-5-16,-4 0-8 0,0 2 8 0,-1-1-2 15,1 1-9-15,0-1-13 0,-1-1-23 0,-2 1-29 16,0-5-37-16,2-2-49 0,-3 0-63 0,1-1-45 16,2 0-234-16,-3-3-539 0,2-1 239 0</inkml:trace>
  <inkml:trace contextRef="#ctx0" brushRef="#br0" timeOffset="55613.42">10111 5845 49 0,'1'-17'289'0,"-2"7"7"0,-1 0 7 0,0 3-7 16,1-1-16-16,1 8-17 0,-3-10-26 0,3 10-25 15,0 0-23-15,0 0-22 0,3-8-1 0,-3 8 5 16,0 0-8-16,0 0-4 0,5 33-9 0,-4-17 4 0,2 5-29 15,2 3-16-15,-3 2 9 0,2 0-4 16,0 3-14-16,-2-5-5 0,0 4-13 0,2-1-5 16,-3 3-6-16,1-4-7 0,0-2-23 0,-2-5-23 15,3 0-43-15,0 6-43 0,-1-9-45 0,-1 2-41 16,0 0-52-16,-1-1-56 0,3-5-47 0,-3 5-262 16,-2-6-617-16,2-1 273 0</inkml:trace>
  <inkml:trace contextRef="#ctx0" brushRef="#br0" timeOffset="55837.88">10169 5925 210 0,'5'-10'212'0,"4"4"-8"0,-4 1-20 0,1-2-12 15,1 5-19-15,-2-2-7 0,2 1-3 0,-7 3-13 16,13-1-4-16,-13 1 1 0,12 2-8 0,-6 2-4 15,-1-2-3-15,-1 3-10 0,-4-5-10 0,5 11-4 16,-4-4-12-16,-2 2-10 0,-2-2-11 0,0 4-29 16,-1-1-24-16,-1-1-35 0,-3 3-45 0,0-5-48 15,2 1-50-15,1 1-199 0,-5-3-405 0,3-1 179 16</inkml:trace>
  <inkml:trace contextRef="#ctx0" brushRef="#br0" timeOffset="56280.83">10381 5702 2829 0,'-8'-16'28'0,"2"-1"18"16,-2 1 17-16,3 6 14 0,1 1 5 0,1 3 5 15,1-1 0-15,-1 1-8 0,3 6-7 16,-2-8-3-16,2 8 0 0,-3-5-22 0,3 5-5 16,0 0-15-16,0 0 2 0,0 0-9 0,0 0-1 15,20 15 1-15,-8-3 2 0,0 5 6 0,3 4 8 16,2-2-4-16,-7-3-4 0,1 2 3 0,0-1-2 0,-2 1 7 16,-1-3 3-16,-1 0 3 0,-2-3 1 15,-2-1-6-15,0-1 2 0,-1-1 2 0,0 1 1 16,-2-5-6-16,3 2-1 0,-3-7-1 0,-3 8-3 15,3-8-1-15,-6 9 1 0,6-9-5 0,-8 2 6 0,8-2-2 16,-8 0-6-16,8 0-3 0,0 0-1 0,-8-9 4 16,8 9 3-16,-3-17-20 0,4 2-7 15,2-3-3-15,2-6-1 0,3-2 2 0,2-4-7 16,0 4-2-16,0 2-1 0,3 0 1 0,-3 9-5 16,1-1 3-16,-1 4 1 0,0-1-18 0,-2 5-11 0,-1 0-18 15,1 2-32-15,2 0-29 0,-1 4-38 0,1 2-42 16,2 2-48-16,1 2-45 0,3 7-273 0,-7-2-612 15,2 6 271-15</inkml:trace>
  <inkml:trace contextRef="#ctx0" brushRef="#br0" timeOffset="56479.65">10760 6080 3325 0,'0'9'394'0,"-1"-2"-138"0,1-7-101 0,0 10-31 16,0-10 10-16,0 9 26 0,0-9 23 0,0 0 2 15,-2 6 1-15,2-6 2 0,0 0-6 0,-3 8-17 0,3-8-15 16,0 0-18-16,0 0-9 0,0 0-27 0,0 0-23 16,0 0-38-16,0 0-45 0,0 0-60 0,0 0-68 15,8 4-79-15,-8-4-98 0,0 0-114 16,0 0-416-16,23-5-915 0,-23 5 405 0</inkml:trace>
  <inkml:trace contextRef="#ctx0" brushRef="#br0" timeOffset="101554.1">12437 6764 61 0,'0'0'110'0,"0"0"-11"16,0 0-5-16,0 0-5 0,0 0-10 0,0 0 9 15,0 0 0-15,0 0 0 0,0 0 2 0,0 0 7 16,0 0-5-16,2-7-7 0,-2 7 4 0,0 0-4 16,0 0-6-16,0 0 5 0,0 0 1 0,0 0-10 15,0 0 2-15,0 0-11 0,0 0-5 0,0 0-5 16,0 0-8-16,0 0-6 0,0 0-5 0,0 0-4 15,0 0-4-15,0 0-3 0,0 0-9 0,0 0-3 16,0 0 2-16,0 0-6 0,0 0 5 0,-11 21 5 16,6-10 0-16,-3 7-1 0,1 6 4 0,0-7-3 15,-4 8-4-15,2-2-1 0,0 0 1 0,0-7-3 16,6 0-5-16,-3 0 1 0,2 0 1 0,-1-2 2 16,1 2 0-16,0-4-3 0,0 0 3 15,2 1-4-15,-3 1-2 0,1-3 0 0,2 1 2 0,0 0-2 16,-2-1 4-16,2 0-2 0,1-1 0 0,-1 1 1 15,-2 1 1-15,4-2-2 0,-3 0 1 16,1-1-2-16,1-2-1 0,-1-1-1 0,2-6 1 0,-4 10-3 16,2-4 4-16,2-6 12 0,0 0 4 0,0 11-7 15,0-11 0-15,0 0 0 0,-2 9 0 0,2-9-1 16,0 0 0-16,0 0-1 0,-3 6-1 0,3-6 13 16,0 0 5-16,0 0 5 0,0 0 9 0,0 0 3 15,0 0 7-15,0 0-1 0,0 0 3 0,0 0-9 0,0 0-5 16,0 0-9-16,0 0-7 0,5-29-4 15,-3 19-1-15,0-3-3 0,1-2-3 0,-1 3-3 16,3-5-2-16,1 0-1 0,-1 0-1 0,1-2-6 16,-2 1 0-16,6-8-3 0,-3 2 2 0,3 0-4 15,-1 1 3-15,-1 5-2 0,5-6-2 0,-4 2-1 16,1 4 4-16,2 2-4 0,-5-3 0 0,3 5 0 16,-2-4 0-16,1 2 5 0,3 0-2 0,-4 1-5 15,1 1 3-15,-2 0-1 0,0 2 1 0,0 2 3 0,-1 1-3 16,1-2 0-16,2 2 3 0,-4-1 1 0,-3 4-2 15,2 1 1-15,-1 1-2 0,1-3 1 16,-4 7 2-16,4-8-2 0,-4 8-1 0,5-5-2 16,-5 5 2-16,0 0-1 0,7-7-3 0,-7 7-1 15,0 0-4-15,0 0 2 0,0 0-3 0,0 0 4 0,0 0-2 16,0 0 3-16,13 14 2 0,-9-5-1 0,1-1-1 16,-1 3 1-16,2-1 4 0,-2 1 0 15,4 4 2-15,-3 1-4 0,1-3 1 0,2 3-1 16,-4 1 1-16,0-2 3 0,3 3-2 0,-1 2 4 0,0-1 0 15,-2 0 2-15,1-1 4 0,-1 4 0 0,0-5 3 16,1 1-3-16,-3-1 4 0,2 1-3 0,-1 0 4 16,2-2-4-16,-3 0 0 0,4 0-3 15,-4-1 3-15,3-2-5 0,-3-2 3 0,0 2-2 16,0-4 2-16,2 3-3 0,0-1 0 0,-2 0 1 16,1-1 0-16,-1-4-2 0,0 3 0 0,0-2-1 15,-2-7 7-15,2 12-4 0,0-6 0 0,0 0-5 16,-2-6-17-16,3 9-19 0,-3-9-20 0,2 7-20 0,-2-7-24 15,0 0-17-15,0 6-18 0,0-6-31 0,0 0-34 16,0 0-211-16,0 0-446 0,0 0 197 0</inkml:trace>
  <inkml:trace contextRef="#ctx0" brushRef="#br0" timeOffset="101746.81">12358 7041 194 0,'-11'-1'189'0,"11"1"-7"0,0 0-7 0,-10-2-16 16,10 2-8-16,0 0-9 0,0 0-5 0,0 0-13 16,0 0-9-16,31-6-10 0,-12 2-7 15,13 0-14-15,1-4-5 0,4 4-12 0,-1-2-14 0,-1-1-24 16,2 0-34-16,0 4-32 0,-3-3-49 0,0 2-48 16,2 0-170-16,-4-1-329 0,-1 0 146 0</inkml:trace>
  <inkml:trace contextRef="#ctx0" brushRef="#br0" timeOffset="102946.8">12952 7031 98 0,'8'-13'157'0,"-1"5"4"0,-3-3 5 0,1 2 12 15,-1 2 9-15,1 2-7 0,-3-1-2 0,-2 6-14 16,5-11-7-16,-5 11-12 0,2-6-2 0,-2 6-10 16,0 0-3-16,2-6-9 0,-2 6-6 0,0 0-8 15,0 0-11-15,0-8-8 0,0 8-8 0,0 0-9 16,0 0-4-16,0 0-2 0,-11 19-9 0,2-9 0 15,-2 5-3-15,-2 6-3 0,-1 4-10 0,3-1 0 16,-1 4 0-16,-1-1 1 0,2 1-6 0,1 1-1 16,4 4-4-16,-3-1-6 0,7-3 4 0,0 3-5 15,0-5 4-15,1 2-4 0,1-2 4 0,1-1-5 16,-1-6-4-16,2-3-1 0,0 1 14 0,-2 2-21 16,2-2-1-16,-2 1 4 0,2-2-2 0,0 0 3 15,-2-5-3-15,3 4-1 0,-3-4 1 0,0 3-4 16,2-3-3-16,-2-2-21 0,0 0-14 0,0-3-20 15,0 0-19-15,0-7-24 0,2 14-29 0,-2-14-36 16,-2 10-27-16,2-10-23 0,0 0-29 0,0 8-200 0,0-8-474 16,0 0 210-16</inkml:trace>
  <inkml:trace contextRef="#ctx0" brushRef="#br0" timeOffset="103115.09">12805 7395 101 0,'0'0'231'0,"0"-9"-23"0,0 9-16 16,0 0-16-16,0 0-14 0,0 0-14 0,5-12-16 16,1 8-15-16,6-3-12 0,5 1-10 0,11-3-10 0,1-2-31 15,4 2-30-15,3 1-40 0,0-3-45 16,16-2-44-16,-12 4-48 0,-6 1-97 0,2-1-269 16,0 0 119-16</inkml:trace>
  <inkml:trace contextRef="#ctx0" brushRef="#br0" timeOffset="103242.29">13515 7179 115 0,'0'0'181'0,"0"0"-16"0,7-5-9 0,-7 5-22 15,8-4-17-15,-2 1-6 0,4 0-15 0,-1 0-23 16,0 1-33-16,3 0-20 0,3-1-43 0,-1 0-51 16,-1 3-112-16,1 0-200 0,-3 0 88 0</inkml:trace>
  <inkml:trace contextRef="#ctx0" brushRef="#br0" timeOffset="103396.9">13614 7255 145 0,'0'0'228'0,"-5"3"-15"0,5-3-8 15,0 0-1-15,0 0-2 0,-4 7-14 0,4-7-13 16,0 0-16-16,0 0-15 0,0 0-20 0,0 0-25 16,0 0-25-16,22 0-31 0,-8-1-45 0,9-3-57 15,10-1-53-15,5 1-69 0,0-2-128 0,16-3-333 16,-14 5 147-16</inkml:trace>
  <inkml:trace contextRef="#ctx0" brushRef="#br0" timeOffset="103796.43">14779 6817 63 0,'0'-10'266'0,"-1"0"-11"0,0 2 5 16,1 8-1-16,-2-15 14 0,0 11-16 15,2 4-14-15,0-13-13 0,0 13-19 0,0 0-17 0,0-9-19 16,0 9-22-16,0 0-13 0,0 0-17 0,0 0-18 15,0 0-13-15,0 0-10 0,0 0-12 0,0 0-8 16,0 0 0-16,0 0 7 0,-4 33 8 16,3-12-18-16,-3 5 0 0,-1 2-9 0,3-1-9 0,0 0 6 15,1 0 5-15,-1-9 0 0,1 2-11 0,0 0 6 16,1 0-12-16,0 0 6 0,1 0-7 0,-2-1-1 16,1-1-13-16,0-1 3 0,1-1 7 0,0 1-9 15,1 0-2-15,-1-5-20 0,3-1-32 0,-1 0-45 16,-2 1-42-16,1-2-41 0,2 0-46 0,-4 0-54 15,4-3-42-15,-2-2-241 0,1 2-589 0,1-3 261 16</inkml:trace>
  <inkml:trace contextRef="#ctx0" brushRef="#br0" timeOffset="104129.75">15118 7021 75 0,'0'0'285'0,"5"-3"-24"0,-5 3-10 15,5-4-12-15,-5 4-5 0,0 0-12 0,0 0-13 16,0 0-9-16,0 0-20 0,3 14-12 0,-2-7-12 16,-1-7-18-16,0 14-13 0,0-8 3 0,2 2-28 15,0-3-8-15,2 5-10 0,1 0-8 0,0 1-7 16,1-4-5-16,5 0-2 0,4 1-7 0,0 0-4 16,1-2-1-16,3-3 2 0,-4 1 2 0,3-4 2 15,0 1-6-15,0-1 2 0,-5-1 6 0,3-3-2 16,0-2-2-16,-3 2 10 0,-2-3 2 0,-2-1 14 15,5-2 9-15,-8-1-13 0,3-3-9 0,-1-5-9 16,-1 1-6-16,-4 1-2 0,-3-2-7 0,1-3-3 16,-3 6-7-16,-3 0-2 0,1 2-12 0,-6-1-21 15,2 2-14-15,-4 0-19 0,-4 3-23 0,-6 2-30 0,-12 2-43 16,-4 7-46-16,-14 5-57 0,14 1-67 16,-16 8-58-16,7 2-189 0,-2 0-594 0,15-3 263 15</inkml:trace>
  <inkml:trace contextRef="#ctx0" brushRef="#br0" timeOffset="108098.72">17229 7005 3 0,'3'-10'237'0,"-3"10"-22"15,0 0-22-15,0-9-21 0,0 9-16 0,0 0-19 16,0 0-8-16,0 0-1 0,0 0-9 0,0 0-13 15,-19 27-4-15,11-13-12 0,-3 1-8 0,3 3-6 16,-3 0-6-16,3 0-10 0,-1-3-5 0,0-1 1 16,4-3-14-16,-3 2-3 0,4-3-4 0,0 0-3 15,-2-2-2-15,3-2-3 0,1 0 1 0,2-6 1 16,-5 7-5-16,5-7-1 0,-3 7 10 0,3-7 13 0,0 0 15 16,0 0 4-16,-4 6 8 0,4-6 5 15,0 0-13-15,0 0-12 0,0 0-1 0,10-26-7 16,-4 10-6-16,-1-1-5 0,5-10-7 0,3 0-1 15,-3-4-3-15,3 1-5 0,0 1 0 0,1 0-10 16,6-13 0-16,-5 10 1 0,1-1-9 0,0 3 2 0,2-1-3 16,0 1 23-16,4 5-3 0,-7 2 2 15,-2 7 1-15,-3 1 4 0,-2 6-5 0,-2 1-2 16,-1 3-6-16,2 1-6 0,-5 0 1 0,-2 4-4 0,9-1-3 16,-9 1 1-16,7 10-1 0,-2 0 1 0,2 5 1 15,-3 3 5-15,3 7-1 0,-4 4 0 16,3 2 2-16,-1-3-3 0,0 2 7 0,-3-3-2 0,2 3-1 15,1-7-4-15,-2-4-1 0,-1 0-3 16,2 7 3-16,0-10 2 0,-1 4-2 0,2-2-3 0,0-3 3 16,-3 0-16-16,4 1-30 0,-5-4-40 15,0-2-46-15,-1 0-42 0,1 0-44 0,1-2-40 16,-2 0-195-16,0-8-483 0,-4 12 214 0</inkml:trace>
  <inkml:trace contextRef="#ctx0" brushRef="#br0" timeOffset="108546.13">17234 7084 116 0,'20'-14'147'0,"-4"9"-6"0,3-3-24 16,8 1-19-16,4-1-14 0,1 1-27 0,0-1-23 16,5-1-16-16,-3 3-22 0,-1-3-12 0,1 1-9 15,-2 2-4-15,0-1-6 0,-2 2 6 0,0 0 1 16,-11 2 12-16,0-2 3 0,-7 4 13 0,-1-1 19 15,-3 0 31-15,-8 2 15 0,14-3 15 0,-9 2 9 16,-5 1 7-16,0 0-3 0,9-1 0 0,-9 1 5 16,0 0-5-16,0 0 6 0,4 7 2 0,-4-7 4 15,-8 13-5-15,3-4-1 0,-3 3-4 0,5-1-2 16,-7 4-16-16,4-1-1 0,-2 1-1 0,2-5-9 16,2 0-7-16,2 3-6 0,2-4-4 0,0 2-2 15,2-2-5-15,1 1-6 0,3-1-2 0,0-2-1 16,5 0-2-16,-2-1-4 0,5 0 0 15,-3-4-4-15,2 0 0 0,0-2-1 0,-2-1 1 0,3 0-2 16,4-7 3-16,-2 2-7 0,-5 1 1 0,2-1 0 16,-3-1 0-16,-1-3-3 0,0-2 3 0,-4 0-2 15,-1 1 0-15,-3-2-3 0,0-2-6 0,-1 1 1 16,-5-1-3-16,1 0-3 0,-1 2-4 0,-2-1-9 16,-1 3-5-16,-1 0-3 0,-1 5-11 0,5-2-9 15,-4 3-16-15,1 1-23 0,8 4-24 0,-20-6-24 16,20 6-29-16,-13 2-27 0,4 2-21 0,3 1-148 15,-5-2-381-15,11-3 168 0</inkml:trace>
  <inkml:trace contextRef="#ctx0" brushRef="#br0" timeOffset="108796.83">18023 6961 176 0,'0'0'214'0,"0"0"-15"16,0 0-17-16,10 4-1 0,-10-4-4 0,4 8-8 15,-2-2-6-15,1 5-8 0,-3-2-9 0,1 8-9 16,2 2-7-16,-3-1-11 0,1-1-13 0,-1-4-10 16,1 4-10-16,1-2-3 0,-1 1-8 0,0-5-6 15,-1 1-9-15,2 1-7 0,-1-2-1 0,0-2-6 16,1 3-4-16,-1-6-6 0,0-1-4 16,-1-5-1-16,5 13-3 0,-4-8 0 0,2 2-2 0,-3-7-4 15,4 7 1-15,0-2-5 0,-4-5-5 0,9 7-11 16,-1-6-21-16,0 0-24 0,1-1-45 0,3 0-55 15,3-1-77-15,4 0-224 0,0-6-481 0,2-1 213 16</inkml:trace>
  <inkml:trace contextRef="#ctx0" brushRef="#br0" timeOffset="108955.35">18550 7024 74 0,'0'0'236'0,"0"0"-23"0,13-5-22 0,-5 2-18 16,1 2-16-16,3-1-19 0,-1 0-32 0,1 1-43 16,2 1-52-16,-1-1-53 0,2 1-48 0,-2 1-115 15,-3 1-223-15,1-1 99 0</inkml:trace>
  <inkml:trace contextRef="#ctx0" brushRef="#br0" timeOffset="109112.8">18621 7123 66 0,'0'0'238'0,"-3"5"-7"0,3-5 3 16,0 0-10-16,-6 3-8 0,6-3-17 0,0 0-15 16,0 0-13-16,0 0-20 0,0 0-18 0,0 0-21 15,14 5-26-15,-2-6-40 0,5-2-54 0,2 0-67 16,11-1-70-16,1 1-200 0,1-5-372 0,2 2 166 16</inkml:trace>
  <inkml:trace contextRef="#ctx0" brushRef="#br0" timeOffset="109980.3">19190 6814 61 0,'4'-5'200'0,"3"-2"-11"0,0 2-8 16,2 0-8-16,1 0-8 0,1 1-15 0,-2 3-18 16,2-2-12-16,-1 2-14 0,-10 1-10 0,14 1 1 15,-4 2 6-15,1 3 2 0,-2 1-12 0,0 3-2 16,3 2-4-16,-3 2-2 0,-3 3-2 0,1 0-2 15,-2 1-7-15,-4 0-2 0,-4 1-3 0,2-1-7 16,-5 0-6-16,-2 0-1 0,-2-1-4 0,-8 3-9 16,3-7-2-16,-8 3-4 0,1 0-2 0,4-7-3 15,1 0-2-15,3-4-1 0,2 2-5 0,3-1-5 0,1-5 0 16,0 3 2-16,2-1-6 0,6-3 4 0,-9 6-2 16,9-6 3-16,-7 0-1 0,7 0 2 15,0 0-4-15,0 0 1 0,0 0-6 0,0 0-2 16,0 0-3-16,0 0 0 0,0 0-1 0,15-16 0 0,-15 16-7 15,12-2 5-15,-12 2-4 0,18 1 4 0,-6 2-2 16,-2 1 0-16,2-1 0 0,0 1-1 16,6 3-1-16,-3 0 2 0,5 1-4 0,-2-2-20 15,-1 3-25-15,3-2-51 0,0-3-55 0,8 5-63 16,-7-4-61-16,0-1-142 0,7 1-455 0,-5-5 201 0</inkml:trace>
  <inkml:trace contextRef="#ctx0" brushRef="#br0" timeOffset="110196.63">19737 6846 219 0,'4'-9'301'0,"-1"-1"-12"0,0 5-12 16,0-2-13-16,-3 7-28 0,2-6-22 16,-2 6-28-16,5-7-18 0,-5 7-21 0,0 0-13 0,0 0-12 15,17 7-18-15,-8-1-9 0,3 7-5 0,3 2-10 16,-1-2-8-16,4 4-8 0,2 6-2 0,-1-4-3 15,0 0-9-15,2 0-6 0,-5 0-30 0,0-5-28 16,-2-3-46-16,-2 3-57 0,0-3-64 0,-2-1-58 16,2-2-208-16,-5-1-484 0,0-1 214 0</inkml:trace>
  <inkml:trace contextRef="#ctx0" brushRef="#br0" timeOffset="110396.97">20069 6843 281 0,'0'-11'264'0,"0"11"-18"0,1-5-15 0,-1 5-15 16,0 0-5-16,0 0-8 0,0 0 0 0,0 0-11 15,-18 16-19-15,11-2-3 0,-9 6-34 0,2 2-7 16,-1 1-11-16,2 0-13 0,0 2-8 0,-1-3-10 16,0 1-10-16,3-4-13 0,3-2-33 0,0 2-49 15,1-2-63-15,-1 1-81 0,6-4-80 0,-2-1-214 16,4-2-493-16,0-3 219 0</inkml:trace>
  <inkml:trace contextRef="#ctx0" brushRef="#br0" timeOffset="110614.71">20314 6793 209 0,'4'-4'325'0,"0"0"-32"16,-4 4-17-16,6-7-16 0,-6 7-2 0,0 0 1 15,0 0-4-15,0 0-9 0,4 19-13 0,-4-7-21 0,0 4-14 16,-1 4-23-16,0 0-14 0,-1 0-22 16,2 7-19-16,0-2-3 0,0-1-17 0,2-3-34 15,2 3-45-15,-3-5-50 0,1-2-56 0,1 4-67 16,1-6-65-16,-3 3-61 0,2-3-249 0,-2-4-572 16,0-2 254-16</inkml:trace>
  <inkml:trace contextRef="#ctx0" brushRef="#br0" timeOffset="110881.65">20532 6990 197 0,'0'0'250'0,"9"0"-26"0,-9 0-18 0,0 0-22 16,0 0-19-16,10 1-15 0,-10-1-11 0,10 1-9 0,-10-1-5 15,10 1-7-15,-10-1-7 0,13 0-4 16,-3-2-1-16,0-1-3 0,0-2-5 0,1 1-3 0,-1 0-2 15,-1-1-8-15,1-2 9 0,-2 1 0 16,-2 0 2-16,1-1-1 0,-1-2 2 0,-2-1 1 0,0 5-3 16,-3-1-10-16,-1 6-13 0,1-14-9 0,-1 14-14 15,-4-12 1-15,-1 6-7 0,-2 1-4 16,-2 1-3-16,-4 3-13 0,-1-1-20 0,2 2-26 16,-8 2-30-16,2 0-41 0,0 3-49 0,-1 3-55 0,9-6-58 15,0 6-253-15,-1-2-551 0,6 1 244 0</inkml:trace>
  <inkml:trace contextRef="#ctx0" brushRef="#br0" timeOffset="111213.43">20961 6586 42 0,'0'0'295'0,"2"-6"-19"0,-2 6-22 16,3-6-20-16,-3 6-14 0,0 0-20 0,3-7-18 15,-3 7-19-15,0 0-15 0,0 0-20 0,0 0-10 16,0 0-10-16,5 20-10 0,-3-11-10 0,1 1-7 16,0-1-11-16,4 1-5 0,-2 2-6 0,4 0-5 15,2 2-8-15,-1 0-2 0,0 0-7 0,1-3-2 16,3 1-6-16,-6-3 2 0,-1 1-6 0,3-1-1 16,-1 0-3-16,-3-1-1 0,-1 1-5 0,-1-3-1 15,0 1 1-15,-2-1 1 0,1-1 12 0,-1 0 2 16,1 2-1-16,-3-7 5 0,0 11 0 0,-1-3-1 15,1-8 4-15,-9 12-5 0,3-9-4 0,-5 3 2 16,-2 0-7-16,1 0-2 0,-1-2-20 0,1 1-18 16,0-3-26-16,3-2-29 0,-4 1-42 0,1-2-54 15,2-2-66-15,-3-4-261 0,4 0-535 0,-2 0 236 0</inkml:trace>
  <inkml:trace contextRef="#ctx0" brushRef="#br0" timeOffset="111434.02">21007 6542 2476 0,'5'-11'164'0,"3"1"-67"0,-1 0-41 16,0 1-14-16,-3 3-1 0,2-1 5 16,-1-1 6-16,3 0 5 0,1 1 6 0,1-2 2 15,3 3 0-15,4-3-3 0,2 4-5 0,6-7-2 16,-6 6-8-16,7-3-3 0,2 1-7 0,-1 2 0 0,-7 1-5 16,0 0-2-16,-1 2-2 0,-4-1-1 15,-2 3-5-15,0 0-5 0,-1-1-6 0,0 1-11 16,-1-1 13-16,1 0-26 0,-3 2-40 0,-1 0-37 0,-8 0-44 15,13-2-60-15,-5 1-63 0,-8 1-244 0,14 0-542 16,-9-3 240-16</inkml:trace>
  <inkml:trace contextRef="#ctx0" brushRef="#br0" timeOffset="112130.74">22578 6838 242 0,'4'-7'307'16,"-2"0"-23"-16,1 2-24 0,2 0-23 0,-5 5-16 15,2-9-16-15,-2 9-13 0,0 0-29 0,4-6-21 0,-4 6-19 16,0 0-17-16,0 0-1 0,0 0-4 0,0 0 0 15,1 36 6-15,-2-17-13 0,-1 8-4 16,-2 2 6-16,0 0-21 0,1 2-3 0,0 1-14 16,1-2 1-16,-2-3-7 0,2 2-2 0,1-3-5 0,-1 0-8 15,1-1-5-15,4-1-3 0,-3-7-1 16,1 2-3-16,0-1-16 0,3 0-28 0,-3-1-29 16,3-2-39-16,-4-2-46 0,1-1-50 0,-1-1-50 0,3-1-35 15,-3 1-195-15,0-4-501 0,0-7 221 0</inkml:trace>
  <inkml:trace contextRef="#ctx0" brushRef="#br0" timeOffset="112480.36">22588 6882 80 0,'10'-18'196'0,"0"4"-5"0,2-1-7 15,1 2 3-15,1 2-10 0,-2-1-16 0,-1 6-6 16,-1 0-19-16,1 2-13 0,-3 0-15 0,2 2-8 15,-1 1-12-15,-9 1-12 0,17 3-6 0,-6 1-8 16,-2 1-6-16,0 0-6 0,-6 4-4 0,2-1 0 16,1 4-6-16,-4 1-5 0,-2-4 1 0,-2 6-3 15,-4 0-2-15,0 0-1 0,-5-1-2 0,-1-1 0 16,4-5-6-16,-2 2 0 0,2-2-4 0,-1 0-1 16,5-2-2-16,-2-1-2 0,1-2-3 0,1 2-2 15,4-5 6-15,-5 5-6 0,5-5 1 0,-7 5-1 16,7-5-4-16,0 0 0 0,-3 7-11 0,3-7 11 15,-2 7-4-15,2-7 3 0,4 12 0 0,-3-6-1 16,-1-6-1-16,4 16 2 0,0-6 2 0,4 0-1 0,1 3 0 16,1 0-1-16,5 0-17 0,1-2-34 15,0 1-51-15,8 1-45 0,2-4-46 0,3-2-187 16,-2 1-406-16,3-4 180 0</inkml:trace>
  <inkml:trace contextRef="#ctx0" brushRef="#br0" timeOffset="112780.08">23121 7074 175 0,'0'0'174'0,"0"0"-10"0,0 0-10 0,0 0 12 15,0 0-9-15,-15 13-7 0,15-13-9 0,-8 13-6 16,4-5-9-16,3-2-18 0,-2 3-7 0,2-1-11 16,1 1-8-16,0-9-4 0,0 13-9 15,1-6-6-15,3 0 7 0,1 0-1 0,0-1 6 0,5-2 0 16,-1 2 2-16,3-3-1 0,1 3 0 0,-1-6-5 15,1 1-3-15,3-2-4 0,0-2 1 0,1-1-3 16,-4 1 3-16,-3 0 6 0,1-5-4 16,-2-1-6-16,0-1-6 0,-1 1-1 0,-2-1-2 0,-2-5-7 15,-1 2-11-15,-2 1 3 0,-1-4-9 0,-3-3-6 16,-2 4-4-16,0 0-11 0,-3-1-7 0,2 8-12 16,-5-6-11-16,3 6-13 0,-1 1-11 0,-1-1-19 15,0 4-21-15,1-2-22 0,-4 3-35 0,4 3-37 16,1-1-29-16,-3 2-28 0,2 3-170 0,1 1-441 15,3-2 195-15</inkml:trace>
  <inkml:trace contextRef="#ctx0" brushRef="#br0" timeOffset="112932.88">23638 6982 42 0,'0'0'161'16,"0"0"-15"-16,16-1-17 0,-11-1-11 0,-5 2-24 15,10 2-30-15,-10-2-33 0,10 0-31 0,-10 0-34 16,8 4-29-16,-8-4-52 0,5 6-124 0,-2-2 54 16</inkml:trace>
  <inkml:trace contextRef="#ctx0" brushRef="#br0" timeOffset="113048.9">23655 7053 106 0,'-2'4'110'0,"2"-4"3"15,0 0-17-15,-6 7-1 0,6-7-7 0,0 0-12 16,0 0 10-16,0 0 1 0,0 0-7 0,7 10-4 0,-1-6-29 15,6-3-40-15,2 2-54 0,5-3-123 16,11 0-185-16,4-4 82 0</inkml:trace>
  <inkml:trace contextRef="#ctx0" brushRef="#br0" timeOffset="113449.88">24505 6685 39 0,'-8'-3'354'0,"8"3"-43"0,0 0-26 0,0 0-24 16,-6-3-23-16,6 3-24 0,0 0-19 0,0 0-20 16,0 0-19-16,24-9-17 0,-5 6-15 0,3 1-9 15,6 0-10-15,2 0-12 0,-2 2-11 0,-1-1-9 16,-7 0-9-16,2 1-4 0,-4-2-7 0,-3 1-2 15,-1 1-6-15,-4 0-5 0,-1 1-4 16,-9-1-4-16,13-1-2 0,-13 1-2 0,9 0-5 0,-9 0-3 16,0 0-3-16,10 0-6 0,-10 0 11 0,0 0-12 15,0 0-6-15,6 3-1 0,-6-3-1 0,2 10-1 16,-2-3 18-16,-2 3 2 0,-1 6 3 0,0 2-5 16,-3 6 10-16,2-5 2 0,-1 0-2 0,1 5 7 15,-3 1 1-15,4 1-6 0,-5-2 0 0,6 1 5 16,-3-6-5-16,1 0-5 0,-2-2 2 0,3 4-11 15,-1-4 7-15,0 2-1 0,1-2-14 0,1-2-37 16,-1-2-49-16,1-2-54 0,0 1-70 0,1-2-66 16,0 0-285-16,1-2-597 0,-3-1 264 0</inkml:trace>
  <inkml:trace contextRef="#ctx0" brushRef="#br0" timeOffset="113863.61">24548 6953 28 0,'-1'-10'245'16,"1"10"-23"-16,3-8-16 0,-3 8-25 0,10-11-14 16,0 3-17-16,6-1-17 0,10-1-13 0,1 0-29 0,4 0-16 15,3 0-30-15,3 3-22 0,14-6-21 0,-15 6-15 16,2-1-7-16,-3 0-5 0,-2-1-4 16,-3 0 2-16,-1 0 1 0,-1 0-8 0,-1-2 9 15,-9 4 17-15,-3 0 22 0,-2 0 34 0,-1 2 23 0,-2 2 19 16,-4 0 6-16,1 0-1 0,-2 0-3 0,-5 3-4 15,8-4-3-15,-8 4-3 0,0 0-5 0,10-3-6 16,-10 3-8-16,0 0-6 0,0 0-5 0,0 0 0 16,0 0-3-16,5 7-6 0,-5-7-4 0,0 0-3 15,-5 15-1-15,3-4-4 0,1-2-4 0,1 8-2 16,0-6-2-16,0 1-5 0,1 3 1 0,3 1-2 16,-4-4-3-16,3-1 2 0,2 6-1 15,0-2-4-15,-1 1 0 0,1-7-3 0,1 4 2 0,-1-2 4 16,0 0 7-16,-3-1 0 0,2 1 4 0,1-3-1 15,-5-2 2-15,2 1 9 0,3 0-10 0,-5-7-1 16,3 9 2-16,-3-2-3 0,0-7-2 0,-4 10 0 16,-2-7-12-16,1 3-19 0,-3-4-19 15,-1 3-17-15,-4-1-22 0,1-2-27 0,-1 1-45 16,1 0-32-16,-1-3-40 0,-1-4-32 0,3 2-150 0,-7-4-426 16,7 1 189-16</inkml:trace>
  <inkml:trace contextRef="#ctx0" brushRef="#br0" timeOffset="113995.98">25097 6757 88 0,'16'-7'142'15,"6"-1"-12"-15,-1 1-9 0,8 0-28 0,0 1 5 16,3 2-14-16,1 1-11 0,2-2-41 0,3 3-41 16,-1 2-55-16,2 0-68 0,-3 0-142 0,0 1 63 15</inkml:trace>
  <inkml:trace contextRef="#ctx0" brushRef="#br0" timeOffset="114396.38">25623 6974 160 0,'0'0'229'16,"0"0"-7"-16,0 9-9 0,0-9-13 0,0 0-8 15,0 0-6-15,0 0-11 0,9 6-6 0,-1-5-9 16,2-2-9-16,1-2-12 0,3 3-7 0,3-3-2 15,2-2-3-15,-8 1 2 0,7 0 11 0,-7-2-5 16,3-3-22-16,-1-2 12 0,-2-2-3 0,-1 0-11 16,0-3-13-16,-3-1-1 0,1-1-15 0,-2-7-11 0,-4 6 1 15,0-2-16-15,-1 2-2 0,1-7-10 16,0 2-8-16,-2 7 2 0,2 0-5 0,0 0-7 16,2 2 0-16,1 4-5 0,0 0 3 0,0 2-7 15,3-2-12-15,1 5 13 0,1 0-22 0,0 1-2 0,3 3 1 16,6 1-5-16,-1 4 2 0,0 3-2 0,-2 2-1 15,-1 2 4-15,1 0-2 0,-5 3-2 16,0 1-5-16,-1-2 7 0,-2 4 4 0,-1 0-6 16,-3-1 5-16,-1 1-1 0,-3-3 2 0,5 0 1 0,-5-4 3 15,2 5-5-15,0-2-5 0,-2 0 9 0,2 3 1 16,-2 3-1-16,3-3 2 0,5 2 8 16,-1-2-14-16,5-2-20 0,3-1-43 0,3-2-48 0,10 3-57 15,1-4-67-15,7-3-45 0,1-1-248 16,17 0-578-16,-16-5 256 0</inkml:trace>
  <inkml:trace contextRef="#ctx0" brushRef="#br0" timeOffset="117492.31">10820 8969 160 0,'0'0'216'0,"-1"-11"-2"0,1 11-10 0,-1-11-7 0,1 11 0 16,0-8-12-16,0 8-11 0,0 0-16 15,0-10-16-15,0 10-15 0,0 0-11 0,0 0-19 0,0 0-7 16,0 0-13-16,0 0-10 0,0 0-9 0,0 0-9 16,0 0-4-16,0 0-3 0,0 0 1 0,0 0-6 15,-1 36 3-15,-1-18 13 0,2 2-7 0,0 0-3 16,-1 8-3-16,0-1 3 0,-1 1-1 0,2-1-2 16,-1 0-5-16,2-3 0 0,-1-5-3 0,-1 0 0 15,0 1-1-15,2-1 1 0,-1 1-5 0,0-1 2 16,1 2 1-16,1-2-5 0,0 0 1 0,-2-2-1 15,2 0-7-15,-2 0 1 0,1-1-2 0,0-3 1 16,0 2-4-16,2-4-4 0,-4 2 2 0,2-2-2 16,-2 0-1-16,-1-3 2 0,1 2-5 0,2-3 2 15,-1-7-2-15,0 12-17 0,2-7-14 0,-2-5-28 16,0 8-37-16,0-8-37 0,0 0-35 0,0 0-55 16,0 0-67-16,0 0-148 0,0 0-468 0,0 0 207 15</inkml:trace>
  <inkml:trace contextRef="#ctx0" brushRef="#br0" timeOffset="117697.19">11093 9268 146 0,'0'0'181'0,"12"-1"-5"0,-1-1-8 15,0 1-7-15,7-3-12 0,3 0-13 0,5 0-15 16,2 1-11-16,3-2-12 0,2 2-14 0,2-1-1 15,-4-1-18-15,0 2-29 0,1 0-40 0,-6 0-40 0,-6 2-43 16,1-1-39-16,-2 2-117 0,-5-1-262 16,-2-1 117-16</inkml:trace>
  <inkml:trace contextRef="#ctx0" brushRef="#br0" timeOffset="117896.82">11384 9103 69 0,'-6'-4'237'0,"6"4"-9"0,-4-6-10 16,4 6-18-16,0 0-20 0,0 0-23 0,-9-2-16 0,9 2-15 16,0 0-13-16,0 0-3 0,-3 18 4 0,3-8-11 15,0 4-5-15,0 6-8 0,0-1-7 0,0 0-13 16,2 7 0-16,-1-1-11 0,-1-6-4 16,4 7-4-16,-1 0-8 0,0-1-5 0,3-8-16 0,1 7-43 15,0-6-59-15,4-1-79 0,1 0-64 0,-1-1-143 16,0-2-396-16,2-2 176 0</inkml:trace>
  <inkml:trace contextRef="#ctx0" brushRef="#br0" timeOffset="118354.84">11818 9196 272 0,'3'-9'250'0,"-3"9"-22"0,0 0-11 0,0 0-9 15,0 0-9-15,0 0-8 0,0 0-11 0,-13 30-15 16,6-14-10-16,1 2-19 0,3 0-8 0,-4 0-15 16,1 0-11-16,1 0-11 0,1-1-10 0,0-2-7 15,3-3-9-15,-3-2-8 0,1 3-1 0,2-4 5 16,0 1-15-16,-1-5-7 0,2-5 0 0,-1 12 3 16,1-12-9-16,-1 6-4 0,1-6-1 0,0 0 35 15,0 0-2-15,0 0 4 0,0 0-9 0,0 0-7 16,0 0 1-16,0 0-8 0,0 0-7 0,2-33-5 15,5 15 5-15,-2 0-11 0,5-7-9 0,0 0-2 16,1-3-1-16,2-1-9 0,-1 0 5 0,0 1-2 16,2-2-13-16,-1 4 2 0,1-3 3 0,-2 3-1 0,-1 9-2 15,1-5 4-15,-2 6-2 0,-3 2 4 16,1 5 4-16,0 0-7 0,-2 5-1 0,-1 0 2 16,1 1-6-16,-6 3-6 0,13 0 6 0,-5 3 0 15,-2 5 1-15,6 6 3 0,-6 2 6 0,3-1 6 0,0 3 5 16,-1 6-1-16,-2 1 9 0,0-1 1 15,-1-5-1-15,-1 2 1 0,0-4 10 0,2 2-14 16,-3-1-5-16,1 0 6 0,0-2-9 0,0 1 3 0,-2-2 1 16,3 1-2-16,0-6-1 0,-1 2-23 0,1-4-34 15,-1 3-40-15,-3-2-49 0,1-1-56 0,0-5-54 16,-2-3-41-16,4 12-227 0,-4-12-554 0,0 0 245 16</inkml:trace>
  <inkml:trace contextRef="#ctx0" brushRef="#br0" timeOffset="118513.51">11862 9277 177 0,'-4'-6'197'0,"4"6"-17"0,0 0-20 0,12-11-15 16,-2 6-13-16,5-3-18 0,8 2-29 0,4-3-26 16,4 0-46-16,3 1-33 0,2-1-29 0,-3-1-29 15,4 1-27-15,1 1-64 0,-2-2-182 0,2 1 81 16</inkml:trace>
  <inkml:trace contextRef="#ctx0" brushRef="#br0" timeOffset="118732.71">12435 9064 154 0,'2'-7'209'0,"-2"7"15"0,0-11 4 15,0 11-3-15,-2-11-3 0,2 11-6 0,0-11 0 16,0 11-12-16,2-9-19 0,-2 9-12 0,0 0-19 16,-4-10-16-16,4 10-17 0,0 0-17 0,0 0-11 15,0 0-8-15,0 0 1 0,0 0 5 0,4 33-7 16,-4-17-6-16,-2 2-8 0,0 3-4 0,1 4 4 15,1-7-21-15,0 9-5 0,-3-4 0 0,3-3-1 16,-1-1-8-16,1 5-2 0,0-5-2 0,0-4-17 16,0 2-28-16,0-1-32 0,1 1-40 0,-1-1-45 0,2-1-41 15,0-3-53-15,-2 2-48 0,-1-3-201 16,1 2-513-16,0-1 227 0</inkml:trace>
  <inkml:trace contextRef="#ctx0" brushRef="#br0" timeOffset="119130.59">12441 9024 100 0,'5'-24'251'0,"1"5"-10"16,2 1-17-16,0-1-18 0,6-3-10 0,-3 4-14 16,2 4-10-16,-4 5-18 0,8-4-16 15,-2 3-18-15,3 3-11 0,-3 2-9 0,-1 2-11 16,1 3-12-16,2 0-4 0,-4 3-12 0,5 0-6 0,-3 3-2 15,-5 0-11-15,-1 1 0 0,-1 2-5 0,0-1-6 16,-4 3-3-16,-2 1-5 0,-1 0-5 0,-1-1-2 16,-1 2-3-16,-5-2-8 0,1-1-1 0,-2 3-6 15,1-3-3-15,-1-1-16 0,0 1-11 0,0 1-12 16,5-1-6-16,-3-2-7 0,3-1-8 0,0 4 3 16,2-2-8-16,0-9-1 0,4 14-2 15,3-5 0-15,-3-4-2 0,2 3 19 0,5-2 2 16,-1-1 0-16,0 3 2 0,-1-3 11 0,-1 1 8 0,2 1 1 15,-1 0-2-15,-1 0 12 0,-1-1-3 0,1 2 2 16,-2-5 8-16,-2 2 7 0,-1 2 19 0,-1-2 8 16,0 2 9-16,-2-7-2 0,-2 15 6 0,-1-7-1 15,-3 0-7-15,-4 2 1 0,1 0-4 0,-1 2-1 16,-6-3-3-16,1 2-18 0,0-3-26 0,2 0-32 16,-1-2-34-16,4-1-33 0,-2 1-151 0,1 0-300 15,2-2 134-15</inkml:trace>
  <inkml:trace contextRef="#ctx0" brushRef="#br0" timeOffset="119309.95">13196 9167 9 0,'9'-2'224'0,"0"1"-20"0,2-3-23 0,1 2-16 0,-1-1-18 15,2 1-22-15,-4 0-45 0,2 0-55 16,1 1-55-16,-3 0-59 0,-9 1-85 0,11 2-188 16,-11-2 84-16</inkml:trace>
  <inkml:trace contextRef="#ctx0" brushRef="#br0" timeOffset="119445.78">13182 9294 126 0,'0'0'200'0,"0"0"-8"0,-4 6-12 0,4-6-12 15,0 0-15-15,0 0-17 0,13 5-11 0,-3-5-12 16,3 1-27-16,5-1-36 0,-2-1-44 0,6-3-66 16,-1 2-72-16,7-4-93 0,1 3-242 0,-2-4 108 15</inkml:trace>
  <inkml:trace contextRef="#ctx0" brushRef="#br0" timeOffset="125399.43">14436 8718 133 0,'0'0'254'15,"0"0"-26"-15,0 0-25 0,0 0-19 0,0 0-9 16,0 0-14-16,0 0-4 0,0 0-5 0,-18 27-10 0,13-11-11 15,-3 1-10-15,0 2-15 0,1-1-8 16,-1 2-13-16,0-2-3 0,-2-2-8 0,1 7-10 16,4-7-7-16,-3-2-1 0,1 1-10 0,0-1-3 15,2-2-6-15,3-1 10 0,-2-2-17 0,0 0-3 0,2-2-1 16,1-1-3-16,-1 0-2 0,2-6 3 0,-5 10-7 16,5-10-1-16,-3 8-3 0,3-8 0 15,-1 6-1-15,1-6 1 0,0 0-2 0,0 0 1 16,-1 8 3-16,1-8 7 0,0 0 14 0,0 0-3 0,0 0 0 15,0 0-6-15,0 0 6 0,0 0-10 0,0 0-3 16,8-38-2-16,-3 21-2 0,1 0-5 0,5-9-5 16,1 0-1-16,0-2-4 0,0 2 1 15,1-6-3-15,1 4-5 0,0-3 7 0,-1 0-5 0,1 2 2 16,1-3-7-16,-1 6 8 0,-3 1 4 0,0-2-6 16,-1 9 3-16,-4 3 3 0,2 2-3 0,-5 3-4 15,1 1-1-15,-1 3 2 0,2 1-4 0,-5 5 3 16,9-1-1-16,-9 1 1 0,13 11 5 0,-4 2-4 15,0 6-3-15,1 2 9 0,3 3-2 0,-3 4 4 16,1 3 3-16,-3-1 0 0,1-1-3 0,-3-3 3 16,1 2-4-16,2-2-1 0,-4-7-2 0,1 4 2 15,0-3 1-15,-3-1 0 0,1 0-1 0,0-3 1 16,1 1-3-16,-2-5 1 0,2 4 2 0,-1-4-6 16,0-1-12-16,2 5-27 0,-3-6-34 0,2 2-33 15,-1-6-40-15,-3 3-38 0,1-4-28 0,0 1-44 16,-2-6-136-16,0 13-427 0,0-13 190 0</inkml:trace>
  <inkml:trace contextRef="#ctx0" brushRef="#br0" timeOffset="125563.6">14355 8925 118 0,'-6'-7'215'0,"6"7"-21"16,0 0-20-16,4-12-18 0,7 5-16 0,7-2-13 15,11 1-10-15,2-3-14 0,3 3-9 0,4-1-26 16,16 2-36-16,-4-1-53 0,-14 2-59 0,2 4-160 16,-4 2-259-16,-1-2 114 0</inkml:trace>
  <inkml:trace contextRef="#ctx0" brushRef="#br0" timeOffset="125781.78">14245 9371 222 0,'-7'3'236'0,"4"1"-18"15,3-4-13-15,0 0-9 0,0 0-15 16,19 8-15-16,1-8-16 0,14-4-14 0,2-2-14 0,20 1-12 16,-7-7-11-16,7 4-12 0,-2 3-30 0,-1-3-35 15,-2 3-52-15,-13 0-50 0,-1-1-49 0,0 2-48 16,-6 1-122-16,-1 4-323 0,-10 0 143 0</inkml:trace>
  <inkml:trace contextRef="#ctx0" brushRef="#br0" timeOffset="126230.38">14420 9712 95 0,'-11'14'209'0,"2"-7"-8"0,-1 6-5 15,-2-1-15-15,0 3-6 0,5-4-10 0,-2 5-5 16,3-7-13-16,0 8-4 0,-2-1-2 0,1-2-7 16,1-2-9-16,2 3-10 0,1-4-8 0,-1 2-9 15,-1-2-5-15,3-1-2 0,1-1-6 0,-1-1-9 16,0-1-4-16,-2-1 8 0,4-6-11 0,0 0-1 16,0 13 3-16,0-13 1 0,-2 6 3 0,2-6 6 15,0 0 11-15,-1 8 2 0,1-8 8 0,0 0-2 16,0 0-28-16,0 0-5 0,0 0-3 0,9-27-16 15,-2 10 2-15,1-1-4 0,2-5-7 0,1-3 1 0,1 1-17 16,1-2 6-16,1-1-9 0,-1 1-12 16,3 1 2-16,-3-3 17 0,-2 4-20 0,-1 0-3 15,3 3-3-15,-5 4-1 0,2 3 1 0,-1 0 4 16,-3 5-11-16,1 2 6 0,-2 2-3 0,0 1-1 0,-1 3 3 16,-4 2-5-16,9-3 3 0,-9 3-3 15,14 11-6-15,-9-2 2 0,3 6 4 0,-1-1 6 16,-1 5-1-16,3 5 0 0,-4-6-1 0,1 5 2 15,-3-4-3-15,1 0 5 0,0 0 1 0,1 0 10 0,-2-1-14 16,2-2-2-16,-1 0 5 0,-2-5-3 16,5 5 2-16,-2-1 1 0,1-3-6 0,-1 0-25 15,-1-1-45-15,3-2-44 0,-3-3-53 0,0 2-53 16,2 1-51-16,0-2-43 0,-4-1-185 0,1-3-544 0,-3-3 241 16</inkml:trace>
  <inkml:trace contextRef="#ctx0" brushRef="#br0" timeOffset="126396.31">14330 9829 139 0,'0'0'215'0,"-11"-1"-19"0,11 1-19 16,0 0-12-16,0 0-13 0,0 0-17 0,27-6-17 16,1 1-33-16,5-3-29 0,5 3-44 0,0-3-38 15,18-4-49-15,0 0-52 0,-3 0-77 0,-2 1-221 16,-12 3 98-16</inkml:trace>
  <inkml:trace contextRef="#ctx0" brushRef="#br0" timeOffset="126629.82">14979 9626 209 0,'-7'-4'233'0,"7"4"-8"16,0 0-4-16,-11 0-11 0,11 0-15 0,-11 6-7 15,7 1-15-15,-3 0-11 0,-1 6 1 0,1 3-11 16,-3 3-11-16,-1 4-12 0,2 3-11 0,0 0-13 15,2 1 5-15,1-1-20 0,0 3-7 0,5-1-8 16,-3 1-8-16,0-1-7 0,2-5-5 0,3 3-4 16,-1-6-5-16,1 5-5 0,3-5-3 0,0-2-11 15,-2-1 1-15,2 1 12 0,-1-3-21 0,1 2-16 16,0-2-34-16,-2 0-44 0,1-1-55 0,-1-3-51 16,2-1-41-16,-3-1-48 0,-1 1-155 0,2-3-461 15,-2-7 205-15</inkml:trace>
  <inkml:trace contextRef="#ctx0" brushRef="#br0" timeOffset="126763.43">14759 10091 186 0,'4'-8'194'0,"2"3"-20"0,0-2-18 0,5-2-13 16,8 1-15-16,9-7-13 0,2-1-28 0,3 3-33 15,2 0-53-15,13-6-55 0,-11 5-144 0,13-4-214 0,-17 4 95 16</inkml:trace>
  <inkml:trace contextRef="#ctx0" brushRef="#br0" timeOffset="161849.67">15310 8913 49 0,'0'0'76'0,"0"0"-4"0,2 9-2 16,-2-9-5-16,0 0-3 0,2 6 2 0,-2-6-7 16,0 0-2-16,0 0 5 0,0 0 3 0,0 0-1 15,0 0 0-15,5 5 2 0,-5-5-2 0,0 0-2 16,0 0 1-16,0 0-7 0,0 0-2 0,11-11 0 15,-3 4-8-15,5-4-5 0,2-2-5 0,7-5 0 16,-1-1-11-16,1-4 2 0,5 1-2 0,0 0-9 16,2-4-3-16,0 3-17 0,10-10-15 0,-5 1-16 15,-7 6-31-15,1 4-16 0,9-10-21 0,-11 10-87 16,-4 1-207-16,1-1 92 0</inkml:trace>
  <inkml:trace contextRef="#ctx0" brushRef="#br0" timeOffset="162351.34">15363 9950 79 0,'0'0'155'0,"3"-5"-9"0,-3 5-5 0,0 0-9 0,0 0-10 16,0 0-10-16,0 0-6 0,0 0-3 0,0 0-3 16,0 0 2-16,0 0-1 0,0 0-11 0,9 10-6 15,-9-10-2-15,4 5-9 0,-4-5-1 0,5 7-11 16,-5-7-5-16,2 7-3 0,-2-7-7 0,4 5-7 15,-4-5-3-15,0 0-3 0,3 8-3 0,-3-8 2 16,0 0-10-16,4 6 0 0,-4-6-2 0,0 0 5 16,0 0-6-16,0 0-2 0,12-2-3 0,-1-2-11 15,5-6-25-15,12-6-34 0,13-12-53 0,10-8-63 16,22-16-157-16,3-4-355 0,-5-2 158 0</inkml:trace>
  <inkml:trace contextRef="#ctx0" brushRef="#br0" timeOffset="172690.63">16543 9296 174 0,'0'0'172'0,"0"0"-11"0,0 0-19 16,-5-6-11-16,5 6-8 0,0 0-10 0,0 0-8 15,0 0-11-15,0 0-6 0,0 0-4 0,0 0-13 16,0 0-3-16,0 0-11 0,14-7-7 0,-7 5-5 15,-7 2-17-15,20 0-18 0,-9-3-23 0,1 2-27 16,2-1-19-16,2 1-33 0,2-2-25 0,-4 3-116 16,-3 0-252-16,1 0 112 0</inkml:trace>
  <inkml:trace contextRef="#ctx0" brushRef="#br0" timeOffset="172863.5">16622 9363 99 0,'0'0'188'15,"-9"4"-17"-15,9-4-17 0,-6 2-10 0,6-2-11 16,0 0-6-16,0 0-12 0,-8 3-9 0,8-3-14 16,0 0-5-16,0 0-10 0,0 0-11 0,0 0 3 15,24 0-11-15,-4-4-12 0,8 0-16 0,1-5-29 0,4 4-32 16,7-4-27-16,13 0-49 0,0-4-44 0,-2 5-85 16,0-6-256-16,-2-1 113 0</inkml:trace>
  <inkml:trace contextRef="#ctx0" brushRef="#br0" timeOffset="174263.12">17887 8757 22 0,'0'0'150'0,"0"0"-7"0,0 0 3 0,0 0-17 16,0 0 1-16,0 0 0 0,-6-3-8 0,6 3-8 16,0 0 2-16,0 0-10 0,0 0-2 0,0 0-8 15,0 0-2-15,0 0 0 0,0 0-5 0,0 0-2 16,0 0-7-16,-5-7 3 0,5 7-3 0,0 0 3 15,0 0-2-15,0 0-1 0,0 0-7 0,0 0 1 16,0 0-9-16,-3-8-1 0,3 8-7 0,0 0-4 0,0 0-5 16,0 0-2-16,4-13-2 0,-4 13-1 15,7-9-2-15,-2 3-8 0,2-2-5 0,2 0-7 16,7 0 0-16,-2-1 0 0,2 2 0 0,0 0-4 16,-1 1-5-16,2 3-3 0,-2 0-3 0,-5 3 3 0,5 2-1 15,-3 2-4-15,1-1 0 0,-4 3 7 16,1 2-8-16,-1 2 0 0,0 4-2 0,-1 2 0 15,-5 2-1-15,0-1 2 0,-2 1-3 0,-3 2 5 16,-5 4-2-16,1-7 3 0,-4 2-3 0,-4 2 0 0,-3 0-1 16,2-7 5-16,-8 4-4 0,6-7 1 0,0 0-2 15,2 0 5-15,-4-3-4 0,1 0 2 0,0 2-2 16,4-5-2-16,1-1 4 0,2-1 1 0,-1 0-2 16,3-2 4-16,-1-1-3 0,3 2 1 0,7-2 1 15,-11-2 1-15,11 2-3 0,-10 0-1 0,10 0-2 16,-8-4 1-16,8 4-2 0,0 0 0 0,0 0-6 15,0-11 3-15,0 11-2 0,0 0 2 0,14-8-3 16,-5 5 0-16,3 3 1 0,-2-2 2 0,3 2-2 16,1 2 2-16,-1-2-6 0,4 4 5 0,2-1 0 15,0 2 2-15,-3 0-1 0,3 0-2 0,2 3 2 16,-2-2 2-16,8 2-16 0,-8-4-27 0,1 3-23 16,0-1-33-16,1-2-41 0,1 1-31 0,-3-1-34 15,2 0-207-15,-3-4-445 0,2 2 198 0</inkml:trace>
  <inkml:trace contextRef="#ctx0" brushRef="#br0" timeOffset="174480.72">18437 8771 25 0,'-1'-7'204'0,"1"7"-17"0,-2-12-28 0,2 12-14 15,-1-7-18-15,1 7-8 0,0 0-16 0,0 0-6 16,0 0-13-16,0 0 9 0,0 0 12 0,0 0 1 15,21 14-10-15,-11-5-1 0,1 2-2 0,3 3-6 16,0 0-4-16,1 1-13 0,0-1-6 0,0-1-9 16,3 5-1-16,-4-3-5 0,1-4-3 0,2 2-8 0,-2 0-25 15,-3-3-42-15,3 0-48 0,-3-4-43 16,-1 1-45-16,1-1-170 0,-2-3-362 0,1 1 160 16</inkml:trace>
  <inkml:trace contextRef="#ctx0" brushRef="#br0" timeOffset="174679.84">18731 8731 13 0,'-3'-7'235'0,"0"2"-24"15,3 5-21-15,-6-8-23 0,6 8-19 0,-6-2-7 16,6 2-2-16,-14 15 2 0,5 0-6 0,-1 1 1 16,-4 10-7-16,1 0-8 0,-1 0-10 15,4 1-10-15,-3-1-11 0,0 1-6 0,0-3-13 0,2 0-6 16,3 2-5-16,-1-8-9 0,0-1-6 0,6 0-31 15,-3-1-47-15,2-4-51 0,3-2-54 0,1 1-48 16,1 0-174-16,-1-11-389 0,0 0 172 0</inkml:trace>
  <inkml:trace contextRef="#ctx0" brushRef="#br0" timeOffset="174881.33">18916 8701 154 0,'0'0'223'0,"0"0"-26"0,0 0-8 16,4 16-9-16,-4-5-10 0,-1 6-1 0,0 1-11 16,-1 1-6-16,1 6-10 0,0-1-10 0,-1-5-12 15,1 5-15-15,2-5-8 0,2 2-8 0,0-3-10 16,0 0-20-16,4-1-28 0,-4 1-41 0,3-3-52 16,0 0-46-16,1-4-40 0,-2-1-52 0,2-1-120 15,-2-2-347-15,4-1 154 0</inkml:trace>
  <inkml:trace contextRef="#ctx0" brushRef="#br0" timeOffset="175146.75">19075 8892 163 0,'0'0'152'0,"0"0"-13"16,0 0-5-16,0 0-18 0,0 0-11 0,15 14-16 15,-11-10 4-15,-4-4-6 0,11 5 3 0,-3-4 7 16,0 1-4-16,-1-1 0 0,-7-1-2 0,19-3 1 15,-7 0 0-15,-5-1 3 0,0 1 9 0,-2 0 7 16,0-1 2-16,0-2-13 0,-1 2-1 0,-1-3-10 16,-1-2-5-16,-2 9-10 0,-1-18-9 0,-1 9-7 15,-1-1 4-15,-2-1-14 0,-3 1-6 0,-1 2-4 0,3 0-5 16,-1 0-5-16,0 3-16 0,0 0-12 0,1 2-27 16,6 3-33-16,-13-2-38 0,13 2-32 15,-14 0-47-15,14 0-44 0,-9 2-157 0,9-2-410 16,0 0 181-16</inkml:trace>
  <inkml:trace contextRef="#ctx0" brushRef="#br0" timeOffset="175446.77">19402 8548 36 0,'0'0'179'0,"0"0"-18"0,0 0-17 15,0 0-5-15,0 0-1 0,0 0-9 0,0 0-11 16,0 0-12-16,0 0-3 0,0 0-6 0,4 23-12 15,-2-17-7-15,0 0-6 0,4 2-1 0,3 1-2 16,-1-1-4-16,2 2 3 0,0-3-3 0,0 3-3 16,-1-3-1-16,3 1-3 0,-3 2-2 0,2-1 5 15,4 1 8-15,-6-2-5 0,-1 0 4 0,1 1 2 16,-3 1 5-16,1-1 1 0,-3 0 3 0,1 0-3 16,-3 1-4-16,2 0-3 0,-3 0-4 0,-2-3-6 15,-3 3-1-15,1-1-4 0,-3 0-7 0,0 0-4 16,-2 0-5-16,-3-1-4 0,3-1-18 0,-2-1-24 15,0-2-27-15,1 0-28 0,-2-2-42 0,1 1-47 16,1-3-46-16,0 0-29 0,0-4-201 0,-2 0-463 16,6 0 205-16</inkml:trace>
  <inkml:trace contextRef="#ctx0" brushRef="#br0" timeOffset="175601.04">19438 8546 143 0,'4'-10'155'16,"1"2"-9"-16,3 1-12 0,1-1-3 0,4-2-3 15,5-1-10-15,1 2-2 0,6-3-5 0,2 1-11 16,-1 2-8-16,2 1-9 0,-1 0-9 0,1 4-7 16,0-2-7-16,-8 5-15 0,1 0-30 0,-2 0-38 15,-6 0-36-15,1 1-44 0,-1 3-50 0,-3 2-77 16,1-1-250-16,-8 1 111 0</inkml:trace>
  <inkml:trace contextRef="#ctx0" brushRef="#br0" timeOffset="175998.11">18046 9643 210 0,'-13'4'278'0,"2"0"-32"0,3-2-26 16,4 0-20-16,4-2-22 0,0 0-18 0,26 7-12 15,4-5-15-15,22-4-10 0,8-2-9 0,32-3-10 16,5-4-8-16,7 2-2 0,-1 4-16 0,0-10-3 16,1 4-10-16,-1 3-7 0,-7 1-5 0,-2 0-3 15,-31 6-7-15,1-5 1 0,-4 3-13 0,-1-1 3 16,0 3-6-16,-3-1 0 0,-17 0-8 0,-1 1 3 15,-4-2-8-15,-3 3 4 0,-4-3-4 0,-7 3 0 16,-1-1-3-16,-6 2-2 0,0 1 1 0,-3-2-3 16,-3 0-2-16,-7 0 4 0,12 0-2 0,-12 0-2 0,9 0-3 15,-9 0-12-15,0 0-18 0,0 0-21 16,0 0-35-16,0 0-40 0,0 0-36 0,-24 11-38 16,6-3-208-16,-11 0-438 0,-7 1 194 0</inkml:trace>
  <inkml:trace contextRef="#ctx0" brushRef="#br0" timeOffset="176352.71">18574 9928 207 0,'-11'-6'285'0,"6"3"-20"0,5 3-16 16,-6-4-13-16,6 4-3 0,-5-5-15 0,5 5-9 16,0 0-8-16,-7-6-4 0,7 6-11 0,0 0-23 15,0 0-8-15,0 0-24 0,0 0-14 0,0 0-15 16,0 0 2-16,-6-3-29 0,6 3-6 0,0 0-10 16,0 0-4-16,0 0-5 0,3 31-3 0,-2-13 6 15,0 8-5-15,0 1-3 0,1 1-5 0,-2 3-4 16,0-1-5-16,-2 0-1 0,5-2-4 0,-2 0-1 15,1-3-9-15,-1-6 5 0,-2 1 0 0,-1-3-7 16,5 1 3-16,0-1-6 0,-2-4 2 0,0-1-6 16,3-2-29-16,-3 0-33 0,0 0-41 0,-1-4-45 15,3 0-45-15,-3-6-35 0,4 10-31 0,1-8-25 16,-5-2-193-16,14-2-509 0,-3-4 226 0</inkml:trace>
  <inkml:trace contextRef="#ctx0" brushRef="#br0" timeOffset="176631.36">18797 10122 67 0,'0'0'218'0,"0"0"-20"16,0 0-12-16,0 0-14 0,0 0-7 15,8 20-6-15,-5-12-7 0,-1 1-14 0,2-3-13 16,0 4-10-16,1-4-8 0,0 1 8 0,5 2 5 16,2-2 3-16,-2 0-6 0,8-2 1 0,1 0-6 0,-1-3 1 15,2-2-5-15,2-1-4 0,0-3-11 0,0 1-6 16,-2-2-2-16,-1-2-2 0,0 1 0 15,-1-1 1-15,-5 0-17 0,-3 1 1 0,-1 0 7 16,0 0 3-16,-2-1-8 0,-4 0-4 0,1-4-10 0,-4 0-4 16,-2 1-10-16,-2-2 1 0,-5-1-11 0,-4-2-2 15,-1 1-12-15,-5 4-11 0,0 1-5 0,-6 2-3 16,4 3-25-16,-9-2-12 0,2 6-24 0,0 4-23 16,0 0-29-16,1 5-46 0,1 3-56 0,0-2-60 15,1 3-237-15,13-5-555 0,2-3 245 0</inkml:trace>
  <inkml:trace contextRef="#ctx0" brushRef="#br0" timeOffset="177038.87">20725 9300 175 0,'-12'0'251'0,"12"0"-16"0,-9-1-5 0,9 1-10 0,0 0-8 16,0 0 2-16,-10 0-17 0,10 0-17 0,0 0-23 16,0 0-14-16,0 0-16 0,0 0-16 0,0 0-12 15,0 0-18-15,38-9-13 0,-19 7-31 0,1 1-40 16,0 0-51-16,0-3-51 0,-2 3-47 0,0 0-51 15,-5 1-167-15,0 1-402 0,-5 0 178 0</inkml:trace>
  <inkml:trace contextRef="#ctx0" brushRef="#br0" timeOffset="177196.25">20717 9451 152 0,'-1'7'245'0,"1"-7"-24"0,0 0-26 0,0 0-22 16,0 0-15-16,14 5-19 0,0-8-12 0,2-1-13 15,5-1-15-15,6-4-15 0,1 3-26 0,2-2-31 16,-1-1-40-16,4 0-55 0,0 0-47 0,-1 1-151 16,-1-2-289-16,2 1 128 0</inkml:trace>
  <inkml:trace contextRef="#ctx0" brushRef="#br0" timeOffset="181796.8">21998 8793 67 0,'0'0'82'0,"0"0"2"0,0 0-6 15,0 0-9-15,0 0 8 0,0 0-8 0,0 0 6 16,0 0-10-16,0 0 2 0,0 0-3 0,0 0-1 16,0 0-3-16,0 0-1 0,0 0-1 0,0 0-3 15,0 0 3-15,0 0-3 0,0 0 2 0,0 0-2 16,0 0-1-16,0 0 1 0,0 0-8 0,0 0 1 16,0 0-3-16,0 0-1 0,0 0 2 0,0 0-6 15,0 0-2-15,0 0 4 0,0 0-2 0,0 0 1 16,0 0 5-16,0 0 5 0,0 0 2 0,0 0 5 15,0 0 3-15,0 0 3 0,0 0 1 0,0 0 0 0,0 0-1 16,0 0-1-16,0 0-4 0,0 0-10 0,0 0-3 16,3-5-4-16,-3 5-6 0,0 0-5 15,5-9-2-15,-5 9-1 0,4-5-4 0,-4 5-3 16,5-3-1-16,-5 3-7 0,8-4-4 0,-8 4 0 0,8-3-2 16,-8 3-5-16,12 0-3 0,-12 0-2 0,16 7 1 15,-6-2 2-15,-2 1-3 0,1 2 1 0,0 2 1 16,2 3-4-16,-3 2 2 0,-3-4 0 0,1 4 6 15,3-1-4-15,-6-1 1 0,1-2-4 16,-3 5 7-16,-1-4-3 0,-1 0 0 0,-2 1 5 0,-1-2-3 16,-1 1 1-16,-6 2 0 0,2 1-1 0,-7-5 3 15,2 2-3-15,-4 1 3 0,0-3-3 0,2-1 4 16,-2 0-2-16,4-4-2 0,1-2 1 0,0 0 10 16,3-2-10-16,1 3 1 0,0-3-1 0,9-1-1 15,-15-1-2-15,15 1 2 0,-10-4-1 0,10 4 3 16,-10-5-5-16,10 5-7 0,-6-8 2 0,6 8 2 15,0-9 0-15,0 9-3 0,4-11-2 0,-4 11 4 16,12-7-3-16,-7 3 3 0,1 0-4 0,5 3 0 16,0-1 1-16,-1 4 5 0,2-2 1 0,2 3-4 0,0-3 3 15,0 3 0-15,-1 3 1 0,4-1-1 16,-4 0 1-16,0-1 3 0,4 1-1 0,-1 2 1 16,0 0-7-16,-4-3 4 0,5 2 3 0,-3-1-2 15,1-1-10-15,3 0-24 0,-2 1-30 0,0 0-37 0,0 1-22 16,-2-3-31-16,2 2-19 0,-2-1-25 15,4-1-126-15,-4-2-352 0,3 0 156 0</inkml:trace>
  <inkml:trace contextRef="#ctx0" brushRef="#br0" timeOffset="182015.56">22507 8848 84 0,'0'-9'149'0,"0"9"-14"15,0 0-11-15,0 0 22 0,7-2-5 0,-7 2-7 16,0 0 0-16,15 12 0 0,-10-3-6 0,3 1-4 16,0 0-9-16,2 1-11 0,-1 3-11 0,1-3-6 15,0 2-10-15,3-1-9 0,-3 1-7 0,3-1-2 16,-4-3-9-16,0 0-5 0,1-1-5 0,-2 2-18 16,1-3-27-16,-3 0-43 0,3 1-27 0,-1-2-43 15,-2 1-32-15,-1-3-28 0,-1-1-102 16,-4-3-304-16,9 4 135 0</inkml:trace>
  <inkml:trace contextRef="#ctx0" brushRef="#br0" timeOffset="182214.76">22707 8855 26 0,'0'0'190'0,"-1"-9"-17"0,1 9-19 16,0 0-17-16,-2-10-11 0,2 10 8 0,0 0 4 15,0 0 14-15,0 0 4 0,-14 25 1 0,5-9-8 16,0 3-8-16,-4 4-3 0,-3 3-7 0,0 2-9 15,-1-4-13-15,1 1-9 0,0-1-9 0,2 1-9 16,-2-5-7-16,2 1-11 0,4-4-5 0,1-1-9 16,1 0-21-16,3-5-32 0,1 0-48 0,-1-2-48 15,3 2-44-15,1-4-47 0,1 2-210 0,0-9-433 16,1 9 192-16</inkml:trace>
  <inkml:trace contextRef="#ctx0" brushRef="#br0" timeOffset="182446.46">22904 8846 183 0,'14'7'200'16,"-12"-2"4"-16,1 2-6 0,-1 3 5 0,1 2-6 0,-1 1-14 16,0 2-11-16,-1 2-13 0,0-2-14 15,0 1-14-15,-1 1-14 0,2 0-7 0,-1-5-14 16,0 5-7-16,2-2-14 0,-1 2-5 0,0-1-8 15,3 0-16-15,-2-6-32 0,-2 0-41 0,1 0-49 0,2 1-56 16,-1-1-49-16,-1-2-192 0,-2-8-405 16,7 9 179-16</inkml:trace>
  <inkml:trace contextRef="#ctx0" brushRef="#br0" timeOffset="182696.9">23130 8997 63 0,'0'0'179'0,"13"3"-3"0,-13-3-10 0,7 4-4 0,-7-4-2 16,8 5-11-16,-3-3 2 0,2 1-4 0,-1-1-8 16,-6-2-10-16,14 1-1 0,-6-1-5 0,-1 1-10 15,-7-1-11-15,17-2-10 0,-11 2-3 0,-6 0 0 16,14-2 3-16,-9 1 5 0,-5 1 6 0,8-4 3 16,-8 4-8-16,7-6 2 0,-7 6-8 0,2-9-15 15,-2 9-3-15,0 0-8 0,-6-16-9 0,2 11-10 16,-3-3-2-16,2 1 4 0,-4 0-14 0,4 2-2 15,0 1-12-15,-1-1-19 0,-1 1-22 0,7 4-20 16,-10-5-35-16,4 3-46 0,6 2-57 0,-11 0-67 16,11 0-234-16,-17 3-519 0,9-1 230 0</inkml:trace>
  <inkml:trace contextRef="#ctx0" brushRef="#br0" timeOffset="183063.71">23337 8603 21 0,'2'-7'193'0,"-2"7"-10"0,0 0-12 0,3-6 8 15,-3 6 3-15,0 0-3 0,0 0-12 0,0 0-9 16,5 18-10-16,-2-12-9 0,-1 0-10 0,3 3-12 16,3 1-10-16,0-2-10 0,-1 3-9 0,5-2-9 15,1 3-9-15,-4-5-5 0,2-1-6 0,-1 1-5 16,1-2-2-16,2 0-6 0,0-3-3 0,0 2-6 15,0-3-3-15,-2-2-3 0,2 0 0 0,-1 0-4 16,-3-3 1-16,1 1 3 0,-3 1-1 0,3-3 1 0,-3 1 2 16,-3-1 1-16,1-2 4 0,0 1 15 15,-1-3-9-15,-1-1-3 0,0 1-3 0,1-1 0 16,1 0 1-16,-3 4 9 0,-2 6-6 0,2-9-6 16,-2 9-5-16,3-8-5 0,-3 8-6 0,2-6-4 0,-2 6-6 15,0 0 4-15,0 0 1 0,4 23-6 0,-3-5-1 16,-1 1 4-16,0 8-2 0,-2 2 2 15,2-3-5-15,0 3-23 0,-1-1-48 0,-1-1-57 0,1 2-73 16,2-2-70-16,-3-1-240 0,-1-1-545 0,-1 0 241 16</inkml:trace>
  <inkml:trace contextRef="#ctx0" brushRef="#br0" timeOffset="184780.98">10709 9951 34 0,'0'0'118'16,"-11"-1"-11"-16,11 1 1 0,0 0-7 0,0 0-4 15,-9-1-4-15,9 1-11 0,0 0-6 0,0 0-8 16,0 0-6-16,0 0-1 0,32-4-7 0,-2-2-3 16,9 0-4-16,21-3-6 0,32-1-1 0,4-4-1 15,4 1-11-15,2 1-10 0,-3 4-23 0,1-1-20 16,0-2-27-16,-3 3-23 0,0-2-15 0,-4 3-90 15,2-1-195-15,-4 2 86 0</inkml:trace>
  <inkml:trace contextRef="#ctx0" brushRef="#br0" timeOffset="187029.92">9927 11959 70 0,'0'0'94'0,"0"0"-8"16,0 0-24-16,0 0 18 0,0 0-13 0,0 0-3 16,0 0-9-16,0 0-1 0,0 0-3 0,0 0-8 15,0 0 14-15,0 0-22 0,0 0 0 0,0 0-8 16,9-1 13-16,-9 1 7 0,0 0-8 0,0 0 11 15,0 0-9-15,0 0 13 0,0 0 1 0,0 0 3 16,0 0 7-16,0 0-1 0,0 0 5 0,0 0 5 16,0 0 2-16,0 0 2 0,0 0 6 0,0 0-3 15,0 0 2-15,0 0-5 0,0-8-4 0,0 8-7 16,0 0-9-16,0 0-1 0,0-11-7 0,0 11-1 16,0-9-2-16,0 9-3 0,0 0 2 0,0-12-1 15,0 12-3-15,0-10-8 0,0 10 9 0,-3-8-4 0,3 8-5 16,0 0 0-16,2-9-3 0,-2 9-3 0,0 0-7 15,0 0-3-15,0 0 0 0,0 0-8 16,0 0-1-16,0 0-2 0,0 0 0 0,0 0-2 16,0 0 1-16,6 23-4 0,-3-5 1 0,-1 1 1 15,2 8 3-15,0-2-1 0,-1 2 3 0,-2 1 5 0,0 0-3 16,0-1 1-16,1 4 2 0,-2 0 10 0,2-3-3 16,-1-1 0-16,2-2 0 0,-3 0-2 15,1-6 2-15,-1-1-5 0,1 0 1 0,-1-3 0 16,0-1-2-16,2-2 2 0,-2-1-3 0,1 0 2 0,-1-1-1 15,3-1-5-15,-3-2 3 0,0-7 2 0,0 12-4 16,0-12 0-16,2 10 3 0,-2-10-6 0,0 7 4 16,0-7-2-16,0 0 1 0,0 7 0 0,0-7-3 15,0 0 2-15,0 0 3 0,0 0-1 0,0 0 2 16,0 0-7-16,0 8 1 0,0-8-1 0,0 0-11 16,0 0-32-16,0 0-26 0,0 0-28 0,0 0-34 15,0 0-27-15,-5-27-24 0,5 19-25 0,-1-3-26 16,1-1-176-16,0 0-436 0,0-5 193 0</inkml:trace>
  <inkml:trace contextRef="#ctx0" brushRef="#br0" timeOffset="187798.78">9970 11905 135 0,'0'0'163'0,"0"0"-1"15,-2-9-10-15,2 9-10 0,0 0-7 0,0-12-14 16,0 12-12-16,1-12-8 0,-1 12-13 0,4-10-14 15,-1 2-6-15,3 0-3 0,0 1-2 0,5-3-8 16,0-1-1-16,6 1-4 0,-2-1-11 0,2 4 5 16,2 0-11-16,0 1 2 0,0 1-6 0,0 4-6 15,-1 2 4-15,-1 0-5 0,-1 3-2 0,-3 2 1 16,4 0-4-16,-6 1-2 0,3 5 1 0,-2 1-2 16,-3-4-1-16,1 7 0 0,-2 0 12 0,-4 0 8 15,-1 0 2-15,-1-1 5 0,-4 1 4 0,-1-1 0 16,0 2-1-16,-5-1 0 0,-3-1-5 0,-1 0-1 15,-2 0-5-15,0 0 1 0,-5 2-4 0,-3-2-5 16,6-3-3-16,-8-1 2 0,5-1-4 0,4-3 0 16,2-2-2-16,1-1-2 0,1-1 1 0,4-1 2 15,0 1 3-15,7-3 2 0,-11 4-1 0,6-3 4 16,5-1 3-16,0 0-2 0,-9 2 11 0,9-2-6 16,0 0-2-16,0 0-2 0,0 0-4 0,0 0-4 15,0 0-4-15,0 0 2 0,-9-6-7 0,9 6 1 16,0 0-2-16,0 0 1 0,0 0-5 0,0 0-2 15,0 0-1-15,27-6 1 0,-21 3-1 0,-6 3 3 16,10-1-4-16,-10 1 3 0,14 0-5 0,-5 1 4 16,-1 0 4-16,-8-1-9 0,15 3 2 0,-8-3-3 15,-1 3-2-15,-6-3 3 0,13 5-3 0,-8-2 3 16,3 0-1-16,-2 1 10 0,3 3-10 0,-1-2 6 16,1 2 1-16,0 1 3 0,0 2 4 0,-2-1-7 15,2 1 6-15,1 3 7 0,1 1-1 0,-3-3 2 16,1 3-3-16,-1-5 4 0,-1 0-2 0,0 2 14 15,1-3-13-15,-2 3 0 0,1-3-2 0,0 1 6 16,0-4 5-16,-2 2 2 0,1 2-2 0,-1-6 1 16,0 1-8-16,-1 2-3 0,0 0 3 0,-4-6 3 15,8 5-3-15,-4-2-3 0,-4-3-7 0,5 5 4 16,-5-5 0-16,0 0-1 0,7 6-4 0,-7-6 4 16,4 3-4-16,-4-3-8 0,0 0 0 0,0 0 8 15,5 4-3-15,-5-4-1 0,0 0-1 0,0 0-15 0,0 0-14 16,0 0-28-16,0 0-32 0,0 0-41 0,0 0-46 15,0 0-51-15,0 0-35 0,0 0-223 16,0 0-520-16,0 0 230 0</inkml:trace>
  <inkml:trace contextRef="#ctx0" brushRef="#br0" timeOffset="188280.76">10565 12265 161 0,'0'0'180'0,"0"0"-1"0,0 0-11 15,0 0-6-15,0 0-9 0,-13 18-10 16,13-18 0-16,-5 12 1 0,2-2-8 0,1-1-8 16,-1 1-13-16,1 1-5 0,0 0 1 0,1 2-8 0,-1-3-9 15,2 3 13-15,0-1-7 0,0 1-10 0,0-3-10 16,0 2-8-16,1-2-5 0,1 0-3 0,2 1-9 15,1-2 0-15,2 1-10 0,-1-4-5 16,-1 3 0-16,0-2-5 0,1-1-3 0,-1 0 1 16,5-2 8-16,-1-1 3 0,2-1-1 0,1 1-1 15,-2-3 4-15,-2 0-2 0,4-2 3 0,-1 1 6 0,1-1-3 16,-1-3-1-16,-1 1-5 0,3-2 0 16,-3-1-6-16,-2-2-1 0,4-1-6 0,-5-1 0 15,0-3-3-15,1 1 1 0,0-2-3 0,-2-1-4 0,-1 1 3 16,-4-3 2-16,3 1 1 0,-4 2-3 0,-1-2-7 15,0 2-3-15,-2-4 0 0,1 3 2 0,-1 4-1 16,2 3-1-16,-3-1-3 0,-2 0-2 0,2 3-3 16,-1 0 1-16,0 3-5 0,-2-1-2 0,-3 2 3 15,0 0-5-15,-2 3-5 0,-2 3 0 0,-3 0 2 16,4 2 2-16,-2 2-12 0,1-1-19 0,4 1-25 16,-1-1-32-16,0 2-34 0,1 0-45 0,2 0-48 15,3-2-50-15,0 1-43 0,2 3-171 0,1-4-519 16,2-6 230-16</inkml:trace>
  <inkml:trace contextRef="#ctx0" brushRef="#br0" timeOffset="188546.76">11192 12141 126 0,'0'0'248'0,"0"0"-23"0,0 0-16 15,0 0-11-15,10-2-21 0,-10 2-15 0,0 0-15 16,0 0-16-16,15-2-8 0,-8 1-11 0,5 0-11 16,1 2-12-16,4-4-6 0,1 2-9 0,-5 0-6 15,4 0-16-15,-5 1-23 0,1-1-29 0,0-1-36 16,-3 1-43-16,0 1-33 0,-3 0-36 0,-7 0-26 15,13 0-128-15,-13 0-325 0,7 1 145 0</inkml:trace>
  <inkml:trace contextRef="#ctx0" brushRef="#br0" timeOffset="188716.67">11215 12269 87 0,'0'0'194'0,"0"0"-4"16,-5 4 0-16,5-4-6 0,0 0 6 0,0 0-8 15,0 0-15-15,0 0-14 0,0 0-10 0,0 0-17 16,26-2-11-16,-13-1-12 0,7-2-18 0,-1-1-21 16,7-2-30-16,-1-2-35 0,-3 4-59 0,5-1-54 15,-2-5-38-15,-7 3-162 0,8-1-339 0,-5 0 150 16</inkml:trace>
  <inkml:trace contextRef="#ctx0" brushRef="#br0" timeOffset="193612.83">13021 11549 60 0,'0'0'91'0,"0"0"-3"0,0 0 1 16,0 0-6-16,0 0 2 0,0 0-3 0,9-8-2 15,-9 8 6-15,0 0 3 0,2-10 3 0,-2 10-1 0,2-8-4 16,-2 8 4-16,0-11 3 0,0 11-6 0,0-8 3 16,0 8-1-16,2-10 0 0,-2 10-3 15,2-8-3-15,-2 8 1 0,0 0-3 0,0-11-4 0,0 11-4 16,0 0-7-16,0 0-10 0,0-7-6 0,0 7-6 15,0 0-7-15,0 0-4 0,0 0-3 0,0 0 7 16,0 0 3-16,0 0 2 0,6 30 12 16,-6-10-3-16,4 5-5 0,-2 4 6 0,1 0 0 15,1 3-3-15,-2 0-6 0,2 0-1 0,-4 1-6 0,2-3-1 16,1 0-4-16,-1 3 5 0,0-6 1 0,3 0 4 16,-4-1-16-16,-1-8 0 0,2 0 1 15,0 1-5-15,-2-5 0 0,4 0-4 0,-4 1 1 0,0-3-5 16,0-3-2-16,2-1 3 0,0-1-3 0,-2 1-2 15,0-8 4-15,0 13-5 0,0-13 1 0,0 7 0 16,0-7-3-16,1 6 2 0,-1-6-2 0,0 0-3 16,0 0-10-16,0 8 1 0,0-8-29 0,0 0-19 15,0 0-28-15,0 0-38 0,0 0-33 0,0 0-51 16,0 0-37-16,-14-14-194 0,7 4-470 0,2 0 208 16</inkml:trace>
  <inkml:trace contextRef="#ctx0" brushRef="#br0" timeOffset="194030.31">13048 11537 86 0,'9'-14'121'0,"-1"-4"-15"0,4 3 3 0,1 4-10 16,0 0-5-16,1 1-7 0,-3 3 2 0,3-1-8 16,-1 2-9-16,-4 2-8 0,3 3-13 0,-1 1 1 15,-2 0-3-15,0 1-2 0,0 3 4 0,0 2 7 16,0 3 2-16,-2 1-6 0,-3 1-9 0,1 1 17 15,-3-1-8-15,-2 1 2 0,2 6 0 0,-6-1 1 16,-1-1-2-16,-4 2-11 0,3-1 4 0,-4-2-1 16,-1 1-5-16,0-1-3 0,-3-2-6 0,4-2-4 15,0 0 8-15,1-4 1 0,1 1-6 0,-1-4 5 16,3 1 2-16,2-1 3 0,4-4 4 0,-9 6-2 16,9-6 2-16,-6 5 1 0,6-5 0 0,-6 3 2 15,6-3 4-15,0 0-5 0,0 0 0 0,-6 4-5 16,6-4-3-16,0 0-5 0,0 0 4 0,0 0-15 15,0 0-1-15,0 0-10 0,0 0 1 0,0 0 4 16,0 0-7-16,0 0-3 0,0 0 0 0,10 12 0 16,-2-5-3-16,-3 0-3 0,3 0 3 0,0 3 0 0,1-2 7 15,2 6-11-15,0-2 4 0,0 3-3 16,2-2 5-16,-1 0-5 0,-1 1-2 0,1-2-1 16,1 1-16-16,-4-4-21 0,5 4-31 0,-8-5-31 0,3 2-33 15,0-3-39-15,3 0-19 0,-2 1-17 0,-1-2-151 16,1-1-388-16,-1 0 172 0</inkml:trace>
  <inkml:trace contextRef="#ctx0" brushRef="#br0" timeOffset="194413.71">13584 11762 177 0,'0'0'194'0,"0"0"-8"0,0 0-5 16,1-7-16-16,-1 7-7 0,0 0-9 0,0 0 1 15,0 0-7-15,0 0-8 0,-16 22-5 0,11-11-10 16,0-1-9-16,1 6-8 0,0-3-6 0,4 0-9 16,-2 2-9-16,2-2-12 0,-2-2-7 15,2 1 7-15,2-2-19 0,-4 3-4 0,4-4-4 0,0 0-5 16,0 0-3-16,2-3 5 0,-1 3-10 0,4-4-4 16,-2 0 1-16,1 1-1 0,0-3 1 0,5 0-3 15,-1 0-4-15,-1-2 2 0,2 0-5 0,1-1 3 16,1-1-3-16,-2-1-1 0,2 0-2 0,0-3 1 15,-1 0-2-15,-1-4 6 0,-2 3 8 16,1-4-10-16,-4 0-2 0,3 0 10 0,1-4-11 0,-4-1 4 16,0 0 3-16,-6-1-4 0,1 2 1 15,-1 1 1-15,0 1-3 0,-1 0 1 0,-5 0-6 0,2 0 1 16,-4 1-2-16,2 2-3 0,-3-1 0 0,-2 2 0 16,-3 1-7-16,3 4 5 0,-1-1 1 0,-1 1-3 15,-1 5-6-15,1-2-14 0,0 2-20 0,-5 4-28 16,7 1-30-16,-1 0-38 0,3 0-38 0,-1 1-40 15,2 2-212-15,-1-1-460 0,7 0 203 0</inkml:trace>
  <inkml:trace contextRef="#ctx0" brushRef="#br0" timeOffset="195364.97">13003 12375 76 0,'0'0'187'0,"-16"-3"-6"0,7 2 1 0,2-1-6 16,7 2-6-16,-17 0-8 0,9-1-3 0,0-1-11 15,8 2-15-15,-15-1-7 0,7 0-4 0,8 1-7 16,-13 1 0-16,13-1-5 0,-11-1-6 15,11 1-8-15,-12 0-3 0,12 0-1 0,-11-2 5 0,11 2-10 16,-9 0-2-16,9 0 0 0,0 0 0 0,-11 0 0 16,11 0-1-16,0 0-8 0,-11 0 1 0,11 0-3 15,0 0-2-15,0 0 1 0,0 0-8 16,-9 0 8-16,9 0-5 0,0 0-4 0,0 0 0 0,0 0 3 16,0 0-18-16,0 0 9 0,0 0-5 0,0 0 2 15,0 0-16-15,0 0 4 0,0 0-5 0,0 0 4 16,-10 2 4-16,10-2-9 0,0 0-8 0,0 0 10 15,0 0 3-15,0 0 9 0,0 0 0 0,0 0 6 16,0 0-7-16,0 0-1 0,0 0-19 0,-10-2 9 16,10 2-2-16,0 0-9 0,-11-3-2 0,11 3 1 15,-12-4-8-15,1 2 0 0,4 1 1 0,-2-1-4 16,-2 1 0-16,0-2 2 0,-3 2-3 0,1-3 1 16,-1 3-10-16,-3-2 1 0,5 2-1 0,-6-2-1 15,-2 2-1-15,1-1 4 0,2 0-7 0,3 0-4 16,-3 2 6-16,2 0 1 0,4 0 8 0,-1 0-9 15,0-3-10-15,12 3 12 0,-15 0-1 0,8 1-2 16,7-1-5-16,-14-1 7 0,14 1 0 0,-9 3 0 16,9-3 3-16,-10 0 0 0,10 0-1 0,0 0 2 15,-8 0-4-15,8 0-3 0,0 0 1 0,0 0-2 0,0 0-3 16,0 0 4-16,0 0 1 0,-9 0-4 0,9 0 0 16,0 0 0-16,0 0 0 0,0 0 2 0,0 0 6 15,29 4-4-15,-8-4-8 0,15-3 8 16,15-2-1-16,9-1-1 0,35-5 6 0,-1 0-6 0,10 2 0 15,1-5 2-15,6 0-5 0,0 1 4 0,-2 1 3 16,5 0 6-16,2 1-7 0,-1 0 3 16,0 0 5-16,-5-1-11 0,-2 2 0 0,-1 4-2 0,-3-3 2 15,-1 2-1-15,-5-4 4 0,0 5 1 0,-6-3-3 16,-27 3-1-16,0 2-2 0,-2-2-1 0,-2 3 5 16,-4-1 0-16,-7 1-2 0,2 0 0 0,-16 0 1 15,1 0-1-15,-3-2 0 0,1 1-1 0,-2 0 5 16,-4 1 2-16,-8 1-3 0,1 0 5 0,-3-1 0 15,-6 2-1-15,-2-2 0 0,0 2-4 0,-4 0 3 16,-1 0 2-16,-6 1-4 0,12-2 4 0,-12 2-5 16,6 0 2-16,-6 0 1 0,0 0-1 0,0 0-4 15,0 0-14-15,0 0-20 0,0 0-32 0,0 0-44 16,-28-5-42-16,10 7-53 0,-2 1-75 0,-7 2-70 16,-5 4-337-16,-5-2-744 0,-1 3 330 0</inkml:trace>
  <inkml:trace contextRef="#ctx0" brushRef="#br0" timeOffset="196132.68">12870 12698 23 0,'0'0'232'0,"0"0"-7"16,0-11-7-16,0 11-4 0,0 0-1 0,-2-8-2 16,2 8-7-16,0 0-4 0,0-10-9 0,0 10-6 15,0 0-10-15,0 0-5 0,0 0-17 0,0 0-8 16,-2-9-16-16,2 9-15 0,0 0-14 0,0 0-8 16,0 0-14-16,0 0-5 0,0 0 0 0,0 0 3 15,0 0 11-15,7 29-11 0,-5-11-3 0,2 0-7 16,-2 8-4-16,0-1-2 0,3 0-7 0,-2-5 1 15,-1 6-14-15,1 0 5 0,-1-7-4 0,0 0 6 16,0 1-5-16,-2 4-14 0,2-4 6 0,0-2-3 16,-2-2 0-16,0 1-10 0,0-4 1 0,0-3 4 15,0 1-5-15,0 0-4 0,0-3-9 0,0-1-26 16,0 1-20-16,3-1-35 0,-3-7-42 0,-1 10-40 0,1-10-37 16,-2 9-39-16,2-9-22 0,0 0-21 15,0 0-18-15,0 0-181 0,0 0-513 0,0 0 226 16</inkml:trace>
  <inkml:trace contextRef="#ctx0" brushRef="#br0" timeOffset="196316.75">13160 12875 117 0,'12'-2'207'0,"-6"1"-21"16,-6 1-21-16,15-3-17 0,-3 3-3 0,1-1-9 0,3-1-13 15,2 0-6-15,3-1-11 0,-1-1-8 0,2 2-11 16,7-3-8-16,-2-1-10 0,0 2-5 0,-6 0-14 15,0 0-19-15,-2-1-22 0,-1 4-36 16,0-3-40-16,-4 2-35 0,-3 0-26 0,-1-2-142 0,-2 3-291 16,-4-4 130-16</inkml:trace>
  <inkml:trace contextRef="#ctx0" brushRef="#br0" timeOffset="196512.73">13448 12703 42 0,'-8'-5'205'0,"8"5"1"0,-6-5-5 15,6 5-5-15,-4-5-13 0,4 5-14 0,0 0-18 16,0 0-10-16,0 0-1 0,0 0 1 0,-13 10-5 16,12-1 5-16,-4 2-5 0,1 1-13 0,2 6-13 15,-1 0-7-15,1 1-10 0,2 1-9 0,2 5-9 16,-2-1-5-16,0-5-7 0,1 0-7 0,3 0-15 16,0-2-25-16,4 2-31 0,-2 0-49 15,1-6-55-15,1 1-60 0,6-2-59 0,-9 0-164 0,6-3-434 16,5-2 192-16</inkml:trace>
  <inkml:trace contextRef="#ctx0" brushRef="#br0" timeOffset="196996.37">13827 12768 203 0,'0'0'236'0,"0"0"-24"0,5-5-10 0,-5 5-5 0,0 0-3 16,0 0 0-16,2 19 18 0,-2-10-21 0,0 3-10 15,-2 2-16-15,1 1-15 0,-1 0-7 0,2-1-13 16,-2 1 0-16,2 1-13 0,0-3-5 0,0-2-9 16,0 1-11-16,0-1-4 0,0 0-7 0,0-6-12 15,0-5 3-15,0 11-7 0,0-11-3 16,0 10 6-16,0-10 5 0,0 0-3 0,0 10 16 0,0-10 17 16,0 0 5-16,0 0-2 0,0 0-12 0,0 0-5 15,0 0-13-15,0 0-8 0,0 0-15 0,0 0 0 16,-2-31-5-16,2 13-2 0,2 2-5 0,2-4-3 15,3-3-7-15,-1-5-5 0,2 0 1 0,-1 0-5 16,3 0-8-16,0-1-3 0,1 0-17 0,-2 4 14 16,2 1-3-16,-4 8 0 0,2 0 0 0,-5 5 9 15,4 2-15-15,-4 1 0 0,-2 1-2 0,1 4-3 16,-3 3 3-16,6-6-5 0,-6 6 1 0,0 0-14 16,13 11 15-16,-5-4 2 0,-4 5 7 0,4 2 0 15,-3 4-10-15,4-1 16 0,-2 2-1 0,-3 0 5 16,1-2-1-16,1 7 2 0,2-7 0 0,-4 1 0 15,0-2-5-15,-1-4 5 0,1 4-3 0,-2-6 0 16,1 1 0-16,-2 1-16 0,4-3 17 0,-5 1 2 16,5-1-4-16,-5 1 0 0,3-3-24 0,-1-1-32 15,-2 1-33-15,0-7-17 0,2 6-32 0,-2-6-28 16,0 0-31-16,-2 10-32 0,2-10-35 0,0 0-40 0,-5 9-29 16,-2-6-229-16,-2-1-597 0,0 2 265 0</inkml:trace>
  <inkml:trace contextRef="#ctx0" brushRef="#br0" timeOffset="197367.53">13854 12909 84 0,'-6'-4'245'0,"6"4"-28"0,0 0-22 15,0 0-16-15,0 0-20 0,11-11-16 0,1 6-17 16,0-1-7-16,6-1-15 0,2 0-20 16,-1 0-19-16,0 0-23 0,0-1-15 0,6-3-30 15,-1 0-26-15,-4 4-14 0,3-4-24 0,-6 4-4 0,2-1-5 16,-1 1 1-16,-3-1 2 0,-1 2 12 0,-5 0 5 15,4 1 12-15,-3-1 21 0,-2-2 21 16,-3 5 19-16,-1-4 30 0,1 2 25 0,-3-1 19 0,5 2 8 16,-4-2 11-16,-3 6 11 0,3-7 0 0,-3 7 5 15,3-7-1-15,-3 7 0 0,0 0-6 0,4-6-10 16,-4 6-14-16,0 0-9 0,0 0-7 0,7-2-9 16,-7 2 0-16,0 0 13 0,4 14 14 0,-4-14 7 15,5 17 8-15,-2-1 2 0,-2 2-1 0,0 1-16 16,-1 5 1-16,0-4-13 0,2 5-4 0,0-5-8 15,-2 5-4-15,2-5-11 0,0-1-2 0,-1 0-11 16,1-2 0-16,-2-1-9 0,0 0 3 0,2-5-9 16,-2 3-27-16,2-5-18 0,0 2-24 0,1-4-35 15,-2 1-33-15,-1-8-39 0,-1 10-36 0,2-3-39 16,-1-7-24-16,0 0-23 0,1 7-30 0,-1-7-151 16,0 0-486-16,0 0 215 0</inkml:trace>
  <inkml:trace contextRef="#ctx0" brushRef="#br0" timeOffset="197730.31">14254 12704 142 0,'9'-14'203'0,"-5"5"-7"0,3-1-5 0,2 1-7 16,-2 1-8-16,-3 4-7 0,2-3-13 0,0 4-2 16,-1 0-2-16,1-1-6 0,3 4-11 0,-9 0-5 15,12 0-19-15,-12 0 9 0,12 3-10 0,-7 1-10 16,-1-1-9-16,2 3-4 0,-2-1 5 0,1 1-12 15,-2 3-11-15,-2-1-4 0,-1-8-5 0,-1 14-5 16,-2-4-8-16,-2-2-5 0,2 4-5 0,1-7-4 16,0 2 4-16,-3-1-19 0,5-6-15 0,-2 7-14 15,2-7-12-15,-2 9-6 0,2-9-5 0,0 0-6 16,0 0 0-16,2 11 5 0,-2-11-3 0,9 2 4 16,-9-2 3-16,11 1 4 0,-11-1 2 0,13 2 5 15,-6-2 0-15,-7 0 2 0,14 2 2 0,-5-2 2 16,-3 3 12-16,0 0 2 0,-6-3 5 0,8 6 6 15,-5-2 9-15,-1 1 5 0,-2-5-3 0,4 10 0 16,-4-10-3-16,-4 13 0 0,2-8-2 0,2-5-1 16,-9 14-17-16,4-6-19 0,0-2-30 0,1-1-39 15,-3-1-46-15,1 1-58 0,2-1-54 0,-4-1-150 16,-3 1-428-16,11-4 190 0</inkml:trace>
  <inkml:trace contextRef="#ctx0" brushRef="#br0" timeOffset="197930.09">14673 12540 91 0,'12'9'259'0,"-5"-1"-4"0,4 7-6 0,-2 2-15 16,-4 2-15-16,1 6-17 0,-2 0-19 15,-4 2-19-15,-3 0-15 0,0 0-11 0,-3 1-16 16,-6 1-14-16,3-2-9 0,-6 3-15 0,-4-4-25 15,-3 0-33-15,0-1-45 0,-5 0-55 0,0 2-68 0,-11 4-63 16,-3 2-163-16,-3-4-396 0,-5-6 175 0</inkml:trace>
  <inkml:trace contextRef="#ctx0" brushRef="#br0" timeOffset="198196.46">12222 12836 120 0,'-28'8'324'0,"-3"7"-33"0,2 9-30 15,-5 19-24-15,7 4-23 0,8 10-21 0,5 2-21 16,7 21-19-16,7-22-17 0,5 0-13 0,11-2-10 15,9-5-10-15,11 0-12 0,6-5-9 0,25 9-18 16,-15-23-24-16,28 6-46 0,-21-20-66 0,32 1-72 16,-3-10-59-16,-23-7-179 0,27-5-415 0,-27-3 184 15</inkml:trace>
  <inkml:trace contextRef="#ctx0" brushRef="#br0" timeOffset="214638.52">15678 11994 154 0,'0'0'166'0,"0"0"-13"0,0 0-15 0,0 0-1 0,5 4-1 16,-5-4-2-16,6 2-9 0,-6-2-4 0,12-1-11 15,-12 1-4-15,13 0-14 0,-3-1-3 0,-1-3-14 16,1 2-7-16,3 1-5 0,0-2-10 0,-3 2-17 16,1 0-24-16,1-2-22 0,-2 3-34 0,-1-1-33 15,-1 0-44-15,-8 1-26 0,11 0-115 0,-11 0-284 16,0 0 127-16</inkml:trace>
  <inkml:trace contextRef="#ctx0" brushRef="#br0" timeOffset="-214700.62">15729 12103 90 0,'-8'2'194'0,"8"-2"-21"16,0 0-8-16,0 0-8 0,-6 3-10 0,6-3-9 15,0 0-12-15,0 0-12 0,0 0-9 0,0 0-14 0,28-7-17 16,-10 2-20-16,1-1-32 0,8-2-38 0,2-2-42 15,1 0-46-15,0 1-142 0,-9 3-266 16,7-5 118-16</inkml:trace>
  <inkml:trace contextRef="#ctx0" brushRef="#br0" timeOffset="-212447.72">10970 12439 76 0,'0'-12'137'0,"0"12"1"0,0 0 0 0,-1-9-5 15,1 9-9-15,0 0 4 0,0-8-14 16,0 8-5-16,-3-7-7 0,3 7-9 0,0 0 0 16,0 0-7-16,-3-8-3 0,3 8-2 0,0 0-2 15,0 0-4-15,0 0-3 0,-2-9-6 0,2 9 5 0,0 0-6 16,0 0-11-16,0 0 0 0,0 0-4 16,0 0-7-16,0 0 1 0,0 0-3 0,0 0-6 15,0 0 4-15,0 0 0 0,0 0 0 0,0 0-2 16,0 0-6-16,0 0 4 0,-7 31 3 0,6-17-2 0,0 5 5 15,-4 6 1-15,3 5 1 0,-1 1-1 0,2-1-4 16,-1 2 1-16,1 0 0 0,1 0-3 0,-1 1 4 16,-2 1 9-16,3-1-17 0,0-1 0 0,-4-4 1 15,0 0 1-15,2 0-2 0,-1-5-1 0,2 3-5 16,0-8-3-16,1 0 7 0,0-2-13 0,-4 0-2 16,3-3 5-16,1 0-11 0,-2-2 4 0,2 3-1 15,-2-2 5-15,1-2-8 0,1 1 1 0,0-5-22 16,-4 3-25-16,2-3-33 0,0-1-35 0,2-5-31 15,-1 10-37-15,1-10-24 0,0 0-23 0,-6 7-202 16,6-7-458-16,0 0 203 0</inkml:trace>
  <inkml:trace contextRef="#ctx0" brushRef="#br0" timeOffset="-212299.91">10762 12821 276 0,'-4'-10'309'0,"1"4"-33"0,3 6-26 0,-2-10-28 16,2 10-17-16,1-11-26 0,2 4-16 0,5-2-22 15,0 1-11-15,6-4-15 0,12-4-11 0,10-2-20 16,11-6-32-16,6 0-50 0,4 3-70 0,26-11-77 16,-24 11-78-16,-3 1-123 0,1 2-374 0,-8 0 166 15</inkml:trace>
  <inkml:trace contextRef="#ctx0" brushRef="#br0" timeOffset="-212162.19">11637 12473 81 0,'0'0'357'15,"0"0"-33"-15,0 0-34 0,0 0-30 0,0 0-27 16,0 0-26-16,0 0-22 0,0 0-45 0,9-8-47 16,-9 8-51-16,0 0-58 0,0 0-74 0,0 0-60 15,4-6-176-15,-4 6-354 0,11-6 157 0</inkml:trace>
  <inkml:trace contextRef="#ctx0" brushRef="#br0" timeOffset="-210315.5">10934 12467 80 0,'0'0'96'0,"4"5"-13"0,-4-5-7 16,0 0-3-16,0 0-8 0,0 0 8 16,0 0-6-16,0 0-1 0,0 0 10 0,0 0-2 15,0 0-5-15,4 5-5 0,-4-5 10 0,0 0-7 0,0 0-7 16,0 0-1-16,0 0-12 0,0 0 0 0,0 0-7 16,0 0 0-16,0 0 0 0,4-15 2 15,-4 15-8-15,0 0 2 0,0-9 0 0,0 9-7 0,1-9 0 16,-1 9-4-16,0 0 3 0,0-9-5 0,0 9 0 15,4-8-1-15,-4 8 4 0,1-6 2 0,-1 6 7 16,0 0 0-16,0-11 1 0,0 11 0 16,0 0-4-16,0 0 1 0,0 0-3 0,-1-10-4 15,1 10 0-15,0 0-4 0,0 0-1 0,0 0-2 0,1-11 0 16,-1 11 0-16,0 0 2 0,-1-8-7 0,1 8 0 16,5-12-1-16,-4 8-2 0,4-3 1 0,-1-1-3 15,0-1 1-15,2 0 0 0,2 0 0 0,-3 3-6 16,1-2 4-16,1 0-2 0,2 1-3 0,-3-2 6 15,2 2-3-15,-3 2-7 0,2 0 5 16,-4 0 0-16,3 0-2 0,0 2 0 0,-6 3 0 16,7-6 0-16,-7 6-2 0,7-5-7 0,-7 5 7 0,0 0-1 15,7-1-3-15,-7 1 6 0,0 0-4 0,0 0 1 16,0 0-1-16,8-4 3 0,-8 4-3 0,0 0 0 16,0 0 1-16,0 0-4 0,0 0 4 0,0 0 2 15,0 0-2-15,0 0-1 0,0 0-1 0,0 0 3 16,10 5-6-16,-10-5-20 0,0 0-21 0,4 6-31 15,-4-6-35-15,3 7-12 0,-3-7-20 0,0 11-25 16,0-11-104-16,-3 14-297 0,2-9 133 0</inkml:trace>
  <inkml:trace contextRef="#ctx0" brushRef="#br0" timeOffset="-209478.04">10583 12453 52 0,'0'0'57'0,"0"0"-16"15,0 0-13-15,-2 9-8 0,2-9-17 0,0 0-37 16,12 15-37-16,-10-10 18 0</inkml:trace>
  <inkml:trace contextRef="#ctx0" brushRef="#br0" timeOffset="-208596">13681 11639 26 0,'0'0'80'0,"0"0"-22"0,0 0-4 0,0 0-10 15,0 0-15-15,0 0-11 0,0 0-16 16,0 0-32-16,0 0-18 0,0 0-50 0,6 19 23 15</inkml:trace>
  <inkml:trace contextRef="#ctx0" brushRef="#br0" timeOffset="-202064.58">16938 11524 122 0,'0'0'116'0,"0"0"3"0,-4-9-1 0,4 9-1 15,0 0 2-15,0 0-8 0,-1-8-7 0,1 8-9 0,-2-9 2 16,2 9-6-16,0 0 3 0,0 0-10 0,-1-9 9 15,1 9 1-15,0 0-2 0,0 0 1 0,-4-4-1 16,4 4-1-16,0 0-2 0,0 0-3 0,-6-8-2 16,6 8-3-16,0 0-7 0,0 0-7 0,-6-5-7 15,6 5-1-15,0 0-8 0,0 0 0 0,0 0-3 16,-11-1-4-16,11 1-8 0,0 0 0 0,0 0-5 16,-10-2-4-16,10 2-3 0,0 0-3 0,0 0-4 15,0 0-4-15,0 0-1 0,0 0-1 0,0 0-5 16,0 0 2-16,0 0-2 0,0 0 3 0,0 0-3 15,0 0 3-15,0 0-2 0,25 6-1 0,-14-6 2 16,0 1-5-16,1-4 1 0,2 2-1 0,3 0 0 16,-3-1-1-16,0 1 3 0,0-2-4 0,-1 0-1 15,1 3 1-15,-2-3 2 0,0 2-2 0,1 0 1 16,0-1-3-16,-1 2 1 0,-2-2 2 0,0 0-3 16,-2 1-7-16,1 0 1 0,-9 1 0 0,13-2 1 15,-7 0 1-15,-6 2-3 0,12-2 3 0,-12 2-1 16,10-2 4-16,-10 2-3 0,10 0 0 0,-10 0 2 0,0 0 2 15,0 0-3-15,11 0 0 0,-11 0 3 0,0 0-2 16,0 0 1-16,0 0 0 0,7-2-1 0,-7 2 2 16,0 0 5-16,0 0-5 0,0 0-3 15,0 0 2-15,0 0 2 0,0 0 4 0,0 0-6 0,0 0 1 16,0 0-1-16,0 0 2 0,0 0-1 0,0 0 1 16,0 0-3-16,0 0 4 0,0 0 0 15,0 0-2-15,0 0 1 0,0 0 0 0,0 0-2 0,0 0-1 16,0 0 3-16,0 0 0 0,0 0-1 0,0 0 1 15,0 0 0-15,0 0 3 0,0 0-6 0,0 0 4 16,0 0-2-16,8-2 1 0,-8 2 1 0,0 0-3 16,0 0-1-16,0 0 3 0,0 0-2 0,0 0 0 15,0 0 3-15,0 0 0 0,0 0-3 0,0 0 7 16,0 0-4-16,0 0-1 0,0 0-3 0,0 0 4 16,0 0-4-16,0 0 7 0,0 0-7 0,0 0 5 15,0 0 0-15,0 0-2 0,0 0-2 0,0 0 3 16,0 0 0-16,0 0-2 0,0 0-2 0,0 0 1 15,0 0 4-15,0 0 0 0,0 0-4 0,0 0 2 16,0 0 0-16,0 0 0 0,0 0-2 0,0 0 2 0,0 0 2 16,0 0 1-16,0 0-2 0,0 0 0 0,0 0 0 15,0 0 2-15,0 0-3 0,0 0 2 16,0 0 0-16,0 0 0 0,0 0-1 0,0 0 7 16,0 0-9-16,0 0 6 0,0 0-5 0,0 0-1 0,0 0 3 15,0 0 2-15,0 0-3 0,0 0-2 16,0 0 8-16,0 0-5 0,0 0 1 0,0 0 0 15,0 0 0-15,0 0-1 0,0 0-3 0,0 0 3 16,0 0-2-16,0 0 2 0,0 0-2 0,0 0-2 0,0 0 5 16,0 0-2-16,0 0 0 0,0 0 0 0,0 0-1 15,0 0 0-15,0 0 2 0,0 0-2 0,0 0-2 16,0 0 10-16,0 0-10 0,0 0 5 0,0 0-4 16,0 0 1-16,0 0-1 0,0 0-2 0,0 0 3 15,0 0-2-15,0 0 8 0,0 0-4 0,0 0-3 16,0 0 0-16,0 0 1 0,0 0 0 0,0 0-1 15,0 0-1-15,0 0-1 0,0 0 3 16,0 0 0-16,0 0-5 0,0 0 5 0,0 0 0 0,0 0 0 16,0 0-1-16,0 0 2 0,0 0 0 0,0 0-3 15,0 0 8-15,0 0-7 0,0 0-3 16,0 0 3-16,0 0 4 0,0 0-2 0,0 0-1 0,0 0-3 16,0 0 3-16,0 0 0 0,0 0 2 0,0 0-2 15,0 0 2-15,0 0-2 0,0 0 0 0,0 0 1 16,0 0 2-16,0 0-3 0,0 0-2 0,0 0 2 15,0 0 3-15,0 0-3 0,0 0-1 0,0 0 0 16,0 0 0-16,0 0 3 0,0 0-1 0,0 0 1 16,0 0 1-16,0 0-3 0,0 0 1 0,0 0 0 15,0 0 1-15,0 0-3 0,0 0 1 0,0 0-1 16,0 0 1-16,0 0 0 0,0 0 1 0,0 0-1 16,0 0 2-16,0 0-2 0,0 0 2 0,0 0-3 15,0 0 5-15,0 0-6 0,0 0-1 0,0 0 9 16,0 0-5-16,0 0-1 0,0 0 1 0,0 0-1 0,0 0-2 15,0 0 0-15,0 0 3 0,0 0-3 0,0 0-3 16,0 0 7-16,0 0 0 0,0 0-4 0,0 0 3 16,0 0 0-16,0 0-1 0,0 0-1 15,0 0 3-15,0 0-2 0,0 0-4 0,0 0 4 0,0 0 0 16,0 0-1-16,0 0 3 0,0 0-2 0,0 0 2 16,0 0-1-16,0 0-1 0,0 0-2 15,0 0 2-15,0 0-1 0,0 0 3 0,0 0-4 16,0 0 4-16,0 0-1 0,0 0-4 0,0 0 1 0,0 0 7 15,0 0-4-15,0 0-2 0,0 0 2 0,0 0-1 16,0 0 3-16,0 0-1 0,0 0-5 0,0 0 4 16,0 0-3-16,0 0 4 0,0 0-3 0,0 0 1 15,0 0-3-15,0 0 2 0,0 0 1 0,0 0 4 16,0 0-4-16,0 0 3 0,0 0-1 0,0 0-3 16,0 0 1-16,0 0 0 0,0 0-3 0,0 0 4 15,0 0-2-15,0 0 2 0,0 0-3 0,0 0-1 16,0 0 6-16,0 0 0 0,0 0-3 0,0 0 0 15,0 0 0-15,0 0 0 0,0 0-1 0,0 0-1 16,0 0 3-16,0 0-3 0,0 0 1 0,0 0 2 16,0 0-1-16,0 0-2 0,0 0 2 0,0 0 0 15,0 0 4-15,0 0-3 0,0 0-2 0,0 0 1 16,0 0 0-16,0 0-1 0,0 0 1 0,0 0 0 16,0 0-3-16,0 0 1 0,0 0 4 0,0 0 1 15,0 0-3-15,0 0 1 0,0 0-2 0,0 0 1 16,0 0 1-16,0 0-2 0,0 0-2 0,0 0 6 15,0 0-3-15,0 0 2 0,0 0-4 0,0 0 2 16,0 0-6-16,0 0 7 0,0 0-2 0,0 0 1 16,0 0-1-16,0 0 0 0,0 0-2 0,0 0 6 0,0 0-3 15,0 0 1-15,0 0 2 0,0 0-1 0,0 0-7 16,0 0 6-16,0 0 0 0,0 0-2 0,0 0 1 16,0 0 0-16,0 0 1 0,0 0 1 0,0 0-6 15,0 0 3-15,0 0 1 0,0 0-1 0,0 0-2 16,0 0 5-16,0 0-3 0,0 0 2 0,0 0-2 15,0 0 4-15,0 0-6 0,0 0 5 0,0 0-2 16,0 0 2-16,0 0-3 0,0 0 0 0,0 0 2 16,0 0 0-16,0 0-2 0,0 0-1 0,0 0 5 15,0 0-2-15,0 0-3 0,0 0 9 0,0 0-9 16,0 0 0-16,0 0-1 0,0 0 3 0,0 0-1 16,0 0 1-16,0 0 0 0,0 0 3 0,0 0-3 15,0 0-2-15,0 0 4 0,0 0-2 0,0 0-2 16,0 0-1-16,0 0 1 0,0 0 1 0,0 0 3 15,0 0 0-15,0 0-1 0,0 0 0 0,0 0 0 16,0 0 5-16,0 0-5 0,0 0-1 0,0 0-1 16,0 0 1-16,0 0-1 0,0 0 0 0,0 0 3 15,0 0-1-15,0 0-1 0,0 0-1 0,0 0-1 16,0 0 8-16,0 0-7 0,0 0-4 0,0 0 5 16,0 0 1-16,0 0-1 0,0 0-1 0,0 0 1 15,0 0 3-15,0 0-3 0,0 0 0 0,0 0-2 16,0 0 2-16,0 0-1 0,0 0 1 0,0 0 4 15,0 0-3-15,0 0-3 0,0 0-1 0,0 0 4 16,0 0-4-16,0 0 3 0,0 0 2 0,0 0-2 16,0 0 2-16,0 0-3 0,0 0 0 0,0 0 1 15,0 0 3-15,0 0-6 0,0 0 4 0,0 0 0 16,0 0-1-16,0 0 1 0,0 0-4 0,0 0 9 0,0 0-9 16,0 0 0-16,0 0 2 0,0 0 2 15,0 0-3-15,0 0 3 0,0 0-2 0,0 0-2 16,0 0 4-16,0 0 1 0,0 0-3 0,0 0-3 0,0 0 6 15,0 0-5-15,0 0 3 0,0 0 0 0,0 0 3 16,0 0-3-16,0 0 1 0,0 0 0 0,0 0-1 16,0 0-2-16,0 0 2 0,0 0-2 0,0 0 3 15,0 0-2-15,0 0 1 0,0 0-1 0,0 0 3 16,0 0-3-16,0 0 3 0,0 0-1 0,0 0 4 16,0 0-5-16,0 0-1 0,0 0-1 0,0 0 0 15,0 0 1-15,0 0 2 0,0 0-2 0,0 0 1 16,0 0 0-16,0 0 0 0,0 0-2 0,0 0 3 15,0 0-1-15,0 0 2 0,0 0-4 0,0 0 3 16,0 0-1-16,0 0 0 0,0 0 0 0,0 0 0 16,0 0-2-16,0 0 4 0,0 0-4 0,0 0 7 15,0 0-6-15,0 0-1 0,0 0 2 0,0 0 0 16,0 0-3-16,0 0 5 0,0 0 0 0,0 0-3 16,0 0 1-16,0 0 0 0,0 0-1 0,0 0 1 15,0 0 0-15,0 0 1 0,0 0-4 0,0 0 4 0,0 0-2 16,0 0 0-16,0 0-1 0,0 0 1 15,0 0 2-15,0 0 3 0,0 0-5 0,0 0 2 0,0 0-4 16,0 0 9-16,0 0-10 0,0 0 5 16,0 0 0-16,0 0-2 0,0 0 0 0,0 0 1 0,0 0-2 15,0 0 4-15,0 0-3 0,0 0 0 0,0 0 0 16,0 0 3-16,0 0 1 0,0 0-2 0,0 0-4 16,0 0 2-16,0 0-2 0,0 0 4 15,0 0-1-15,0 0 1 0,0 0-1 0,0 0-4 0,0 0-1 16,0 0 2-16,0 0 0 0,0 0 3 0,0 0-2 15,0 0 7-15,0 0-5 0,0 0-2 0,0 0-2 16,0 0 9-16,0 0-7 0,0 0-4 16,0 0-2-16,0 0 4 0,0 0 0 0,0 0 1 0,0 0 0 15,-6 18 0-15,6-18 0 0,-6 13 3 0,4-8 0 16,-1 4-2-16,-1 5 1 0,1 2-2 0,-4-1 1 16,4 3 2-16,-1-1 2 0,-1 0 1 0,-1 0 0 15,1 2 5-15,-1-1 3 0,1 2 5 0,-2-2 0 16,2-2-5-16,0 4 3 0,0-5 4 0,-1 2-5 15,3-5-4-15,-2-1-2 0,1 2 4 0,2-1-3 16,-2-3 3-16,0 2-1 0,1-3-1 0,0 3-1 16,0-2 0-16,1-1 0 0,-1-2 4 0,0 1 1 15,2-1-3-15,1-6 4 0,-4 10-4 0,2-4 0 16,2-6 1-16,-4 8-1 0,4-8-1 0,-3 8-3 16,3-8 1-16,-2 7-1 0,2-7 0 0,0 0-2 0,-5 7 0 15,5-7 3-15,0 0-1 0,0 0-2 16,0 0-1-16,-3 6-10 0,3-6-13 0,0 0-23 15,0 0-22-15,0 0-25 0,0 0-30 0,-4 5-35 16,4-5-22-16,0 0-32 0,0 0-197 0,0 0-439 16,0 0 195-16</inkml:trace>
  <inkml:trace contextRef="#ctx0" brushRef="#br0" timeOffset="-201850.01">16998 11778 115 0,'0'0'158'0,"0"0"-4"0,0 0-6 16,0 0-8-16,0 0-16 0,0 0-9 0,0 0-7 0,0 0-8 15,0 0-6-15,0 0-3 0,0 0-8 0,19-6-7 16,-9 3-8-16,2 1-6 0,3-1-8 0,3-2-4 16,1 1-3-16,2 1-15 0,-1-2-17 15,8-1-28-15,-1-2-42 0,0-2-28 0,-7 3-25 0,7-2-29 16,-6 3-103-16,0-1-260 0,-3 0 115 0</inkml:trace>
  <inkml:trace contextRef="#ctx0" brushRef="#br0" timeOffset="-201395.97">17493 11526 113 0,'0'0'184'0,"0"0"3"0,0 0-15 0,0 0-4 16,0 0-4-16,-2-11-7 0,2 11-7 0,0 0-16 16,0 0-9-16,0 0-7 0,0 0-14 0,0 0-11 15,0 0-7-15,0 0-3 0,0 0-4 0,0 0-3 16,0 0-7-16,0 0-9 0,-5 22-5 0,4-14-2 16,1-8-8-16,-2 13-4 0,1-7-4 0,1-6-4 15,-1 14-2-15,2-8-2 0,-1-6-3 0,0 13-4 16,1-7 1-16,1 0-5 0,0 2 0 0,2-3-4 15,0 5 0-15,1-3-2 0,-1 1-2 0,4 0 0 16,-2-2 3-16,0 2-3 0,1 1-3 0,-1-2-2 16,3 0 0-16,-1 1 1 0,0-1-3 0,-2 2-1 15,2-3 0-15,-2 2 4 0,0-2-6 0,0 1 5 16,-3-1-2-16,5 0 0 0,-4 1-4 0,1-2 6 16,-2 0 9-16,-1 2 3 0,1-1 9 0,-1-1 3 15,-2-5 3-15,2 11 5 0,-2-11 1 0,-2 10 2 16,2-10-2-16,-4 12-1 0,-2-4-5 0,-1-2-1 0,-3 2-5 15,0-2-5-15,-1 2-4 0,-3-2-6 0,1-2-17 16,-2 2-12-16,3 0-9 0,-1-3-24 16,0-1-35-16,3-1-19 0,0-1-35 0,10 0-45 15,-15-2-29-15,8-1-204 0,-3-2-451 0,4-3 200 0</inkml:trace>
  <inkml:trace contextRef="#ctx0" brushRef="#br0" timeOffset="-201084.07">17476 11532 122 0,'0'0'142'16,"4"-5"-4"-16,-4 5-6 0,5-4 0 0,1 0-5 0,1-1-5 16,4 1-11-16,4-1-8 0,3-2-9 0,8-2 0 15,1 1-6-15,2-1-9 0,2-1-4 16,1 1-6-16,-3 1 0 0,-1-1-9 0,0 3-1 0,-7 2 5 15,-1-4 2-15,1 4 2 0,-2-1-1 0,-6 1 1 16,1 0 2-16,-4 0-3 0,-1 2 3 0,-1 1-6 16,-2-1 1-16,-6 2-7 0,10-2 7 0,-10 2-9 15,8-3-1-15,-8 3-7 0,0 0-2 0,10-1-7 16,-10 1-3-16,0 0-6 0,0 0 0 0,0 0-4 16,0 0-5-16,8-3-11 0,-8 3-7 0,0 0-17 15,0 0-21-15,0 0-24 0,0 0-33 0,0 0-32 16,0 0-45-16,-2 12-38 0,2-12-178 0,0 0-417 15,-5 16 185-15</inkml:trace>
  <inkml:trace contextRef="#ctx0" brushRef="#br0" timeOffset="-198867.02">16951 12304 37 0,'0'0'130'0,"-13"1"1"0,6 1-7 0,0-1 1 0,7-1-6 16,-14 0 2-16,3 0-11 0,3 1 8 0,8-1-6 15,-13 2-6-15,13-2-7 0,-18 0 2 0,12 0-11 16,-2 0-3-16,8 0-5 0,-17 2-5 0,10-4 1 16,-4 4-5-16,4-1 2 0,7-1-3 0,-16 0 1 15,9 0-2-15,7 0-2 0,-16 0-2 0,10 0-5 16,6 0-4-16,-14 0-8 0,6 0 1 0,8 0-4 16,-13 0 0-16,6 0 0 0,7 0-2 0,-13-1 12 15,13 1-13-15,-10 1 1 0,10-1-7 0,-8 0 0 16,8 0-7-16,0 0-1 0,-8 2-5 0,8-2-3 15,0 0-3-15,0 0 3 0,0 0-7 0,0 0 6 16,0 0-1-16,0 0-3 0,37 1 0 0,-6-2 6 16,8 1-7-16,19-5 2 0,32-6 4 0,3 2 0 15,5-4 1-15,5-6-5 0,4 7-2 0,2-5-2 16,2 2-1-16,-1-2 1 0,-7 0 0 0,-2-1 8 16,-1 4-14-16,-9 2-1 0,-30 5 2 0,-1 0 1 15,-2-2-3-15,-6 2 5 0,-3-2 1 0,-14 5-2 16,-4-1 0-16,-2 2-3 0,-8 0 12 0,1 2-5 15,-3-2-5-15,-6 2-1 0,-1-1-3 0,0 1 3 16,-5 1 6-16,-7 0-5 0,11-2-4 0,-11 2 11 16,9-1-13-16,-9 1 3 0,0 0-4 0,0 0 2 15,0 0-3-15,0 0 1 0,0 0-11 0,0 0-15 0,-39 6-21 16,14-1-18-16,-5 2-29 0,-2 1-32 16,-3 1-40-16,-1-1-37 0,-1 3-31 0,-16 6-226 15,6-7-496-15,10 0 220 0</inkml:trace>
  <inkml:trace contextRef="#ctx0" brushRef="#br0" timeOffset="-197883.03">16847 12789 106 0,'-5'-4'213'0,"5"4"-3"0,0 0-10 0,0 0-9 15,-6-6-9-15,6 6 2 0,0 0-9 0,-3-6-10 16,3 6-10-16,0 0-7 0,0 0-12 0,0 0-9 16,8-13-11-16,-3 8-9 0,4 0-11 0,2-1-9 15,2 2-6-15,5-2-10 0,-1 3-9 0,-3 1-2 16,2 2-8-16,-2 0-9 0,-1 0-3 0,-1 2-7 16,-1 0-3-16,-1 6 0 0,-2-3 3 0,1 2-10 15,-3 2-2-15,-2 0-2 0,-1 2-3 0,-5-1 1 16,-1 3-3-16,-4 2 4 0,-2-1-6 0,-2 2 0 15,-8 5 0-15,3-9-3 0,-7 9 1 0,-1-2-1 16,1-3 1-16,-1-1-2 0,-2-1-4 0,5-6 5 16,4 1-6-16,-2-3 2 0,2 1-2 0,0 0 1 15,5-3 2-15,-2 1-2 0,3-1-1 0,2-1-2 16,-1-2 4-16,5 2-2 0,5-3 4 0,-12 0-6 16,12 0-2-16,-10-1 2 0,10 1 3 0,0 0-5 15,0 0 0-15,0 0 4 0,0 0-4 0,8-17 0 16,-8 17 0-16,14-6 0 0,-7 3-3 0,5 3 2 0,-4-2 2 15,3 2 2-15,3 2 1 0,-2 0-3 16,2 2 1-16,4-1 3 0,0 1 0 0,0-2 0 16,1 7-2-16,-1-4 2 0,0 1-4 0,1 1 0 15,-2-1-28-15,2 1-29 0,-4-2-40 0,4 2-54 0,0-3-41 16,-2-1-45-16,1 1-206 0,-7-3-481 0,3 1 213 16</inkml:trace>
  <inkml:trace contextRef="#ctx0" brushRef="#br0" timeOffset="-197643.13">17248 12800 29 0,'0'0'208'0,"2"-11"-23"0,0 6-11 16,-2 5 7-16,7-3 8 0,-7 3 10 0,12 1 7 0,-12-1 2 15,15 9-11-15,-7-2-5 0,1 2-4 0,4 2-8 16,0 4-16-16,-4-1-15 0,0 2-14 0,2 2-14 15,0-4-7-15,-1 2-12 0,-1-3-6 16,1 3-19-16,-1-2-7 0,1 1-5 0,0-3-15 0,-3-3-27 16,2-1-35-16,0-1-41 0,-4 0-42 0,1-1-43 15,-1-1-44-15,2-2-28 0,0-2-18 0,-7-1-203 16,9 3-467-16,-9-3 207 0</inkml:trace>
  <inkml:trace contextRef="#ctx0" brushRef="#br0" timeOffset="-197449.83">17531 12804 8 0,'-3'-9'225'0,"1"-2"-6"0,0 4-3 0,2 7-7 16,-3-10-8-16,0 5-12 0,3 5-4 0,0 0-2 15,0 0 7-15,-20 11-2 0,8 3-1 0,-1 2-8 16,-5 11-11-16,-2-3-11 0,0 2-14 0,3 1-11 16,-2 1-14-16,2 1-11 0,1 0-10 0,0-3-14 15,4-1-3-15,0 0-14 0,5-7-24 0,-1-1-29 16,0-3-32-16,4 4-40 0,-1-4-53 0,2-3-60 15,3-3-51-15,0-2-41 0,0-6-192 0,4 10-494 16,1-8 218-16</inkml:trace>
  <inkml:trace contextRef="#ctx0" brushRef="#br0" timeOffset="-197233.91">17639 12724 13 0,'3'-6'258'0,"0"2"-21"15,-3 4 0-15,0 0 18 0,11 9-15 0,-8-1-3 16,-1 4-9-16,2 7-8 0,-4 6-10 0,-1-4-10 16,3 4-27-16,-7 4-16 0,4-1-23 0,0-2-8 15,-1 1-10-15,4-1-12 0,-5-1-17 0,3-8-31 16,0 1-25-16,0-3-34 0,0 3-50 0,-1-1-46 16,-2-2-60-16,6-5-49 0,-3-1-46 0,-3 1-171 15,1 0-458-15,2-10 203 0</inkml:trace>
  <inkml:trace contextRef="#ctx0" brushRef="#br0" timeOffset="-196980.07">17811 12947 81 0,'0'0'259'0,"0"0"-29"0,7-4-26 0,-7 4-18 0,0 0-19 16,8-2-13-16,-8 2-15 0,0 0-9 15,10 0-2-15,-10 0-2 0,0 0-5 0,13-1-6 16,-13 1-6-16,9 1-6 0,-9-1 1 0,12-2-10 15,-9-2-5-15,-3 4-7 0,11-5 10 0,-11 5-7 0,6-4 0 16,-6 4-6-16,4-7-6 0,-4 7-11 0,1-8 5 16,-1 8-2-16,0 0-11 0,-6-16-1 0,2 12-7 15,0-2 5-15,4 6-13 0,-13-7-6 16,7 4-16-16,-3-1-3 0,-2-1-17 0,0 5-27 16,2 0-26-16,9 0-43 0,-19-2-43 0,19 2-54 0,-15 0-43 15,8-1-220-15,7 1-499 0,0 0 221 16</inkml:trace>
  <inkml:trace contextRef="#ctx0" brushRef="#br0" timeOffset="-196628.67">17987 12578 231 0,'0'0'253'0,"3"-7"-28"16,-3 7-15-16,0 0 3 0,0 0-4 15,0 0-11-15,0 0 1 0,0 0-7 0,10 20-13 0,-8-13-16 16,2 3-14-16,-1-2-10 0,2 3-11 0,0-3-16 15,2 3-10-15,3-4-9 0,1 4-10 0,0-4-3 16,5 1-9-16,-4-5-9 0,1 0-3 0,6-2-2 16,-3-1-2-16,2 0-1 0,-4-3-3 0,-2-1-5 15,0 2-6-15,-1-3 4 0,-1 1-1 0,-1-2 2 16,0 1-4-16,-3-3-1 0,-1-1-8 0,0 2-5 16,2-4 1-16,-5 2 4 0,2-1-8 15,-1 1-6-15,-1-2 5 0,-1 6 11 0,1-2 1 0,-2 7 4 16,1-9 0-16,-1 9-4 0,0 0-15 0,1-9-2 15,-1 9-4-15,0 0 13 0,0 0 26 0,0 0 9 16,3 34 13-16,-6-14-5 0,3 6-1 0,-5 0-7 16,-3 4-4-16,-2-2-5 0,4-1-9 0,-1 1 0 15,4-9-4-15,-3 7-11 0,3-10-41 0,3 1-41 16,0-8-45-16,0 4-51 0,1-4-59 0,0 1-78 16,3-6-72-16,-4-4-277 0,8 5-687 0,-8-5 304 15</inkml:trace>
  <inkml:trace contextRef="#ctx0" brushRef="#br0" timeOffset="-196383.13">19255 12036 340 0,'0'0'427'0,"0"0"-48"0,-3-8-37 15,3 8-37-15,0 0-30 0,0 0-29 0,4-9-24 16,-4 9-27-16,0 0-16 0,13-5-18 0,-7 5-23 16,6-1-33-16,1-1-34 0,5-1-38 0,1 0-60 15,2 2-64-15,0 0-70 0,-1 1-69 0,-2 0-60 16,-5 1-147-16,-3 2-473 0,-3 1 210 0</inkml:trace>
  <inkml:trace contextRef="#ctx0" brushRef="#br0" timeOffset="-196253.49">19335 12190 143 0,'-5'5'330'0,"-1"1"-36"16,1-3-28-16,1 1-21 0,4-4-26 0,-6 5-22 16,6-5-16-16,-6 4-20 0,6-4-12 0,0 0-14 15,0 0-7-15,0 0-22 0,0 0-11 0,0 0-25 0,18 2-39 16,-5-4-53-16,4-4-73 0,11-4-68 16,-1 1-77-16,-7 2-132 0,9-1-403 0,-10-1 178 15</inkml:trace>
  <inkml:trace contextRef="#ctx0" brushRef="#br0" timeOffset="-194466.29">21247 11560 7 0,'0'0'153'0,"0"0"-19"0,0 0-7 0,0 0-13 15,0 0 4-15,0 0-8 0,0 0 2 0,0 0-2 0,0 0 0 16,0 0-1-16,0 0-5 0,0 0 0 0,0 0-3 16,0 0-7-16,0 0 0 0,0 0-2 15,0 0-4-15,0 0 0 0,0 0-4 0,0 0 1 0,0 0 0 16,0 0-1-16,0 0-1 0,0 0 2 0,0 0-4 15,0 0 0-15,0 0 1 0,0 0 0 0,0 0 0 16,0 0-1-16,0 0 8 0,0 0 0 0,0 0-2 16,0 0-7-16,0 0-7 0,0 0-4 0,0 0-14 15,2-10 0-15,-2 10-7 0,6-7-11 0,0-1-1 16,3 3-4-16,-1-3-4 0,2 3-1 0,0 1-6 16,1 1-1-16,-1-2-2 0,1 4-7 0,-2 0-1 15,-1-1-3-15,2 2-1 0,-10 0-2 0,14 3-2 16,-7 0 5-16,-2 0-2 0,0 5-7 0,1 0 4 15,-3 1 4-15,-2 2-4 0,-2 2 3 0,-2 0 0 16,-1 1 1-16,-1 1-16 0,-2 1-1 0,2-3 3 16,-1-1-2-16,-1-1 6 0,-1-2-2 0,2 1 3 15,2-4 1-15,0-1-1 0,0 2-2 0,4-7-1 16,-5 7 3-16,5-7-1 0,-5 7 1 0,5-7 0 0,-2 7-3 16,2-7-10-16,0 0 2 0,0 0 4 15,0 0-4-15,7 11-3 0,-2-7 4 0,0 0 5 16,2-1-4-16,2 1 1 0,-2 0 3 0,2 0-4 0,-2 1 4 15,-1-2 2-15,2 3 1 0,-1 0-6 0,-4 0 5 16,1 0 4-16,-2-1-5 0,1 2 5 16,-2 0-5-16,-1-7 6 0,-2 15 0 0,-6-4-2 15,-2 0 3-15,-6 2 3 0,-5 3 0 0,4-5-2 0,-9 3 4 16,0-1-5-16,1-4 3 0,0 1 3 0,4-3-5 16,1-3-3-16,2 3-10 0,4-4-16 0,4 1-19 15,2-3-28-15,-3 1-32 0,4 0-55 0,7-2-45 16,-11 0-47-16,11 0-205 0,0 0-496 0,-4-9 219 15</inkml:trace>
  <inkml:trace contextRef="#ctx0" brushRef="#br0" timeOffset="-194289.84">21532 11730 113 0,'6'-3'286'0,"-6"3"-30"15,10-4-22-15,-10 4-28 0,6-2-23 0,-6 2-18 16,0 0-13-16,6-4-21 0,-6 4-8 0,0 0-9 15,0 0-9-15,0 0-13 0,0 0-11 0,7-3-8 16,-7 3-11-16,0 0-27 0,0 0-28 0,0 0-41 16,0 0-43-16,0 0-37 0,0 0-52 0,12 2-173 15,-12-2-365-15,13-3 162 0</inkml:trace>
  <inkml:trace contextRef="#ctx0" brushRef="#br0" timeOffset="-193900.6">21900 11409 169 0,'0'0'213'0,"0"0"-21"16,0 0-20-16,0 0-17 0,0 0-21 0,0 0-10 0,0 0-12 16,0 0-9-16,0 0-8 0,9-2-6 15,-9 2-3-15,17 3-10 0,-7-3-3 0,4 1-8 16,-1-1-6-16,7 2-4 0,-2-2 0 0,2 1-7 15,-1 2-2-15,-1-2-8 0,-4 2-2 0,-3-1-3 0,1-1 1 16,-2 1-6-16,-2-2 0 0,-1 1-4 0,-7-1-4 16,13 5-3-16,-8-4 2 0,0 2-2 15,-5-3-2-15,8 7-3 0,-5-1 20 0,-1 0 17 0,2 6 15 16,-2 0 3-16,-2 6 6 0,0 2-1 0,-5 6 3 16,0 2 4-16,-1 1 4 0,1-2-7 0,-2 0-6 15,-3-1 4-15,2 1-14 0,1-4-4 0,-2 2-9 16,1-7 0-16,2 2-3 0,1-3-8 0,-1-1 3 15,0-1-15-15,1-1-1 0,1-2 8 0,2 0-12 16,-2-2-16-16,2-5-20 0,0 2-28 0,-1 1-30 16,3-8-40-16,-2 12-36 0,0-6-40 0,2-6-28 15,0 0-35-15,2 10-183 0,-2-10-472 0,0 0 209 16</inkml:trace>
  <inkml:trace contextRef="#ctx0" brushRef="#br0" timeOffset="-193500.34">21941 11769 102 0,'-5'-2'213'0,"5"2"-30"16,0 0-36-16,-2-7-4 0,2 7-14 0,0 0-19 0,17-9-11 15,0 3-9-15,1-2-6 0,10-3-22 16,1 1-12-16,2 1-13 0,-3-1-14 0,2 1-14 16,-1 1-11-16,-2-1-20 0,1 1 16 0,-2-1-3 15,-9 1-1-15,0 1 2 0,-3 1 4 0,-4 0 9 16,1 0 12-16,-1 0 19 0,-5 2 12 0,1 0 5 0,-2 0 14 15,-4 4-4-15,8-6 4 0,-8 6 2 0,2-7 2 16,-2 7-2-16,0 0-2 0,4-6-5 16,-4 6-7-16,0 0-8 0,0 0-5 0,0 0 8 0,0 0 5 15,0 0 3-15,-1 24-6 0,1-13-3 0,-1 0-1 16,-1 2-3-16,1 2-3 0,1 2-5 0,3-2-3 16,-2-2-2-16,1 2-5 0,1 2 1 15,1-2-4-15,-2-3 2 0,5 3-5 0,-5-3 0 0,5 0-3 16,-3 0 2-16,-1-2-2 0,1 0 3 0,-1 0 0 15,1 0 10-15,0-1-3 0,-2-2-6 0,-1 1 1 16,2 0 2-16,-1-2 0 0,-2-6 0 0,-2 10 0 16,2-10-2-16,-4 12-3 0,0-7-3 0,0-1-4 15,-2-1-13-15,0 0-19 0,-6 1-17 0,3-1-28 16,-2-2-25-16,-1-1-32 0,1-1-25 0,-3-1-26 16,2-1-21-16,1 0-11 0,-2-2-169 0,0 0-405 15,0-3 179-15</inkml:trace>
  <inkml:trace contextRef="#ctx0" brushRef="#br0" timeOffset="-193367.16">22254 11675 74 0,'9'-14'123'0,"3"2"-11"0,1 0 0 0,2 1 0 15,1 3-8-15,3-3-1 0,0 2-15 0,5-2 0 16,-6 3-17-16,9 1-2 0,-2-3-5 0,-6 4-12 16,3 1-5-16,-1 2-21 0,-1 0-31 0,8-5-56 15,-7 6-136-15,0 2-213 0,1-4 95 0</inkml:trace>
  <inkml:trace contextRef="#ctx0" brushRef="#br0" timeOffset="-192800.49">22732 11822 21 0,'-2'7'175'0,"2"-7"-4"16,-3 14 4-16,2-9-5 0,1-5 4 0,-3 8-2 15,3-8 1-15,-1 7 3 0,1-7-3 0,0 0-7 16,-3 8 0-16,3-8 3 0,0 0-9 0,0 0-2 16,0 0-2-16,0 0-11 0,0 0-13 0,0 0-14 15,0 0-11-15,0 0-12 0,0 0-7 0,0 0 2 0,-8-25-21 16,8 15-2-16,-2 0-6 0,2-2-13 0,2 1-3 16,-2-3 1-16,3-2-7 0,-1 2 0 15,0-4-3-15,5 3-1 0,-2-2-6 0,1 2-7 16,3-1-1-16,-1 6-4 0,-2 0-1 0,1 1 2 0,0 0-8 15,2 4 2-15,-2 0 1 0,-2 2-8 0,-5 3 0 16,14 0-7-16,-7 0 5 0,1 3 2 0,1 2-7 16,0 2 1-16,-1 2-1 0,-2 2 5 15,1 2-1-15,-1-3 12 0,0 0-16 0,-2 2 6 0,1 0-3 16,-1-1-1-16,0-2-3 0,-2 1 1 0,1-4 11 16,-2 1-8-16,3-1 4 0,-4-6-3 0,3 9-2 15,-3-9 2-15,3 6 1 0,-3-6 3 16,0 0-2-16,3 5 8 0,-3-5-3 0,0 0 14 0,0 0 0 15,0 0 0-15,0 0 10 0,0 0-17 0,0 0-5 16,0 0 4-16,0 0-6 0,8-23 1 0,-6 13-7 16,3 1-2-16,2-4-5 0,3-1-3 0,-1 2-9 15,4-1 14-15,-2 0-3 0,-3 5-9 0,2 0 1 16,-4 1 1-16,1 4-3 0,-2-1 4 0,-5 4 12 16,14-2-8-16,-14 2-3 0,12 1-2 0,-7 4 3 15,0 1 1-15,2 0-1 0,-3 5-2 0,0-2 18 16,1 1-15-16,-1 4 2 0,0-4-3 0,0 2 13 15,1 0-10-15,-3 0-14 0,2 0-35 0,-1-2-35 16,-2 2-54-16,3-2-58 0,-2-1-54 0,4-1-57 16,-4 0-181-16,4-3-534 0,1-1 237 0</inkml:trace>
  <inkml:trace contextRef="#ctx0" brushRef="#br0" timeOffset="-192433.81">23323 11819 68 0,'0'0'219'0,"2"7"-20"0,-2-7-17 0,0 0-13 16,7 5-3-16,-7-5-6 0,6 4-3 0,-6-4 3 15,0 0-2-15,8 1 2 0,-8-1-7 0,10 0-5 0,-10 0-5 16,11-5-9-16,-4 1-8 0,1-1-15 0,-3 0 2 16,4-2-7-16,-6 1-10 0,3-4 1 15,0 2-8-15,-2-1-11 0,0-1-4 0,1-2-8 16,-2 2-3-16,1-2-11 0,2-5 2 0,-1 2-7 0,1 0-4 15,3-3-3-15,-1 1-2 0,2 1-9 0,1 0 1 16,2 0-8-16,0 2-1 0,1 2-5 0,-4 3-4 16,2 3 3-16,-1 2-6 0,0 0-3 0,0 0-2 15,-3 5 3-15,-8-1-7 0,14 5 3 0,-5 1 1 16,-3 3-1-16,-1 1-4 0,-1 1 8 0,-3 1-3 16,1 4 4-16,-1 1-1 0,-1-1 0 15,0-5 9-15,0 1-9 0,0 0-3 0,1 0 3 0,-1-1-4 16,1 0 1-16,2-3 2 0,2 2-9 0,0-1-17 15,2-3-26-15,0-1-41 0,6-1-48 0,4 0-71 16,2-7-55-16,0 2-268 0,9-1-573 0,2 2 255 16</inkml:trace>
  <inkml:trace contextRef="#ctx0" brushRef="#br0" timeOffset="-191983.12">22207 12156 18 0,'-53'9'191'0,"-1"4"2"16,17-6 10-16,-2-2 8 0,7 0 5 0,6 3-2 0,8-6-4 16,4 2-11-16,3-2-20 0,5 0-16 0,0-1-13 15,6-1 2-15,0 0-2 0,21 9-3 0,11-7 0 16,25 1-4-16,37-3-8 0,15-5-6 0,15 0-11 16,14-8-18-16,9-3-9 0,3 6-9 0,10-4-9 15,-3 5 1-15,-3 1-16 0,-11 1 2 0,-15 7-15 16,-8-6 5-16,-14 2-1 0,-10 2-8 0,-34-1 8 15,-1 1 0-15,-7-3 9 0,-1 3-4 0,-20 0 10 16,-1 1-2-16,-1 1-3 0,-10-1-6 0,0 1 3 16,-5-1-10-16,-1 1-2 0,-4 1-9 0,-5-1 0 15,-6 0-3-15,12-2 3 0,-12 2-5 0,6-3-2 16,-6 3-4-16,0 0-9 0,0 0-20 0,-19-8-34 16,1 3-37-16,-11 1-51 0,-4 2-47 0,-7 0-54 15,-16-3-54-15,-2 4-46 0,-2 1-266 0,-2-2-643 0,-4 4 285 16</inkml:trace>
  <inkml:trace contextRef="#ctx0" brushRef="#br0" timeOffset="-191016.03">21566 12591 59 0,'135'-19'67'0,"-3"2"-5"0,-3-1 3 16,-3 2-4-16,0-2-21 0,-8 4-3 0,-4 0-18 16,-9 2-15-16,-12 0-19 0,-2 2-22 0,-31 6-24 15,-4-3-65-15,2 3 29 0</inkml:trace>
  <inkml:trace contextRef="#ctx0" brushRef="#br0" timeOffset="-190650.72">20987 12572 50 0,'-17'3'200'0,"3"-2"-23"0,8-1-30 16,6 0-14-16,0 0-8 0,0 0-8 15,29 4-5-15,25-6-5 0,6-7-1 0,39-6 3 16,16-2-3-16,8-3-5 0,11-2 6 0,4 0 6 0,12 0 6 16,-1-2 5-16,6 4-4 0,-2 2-4 0,-6 2-4 15,-1-2-7-15,-10 3-10 0,-10-1-7 0,-10 3-10 16,-10 1-7-16,-3 4-8 0,-37 4-7 15,24-7-5-15,-33 4 4 0,2 1-21 0,-11-2-11 0,-8 7-16 16,-4-4-12-16,-7 2-19 0,-1 2-29 0,-8-1-22 16,-7-1-25-16,-1 0-29 0,-12 3-33 0,13-2-48 15,-13 2-186-15,0 0-427 0,0 0 190 0</inkml:trace>
  <inkml:trace contextRef="#ctx0" brushRef="#br0" timeOffset="-190399.99">21056 12798 49 0,'0'0'356'15,"19"6"-35"-15,13-5-35 0,28 1-29 0,36-4-17 16,16-5-35-16,15-6-22 0,12-1-17 0,10-6-21 15,5-1-8-15,5-2-9 0,1-1-17 0,0 5-16 16,-8-2-11-16,-15-1-17 0,-7 4-18 0,-10 2-24 16,-12 4-24-16,-11 0-27 0,-34 5-42 0,-5 1-41 15,-5 0-56-15,-16 5-35 0,-3-2-190 16,-12 2-422-16,1-1 187 0</inkml:trace>
  <inkml:trace contextRef="#ctx0" brushRef="#br0" timeOffset="-190182.63">21266 12924 40 0,'-17'2'476'16,"9"-2"-47"-16,7 0-59 0,1 0-55 0,43-5-18 15,20-2-37-15,49-4-43 0,15-9-42 0,16-2-36 0,11-2-13 16,13 0-36-16,6 1-23 0,1-5-36 0,-6 2-42 15,-1 3-36-15,-8 1-53 0,-10 2-60 16,-8-1-37-16,-11-2-54 0,-20 3-127 0,-9-1-409 16,-1-2 181-16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10T06:40:35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5891 2415 87 0,'0'0'152'0,"0"0"-6"16,0 0 0-16,0 0-9 0,0 0 2 0,0 0 0 16,0 0-1-16,0 0-4 0,0 0-5 15,0 0-11-15,0 0-8 0,0 0-12 0,0 0-9 16,0 0-8-16,0 0-11 0,0 0-7 0,0 0-11 16,0 0-4-16,0 0-9 0,0 0-3 0,0 0-2 0,-1 18-4 15,0-2 1-15,-2 12-1 0,0 2-1 0,0 5 4 16,-5 18 1-16,0-1 4 0,3-1 2 15,-1 4 9-15,-1-2 2 0,0 0-1 0,3-1 12 16,1 1-3-16,-2 0 3 0,0-8 4 0,3-15-6 16,2 2-7-16,0 0-4 0,-2-3-4 0,2 0 1 15,2-2-6-15,-2-1-4 0,0-1 12 0,0-4-3 16,0-4-8-16,-2-1 2 0,2 1-2 0,0-3-3 16,0-3 8-16,0 3-9 0,-1-3-1 0,0-3-7 15,-1 4 1-15,2-12-1 0,-2 13-3 0,2-13-1 16,-2 13-2-16,2-13-3 0,-2 9-1 0,2-9-5 15,0 0-1-15,0 0-29 0,0 14-30 0,0-14-37 16,0 0-43-16,0 0-58 0,0 0-52 0,2 10-52 16,-2-10-159-16,0 0-490 0,0 0 217 0</inkml:trace>
  <inkml:trace contextRef="#ctx0" brushRef="#br0" timeOffset="616.36">5593 3379 126 0,'-14'-2'217'0,"-1"2"-10"16,0 2-11-16,-3 3-39 0,-1 2-6 0,-8 3-5 16,3 5-9-16,-3 6 1 0,1 1-11 0,0 4-7 15,-7 9-3-15,1 5-3 0,7 0-10 0,-1 1-12 16,6 6-3-16,3 0-10 0,3 1-7 15,3-1-6-15,4 1-4 0,3-2-7 0,5 3 0 16,3-15-8-16,4 11-1 0,0-10 1 0,3-3 5 16,2-1 7-16,2-2 1 0,5-1 0 0,3-4 10 15,1-2-2-15,3-1-3 0,3-2-7 0,1-3 5 0,2-4-1 16,2-2 4-16,4-6-8 0,12-1 15 0,-1-7-22 16,1-5-3-16,6-2-1 0,-1-4-3 0,-1-4-2 15,1-5-8-15,-2-1-1 0,1-3-2 16,-4-2-6-16,-3 3-1 0,0-4-4 0,-7-1-1 15,0 2-7-15,-13 7 6 0,5-12-6 0,-11 6 1 16,6-12 0-16,-12 9 1 0,0 1-7 0,-4-3 2 16,0-1-1-16,-7 1-7 0,-1-1 7 0,-5 2-6 0,-7-1 4 15,-5 0-5-15,-7-10-2 0,-10 1 1 16,-3 5-6-16,-8 4 3 0,-4 4-2 0,-4 6 3 16,0-1 6-16,-6 3 1 0,-2 6-4 0,0 5-3 15,-32 0 6-15,33 9-3 0,2 3-10 0,-2 2-3 16,3 2-14-16,5 4-23 0,10-3-27 0,2 4-39 15,0 2-41-15,3 3-44 0,-1 2-52 0,2 1-39 16,6 0-199-16,0 2-529 0,6 1 235 0</inkml:trace>
  <inkml:trace contextRef="#ctx0" brushRef="#br0" timeOffset="2248.55">3892 3504 202 0,'0'0'251'0,"0"0"-15"0,-5-6-16 16,5 6-18-16,0 0-20 0,0 0-11 0,0 0-27 16,-4-5-17-16,4 5-12 0,0 0-14 0,0 0-14 15,0 0-6-15,0 0-10 0,7 21-3 0,-5-10-13 16,6 5-3-16,-2 2-2 0,-1 1-5 0,3 5-4 16,-3 1-3-16,2-6-4 0,0 0-4 0,-2-2-4 15,1 3-2-15,1-4-2 0,-1 3-3 0,0-5 0 16,-2-2 2-16,1 0-8 0,0-2 2 0,0 0-2 15,1 0-1-15,-3-1-3 0,1-2 7 0,-4-7-2 16,7 12-6-16,-7-12 0 0,4 5 5 0,-4-5 10 16,0 0 10-16,4 8 12 0,-4-8-4 0,0 0 3 15,0 0 1-15,0 0-10 0,15-23 2 0,-7 7-9 16,2-2 4-16,6-5-6 0,-4-2-1 16,5 0 0-16,-7-2-2 0,0 1 1 0,2-1-9 15,-1-1 5-15,-3 1-6 0,4 1 0 0,-2 2-5 0,-4 10-2 16,-2 4-6-16,2 0-14 0,-3 4-22 0,0 0-35 15,-1 0-44-15,-2 6-43 0,0 0-38 0,0 0-20 16,0 0-14-16,0 0-171 0,-13 31-431 0,3-13 191 16</inkml:trace>
  <inkml:trace contextRef="#ctx0" brushRef="#br0" timeOffset="2565.21">4217 3800 48 0,'0'7'205'0,"0"-7"-8"0,0 0-3 0,-1 16-7 16,1-16-14-16,0 0-13 0,0 13-18 0,0-13-14 15,0 0-19-15,-2 14-5 0,2-14-6 0,3 7-12 16,-3-7-10-16,4 9-4 0,-4-9-4 0,6 6 7 16,-6-6-4-16,13 5 5 0,-5-4-4 0,-8-1 2 15,19 3 0-15,-19-3-2 0,19-4-5 0,-6 0-1 16,-4 1 0-16,0-1-8 0,-9 4-1 0,14-9-3 15,-8 2 7-15,-1-2-16 0,-1-1-4 16,-1 0-4-16,-3 0-4 0,0-3-1 0,-3 2-8 0,-1-1 7 16,-2-3-15-16,-2 5 1 0,-3-5-3 15,0 3-3-15,2 4-5 0,-2-1-8 0,1 4-11 0,-2-3-16 16,1 3-21-16,2 2-28 0,-3 2-40 0,12 1-31 16,-22-2-56-16,22 2-45 0,-16 3-151 0,16-3-434 15,0 0 192-15</inkml:trace>
  <inkml:trace contextRef="#ctx0" brushRef="#br0" timeOffset="2831.58">4669 3046 259 0,'0'0'280'0,"-7"-7"-25"16,7 7-23-16,-4-3-27 0,4 3-18 0,0 0-19 15,0-9-18-15,0 9-14 0,10-8-17 0,0 3-8 16,2-1-14-16,8 0-10 0,-1 2-17 0,1-3-20 16,6 0-24-16,-7 2-30 0,0 3-44 0,-2 0-41 15,-2 1-46-15,-2 2-47 0,-1 2-147 0,-4-2-357 16,-8-1 157-16</inkml:trace>
  <inkml:trace contextRef="#ctx0" brushRef="#br0" timeOffset="2998.27">4841 2911 58 0,'-6'-2'230'16,"6"2"2"-16,-9-9-3 0,4 6-20 0,5 3-16 16,-6-4-22-16,6 4-17 0,-5-5-12 0,5 5-20 15,0 0-10-15,0 0-15 0,-10 7-10 0,6 4-6 16,-1 0-9-16,-3 8-5 0,3 9-7 0,1 4-6 15,-1 0-18-15,1 15-46 0,3-11-52 0,0 10-65 16,1 1-63-16,2-1-147 0,-1 0-363 16,1-12 161-16</inkml:trace>
  <inkml:trace contextRef="#ctx0" brushRef="#br0" timeOffset="3282.02">4518 4614 314 0,'-3'2'311'0,"3"-2"-16"0,-9 4-11 0,9-4-19 15,-7 3-18-15,7-3-22 0,0 0-12 0,0 0-25 0,0 0-24 16,0 0-14-16,0 0-9 0,0 0-18 0,34-2-21 16,-8-1-33-16,5-2-41 0,2-2-53 15,3 3-71-15,1-3-99 0,-1 3-273 0,-4-2-506 0,1 3 225 16</inkml:trace>
  <inkml:trace contextRef="#ctx0" brushRef="#br0" timeOffset="4514.54">5738 4316 57 0,'-1'-9'213'0,"1"9"-2"0,0 0-5 0,-3-6-10 15,3 6-13-15,0 0-12 0,0 0-16 0,0 0-13 16,0 0-12-16,0 0-16 0,0 0-15 0,0 0-9 16,0 0-5-16,0 0 2 0,-9 22-2 0,4 5-6 15,0 1-3-15,-3 6 0 0,-1 13-8 0,1 4-5 16,1 5 0-16,-2-4-7 0,4 5-6 0,1 2-3 16,0-4-3-16,0 2-5 0,0-2-3 15,3 0-4-15,-3-7-4 0,2-2 0 0,-3 2-3 0,2-12-4 16,2-2 1-16,-2 13 0 0,2-11-4 0,-3 11-2 15,3-16-1-15,-4 3 7 0,1-4-8 16,0 1 1-16,3-6-4 0,0 0 0 0,-1 0-2 0,1-6 1 16,1-3-3-16,-3 1 1 0,3-1 1 0,-2-5-4 15,2-1-1-15,-3 2 0 0,2-6-1 16,1 3 0-16,0-9 0 0,0 10 0 0,0-10 1 0,0 9 2 16,0-9-2-16,-1 8-3 0,1-8 4 0,0 0-3 15,0 0 3-15,-2 9-1 0,2-9 0 16,0 0 0-16,0 0 1 0,0 0-5 0,0 0 2 15,-1 9 1-15,1-9 0 0,0 0 12 0,0 0-4 16,0 0 0-16,0 0-2 0,0 0 2 0,0 0 0 16,0 0-2-16,0 0-3 0,0 0 5 0,0 0-4 0,0 0-3 15,0 0 2-15,0 0-2 0,0 0 1 0,0 0-3 16,3 7 3-16,-3-7-2 0,0 0 0 0,0 0 2 16,4 3-7-16,-4-3 5 0,7 4 1 15,-7-4 2-15,9 5-2 0,-3-2-3 0,0-1 3 16,-6-2 1-16,14 5 1 0,-4-2-2 0,1 1 2 0,7 1 0 15,-1-1 0-15,2 0-2 0,3-2 1 0,6 0 3 16,3 3 0-16,1-1-4 0,0-1 3 0,5-1-2 16,0-1 0-16,0 2 1 0,1 0-4 15,13-1-2-15,-12 1 5 0,12-1-6 0,0 2 3 16,-1-2-2-16,-11 2 4 0,14-2 1 0,-2 2-5 16,-1 2 0-16,-11-3 0 0,1-1 4 0,13 2-1 0,-1 2 1 15,3-2-3-15,1 0 2 0,0 2-1 0,5-2 2 16,3 1-1-16,3-1-7 0,-3 0 12 0,2-2-9 15,24 3 2-15,-29-2-4 0,34 5 6 16,-30-4-3-16,29 3 6 0,2-2-5 0,-1 1 0 16,-2 2-1-16,4-2 6 0,0 1-3 0,7 0-3 15,-3 2 7-15,2-4-3 0,2 0 0 0,5 1-1 0,2-3 1 16,0 1-1-16,-3 2-1 0,5-4-4 16,3 2 10-16,-2 0-1 0,7-1-8 0,2-4 6 15,3 1-1-15,1 1-4 0,2-1 5 0,1-3-1 16,-1 5-5-16,3-5-1 0,1 0 3 0,-4 3-13 15,-5-3-22-15,2 0-18 0,-12 0-27 0,13-2-24 16,-3 2-27-16,3-5-28 0,-3 1-8 0,-1-1-19 0,1 3-4 16,-1-2-5-16,-1-2-3 0,1 0-4 15,-7-2-133-15,-3 0-362 0,-9 3 161 0</inkml:trace>
  <inkml:trace contextRef="#ctx0" brushRef="#br0" timeOffset="7982.1">5861 2356 44 0,'0'0'123'0,"0"0"-3"0,0 0-8 0,0 0-13 16,-8-3-3-16,8 3-9 0,0 0-6 0,0 0-2 15,0 0-5-15,0 0-2 0,0 0-6 0,0 0 0 16,0 0 1-16,0 0 7 0,0 0-6 0,0 0 9 16,0 0-4-16,0 0-3 0,0 0-11 0,0 0-7 15,0 0-2-15,0 0-9 0,0 0 2 0,34 2-6 16,-18-2-1-16,2 0-5 0,11 1-4 0,3-2-8 16,6-1 5-16,13 0 0 0,0 0-5 0,6 0 1 15,-2 1-6-15,-2-3 0 0,5-1-9 0,-3 3 8 16,-5 0 0-16,3 2-5 0,-2-4 1 0,3 5-1 15,-4-1-1-15,-13 1-1 0,14-3 4 16,-14 0-5-16,16-1-2 0,-15 0-7 0,13 3 13 0,-13-4-6 16,-1 1 3-16,3-2 0 0,-6-3-3 15,0 5 2-15,-4-3-2 0,-3 2-3 0,-6 1 4 0,-2 1-2 16,-5 0-1-16,-3 0-2 0,0 1 4 16,-1-1-3-16,-10 2 0 0,14-2 2 0,-14 2 2 0,0 0 1 15,17 1-12-15,-17-1-2 0,0 0-10 16,17-1-19-16,-17 1-16 0,0 0-22 0,20-4-14 15,-20 4-44-15,0 0-19 0,14 4-117 0,-14-4-292 16,0 0 130-16</inkml:trace>
  <inkml:trace contextRef="#ctx0" brushRef="#br0" timeOffset="8384.75">7232 2066 141 0,'-2'-9'238'0,"2"9"-15"0,-2-11-13 16,1 1-20-16,1 10-4 0,0 0 16 0,-3-12-11 15,3 12-26-15,-4-7-11 0,4 7-19 0,0 0-18 16,0 0-14-16,0 0-8 0,0 0-16 0,0 0-6 0,0 0 0 16,3 36-1-16,1-11-2 0,-3 4-7 15,0 2 5-15,0 16-8 0,-1 0 2 0,3-1-5 16,-4-12-7-16,-1-4-5 0,4 0-11 0,-4 1 8 16,1-4-5-16,-1 4-3 0,2-5-2 0,-2 1-6 15,2-8 3-15,-1 1-3 0,0-2-4 0,-2 0 0 16,2-1 0-16,1-2-4 0,-1-2-3 15,1-1 3-15,1-2-11 0,-1-10-27 0,0 22-26 0,0-15-44 16,0-7-40-16,0 0-38 0,0 0-41 0,1 21-42 16,-1-21-181-16,0 0-468 0,0 0 207 0</inkml:trace>
  <inkml:trace contextRef="#ctx0" brushRef="#br0" timeOffset="8648.62">7549 2127 63 0,'2'-13'283'0,"-2"13"-13"0,0-9-16 0,0 9-18 15,0 0-19-15,0 0-17 0,0 0-17 16,2-14-14-16,-2 14-22 0,0 0-25 0,0 0-3 16,0 0-7-16,0 0-13 0,0 0 0 0,-8 39-3 15,3-21-7-15,-2 7-4 0,0 3-8 0,2-2-7 16,-1 2-2-16,0 2-7 0,2-4-7 0,-5 1-22 15,6 1 15-15,-1-2-7 0,-2-1 1 0,5-5-7 16,-1 5 3-16,-1-6-8 0,3 1-6 0,-1 5-20 16,1-6-30-16,2 0-48 0,-3 0-41 0,0-1-50 15,1-2-57-15,1 2-253 0,-1-18-514 0,0 27 227 16</inkml:trace>
  <inkml:trace contextRef="#ctx0" brushRef="#br0" timeOffset="9217.98">7555 2362 35 0,'0'0'157'0,"-10"-3"-3"0,10 3 8 16,-9 0 0-16,9 0 1 0,0 0-1 0,-13-2-9 15,13 2-13-15,0 0-15 0,0 0-6 0,0 0-13 16,-9 0-14-16,9 0-9 0,0 0-4 0,0 0-4 16,0 0-7-16,45-4-6 0,-11 3 2 0,3-2-7 15,15-5-4-15,5 3-5 0,2-3-5 16,0 6-2-16,-1 0-6 0,0-2-1 0,-3-2-9 16,0 3 0-16,-1-2-1 0,3 0-3 0,1-1 3 15,2 2-8-15,1-3 4 0,4-1-5 0,2 3-2 16,-3-1-3-16,-3 5 2 0,2-7-3 0,-2 1-1 15,2 0 1-15,-5 0-3 0,-3 2 2 0,-1-1-3 16,-4 2-2-16,2-1 3 0,-16 0-1 0,-2 0-1 16,0 4 1-16,-4-2 1 0,-1 1 1 0,-8 1 4 15,-1 1-1-15,0-6 9 0,-2 6 4 0,-5 0 0 16,-1-1 1-16,-3 1-8 0,-1-2 3 0,-8 2 3 16,14-1-2-16,-8 0 2 0,-6 1-5 0,0 0 1 15,12-2-7-15,-12 2 1 0,0 0-19 0,9 0-26 16,-9 0-30-16,0 0-44 0,0 0-50 0,0 0-63 15,0 0-187-15,0 0-440 0,0 0 195 0</inkml:trace>
  <inkml:trace contextRef="#ctx0" brushRef="#br0" timeOffset="11701.9">9041 2177 27 0,'0'0'180'0,"2"-8"-16"0,-2 8-17 0,0 0-18 15,0 0-7-15,0 0-19 0,0 0-9 0,0 0-17 16,0 0-5-16,0 0-6 0,0 0 5 0,0 0 4 15,0 0-11-15,-3 38 10 0,3-12 5 0,-4 0 1 16,3 4-11-16,0 4 10 0,-3 0-7 0,0 12 1 16,1-10 0-16,0 10-5 0,-1 3-1 0,-5 0-2 15,4-15-2-15,0 16 1 0,-2-15-9 0,2-1-8 16,0-1 3-16,-1 1-10 0,2 0-4 0,0-1 0 16,1-3-6-16,2 1 2 0,-1-3-4 0,0-3 0 15,0 1-5-15,0-2-5 0,1-5 1 0,1-2-1 16,-1 0 1-16,1-5-5 0,0-1-1 15,0-1 0-15,0 0-3 0,0-10 3 0,-3 12-2 16,3-12 0-16,0 10-4 0,0-10 19 0,0 0 11 0,-1 8 5 16,1-8 11-16,0 0 8 0,0 0-6 15,0 0 12-15,0 0 0 0,0 0-10 0,0 0 1 16,0 0 4-16,0 0-7 0,0 0-7 0,0 0-3 16,-4 14-3-16,4-14-3 0,0 0-4 0,0 0-14 0,0 0 5 15,0 0-3-15,0 0-5 0,0 0 1 16,13 4-6-16,-13-4-2 0,12 4-3 0,-6-1 4 0,5 0-12 15,-11-3-3-15,17 7 6 0,-7-4-5 16,0 4 2-16,2-2-1 0,-2 2 1 0,2 0-3 16,-3 0 3-16,0 0-8 0,1 2 3 0,-1-3-1 15,-4 3 3-15,2 0-1 0,0 2 2 0,-2-2 0 16,-2 3-2-16,-2 0 1 0,0 3 0 0,-3 1 4 16,-1 1-4-16,-2 0 4 0,-3 1 3 0,-2 4-2 15,-3-1 2-15,-2 4 1 0,1-4 1 0,-5 1 2 16,1-2-6-16,-1 0 5 0,-2 2-8 0,1-2 8 15,-1-1-10-15,0 1 6 0,3-1-5 0,-3-2 1 16,8-1 2-16,1-2-5 0,1 0 5 0,5-3 0 16,0 0-4-16,1 4 5 0,1 0-15 0,1-3-7 15,2 1 1-15,2-2-17 0,3 0-6 0,2-1-5 16,1 0-4-16,2 3-1 0,-2-2 3 0,4-1-1 16,-2-1-1-16,-2 0 2 0,2-1 3 15,1-1 3-15,-3 0 4 0,1 1 5 0,-3 0 0 16,1 1 4-16,-2-1 4 0,-2 2 3 0,-2-10 5 0,-1 20 1 15,-3-4 3-15,-3-1 2 0,-5 8 2 0,0-6 0 16,-3 3 0-16,-1 1 4 0,-1-1 1 0,-1 2 0 16,5-6 1-16,0 1 0 0,-2 3 8 0,5-4-9 15,0 0-2-15,0-2 3 0,2 1 2 0,0 1-2 16,4-3 3-16,-1 1-8 0,4 1-6 16,1-5-6-16,0 4-6 0,3 2-8 0,2-5-5 15,-2 5-1-15,4 0 2 0,2 2 5 0,0 0 4 16,2 4 4-16,0-2 2 0,-1 6 4 0,-3-7 3 15,2 3 0-15,-3-3 2 0,-1-1 6 0,1 0-2 0,-5 0-1 16,0 3 4-16,1 3 2 0,-4 4 3 0,0-5-2 16,-2 2 3-16,-1 1 1 0,0 0 7 15,-1 0-1-15,-2 3 1 0,3-1 3 0,-3 1 2 16,0-2 6-16,1 2 2 0,0-2 2 0,0 1 0 16,2-2 1-16,-2 1 2 0,2 0-4 0,-1-1 0 15,3 3 7-15,-2 0 8 0,4 0 0 0,1 4 14 16,-1 2-7-16,3-2 2 0,-2 2-4 0,3 12-1 15,-1-12-1-15,1-1-5 0,0 0 0 0,-1-1-1 16,0 1-1-16,1-1-3 0,-3-2 0 0,0 1-5 16,-1-3-2-16,-1-1-3 0,1-3 0 0,-3-6-2 15,-1-1-2-15,0-1 3 0,1 2 3 0,-4-3-7 16,2-5-4-16,0 3-2 0,-6-1-4 0,6-3-14 16,-1-3-21-16,1 3-31 0,6-10-30 0,-15 10-46 15,15-10-65-15,0 0-53 0,-21 2-183 0,21-2-477 16,0 0 210-16</inkml:trace>
  <inkml:trace contextRef="#ctx0" brushRef="#br0" timeOffset="12199.7">9238 3674 18 0,'0'0'265'0,"0"0"-9"16,0-8-10-16,0 8-16 0,0 0-12 0,0 0-11 16,0 0-15-16,4-7-14 0,-4 7-21 0,0 0-21 15,0 0-13-15,0 0-21 0,0 0-7 0,0 0-10 16,0 0 5-16,0 0-11 0,-1 34 5 0,-1-16 2 15,-3 9 1-15,1 1 1 0,-1 1-10 0,-1 0-16 16,1-1-6-16,0-1-5 0,-2 1-1 16,2-2-5-16,-1-2-3 0,3-3-8 0,3-4-2 15,-3 1-2-15,0-1-6 0,0 0 0 0,2-1-1 0,0-5-18 16,0 0-24-16,-1-1-35 0,2 1-42 0,-1-5-44 16,1-6-38-16,0 15-41 0,-1-11-42 0,1-4-175 15,0 0-471-15,0 0 209 0</inkml:trace>
  <inkml:trace contextRef="#ctx0" brushRef="#br0" timeOffset="12532.83">9266 3647 107 0,'5'-9'181'0,"1"1"-16"0,0 1-17 0,1 1-13 0,0 0-18 15,2 2-8-15,0 2-13 0,2-3-1 0,-4 6-5 16,-7-1-13-16,15 0-8 0,-7 2-6 0,-3 1 8 15,1 0 27-15,-1 2-5 0,3 1 3 0,-4 4-5 16,-3-3 2-16,-1 3-1 0,-1 3-6 0,-4-3-6 16,-3 7 1-16,-1-2-8 0,-2-2-6 0,-3 0-6 15,1-1-8-15,-1-2-2 0,4-1-7 0,0-2-1 16,0 1-5-16,4-1-3 0,1-3-5 0,1-1-1 16,-1 2-3-16,5-5-4 0,-9 7-6 0,9-7 1 15,-5 5-2-15,5-5-6 0,-4 4-1 0,4-4-5 16,-3 6 0-16,3-6 2 0,3 13-2 0,1-5 3 15,0 1-2-15,3 1 3 0,1 1 1 0,2 2-2 16,4-3 3-16,0 2-5 0,3-2 6 16,-2 0-4-16,4 1-18 0,-1-1-26 0,-1-2-47 0,1 1-65 15,0-2-75-15,-7 0-198 0,1-2-458 16,-2 0 204-16</inkml:trace>
  <inkml:trace contextRef="#ctx0" brushRef="#br0" timeOffset="14735.91">7147 3236 59 0,'-7'-2'211'0,"7"2"-10"16,0 0-15-16,0 0-10 0,-8-3-18 0,8 3-11 15,0 0-15-15,0 0-9 0,0 0-12 0,0 0-2 16,0 0-6-16,0 0 1 0,17-14-8 0,-1 11-9 16,2-1-7-16,3 1-10 0,2 0-5 0,6 1-6 15,-2 5-6-15,5-1-8 0,-5 3-2 0,3 3 2 16,2 2-5-16,-2 3-6 0,2 3 1 0,-4 3-6 16,2 4 0-16,9 10 1 0,-5 5-4 0,-4-1-5 15,-5 3 6-15,0 4-3 0,-3 0 7 0,3 2-3 16,-9 1 5-16,1 1-2 0,-2 2 2 15,-1 0-3-15,-6 0 0 0,-1-1 0 0,-4-1-2 0,-1-3-4 16,-2 2 0-16,-4-13-2 0,-3 11 1 0,0 1-1 16,-2-11-2-16,-4-1-3 0,-4 8 8 0,2-10-12 15,-2 0 3-15,-3 0-5 0,-7 7 1 0,7-10-4 16,-1 1 4-16,-2-3-1 0,-2 1 1 0,0-2 0 16,-9 9 0-16,8-13-1 0,2-1-3 15,-2 0 6-15,0-1-8 0,3-3 0 0,0 0 0 0,7-6-2 16,1-1-14-16,5-2-25 0,2-3-27 0,2-1-35 15,6-4-37-15,-12 8-39 0,12-8-36 0,-8 2-45 16,8-2-148-16,0 0-435 0,0 0 193 0</inkml:trace>
  <inkml:trace contextRef="#ctx0" brushRef="#br0" timeOffset="15098.62">7360 4343 209 0,'3'-4'227'0,"-3"4"-22"15,0 0-14-15,0 0-16 0,0 0-13 0,0 0-7 16,0 0-4-16,0 0-2 0,-9 20-10 0,2-6-8 16,-5-2-10-16,2 4-12 0,2 2-9 0,-2 0-10 15,1-2-9-15,-2 8-7 0,3-9-9 0,0 0-5 16,2 2-5-16,-2-2-5 0,1 2 0 0,2-3-12 15,-2-2-2-15,1-2-3 0,-1 6 0 0,1-8-7 16,1 0 1-16,2 0-10 0,3-8-2 0,-7 11-1 16,7-11-1-16,-4 13 0 0,4-13-2 0,-3 12 0 15,3-12-1-15,1 14-1 0,3-7-3 0,0 2-1 16,3 0 2-16,4-1-1 0,3 2 1 0,0-1-5 16,5-1-2-16,0 1 2 0,-1 0-7 0,2-3-3 15,0 2-9-15,-2-1-10 0,2 0-11 0,-2-2-33 16,-1 3-32-16,-3-1-41 0,3 2-33 0,-7-2-41 15,4 3-163-15,-7-2-412 0,0 0 183 16</inkml:trace>
  <inkml:trace contextRef="#ctx0" brushRef="#br0" timeOffset="15534.59">7008 5338 174 0,'0'0'232'0,"0"0"-22"15,0 0-15-15,0 0-7 0,18-17-16 0,-5 3-9 16,1 2-4-16,0-4-11 0,6-4-5 0,1 2-8 15,-6 4-12-15,2 1-11 0,-3-2-5 0,0 2-17 0,-1 0-5 16,-2-1-6-16,1 2-9 0,-5 2-6 16,0 0 2-16,0 0-3 0,-2 2 2 0,-1 4 7 15,0-1 1-15,-4 5-1 0,5-11 4 0,-5 11 6 16,3-4 5-16,-3 4-2 0,2-6-7 0,-2 6-4 16,0 0-7-16,0 0-10 0,0 0-2 0,0 0-6 15,0 0-10-15,0 0-1 0,-21 13 0 0,13-3-4 16,-1 3 5-16,3-1-19 0,-2 2 4 0,2 1-7 15,1 2 1-15,2-1-4 0,2-4 0 0,-1 3-8 16,5-3 4-16,-2-2 1 0,2 2 2 0,4-3-15 16,0 1-22-16,0-2-35 0,1 0-41 0,2-2-45 15,-1-1-53-15,2-1-61 0,2-2-51 0,-1 1-192 0,-12-3-543 16,22 0 241-16</inkml:trace>
  <inkml:trace contextRef="#ctx0" brushRef="#br0" timeOffset="15692.72">7198 4943 89 0,'-3'-4'265'0,"-2"-2"-23"16,5 6-28-16,-5-9-32 0,5 9-48 0,-3-4-44 16,3 4-27-16,0 0-33 0,0 0-47 0,0 0-44 15,14 22-37-15,-5-8-92 0,-3 0-204 0,1 1 91 16</inkml:trace>
  <inkml:trace contextRef="#ctx0" brushRef="#br0" timeOffset="15900.82">7508 5145 4 0,'0'0'271'0,"7"4"-9"0,-7-4-6 0,8 4-8 16,-8-4 1-16,3 10-3 0,-3-10-6 0,2 19-1 15,-2-9-8-15,-1 0-5 0,1 4-14 0,0-14-16 16,-3 30-11-16,3-13-25 0,-1-2-17 0,0 3-4 15,1-2-9-15,-1-4-17 0,2 5-20 0,0-1-12 16,0 1-30-16,1 0-45 0,-2-5-43 0,1 4-53 16,3-4-65-16,-3 0-74 0,0-5-74 0,1 6-226 15,-2-13-571-15,2 16 253 0</inkml:trace>
  <inkml:trace contextRef="#ctx0" brushRef="#br0" timeOffset="17198.04">7919 1124 4 0,'0'0'212'0,"5"-12"-3"0,-5 12-5 0,2-15-12 16,-2 15-1-16,2-10-1 0,-2 10-5 15,0 0-3-15,-1-14-7 0,1 14-14 0,0 0-15 16,-6-8-13-16,6 8-15 0,0 0-13 0,-23 5-10 16,11 0-7-16,-10 11-9 0,-2-1-9 0,-2 5-8 15,0 1-4-15,-1 2-1 0,3 1-5 0,1-1-6 16,2-1-8-16,7-5-7 0,4 0 1 0,1-1-1 15,-1 0-6-15,3 0-2 0,2 0 1 0,1-1-10 16,2-5 7-16,2 3-4 0,0-13 1 0,5 23-4 16,1-14-3-16,1 1 1 0,1 1 1 0,5-2 5 15,4 1-6-15,-2-2-3 0,4-3-5 0,3-3-22 16,8 3-22-16,-2-2-25 0,0-2-18 16,0-2-29-16,0 0-23 0,-5 1-31 0,-1-2-23 15,5-3-20-15,-6 1-185 0,6-2-428 0,-8 0 190 16</inkml:trace>
  <inkml:trace contextRef="#ctx0" brushRef="#br0" timeOffset="17330.24">8236 1275 115 0,'0'0'115'0,"0"0"-14"0,0 0-34 0,0 0-43 0,0 0-44 16,0 0-47-16,-39 10-74 0,39-10 33 15</inkml:trace>
  <inkml:trace contextRef="#ctx0" brushRef="#br0" timeOffset="18798.13">9423 2127 7 0,'0'0'84'0,"0"0"2"15,0 0-13-15,-11 3 3 0,11-3-2 0,0 0 2 16,0 0 10-16,0 0-2 0,0 0-9 0,-13 0 7 16,13 0-11-16,0 0-6 0,0 0-13 0,0 0-6 15,0 0 2-15,0 0-5 0,0 0 0 0,0 0-2 16,39 11 1-16,-19-6 5 0,15-3-4 0,0-1-5 15,22 1 1-15,1-4-3 0,8 2 7 0,-4-1-16 16,30 2 9-16,0-7-14 0,-1-1 2 0,-2 7-3 16,3-6-5-16,2 6 2 0,-4-1 1 0,1-1-5 15,-26 2 0-15,31-4 1 0,-2 0 1 0,-31 2 2 16,33-5-5-16,-32 3 4 0,27-2-5 16,-27 0 0-16,-3 4 0 0,-2-1-3 0,-3-1-2 15,-3 2 5-15,-2 0-6 0,-17-2 7 0,-3 2 0 16,-4-1-2-16,-7 3 1 0,-1-1-4 0,-8 1 2 15,2-1-3-15,-13 1 5 0,13 0 13 0,-7-1 10 16,-6 1 16-16,8-2-8 0,-8 2 1 0,0 0-3 16,0 0-7-16,0 0-1 0,0 0-9 0,0 0-11 15,0 0-12-15,-34 2-16 0,22 0-21 0,2-1-22 16,0 1-34-16,-2 1-24 0,12-3-46 0,-22 4-141 16,10 0-326-16,-2 0 144 0</inkml:trace>
  <inkml:trace contextRef="#ctx0" brushRef="#br0" timeOffset="19148.16">11578 1748 244 0,'0'0'246'0,"3"-7"-13"16,-3 7 10-16,2-6-35 0,-2 6-9 0,0 0-22 16,0 0-18-16,0 0-20 0,0 0-17 15,0 0 0-15,0 0 1 0,-4 42-6 0,2-17-6 16,-2 5-9-16,-1 3-9 0,0-2-10 0,0 3-10 16,1 0-10-16,-2-1-13 0,3 0 13 0,1-3-6 15,-2 1-7-15,2-3-4 0,1 1-2 0,0 0-7 16,-3 0-1-16,4-2-2 0,-4-1-1 0,4-7-9 15,0 1 3-15,2-1-7 0,-2-2 2 0,0 1-3 16,0-6-8-16,0 1-7 0,2-2-29 0,-2 1-28 16,0-12-31-16,4 20-33 0,-4-20-52 0,2 13-26 15,-2-13-36-15,4 10-196 0,-4-10-462 0,0 0 204 16</inkml:trace>
  <inkml:trace contextRef="#ctx0" brushRef="#br0" timeOffset="19414.97">11858 1896 152 0,'3'-11'287'0,"-3"1"-11"0,0 0-1 15,0 10-7-15,1-14-20 0,-1 14-19 16,0 0-10-16,0-13-30 0,0 13-23 0,0 0-15 16,4-8-18-16,-4 8-12 0,0 0 0 0,0 0 6 15,0 0-4-15,-8 39-16 0,5-14-5 0,1 1-15 16,-3 1-6-16,-2 4-5 0,1-2-11 0,2 1-2 15,-1 0-10-15,0-3 0 0,1 4-6 0,-3-3-17 16,3 3 15-16,1-1-2 0,1-2-10 0,-5 0 0 16,5-1-16-16,0-3-30 0,0-4-28 0,-1 5-43 15,3-7-48-15,-2 0-54 0,0 0-62 16,-3 0-305-16,0 0-599 0,3-3 265 0</inkml:trace>
  <inkml:trace contextRef="#ctx0" brushRef="#br0" timeOffset="19916.62">11949 2173 90 0,'-4'-3'144'0,"4"3"10"16,0 0-1-16,0 0 0 0,-9-2-3 0,9 2 6 15,0 0-12-15,0 0-13 0,0 0-13 0,0 0-11 16,0 0-17-16,0 0-2 0,0 0-4 0,0 0-6 15,40 5-8-15,-8-3 0 0,20 1-3 0,3-3-5 16,4 1-1-16,6-3-11 0,1 0-1 0,30 2-13 16,-4-2 1-16,-29 0-3 0,2 2-4 0,32 3-4 15,-34-4 0-15,4-2 1 0,29-1-8 0,-6 0-2 16,-2 2 2-16,-23-5-4 0,-2 3 0 0,29 4 2 16,-34-3-9-16,1-1 4 0,-1 3-2 0,-3-6-3 15,-2 6 1-15,-14 1 1 0,-4-3-3 0,1 3 0 16,-2-1 10-16,-3-1 5 0,-10 0 0 0,2 1 5 15,-8 0 1-15,-2 1 2 0,-1-2-4 16,-1 0-2-16,-5 3-1 0,-6-1-2 0,14-1-4 16,-14 1 4-16,8 0-2 0,-8 0-14 0,0 0-17 15,0 0-32-15,0 0-38 0,0 0-57 0,0 0-64 0,0 0-206 16,0 0-443-16,-33 8 196 0</inkml:trace>
  <inkml:trace contextRef="#ctx0" brushRef="#br0" timeOffset="21298.05">13212 2077 92 0,'4'-6'188'0,"-2"1"-11"0,-2 5 3 15,5-6 3-15,-5 6-7 0,5-5-4 0,-5 5-9 16,0 0-13-16,0 0-12 0,4-8-9 0,-4 8-13 16,0 0-17-16,0 0-12 0,0 0-3 0,0 0-16 15,0 0-7-15,0 0-3 0,0 0-8 0,0 0 4 16,2 31-7-16,-2-13 4 0,-2 9 8 0,0 2-3 15,0 6-3-15,-3 15-5 0,0-4 6 0,3 1-4 16,-2-2-2-16,2 5 5 0,0-14-12 16,-1 14-5-16,3-1 1 0,0-2-2 0,0-12-6 15,0 1 1-15,2 0-4 0,-2-3 0 0,0-1-4 16,1 2 4-16,-1-4-6 0,0 3 1 0,2 0-5 16,-2 1 3-16,0-3 0 0,2-3-2 0,0 0-1 15,-2-3-3-15,0-5-3 0,0 0 2 0,0-1-1 16,0-3-2-16,0 0 11 0,0 0-1 0,0-16 1 15,0 23-3-15,-2-13 1 0,2-10 0 0,-2 14 8 0,2-14-10 16,0 0 1-16,0 15 7 0,0-15 6 16,0 0 9-16,0 0 2 0,0 0 11 0,0 0-1 15,0 0 5-15,0 0 3 0,-2 18-2 0,2-18-1 16,0 0 0-16,0 0 2 0,0 0 2 0,0 0-3 16,0 0-5-16,0 0-6 0,0 0 2 0,0 0-7 15,0 0-1-15,0 0-15 0,0 0 5 0,0 0-6 16,0 0-9-16,0 0-6 0,0 0-1 0,0 0 4 15,12 11-11-15,-12-11 10 0,0 0-13 0,27 3 5 16,-27-3 2-16,25 4-7 0,-14-2-4 0,-11-2 5 16,25 5 1-16,-14 0 0 0,-11-5-1 0,23 6-3 15,-23-6 8-15,16 9-7 0,-9-5 11 0,-7-4-11 16,12 9-2-16,-12-9 6 0,10 14 0 0,-10-14-4 16,2 22-5-16,-2-22 11 0,-4 30-6 0,-6-8 5 15,-3 4-1-15,-3 1-3 0,-6 1-7 0,-9 10 14 16,-6 0-5-16,4-4 5 0,-3 0-1 0,0-1 0 15,11-6-1-15,-2-2-3 0,5 1 1 0,-2 0 4 16,7 2-4-16,-2-1 2 0,2-2 2 16,5-2-2-16,0-1 3 0,5-4-6 0,3 0-7 15,-1 1 12-15,3 0-4 0,4-2-9 0,0-1-14 16,5 0 0-16,-2 0 2 0,1-2 0 0,4 0-15 16,-2 3 0-16,3-3-3 0,-1-2-5 0,-2 1 5 15,4 0 5-15,-3-3 2 0,-2 0 1 0,-7-10 5 16,11 19 4-16,-5-10 1 0,-6-9 4 0,5 22 0 15,-5-22 10-15,-2 26-5 0,-5-9-10 0,2 1 13 16,-3 0 4-16,-1 4-1 0,-1 2-1 0,-1 1 2 16,1 3-3-16,-2 0 1 0,1 0 3 0,-1 0-2 15,3-1 0-15,0 3 6 0,3-2 0 0,-2 1 5 16,2-1-4-16,4 1-2 0,0-2-3 0,2 0 1 16,0 0 3-16,2-3-1 0,0-3-1 0,4 3 4 15,-2 1-6-15,2 0 2 0,1-1-4 0,-1-5-9 16,-1 1 3-16,2-2 2 0,-2 1-2 15,-1-1 4-15,2 1 0 0,-3-1 1 0,1 0 0 16,0 6 3-16,-2-1-2 0,-2-4 7 0,0 6-4 16,0 0-3-16,-4-5 1 0,0-1 2 0,-1 5-1 0,1-1 2 15,-2-2-2-15,-2 3 2 0,4 1 2 0,-3 3 1 16,3 0-3-16,-1 2 4 0,-3-5 6 0,0 5-6 16,4-5-7-16,2 3 7 0,-3-2-5 15,1 0 10-15,0 2-8 0,4-4-5 0,0 4 4 16,0-3 1-16,2-6 1 0,-2 2 0 0,4 2 12 15,3 2-14-15,-3-6 4 0,0 5 3 0,4-6-2 16,-4 0-3-16,3 1 3 0,-1-2-1 0,-3-1 0 16,1 0 5-16,-2-1-14 0,3-1-22 0,-5-14-29 15,0 22-22-15,0-22-30 0,-2 19-32 0,2-19-34 16,-10 19-46-16,10-19-27 0,-13 14-256 0,1-8-545 16,-1-1 242-16</inkml:trace>
  <inkml:trace contextRef="#ctx0" brushRef="#br0" timeOffset="21685.7">11788 5823 13 0,'-9'-5'254'0,"4"1"-5"16,0 1-14-16,5 3-18 0,-8-7-25 0,8 7-15 16,0 0-23-16,-4-5-15 0,4 5-14 0,0 0-15 15,8-10-7-15,1 7-1 0,3 0 13 0,15-5-8 16,1 3-3-16,9 2-9 0,14-4 1 0,6 0-4 15,7 1-9-15,28 0-8 0,-27 1-5 0,27-2-8 16,0-2-10-16,3-3 2 0,-1 2-5 0,1-7-9 16,0 3 0-16,-1 0-8 0,-4 4-2 0,-25 1-2 15,-2-2-4-15,-5 2-2 0,1 0-1 0,-8 0-10 16,-16 6-14-16,-1-1-22 0,-5-2-27 0,-10 2-33 16,-6 4-27-16,-1-2-34 0,-2 0-51 0,-5-3-52 15,-5 5-169-15,2-7-451 0,-2 7 200 0</inkml:trace>
  <inkml:trace contextRef="#ctx0" brushRef="#br0" timeOffset="22482.03">12607 3878 194 0,'0'0'262'0,"0"0"-28"0,0 0-22 15,-4-5-23-15,4 5-21 0,0 0-20 0,0 0-17 16,0 0-14-16,0 0-10 0,0 0-13 0,0 0 0 16,2 37 0-16,-4-17-1 0,2 5-3 0,-7 5-7 15,7 0-1-15,0 0-2 0,-2 0-7 0,-2-1-5 16,4 0-11-16,0-2-1 0,0-2-7 0,0-5-3 16,0-1-3-16,-2-1-7 0,2-1 0 0,2-1-2 15,-2-4-5-15,0 2-2 0,0-4-12 0,2 0-21 16,-2 2-25-16,0-12-33 0,2 17-46 0,-2-17-45 15,0 11-37-15,0-11-33 0,0 12-152 16,0-12-407-16,-9 5 180 0</inkml:trace>
  <inkml:trace contextRef="#ctx0" brushRef="#br0" timeOffset="22797.95">12699 3801 20 0,'3'-8'193'0,"2"3"-17"0,1 2-20 0,-3-3-20 16,-3 6-12-16,6-4 0 0,-6 4-4 0,0 0 11 16,0 0-3-16,0 0 5 0,0 20-14 0,-6-10-3 15,-1 5-9-15,-3 1-9 0,-3 10-11 0,-7-3-4 16,6 1-11-16,-4-1-3 0,3-2-7 0,-1 1-8 16,3-6-4-16,3-1-9 0,1-1-1 15,1-4-3-15,3 0-4 0,-1-1-4 0,-2-2-5 0,6-1 0 16,-2 0-2-16,4-6-9 0,-5 8 2 15,5-8-2-15,-2 7-3 0,2-7 8 0,2 10-8 0,0-5 0 16,5 1-2-16,3 0 3 0,3 1 0 16,2 0-1-16,2-2 1 0,3 0 6 0,1 1-9 15,7-1-6-15,-1 0-12 0,2-3-22 0,-6-1-35 16,-4-1-48-16,4 2-54 0,-2-2-48 0,-4 1-145 0,-1-2-390 16,-7-1 173-16</inkml:trace>
  <inkml:trace contextRef="#ctx0" brushRef="#br0" timeOffset="23648.26">12220 1287 74 0,'1'-9'176'0,"-1"9"-13"15,1-10 1-15,-1 10 2 0,2-8-6 0,-2 8-1 16,0 0-5-16,0 0-6 0,-2-11-2 0,2 11-11 15,0 0-9-15,0 0-11 0,-7-4-11 0,7 4-14 16,-12 1-6-16,12-1-7 0,-27 13-14 0,5 1-3 16,-3 0-5-16,-2 3 1 0,0 2-5 0,-2 1-4 15,4 1-2-15,-2 0-3 0,5 3 1 0,0-3 2 16,3 1-9-16,6 1 2 0,4 2-3 0,0-10-9 16,6 2-1-16,-1-1-3 0,2 1-4 0,2-2 6 15,2-1-14-15,3-1 11 0,4 3-3 0,0-7-1 16,4 2 2-16,5-2 0 0,-1 0-4 0,5-4 5 15,5-1-6-15,1 1-2 0,0-2 1 0,-1-5-8 16,2 4-12-16,-8-2-18 0,-2-2-39 0,0 1-43 16,-6-1-50-16,0-1-68 0,-1 1-204 0,-12 2-464 15,22-6 206-15</inkml:trace>
  <inkml:trace contextRef="#ctx0" brushRef="#br0" timeOffset="25249.69">12552 3843 76 0,'0'0'103'0,"0"0"-3"0,0 0-16 0,0 0-11 15,0 0-2-15,0 0-7 0,0 0-16 0,0 0 5 16,0 0-5-16,0 0-9 0,0 0 4 16,0 0-4-16,0 0 8 0,0 0-10 0,0 0 5 15,0 0-2-15,0 0 3 0,0 0-6 0,0 0 0 16,0 0-1-16,0 0-3 0,0 0 0 0,0 0-1 15,0 0 3-15,0 0 8 0,0 0-1 0,0 0 4 0,0 0 7 16,0 0 5-16,0 0 3 0,0 0 1 16,0 0 0-16,6-2-11 0,-6 2 9 0,0 0-3 15,0 0-6-15,0 0 0 0,0-8 6 16,0 8-2-16,0 0-7 0,2-14-5 0,-1 9 0 16,-1 5-7-16,4-12 1 0,-2 5-1 0,2-1-2 0,3 0-4 15,0-1 4-15,2 2-2 0,0-1-4 0,1-1-4 16,5 0-2-16,-2-1 1 0,-2 3-6 0,-1 1 3 15,3-1-5-15,-2 2-1 0,-2 0 0 0,5 1-1 16,-5-1-4-16,0 2-1 0,4 2-1 0,-8-1 0 16,-5 2-3-16,15 0 5 0,-7 0-11 0,-8 0 4 15,12 3-1-15,-5 0 1 0,-3 0 3 0,2 3-8 16,0 1 0-16,-4 0 8 0,-1 2-1 0,-1 1 0 16,-1 2 6-16,-3 1-1 0,0-2 3 0,-6 5-2 15,1 0 1-15,1 0 2 0,-8-2 6 0,4 1-12 16,-1-1 7-16,-2 1-5 0,-2-3 1 0,2 2-3 15,-1-3 7-15,-2 0-7 0,0-1-2 0,0-1 0 16,0-1 2-16,2 0-2 0,-1-3 0 0,5 1-3 16,3-2 2-16,1-1 0 0,1-2 0 0,2 2 0 15,5-3 6-15,-11 5-8 0,11-5-2 16,-7 1 1-16,7-1 3 0,0 0 6 0,-8 2-9 0,8-2-6 16,0 0 9-16,0 0-4 0,0 0 0 0,0 0-1 15,-5 3-2-15,5-3 0 0,0 0 1 0,0 0-1 16,0 0 2-16,0 0-2 0,0 0 0 0,0 0 2 15,0 0-1-15,0 0-2 0,0 0 3 0,0 0-1 16,0 0 0-16,0 0-1 0,0 0 4 0,0 0-2 16,0 0 1-16,0 0-3 0,0 0 0 0,0 0 6 15,0 0-3-15,0 0-2 0,0 0 3 0,0 0-6 16,17 5 5-16,-17-5 0 0,0 0-5 0,0 0 5 16,0 0-3-16,7 3 8 0,-7-3-7 0,0 0-1 15,0 0 3-15,7 2-4 0,-7-2 11 0,0 0-8 16,0 0-6-16,0 0 6 0,0 0-3 0,5 4 1 15,-5-4 2-15,7 2 1 0,-7-2-3 0,0 0 1 16,8 5 1-16,-8-5-1 0,6 6 4 0,-3-4-5 16,-3-2 4-16,7 8-1 0,-3-3 0 15,1-1-4-15,-1 1 4 0,-2 1 0 0,5 2 2 0,1-2-1 16,0 1-1-16,1 2 3 0,-3 1-1 0,0 0-4 16,4 2 5-16,-5-2-3 0,1 2 2 0,2 5-2 15,-2-1 2-15,3 0 1 0,-2 2 1 0,-1-3 0 16,-2 2-3-16,2 1-12 0,-2-3-16 0,1-1-22 15,1-2-26-15,-2 0-18 0,4-2-30 0,-4-1-36 16,1-2-33-16,-1 0-170 0,1-1-391 0,-5-6 174 16</inkml:trace>
  <inkml:trace contextRef="#ctx0" brushRef="#br0" timeOffset="26416.16">10822 3214 259 0,'-3'-9'255'0,"3"9"-19"0,0 0-18 0,0-8-19 15,0 8-16-15,0 0-15 0,0 0-16 0,0 0-10 16,0-10-17-16,0 10-13 0,0 0-11 0,10-4-8 16,-2 4-9-16,5 0-6 0,8 2-8 0,10 1-8 15,0 4-1-15,3-2-5 0,5 5-7 0,12 4-4 16,-1 8-3-16,-3-1-5 0,1 4-4 0,-1 7-2 15,-3-1-5-15,-1 6 2 0,-3 1-1 0,0 3-1 16,-10 2 1-16,0 0 6 0,-7 2 0 0,0 2 8 16,-1 0-6-16,-3 2-4 0,-4 1 5 0,-4 0-7 15,0 0-2-15,-7 1 1 0,3 1-1 0,-3 1 1 16,-2-2-1-16,0 0-1 0,1 1-7 0,-4-6 6 16,-3 2-1-16,-2-1 6 0,-1-1 0 15,-3 2 1-15,-1 0 14 0,-4 1 7 0,-5-1 0 0,-1 0-1 16,-1-4-4-16,-3 3-4 0,-2-2 0 0,-5-1-5 15,0 0-5-15,-3-2 3 0,2-2 2 0,-2-6-1 16,1 0-2-16,6-10-13 0,3-4-19 0,-1-1 18 16,1 0-1-16,-2-1-19 0,4-4-15 0,1-1-33 15,4-3-45-15,0-1-44 0,7-3-45 0,-1-2-57 16,1-1-57-16,-1 0-239 0,12-3-577 16,0 0 255-16</inkml:trace>
  <inkml:trace contextRef="#ctx0" brushRef="#br0" timeOffset="26748.59">11039 4824 2586 0,'0'0'239'0,"1"-7"-106"0,-1 7-50 0,0 0-27 15,0 0-17-15,0 0 12 0,0 0-10 0,0 0-9 0,3-8-11 16,-3 8-5-16,0 0 3 0,0 0-4 0,0 0 2 15,0 0 19-15,0 0 6 0,0 29 0 0,-3-17 1 16,1 1-4-16,-1 2-2 0,1 2-7 16,-1-2-1-16,0 2-4 0,1-2 3 0,1-1-9 15,-1-2 0-15,1-1 0 0,-3-1-2 0,2 1-3 16,2-1 2-16,0 1-2 0,0-3-3 0,-2-1-3 16,2-7-1-16,0 14 1 0,-1-8-1 0,1-6-1 0,3 14-6 15,-1-10 5-15,2 3 4 0,4-2-4 16,3 0-8-16,3-1 8 0,5-1-14 0,8-2-17 15,4-4-26-15,0-1-31 0,-1 1-34 0,-3-1-35 16,0-2-38-16,0 0-45 0,-8 3-37 0,-4-1-187 0,-1 1-496 16,-1-1 220-16</inkml:trace>
  <inkml:trace contextRef="#ctx0" brushRef="#br0" timeOffset="27266.47">9753 5295 171 0,'0'0'342'0,"-5"-3"-30"0,5 3-34 0,0 0-21 0,0 0-34 15,-6-4-24-15,6 4-20 0,0 0-15 0,0 0-13 16,0 0-6-16,0 0-7 0,0 0-6 0,0 0-1 16,0 0-8-16,4-14-15 0,2 9-5 0,2-4-7 15,1 0-8-15,2-4-5 0,1 2-37 0,-1-3-6 16,2 0 1-16,-2 0-4 0,1 2-4 0,-5 2-3 15,2-3 2-15,-2 4-7 0,-2 0-7 0,0-2-1 16,-1 3-2-16,-3-4 1 0,3 0 0 0,-3 2-3 16,1-2-1-16,-1 1-4 0,-1 0 3 0,1 0-4 15,-1 1 6-15,0 0-2 0,0 10-8 0,0-12-2 16,1 6 1-16,-1 6-2 0,0 0-1 0,0-11 0 16,0 11 1-16,0 0-4 0,0 0 0 0,0 0-6 15,0 0 6-15,0 0 1 0,0 0 6 0,0 27 2 16,-2-11-2-16,2 2 3 0,-1 0-4 15,2 0 1-15,-1 0 4 0,2 1-8 0,4-2 5 0,-3-2-5 16,4-3 3-16,-1 3-3 0,1-4-14 0,0-1-27 16,5-3-39-16,-3 2-55 0,1-3-61 0,6 1-65 15,-4-4-262-15,-2 0-568 0,4-2 252 0</inkml:trace>
  <inkml:trace contextRef="#ctx0" brushRef="#br0" timeOffset="27437.4">9877 4843 137 0,'-7'-7'302'0,"3"2"-30"0,0 1-27 0,4 4-31 16,-4-6-49-16,4 6-66 0,0 0-44 0,0 0-32 16,0 0-54-16,0 0-51 0,0 0-53 15,15 28-76-15,-8-13-228 0,-2 1 100 0</inkml:trace>
  <inkml:trace contextRef="#ctx0" brushRef="#br0" timeOffset="27681.89">10158 5100 10 0,'5'3'254'0,"2"0"-14"0,-1 0-14 0,1 2-17 16,-1-1-20-16,-1 1-5 0,2 1-14 0,-1 1 9 15,-1-1-10-15,-3-1-2 0,-2-5-2 0,4 21-8 0,-1-9-7 16,-6 1 4-16,1 3-14 0,-3 0-1 0,-3 0-11 15,2 0-2-15,-1-2-4 0,1-2-24 16,0-2 0-16,1 1-11 0,5-11 4 0,-7 17-21 0,7-17-11 16,-4 11-5-16,4-11-4 0,0 0-4 15,4 18-6-15,-4-18-13 0,17 6-7 0,-2-6-20 16,14-5-30-16,2-1-36 0,4-2-53 0,13-5-49 0,2-6-57 16,2-1-55-16,-2 1-242 0,-1-1-565 0,1 1 250 15</inkml:trace>
  <inkml:trace contextRef="#ctx0" brushRef="#br0" timeOffset="30029.78">13764 2117 14 0,'0'0'46'0,"0"0"-5"15,0 0-2-15,-8 4-6 0,8-4 0 16,0 0-10-16,0 0 1 0,0 0-4 0,0 0 2 16,0 0-8-16,0 0-3 0,0 0 3 0,0 0 3 15,0 0 12-15,15 21-1 0,-3-15 29 0,1-2-2 0,7 3-11 16,9 0 6-16,1 2-2 0,5 0 3 15,2-4-3-15,18 2 1 0,-1-1-4 0,2-4 6 16,7 1-6-16,2-1 11 0,25-7-2 0,-25 4-12 16,27-4-2-16,-2 3-7 0,-29-3 5 0,4 1 0 15,1 1-5-15,-2-3 0 0,0-3-2 0,-5 5-4 16,-6-1-1-16,2 1-7 0,-4 0 10 0,-11 1-6 16,12 0 1-16,-13 0 1 0,-1 1-5 0,-1 0-13 15,3 1 7-15,-4-1 4 0,-3 0-4 0,-2 0-1 16,-3 0 1-16,-8 2 2 0,-1 0-4 0,-1 0-3 15,-8 0-4-15,1 2 1 0,-11-2-2 0,15-2 2 16,-15 2 2-16,0 0-4 0,14 2-7 0,-14-2-11 16,0 0-14-16,11 0-6 0,-11 0-24 0,0 0-6 15,0 0-21-15,0 0-21 0,0 0-17 0,0 0-74 16,0 0-212-16,0 0 94 0</inkml:trace>
  <inkml:trace contextRef="#ctx0" brushRef="#br0" timeOffset="30366.1">15482 1829 36 0,'0'0'251'16,"-5"-9"-25"-16,5 9-30 0,0 0-18 0,0 0-20 15,0 0-13-15,0 0-19 0,0 0-18 0,0 0 2 16,0 0-3-16,0 26-3 0,4-7 9 0,-2 1-5 16,0 5-1-16,-2 3-18 0,2-4 0 0,1 1-16 15,-1 2 3-15,0-2-10 0,-1-4-7 0,2 7-4 16,-2-2-3-16,-1 2-9 0,1-9 2 0,0 0-8 16,1 7 0-16,-1-5-4 0,-1 3-5 0,0-5 0 15,1 0-4-15,-1 1-1 0,3-5-3 0,-2 3-11 16,2-5-23-16,-3-1-24 0,2 2-37 0,-2-14-39 15,1 21-25-15,2-10-28 0,-3-11-40 16,1 12-161-16,2-7-398 0,-3-5 176 0</inkml:trace>
  <inkml:trace contextRef="#ctx0" brushRef="#br0" timeOffset="30598.75">15740 1917 230 0,'0'0'239'0,"2"-12"-22"0,-2 12-28 16,1-9-14-16,-1 9-21 0,0 0-20 0,0 0-11 16,0 0-6-16,0 0 2 0,0 0 1 0,0 0-4 15,0 41-1-15,-3-16-7 0,0 2-6 0,-1 1-14 16,-1 1-16-16,-2 2 4 0,2-1-10 0,1 0-5 16,-1-1-2-16,3 4-5 0,-2 2-4 15,1-1-4-15,-3-4-10 0,3 0-19 0,1-2-36 0,-1 0-38 16,1-7-46-16,2-2-39 0,0 1-46 0,1-3-208 15,-4-1-429-15,3-5 190 0</inkml:trace>
  <inkml:trace contextRef="#ctx0" brushRef="#br0" timeOffset="30949.9">15729 2194 99 0,'0'0'257'0,"0"0"-31"0,-8-5-23 15,8 5-20-15,0 0-22 0,0 0-12 0,30 2-15 16,2-5-11-16,7 4-13 0,17-5-7 0,10 0-2 16,32-2-8-16,-1-3-15 0,4 4-7 15,1-1-5-15,1-1-7 0,-5 2-7 0,4-2-6 0,0 3 0 16,-2-4-5-16,4 4-4 0,-2 1-7 15,3 0 1-15,-7 2-4 0,-2-2-6 0,-3 0 1 16,-36 2-4-16,6 0 2 0,-1 2 0 0,-3-4 1 16,-2 3-2-16,-2 2-3 0,-4-2 4 0,-16 0-6 0,-2 1-3 15,0 0 5-15,-5-1-2 0,-7 0-1 0,-1 0 3 16,-6 1-8-16,-4 1 1 0,2-4-1 16,-3 2-5-16,-9 0-11 0,0 0-17 0,14-2-25 15,-14 2-73-15,0 0-61 0,0 0-221 0,0 0-437 16,-49-4 193-16</inkml:trace>
  <inkml:trace contextRef="#ctx0" brushRef="#br0" timeOffset="32027.85">12760 5665 155 0,'-5'-2'151'0,"5"2"-7"0,-10-3-9 0,10 3-6 16,-9-3-4-16,9 3-5 0,-9-2-15 0,9 2-9 15,0 0-14-15,0 0 1 0,-7-2-3 0,7 2-9 16,0 0-4-16,0 0-8 0,0 0-5 0,0 0-9 15,0 0-4-15,0 0-3 0,0 0-3 0,31 3-4 16,-12-3-2-16,10 1-2 0,2-1-1 0,3 0 0 16,4 2 5-16,16-2-7 0,5 0 0 0,-2-3 4 15,11 2 4-15,20-3 0 0,-21 3-2 0,27-4 1 16,3-3-1-16,-1 2-2 0,5 2-6 0,1-2 4 16,-1 0-4-16,4 3-1 0,-1 0 3 0,1-2 0 15,3 3 5-15,0-1-3 0,6 3 15 0,4 0 6 16,7 3-4-16,3 2 0 0,11-1 1 0,3 0 5 15,2-2-2-15,0-1-4 0,-1 2-5 0,0 1-2 16,-4-1-1-16,4-4-3 0,-3-2-2 0,1-3-1 16,-1 2-2-16,-6-1 0 0,-1-5 14 0,-3 0-3 15,-5 3 2-15,6-1 1 0,-7-2 8 16,-2 3-2-16,-9-1-7 0,-1 0 5 0,-8-2 1 16,-1-2-4-16,-3 4-6 0,-9-4-8 0,-27 4 0 0,0-1 6 15,-2 0-13-15,-2-1-5 0,-6-2-11 0,-16 7 1 16,-3 0-1-16,-3-2 0 0,-4 4-2 15,-9-1-5-15,-6 2 5 0,-3 1 4 0,0 0-12 0,-10 1-1 16,14-3-4-16,-14 3-15 0,12-3-14 0,-12 3-13 16,0 0-17-16,10-2-22 0,-10 2-25 0,0 0-23 15,0 0-37-15,0 0-53 0,0 0-22 0,0 0-161 16,0 0-444-16,0 0 197 0</inkml:trace>
  <inkml:trace contextRef="#ctx0" brushRef="#br0" timeOffset="34348.48">17250 2137 52 0,'0'0'155'0,"0"0"-11"0,-4-5-11 0,4 5-12 16,0 0-14-16,0 0-11 0,0 0-6 0,0 0-11 16,0 0-9-16,0 0-5 0,0 0-15 0,0 0-5 15,0 0-2-15,0 0 7 0,0 0-13 0,-1 17 9 16,2-1 8-16,0 1-1 0,-1 10 21 15,1 3-5-15,-1-1-5 0,2 1 4 0,-2 5-10 0,2-2-2 16,-2 2-1-16,3 11-3 0,-4-9 3 16,1-2-3-16,-2 1 0 0,2-4-7 0,-1 2 4 15,-3-2-9-15,3 3-2 0,-3-3 2 0,3-3-5 0,-3 2-6 16,1-2-1-16,1-1 11 0,-3-1-2 0,1 0-3 16,1-4 0-16,2 1-5 0,-2-5-2 0,2-2-4 15,0 1 2-15,-2 0-6 0,2-3 1 16,0-2-3-16,-1-2-3 0,1-1-4 0,0-1 6 15,1-9-2-15,0 12-1 0,0-12-3 0,0 0 1 16,-1 12 0-16,1-12 9 0,0 0 6 0,0 0 5 16,0 0 3-16,0 0 4 0,0 12 0 0,0-12 3 15,0 0-3-15,0 0 0 0,0 0 2 0,0 0-10 16,0 0-4-16,0 0-4 0,0 0-5 0,0 0-1 16,0 0-7-16,9 6 0 0,-9-6-3 0,10 4 0 15,-10-4-4-15,15 2-5 0,-5 2-2 0,-1-3 4 16,4 2-4-16,-3 0 1 0,1 3 2 0,0-2-1 15,-2 1 1-15,-1 2 2 0,1-1-2 0,-3 1-1 16,0 1-1-16,0 1 9 0,-3 0-10 16,1 0 2-16,0 1 1 0,-1 0-1 0,-1 3 4 15,-3-1-2-15,0 5-3 0,-3-2 4 0,-1 3 1 16,-3 0-1-16,-1 6 0 0,-6 1 3 0,2-2-3 16,-2 1 2-16,-2-2 0 0,3 2-1 0,-1 0 1 0,2-2-2 15,-1-1 4-15,6-3 0 0,-1-2-3 0,2 3 0 16,1-2-2-16,3 0 1 0,3 1-5 0,-2-1-20 15,4 1-9-15,0-2-2 0,3 1-11 0,0-2-9 16,4 1-11-16,-1 1-10 0,1 0 16 0,0-1-15 16,1 0 5-16,-1-3 4 0,0 2 11 15,-1-2 4-15,-3-2 4 0,2 1 6 0,0 4 0 16,-3-6 6-16,1 0 5 0,-3 3 2 0,-2-4 5 16,0 7 0-16,-1-4 3 0,-2 0 4 0,-4 5 3 15,-1 0 3-15,-2 0-2 0,-2-1 5 0,-2 5 4 0,-2 0-5 16,-1 0 5-16,-1-1-2 0,7-4 5 0,-2 1-3 15,1-1 1-15,5 1-1 0,-1 0-2 16,-1 0-7-16,3-1-7 0,2 3 2 0,1-2-2 16,1 2-8-16,2 0-5 0,2 0-5 0,3 5-10 15,2 1-4-15,2-2 7 0,0 1-3 0,-2-7 2 16,1 1 10-16,5 5-1 0,-4-6 1 0,0-2 6 16,1 2-5-16,-1 0 5 0,0-1 4 0,1 8 6 15,-4-7 0-15,0 2 7 0,-3 0-4 0,0 1 11 16,-2-1-4-16,1-1 3 0,-4 0 7 0,2 7 0 15,-1-5 9-15,-2 5 0 0,2-6-6 0,1 9 9 16,0-2 1-16,0-6 5 0,3 5-4 0,-2-5 2 16,-1 6-4-16,4-1 0 0,-2 1 10 0,2-7-2 15,1 5-3-15,-1-5 7 0,-1 0 1 0,-1 0 2 16,3 6-2-16,-1-6 3 0,-1-1-8 0,1 1-2 16,-1-3 2-16,-1 3-5 0,0-2 0 0,-2-1 2 15,0 3-2-15,0-19-6 0,-6 33-15 0,2-21-11 16,0 4-18-16,4-16-19 0,-10 20-22 15,5-9-31-15,5-11-21 0,-12 16-116 0,12-16-264 0,-11 9 117 16</inkml:trace>
  <inkml:trace contextRef="#ctx0" brushRef="#br0" timeOffset="34815.18">17657 3682 163 0,'0'0'273'0,"0"0"-17"0,0 0-21 0,2-9-14 16,-2 9-24-16,0 0-15 0,0 0-12 15,0 0-15-15,0 0-12 0,0 0-15 0,0 0-19 16,0 0-8-16,0 0-16 0,0 0-8 0,0 0-7 15,0 0-6-15,0 0-7 0,0 0 1 0,-4 41-8 0,4-21-1 16,0 8-4-16,0-3-5 0,-1-1-1 0,1 1-4 16,0 1-5-16,-2-3-2 0,4-3-3 15,-2-1-1-15,0 0-4 0,1-1-2 0,-1-1 7 16,0 0-26-16,0-2-20 0,1 2-25 0,-1-2-29 16,-1-1-34-16,1-2-38 0,0-1-30 0,2 1-35 15,-2-2-186-15,-1 1-430 0,1-11 190 0</inkml:trace>
  <inkml:trace contextRef="#ctx0" brushRef="#br0" timeOffset="35131.49">17747 3610 92 0,'9'-7'141'0,"-2"4"-10"16,4 1-16-16,-1 0-21 0,3 1 3 15,-2 1-7-15,1 3 5 0,-3 0-1 0,1 2 3 16,-4-1-13-16,2 3 5 0,-3 1-13 0,0 1 3 16,-5 3-5-16,0-3-7 0,-4 5-10 0,-3 2 1 15,-5-2-7-15,-1 2-5 0,3-1-2 0,-4-3-1 16,2 1-3-16,4-2-1 0,-3-2-2 0,5-3-4 16,0 2-8-16,-1-5 2 0,2 0-5 0,1 3-2 15,4-6-8-15,-6 10 3 0,3-7-3 0,3-3 1 16,-4 11 0-16,6-3-6 0,-2 0 1 0,2 3 0 15,5 0 0-15,1 0 4 0,5 3-7 0,2 0-5 16,0 1-14-16,2-4-30 0,8 7-23 0,1-3-34 16,-1-2-36-16,-1 1-25 0,0 0-113 0,-8-1-297 15,-1-1 132-15</inkml:trace>
  <inkml:trace contextRef="#ctx0" brushRef="#br0" timeOffset="35816.08">17286 5042 75 0,'-6'-8'277'0,"6"8"-15"15,-2-6-10-15,2 6-12 0,0 0-19 0,0 0-14 16,-3-7-17-16,3 7-14 0,0 0-24 0,0 0-14 16,0 0-14-16,0 0-12 0,-4-7-16 0,4 7-10 15,0 0-6-15,0 0-11 0,0 0-13 0,0 0-2 16,0 0-5-16,8 24-3 0,-4-12-5 0,0 7 1 15,0 5-8-15,-1 2 7 0,1 2 8 0,-3 3-10 16,2 4 11-16,-2 9-15 0,1-6 2 0,-2 8 0 16,-3-10-4-16,3 11-5 0,0-15 0 0,-3 1-4 15,3-1 4-15,-1-1-2 0,0 0-18 0,-4-3-27 16,1-2-32-16,0-6-45 0,2 0-57 0,-1-4-61 16,-1 1-68-16,-2-5-173 0,1-2-492 0,-3-3 218 15</inkml:trace>
  <inkml:trace contextRef="#ctx0" brushRef="#br0" timeOffset="36731.01">16210 1061 84 0,'0'0'236'0,"0"0"-2"16,0 0-7-16,0 0-9 0,0 0-1 16,0 0-7-16,0 0 4 0,0 0-14 0,0 0-14 15,0 0-12-15,0 0-12 0,0 0-10 0,0 0-1 16,0 0-18-16,0 0-12 0,0 0-12 0,-31 1-20 15,19 3 1-15,-6 5-16 0,-7 4-9 0,-1 4-5 16,-5 1-3-16,2 4-4 0,1 3-10 0,1-1-4 16,-2 1 1-16,6-1-6 0,5 0-1 0,0-2-3 15,6-6-4-15,6 2-3 0,0 1 2 0,1-4-8 16,2 2 0-16,3-7 3 0,4 3-6 0,2-4-8 16,8 2 17-16,1 2-9 0,6-8-4 15,11 2 7-15,1-2-26 0,2-4-15 0,6-2-16 0,11 0-25 16,-12-2-25-16,11-1-28 0,0 1-42 0,-11-2-31 15,9-2-50-15,-13 2-43 0,-6 3-171 16,-1 2-492-16,-9 0 218 0</inkml:trace>
  <inkml:trace contextRef="#ctx0" brushRef="#br0" timeOffset="37597.81">14943 3066 118 0,'0'0'235'0,"0"0"-28"0,5-6-20 16,3 3-19-16,4 1-16 0,8-2-16 16,0-1-15-16,10 1-10 0,1 0-11 0,1 3-10 15,3-3-4-15,4 7-12 0,-1 0-5 0,0 7-10 16,12 2-2-16,0 7-9 0,-3 3-3 0,-2 4-4 16,1 2-3-16,-2 3-1 0,-2 3-1 0,-2 9-2 15,2 0 0-15,-3 5-3 0,-5 0-1 0,14 22 2 16,-19-18 4-16,5 24 19 0,-12-20 0 0,6 22 10 15,-6 1 3-15,-11-21 2 0,1-2 3 0,-4 4-4 16,-1 22-9-16,-4-29-3 0,1 2-9 0,-3-5-1 16,-4 4-9-16,-3-5 4 0,0 3-3 0,-5-4-4 15,-3 5 0-15,-2-1-3 0,-5-3-2 0,-1 1-3 16,-4 0-3-16,-4-2-1 0,-3-2-4 0,-3-2 4 16,2-3-5-16,-3 1-3 0,-4-5 0 0,1 2-11 15,3-7 6-15,-1-3-19 0,5-7-32 0,-9 4-41 16,12-8-40-16,1 0-51 0,2-6-55 0,1-1-55 15,10-4-146-15,-3-1-464 0,6-3 206 0</inkml:trace>
  <inkml:trace contextRef="#ctx0" brushRef="#br0" timeOffset="37947.9">15365 4671 130 0,'1'-5'337'0,"-1"5"-23"15,0-10-28-15,0 10-32 0,0 0-25 0,2-10-26 16,-2 10-25-16,0 0-27 0,0 0-12 16,0 0-6-16,0 0-12 0,0 0-9 0,-10 30-4 15,-1-8-15-15,1 5-5 0,-6-1-12 0,5 5-5 0,-6 0-5 16,3 0-8-16,-2 2-17 0,1-2 13 15,0-1-11-15,0-2-2 0,1-2-4 0,1 1-8 16,3 0 3-16,2-3-4 0,-1 2-5 0,4-7-3 16,4 0-1-16,1 0-3 0,1 0 4 0,5-2-4 15,4 0-9-15,5-2 10 0,1-1-3 0,10 0-15 0,3-6 5 16,7-4-26-16,4-4-23 0,14-4-29 16,-1-2-25-16,4-3-15 0,-5 0-59 0,-1-3-42 15,-17 1-47-15,-3 6-173 0,-2-3-469 0,-8 2 208 16</inkml:trace>
  <inkml:trace contextRef="#ctx0" brushRef="#br0" timeOffset="38465.76">13890 5061 121 0,'0'0'291'0,"0"-8"-30"0,0 8-22 16,4-16-28-16,-2 7-20 0,5-7-20 0,3 3-12 16,0-4-10-16,7-6-19 0,-2-1-11 0,4-1-7 15,0 0-12-15,2 1-9 0,-3 0-8 0,1 1-6 16,-4 0-5-16,2 2-6 0,-5 6-4 0,-1-2-7 16,-2 0-4-16,0 3-5 0,-2-2-3 0,-3 3 2 15,3-2-12-15,-5 4-3 0,2 1 7 0,-2 1 8 16,-2 9 4-16,4-13-3 0,-4 13 4 15,2-11-6-15,-2 11-3 0,2-10-3 0,-2 10-10 0,0 0 2 16,0 0-10-16,4-4 1 0,-4 4-7 0,0 0 5 16,0 0 13-16,-14 37-12 0,5-12 12 15,1 3-7-15,1 2-5 0,-2 2 2 0,4-4-8 0,1 2 6 16,4-4-5-16,2 2 0 0,0-9-4 0,3 5-1 16,2-5 3-16,1 0-6 0,1-3-10 0,5-2-17 15,-3-1-34-15,2-1-31 0,3-2-41 0,-1-1-53 16,4-4-50-16,2-3-42 0,-2-2-193 0,0 0-502 15,3-4 223-15</inkml:trace>
  <inkml:trace contextRef="#ctx0" brushRef="#br0" timeOffset="38630.03">14206 4464 13 0,'-8'-11'270'0,"1"4"-10"0,1-2-29 0,0 3-28 0,2 0-23 15,4 6-48-15,-7-6-46 0,7 6-31 16,0 0-18-16,0 0-33 0,0 0-24 0,0 0-48 16,3 36-26-16,7-12-30 0,-4 3-71 0,0-1-210 15,3 2 94-15</inkml:trace>
  <inkml:trace contextRef="#ctx0" brushRef="#br0" timeOffset="38982.06">14416 4800 128 0,'14'-2'188'16,"-14"2"-13"-16,13-2-12 0,-7 2-13 0,-6 0-13 16,18 0-4-16,-9 2-4 0,-2-2 5 0,2 2-4 0,-4 0-4 15,1 3-5-15,-1-1-8 0,1 2-9 16,-1 1-5-16,-2 0-2 0,-3 4-4 0,0 0-5 16,-2 5-9-16,-2 0 1 0,-2 1-14 0,-3-1-7 15,2-1-4-15,-4 1-6 0,6-5-5 0,-1-1-5 16,0-1-3-16,-2 1-3 0,5-1-15 15,-1-3-7-15,0 1-5 0,4-7-8 0,0 12-2 0,0-12-4 16,5 10 1-16,-1-5 1 0,1-1 0 0,1 2 1 16,1-1-2-16,2 2 0 0,-3-2 0 0,4 2 1 15,-2-1 3-15,-1 1 8 0,3 0-4 0,-5 2-2 16,0-2 7-16,-2 2 6 0,-1-2 2 0,-2 1 5 16,0-8-1-16,-2 18 8 0,-1-7-8 0,-5-4-1 15,1 3-3-15,-2-2 4 0,0-1-4 0,-3 1-15 16,2 1-26-16,-2-4-33 0,0 0-50 0,12-5-61 15,-23 8-74-15,9-5-152 0,1-1-431 0,13-2 191 16</inkml:trace>
  <inkml:trace contextRef="#ctx0" brushRef="#br0" timeOffset="39120.26">14659 5139 144 0,'0'0'123'0,"0"0"-76"0,0 0-100 16,0 0-56-16,0 0 25 0</inkml:trace>
  <inkml:trace contextRef="#ctx0" brushRef="#br0" timeOffset="41564.79">18990 2284 18 0,'0'0'162'0,"0"0"-8"0,-14-9-13 0,14 9-4 16,0 0-1-16,0 0 7 0,-16 6-10 0,16-6 5 15,-10 0-2-15,10 0-13 0,0 0-10 0,0 0-10 16,-9 4-2-16,9-4 2 0,0 0-12 0,0 0-7 16,0 0-11-16,0 0-7 0,0 0-5 0,0 0-2 15,0 0-11-15,42-1-1 0,-15-4-11 0,2 2-4 16,0-2-17-16,-7 3-29 0,1-3-42 0,-4 5-35 16,0-2-48-16,-3 2-29 0,-2 0-18 0,-1 2-115 15,-3 0-324-15,-4 1 144 0</inkml:trace>
  <inkml:trace contextRef="#ctx0" brushRef="#br0" timeOffset="41783.79">19109 2174 23 0,'0'0'247'0,"0"0"-21"15,0 0-23-15,-6-8-24 0,6 8-16 0,0 0-24 16,0 0-12-16,0 0-17 0,0 0-14 0,0 0-9 15,0 0-10-15,0 0-6 0,-8 21-9 0,4-3-3 16,-1 7-5-16,0 5-6 0,-2 1-6 0,1 4-1 16,-3 11-6-16,4-11-10 0,-4 13-36 0,2-1-36 15,2 2-47-15,3-2-50 0,0-2-159 0,-4-9-329 16,4 0 145-16</inkml:trace>
  <inkml:trace contextRef="#ctx0" brushRef="#br0" timeOffset="42331.53">18686 5027 263 0,'0'0'290'15,"0"0"-7"-15,-6 2-9 0,6-2-14 0,0 0-15 16,0 0-19-16,0 0-17 0,0 0-20 0,0 0-18 16,0 0-14-16,0 0-13 0,0 0-8 0,23 2-17 15,-3-5-9-15,11 0-10 0,1-1-3 0,4-3-33 16,1 0-40-16,0-1-41 0,0 2-58 0,-4 0-64 16,-1-2-61-16,-1 3-56 0,-5 0-190 0,3-4-483 15,-10 2 213-15</inkml:trace>
  <inkml:trace contextRef="#ctx0" brushRef="#br0" timeOffset="42931.98">19660 3098 84 0,'0'0'262'0,"0"0"-12"0,0 0-13 0,0 0-9 0,0 0-16 16,0 0-11-16,0 0-13 0,0 0-13 0,0 0-22 16,0 0-18-16,0 0-13 0,0 0-16 15,0 0-10-15,9 11-8 0,-5-3 5 0,0 5 0 0,-1 4-6 16,5 7-8-16,4 3-7 0,-3 0-2 0,0 1-13 15,1 4 0-15,-3-2-7 0,4-1-4 0,-2-3 4 16,-1 1-11-16,-1-3-4 0,-1-6-16 0,1-2 8 16,0-1 1-16,-2-3-1 0,-1-2-2 0,1-2 0 15,-1 1-4-15,-1-4-5 0,-2 0 1 16,-1-5-14-16,4 8 22 0,-4-8-11 0,5 6 6 0,-5-6 8 16,0 0 10-16,3 5 8 0,-3-5-1 0,0 0 1 15,0 0 7-15,0 0-18 0,15-13-2 0,-7 2-3 16,-2 1-4-16,2-6 5 0,1-1-9 15,0-5 3-15,-1-4-2 0,0 0-4 0,0-2-4 0,1 2-2 16,-2-2 0-16,0 0 1 0,-2 1-9 16,4 1-6-16,-2 3-8 0,-1 7-3 0,-1 0 0 15,-3 8-16-15,0-1-16 0,0 2-33 0,-2 7-39 0,2-10-38 16,-2 10-36-16,3-7-31 0,-3 7-13 0,0 0-20 16,0 0-19-16,10 13-156 0,-8-2-463 0,0 0 206 15</inkml:trace>
  <inkml:trace contextRef="#ctx0" brushRef="#br0" timeOffset="43216.05">20217 3399 118 0,'5'-7'302'16,"-5"7"-15"-16,0 0-9 0,0 0-18 0,0 0-10 15,-15-10-11-15,15 10-28 0,-5-3-4 0,5 3-17 16,0 0-15-16,0 0-23 0,0 0-7 0,-17 15-14 15,11-4-17-15,-2 4-10 0,-1 3-7 0,0 6-10 16,0-1-11-16,2 3-5 0,0-1-8 0,2 2-4 16,4 1-4-16,-3-2-6 0,0 1-7 0,0-1-1 15,2 0-4-15,-1-2-6 0,2 6 0 0,1-4 1 16,3-2-6-16,-6 1 9 0,0-7-14 0,2-1 2 16,1 2-3-16,0-2-6 0,-2 0 3 0,-1 0-31 15,2-5-28-15,-2 1-48 0,0-2-47 0,1 0-45 16,-3-3-55-16,1 4-46 0,-1-3-235 0,-4 0-561 15,0-3 249-15</inkml:trace>
  <inkml:trace contextRef="#ctx0" brushRef="#br0" timeOffset="43366.22">19968 3903 2245 0,'1'-7'162'0,"3"0"-93"0,-4-1-6 16,0 8 19-16,4-11 7 0,-4 11-11 0,4-11-18 15,-2 5-17-15,2 0-14 0,4-1 0 0,7-4-11 16,1-1-14-16,10-3-30 0,2 0-32 15,7 2-38-15,-3-1-49 0,18-4-49 0,-14 6-215 16,12-4-443-16,-10 4 196 0</inkml:trace>
  <inkml:trace contextRef="#ctx0" brushRef="#br0" timeOffset="43490.38">20685 3634 87 0,'0'0'328'0,"6"3"-6"15,-6-3-8-15,0 0-15 0,0 0-27 0,0 0-28 16,0 0-26-16,0 0-23 0,0 0-17 0,0 0-32 15,0 0-49-15,0 0-44 0,0 0-66 0,0 0-73 16,0 0-93-16,0 0-234 0,0 0-447 0,0 0 198 16</inkml:trace>
  <inkml:trace contextRef="#ctx0" brushRef="#br0" timeOffset="45297.77">20837 3346 254 0,'-6'3'262'0,"1"-1"-11"0,5-2-16 0,0 0-20 15,-9 6-24-15,9-6-9 0,0 0-22 0,0 0-12 16,0 0-16-16,28 0-10 0,-12-4-16 0,5 0-14 16,2 1-13-16,-3 3-38 0,1-2-34 0,-2 2-46 15,-1 2-42-15,-3-1-40 0,-1 1-40 0,-1 1-31 16,-3 1-123-16,-3 0-339 0,0 1 150 0</inkml:trace>
  <inkml:trace contextRef="#ctx0" brushRef="#br0" timeOffset="45448.73">20884 3507 205 0,'-6'2'211'0,"6"-2"-15"16,-12 2-12-16,7 1-13 0,5-3-10 0,-6 1-6 15,6-1-9-15,0 0-15 0,0 0-9 0,0 0-14 16,0 0-10-16,0 0-13 0,29 0-10 0,-7-1-20 16,6-1-26-16,3-1-48 0,1 0-43 0,4-1-59 15,1 0-39-15,0 1-135 0,-3-1-321 0,3-2 142 16</inkml:trace>
  <inkml:trace contextRef="#ctx0" brushRef="#br0" timeOffset="45714.54">21723 3171 213 0,'1'-9'316'0,"-1"9"-25"0,4-6-28 16,-4 6-31-16,0 0-21 0,0 0-26 15,0 0-21-15,0 0-21 0,0 0-5 0,0 0-7 0,0 0-3 16,0 29-2-16,-3-13-10 0,3 3-9 16,-1 6-9-16,1 1-2 0,0-1-16 0,0-1-7 15,-4 2-10-15,4-6-3 0,0 3-3 0,-2-3-6 16,0 6-9-16,1-9-2 0,0 2 7 0,0-1-14 16,-1 0-1-16,1-2-15 0,0-1-14 0,-1-1-12 0,2-2-22 15,-1-1-33-15,0 5-24 0,-1-6-33 16,1 0-37-16,1-10-38 0,-1 19-39 0,0-8-208 15,-3-5-479-15,4-6 212 0</inkml:trace>
  <inkml:trace contextRef="#ctx0" brushRef="#br0" timeOffset="46080.85">21774 3171 90 0,'4'-9'209'0,"0"3"-13"15,1-3-22-15,2 2-16 0,1 1-16 0,-2 2 1 16,5 2-17-16,1-3-7 0,-4 3-12 0,1 1-12 16,2 0-10-16,0 2-3 0,-11-1-14 0,19 1-4 15,-11 3-8-15,2 1-4 0,-4-1-6 0,3 3-4 16,-4-2-5-16,-4 2-1 0,1 0-7 0,-2 3 2 16,-2 1-16-16,-1-1-7 0,-1 0-16 0,-1 0-12 15,-2 0-14-15,2 0-8 0,4-2-15 0,-2 2-4 16,1-4-4-16,2 1 3 0,0-7-3 15,6 13 0-15,-2-6 3 0,5 2 6 0,-1-2-3 0,-2 0 7 16,3-2 8-16,2 2 0 0,-4 0 9 16,1 1 1-16,-3-3 10 0,1 2 0 0,-1-2 0 0,-2 1 6 15,-1 0 15-15,-2-6 12 0,2 12 10 0,-2-12 3 16,-3 12 5-16,-1-6-2 0,-2 2 3 0,-3-2-3 16,1 2-11-16,-1-1-14 0,-1-2-27 0,0 2-32 15,2 0-37-15,-1-3-111 0,-5 0-223 0,8 0 98 16</inkml:trace>
  <inkml:trace contextRef="#ctx0" brushRef="#br0" timeOffset="46440.53">22174 3142 37 0,'2'-7'312'16,"-2"7"-31"-16,4-8-27 0,-4 8-26 0,4-6-25 15,-4 6-26-15,0 0-20 0,0 0-17 0,0 0-13 16,0 0-11-16,17 9 0 0,-11 1-7 0,2 5-6 0,2-1-11 16,-2 4-8-16,1-1-7 0,5 6-3 0,-7-5-7 15,1 6-5-15,1-6-9 0,-3 0-8 0,2-2 6 16,-3-1-9-16,0 0-8 0,3 0-1 16,-3-6-3-16,-1 3-1 0,0-3-6 0,-1-1 0 15,1-3 0-15,-4-5-4 0,3 7-1 0,-3-7 0 16,3 7 0-16,-3-7-5 0,2 5 24 0,-2-5 25 15,0 0 11-15,0 0 3 0,0 0-11 0,0 0-3 0,13-11-10 16,-9 0 0-16,1-4-7 0,0-2-11 16,1 0 2-16,1-1-3 0,2-6-3 0,-3 7-6 15,5-9-7-15,-4 7-20 0,1 2-19 0,-1 1-11 16,-2 5-27-16,2-5-41 0,-2 6-37 0,-1 2-31 16,-1-2-52-16,1 4-52 0,2 0-222 0,-6 6-536 15,7-4 239-15</inkml:trace>
  <inkml:trace contextRef="#ctx0" brushRef="#br0" timeOffset="46702.43">22550 3453 80 0,'-3'10'187'0,"2"0"-10"16,2-4-20-16,-1-6 5 0,0 14-8 0,1-9 8 15,-1-5 1-15,4 11 12 0,0-6 11 0,2-4 10 16,1 1-5-16,4 0-4 0,2-2-8 0,1-2-3 15,4-1-5-15,-1-2-17 0,-1-2-6 0,0 0 11 16,-4 1-18-16,1-4-11 0,4 1-6 0,-10 1 12 16,0-1-2-16,-3-3-14 0,0 1-7 0,-6-5-17 15,2 0 3-15,-5 0-17 0,-1 3-6 0,-1 3-16 16,-5-3-2-16,0 1-10 0,-3 5-13 16,2 1-21-16,-6 2-33 0,-1 4-55 0,-9 4-62 0,0 5-64 15,-5 2-76-15,6 3-90 0,-5 0-228 0,6 1-642 16,8-4 284-16</inkml:trace>
  <inkml:trace contextRef="#ctx0" brushRef="#br0" timeOffset="51303.96">5662 7078 131 0,'0'0'237'0,"-1"-11"-11"0,1 11-10 0,-3-13-5 15,2 4 1-15,0 2-8 0,1 7-12 16,0-10 18-16,0 10-4 0,0 0-16 0,-1-9-7 16,1 9-11-16,0 0-20 0,0 0-11 0,0 0 2 0,0-8-40 15,0 8-8-15,0 0-16 0,0 0-7 0,0 0-14 16,0 0-3-16,0 0 3 0,0 0-10 0,1 26-4 16,-2-8-4-16,2 6 1 0,3 5-3 15,-3-1 3-15,2 3 2 0,-2-2-6 0,-1 2-1 16,1-3-2-16,0 0 2 0,1 4-8 0,-2-4-4 0,-2-3 3 15,1 0-3-15,-1-5-6 0,2-4-3 0,0 2 1 16,0 0 1-16,1-6 3 0,0 4-2 16,-1-4 0-16,0-1-10 0,-1-2-9 0,1 1-20 15,0 2-16-15,-1-5-18 0,1-7-24 0,-2 14-32 0,1-9-38 16,1-5-38-16,-4 17-41 0,3-12-28 0,-2 1-31 16,3-6-181-16,-8 9-507 0,5-6 224 15</inkml:trace>
  <inkml:trace contextRef="#ctx0" brushRef="#br0" timeOffset="51781.73">5706 6961 84 0,'2'-10'168'0,"1"0"-7"0,3 0-11 16,-1-2-8-16,2 3-9 0,1 0-7 15,-2 4-8-15,3-2-14 0,0 3-11 0,1 0-5 0,1 1-12 16,-3 2-6-16,-8 1 1 0,22 5-1 0,-11-1 4 16,6 5 4-16,-3 1-4 0,0 3-3 0,-1 0-3 15,-3-1-2-15,0 4-7 0,-2 0-4 0,1 1-3 16,-5 2 3-16,1-3-5 0,-1 1-2 0,-8 3-2 15,3 3-4-15,-3-2-5 0,-3-4-3 0,-3 0-2 16,-1 8-3-16,-1-9-4 0,1 0-13 0,-3-6 1 16,2 3-7-16,-1-8-1 0,6 3 1 0,-1-2 2 15,-1 0-4-15,1-2 1 0,2 0 1 0,1-2-2 16,5-2 4-16,-10 4-3 0,10-4 2 0,-8 6-2 16,8-6 2-16,0 0-2 0,-6 1 1 0,6-1-1 15,0 0-7-15,-8 5 0 0,8-5 2 0,0 0-5 16,0 0 1-16,0 0 1 0,0 0-3 0,8 13 1 15,-7-6 3-15,5-1-1 0,3 1 3 0,-1 2 1 16,0 1 3-16,-1 0-4 0,7 1 5 0,-6-2-4 16,6 3 0-16,-1-3-8 0,2 1-27 0,-2 0-32 15,2 0-59-15,2-1-50 0,-4-4-58 0,-2-1-118 16,5 3-381-16,0-3 168 0</inkml:trace>
  <inkml:trace contextRef="#ctx0" brushRef="#br0" timeOffset="52131.05">6405 7317 90 0,'-7'-4'303'0,"2"0"-5"0,5 4-20 15,-11-6-11-15,7 3-15 0,4 3-11 0,-8-4-2 16,8 4-10-16,-7-3-13 0,7 3-17 0,0 0-11 16,-8-4-12-16,8 4-11 0,0 0-7 0,-5-3-22 15,5 3-10-15,0 0-7 0,0 0-18 0,0 0-3 16,0 0-16-16,0 0-9 0,0 0-15 0,0 0-2 16,0 0-4-16,0 0-6 0,0 0-1 0,33 1-3 15,-20 1-7-15,-2 0 2 0,7 0-8 0,2-2 0 0,-3 0-7 16,1 0-7-16,1 3 13 0,1-2-12 0,-2-1-27 15,-2 2-14-15,3-2-29 0,-5 0-28 16,0 0-40-16,-1 1-38 0,0 1-48 0,0-1-42 16,-4 0-29-16,2 1-34 0,-4-2-194 0,-7 0-549 0,10 5 243 15</inkml:trace>
  <inkml:trace contextRef="#ctx0" brushRef="#br0" timeOffset="52347.87">6543 7156 265 0,'-4'-6'328'16,"4"6"-6"-16,-5-9-8 0,5 9-23 15,-4-7-29-15,4 7-24 0,0 0-26 0,-4-3-22 16,4 3-12-16,0 0-13 0,0 0-4 0,0 22-4 0,-4-4-15 16,4 3-9-16,-2 4-11 0,2 1-8 0,-3 2-22 15,1 0-3-15,2 0-5 0,0-1-12 0,1 0-52 16,-1-2-55-16,1 4-71 0,-2-3-75 0,2 1-88 15,1-1-291-15,-2-9-607 0,0 2 268 16</inkml:trace>
  <inkml:trace contextRef="#ctx0" brushRef="#br0" timeOffset="60304.99">28677 3214 89 0,'0'-8'192'0,"0"8"-13"16,2-8-9-16,-2 8-5 0,0 0-1 0,-2-9-6 15,2 9-8-15,0 0-2 0,0 0-12 0,0 0-4 16,-2-10-7-16,2 10-12 0,0 0-16 0,-4-5-7 16,4 5-13-16,0 0-9 0,-19 4-5 0,9-1-11 15,-7 1-2-15,-1 8-5 0,1-3-3 0,-10 5-5 16,10-3-28-16,-1 0-5 0,0 0-2 0,4 0 0 15,0-2 1-15,2 1-2 0,5-1-1 0,-1 1-8 16,3 2 7-16,0-2 1 0,5-1-2 0,-2 2 2 16,4 0-4-16,0 0-2 0,3 0-4 0,1-3 6 15,3 6-6-15,2 0-5 0,2-2-1 0,-2-2 1 16,5 4 3-16,-2-6-3 0,0 3-1 16,0-1 4-16,-3-3 4 0,-2 3-2 0,1-4-1 0,-1 2 2 15,-1-2-2-15,-2 2 2 0,-2-3-1 0,1 1 2 16,-2-2 3-16,-3-4 3 0,6 10-1 15,-6-10 3-15,2 11 0 0,-2-11 4 0,-4 11 3 0,-4-4-1 16,-3-1 5-16,-5 2-2 0,-1-1 1 16,-1 0-2-16,-6 2 3 0,4-3-2 0,-2 1-4 0,3-4 5 15,1 0-7-15,5 0-2 0,1-3-10 0,0 2-15 16,1 1-20-16,11-3-36 0,-15 0-40 0,15 0-58 16,0 0-151-16,-11-11-355 0,11 11 157 15</inkml:trace>
  <inkml:trace contextRef="#ctx0" brushRef="#br0" timeOffset="60457.1">29007 3374 40 0,'13'-1'94'15,"2"-2"-2"-15,-2 3-16 0,1-1-34 0,-2 0-25 16,-3 1-27-16,-1 0-49 0,-8 0-63 0,0 0 28 15</inkml:trace>
  <inkml:trace contextRef="#ctx0" brushRef="#br0" timeOffset="60596.86">28921 3514 25 0,'0'0'112'0,"0"0"-5"0,0 0-8 16,18 14-21-16,-6-12-17 0,6-1-28 0,10 1-50 15,4-5-66-15,0 1-91 0,3-3 41 16</inkml:trace>
  <inkml:trace contextRef="#ctx0" brushRef="#br0" timeOffset="60980.91">29580 3445 174 0,'0'0'188'0,"6"-15"-20"16,-1 6-14-16,0-1-12 0,0 0-6 0,8-4 0 16,-8 2-8-16,5-2-3 0,1-1-7 0,3-1-6 15,-1 1-15-15,-1 2-4 0,0-1-8 0,-1-1 0 16,-2 7 2-16,-1-1 10 0,-4 5-4 16,0 0-7-16,-4 4-4 0,6-7-6 0,-1 3-3 15,-5 4-15-15,0 0-4 0,4-7-10 0,-4 7-7 0,0 0-3 16,4-3-9-16,-4 3 0 0,0 0-5 0,0 0 1 15,7 15-2-15,-7-5-2 0,-1 5 0 0,2 2 3 16,2 9-3-16,-3 0-2 0,-1 1 0 0,2 4 1 16,-4-4 0-16,3 1 3 0,-1-2-5 0,-1-1-3 15,-2 2-2-15,1-1 2 0,1-8-3 0,-1 7 0 16,-1-8 1-16,3 0-2 0,0 0 5 0,-2 2-3 16,2-3 2-16,-2-2-2 0,2 3 0 15,-2-3-11-15,1-1-17 0,-2-2-25 0,4-11-15 16,-4 22-17-16,-1-13-14 0,-1 0-32 0,-1-2-47 0,7-7-39 15,-15 16-186-15,0-10-426 0,2-2 188 0</inkml:trace>
  <inkml:trace contextRef="#ctx0" brushRef="#br0" timeOffset="61631.13">30075 3266 23 0,'-6'9'152'0,"1"3"-23"0,0-3-4 16,-2 3-17-16,4-3-15 0,-1 2-10 0,0-1-5 16,3 1 6-16,1 0 0 0,1 1 7 0,3-2-2 15,1 0-3-15,1 1 4 0,2-3-9 0,5 0 2 16,1-2-9-16,4 2-3 0,-2-4-7 0,3-1-4 15,-2-3-7-15,-3 0 4 0,-1-2 1 0,5-2-7 16,-7 0-3-16,1-1 2 0,-2 0 1 0,-1-1 0 16,-1-3 0-16,1 0 0 0,-3-2-6 0,-2 1-2 15,1-4-4-15,-1 2-2 0,-2 2 2 0,0-1 3 16,-2 3-5-16,2 1 0 0,-2 7-1 0,0-12-5 16,0 12-6-16,0-9-2 0,0 9-11 0,0 0-15 15,1-7 4-15,-1 7-3 0,0 0 2 0,0 0-3 16,-8 22 3-16,5-12 0 0,2 0-4 15,-1 2 3-15,2 1-1 0,3 3 3 0,0-4-3 16,2 0 0-16,0-1 4 0,1-1-1 0,2-2 3 0,1-1-3 16,2-1 2-16,-1-1-1 0,3-1 5 0,-1-4-1 15,1 2 1-15,-1-2-2 0,0-3 1 0,-1 1 0 16,1-3 2-16,-2 0 2 0,-1-4 1 0,6 3 2 16,-6-2 5-16,-2 0-6 0,2-3 1 0,-2-3-5 15,-2 3 5-15,2-5-8 0,0 2 0 0,-4-2 0 16,1 1 3-16,-2 4-9 0,2 1-5 15,-1-2-8-15,-2 2 1 0,-1 4-3 0,0 6-18 16,0-11-22-16,0 11-18 0,0 0-33 0,0 0-45 16,0-14-43-16,0 14-174 0,0 0-398 0,0 0 176 15</inkml:trace>
  <inkml:trace contextRef="#ctx0" brushRef="#br0" timeOffset="62116.96">28790 3866 15 0,'-13'1'202'0,"4"1"2"0,-3-1-12 16,6 0-11-16,6-1-16 0,-11 2-9 15,11-2-16-15,-4 5-10 0,4-5-6 0,13 9 0 16,16-7-10-16,12 2-3 0,25 1-8 0,42-7-12 16,5-2-9-16,11-1-6 0,-3-1-13 0,0 0-7 0,-1-2-9 15,1-4-22-15,-2 3-29 0,-7 0-28 16,-5 2-47-16,-6 2-44 0,-9-3-47 0,-27 5-163 15,-4 0-359-15,3-3 159 0</inkml:trace>
  <inkml:trace contextRef="#ctx0" brushRef="#br0" timeOffset="62865.87">28893 3927 56 0,'-10'-3'186'0,"10"3"-2"15,-9-3-2-15,9 3-3 0,-6-2-15 0,6 2-9 16,-9-5-8-16,1 5-21 0,8 0-9 0,-13-5-14 16,3 2-11-16,-1-2-10 0,-6-3-10 0,0 4-7 15,-3-4-5-15,-6 0-8 0,-3-1-5 0,0 2 3 16,-2-2 3-16,-4-2-3 0,2-2 6 0,1 1-5 16,-15-7-1-16,15 4-4 0,-2 1-8 0,2-3 3 15,-1-2-9-15,-9-7-3 0,10 4-4 0,-7-8-3 16,6 7-5-16,-3-11 3 0,9 10-6 0,1-2 0 15,-9-12-3-15,15 11-5 0,-5-13-1 0,7 8-2 16,4-11-7-16,5 10-1 0,8-3-8 0,1-16 2 16,10 5 0-16,3-1-7 0,14-2 6 0,3-1-2 15,6 3 5-15,23-16-33 0,-14 21 3 0,25-16 4 16,-3 4-2-16,-15 19-3 0,18-16 4 0,-16 18 1 16,21-10 4-16,-24 12-2 0,4 5 4 0,2 1 5 15,2 2-7-15,26-7 6 0,-28 12-1 0,6 3 4 16,24-5-4-16,-27 9 4 0,5 3 8 0,27-4-7 15,0 9 5-15,-1 0-2 0,-25 3 6 16,32 4 6-16,1 5-2 0,-1-2-4 0,5 5 3 0,-3-3-3 16,9 5 10-16,-10 0-6 0,-1 8 3 0,-7-3 4 15,0 6-4-15,-30-8 0 0,2 1 0 0,-2 2 3 16,-3 3 28-16,-4-1-1 0,-4 1-5 0,-4 3-6 16,-12-8-4-16,-1 2 0 0,8 12-5 15,-16-8-1-15,2 1-3 0,6 14 5 0,-12-12-12 16,-1 4 5-16,5 12 2 0,-12-8 0 0,4 14-1 15,-3 5 4-15,-2-3 1 0,-7 0-1 0,-4 4 1 16,-3 4-3-16,-2-5 1 0,-8 1 2 0,-4-2-3 16,-5-1 4-16,1-2 0 0,-11 1 2 0,-1-4 1 15,-8-3-1-15,0-2-6 0,-5-3 2 0,-4-5 2 16,3 4 5-16,-9-5-3 0,2-1-5 0,4-7 3 16,-5-2-3-16,2 0 2 0,6-4 5 0,-3-1 0 15,12-6-4-15,-14 1 2 0,14-2-2 0,0-3 1 16,-1 2-3-16,1-3-7 0,0 0-17 0,1-3-19 15,-3-1-11-15,4-2-54 0,-1-2-39 0,2-2-163 16,2 1-331-16,-2-4 146 0</inkml:trace>
  <inkml:trace contextRef="#ctx0" brushRef="#br0" timeOffset="65766.22">29149 4500 47 0,'0'0'57'16,"0"0"-4"-16,0 0 1 0,0 0 2 0,0 0 2 15,0 0-2-15,0 0 0 0,0 0 23 0,0 0-15 16,0 0-8-16,0 0 6 0,0 0 0 0,0 0 0 15,0 0 2-15,0 0-7 0,0 0-3 0,0 0-1 16,0 0 6-16,0 0-4 0,0 0 1 0,0 0 10 16,0 0 5-16,0 0 3 0,0 0 3 0,0 0 4 15,0 0 1-15,0 0 2 0,4-7 0 0,-4 7-3 16,0 0-9-16,0 0-14 0,0 0 8 0,0 0 0 16,-8-11-7-16,8 11-7 0,0 0 6 0,-5-7 1 15,5 7-3-15,0 0-2 0,0 0-4 0,-4-5-4 16,4 5-10-16,0 0-2 0,0 0-7 0,0 0-5 15,0 0-3-15,0 0-6 0,0 0-7 0,0 0 0 16,0 0-5-16,0 0 2 0,0 0 0 0,-5 18 1 16,2-3-2-16,0 6 5 0,-5 6-5 0,2 4 13 15,-3 1-10-15,0-1 4 0,0-1-4 0,-1 4 1 16,4-3-3-16,0-1 0 0,-1 0 4 0,5-3-3 16,-2-3-4-16,2 5 5 0,-1-10-2 0,2 0-2 15,1 1 2-15,-3-2 1 0,3-4 0 0,0 3 0 16,-1 0-2-16,0-4 2 0,-2-1-4 0,2-1 2 15,2-1 1-15,-1 1 1 0,1-2-6 16,-1 2-24-16,0-4-30 0,0-7-7 0,3 12-13 16,-3-12-32-16,5 9-20 0,-5-9-41 0,14 5-38 0,-6-2-137 15,3-5-373-15,-11 2 166 0</inkml:trace>
  <inkml:trace contextRef="#ctx0" brushRef="#br0" timeOffset="67048.08">28745 5269 104 0,'0'0'109'0,"0"0"-4"0,0 0-5 16,0 0-10-16,0 0-1 0,0 0-2 0,0 0-7 15,0 0 1-15,0 0-11 0,0 13-4 0,0-13 0 16,-8 4-6-16,8-4-10 0,-10 1 12 0,4 0-5 16,6-1-2-16,-14 3 4 0,7-1 0 0,7-2 0 15,-15 3 4-15,6 0 4 0,0-3-4 0,1 3 5 16,8-3-5-16,-15 0-3 0,7 2-1 0,1-1-3 16,7-1-2-16,-14 1 2 0,7 0-6 0,7-1-2 15,-10 3 0-15,10-3-9 0,0 0-1 0,-10 1-7 16,10-1 2-16,0 0-8 0,0 0-6 0,-5 3-4 15,5-3 2-15,0 0-3 0,0 0 3 0,37 5 5 16,-9-3-4-16,13-2-1 0,15-3-1 0,9-1-1 16,30-4-1-16,-2 6-1 0,-5-3-4 0,-26 2-15 15,3 2 4-15,24-2-6 0,-32-1 4 0,0 1 4 16,-2 0-5-16,1 0 5 0,-1 3-3 16,-15-1 3-16,-2 2-6 0,2-2 1 0,-2 1 1 0,-2 0 2 15,-3 1-3-15,0 2 3 0,-5-4-1 0,-6 2 0 16,-3-2-4-16,-1 1 5 0,-5 1 1 0,-2-1-1 15,-4 0-1-15,1 0 1 0,-8 0 4 0,12 1-2 16,-12-1 0-16,10 0 3 0,-10 0 2 0,0 0 7 16,10 2 2-16,-10-2 6 0,0 0 4 0,6 1 0 15,-6-1-1-15,0 0-5 0,0 0-7 0,0 0-18 16,0 0-29-16,0 0-35 0,0 0-51 0,0 0-61 16,-32-1-201-16,14 1-414 0,-2 0 184 0</inkml:trace>
  <inkml:trace contextRef="#ctx0" brushRef="#br0" timeOffset="68166.49">28764 5885 166 0,'0'0'225'0,"-5"3"-5"0,5-3-13 0,0 0-13 0,0 0-10 16,0 0-14-16,0 0-19 0,0 0-15 0,0 0-16 15,22-15-9-15,-8 5-16 0,4-2-7 0,7-2-10 16,1-2-5-16,-1 3-9 0,4-4-6 0,-3 3-22 16,0-2-6-16,-9 4 0 0,0 1 4 15,-1 0-1-15,0 2 2 0,-4 2 0 0,-1 3 7 0,-3-1 2 16,-3 1 7-16,0 1 3 0,-5 3 3 15,12-6 2-15,-12 6 8 0,6-3-13 0,-6 3-3 0,0 0 0 16,7-3-10-16,-7 3-3 0,0 0-6 16,0 0-3-16,0 0-2 0,0 0-4 0,6 12-2 15,-7-2 4-15,-2 6-6 0,2 4 2 0,-3 3-4 0,0 5 1 16,-1 1 0-16,0-1-4 0,0-2-1 0,2 1-1 16,1-6 2-16,-2 4-6 0,1 0 1 0,2-7 0 15,-2 8 2-15,2-1-2 0,2-1-1 0,-1-7-2 16,2-3 1-16,-1 3-1 0,-1 1 0 0,0-3 0 15,0-2-2-15,-1 0-1 0,1-3-2 0,0-1 2 16,0 1 3-16,0-3-18 0,0-7-11 0,0 9-24 16,0-9-17-16,-2 9-28 0,2-9-31 0,-3 7-36 15,3-7-48-15,-8 6-40 0,2-4-189 0,6-2-472 16,-22 0 209-16</inkml:trace>
  <inkml:trace contextRef="#ctx0" brushRef="#br0" timeOffset="68322.85">28814 5782 21 0,'-6'-5'197'0,"6"5"-38"16,0 0-38-16,0 0-23 0,-1-9-41 0,1 9-41 15,0 0-24-15,0 0-26 0,11-5-71 0,-11 5-113 16,15-4 50-16</inkml:trace>
  <inkml:trace contextRef="#ctx0" brushRef="#br0" timeOffset="69181.95">29346 5775 168 0,'0'0'162'0,"0"0"-12"0,0 0-10 16,0 0-2-16,0 0-16 0,0 0-7 0,0 0-15 16,0 0-9-16,0 0-10 0,0 0-9 0,0 0-2 15,0 0 5-15,0 0-4 0,-4 31-5 0,3-16-3 16,-2 2-12-16,-2-1 4 0,4 4-2 0,-2-1-7 16,2-1-3-16,0-1 1 0,1 0-8 0,1-2-4 15,0 2-1-15,0-5-3 0,2 0-3 0,1 0-5 16,-2 0-6-16,3-1 6 0,-1-2-2 0,1 0 0 15,-1-3-3-15,1 0 4 0,4 0 5 0,-5-4-5 16,3 2 8-16,-7-4 3 0,10 2 2 0,-4 0 1 16,-6-2-1-16,12-2 5 0,-12 2-2 0,11-3 7 15,-6-2-1-15,2 0-6 0,-1-3-5 0,0-2 1 16,1 0-6-16,0-1-2 0,-2 0-1 0,1-1-1 16,-1-1-2-16,0 3-3 0,0-2-5 0,1 2 7 15,-2 1-10-15,-1 4 1 0,-3 5-1 0,4-9 0 16,-4 9-8-16,3-8 3 0,-3 8-6 0,0 0 1 15,4-4-1-15,-4 4 2 0,0 0 2 0,0 0-1 16,6 18 3-16,-4-10-2 0,3 1 2 16,-1 1-2-16,-2 1 7 0,2-3-10 0,0 3 0 0,1-1 7 15,2-1-5-15,0-1 3 0,1-1 0 0,0-2 2 16,-1 0-1-16,3-2 1 0,1 0 1 0,0-3-4 16,-1 0 4-16,1 0 0 0,-1-3 2 0,1 1-4 15,0-2 1-15,-2-1 0 0,2-2-2 0,-4 0 5 16,2-1 10-16,-2 0 0 0,1-2 2 0,-2 0-6 15,-2-3-6-15,0-3 3 0,1-1-6 0,0 2 4 16,-4-1-2-16,2 0-2 0,-2 0 1 0,-1 0-2 16,-1 4-4-16,0 0 2 0,-1 2-2 0,2-1 0 15,-1 4-7-15,1 7-9 0,-1-12-12 0,1 12-15 16,-4-10-18-16,4 10-24 0,-2-7-33 16,2 7-30-16,0 0-31 0,0 0-32 0,0 0-157 0,0 0-397 15,0 0 175-15</inkml:trace>
  <inkml:trace contextRef="#ctx0" brushRef="#br0" timeOffset="69431.89">30309 5720 69 0,'0'0'218'0,"0"0"3"0,-7-11-10 0,7 11-10 15,-14-2-12-15,5 3-16 0,-2 4 0 0,-1 1-17 0,-5 4-2 16,-3 6-7-16,-5 2-2 0,4 1-16 0,-1-2-12 16,0 5-13-16,8-8-8 0,-2 7-11 0,7-4-8 15,2-2-9-15,2-1-7 0,5 2-7 0,2-3-14 16,4-2-28-16,4 4-27 0,5-3-38 0,2-2-48 16,10 0-44-16,2-6-56 0,2-2-197 15,1-2-431-15,1-2 191 0</inkml:trace>
  <inkml:trace contextRef="#ctx0" brushRef="#br0" timeOffset="70781.28">27493 5238 126 0,'0'0'220'0,"6"-4"-7"0,-6 4-9 0,0 0-14 0,0 0-21 16,0 0-4-16,0 0 1 0,0 0-9 16,0 0-8-16,0 0-22 0,0 0-11 0,0 0-12 15,0 0-14-15,0 0-8 0,-36 3-12 0,20 0-6 16,-9 8-7-16,-1 4-7 0,-1-3-6 0,0 8-3 16,-1 3-4-16,1 2-3 0,0-1-6 0,3 1-1 0,2 1-2 15,-1-1 1-15,7 1-8 0,3-2-1 16,-3-2-3-16,7-6-4 0,3 0-1 0,1 0-1 15,5-6 2-15,-2 6-2 0,4-4 0 0,0-2 0 16,3 4 1-16,6-2-6 0,1-1-5 0,3 1-12 0,1-5-24 16,5-1-26-16,7 0-26 0,1-4-38 15,2 0-38-15,1-2-20 0,5-3-184 0,-4-2-399 0,1-3 177 16</inkml:trace>
  <inkml:trace contextRef="#ctx0" brushRef="#br0" timeOffset="70933.03">27811 5482 243 0,'9'-2'218'0,"-9"2"-31"15,0 0-28-15,0 0-24 0,0 0-32 0,10-1-19 16,-10 1-14-16,10-2-22 0,-3 0-26 0,7 1-27 16,3-1-30-16,3-1-28 0,-4 4-24 0,5-3-94 0,-3 0-194 15,1 2 86-15</inkml:trace>
  <inkml:trace contextRef="#ctx0" brushRef="#br0" timeOffset="71067.5">27997 5592 84 0,'-4'3'154'0,"4"-3"-8"0,-8 5-13 0,8-5-18 16,-8 5-15-16,8-5-8 0,-5 4-14 0,5-4-11 16,0 0-9-16,0 0-19 0,23 5-37 0,-5-7-30 15,7 0-33-15,11-4-103 0,-2-3-177 0,19-5 79 16</inkml:trace>
  <inkml:trace contextRef="#ctx0" brushRef="#br0" timeOffset="77548.87">7386 7014 86 0,'-1'-19'214'0,"0"2"-8"16,-1-1 0-16,2 5 1 0,-1 3 0 0,0-2-9 15,0 3-7-15,-3 3-7 0,4 6-3 0,-1-14-10 16,-1 7-12-16,2 7-15 0,-2-7-16 0,2 7-14 16,0 0-11-16,-3-8-15 0,3 8-9 0,0 0 6 15,0 0-14-15,0 0 4 0,0 0-3 0,0 0-9 16,2 41-4-16,-4-18-4 0,2-2-9 0,-1 8 0 15,0 1-6-15,-2-3-4 0,3 2 2 0,-1-1-6 16,0-1-7-16,2 1 4 0,-2-4-4 0,3 0 0 16,-1-4-9-16,2-2-4 0,-3 0-24 0,0 0-32 15,0-1-42-15,0-2-38 0,-1 2-41 0,1 1-38 16,-2-9-38-16,0 6-33 0,-3-2-155 0,1-1-463 16,-4-2 206-16</inkml:trace>
  <inkml:trace contextRef="#ctx0" brushRef="#br0" timeOffset="77749.97">7121 7527 36 0,'0'0'264'16,"-3"4"-31"-16,3-4-21 0,0 0-15 0,0 0-24 16,-3 7-4-16,3-7-14 0,0 0-10 0,13 1-9 15,-1-1-10-15,1 0-10 0,7-1-6 0,8-1-12 16,3 1-8-16,1-5-9 0,0-1-2 0,2 3-25 15,2-4-22-15,1 2-24 0,0 2-29 0,-1-1-38 16,-3-2-48-16,2 4-41 0,-2-4-46 0,-4 3-138 16,-1 0-357-16,-6 1 158 0</inkml:trace>
  <inkml:trace contextRef="#ctx0" brushRef="#br0" timeOffset="78321.89">7048 8396 152 0,'-7'1'244'16,"2"3"6"-16,5-4-2 0,-6 3 0 0,6-3 0 0,0 0 1 15,0 0-10-15,0 0-17 0,0 0-17 0,0 0-22 16,-10-9-6-16,10-1-18 0,0 10-24 0,7-26-9 16,0 9-21-16,7-9-6 0,0 0-8 15,2-1-13-15,2-1-9 0,10-11-4 0,-7 10-12 16,6-12 1-16,-2 2 3 0,-2-1-14 0,-5 11-9 0,-1-3 0 16,-3 2-14-16,2 2 1 0,-3 3 10 0,-3 2-14 15,-2 7-1-15,-2 4-4 0,-2 0 5 0,0 4-3 16,0-1 3-16,-1 4-3 0,-3 5-2 0,2-10 2 15,-2 10-10-15,0 0 11 0,0 0-1 0,0 0 0 16,-15 0-3-16,2 6-2 0,-1 5-4 0,-3 2 2 16,-3 4-1-16,-3 2 2 0,2 2-5 15,2-1 36-15,1 0-10 0,7-6-2 0,1 1-5 16,3 0 1-16,3-1-12 0,2-1 3 0,2 0-6 0,4-1-16 16,0-1-7-16,4 4-7 0,0-2 3 15,4-1-12-15,2-1-3 0,0 1-1 0,2-1 5 0,0-3 2 16,0 3-1-16,-2-1 1 0,-3-3 8 15,1-1 0-15,-3-1-1 0,-1 3 2 0,1-1 7 16,0-2-3-16,-4 0 4 0,0-1 0 0,-2 1 3 0,-1 1 8 16,-2-6-8-16,4 10 4 0,-4-10 0 0,-4 12 3 15,-1-5 1-15,1-1-3 0,-2 3 5 0,-1-5-1 16,0 2-12-16,-1 0-19 0,3-4-19 0,-1 4-24 16,0-3-28-16,-1 1-44 0,7-4-46 0,-9 3-54 15,9-3-56-15,-10 1-160 0,10-1-498 0,0 0 220 16</inkml:trace>
  <inkml:trace contextRef="#ctx0" brushRef="#br0" timeOffset="78548.17">7610 7924 166 0,'3'-7'290'0,"-3"7"-25"0,0 0-12 0,0 0-17 15,0 0-13-15,-18 0-15 0,18 0-7 0,-23 12-11 16,7 1-6-16,5-1-2 0,-1 1-4 0,-2 4-6 15,3-1-17-15,-2-1-4 0,4 5-22 0,1-5-12 16,3 0-9-16,1-1-9 0,1 2-25 0,1-6 8 16,2 1-9-16,2-1-4 0,3-1-5 0,1-1-19 15,0-2-17-15,4 0-25 0,2-1-39 0,1-4-41 16,5 1-43-16,2-4-52 0,2 1-58 0,5-5-46 16,-5 0-230-16,-3-1-548 0,1-1 242 0</inkml:trace>
  <inkml:trace contextRef="#ctx0" brushRef="#br0" timeOffset="78850">7905 6868 45 0,'4'-9'329'0,"-1"0"-39"0,-1 5-31 0,-2 4-28 0,9-4-25 16,4 7-21-16,2 5-19 0,8 9-10 0,3 9-11 16,6 13-12-16,1 8-12 0,16 22-11 0,-16-18-7 15,5 27-9-15,-15-24-4 0,-1 1-8 16,2 23-3-16,-11-23-7 0,-3-1-9 0,0 1-5 0,-3-4-6 16,-5 3 1-16,-4 0-11 0,-5-6-7 0,0 1-17 15,-7-4-35-15,-4-1-26 0,-5 2-37 0,-4 0-39 16,-4-1-41-16,-5-4-40 0,-3-4-42 0,-7 4-151 15,-2-5-426-15,-6-1 189 0</inkml:trace>
  <inkml:trace contextRef="#ctx0" brushRef="#br0" timeOffset="79431.25">5437 6827 152 0,'0'0'233'0,"0"0"-26"16,0 0-18-16,0 0-15 0,0 0-13 0,0 0-10 16,0 0 0-16,-34 16-2 0,15 1-5 0,-4 9-3 15,-9 13 4-15,-3 9-2 0,-11 28-6 0,2 4-4 16,3 0-7-16,0 4-10 0,4 4-14 0,2-5-3 15,3 6-10-15,3 0-10 0,8-4-6 0,12-28-8 16,0 2-8-16,6 1-2 0,8-3-15 0,2-4 5 16,11 1-8-16,7-4-1 0,5 1-3 0,9-5-10 15,5-2-9-15,22 15-12 0,8-8-20 0,-23-20-20 16,5-5-31-16,3 3-40 0,3-9-59 0,32-1-72 16,-32-3-237-16,5-8-516 0,25-13 228 15</inkml:trace>
  <inkml:trace contextRef="#ctx0" brushRef="#br0" timeOffset="80548.03">8663 7596 132 0,'17'-13'219'16,"-4"2"-5"-16,0-2-12 0,2 1-9 0,-1 0-10 15,0-3-8-15,-4 1-4 0,3 1 11 0,-3-1-4 16,0 0-13-16,0-1-18 0,-2 0 0 0,0 2-4 15,-1-3-9-15,-3 5-4 0,-1-2-8 0,-1-1-10 16,1 0-12-16,-3 5-7 0,0-4-6 16,-1 3-4-16,-1-2-6 0,1 4-9 0,-2-1-9 0,2 2 1 15,1 7-7-15,-4-10-1 0,1 5 1 0,3 5-1 16,-3-7-7-16,3 7-10 0,0 0-4 0,-1-9 4 16,1 9-11-16,0 0-3 0,0 0-10 0,0 0 6 15,-12 16-7-15,7-6 6 0,-1 5-4 0,-1 3 2 16,4 0-4-16,-3 1 0 0,0 4 1 0,2-4-3 15,2 1 1-15,0-1-6 0,2-4 4 0,0 3 3 16,3-2-1-16,-1-4-4 0,0-1 0 0,2 1-3 16,-1-1-1-16,4 0 6 0,-2-5-14 0,4 3-21 15,0-2-23-15,-3-2-33 0,4 0-34 0,-1-2-38 16,0-2-55-16,5-2-43 0,-2 0-54 0,-2-3-182 16,4-1-531-16,-4-1 236 0</inkml:trace>
  <inkml:trace contextRef="#ctx0" brushRef="#br0" timeOffset="80711.32">8893 7032 76 0,'0'0'230'0,"0"0"-27"0,0 0-29 0,-3-7-38 15,3 7-26-15,0 0-29 0,0 0-40 0,13 16-41 16,-5-7-43-16,3 5-44 0,0 4-67 0,4 3-167 15,-2-1 75-15</inkml:trace>
  <inkml:trace contextRef="#ctx0" brushRef="#br0" timeOffset="80916.24">9169 7413 213 0,'-1'9'223'0,"1"0"3"0,1 2 1 16,-1 4-6-16,0 2-6 0,-1 0-12 0,1 1-6 15,-4 0-5-15,3-1-12 0,-6 2-19 0,4-3-10 16,1 4-12-16,0-3-10 0,-1 2-19 0,1 5-11 16,-1-6-9-16,2 1-6 0,-1-2-29 0,1-1-37 15,1 1-49-15,-1-2-55 0,0 2-73 0,3-7-66 16,-2 4-214-16,4-4-475 0,0 1 209 0</inkml:trace>
  <inkml:trace contextRef="#ctx0" brushRef="#br0" timeOffset="85094.22">10160 7516 177 0,'-7'0'197'0,"7"0"-6"0,-11 3-9 16,4-2-14-16,7-1-1 0,-10 4 2 0,6-1 2 16,4-3-5-16,-10 4 2 0,10-4-9 0,-5 2 4 15,5-2-7-15,0 0-8 0,0 0-9 0,-5 5-13 16,5-5-14-16,0 0-11 0,0 0-11 0,0 0-5 16,0 0-5-16,0 0-8 0,0 0-16 0,0 0 2 15,14 7-4-15,4-10-8 0,1 2-3 0,10-2-3 16,4-4 6-16,3 3-14 0,3-3 0 0,0 5-11 15,1-3 13-15,-3 2-13 0,-2-3-6 0,-5 3-1 0,0 1 1 16,-10 0-1-16,-1 0-4 0,-6 2-1 0,-2 0-1 16,0-4-2-16,-2 4 0 0,-9 0 0 15,12-1-4-15,-12 1 5 0,8-1-4 0,-8 1 2 16,9-1 1-16,-9 1-10 0,0 0 10 0,0 0 1 0,10 0-3 16,-10 0 2-16,0 0 2 0,0 0-8 0,0 0 5 15,0 0-1-15,0 0-8 0,0 0-14 0,0 0-44 16,0 0-39-16,0 0-66 0,0 0-69 15,0 0-67-15,0 0-188 0,0 0-531 0,0 0 236 16</inkml:trace>
  <inkml:trace contextRef="#ctx0" brushRef="#br0" timeOffset="86032.32">11062 7360 75 0,'0'0'249'0,"0"-10"-5"0,0 10-13 0,-4-12-6 0,4 12-3 16,0-9-3-16,0 9-5 0,-1-8-1 0,1 8-17 15,0 0-1-15,-4-8-12 0,4 8-19 0,0 0-13 16,0 0-17-16,0 0-15 0,-1-10-15 0,1 10-10 16,0 0-13-16,0 0-11 0,0 0-9 0,0 0-8 15,0 0-8-15,0 0 0 0,0 0-7 0,0 0-5 16,5 36 4-16,0-17-3 0,-4 5-11 0,1 4 12 16,-5 1-8-16,4-3-3 0,1 2 4 0,0-2-8 15,-1 0 1-15,2-1-1 0,-3 0-5 0,0-6-3 16,2 0 10-16,1-1-8 0,-3 0 11 0,0-1-11 15,1 0-9-15,0-2 0 0,1 2 5 0,-2-5-2 16,1 0 7-16,0-1-9 0,-1 0-12 0,2 0-10 16,-1 0-10-16,-2-6-43 0,1-5-33 0,0 13-36 15,-2-3-49-15,1-5-35 0,1-5-34 0,3 10-36 16,-3-10-169-16,-3 8-500 0,3-8 222 0</inkml:trace>
  <inkml:trace contextRef="#ctx0" brushRef="#br0" timeOffset="86431.78">11052 7260 168 0,'7'-17'191'0,"2"2"-13"15,5 1-12-15,-1 2-14 0,1 0-9 0,0 3-22 16,-1 2-7-16,0 4-13 0,1 1-10 0,0 2-13 15,5 2 1-15,-2 4 11 0,-1 1-3 0,2 5-5 16,-5 2 5-16,-2 1 19 0,2 7-1 0,-6-2 0 16,-2-1-7-16,-3 5-2 0,-3 1-6 0,-2 1-3 15,-7-4-8-15,3 1-6 0,-4 2-3 0,0-9-10 0,-2 4-7 16,2-4-5-16,-1-3 0 0,1 0-9 16,0-4 1-16,1-2-1 0,2-1-5 0,1 1-6 15,1-4 4-15,-1 0-2 0,2 1-3 0,5-4-2 16,-9 5 3-16,9-5 3 0,-7 4 7 0,7-4 4 15,-3 4-8-15,3-4-7 0,0 0-2 0,0 0-3 16,0 0-4-16,-7 3 2 0,7-3-10 0,0 0-3 16,0 0 3-16,10 10-7 0,-3-5 3 0,-1-1-4 15,6 3 6-15,1-1 1 0,3 3-1 0,2-1-1 16,6 1-7-16,3 0-24 0,0-2-35 0,-1 0-44 0,2 2-67 16,4-6-70-16,-3 4-277 0,1-4-560 0,-1 0 249 15</inkml:trace>
  <inkml:trace contextRef="#ctx0" brushRef="#br0" timeOffset="87786.44">12106 7777 185 0,'0'0'249'0,"0"0"-29"0,0 0-17 0,-4-12-19 16,4 12-18-16,4-14-15 0,1 4-12 0,4 1-3 16,0-4-15-16,4-1-9 0,-3-1-10 0,3 3-4 15,-2-2-6-15,3-1-9 0,1-3-11 0,-1 2-4 16,-3 2-1-16,0 0-2 0,-3-1-8 0,0 0 2 15,1 0-7-15,-5 1 0 0,1-1-7 0,-2-3 1 16,1 2 2-16,-4 0-2 0,0 3 3 0,0 5 0 16,0-2 23-16,-2 0-4 0,-1 2-4 0,3 8 0 15,-2-14 6-15,-1 9-1 0,3 5-7 0,0-8-19 16,0 8 4-16,0 0-4 0,-4-7-9 0,4 7-2 16,0 0-5-16,0 0-1 0,-9 20-6 0,3-5-2 15,-1 5 1-15,-4 2 1 0,4-3-3 0,0 5 3 16,1-5-5-16,-1 6-1 0,4-8 1 0,1 3-8 15,4-1 7-15,0-1-10 0,-2-3 9 0,3 2-2 0,2-4-7 16,0-2-22-16,1 3-21 0,2-2-27 0,2-5-34 16,-4 2-35-16,5-3-46 0,0-1-52 0,3-3-50 15,-2 2-200-15,2-4-522 0,0 0 232 0</inkml:trace>
  <inkml:trace contextRef="#ctx0" brushRef="#br0" timeOffset="87933.22">12266 7261 157 0,'-4'-5'234'0,"4"5"-27"0,-5-6-27 16,5 6-43-16,-4-4-39 0,4 4-38 0,0 0-27 16,0 0-49-16,0 0-60 0,4 36-93 0,0-19-184 15,1 1 82-15</inkml:trace>
  <inkml:trace contextRef="#ctx0" brushRef="#br0" timeOffset="88231.99">12597 7583 63 0,'8'7'196'0,"0"-2"-12"15,0 1 0-15,-3 4-3 0,-1 1-1 0,0-2 1 16,-2 4-4-16,1 2-7 0,-4 3-7 0,-3-3-12 15,-2 3-9-15,-1 1-12 0,-1-1-8 0,-2 0-12 16,-1-1-5-16,-1-3-4 0,1 0-5 16,0-1-4-16,5-4-9 0,-4 1-6 0,2-1-4 15,3-4-8-15,1 0-6 0,-1 1-9 0,0-2-1 16,5-4-8-16,-9 6-3 0,9-6-2 0,-4 6-7 0,4-6-10 16,0 0-2-16,-4 7 0 0,4-7 3 0,0 0-6 15,0 0-3-15,22 3-8 0,-9-3-6 0,8 0-26 16,5-1-23-16,1-4-33 0,2 4-38 0,3-1-45 15,3-4-36-15,2-3-39 0,-1 1-178 0,-2 1-455 16,2-2 202-16</inkml:trace>
  <inkml:trace contextRef="#ctx0" brushRef="#br0" timeOffset="88899.05">13560 7461 158 0,'0'0'255'0,"0"0"3"16,0 0-3-16,0 0-2 0,-18 6-11 0,18-6-5 16,0 0-7-16,0 0-21 0,0 0-7 0,0 0-21 15,0 0-6-15,-9 0-12 0,9 0-8 0,0 0-17 16,0 0-6-16,0 0-22 0,0 0-9 0,0 0-12 15,0 0-10-15,24 0-7 0,-12-2-14 0,4 1-12 16,-3-2-34-16,0 3-35 0,8-1-42 0,-10 1-48 16,4-3-50-16,-3 1-56 0,1 1-46 0,1 1-229 15,-5 0-535-15,0 0 236 0</inkml:trace>
  <inkml:trace contextRef="#ctx0" brushRef="#br0" timeOffset="89074.13">13564 7599 139 0,'-4'6'236'0,"4"-6"-4"16,0 0-1-16,-1 6-6 0,1-6-16 0,0 0-13 15,-6 4-12-15,6-4-15 0,0 0-11 0,0 0-17 16,0 0-9-16,0 0-16 0,19 3-18 0,-9-3-33 16,1-2-39-16,5 1-55 0,-3-1-67 0,6-1-64 15,1 0-61-15,0 1-122 0,7-4-369 0,-6 0 164 16</inkml:trace>
  <inkml:trace contextRef="#ctx0" brushRef="#br0" timeOffset="89634.9">14609 7302 8 0,'0'0'342'0,"0"-11"9"0,0 11-15 0,-1-13-23 15,0 3 9-15,0 0-40 0,-3-1-1 0,4 3-10 16,-3 1 10-16,3 7-19 0,-4-13-14 0,3 7-17 16,1 6-11-16,-3-10-7 0,3 10-15 0,-2-8-13 15,2 8-20-15,0 0-15 0,0 0-16 0,0-9-17 16,0 9-14-16,0 0-14 0,0 0-15 0,0 0-5 0,0 0-9 15,0 0-2-15,0 0-8 0,0 0-9 16,11 27-2-16,-5-11-1 0,0 2-2 0,0 2-6 16,1 6-4-16,-1-2 0 0,3 2-8 0,-3-2 1 15,-1-4 2-15,-2-2 0 0,2 1-3 0,0 1-1 0,-2-1-2 16,1-4-3-16,1 3 1 0,-3-1-1 0,1 1 2 16,-1-7-6-16,0 0 0 0,-1-3-2 15,2 3 0-15,-2-4 0 0,-1-1 1 0,0-6-3 16,2 10 2-16,-2-10 3 0,2 8-1 0,-2-8 1 15,0 0 1-15,4 4 1 0,-4-4-2 0,0 0 2 0,0 0-1 16,0 0-1-16,0 0 1 0,17-17-6 0,-11 6 2 16,0-5 1-16,5 1-3 0,-3-2 2 0,1 0-9 15,4-8-3-15,-3 3 1 0,0-3-5 16,2 0-4-16,-3 0-4 0,1 0-12 0,-1 0 2 0,-1 1 1 16,1-1 2-16,-7 9-15 0,6-4 9 0,-2 5 3 15,-2 2 4-15,0 3 0 0,-2-1-7 0,1 3-3 16,-1 1-7-16,0 0-8 0,2 2-16 0,-4 5-24 15,1-7-33-15,-1 7-35 0,0 0-33 0,4-7-31 16,-4 7-25-16,0 0-22 0,0 0-23 0,0 0-27 16,14 20-33-16,-14-8-186 0,0-1-580 0,0 3 256 15</inkml:trace>
  <inkml:trace contextRef="#ctx0" brushRef="#br0" timeOffset="90014.87">14977 7531 60 0,'0'0'249'0,"0"0"-1"0,-3 10-3 0,3-10-7 15,-3 9-7-15,0-4-15 0,1 1-6 0,-1 5-6 16,-1-2-13-16,1 1-8 0,-3 2-22 0,4-1-15 16,-2 0-11-16,1-1-14 0,1 8-12 0,0-3-10 15,-1 3-8-15,3-8-11 0,-3 1 0 0,3 0-19 16,0-4-2-16,0 3-5 0,2-1-3 0,0-2 2 15,2-2 5-15,1-1-4 0,0 3 1 0,3-4 2 16,1 0-2-16,1-2-4 0,4 0-3 0,-2-2-3 16,2 0-4-16,1-4-2 0,-1 1-3 0,-1 0-3 15,-2-2-1-15,5-3-9 0,-3-3 1 0,-3 4-7 16,-3-2 4-16,4-2 0 0,-3-4 3 0,-1-1-3 16,-3 2 10-16,-4-2 1 0,0 1 2 0,-3-1-2 15,2 2 1-15,-4 2-8 0,0-4-1 0,-5 2-7 16,6 1 11-16,-9 1-6 0,5 5-19 0,-7-1 3 15,0 1 6-15,-1 2-5 0,-3 2-7 0,-3 3-23 16,2 1-31-16,-3 1-32 0,1 4-50 0,-5 3-57 16,3 2-85-16,3-2-90 0,3 0-215 0,0 3-633 15,2-6 280-15</inkml:trace>
  <inkml:trace contextRef="#ctx0" brushRef="#br0" timeOffset="90720.14">16039 7541 36 0,'0'0'208'0,"0"0"-3"16,0 0 1-16,0 0-2 0,0 0-2 0,0 0-9 0,0 0-8 15,0 0-7-15,0 0-18 0,0 0-3 0,0 0-9 16,0 0-6-16,0 0-7 0,-23-6-7 0,23 6-10 16,0 0-6-16,0 0-10 0,0 0-6 0,0 0 0 15,0 0-12-15,0 0-6 0,0 0-8 0,0 0-8 16,0 0-7-16,0 0 1 0,30 0-1 0,-11 1-4 16,2-1-3-16,9-1-3 0,2 1 6 0,6-4-7 15,1 4-5-15,16-6-4 0,-2 5 3 0,1-3-7 16,-3 2 5-16,-12-1-6 0,0 1 15 0,-3-2-21 15,1 2-4-15,-1 0 6 0,-3-2 1 0,-1 0 6 16,-3 3-11-16,-2 0 0 0,-5-4-6 16,-2 3 3-16,2 1 3 0,0-1-2 0,-4-1-2 0,1 6 3 15,0-5-7-15,-5 1 6 0,-1 0 0 0,5-1-8 16,-7 2 1-16,2 0-2 0,-3 0-5 0,1 0 1 16,-1 2-1-16,-4-1 0 0,-6-1 1 0,13 1 10 15,-4-2-24-15,-9 1-32 0,9 0-28 0,-9 0-59 16,7 4-53-16,-7-4-44 0,6 3-55 0,-6-3-43 15,3 6-205-15,-3-6-570 0,3 9 253 0</inkml:trace>
  <inkml:trace contextRef="#ctx0" brushRef="#br0" timeOffset="90997.96">17622 7251 140 0,'1'-6'317'0,"-1"6"-5"15,3-11-1-15,-1 6-7 0,-2 5-36 16,1-6-26-16,-1 6-23 0,0 0-24 0,0 0-9 16,7-6-29-16,-7 6-17 0,0 0-3 0,0 0 15 15,2 19-8-15,-2-8 15 0,0 7-1 0,0-1-8 0,-1 10-10 16,0-3 0-16,-1 1-15 0,1-6-13 16,-3 6-7-16,1-7-14 0,-1 3-7 0,1-5-5 15,-2 3-6-15,1-4-4 0,-1 4-9 0,0-1-8 16,1-1-2-16,-1-1-3 0,0 0-12 0,1-5-29 0,0 0-38 15,2-1-37-15,-2-4-39 0,-3 4-42 0,4-4-43 16,1-2-42-16,-2 3-50 0,4-7-45 16,-9 8-264-16,4-5-642 0,-1-1 285 0</inkml:trace>
  <inkml:trace contextRef="#ctx0" brushRef="#br0" timeOffset="91431.25">17523 6985 87 0,'-10'-6'284'0,"-3"2"-24"0,2 2-18 0,-2 4-17 15,-4 4-18-15,0 3-13 0,-7 11-4 0,0 5-15 16,-8 10-3-16,4 8-7 0,0 3-18 0,1 1-5 16,5 1-10-16,-1-2-4 0,5 4-9 0,1-7-2 15,8-7-16-15,1-1-5 0,0 11-16 0,1-14-4 16,4 3-6-16,1-1-2 0,2-3-10 0,1 0-6 15,3-1-3-15,6-5-4 0,0-2 13 0,5 1-16 16,2-3 0-16,5-6-8 0,2 1-2 0,3-3-2 16,9-3 3-16,-3-4-7 0,4-5-2 0,0-1-4 15,15-2-10-15,2-7 23 0,-4-4-19 0,1-1-2 16,-2 0 14-16,-14-1-17 0,13-6-2 0,-1-3 4 16,-4 1-5-16,-9 6-2 0,10-10 6 0,-12 6-4 15,8-7 1-15,-13 5-2 0,-3-5 2 0,-2-2-4 16,-2 0 0-16,3-14 2 0,-6 2 8 0,-4 7 2 15,-6-11-4-15,-3 1 21 0,-4 9-18 0,-8-10 6 16,-2 12 8-16,-1 3 4 0,-3-3-5 0,-5 2 11 16,-12-2-20-16,9 10 19 0,-1 3-26 0,-8 3 0 15,-4 1-8-15,-13 1-20 0,-1-1-19 0,-4 10-23 16,-3 6-29-16,-2 2-41 0,-3 9-50 0,-3 1-64 0,0 2-60 16,-28 13-273-16,31-10-624 0,-2 0 276 15</inkml:trace>
  <inkml:trace contextRef="#ctx0" brushRef="#br0" timeOffset="93015.9">5327 9817 67 0,'-7'-2'241'0,"7"2"-11"0,-15 2-3 0,8-2 4 16,7 0-3-16,-14 1-9 0,14-1-12 0,-14-1-8 15,6 1-8-15,8 0-3 0,-14 0 1 0,14 0-16 16,-13-3-7-16,6 3-6 0,7 0 1 0,-10-1-4 16,10 1-7-16,0 0 0 0,-12-2-13 0,12 2-6 15,0 0-9-15,-8 2-12 0,8-2-5 0,0 0-4 16,0 0-7-16,0 0-8 0,0 0-4 0,0 0-13 16,0 0-6-16,0 0-11 0,0 0 1 0,0 0-12 15,0 0-1-15,40-5-9 0,-11 3 6 16,-2-1-15-16,5 0-10 0,1-1-18 0,1 2-12 0,0-2-33 15,1 0-19-15,-3 1-28 0,0 2-31 0,-2 0-31 16,-7-1-36-16,-1 1-30 0,6 0-37 0,0-1-38 16,0 0-26-16,-10 2-187 0,0-1-555 0,0-2 246 15</inkml:trace>
  <inkml:trace contextRef="#ctx0" brushRef="#br0" timeOffset="93281.88">5919 9527 87 0,'0'0'261'16,"-4"-10"4"-16,2 4 2 0,2 6-1 0,-3-7-13 15,3 7-4-15,-2-5-11 0,2 5-21 0,0 0-19 16,-4-9-21-16,4 9-17 0,0 0-11 0,0 0-22 16,0 0-9-16,0 0-16 0,0 0-10 0,0 0-12 15,0 0-6-15,0 0-8 0,4 33-12 0,-3-14 4 16,-2 4-7-16,3-2-2 0,0-2-5 0,-2 7-8 15,0 1 12-15,-2-3-16 0,2 1 0 0,0-6-8 16,2 5-8-16,-2-5 8 0,0-1-9 0,0 3-27 16,-2-3-25-16,2 0-45 0,0-1-43 0,-1-1-51 0,0-5-42 15,2 1-35-15,-2-1-36 0,-1 1-168 16,1-2-493-16,1-10 218 0</inkml:trace>
  <inkml:trace contextRef="#ctx0" brushRef="#br0" timeOffset="93647.98">5917 9371 122 0,'9'-17'201'0,"2"-1"-1"0,-1 5-17 16,-1 4-11-16,3 0-20 0,-2 3-20 16,4 0-6-16,-1 5-10 0,5 1-14 0,-3 4-7 0,4-1-11 15,-2 3-3-15,1 2-4 0,-4 2-8 16,2 2-8-16,-5 2-2 0,-1 2 4 0,-1 2 0 15,-5-1 24-15,-4 9-14 0,-3-6-8 0,-3 5-1 0,-7-2-8 16,1 2-8-16,-5-3-4 0,4-7 2 16,-4-2-9-16,4 0-3 0,-4-2-5 0,1 0 0 15,-3-1-6-15,7-5-3 0,0 2 2 0,1-2-5 0,1-3 1 16,3 1 0-16,0-3-1 0,7 0 0 0,-10 3-3 16,10-3 2-16,-8 1 0 0,8-1 2 0,-9 2-6 15,9-2-2-15,0 0-2 0,0 0-5 16,0 0-1-16,0 0 1 0,0 0-3 0,13 13 8 0,-7-8-8 15,5 3 0-15,4 1 3 0,-2 2-3 0,3-2 3 16,-1 3 0-16,0-1-6 0,2 1-30 0,-1-1-44 16,-1 1-61-16,2 0-62 0,-2-1-232 0,-1 0-468 15,-1-1 207-15</inkml:trace>
  <inkml:trace contextRef="#ctx0" brushRef="#br0" timeOffset="93981.81">6618 9767 152 0,'13'-12'252'0,"0"0"-4"0,1-2-8 16,-1-1-9-16,-1 0-10 0,-3-1-10 0,4 0-7 16,-1-1-15-16,2-5 2 0,-7 5-15 0,1-1-10 15,0-7-12-15,-3 7-1 0,1 3-5 0,-2-1 18 16,-1 3-26-16,-1 0 14 0,-2 3-1 0,1 0-10 15,1 2-15-15,-2 1-1 0,0 7-3 0,0-11-9 16,0 11-10-16,0-10-15 0,0 10-2 0,0 0-7 16,0 0 0-16,0 0-22 0,0 0 6 0,0 0-3 15,-21 19 0-15,11-3-5 0,-3 5-19 0,1 3 5 16,0 0-3-16,4-6-7 0,-2 1-2 0,2-1-3 16,3 0-2-16,0 0 7 0,3-3-13 0,0 2 0 15,2-5-5-15,2 0 5 0,0-1-33 0,-1-1-16 16,6-1-39-16,-3-4-46 0,5 1-43 0,1-2-49 15,1-1-59-15,1-2-62 0,6-3-58 0,-7-1-236 16,3 0-671-16,1-6 298 0</inkml:trace>
  <inkml:trace contextRef="#ctx0" brushRef="#br0" timeOffset="94141.94">6870 9250 1745 0,'-1'-13'574'0,"-1"2"-309"0,-1 0-138 0,0 4-47 15,0 0-33-15,3 7-10 0,-3-11-12 0,-1 6-8 0,4 5 0 16,0 0-5-16,0 0-13 0,0 0-27 16,-10 18-46-16,8-10-49 0,4 3-51 0,2 6-52 15,-2-1-161-15,4 0-419 0,3 0 185 0</inkml:trace>
  <inkml:trace contextRef="#ctx0" brushRef="#br0" timeOffset="94381.07">7154 9489 23 0,'0'0'252'0,"5"10"1"0,-1-3 12 0,-3 1-7 15,1 5 14-15,1 4-6 0,-3 0 6 16,0 2 2-16,0 0-16 0,0 0-24 0,1 0-18 16,-3 1-10-16,2-3-10 0,-2 3-3 0,1-1-19 15,-1-1-13-15,-2 1-21 0,3-2-4 0,-2 1-17 0,2-2-11 16,0-4-11-16,-1-2-11 0,2 2-12 0,-1-2-19 15,0-1-29-15,1 0-54 0,0-1-57 0,-2-1-66 16,2-7-72-16,-2 10-82 0,-1-4-332 16,-2-1-691-16,5-5 306 0</inkml:trace>
  <inkml:trace contextRef="#ctx0" brushRef="#br0" timeOffset="94848.84">8643 9499 175 0,'-10'-5'267'0,"10"5"-3"0,0 0-6 16,-11-3-2-16,11 3-15 0,0 0-10 0,0 0 4 16,-6-4-20-16,6 4-20 0,0 0-13 0,0 0-1 15,0 0-30-15,0 0-13 0,0 0-12 0,0 0-9 16,22-6-13-16,-8 4-9 0,7-2-7 0,11-3-9 16,0 3-7-16,0-2-37 0,-1-1-12 0,-3 3-35 15,-6 0-36-15,-2 2-36 0,-1 2-36 0,-5-2-40 16,-2 2-39-16,1-2-24 0,-4 1-35 0,-3 1-180 15,-6 0-474-15,11-3 210 0</inkml:trace>
  <inkml:trace contextRef="#ctx0" brushRef="#br0" timeOffset="95050.46">8811 9318 53 0,'0'0'239'0,"-6"-5"-14"0,6 5-12 0,-4-7-9 16,4 7-15-16,0 0-19 0,0 0-12 0,0 0-6 15,0 0-1-15,0 0 4 0,-6 27 10 0,6-11-2 0,-4 3-17 16,4 6-13-16,0 2-13 0,1 3-11 0,3 1-2 16,-2-2-20-16,-2 0-2 0,3 1-9 0,1-2-12 15,-1-1-19-15,2-1-30 0,1 0-35 16,0-7-55-16,-1-1-70 0,6-2-70 0,-4 1-247 16,2-5-500-16,0-3 222 0</inkml:trace>
  <inkml:trace contextRef="#ctx0" brushRef="#br0" timeOffset="95531.95">10112 9277 187 0,'7'-12'305'0,"-5"2"-9"0,2-3-7 16,1-3-14-16,-3 3-11 0,0-4-20 0,-1 2 2 15,1-2-7-15,-1 4-18 0,-1 3 1 0,0-2-11 16,0 2-12-16,3 1-10 0,-5 2-18 0,4-1-14 16,-2 8-15-16,3-9-19 0,-3 9-13 0,3-10-12 15,-3 10-18-15,10-4-4 0,-4 3-8 0,5 2-8 16,1 1-5-16,3 5-11 0,0 2-8 0,2 1 2 16,5 5-6-16,0 5 1 0,-3-1-4 0,-1 2-7 15,-4 3 0-15,2-1 1 0,-7-6-26 0,-2 5 3 16,0-5 11-16,-4 2-11 0,-1-2 12 0,-5 0-5 15,-1 2 3-15,-2-4 4 0,-3 2 1 0,-5 4-2 16,0-9-2-16,-1 2 0 0,-7 3 1 0,3-5-12 16,-6-1-8-16,0-1 6 0,-1-2-13 0,7-1 9 0,2-2 3 15,1-1-6-15,3-3 3 0,2 1 3 0,0-2-3 16,4 1-1-16,7-1 1 0,-14-3-2 0,14 3 6 16,-9-3 4-16,9 3-6 0,-4-5-1 15,4 5 0-15,0 0-2 0,0 0-11 0,0 0 5 0,0 0 10 16,24-10-3-16,-14 11-8 0,3-1 12 15,6 3-3-15,0 0 5 0,0 0-6 0,9 2 6 16,-7-2 4-16,9 2-2 0,-2-4-18 0,0 2-18 0,-1-5-34 16,0 1-42-16,2 0-44 0,-1 1-65 0,-6-2-68 15,8-1-71-15,-8 0-228 0,-1-1-634 0,-2-2 281 16</inkml:trace>
  <inkml:trace contextRef="#ctx0" brushRef="#br0" timeOffset="98166.1">10790 9171 132 0,'0'0'244'0,"1"-13"-7"16,-1 8-8-16,0 5-9 0,4-7-18 0,-4 7-18 15,0 0-17-15,1-9-19 0,-1 9-22 0,0 0-14 16,0 0 2-16,0 0-5 0,0 0-3 0,1 21 3 16,1-5-9-16,-1 3-2 0,-4 10-4 0,2-1-11 15,1 2-4-15,-1 1-7 0,-2 0-10 0,2-2-6 16,0 3-8-16,-1-2 2 0,0 0-6 0,-1-2-6 15,3-2-3-15,-1-6-2 0,0-1-4 0,2 0 4 16,-4-1-10-16,3-1-4 0,-1-1-1 0,1-5 3 16,0 5-6-16,-1-5-11 0,1-3-16 0,-1 2-23 15,1-2-26-15,0-8-22 0,-2 10-36 0,2-10-28 16,0 7-18-16,0-7-20 0,0 0-25 0,0 0-203 0,0 0-448 16,0 0 199-16</inkml:trace>
  <inkml:trace contextRef="#ctx0" brushRef="#br0" timeOffset="98516.1">10828 9122 36 0,'15'-13'172'0,"2"-1"-6"16,-2 5-19-16,4 0-7 0,-2 3-9 0,2 0-6 0,0 1-12 16,-2 4 3-16,1 2-1 0,-5 0-10 0,-2 2-5 15,2 1-11-15,-1 2-4 0,-1 2-7 0,-2 0-1 16,0 7-10-16,-4-5 0 0,-1 6-6 0,-2 1-3 15,-4 0-3-15,-2 2-10 0,-1 1 0 0,-7 3-7 16,-1-1-4-16,-2 0 0 0,4-7-3 0,-5-1-8 16,4 0 4-16,-1-2-4 0,2-5-4 0,-1 0-3 15,3 0 1-15,0-2-3 0,-1 0 0 0,3-3 0 16,2 0-2-16,5-2 1 0,-9 6 0 0,9-6 0 16,-6 4 7-16,6-4-4 0,-6 3 1 0,6-3-4 15,0 0-1-15,0 0-7 0,0 0-1 0,0 0 0 16,0 0 2-16,3 10-2 0,-3-10-1 15,12 9 3-15,-2-3-4 0,3 0-2 0,2 3 3 0,3 1-1 16,1-2-1-16,0 2-27 0,7 2-36 0,-1-1-43 16,0-3-52-16,2 3-42 0,-7-3-155 0,7 0-382 15,-5-2 170-15</inkml:trace>
  <inkml:trace contextRef="#ctx0" brushRef="#br0" timeOffset="102351.12">11677 9338 168 0,'-25'4'207'0,"25"-4"-17"0,0 0-12 0,-11 1-12 15,11-1-11-15,-8 0 1 0,8 0-1 0,0 0-6 16,-10 2-2-16,10-2-3 0,0 0-7 0,0 0-6 15,-8 2-5-15,8-2-7 0,0 0-11 0,0 0-2 16,0 0-11-16,0 0-10 0,0 0-4 0,0 0-5 16,0 0-9-16,0 0-4 0,0 0-6 0,0 0-4 15,0 0-8-15,0 0 2 0,33-2-6 0,-21 0-2 16,6 2-3-16,0-1-3 0,0 0-9 0,0-2-7 16,2 1-11-16,-3 1-10 0,0 1-17 0,2-3-20 15,-3 2-28-15,-3 1-25 0,1 0-27 0,-3-2-31 16,1 1-33-16,1-1-29 0,-2 2-20 0,-1-2-145 15,-3 2-410-15,1-3 181 0</inkml:trace>
  <inkml:trace contextRef="#ctx0" brushRef="#br0" timeOffset="102565.46">11794 9143 233 0,'-4'-6'257'0,"-1"2"-13"15,-1 0-10-15,6 4-23 0,-8-9-13 16,8 9-23-16,-5-3-24 0,5 3-19 0,0 0-8 15,0 0-17-15,-8-2-4 0,8 2-2 0,-5 11 6 16,4-2-6-16,-4 1-6 0,1 6-10 0,-1 0-7 0,3 1-10 16,0 4-5-16,1-1-5 0,-2 5-7 0,2-2-2 15,1 1-3-15,0 2-9 0,3-1-1 16,-2 0-8-16,-1-1-20 0,-3 2-21 0,7-1-35 0,0-5-44 16,-1 3-63-16,0-4-41 0,5 0-54 0,-6-2-155 15,5 1-438-15,-2-2 194 0</inkml:trace>
  <inkml:trace contextRef="#ctx0" brushRef="#br0" timeOffset="102881.82">12607 8929 327 0,'3'-10'345'0,"-1"4"-25"0,-1-1-19 0,-1 7-28 16,2-10-17-16,-2 10-26 0,2-7-25 0,-2 7-23 15,0 0-20-15,0 0-18 0,0 0-10 0,0 0-12 16,0 0-2-16,0 0-14 0,-5 33-14 0,5-14-1 16,-3 4-12-16,4 3-7 0,-4 0-7 0,-1 1-7 15,4 4-4-15,-4-2-4 0,3 0 5 0,-1 3-18 16,0-3-4-16,4 1-4 0,-4-2-29 0,0 1-34 0,4-4-34 15,-2 2-32-15,0-2-43 0,0-6-41 16,0 0-43-16,0 0-26 0,2 0-39 0,0-2-149 16,-1 1-476-16,-1-7 210 0</inkml:trace>
  <inkml:trace contextRef="#ctx0" brushRef="#br0" timeOffset="103068.18">12235 9531 182 0,'-5'2'203'0,"5"-2"-16"0,0 0-13 0,0 0-11 16,0 0-8-16,23 12-10 0,-6-11 4 0,11 0-8 15,5-1-13-15,0-2-10 0,7-1-11 0,12-6-10 16,3 1-11-16,1 2-4 0,-2-2-13 0,-3 0-11 16,1 1-26-16,-12 0-53 0,-3 2-55 0,3-2-60 15,-2 3-57-15,-2 0-116 0,1 2-334 0,-2-1 148 16</inkml:trace>
  <inkml:trace contextRef="#ctx0" brushRef="#br0" timeOffset="103584.14">12266 10349 53 0,'-7'5'273'0,"1"-1"-3"0,1 0 8 16,5-4-1-16,-7 5-2 0,7-5 5 0,0 0-4 16,-7 2 3-16,7-2-18 0,0 0-19 0,0 0-25 15,0 0-17-15,10-24-22 0,3 8-15 0,0-8-19 16,6-3-12-16,1 1-15 0,4-2-12 0,7-8-7 16,-1-1-8-16,-9 8-7 0,1-3-17 0,1-12-6 15,-8 18 2-15,3-4-9 0,0-3-1 0,-4 2-9 0,-4 2 0 16,2 3 1-16,-3 2-14 0,-4 6 1 15,-1 3-3-15,-2 4-6 0,2-1 6 0,-4 3 4 0,-2 1 4 16,2 8-4-16,-2-12 1 0,2 12 3 16,-6-7-16-16,6 7 2 0,-9-2-2 0,9 2-2 0,-19 9-2 15,1 1-6-15,3 2 0 0,-8 7-7 0,2 0 4 16,4 1-7-16,3-4 7 0,3-1-13 0,2 2 12 16,3-2-9-16,-1 2-18 0,6 1-15 0,1-1 3 15,6-2-17-15,-2 1-20 0,3 0 8 0,3-2 4 16,3 1-4-16,-1-2 3 0,1-1 3 15,1 1 2-15,0-2 4 0,0-2 10 0,1 1 0 0,-3-2 6 16,-4-2-1-16,3 2 10 0,-3-2 0 16,-2 0-2-16,-3 1 8 0,1-3 2 0,-2 2 1 0,0 1 4 15,-2-7-2-15,2 12 0 0,-2-12 8 0,-6 16-4 16,1-9 1-16,1 0 5 0,-8 1-7 0,2-2-14 16,3-2-8-16,0 3-18 0,-2-5-18 0,4 3-36 15,-1-2-36-15,-1 0-46 0,7-3-56 0,-11 1-33 16,11-1-234-16,0 0-551 0,-7-7 245 0</inkml:trace>
  <inkml:trace contextRef="#ctx0" brushRef="#br0" timeOffset="103799.85">12935 9858 46 0,'7'-9'317'0,"-5"2"-27"16,2 1 3-16,-4 1-1 0,0 5-24 0,0-9-15 15,0 9-11-15,-8-5-16 0,8 5-11 0,-15 1-11 16,3 3-1-16,-4 1-10 0,0 7-9 0,-1-1-11 15,1 2-23-15,-4 5-2 0,2 2-23 0,-1 1-10 16,8-3-15-16,-1 3-6 0,4-5-8 0,1 2-8 16,5 0-9-16,0 0-2 0,2-1-9 0,2 0-8 15,2-3-16-15,5 1-32 0,1-3-28 0,5 0-44 16,1-4-51-16,-2 1-59 0,6-2-73 0,7-5-57 16,-7 1-293-16,9-4-652 0,-9 1 288 0</inkml:trace>
  <inkml:trace contextRef="#ctx0" brushRef="#br0" timeOffset="104098.63">13562 8829 119 0,'5'-7'261'0,"0"3"-30"0,1 0-23 0,5 5-19 0,1 3-21 16,5 6-21-16,4 12-9 0,1 8-1 0,5 16-7 15,-5 8 6-15,10 34 1 0,-12 6-6 0,-7-1-8 16,-1 2-11-16,-10-5-11 0,-2-4-5 0,-4-4-10 16,-2-26-5-16,-2 3-9 0,-1-5-9 0,-3 5-5 15,-1 0 2-15,0-3-10 0,-1-1-15 0,-3-6-16 16,-4-1-42-16,-1 0-33 0,-5-1-48 0,-3-4-51 15,-1-3-55-15,-3 1-214 0,-6-6-458 0,-2-3 202 16</inkml:trace>
  <inkml:trace contextRef="#ctx0" brushRef="#br0" timeOffset="104698.54">9997 8723 118 0,'0'0'176'15,"-12"-2"-13"-15,12 2-4 0,-18 11 7 0,2 3-1 16,-5 11 1-16,-1 3-5 0,-10 18 8 15,1 6-13-15,-13 20-11 0,1 5-11 0,9 5-4 16,1-2 7-16,4 0-10 0,4 6-8 0,5-4 12 0,8-24-12 16,5 2-16-16,4-2-13 0,9-2-7 0,6-2-5 15,4 0-7-15,17 21-6 0,-2-25 3 0,5-2-4 16,23 12-5-16,-16-18-4 0,30 12-8 0,-19-20-15 16,21 12-32-16,-21-16-26 0,29 6-41 0,2-6-50 15,-24-13-72-15,33-2-78 0,-33-3-198 0,5-7-504 16,-1-1 223-16</inkml:trace>
  <inkml:trace contextRef="#ctx0" brushRef="#br0" timeOffset="106431.15">14043 9739 67 0,'0'0'256'0,"0"0"-15"16,0 0-20-16,0 0-24 0,0 0-12 0,21-17-12 15,-11 5-1-15,3-3-20 0,2 4 3 0,5-6-12 16,-7 2-6-16,0 0-6 0,7-4-8 0,-7 4-6 16,-1-2-4-16,-1 2-10 0,-1-4-1 0,-1 2-4 0,0 0-9 15,-1 0-4-15,0 0 2 0,-4-2-7 16,0 4 1-16,-2 0 3 0,0-1 1 0,-1 6 0 16,-1-2 3-16,2 5 3 0,-2 7 2 0,0-13-3 15,0 13-10-15,0-8-9 0,0 8-3 0,0 0-8 0,-2-9-7 16,2 9-8-16,0 0-5 0,0 0-6 0,0 0 0 15,-9 24 2-15,3-9-2 0,-2 4-12 16,1-1 6-16,1 9 3 0,-3-3-7 0,2 3-3 16,4-8-2-16,1-1 5 0,0 2-7 0,2-3-5 0,0 0-1 15,5 0-21-15,-1-2-34 0,1-3-21 0,2-1-44 16,-1 0-35-16,3-3-36 0,2 1-42 0,0-3-38 16,1-1-33-16,1 0-38 0,-2-2-174 15,1-3-548-15,1 0 243 0</inkml:trace>
  <inkml:trace contextRef="#ctx0" brushRef="#br0" timeOffset="106598.44">14355 9208 132 0,'0'-5'217'16,"0"5"-27"-16,-3-12-17 0,3 12-40 0,-1-6-46 15,1 6-11-15,0 0-15 0,0 0-27 0,-1 26-35 16,2-8-46-16,0 9-38 0,-1 2-77 0,3 1-175 15,1 1 77-15</inkml:trace>
  <inkml:trace contextRef="#ctx0" brushRef="#br0" timeOffset="106882.06">14516 9585 63 0,'8'1'176'0,"1"0"1"0,-3 0-4 0,3 1-8 0,1 0-2 16,-2 2-8-16,-1 1-3 0,-1 1-4 0,4 0 0 15,-2 2 9-15,-1 3-7 0,-3-1 0 0,-1 1-5 16,2 4-6-16,-7 0 3 0,0 1-18 0,-3-1-8 16,-2 2-13-16,-2 0-5 0,-3-1-14 0,-1-2-1 15,4 0-11-15,-5 0-2 0,1-2-14 0,3-4 2 16,-2-1 2-16,5 0-3 0,0 0-5 0,0-2 0 16,3-1-4-16,-1-1-4 0,5-3-5 0,-8 5 5 15,8-5-5-15,-4 5 1 0,4-5 8 0,-5 4-3 16,5-4-8-16,0 0-7 0,0 0 0 0,0 0-5 0,0 0 1 15,0 0-14-15,17 4-6 0,-6-7-17 16,5 2-21-16,3-3-28 0,10-2-43 0,4 1-46 16,-1-6-53-16,6 1-57 0,11-1-273 0,-13 3-574 15,-2-3 254-15</inkml:trace>
  <inkml:trace contextRef="#ctx0" brushRef="#br0" timeOffset="107498.7">15375 9399 92 0,'0'0'203'0,"0"0"-3"0,0 0-3 0,0 0-5 16,3-6-8-16,-3 6-6 0,0 0-17 0,0 0-3 0,0 0-10 16,0 0-6-16,0 0-5 0,0 0-5 0,0 0-6 15,0 0-8-15,0 0-6 0,0 0 6 0,0 0-15 16,0 0-1-16,0 0-8 0,0 0-5 16,0 0-3-16,0 0-2 0,0 0-8 0,0 0-3 0,0 0 2 15,0 0-9-15,0 0 10 0,0 0-8 0,0 0-1 16,0 0-7-16,0 0 13 0,0 0-3 0,0 0 0 15,0 0 1-15,0 0-2 0,0 0 0 0,0 0-1 16,0 0-16-16,0 0 2 0,0 0-3 0,0 0 6 16,0 0-12-16,0 0 4 0,0 0-5 0,0 0-5 15,0 0-4-15,-20 0-2 0,20 0 0 0,0 0 4 16,0 0-15-16,0 0 2 0,0 0-4 0,0 0-9 16,0 0 6-16,-11 0-4 0,11 0-1 0,0 0-7 15,0 0 6-15,0 0-3 0,0 0-3 0,29 0 9 16,-12 2-5-16,6-4 3 0,5-1-2 0,3 0-1 15,2-1-4-15,-1 0 4 0,1 1 2 0,-1-2-7 16,0 1 0-16,-4 2-2 0,-1 1 5 0,-8-2-4 16,0 2-3-16,-2-1-2 0,-5 1 5 0,-1 1-1 15,-1-3 2-15,-1 3 5 0,-9 0-13 0,10-3 2 16,-10 3 2-16,8 0 0 0,-8 0 4 0,0 0-1 0,0 0-1 16,13-1-1-16,-13 1 2 0,0 0-6 15,0 0 2-15,0 0 6 0,0 0-2 0,0 0-7 16,0 0-5-16,0 0-13 0,6 2-21 0,-6-2-28 15,0 0-48-15,0 0-49 0,0 0-63 0,0 0-66 16,-19 15-64-16,11-11-254 0,4 2-665 0,-2-2 295 16</inkml:trace>
  <inkml:trace contextRef="#ctx0" brushRef="#br0" timeOffset="107837.51">16407 9069 298 0,'0'0'360'0,"-1"-9"-22"0,1 9-6 0,-1-6-19 16,1 6-19-16,0 0-25 0,0 0-21 0,-1-8-30 15,1 8-31-15,0 0-8 0,0 0-25 0,0 0-19 16,0 0-8-16,0 0-15 0,0 0-18 0,0 0-10 15,1 28-5-15,-4-11-12 0,2 11-2 0,-3 0-1 16,1 2-12-16,0 2 4 0,-2 1-6 0,1-1-8 16,-1 0 0-16,1 0-6 0,-4-1-3 0,5 1 2 0,-1-4-3 15,-3 1-8-15,5-1-7 0,-1-1 5 16,1-7-1-16,-1-3-3 0,2 1 3 0,-2-1-18 16,2-5-22-16,1 1-28 0,-1-2-28 0,1 0-26 15,0-2-31-15,0 0-34 0,0-9-31 0,0 12-34 16,1-6-30-16,-1-6-19 0,0 0-15 0,0 9-159 15,0-9-490-15,0 0 217 0</inkml:trace>
  <inkml:trace contextRef="#ctx0" brushRef="#br0" timeOffset="108231.09">16333 9055 183 0,'11'-15'228'0,"-1"1"-9"0,1 2-11 0,3-2-13 15,-3 6-16-15,-2 2-18 0,2-2-12 0,1 5-16 16,0-1-9-16,1 2-18 0,-1 1-6 0,2 1-11 16,-1 1-9-16,-1 1-11 0,1 4-4 0,0-1-9 15,-2 1-4-15,1 2-6 0,-1 0 0 0,-2 1-3 16,-4 0 3-16,1 4 2 0,-4-2 2 0,-2 1-2 16,-4 2 2-16,-1 4-2 0,-4-3-3 0,-2 2-3 15,-3-3-4-15,1-1-4 0,-3-1-5 0,4-2-8 16,0-2-10-16,3-1-3 0,0-1 0 0,3-1-1 15,0-1-2-15,0-1 0 0,6-3 0 0,-6 6 1 16,2-2-4-16,4-4-3 0,-5 5 3 0,5-5-5 16,0 0-2-16,0 0-1 0,-5 7 2 0,5-7 0 15,0 0 1-15,8 15-3 0,-3-9 2 0,1 5 3 16,-1-2 3-16,0 4 2 0,5 1 10 0,-4-2-3 16,3 3-2-16,-2 0 3 0,5 1-4 0,-2-1 3 15,0 0-1-15,0-1-6 0,1 0-13 0,-1 2-26 16,4-3-43-16,-4 3-51 0,2-4-57 0,0 0-52 15,0 1-173-15,2-2-445 0,-4-4 198 0</inkml:trace>
  <inkml:trace contextRef="#ctx0" brushRef="#br0" timeOffset="108582.16">16946 9483 303 0,'1'-8'284'0,"1"2"-4"0,5-2-6 0,-3 2-13 16,1-3-20-16,1 0-20 0,2 0-25 0,1-5-13 16,0 3-8-16,1-2-8 0,4-1-13 0,0-2-11 15,4-2-10-15,-4 4 2 0,-1-1-14 0,3-6-8 16,-2 7-14-16,-1-1 9 0,0-1-4 0,-3 1-12 0,-1 2-1 16,-4 0 10-16,-1 1-19 0,-1 2-5 0,0-3-10 15,0 3 2-15,-1 0 6 0,1 4 0 16,-3-2-5-16,0 8-4 0,1-11-7 0,-1 11-5 15,0-9 0-15,0 9 0 0,0 0-6 0,0 0-1 0,0 0-11 16,0 0 4-16,0 0 0 0,0 0-4 0,-26 22 6 16,20-6 1-16,0 2-7 0,0-1 1 0,1 1-5 15,-2 6-1-15,3-5-4 0,-2 1-3 16,5-4-5-16,1 2 0 0,1 0-27 0,0-1-23 0,2-2-21 16,2-2-45-16,1-3-39 0,0 2-43 0,1-3-40 15,1-1-43-15,2-2-51 0,3-2-31 16,-2-2-273-16,0-1-667 0,2-1 296 0</inkml:trace>
  <inkml:trace contextRef="#ctx0" brushRef="#br0" timeOffset="108748.02">17254 8875 53 0,'-8'-8'276'0,"-1"-1"-25"16,1 1-30-16,1 1-20 0,1 5-25 0,6 2-17 15,-12 0-24-15,12 0-25 0,-13 14-37 0,8-2-48 16,0 4-56-16,2 4-57 0,3-1-54 0,-1 5-95 16,5 3-256-16,2-3 113 0</inkml:trace>
  <inkml:trace contextRef="#ctx0" brushRef="#br0" timeOffset="109148.73">17380 9245 184 0,'10'-3'237'0,"1"0"6"0,0 3 0 16,2-3-3-16,-2 2-13 0,2 1-13 0,-1 0-22 16,-2 0-4-16,2 1-3 0,0-1-10 0,-2 3-9 15,3-1-18-15,-3 1-9 0,2 2-15 0,-3 0-17 16,-2-1 3-16,2 2-20 0,-2 1-10 0,-1-3-6 16,-2 1-3-16,-1 2 3 0,-1 2 10 0,-2 0-13 15,-1-1 0-15,-2 1 5 0,-1 1-6 0,-2-1-22 16,-2 2 0-16,2-2-9 0,1 1-6 0,-2-2-4 15,2 1-15-15,0-2-7 0,3 1-14 0,-1-1-15 16,2 0-9-16,1-7-7 0,1 14-1 0,2-6-4 16,2-2-4-16,2 2 4 0,0-1 1 0,2 2 1 0,0-1 7 15,-2 0 2-15,1-1 2 0,0 1 6 16,-1 0 0-16,0 1 3 0,-1-3 4 0,-2 0 7 16,1 1 1-16,-2-2 9 0,-2 0 9 0,-1-5 11 15,0 9 9-15,0-9 7 0,-5 9 4 0,1-4-2 16,-4 0 4-16,-3-1-8 0,-1 0 14 0,-4 1-9 15,-1 0 3-15,-4-1-16 0,0 0-1 0,-6 1 10 16,-1-1-18-16,1 0-15 0,-1-2-20 0,1 1-35 16,8 0-30-16,1-2-42 0,0 3-52 0,8-6-71 15,-2 2-71-15,2 0-182 0,10 0-543 0,-10-7 240 0</inkml:trace>
  <inkml:trace contextRef="#ctx0" brushRef="#br0" timeOffset="109362.87">18163 9187 10 0,'9'3'255'0,"-9"-3"3"0,0 0 4 16,11-3-8-16,-11 3-18 0,0 0-22 0,10 0-17 15,-10 0-19-15,10-1-16 0,-10 1-20 0,15 1-6 16,-4-1-21-16,-1-1-12 0,1 2-30 0,2-1-30 15,-3 0-44-15,3 0-52 0,-1 2-60 0,-2-1-52 16,1 2-50-16,-4 1-134 0,1 0-378 0,-5-2 168 16</inkml:trace>
  <inkml:trace contextRef="#ctx0" brushRef="#br0" timeOffset="109531.2">18197 9350 199 0,'-7'4'240'16,"7"-4"-4"-16,0 0-2 0,-5 5 0 0,5-5-1 15,0 0-18-15,0 0-11 0,0 0-12 0,0 0-11 16,0 0-16-16,13 9-15 0,-3-6-11 0,4-3-15 16,-2 0-14-16,7-2-25 0,-1 4-11 0,1-4-42 0,-1 1-37 15,10 0-46-15,0 2-52 0,-5-4-55 16,5 1-55-16,2-1-207 0,-2 0-454 0,-1 0 200 16</inkml:trace>
  <inkml:trace contextRef="#ctx0" brushRef="#br0" timeOffset="110098.59">19328 9055 222 0,'0'0'292'0,"5"-9"0"0,-3 4-8 16,1-1-9-16,-3 6-14 0,3-9-14 0,-3 9-11 15,0-8-3-15,0 8-3 0,0 0-19 0,1-9-11 16,-1 9-6-16,0 0-23 0,0 0-14 0,2-9-13 16,-2 9-13-16,0 0-12 0,0 0-6 0,0 0-2 15,0 0-12-15,0 0-4 0,0 0-1 0,0 0-3 16,0 0-1-16,0 0-4 0,0 0-6 0,0 0-6 16,0 0-7-16,0 0-8 0,-30 16-5 0,19-8-5 15,1 3-6-15,-1-1-6 0,-1 2 0 0,-2 2-6 16,3-1-5-16,-3 2-1 0,2 0 0 0,1 0 3 15,-2 3-6-15,3-4 1 0,-1 2-7 0,1 0-1 16,1-1-1-16,3-1-4 0,1-1-2 0,0-2 2 16,1 1-4-16,1 3-2 0,1-3-1 0,2 0 4 15,1 0-2-15,2-2 1 0,0 2 0 0,4-2-2 16,-1-1 1-16,2-1-2 0,2 2-5 0,7-4 2 0,-1 3-2 16,1-2-6-16,2-4-2 0,-2 0 0 0,3-2 0 15,-1 2-2-15,2-4 5 0,-1-2 0 16,-2-2 1-16,1 1-3 0,0-5 6 0,-3 2-4 15,2-1 8-15,-6-1-3 0,2-3-1 0,-2 1 0 0,-3-3 6 16,1-3-8-16,-4 3-1 0,1-1 3 16,1 0 3-16,-6-2 0 0,-2-3-3 0,1-6 5 15,-1 6-3-15,-2-4 2 0,-1 4-8 0,-2 4 7 0,1 4-2 16,-2-2 1-16,1-2-4 0,-7 3 5 0,3 4-3 16,-3-4-6-16,-1 1 6 0,3 6 3 0,-3 2-13 15,1-1-11-15,-3 3-12 0,0-1-26 0,-3 3-28 16,4 2-37-16,-5 2-40 0,1 4-54 0,-4 0-67 15,-2 1-76-15,-3 2-294 0,1 1-712 0,8-2 314 16</inkml:trace>
  <inkml:trace contextRef="#ctx0" brushRef="#br0" timeOffset="110681.18">20562 9249 51 0,'0'0'253'0,"0"0"-3"15,0 0 2-15,0 0-10 0,0 0-8 0,0 0-13 16,0 0-9-16,0 0-6 0,0 0-16 0,0 0-12 15,0 0-18-15,0 0-17 0,0 0-13 0,0 0-16 16,0 0-5-16,44 2-12 0,-14-3-14 0,2 1-10 16,3 0-31-16,1-1-39 0,-1-2-42 0,-1 2-37 15,-2-2-55-15,-2 3-44 0,2-5-41 0,-1 3-219 16,-11-1-471-16,11-2 210 0</inkml:trace>
  <inkml:trace contextRef="#ctx0" brushRef="#br0" timeOffset="110965.58">21545 8942 164 0,'10'-1'185'0,"-1"-1"-8"0,-9 2-14 16,18 3-4-16,-9 2 20 0,-1 3-1 0,1 0-4 16,-6 4-2-16,3 0-5 0,-3 6 8 0,-3 0-7 15,-1 0-12-15,-3 6-11 0,-3 2-10 0,-3 0-13 16,-5-1-7-16,-1-3-4 0,-1-1-14 0,1 0-4 15,1-5-5-15,2-1-3 0,1-3-11 0,3-3-3 0,0-3-12 16,4-1 0-16,0 0-9 0,0 1 0 16,5-6-10-16,-7 7-2 0,7-7-4 0,-5 6 0 15,5-6-4-15,0 0 1 0,0 0-4 0,8 10 0 16,-2-8-8-16,5-1 4 0,2 2-5 0,2-3-2 16,4 0 5-16,4-2-18 0,2 1-11 0,4 0-14 15,-1-4-30-15,0-1-28 0,0-1-42 0,3 1-49 16,-2 0-41-16,3-2-36 0,-3 1-44 0,-3-2-163 0,-1-1-492 15,-3-4 218-15</inkml:trace>
  <inkml:trace contextRef="#ctx0" brushRef="#br0" timeOffset="111381.42">21779 8682 242 0,'-32'-5'237'0,"-1"-1"-4"0,-4 9-10 0,-14 3-7 15,-3 9-3-15,-1 7-14 0,-3 4 4 0,2 7-19 16,-23 16-14-16,13 7-11 0,21-18-10 0,3 3-16 16,6 3-10-16,4 3-17 0,6-2-6 0,10 0-14 15,0 0-7-15,10-11 5 0,3 1-3 0,5-2 3 16,5 2-3-16,5-3 3 0,3-1 4 0,13 7-10 16,-2-13 2-16,15 5 0 0,3-5-7 0,6-6 0 15,4-3-17-15,5-6-2 0,5-4 14 0,0-3-18 16,0-6-16-16,1-3 1 0,-1-1-11 0,-6 1 3 15,1-8-5-15,-1-1-7 0,-2-1 9 0,-2-3-9 16,-6-2-3-16,-2-1-1 0,-13 3-1 0,7-14-2 16,-12 10 6-16,9-10-5 0,-14 6 2 0,3-12-5 15,-10 9-1-15,2-13 4 0,-6-2-5 0,-3 1-3 16,-8 8 3-16,-6-12-6 0,-4 0 5 0,-5 1-6 16,-8 1-5-16,-2 2 1 0,-7 4-2 0,-7 1-4 15,-3 5 2-15,-6 3 1 0,-3 5 2 0,-5 11 1 16,-4 1-1-16,-4 4 5 0,-3 9-13 0,-22 2-9 15,29 6-21-15,-1 3-26 0,0 3-38 0,2 3-48 0,1 5-51 16,3 4-47-16,4 3-48 0,-2 0-228 16,5-1-575-16,-1 1 255 0</inkml:trace>
  <inkml:trace contextRef="#ctx0" brushRef="#br0" timeOffset="113216.07">6793 11687 205 0,'0'0'225'16,"-14"1"1"-16,14-1-3 0,-10 2-7 0,10-2-8 15,-11-2-8-15,11 2-13 0,0 0-3 0,-11 0-8 16,11 0-11-16,0 0-4 0,-7 2-15 0,7-2-2 16,0 0-12-16,0 0-6 0,0 0-8 0,0 0 2 15,0 0-9-15,0 0-6 0,0 0 1 0,-9 0-15 16,9 0-9-16,0 0-3 0,0 0-11 0,0 0-6 15,0 0 5-15,0 0-12 0,0 0-8 0,0 0 0 0,28-8-2 16,-14 7-9-16,5 0-10 0,0-1 0 16,4 0-1-16,-1 1-1 0,7-1-1 0,2 2 6 15,-12-1-18-15,9 1 4 0,0 1 0 0,-1-1-3 16,1 2-11-16,-8-2-7 0,1 0-12 0,0 1-12 0,-2 1-10 16,1 0-30-16,-1 0-30 0,-2 1-39 15,-3-1-46-15,-1 1-48 0,1-1-39 0,-1 1-35 16,-3-1-188-16,3 2-537 0,-2-4 237 0</inkml:trace>
  <inkml:trace contextRef="#ctx0" brushRef="#br0" timeOffset="113515.18">7551 11355 139 0,'0'0'278'0,"0"0"-13"15,0 0-6-15,2-9-12 0,-2 9-8 16,0 0-19-16,0 0-17 0,0 0-21 0,0 0-18 0,0 0-12 16,0 0-28-16,0 0-12 0,0 0-10 0,0 0-10 15,0 0 2-15,-2 27 0 0,1-8-5 0,1-1-11 16,-1 8 2-16,-1-2-10 0,1 5 0 0,0-1-2 16,0-2-4-16,1 0-6 0,-3-1-9 0,-1 3-4 15,2-3 1-15,-2 1-3 0,1-2-9 0,1 1 7 16,-1-7 2-16,1 1-24 0,-1-1-1 0,0-1-21 15,0-4-17-15,1 4-32 0,2-5-27 0,-2-2-39 16,2 3-32-16,1-4-39 0,-2 1-27 0,1-1-35 16,2-2-28-16,-2 0-142 0,0-7-456 0,4 10 202 15</inkml:trace>
  <inkml:trace contextRef="#ctx0" brushRef="#br0" timeOffset="113897.72">7536 11320 120 0,'9'-19'171'16,"1"5"-6"-16,3 0-5 0,-5 3-9 0,2 3-9 15,0 0-12-15,0 2-12 0,-1 1-15 0,4 0-5 16,-3 2-4-16,2 3-12 0,2 0-10 0,-3 3-5 16,2 0-6-16,-2 3-8 0,-1-2-1 0,0 4-3 15,-3-1-4-15,1 2 1 0,-4-1-1 0,-2 4-1 16,0 2 6-16,-2-2-7 0,-5 3-2 0,-2 1-1 15,-2 1-6-15,-3-2-3 0,0 1 1 0,-2-3-10 16,0 1 0-16,1-1-1 0,-1-2-4 0,4-3 0 16,-2-1 2-16,5-1-7 0,0-3 5 0,3 2-5 0,-1 0 2 15,5-5-6-15,-7 6 6 0,7-6-3 16,-8 4 8-16,8-4 2 0,0 0 4 0,-8 4-5 16,8-4-1-16,0 0-4 0,0 0-6 0,-1 6-2 15,1-6 2-15,8 10-1 0,-3-5-2 0,4 4-2 0,1 1 1 16,1 2 1-16,3 1-2 0,2 0 3 15,-4 2 0-15,7 4-2 0,-3-5 0 0,2 5-2 0,-3-5 4 16,8 7-22-16,-5-4-26 0,-3-2-47 16,1-1-50-16,4 2-31 0,-4-3-44 0,-1 0-136 0,-1-1-378 15,1-4 168-15</inkml:trace>
  <inkml:trace contextRef="#ctx0" brushRef="#br0" timeOffset="114231.03">7997 11869 118 0,'1'-10'259'0,"2"4"-13"0,1-4 9 15,1-2-10-15,3-2-16 0,1-2-10 0,-2 2-12 16,1-2-18-16,2 0-12 0,4-6-13 0,-5 6-17 0,5-4-11 16,0-2-7-16,-3 5-8 0,4-4-9 15,-6 4-2-15,0-2-17 0,0-5-4 0,1 0 3 0,-2 0-8 16,0 9-3-16,-2-2 7 0,-2 6-13 0,-1 0 11 15,0 1 3-15,-3 4 6 0,1-1 2 0,-1 7-8 16,2-9-4-16,-2 9-6 0,1-10-8 0,-1 10-8 16,0 0-18-16,0 0 5 0,0 0 0 0,0 0-4 15,0 0-1-15,0 0-8 0,-13 26 1 16,8-8-8-16,0 1 5 0,-3-2-7 0,0 7-4 0,5-3 1 16,-1-4-4-16,1 2-5 0,2 0-1 0,0-2-2 15,2 0-37-15,0-5-24 0,0 4-28 0,3-5-36 16,0 0-41-16,1 1-41 0,0-4-51 15,5-2-56-15,-2-1-45 0,-3 0-227 0,6-3-621 0,-3 0 274 16</inkml:trace>
  <inkml:trace contextRef="#ctx0" brushRef="#br0" timeOffset="114379.15">8255 11287 51 0,'0'0'208'0,"0"0"-39"16,0 0-31-16,0 0-37 0,0 0-52 0,-9 23-53 16,8-12-50-16,-3 7-56 0,2 1-119 0,-1 6 52 15</inkml:trace>
  <inkml:trace contextRef="#ctx0" brushRef="#br0" timeOffset="114682.69">8395 11601 176 0,'10'0'197'0,"-5"3"-1"0,-5-3 1 16,9 3-12-16,-1-2-7 0,-3 2-11 0,1 1-8 16,1 0-12-16,-1 0-11 0,2 3-7 0,-1 2-6 15,0-3-8-15,-1 3 1 0,2 1 4 0,-3 1-6 16,-1-1-2-16,-2 0 1 0,1 4 11 0,-3-2 0 16,-1-1-3-16,-1 0 12 0,-2 0 1 0,-1 0-18 15,0 0-21-15,-1 0 13 0,-1-3 4 0,1 1-5 16,1-3-5-16,1-2 7 0,-2 1-13 0,6-5-9 15,-8 8-1-15,8-8-24 0,-4 6 4 0,4-6 2 16,-4 6-10-16,4-6-7 0,0 0 3 0,-4 4-11 16,4-4 1-16,0 0-3 0,0 0-23 0,0 0 2 15,0 0-2-15,0 0-6 0,8 10-11 0,-1-8-23 16,5-1-32-16,1 1-51 0,7-2-35 0,9 1-37 0,3-1-57 16,1-4-63-16,5 0-58 0,-2-1-230 15,4 2-633-15,-3-5 280 0</inkml:trace>
  <inkml:trace contextRef="#ctx0" brushRef="#br0" timeOffset="115164.65">9309 11485 19 0,'0'0'212'0,"0"0"10"0,0 0 6 16,0 0 0-16,0 0-4 0,0 0-9 0,0 0-4 0,0 0-12 16,0 0-5-16,0 0-13 0,0 0-4 15,0 0-11-15,0 0-11 0,0 0-6 0,0 0-15 16,0 0-2-16,0 0-8 0,0 0-4 0,0 0 0 15,0 0-7-15,0 0-3 0,0 0 1 0,-15-13 1 0,15 13-2 16,0 0 17-16,0 0-25 0,0 0-3 0,0 0-13 16,0 0 7-16,0 0-8 0,0 0-5 0,0 0 6 15,0 0-11-15,0 0-6 0,0 0-6 16,0 0-7-16,0 0-6 0,0 0-6 0,0 0-2 0,0 0-7 16,0 0-4-16,27 3 0 0,-9-2-2 0,1-2-7 15,-1 1 6-15,4-2-18 0,0 1 5 16,-1 0 1-16,6-2-5 0,-5 2 4 0,6 1-1 15,-1-2-6-15,2 1 1 0,-8 1-2 0,-2-2-2 0,-1 2-9 16,1-2 2-16,-1 2-9 0,-7 2-6 0,3-2-24 16,-1 0-21-16,-4-3-32 0,1 4-31 0,-2-1-32 15,-8 0-31-15,14 0-30 0,-14 0-38 0,8 2-28 16,-8-2-36-16,7 2-19 0,-7-2-210 0,0 0-594 16,0 0 262-16</inkml:trace>
  <inkml:trace contextRef="#ctx0" brushRef="#br0" timeOffset="115381.51">9597 11335 139 0,'-2'-7'318'16,"2"7"-1"-16,0 0 1 0,-7-8-9 0,7 8-16 16,0 0-22-16,0 0-43 0,0 0-27 0,0 0-22 15,0 0-18-15,0 0 0 0,0 0 5 0,-5 26-20 16,3-10-8-16,-2 4-12 0,1-2-7 0,-1 8-18 15,2 0-8-15,-2 0-7 0,0-1-12 0,1-1-20 16,0 2-42-16,-1-1-49 0,1-5-54 0,0 5-57 16,0-4-65-16,0 3-68 0,1 2-259 0,-1-9-585 15,0 0 258-15</inkml:trace>
  <inkml:trace contextRef="#ctx0" brushRef="#br0" timeOffset="116098.66">10611 11151 232 0,'0'0'295'0,"-3"-11"-10"0,3 11-9 0,0 0-17 0,-1-11-21 15,1 11-24-15,-4-5-17 0,4 5-18 16,0 0-16-16,0 0-18 0,0 0-6 0,-20 15-9 15,10 0-2-15,-2 10 0 0,-3 6-6 0,2 2 0 0,-5 14-24 16,3 0-10-16,-2 3 2 0,5 3-17 0,6-3-15 16,1 0 6-16,2-1-9 0,3 1-7 15,4-4-2-15,-1-13-5 0,3 2 2 0,2 0-5 16,2-2-3-16,2-1-7 0,0 0 0 0,4-3 0 0,-1-3-5 16,5-1 8-16,-2-2-13 0,-1-3-2 15,3-2-12-15,-5-5-11 0,2 0-10 0,1-3-26 0,0-1-35 16,-1 1-38-16,-2-3-41 0,2 0-54 15,1-4-40-15,-4-3-44 0,-2 0-210 0,0-3-548 0,2-3 243 16</inkml:trace>
  <inkml:trace contextRef="#ctx0" brushRef="#br0" timeOffset="116515.18">10999 11347 51 0,'13'-14'284'0,"-1"0"-29"0,2 2-22 0,1-1-8 16,0 3-9-16,2-1-21 0,-2 3-20 0,-1 3-15 15,-1 0-18-15,-2 3-14 0,2 0-14 0,-2 2-12 16,1 0-11-16,0 5-7 0,-1-1-9 0,0 1-7 16,-2 2-4-16,-2 3-6 0,2-2-3 0,-5 3 5 15,0 1 5-15,-3 0-3 0,-2 0 2 0,-3 5-4 16,-4 0-5-16,-2-1 7 0,-3 4-16 0,-6 0-1 15,-1 0-8-15,1 0-10 0,2-8 5 0,-4 5-10 16,5-6 1-16,2-1 2 0,1-5-3 0,4 2 3 16,0-1-7-16,3-2-1 0,-2-2-1 0,8-2 8 15,-8 4-10-15,8-4 0 0,-9 1-2 0,9-1-3 16,0 0-2-16,0 0 4 0,-11-3-3 0,11 3 0 16,0 0 1-16,0 0-3 0,0 0 13 0,0 0-15 15,0 0 1-15,0 0 0 0,0 0-3 0,28-4 2 16,-17 5-3-16,1 2 0 0,0 2-3 0,3 2 5 15,0 0 0-15,-1 0-5 0,-1 5 4 0,4-1 1 16,-2 0-4-16,5 0 13 0,-5 0-17 0,0-1-21 16,-1 1-40-16,1 1-58 0,-2-1-70 0,5-2-65 15,-8 3-253-15,2-5-552 0,0-1 244 0</inkml:trace>
  <inkml:trace contextRef="#ctx0" brushRef="#br0" timeOffset="116781.41">11609 11339 300 0,'0'0'297'0,"-1"-12"-6"0,1 12-15 16,-2-8-21-16,2 8-22 0,0 0-21 0,0 0-22 16,0 0-12-16,0 0-7 0,0 0-4 15,0 0-6-15,0 0-10 0,2 36-20 0,-4-16-7 16,2 2-8-16,0 3-12 0,0-4-12 0,0 3-2 0,0 0-8 15,-2 2-11-15,2-7-5 0,0 1-4 0,-2-1-13 16,2 0-6-16,0 1 2 0,-1-2-7 0,0 0-33 16,1-3-28-16,-1 1-39 0,-1-3-42 0,2-2-53 15,-3-2-39-15,1 3-36 0,-1-5-35 0,1 3-227 16,-2-3-534-16,4-7 237 0</inkml:trace>
  <inkml:trace contextRef="#ctx0" brushRef="#br0" timeOffset="117131.71">11633 11200 36 0,'15'-19'202'0,"6"0"8"16,-6 7-5-16,3 2-9 0,1 0-4 16,-2 4-9-16,1 0-13 0,-3 4-8 0,-2 0-7 0,-4 2-5 15,1 2-12-15,0 0-4 0,-3 2-10 0,1 3-1 16,-1 1-7-16,-1 2-2 0,-3 0-7 15,-2 1-9-15,-2 4-5 0,-4-1-3 0,-3 2-8 0,3 1-12 16,-8-2-5-16,1-1-6 0,3 0-7 0,-4-1-2 16,1 1-3-16,1-3-8 0,-2 1-3 0,4-3-6 15,1-1 2-15,-2-2-6 0,3 2-5 0,0-1 1 16,-2-1-3-16,5-2 1 0,-1 0-2 0,5-4-4 16,-7 5-1-16,7-5-4 0,-4 6-7 0,4-6 2 15,-4 6 4-15,4-6-5 0,2 12-3 0,1-6 4 16,0 1-3-16,4 3 0 0,2-1 2 0,7 4 1 15,-4 0 3-15,5-2-4 0,-1 2-1 0,4-2-22 16,1 5-30-16,2 0-39 0,-5-5-34 0,7 3-38 16,-1-1-59-16,-4-5-42 0,-2 1-212 0,4-2-512 15,-4-2 226-15</inkml:trace>
  <inkml:trace contextRef="#ctx0" brushRef="#br0" timeOffset="117381.1">12368 11419 117 0,'0'0'322'0,"0"0"-26"0,0 0-15 15,-4-8-11-15,4 8-10 0,0 0-19 0,0 0-20 16,0 0-19-16,0 0-14 0,6-4-19 16,-6 4-9-16,0 0-4 0,13 0-9 0,-13 0-11 15,23 0-11-15,-11 0-12 0,9 0-17 0,0-3-4 16,8 2-2-16,-9-2-18 0,11-2-20 0,-2 2-15 15,-2-3-35-15,-6 2-33 0,-2 0-40 0,2 1-49 16,-6 0-53-16,-1 0-41 0,-1 1-50 0,-3-1-232 16,-5 0-536-16,-1 0 237 0</inkml:trace>
  <inkml:trace contextRef="#ctx0" brushRef="#br0" timeOffset="117590.05">12584 11220 185 0,'0'0'273'0,"-4"-8"-8"0,4 8-6 16,0 0-7-16,0 0-22 0,0 0-11 0,0 0 4 16,0 0-19-16,0 0 5 0,-11 21-7 0,9-9-18 15,0-1-20-15,-5 6-15 0,3 0-12 16,2 2-12-16,-3-2-18 0,2 2-6 0,-1-1-5 16,2 2-6-16,-1 4-21 0,3-4 0 0,0-4-18 0,3 0-32 15,-1 2-27-15,0-2-48 0,2 1-69 0,-1-5-68 16,4-1-78-16,-5 6-268 0,3-5-583 0,-3-1 259 15</inkml:trace>
  <inkml:trace contextRef="#ctx0" brushRef="#br0" timeOffset="117872.74">13385 10907 98 0,'0'-11'346'0,"0"2"-6"0,-2 1-12 0,2 8-2 0,0-11-20 16,0 11-27-16,2-9-28 0,-2 9-27 0,0 0-28 15,0 0-21-15,2-7-6 0,-2 7-25 0,0 0-14 16,0 0-15-16,2 36-9 0,-2-17-10 0,0 6-8 16,3 3 1-16,-5-2-18 0,1 1-4 0,2 0-8 15,-2 0-5-15,2 0-5 0,-1-3-2 0,2 1-7 16,-2-4-8-16,2-2-21 0,-2-1-30 0,2-1-38 15,0-2-38-15,-2 2-42 0,0-3-44 0,0-3-36 16,0-1-39-16,0-1-41 0,-2 2-200 0,0-3-537 16,2-8 238-16</inkml:trace>
  <inkml:trace contextRef="#ctx0" brushRef="#br0" timeOffset="118131.7">13088 11301 246 0,'0'0'234'0,"-8"2"-21"0,8-2-3 0,0 0 3 16,0 0-3-16,0 0-1 0,19 11-7 0,0-8-5 16,12 1-7-16,3-2-3 0,6-2-12 15,12 2-6-15,2-7-9 0,-3 0-19 0,1-1-15 16,-16 0-10-16,2 0-13 0,-2 0-7 0,-4 1-7 16,-1-2-1-16,-2 1 1 0,-2 0-23 0,-5 1 13 0,-6 2-10 15,2-1-8-15,0 0-5 0,-7 3-4 16,1 0-17-16,-3-2 6 0,-3 2-7 0,-6 1-2 0,12-4-1 15,-12 4-26-15,8-2-15 0,-8 2-44 16,5-3-46-16,-5 3-65 0,0 0-81 0,0 0-66 0,0 0-245 16,0 0-602-16,-32 4 267 0</inkml:trace>
  <inkml:trace contextRef="#ctx0" brushRef="#br0" timeOffset="118765.22">12875 12214 224 0,'0'0'345'0,"-5"5"1"0,5-5-3 0,0 0-5 0,0 0-23 15,0 0-26-15,0 0-15 0,0 0-22 0,9-33-15 16,0 18-35-16,11-10-15 0,1 3-20 0,2-4-20 15,3-1-7-15,10-8-15 0,-2 0-13 0,-10 9-12 16,11-10-1-16,-12 8-18 0,7-10 8 0,-8 10-18 16,-3-3-7-16,0 3-8 0,0-1-5 0,-6 4-9 15,1 4 12-15,-5 5-2 0,-5 6-2 0,2 0-1 16,-3 4 2-16,0-2-2 0,-1 3-9 0,-2 5-13 16,2-10 7-16,-2 10-4 0,0 0-6 0,0 0-3 15,-16-1-3-15,5 9 0 0,-5 0-3 0,1 3-5 16,-1 2 4-16,-4 2-4 0,-1 2-7 0,5-4 3 15,3 0-1-15,4 1-3 0,3-4-2 0,0-1-19 0,2 1-2 16,4-1-10-16,2 3-15 0,3-4 8 16,4 6 0-16,4-3-11 0,1-3 3 0,4 3 10 15,0-2-3-15,0 1 6 0,0-3 2 0,-3 2-1 0,1-2 8 16,-5 0-2-16,-1 2 9 0,-3-4 12 16,1 3-18-16,-1 1 15 0,-3-4-7 0,-1 1 3 0,-1 0 7 15,-4 3 0-15,-1 1 0 0,-1-3 7 16,-1 2 1-16,-5 0 8 0,3 0-10 0,-3-1 3 0,-3 1 3 15,4-2-18-15,-5 1 2 0,1-2-16 0,4-1-13 16,-2-2-27-16,4 2-29 0,-1-1-33 0,0-2-42 16,0 0-43-16,8-2-60 0,-11 1-61 15,11-1-226-15,-14-5-603 0,14 5 267 0</inkml:trace>
  <inkml:trace contextRef="#ctx0" brushRef="#br0" timeOffset="118999.07">13715 11675 198 0,'4'-11'311'0,"-4"6"-29"0,0 5-15 0,0-8 6 16,0 8-5-16,-9-7 1 0,9 7-20 0,-13-2-15 15,3 4-15-15,-1 1-5 0,-1 3-7 0,-2 2-5 16,-4 3-17-16,4 3-9 0,1 0-17 0,-1 7-11 16,3-5-17-16,0 6-11 0,4-8-12 0,5 4-14 15,1-2-5-15,2 1-10 0,3-2-6 0,4-4-7 16,-2 4-8-16,3-2-10 0,-1-4-29 0,6-2-23 15,-5 0-46-15,7-1-50 0,2-2-50 0,2-1-55 16,1-4-63-16,0-3-61 0,0 0-278 0,-2-1-657 16,-2-4 290-16</inkml:trace>
  <inkml:trace contextRef="#ctx0" brushRef="#br0" timeOffset="119297.77">14234 10840 70 0,'4'-12'285'0,"-2"3"-33"0,4 4-21 0,-2-2-18 16,4 3-7-16,1 2-8 0,3 5 3 0,5 4-9 0,0 5 6 16,10 6-3-16,-1 8-18 0,10 14-1 0,-2 1 0 15,-4 5-7-15,-2 3-5 0,-2 2 14 16,-7-2-14-16,0 3-9 0,-7-1-19 0,-7-6-5 15,4 4 4-15,-9 2-21 0,-3-6-7 0,-3 4-6 0,2-13-13 16,-5 8-11-16,-5 4-13 0,-3-3 5 0,-4-2-14 16,-2 2 1-16,-8-4-11 0,-3-2-9 15,-6 0-18-15,-2-3-27 0,-4 0-46 0,0-1-43 16,-6-2-37-16,2-1-49 0,1-1-53 0,3-5-55 0,15-10-54 16,-3 0-234-16,10 1-627 0,6-7 277 0</inkml:trace>
  <inkml:trace contextRef="#ctx0" brushRef="#br0" timeOffset="119947.62">15072 11433 294 0,'8'-3'277'0,"-8"3"-8"0,6-9-18 16,-3 4-19-16,2-2-10 0,1 2-17 0,4-4-16 15,1-3-17-15,4 1-12 0,5-5-10 0,2 0-21 16,-7 2-4-16,2 1-1 0,-4 0-10 0,2-1-1 0,6-4 0 16,-9 5-3-16,-4 1-7 0,5-4 16 15,-7 1-23-15,1 0-6 0,-4-1-3 0,3 0 5 16,-6 0 2-16,2 0-3 0,-2 1-10 0,0 4 7 0,-2-1-3 16,-1 0 1-16,0 4-16 0,1 2 18 0,2 6-11 15,-7-11-5-15,4 7-2 0,3 4-3 0,-10-7-11 16,3 7-6-16,7 0 1 0,-22 11-1 15,10 0 1-15,-3 2-5 0,-2 8 0 0,1 0-7 0,2 2-6 16,6-5-3-16,-2 6 0 0,4-6-6 0,5 1-1 16,-1 0-2-16,5 0-1 0,2-4-1 0,3 3-5 15,-1-2-2-15,4-1-3 0,3 1-30 0,-2-2-41 16,5-4-35-16,-2 0-48 0,2-1-38 0,1-1-47 16,0 0-46-16,-5-6-37 0,6 0-38 0,-6 1-275 15,0-3-677-15,0-1 300 0</inkml:trace>
  <inkml:trace contextRef="#ctx0" brushRef="#br0" timeOffset="120096.36">15409 10973 246 0,'-3'-9'238'16,"3"1"-21"-16,0 8-19 0,-2-11-16 0,2 11-27 15,0-8-19-15,0 8-24 0,0 0-15 0,0 0-32 16,0 0-34-16,0 0-31 0,12 25-53 0,-6-10-37 15,2 8-47-15,1 2-97 0,-4-6-252 0,6 5 113 0</inkml:trace>
  <inkml:trace contextRef="#ctx0" brushRef="#br0" timeOffset="120449.59">15581 11249 116 0,'14'-3'190'0,"-4"2"-4"15,0-1 9-15,1 2-2 0,1 0-6 16,-3 0-6-16,1 2-8 0,-1-1 2 0,0 1-12 15,-1 0-6-15,1 2-13 0,-2-2-10 0,2 2-6 0,0 1 6 16,-5 2-8-16,1-2-5 0,-2 0-12 0,-2 4-7 16,2 0 8-16,-2 0-22 0,-2 1-9 15,-2-1-10-15,-1 2 0 0,2-1-3 0,-5-1-15 16,5 1-3-16,-2 0-4 0,3-3-5 0,-3-1-3 0,3 0-13 16,1-6-6-16,0 14-19 0,0-14-9 0,3 11 4 15,1-5-3-15,0 1-7 0,4-2 1 0,2 1 13 16,-4-2-10-16,3 0-2 0,-1 1 7 0,1-2-4 15,0 2 5-15,-4-3-3 0,3 4 4 0,-5-3 11 16,1 2 8-16,0 0 23 0,-1 2 3 16,-3-7 10-16,0 12 13 0,0-12 2 0,-7 14 5 0,1-8-11 15,-4 2-6-15,0 0-1 0,-2-3-4 16,2 1-3-16,0 0-7 0,-2 1-9 0,1-1 3 16,-1 0-6-16,-1-1-28 0,2 0-31 0,2-3-45 0,1 1-40 15,1 0-53-15,-1 1-68 0,2-2-72 0,6-2-233 16,0 0-590-16,0 0 261 0</inkml:trace>
  <inkml:trace contextRef="#ctx0" brushRef="#br0" timeOffset="120765.21">16126 11301 154 0,'13'-3'262'16,"-3"-1"-25"-16,4 0-20 0,-2-1-24 0,1 2-13 15,-2-1-16-15,2 1-19 0,0 0-15 0,0 0-8 16,0-1-15-16,0 3-11 0,1-1-13 0,-1 0-17 15,-2 2-27-15,-3-1-37 0,0 2-36 0,-8-1-29 16,10 2-15-16,-6 1-26 0,-4-3-16 0,-2 10-4 16,2-10-5-16,-11 14 17 0,2-6 19 0,1 0 11 15,-3 1 38-15,2 0 28 0,-2 0 31 0,2-1 23 16,-4 2 23-16,3-1 26 0,-3 4 24 0,3-5 16 16,0-1 11-16,-1 1 8 0,4 1 5 0,-2 0 5 15,2-3-5-15,2 2-10 0,1-5-7 0,0 2-6 16,4-5-1-16,-7 8-3 0,7-8-9 0,0 0-9 15,0 0 9-15,0 0-24 0,11 14-3 0,1-13-25 16,-1-2-25-16,6-1-35 0,1 2-35 0,1-2-54 16,3 0-72-16,6-6-79 0,-6 4-287 0,-3-2-567 0,1 3 252 15</inkml:trace>
  <inkml:trace contextRef="#ctx0" brushRef="#br0" timeOffset="121315.51">17450 11064 304 0,'-5'-8'307'0,"2"2"-11"0,0 0-12 15,3 6-22-15,-5-8-22 0,5 8-16 0,-4-8-27 16,4 8-21-16,-4-3-23 0,4 3-15 0,0 0-15 15,0 0-15-15,8 28-1 0,-3-12-9 0,1 9-15 16,3 3-3-16,0 0-4 0,-1 1-11 0,1 0 8 16,-2 0-10-16,2 1-5 0,-1-1-3 0,1-4-10 15,-1-1-1-15,-2-6-1 0,1-1 5 0,-1-2-3 16,-1-3 17-16,0 0-20 0,-2-4 6 0,2 1 0 16,-4-2 16-16,2-1 4 0,-3-6 14 0,5 4 12 15,-5-4 11-15,0 0-3 0,12-3-9 0,-12 3-6 16,13-14-12-16,-3 4-3 0,-2-3-6 0,2-3-8 15,2-1-2-15,-1-7-6 0,1 0-7 0,1-3-8 16,-2 3 0-16,-1-6-6 0,7 2-1 0,-5-4-8 0,0 1 1 16,0 3-10-16,-2-1-6 0,4 3-10 15,-4 3-3-15,-3 8-13 0,0-1-14 0,-3 7-26 16,0 3-37-16,-3-1-48 0,-1 7-55 0,4-5-56 16,-4 5-44-16,0 0-27 0,0 0-14 0,0 0-241 0,4 27-629 15,-7-10 279-15</inkml:trace>
  <inkml:trace contextRef="#ctx0" brushRef="#br0" timeOffset="121598.71">18130 11232 70 0,'-1'-9'288'0,"1"9"-5"0,0 0-8 0,-9-10 1 0,9 10 2 15,-6-6-14-15,6 6-20 0,-11 0-18 0,11 0-17 16,-15 6-9-16,6 1-15 0,-1 2-19 0,-1 5-6 15,1 2-1-15,-1 7-5 0,0 0-9 0,2 8-11 16,1 0-8-16,3-1-10 0,-2 6-7 0,4 9-5 16,-1 3 11-16,1-12 14 0,-1 7-18 0,3-8-7 15,0 11-12-15,-2-13-6 0,3 0-7 0,0 1-6 16,-1-5-8-16,0 2-9 0,-2-4-3 0,2 1-2 16,-6-1-9-16,4-6-1 0,-1-4-13 0,-1-1-17 15,-2 0-24-15,2-3-52 0,-2-3-40 0,-1-1-53 16,1-4-52-16,-4 1-68 0,3-4-64 0,-2-2-66 15,-3 0-214-15,13 0-673 0,-20-13 298 0</inkml:trace>
  <inkml:trace contextRef="#ctx0" brushRef="#br0" timeOffset="121748.82">17855 11601 233 0,'0'0'272'0,"7"-7"-29"0,-3 4-21 0,-4 3-7 16,15-5-7-16,-5 4-18 0,3-2-18 0,6 2-18 15,3-1-12-15,10 1-15 0,2-2-34 0,3-3-51 16,2 4-58-16,2-1-83 0,10-3-91 0,-12 2-145 16,13-5-363-16,-18 0 161 0</inkml:trace>
  <inkml:trace contextRef="#ctx0" brushRef="#br0" timeOffset="122181.86">20026 11273 36 0,'-6'2'307'0,"6"-2"-26"16,-11 0-7-16,11 0-4 0,-9 2-1 0,9-2-33 15,0 0-19-15,-8 2-19 0,8-2-21 0,0 0-7 16,0 0-9-16,0 0-16 0,26 2-5 0,-8-2-16 16,2-2-6-16,2 1-12 0,12 0-16 0,-3-1-11 15,4 0-4-15,-2 2-9 0,-1-2-4 0,-3 0-25 16,1 1-35-16,-4 1-38 0,-6 0-50 0,-2 0-59 16,2 3-42-16,-1-2-51 0,-2 2-254 0,1-1-532 15,0-1 236-15</inkml:trace>
  <inkml:trace contextRef="#ctx0" brushRef="#br0" timeOffset="122581.59">21002 11022 242 0,'5'-3'225'15,"0"1"-17"-15,-5 2-15 0,12-4-6 0,-6 1-18 0,-6 3-11 16,0 0-5-16,14 3-7 0,-14-3-5 15,5 8-1-15,-2-1-10 0,-3 2-10 0,0-1-12 0,-3 2-10 16,2-1-9-16,-4 4-4 0,-2 1-11 0,-2 0-9 16,-1 0-3-16,1 0-7 0,-1 2-11 0,-1-3 0 15,2 1-5-15,-3-1-15 0,2 2-20 16,2-5-21-16,-1 3-22 0,3-1-26 0,2-3-26 0,0 1-6 16,3-1-4-16,2 1-5 0,3-1-11 0,1-1 4 15,2-1 5-15,3 1 0 0,2-2 19 0,0-1 1 16,5 1 10-16,-7-2 9 0,3 1 19 0,1-1 7 15,-4 0 14-15,0-1 19 0,0 2 13 0,-3-2 18 16,-2-1 23-16,-5-2 14 0,6 3 14 0,-6-3 11 16,0 0 5-16,0 0 1 0,0 0 0 0,0 0-6 15,-15 16-7-15,7-15-4 0,-3 1-10 0,-1 1-7 16,-2 1-4-16,-1-1-6 0,-3 1-7 0,0 1-13 16,-2-3-23-16,-1 3-26 0,2-2-33 0,-1 0-43 15,2-2-49-15,-1 1-51 0,-1-1-153 0,8-5-380 16,0-1 169-16</inkml:trace>
  <inkml:trace contextRef="#ctx0" brushRef="#br0" timeOffset="122965.92">20881 10865 185 0,'-18'-11'262'0,"-4"-3"-15"0,-4 4-16 0,5 4-13 16,-6 4-16-16,-1 2-12 0,-3 7-12 0,-1 3 1 15,0 5-27-15,-10 10-5 0,1 9-7 0,4 6-9 16,5 1-11-16,1 7-17 0,3 1-8 0,8 1-7 16,3 2-5-16,6 1 4 0,3 1-3 0,9-3-4 0,3 2 3 15,4-2 2-15,3-2-9 0,6-5-6 16,1-10 10-16,7 4-13 0,0-11-11 0,5-2-5 16,12 0 0-16,6-4-7 0,1-6-4 0,5-7-9 15,1-6-3-15,4-2-8 0,2-8 0 0,1-3-4 0,-2-6 2 16,25-8-2-16,-30 5-5 0,4 0 1 0,-5-5-1 15,1-6-1-15,-2 5-2 0,-5-4 2 16,-6-2-4-16,-2 3-1 0,-7-7 0 0,-10 8 3 16,-4-2 2-16,0-2-2 0,-1-11-6 0,-10 7 7 0,-5-13 3 15,-6 5-5-15,-11-6 6 0,-4 2 7 0,-7 1-9 16,-9 4 3-16,-7 3-6 0,-6 2 2 16,-6 7 3-16,-2 6-9 0,-5 4 6 0,-5 7-10 15,1 7 3-15,-1 3-1 0,4 6-29 0,-1 3-39 0,2 3-46 16,-1 6-68-16,3 6-85 0,6 5-89 0,-2-1-195 15,3-1-595-15,3-4 263 0</inkml:trace>
  <inkml:trace contextRef="#ctx0" brushRef="#br0" timeOffset="128231.75">4924 12771 11 0,'0'0'195'0,"-4"6"7"0,4-6 4 0,-7 5-6 16,2-1-12-16,5-4-7 0,-6 4-12 0,6-4-2 0,-10 2-18 16,10-2-10-16,-14-1-4 0,6-1 3 15,-1 0-5-15,-2-1-3 0,0-2-1 0,0-1-11 0,-3-5-6 16,5 4 1-16,1-4 3 0,-2 1-14 16,4-1-7-16,-1-3-13 0,-1-1-8 0,5 3 1 0,1-1-19 15,1 2-4-15,1-1-8 0,1-1-2 16,4 4-13-16,-1-1-3 0,-1 4-10 0,1-1 0 0,2 4-4 15,2 0-4-15,-8 3-1 0,19 4 3 16,-6 4-5-16,1 3 0 0,1 4 5 0,-2 6-5 16,1 4-4-16,-4 1 1 0,-1 2 3 0,-5-1-4 0,-1 4 0 15,-2-2-1-15,-5 2 0 0,0-2 1 0,-2 0 1 16,-1-2 2-16,-2 0-1 0,0-3 1 16,-1 1-1-16,0-6-3 0,0 3 5 0,-1-6 5 15,0-1-5-15,1 1-2 0,-1-2-4 0,-1-1 6 16,0-3-15-16,2-1-26 0,0-1-42 0,2-4-19 15,0 1-40-15,0-2-54 0,1-1-65 0,7-2-237 0,0 0-532 16,-20-4 236-16</inkml:trace>
  <inkml:trace contextRef="#ctx0" brushRef="#br0" timeOffset="128565.24">5102 12924 47 0,'4'9'189'0,"-1"4"-3"0,-2-2-14 0,1 1-6 16,-4 4-6-16,2-1 0 0,0 0-8 0,-4 1-15 16,2-4-10-16,0 0-10 0,0-2-7 0,-3 2-6 0,1-3-1 15,2-3-4-15,0 0 2 0,2-6 2 0,-4 11 2 16,4-11 1-16,-2 6 5 0,2-6 5 0,0 0-6 16,0 0-8-16,0 0-14 0,0 0-7 0,0 0-13 15,0 0-1-15,0 0-19 0,13-36-6 16,-3 19-5-16,-1-1-6 0,4-4-6 0,2 1-4 15,-5 6-10-15,4-2 7 0,-4 3-9 0,1 0-2 0,-1 6 0 16,-2-3-1-16,-1 3-1 0,-2 5-5 0,2-1-2 16,-1 1 1-16,-6 3-2 0,12 1-1 0,-12-1 3 15,15 9 4-15,-9-1-4 0,2 3 1 16,0 5 2-16,-1 7 0 0,-3 1-3 0,1 3-13 16,-2 0-54-16,-2 4-72 0,2-1-73 0,-3 2-290 0,1 1-544 15,0 2 241-15</inkml:trace>
  <inkml:trace contextRef="#ctx0" brushRef="#br0" timeOffset="129248.71">6222 13094 197 0,'3'6'191'15,"-3"-6"0"-15,5 15-11 0,-3-5-5 0,1-1-4 16,1 1-10-16,-4-3-11 0,1 0-7 0,-1-7-2 16,2 13 8-16,-2-13 3 0,2 8 10 0,-2-8 9 15,0 7 12-15,0-7 5 0,0 0 5 0,0 0-36 16,0 0-16-16,-9 4 2 0,9-4-3 0,0 0-14 16,-9-15-10-16,9 15-14 0,-5-16-16 0,2 6-2 15,1-2-6-15,2-5-13 0,1-2-17 0,3-3-15 16,2-4-4-16,4 3-3 0,-1 5-20 0,4-3-4 15,4-1-12-15,-1 3-6 0,1 6 2 0,-3 2 3 16,3-1-3-16,-1 3 10 0,2 2-14 0,-5 3 4 16,5 4 5-16,-5 1-7 0,1 2 2 0,-3 2-3 15,4 3 5-15,-2 2 2 0,1 2-1 0,-2 2 1 16,-2 2 1-16,0 6 3 0,-3-3 3 0,-1 4-3 16,-3-4 4-16,-2 0 0 0,-2-2 1 0,-1-1 0 15,0-5 1-15,-2 1-1 0,0-1 1 0,0 0 3 16,-1-3 0-16,3-2-2 0,-2-1 0 0,1 1 2 15,3-6-7-15,-4 7-4 0,4-7 1 0,0 0-14 16,0 0-20-16,0 0-2 0,0 0-8 0,0 0 7 16,13-24 1-16,-4 13-1 0,1-3 5 0,-1-3-12 15,4 0-7-15,3-4 4 0,-1 0 3 0,-1 7 5 16,1 3 4-16,-2 0 4 0,-4 4 4 0,1 1 4 16,-2 3 7-16,0 1-5 0,2 2 3 15,0 2 2-15,-2 5-2 0,2 0 5 0,-1 5 6 0,1 3-4 16,-2 0 8-16,-2 4-1 0,2 0 3 0,-2 6 2 15,-3-5 0-15,-1 0-17 0,1-1-33 0,-1 0-45 16,0 0-57-16,1-3-50 0,-1 1-217 0,-1-4-461 16,3-2 205-16</inkml:trace>
  <inkml:trace contextRef="#ctx0" brushRef="#br0" timeOffset="129631.73">7154 13000 185 0,'-10'-9'293'0,"-3"5"-6"0,-1 0-1 0,1 2-3 16,-1 0-14-16,-3 2-6 0,-1 4-14 0,2 4-23 15,-5 10-16-15,1 2-21 0,2 2-18 0,-1 4-11 16,2-3-21-16,4 2-13 0,1-1-11 0,1-1-10 16,8-5-17-16,0 0-4 0,2-2-8 0,2 1-8 15,3-1-8-15,1-2-3 0,4 1-32 0,-1-6-2 16,1 0-11-16,1-2 8 0,0-3-25 0,2-1-7 15,1-3 2-15,-1-1 0 0,1-2-6 0,-2-2 3 16,1 0 2-16,0-4 2 0,-1 0-1 0,-5-2 0 16,2-2 3-16,1-2 4 0,-4 1 3 0,0-2-4 15,-1-2-1-15,-1 1 4 0,-2 4-3 0,0-3 0 16,-1 3 2-16,-1 1 1 0,2 2 8 0,-1 1 4 16,0 9 3-16,0-11 2 0,0 11-8 0,1-7-2 15,-1 7-5-15,0 0 12 0,0 0 9 0,0 0-1 16,0 0-4-16,-3 29-3 0,0-17 7 0,2 9-7 0,-1-2-3 15,1 0 0-15,0 6-20 0,1-6-29 16,0-2-43-16,1 0-76 0,3 2-66 0,0-2-71 16,-2 0-263-16,3-7-602 0,0 1 267 0</inkml:trace>
  <inkml:trace contextRef="#ctx0" brushRef="#br0" timeOffset="129881.69">7398 12823 267 0,'-1'-12'298'0,"-1"2"2"0,4 4-17 15,-2 6-17-15,0-11-31 0,0 11-23 0,0 0-18 16,0 0-3-16,0 0 3 0,0 0-9 0,0 0 0 16,-2 43-14-16,-2-16-19 0,3 4-11 0,-1 2-16 15,-1 3-10-15,-1-2-11 0,-3 12-6 0,3-11-13 16,-1-3-4-16,2 0-14 0,1-3-1 0,-4 1-20 15,4-3-32-15,-1 1-42 0,3-9-44 0,-2 0-53 16,-2 0-49-16,1-1-58 0,3-7-58 0,-1 2-236 0,0-5-569 16,1-2 251-16</inkml:trace>
  <inkml:trace contextRef="#ctx0" brushRef="#br0" timeOffset="130481.73">7296 13146 2281 0,'-6'-9'139'15,"3"4"-84"-15,-1-1-24 0,4 6-16 0,-5-9-2 16,5 9-3-16,-4-8 2 0,4 8 5 0,-1-6 3 16,1 6-1-16,0 0 1 0,7-8 2 0,3 3-2 15,2 1 0-15,1-1 3 0,5-1-2 0,3 0-3 0,-3 2 3 16,1-1-8-16,1 4-2 0,-8 0 4 16,4 1-4-16,-3-3-1 0,-2 3-3 0,2-2-1 15,-3 2-4-15,-1 1 5 0,0 2-1 0,-3-2 10 16,3 1 6-16,-2 1-3 0,0 1-2 0,0-2 0 15,-2 1-2-15,0 1 4 0,0 1 3 0,0-1 4 16,0 1-2-16,3 1 0 0,-4-1-4 0,1 2-1 16,0 0-2-16,-1-1 0 0,2 3 1 0,-2-2-2 15,1 2-2-15,0 0 1 0,2 0 4 0,-1 2 3 16,-1-3 2-16,0 4-2 0,-1 0-1 0,0-2 1 16,0 3-3-16,-2-3 4 0,1 0 0 0,1-1-5 15,-3 1 5-15,0 0-4 0,-1-3-1 0,1 0 8 16,-1-7-8-16,-2 11 7 0,2-11-4 0,-4 9 2 15,2-4-5-15,2-5-1 0,-8 5 0 0,8-5-1 16,-8 3-4-16,8-3 4 0,-10-1-2 0,10 1-4 16,-11-3 0-16,11 3 2 0,-8-9-13 0,5 3 2 15,1-1-9-15,2-3-6 0,-2-1-3 0,5 0 0 16,1-5-1-16,1 1-2 0,3 2-1 0,-1 0-1 16,5-3 1-16,-3 1-7 0,2 4 0 0,2-3 4 15,2 2 0-15,-1-1 2 0,1 1 4 0,-1-1-1 16,-2 3 5-16,2-3 0 0,-5 7 3 0,0-3 2 15,0 2-2-15,-2 0 4 0,-1 0 0 0,-2 2 2 0,0 3 3 16,2-4 5-16,-6 6 10 0,5-6-2 16,-5 6 3-16,4-5 1 0,-4 5 1 0,4-5 6 15,-4 5-9-15,0 0 6 0,0 0-4 0,6-4 3 16,-6 4 2-16,0 0 2 0,0 0 11 0,7 13 7 16,-6-6 2-16,0 4-3 0,2 2 7 0,-3 2-15 15,0 3 2-15,0-1-3 0,-3-1-23 0,-1 2-32 16,3-1-33-16,-1 0-45 0,-1-5-58 0,-1-1-64 15,2 0-69-15,-2-1-204 0,0-1-539 0,0-1 239 16</inkml:trace>
  <inkml:trace contextRef="#ctx0" brushRef="#br0" timeOffset="130624.81">7726 12949 32 0,'-4'-4'108'0,"4"4"-52"0,-5-6-36 0,5 6-30 16,0 0-25-16,0 0-37 0,0 0 16 0</inkml:trace>
  <inkml:trace contextRef="#ctx0" brushRef="#br0" timeOffset="130815.85">7978 12996 242 0,'7'7'242'0,"1"-1"0"15,-1 3 2-15,0 2-17 0,0-1-5 0,1 4-4 16,0 0-17-16,-1-2-13 0,-1-4-18 0,2 6-19 16,1-4-12-16,-4 0-10 0,3 1-18 0,-1-3-8 15,3 1-11-15,-2-1-22 0,0-2-22 0,-2-3-32 16,1 2-34-16,-1-1-29 0,-1-3-26 0,-5-1-26 16,8 3-30-16,-8-3-54 0,0 0-33 0,11-4-166 15,-11 4-413-15,8-11 182 0</inkml:trace>
  <inkml:trace contextRef="#ctx0" brushRef="#br0" timeOffset="130966.45">8188 13073 16 0,'-2'-11'157'0,"-2"0"5"0,-2 3 14 0,4 2 2 16,-3-2 16-16,1 3 10 0,-1 0-5 0,5 5-7 15,-11-6-10-15,4 5-11 0,7 1-10 0,-16 10-2 16,4 0-7-16,-3 4-3 0,-4 6 3 0,1 1-11 16,-3 3-29-16,2 1-7 0,-1 0-10 0,0 1-10 15,-2 1-19-15,3 0-59 0,-13 8-69 0,9-8-95 16,0-3-112-16,1 3-186 0,-2-2-492 0,-2-6 218 15</inkml:trace>
  <inkml:trace contextRef="#ctx0" brushRef="#br0" timeOffset="131498.7">9230 12677 64 0,'-3'-9'286'0,"-1"0"-11"15,0 3-16-15,0 0-19 0,4 6-19 0,-7-7-10 16,7 7-20-16,-10 1-15 0,10-1-8 0,-12 14-8 16,3 2 26-16,0 9-14 0,-3 4-11 0,5 4-6 15,-2 0-15-15,2 13-13 0,0 2-12 0,3-14-13 16,0 15-13-16,3-2-9 0,2-11-3 0,0-1-4 0,3 12-6 16,-2-14-11-16,-1 0 2 0,-1 1-4 0,2-4-14 15,0 0-4-15,0-1 2 0,-1-3-5 16,1-2-2-16,-2-7-16 0,0-1-27 0,0-3-40 15,0-3-42-15,-2-1-38 0,1 1-43 0,-3-1-45 16,3-3-36-16,1-6-41 0,-8 7-190 0,8-7-527 0,-10-1 234 16</inkml:trace>
  <inkml:trace contextRef="#ctx0" brushRef="#br0" timeOffset="131882.37">8988 13108 69 0,'0'0'240'0,"0"0"-29"15,0 0-19-15,4-10-22 0,-4 10-16 0,11-2-16 16,0 1-17-16,6-2-7 0,5 2-11 16,7 0-11-16,2-3-7 0,2 2-7 0,0-1-7 15,-1-1-9-15,-1 2-3 0,-3-4-7 0,0 3-6 0,-7 2-6 16,-3 2-3-16,-1-4-3 0,-5 3-3 0,-2 0-7 16,0-1-1-16,-10 1-5 0,11 1 10 0,-11-1 6 15,6 6 10-15,-5 1 7 0,2 2 11 16,-4 4 9-16,-2-2 2 0,1 6-6 0,-2 1 5 15,-1 0-6-15,-1 1-7 0,3 0-5 0,0-2-7 0,2 1-4 16,1-1-5-16,2-1-6 0,1-1 2 0,1-3-3 16,-2-2-3-16,6 2-5 0,0-3-4 0,3-3-7 15,1 1-3-15,2-3-1 0,2-6 0 16,2 1-2-16,0-2 0 0,0-3 1 0,2-1 0 0,-4-4 3 16,-1 3 5-16,-2-4 2 0,-2 0 0 0,-2-1 2 15,-5 0-1-15,1-2 4 0,-5-1-5 0,0 4-1 16,-4-1-1-16,-2-4-13 0,-4 1-17 15,0-1-30-15,-6 1-32 0,-2-3-38 0,2 6-35 0,0 4-32 16,0-1-31-16,3 5-40 0,-1 4-151 0,-3 1-437 16,3 1 194-16</inkml:trace>
  <inkml:trace contextRef="#ctx0" brushRef="#br0" timeOffset="132235.82">9660 13318 104 0,'11'-1'239'16,"-11"1"0"-16,9-5-1 0,-5 1-13 0,1-1-12 16,-1 0-18-16,-1-3-12 0,1-3-11 0,-1 3-13 15,0-3-9-15,0 0-4 0,0-2-2 0,-1-2-15 16,-2 3-7-16,1-6-10 0,-2 2-10 0,-2-2-2 16,-1 4-9-16,0 1-9 0,1-2-3 0,-1 3 8 15,-1 0-3-15,-2 2-8 0,3-3-8 0,-1 4-6 16,3 1-5-16,-1 3-14 0,3 5-5 15,-4-9-15-15,4 9-10 0,-4-6-20 0,4 6-13 0,0 0 0 16,0 0 3-16,12-6-1 0,-2 7 3 0,4 2 0 16,2 0 5-16,1-1-4 0,3 3 7 0,-2-1-2 15,-1 1 2-15,-5 0-4 0,6 0 4 0,-4 4-1 16,2-1 2-16,-5-1 4 0,0 5 7 0,3-2-4 16,-5 0 4-16,-1 4-2 0,2-1 2 0,-3-1-3 15,-1 1 2-15,-1 0-13 0,1-1-18 0,-2-2-22 16,0 1-25-16,-1 0-41 0,0 1-41 0,0-4-42 15,1 3-47-15,-1-1-211 0,-1-3-494 16,-1 3 219-16</inkml:trace>
  <inkml:trace contextRef="#ctx0" brushRef="#br0" timeOffset="132748.82">10129 13173 33 0,'0'0'242'0,"0"0"-12"15,0 0-1-15,0 0-5 0,0 0-6 0,0 0-12 16,0 0-12-16,0 0-13 0,4 18-8 0,-4-18-9 16,0 0-3-16,-3 12-6 0,3-12 0 0,0 0 8 15,-4 8 12-15,4-8 2 0,0 0-3 0,0 0 12 16,0 0 3-16,3 7-1 0,-3-7-1 0,0 0-16 16,0 0-16-16,0 0-14 0,0 0-16 0,-14-15-14 15,14 15-10-15,-5-11-12 0,1 2-16 0,1 1-9 16,3-3-13-16,0-2-14 0,2 1-12 0,2-4-11 15,1-2-9-15,5-5-5 0,-5 4-15 0,4 2 2 16,2 2-5-16,2 1-2 0,-1 2 3 0,3 2-3 16,-1 2 3-16,-1 4-1 0,-3 0-4 0,2 4 6 15,0 0-2-15,0 4-1 0,-1 1 5 0,-2 1 3 16,3 5-4-16,-1 5 9 0,-2-4-4 0,-2-1 4 16,-1 5 1-16,2-1 6 0,-3 0-2 0,-3-4 0 15,0 2 2-15,-1-2 0 0,0-2 5 0,0-3 2 16,-1-6-8-16,0 10 9 0,0-10-1 0,2 9-1 15,-2-9 0-15,0 0 11 0,0 0-21 0,1 7 11 16,-1-7 0-16,0 0-7 0,0 0 0 0,0 0 0 16,3-26-5-16,-1 16-10 0,2-2 11 0,4-3 7 15,-1-3-9-15,6-4 2 0,-1 7-9 0,-1-2-1 16,2 3-1-16,0 2-14 0,-4 3 14 0,1 2 2 16,0-1-2-16,-1 4-3 0,-1 2 3 0,-1 2 3 15,-7 0 2-15,14 4 4 0,-6 0-5 0,1 4-3 16,0 6 0-16,-3 2 7 0,1 0 1 0,-2 0-5 15,-1 2 6-15,1 2-48 0,-5-3-60 0,1 1-65 16,-2 2-81-16,3-3-89 0,-4-1-282 0,-1-3-681 16,2-2 302-16</inkml:trace>
  <inkml:trace contextRef="#ctx0" brushRef="#br0" timeOffset="132890.74">10860 13120 181 0,'0'0'168'0,"-3"-9"-56"0,3 9-69 0,-6-6-72 15,6 6-51-15,0 0-86 0,-11-4 39 0</inkml:trace>
  <inkml:trace contextRef="#ctx0" brushRef="#br0" timeOffset="134314.75">8944 13927 223 0,'-1'-8'257'15,"-1"2"-9"-15,-1-2-5 0,3 8-5 0,-3-9-14 16,3 9 2-16,-1-8-21 0,1 8-14 0,-1-7-16 16,1 7-23-16,0 0-13 0,0 0-18 0,-3-9-13 15,3 9-15-15,0 0-6 0,0 0-11 0,0 0-6 16,0 0 2-16,-2 28-6 0,0-10 1 0,-3 11 2 15,3 3-9-15,-3 13 1 0,-3 3 2 0,3 2 7 16,-2 1 0-16,0 2-5 0,-2-3-18 0,0 0 19 16,1 3-9-16,-1 0 5 0,5 5 18 0,-2 23-1 15,-2-22 5-15,2 20-3 0,0-19 5 0,-1 28 10 16,0-5 5-16,-1-1 3 0,-6-1-8 16,1-1 4-16,0 6 0 0,4 1 5 0,2 1-3 15,-9 4-4-15,9 1-5 0,-2-1 0 0,6 0-9 0,-1 8 3 16,5-4-3-16,-2 0-7 0,2 0-10 0,-3-2-6 15,1 3-8-15,-3-1-7 0,1 0 0 0,0 4-7 16,-6 9 6-16,-2 2 2 0,0 7-19 0,-6-1-1 16,2 2 3-16,-4 0-8 0,-3-1-9 0,0 6-12 15,-1-2-13-15,-2-4-17 0,-2 0-19 16,4-8-30-16,5-4-33 0,3 0-22 0,-2-7-41 0,9-7-59 16,3-5-47-16,0-4-98 0,9-32-47 0,2 0-313 15,0-3-799-15,7-3 354 0</inkml:trace>
  <inkml:trace contextRef="#ctx0" brushRef="#br0" timeOffset="135631.88">19351 13684 14 0,'0'0'157'0,"0"-9"-4"0,0 9 0 0,-1-13 11 15,3 8-2-15,-2 5 0 0,1-9-7 0,-1 9-8 16,0 0-15-16,4-7-4 0,-4 7-18 0,0 0-9 16,0 0-18-16,1-9-4 0,-1 9-11 0,0 0-10 15,0 0-5-15,0 0-4 0,0 0-9 0,0 0-4 16,3 21-2-16,-2-6-6 0,-1 9 4 0,0 7 6 16,0 3 1-16,0 16 1 0,-1 1 5 0,-3 0 15 15,-2 7 3-15,-3 26-5 0,2-26-1 0,2 27-16 16,-2-26 2-16,-1 28 0 0,-1 0 3 0,-1 1 8 15,5 2 14-15,-2 3-2 0,0 2-3 0,0 2 13 16,-2 2 10-16,0-4 2 0,11 5-1 0,-7 1 10 16,-2 0 0-16,1 2 2 0,4 2-2 0,-3 2-9 15,5-4 2-15,0 6 2 0,-1 2 0 0,5 4 1 16,-2 8-7-16,-7 1 23 0,4 1-8 0,5 1-15 16,0-1-1-16,-2 2-6 0,2-3-19 0,-1 4-1 15,-9 2-25-15,1 6-13 0,-7 1 6 0,-6 3-5 16,-3-5-19-16,-2-7-11 0,-1-7-38 0,1-6-41 15,-4-4-42-15,0-8-35 0,-1-10-49 0,-4-6-67 16,13-8-48-16,2-26-46 0,-3-3-201 0,6-2-622 16,1-13 275-16</inkml:trace>
  <inkml:trace contextRef="#ctx0" brushRef="#br0" timeOffset="137514.76">9651 14066 32 0,'-1'-11'272'0,"0"2"-1"16,-2-3-9-16,3 0-3 0,-3 3 1 0,2 0-10 16,0 1-12-16,-1 1-11 0,2 7-12 0,-1-10-18 15,1 10-18-15,-2-6-24 0,2 6-5 0,0 0-31 0,0 0-10 16,0 0-10-16,0 0-5 0,0 0 5 16,0 0-12-16,0 28-13 0,0-9 0 0,-2 7-1 0,-2 3 0 15,3-3-10-15,0 3-11 0,0-1-1 16,-3-1-4-16,3 0-2 0,-2 1-14 0,1-2 3 15,-1-2 2-15,-1 2-13 0,2-8 1 0,0-2-20 16,1 0-19-16,-2 2-25 0,-1-3-31 0,3-3-48 0,-1-1-45 16,-2 1-52-16,1-3-38 0,0-4-57 0,-1 5-204 15,0-2-558-15,4-8 248 0</inkml:trace>
  <inkml:trace contextRef="#ctx0" brushRef="#br0" timeOffset="137881.21">9679 13955 78 0,'9'-8'178'0,"1"1"2"0,-1 1-11 16,3 2-5-16,-3 0-9 0,1 3-12 0,3 1-2 16,-2 2-18-16,-1-2-7 0,2 4-11 0,-3 1-8 15,0 2-9-15,1 0-7 0,-5 3-7 0,0-1-5 16,-1 4-3-16,-3-1-2 0,-2-1-4 0,-3 2-1 15,-2 3-4-15,-4-1-2 0,1-2-9 16,-3 2-5-16,-3-5-2 0,1 1-6 0,-1-1-1 0,0-1-3 16,1-4-1-16,3 1-5 0,1-1-1 0,-1-1-1 0,5-1-4 15,0 0-1-15,-1-1 0 0,7-2-3 16,-10 3-5-16,10-3-1 0,-6 2-7 0,6-2 1 16,0 0 1-16,0 0-3 0,0 0-1 0,0 0 0 15,0 0-3-15,11 13 8 0,-5-10 5 0,3 1 2 16,0 2 1-16,3 0 0 0,-2 0 2 0,0 4-2 15,2-3 1-15,2 4 0 0,1-1-3 0,-1 1 2 16,2-3-7-16,-2 2-27 0,0 1-43 0,0-4-54 16,-1-1-59-16,1-3-212 0,1 4-424 0,-1-4 189 15</inkml:trace>
  <inkml:trace contextRef="#ctx0" brushRef="#br0" timeOffset="138082.6">10149 14179 180 0,'0'0'245'0,"0"0"-2"0,7-3-3 15,-7 3-3-15,7-4-27 0,0 2-17 0,3-1-18 16,0 0-14-16,2 1-21 0,7-1-10 0,-1-2-16 16,1 1-23-16,1-1-16 0,0 0-30 0,0-1-38 15,2 0-33-15,-4 1-34 0,-4 2-47 0,1-3-32 16,-2 1-37-16,-3 1-154 0,-1 0-357 0,0 1 158 15</inkml:trace>
  <inkml:trace contextRef="#ctx0" brushRef="#br0" timeOffset="138282.85">10365 13976 255 0,'0'0'253'15,"-3"-5"-3"-15,3 5-12 0,0 0-8 0,0 0-2 16,0 0-3-16,0 0 0 0,-12 14-4 0,9-3 6 15,0 0-21-15,-1 4-16 0,0 3-15 0,-2 0-19 16,2 1-16-16,0-1-8 0,-1 7-19 0,2-5-6 16,1 4-6-16,-3-5-27 0,2 0-37 0,-2 1-45 15,0 3-53-15,1 4-69 0,0-1-95 0,2-8-84 16,-4 0-200-16,1 2-550 0,-1-1 243 0</inkml:trace>
  <inkml:trace contextRef="#ctx0" brushRef="#br0" timeOffset="138714.26">11141 13780 261 0,'0'0'322'0,"4"-8"-16"0,-4 8-19 15,3-8-16-15,-3 8-26 0,2-5-26 0,-2 5-10 0,0 0-8 16,0 0-2-16,0 0-20 0,-2 30-15 16,-4-14-12-16,5 4-13 0,-4 5-13 0,-1 4-8 15,1-3-18-15,-1 3-3 0,3-3-12 0,-1 0-8 16,0 3-14-16,3-4-2 0,-1 1-6 0,0 0 1 0,-2-7-19 16,1 1-26-16,2-1-39 0,-1-3-67 15,-1 1-48-15,-1-2-61 0,3-2-60 0,-2 2-61 16,-1-4-173-16,-1 0-538 0,2-1 239 0</inkml:trace>
  <inkml:trace contextRef="#ctx0" brushRef="#br0" timeOffset="138881.75">10799 14279 138 0,'0'0'215'0,"28"0"-9"0,-9-3-16 0,10-1-18 0,6 0-15 15,4 2-19-15,13-6-17 0,-14 1-39 0,14 1-38 16,-15 4-38-16,3-4-58 0,-2 4-50 16,-4 2-118-16,-5 2-237 0,-9 2 105 0</inkml:trace>
  <inkml:trace contextRef="#ctx0" brushRef="#br0" timeOffset="139299.85">10719 14786 166 0,'-5'3'260'0,"5"-3"5"0,-5 3 1 0,5-3-12 15,0 0-18-15,0 0-6 0,13-24-7 0,3 9-19 16,5-8-9-16,5 2-19 0,8-15-10 0,-4 13-5 16,4-10-11-16,-7 11-3 0,-2-4-11 0,0 1-14 15,-2-1 1-15,-4 1-13 0,1-1-12 0,-5 3-5 16,-2 1 4-16,-4 8-8 0,-1 0 12 0,-2 2-8 15,-2 3-5-15,-3 5 14 0,1-4 4 0,-2 8-8 16,-3-11-6-16,3 11-9 0,-9-3-8 0,9 3-9 16,-16 3-6-16,3 3-3 0,-1 4-11 0,-3 3-3 15,6 1-10-15,-2 0-4 0,1 1-13 16,0 0-1-16,3 2-5 0,1-2-2 0,7-3 0 0,2 1-15 16,2 2-3-16,4 2-5 0,2-2-2 0,2 0-1 15,0-2 4-15,-1 0 1 0,0 0 4 0,3-1 1 16,-4-2-1-16,-1-1-1 0,2 1-1 0,-5-1 9 15,2 0-4-15,-4 0 2 0,0 0-1 0,0 1-10 16,-3 0 9-16,-3-2-12 0,-1 3-2 0,-2-4 3 16,-1 3 5-16,-3-1 10 0,-3 3-19 0,-1 0-9 15,5-4-27-15,-2 0-14 0,-3 4-31 0,0-5-36 16,3-1-41-16,1-1-50 0,1-1-65 0,4 0-64 16,-4-3-221-16,9-1-626 0,0 0 278 0</inkml:trace>
  <inkml:trace contextRef="#ctx0" brushRef="#br0" timeOffset="139547.85">11502 14426 53 0,'0'0'269'0,"0"0"-10"16,0 0-6-16,-15-7 2 0,15 7-1 0,-21 7 0 16,4-1-10-16,-2 1-5 0,2 4-12 0,-3 1-13 15,-3 3 1-15,3 1-18 0,4-2-1 0,3-2-5 16,-1 3-8-16,4-1-22 0,2-1-17 0,1-1-17 15,3-1-8-15,1 0-16 0,2 1-17 0,2-1-5 16,2-2-10-16,1 0 2 0,2-1-6 0,0 0 0 16,3-3-11-16,2-1-15 0,1 1-10 0,3-4-20 15,-2-1-36-15,7 1-46 0,-6-1-46 0,2-1-61 16,-2 0-78-16,2-3-82 0,-4 3-288 0,1-1-679 16,-4 1 301-16</inkml:trace>
  <inkml:trace contextRef="#ctx0" brushRef="#br0" timeOffset="140897.75">12925 14181 50 0,'6'1'159'0,"-6"-1"-5"0,0 0 1 15,0 0-3-15,0 0-3 0,0 0-7 0,0 0-6 16,0 0-11-16,0 0-4 0,0 0-2 0,0 0-5 16,0 0-1-16,0 0 0 0,0 0-1 0,0 0-7 15,0 0-4-15,0 0-6 0,0 0-6 0,0 0 0 16,0 0-5-16,0 0-2 0,0 0 0 0,0 0 1 16,0 0-13-16,0 0-6 0,0 0 3 0,0 0-7 15,0 0 1-15,0 0-1 0,0 0-7 0,0 0-1 16,0 0-4-16,0 0 0 0,0 0-1 0,0 0 0 15,0 0-3-15,0 0-8 0,0 0-3 0,0 0 0 16,0 0-7-16,0 0 2 0,0 0-8 0,0 0 4 16,0 0-17-16,0 0 2 0,0 0 1 0,0 0 0 15,7 3 0-15,-7-3-2 0,10 0 4 0,2 1 2 16,-1-1 6-16,5 0-6 0,0 0-3 0,2 0-3 16,0 0 1-16,-2 0 4 0,1 0-8 0,-5 0 2 15,1 0 7-15,1 0-11 0,-3-1 4 0,-2 2 2 16,2-1-2-16,0 0-2 0,-4 0 1 0,-7 0-3 15,14 2 6-15,-6-2-4 0,-8 0-5 0,14 1-20 16,-5-1-24-16,-4 3-33 0,3-2-41 0,-1 1-40 16,0 1-56-16,0 0-43 0,4 1-242 0,-5-1-540 15,4 1 238-15</inkml:trace>
  <inkml:trace contextRef="#ctx0" brushRef="#br0" timeOffset="141199.72">13576 13932 33 0,'-4'-9'282'0,"1"0"1"16,3 4-4-16,0 5 6 0,-5-16-31 0,5 16-20 16,-4-8-18-16,4 8-23 0,0 0-20 0,-5-8-20 15,5 8-18-15,0 0-12 0,0 0-3 0,0 0-10 16,0 0 0-16,0 28-7 0,-4-11-5 0,2 8 3 15,-1-1-8-15,-1 3-14 0,2 0-1 0,-2-1-4 16,-2 0-6-16,2 1-8 0,-2 0-1 0,3 1-4 16,-3-1-10-16,3-8-2 0,-4 6-7 0,5-5-3 15,-2 5-6-15,1-6 3 0,-1-1-9 0,-2 1-2 16,5-3-14-16,-1-1-24 0,0-4-33 0,2 6-37 16,-2-5-43-16,2-2-46 0,0-10-41 0,-3 18-54 15,6-13-30-15,-3-5-172 0,0 0-513 0,-5 15 227 16</inkml:trace>
  <inkml:trace contextRef="#ctx0" brushRef="#br0" timeOffset="141598.73">13519 13794 95 0,'14'-14'192'0,"2"3"-12"0,-1 4-8 15,1 0-8-15,2 6-13 0,0-2-13 16,0 6-6-16,2 0-7 0,-2 2 0 0,-3 4-3 16,0 2-3-16,-2 0-4 0,-1 4 2 0,-4-1 1 0,-1 1-8 15,-3 3-6-15,-2 2-6 0,-2-1-1 0,-2-1-13 16,-2 2-3-16,-5-2-6 0,-2 4-4 0,1-4-7 16,-3-1-7-16,1-2-6 0,-1 0-4 15,-3-1-5-15,3-2 2 0,2 0-9 0,0-5 1 0,0 1-6 16,0-3-3-16,3 0-2 0,0-3 0 15,1 3-1-15,3-1-2 0,4-4-5 0,-10 4 0 0,10-4-6 16,-9 3 3-16,9-3 0 0,0 0-6 0,0 0 2 16,-6 5-5-16,6-5-3 0,0 0 4 0,0 0-6 15,0 8-2-15,0-8 11 0,6 9 7 16,3-1 0-16,-1-2-1 0,-2 3 0 0,3 0 10 16,2 0-8-16,0-1-4 0,-2 1 4 0,5 0-8 0,-1 3 1 15,0-2 2-15,3 0-3 0,-2-2-13 0,-3-1-27 16,5 1-36-16,-2-1-60 0,1 3-66 0,3-5-72 15,-7 0-221-15,7 1-526 0,-5-3 233 16</inkml:trace>
  <inkml:trace contextRef="#ctx0" brushRef="#br0" timeOffset="143598.54">16664 14013 164 0,'0'0'277'0,"-3"-9"-9"0,-1 3-2 0,4 6-5 16,-12-7-15-16,6 5-8 0,-2-2-13 0,-2 3-16 15,-1 2-10-15,-2 3-7 0,-8 1-9 0,3 3-11 16,-9 8-15-16,3 0-7 0,0 5-2 0,0 1-10 16,3 3-13-16,1 3-10 0,-1-4-8 0,5 3-13 15,0-3-5-15,6 3-21 0,1-2 5 0,3-2-11 16,-2 1-2-16,7-5-6 0,1 1-4 0,2-4-5 16,2 0-12-16,5-1 7 0,0 0-10 0,4-3-3 15,5 1 3-15,1-4-4 0,10 2 1 0,-1-4-2 16,4-2-11-16,-1-4 5 0,5-1-6 0,-4-3 1 15,2-1-9-15,-6-5 4 0,3 1 0 0,-4-1-7 16,-3-4-2-16,-3 5 6 0,-5-4 12 0,0-1-14 16,-4-2-1-16,-1-1 0 0,-4-3-1 0,6-6 6 15,-9 0-4-15,-5 7 12 0,-3-11-12 0,-5 3 1 16,-3-2-8-16,-2 0 9 0,-1 3-2 0,-5-1-9 16,0 2 9-16,-4 2-1 0,-4 3-8 0,0 2 2 15,-2 3 6-15,0 4-9 0,-1-1-6 0,0 5-33 16,-2 4-42-16,0 4-49 0,-2 2-51 0,1 5-67 15,2 1-86-15,-4 8-288 0,2-1-681 0,-12 7 301 16</inkml:trace>
  <inkml:trace contextRef="#ctx0" brushRef="#br0" timeOffset="145531.84">9632 15822 180 0,'0'0'222'0,"-18"4"-6"15,9-1-9-15,0-3-6 0,-2 2-9 0,-1-1-11 16,-1 1-4-16,2-2-3 0,-1 2 0 0,0 0-2 16,3 0-3-16,-2-1 1 0,1-1-7 0,0 0 3 15,10 0 1-15,0 0-14 0,-21 0-8 0,21 0-7 16,-11 0-5-16,11 0-12 0,0 0 0 0,-18 0-12 15,18 0-5-15,-10 0-11 0,10 0 5 0,0 0-12 16,-12 2-8-16,12-2-2 0,0 0-8 16,0 0-12-16,-7-2-4 0,7 2-8 0,0 0-1 0,0 0-10 15,0 0-5-15,0 0 0 0,0 0-3 0,0 0 0 16,0 0-6-16,0 0-1 0,0 0 0 0,0 0-2 16,38 0-6-16,-24 0 3 0,0 0-3 0,5 2-4 15,-4-1 6-15,4-1-3 0,-2 1-2 0,-4 1 0 16,6-1-12-16,-1 1 11 0,0-1-2 15,-5 0 3-15,6 1 3 0,0 0-4 0,-2 0-3 0,2-1-6 16,-2-2-11-16,2 3 8 0,-1-1-11 0,-4 0-28 16,4 0-14-16,-3-1-29 0,0 2-29 0,-2-1-39 15,0 2-37-15,2-1-39 0,-3-1-53 0,2 0-49 16,-1 1-236-16,-2-1-616 0,-11-1 272 0</inkml:trace>
  <inkml:trace contextRef="#ctx0" brushRef="#br0" timeOffset="145864.79">10308 15553 126 0,'-1'-16'287'0,"1"16"10"16,-3-16 12-16,3 16-4 0,-1-12-13 0,1 12-13 15,-4-13-16-15,4 13-29 0,0 0-6 0,-1-10-29 16,1 10-29-16,0 0-7 0,0 0-27 0,0 0-14 16,0 0-16-16,0 0 3 0,0 0 8 0,0 0-5 15,-5 34-5-15,3-9-10 0,0 2-11 0,-1-2-4 16,2 3-9-16,-3 0-8 0,0-1-6 0,0 1-4 16,3-1-4-16,1-1-9 0,-5 2-1 0,3-1-5 15,-2-2-8-15,1 0 2 0,2-6-7 0,-1-1-11 16,2-3-25-16,0 1-30 0,0 0-44 0,2 1-50 15,-2-8-52-15,1 4-44 0,0-2-49 0,-1-2-45 16,0-9-245-16,3 13-620 0,-3-13 275 0</inkml:trace>
  <inkml:trace contextRef="#ctx0" brushRef="#br0" timeOffset="146248.7">10325 15473 25 0,'3'-9'231'0,"2"-1"-9"0,2 0-9 16,-2 3-16-16,3-1-17 0,1 3-16 0,1 1-21 15,0-1-9-15,3 5-16 0,-13 0-3 0,23 3-13 16,-7 3-6-16,-4-1-4 0,1 3-5 16,-3-1-1-16,0 2 3 0,2 4 1 0,-7-2-2 15,1 5-3-15,-3 0-1 0,-2 0-6 0,-4-1-11 0,0 5-1 16,-4-1-8-16,-3-4-5 0,0 2-4 0,-3-2-9 15,-1 0-1-15,2-2-11 0,-3-1 2 0,2-3-6 16,4-1 0-16,-1-3 0 0,2 0 1 16,3 0-3-16,0-1-3 0,5-4-1 0,-9 4-3 15,9-4 2-15,-5 5-4 0,5-5 1 0,0 0 0 16,-5 5-4-16,5-5 0 0,0 0-2 0,0 0-3 16,0 0-1-16,0 0 4 0,10 13 5 0,0-7 3 15,-2 0-10-15,4 0 12 0,3 5 0 0,-1-2-1 16,4 1-5-16,0 1 7 0,1-1-20 0,4 3-11 15,4-2-40-15,-4-1-57 0,4 1-61 0,1-3-79 16,3 0-243-16,-5-4-532 0,5-1 235 0</inkml:trace>
  <inkml:trace contextRef="#ctx0" brushRef="#br0" timeOffset="147500.4">12942 15608 235 0,'0'0'257'16,"-7"-9"-20"-16,7 9-17 0,0-9-18 0,0 9-19 15,0 0-16-15,7-11-11 0,-3 7-15 0,-4 4-8 16,14-5-16-16,-7 4-9 0,2 1-12 0,2 1-14 16,0 2-7-16,2 1-7 0,-1 2-5 0,-3 2 8 15,5 4 2-15,-7-2-4 0,3 4 6 0,-5 0-5 16,4 2 1-16,-6 0-8 0,-3 0 6 0,0 1-5 16,-3 2-4-16,-4-3 1 0,-2 0 4 0,0-1-17 15,-4-1-7-15,0 2-1 0,-2-3 1 0,2-2-10 16,-2 1-1-16,-1-2 4 0,1-2-13 0,1-3-1 15,3-1 0-15,1 0-3 0,-1-3 2 0,0 1 1 16,0-1-5-16,4-1 2 0,7 0-3 0,-13-2-1 16,13 2-7-16,-12-5 2 0,12 5-9 0,-4-6 0 15,4 6-8-15,-5-8 10 0,5 8 0 0,0-11-2 16,0 11 0-16,0 0 1 0,9-10-3 0,-5 6 1 16,-4 4 1-16,14-2 1 0,-7 2-5 0,4 2 1 15,-1 1-1-15,2-1 3 0,0 2-2 0,1 4-1 16,4 1-2-16,-2 0 13 0,3 2-12 0,-3-1 5 15,2 1-4-15,-2 0 4 0,3 2-21 0,-2-5-33 16,0 3-52-16,-1-1-56 0,1 0-66 0,-3-1-62 16,-3-3-190-16,1 1-521 0,0-2 232 0</inkml:trace>
  <inkml:trace contextRef="#ctx0" brushRef="#br0" timeOffset="147765.16">13421 15575 67 0,'-2'-11'280'0,"0"7"0"15,2 4-12-15,-3-8-17 0,3 8-23 0,0 0-22 16,-3-8-14-16,3 8 0 0,0 0-5 16,0 0-6-16,0 28 1 0,-2-11-10 0,4 9-17 15,-4-1-12-15,2 1-16 0,2 0-14 0,-2 0-9 16,0-1-14-16,0 1-4 0,0-1-12 0,0-7-2 15,0 2-2-15,3 0-17 0,-1-1-8 0,-1-2 0 16,3 0-20-16,-4-6-31 0,4 5-31 0,-4-3-41 0,0-1-38 16,2-1-47-16,-2-2-60 0,3-1-44 0,-3-8-233 15,0 0-542-15,-3 14 241 0</inkml:trace>
  <inkml:trace contextRef="#ctx0" brushRef="#br0" timeOffset="148131.92">13560 15466 106 0,'9'-3'195'16,"0"1"0"-16,0 0 0 0,3 4-12 0,-2 0-10 16,1-1-9-16,-4 1-18 0,3 4-13 0,-4-1-9 15,3 1 2-15,-5 2-9 0,4 0-3 0,-6 2-7 16,-2 1-2-16,0-1-12 0,-2 1-4 0,-8 5-8 15,6-6-10-15,-9 2-6 0,3-2-5 0,1 0-9 16,-2-1 0-16,2-4-7 0,-2 3-4 0,6-3-5 16,-3-1-4-16,3 0 0 0,0-1-1 0,5-3-6 15,-9 6-3-15,9-6-1 0,-6 4-2 0,6-4-4 16,-7 4-6-16,7-4 1 0,0 0-8 0,-4 3 0 16,4-3-1-16,-2 9 3 0,2-9 2 0,8 12 9 15,-3-3 4-15,-1 1 1 0,3 0-3 0,2-1 0 16,-2 1-4-16,2-1 7 0,4 3-4 0,1-2 1 15,1 2 1-15,-1-1-3 0,3-4-11 0,1 1-26 16,-1-1-34-16,-2-3-36 0,1 1-45 0,2-1-59 16,2-3-42-16,-3-1-180 0,0 0-453 15,3-2 201-15</inkml:trace>
  <inkml:trace contextRef="#ctx0" brushRef="#br0" timeOffset="148315.76">13980 15731 28 0,'6'-5'202'0,"-6"5"-7"0,0 0-4 16,0 0 3-16,0 0 7 0,7-4-7 0,-7 4-7 16,9-1-11-16,-9 1-16 0,16-4-17 0,-2 2-15 15,-3-2-10-15,10 1-12 0,-4-2-23 0,1 0-25 16,0 1-33-16,-5-1-37 0,-1 2-45 0,0 0-35 16,-2-1-42-16,-1-3-26 0,-2 3-21 0,-2-1-112 15,-1 0-316-15,-4 5 140 0</inkml:trace>
  <inkml:trace contextRef="#ctx0" brushRef="#br0" timeOffset="148498.35">14194 15625 608 0,'0'0'-44'0,"-1"-13"14"15,-1 6 19-15,2 7 6 0,-2-12 18 16,-2 8 10-16,3-3 14 0,1 7 14 0,-9-15 10 0,5 9 20 16,3 0 32-16,1 6-4 0,-6-8 16 0,0 2 13 15,6 6 6-15,-1-5-6 0,1 5-6 0,0 0-9 16,0 0 1-16,0 0 20 0,0 0 8 16,-14 13 6-16,10-3 4 0,-2 1-11 0,6 2-8 0,-7 5-30 15,5-1 0-15,-3 2-10 0,1 6-9 16,-1-1-6-16,5-5-7 0,-4 1-14 0,1-1-29 0,2-2-55 15,-2 2-57-15,1-1-67 0,2-4-78 0,0-1-75 16,0-2-172-16,0-3-504 0,0-8 224 0</inkml:trace>
  <inkml:trace contextRef="#ctx0" brushRef="#br0" timeOffset="148721.87">14558 15372 174 0,'0'-9'346'0,"0"9"-5"0,-1-13-20 16,1 13-31-16,0-7-36 0,0 7-17 0,0 0-9 15,0 0-6-15,0 0-5 0,0 0-14 0,-9 37-13 16,8-18-20-16,-3 0-17 0,0 7-24 0,0-2-6 16,-2 4-8-16,3-3-18 0,-6 1-5 0,4 2-17 0,0-5-29 15,1-3-53-15,2-2-21 0,0 2-46 16,-1 4-46-16,0-5-53 0,-1-1-68 0,2-1-45 15,0-3-230-15,-1-1-559 0,-3-2 247 0</inkml:trace>
  <inkml:trace contextRef="#ctx0" brushRef="#br0" timeOffset="148881.98">14206 15845 94 0,'0'0'232'0,"23"-9"2"0,-10 4-8 0,5-1-18 15,12-1-20-15,-3 0-18 0,0-2-17 0,3 1-17 16,0 2-23-16,0-1-40 0,-3 2-48 0,-5 2-73 16,5-3-77-16,-7 5-156 0,-7 1-302 0,0 0 134 15</inkml:trace>
  <inkml:trace contextRef="#ctx0" brushRef="#br0" timeOffset="149282.04">14079 16325 42 0,'0'0'271'0,"-1"4"4"0,1-4 1 0,0 0-3 0,0 0-14 15,0 0-11-15,32-20-20 0,-18 6-6 16,6-4-23-16,0-2 8 0,3 0-16 0,-3-2 0 0,-2-3-17 16,2 2 2-16,-2-1-17 0,-4 0-9 0,3-1-17 15,-3 1-2-15,-3 1-6 0,-4 7 2 0,-3-2-7 16,1 7 5-16,-3-1 2 0,-1 5-2 0,1-4-12 15,-2 11-10-15,-3-11-11 0,-2 7-13 16,-1 1-3-16,6 3-12 0,-15 0-5 0,4 5-7 16,-4 6-7-16,0-1-10 0,-1 2-9 0,2 1-3 0,5 3-4 15,1-2-4-15,3 3-12 0,3-5-3 16,4 4-14-16,-1-1-3 0,5-1-14 0,4 1 6 0,3-1-11 16,-1-2 9-16,5 0-1 0,-2-1 1 15,1-1 4-15,-1 1 6 0,-6-4-1 0,1 0 3 16,1 0-4-16,-1-1 4 0,-2 3-14 0,-2-1 17 15,-1 1-7-15,-3-3-1 0,1 0 6 0,-6 5-5 16,3-2 6-16,-2-1-11 0,2-8 1 0,-13 17-13 0,6-8-6 16,-4 0-21-16,0-2-22 0,-1 2-37 0,1-2-42 15,2-2-47-15,-3-1-59 0,4-1-62 16,-3-3-260-16,11 0-640 0,0 0 283 0</inkml:trace>
  <inkml:trace contextRef="#ctx0" brushRef="#br0" timeOffset="149515.29">14788 15992 151 0,'3'-2'306'0,"-3"2"-22"0,0 0 2 15,0 0 11-15,0 0 0 0,-27 12-1 0,12-5-11 16,-4 5-8-16,-1 2-14 0,-4 1-10 0,-2 1-9 16,2 2-9-16,4 0-10 0,2-5-11 0,5 1-19 15,-1-3-18-15,5 1-16 0,0-1-20 0,3 1-12 16,3-4-16-16,3 3-9 0,2-4-10 0,-1 1-8 15,5 1-11-15,3-3-11 0,0 0-12 0,6-2-21 16,1-3-35-16,7-1-42 0,4-4-51 0,2 3-77 16,0-3-78-16,-9 3-81 0,1-3-84 0,-1 2-252 15,-1-2-725-15,-7 1 321 0</inkml:trace>
  <inkml:trace contextRef="#ctx0" brushRef="#br0" timeOffset="150337.69">16797 15675 132 0,'-11'-2'263'0,"-1"1"-3"16,2-1-3-16,2 2 0 0,1-4-14 0,7 4-17 15,-13 0-15-15,13 0-29 0,-8-2-17 0,8 2-13 16,0 0-18-16,0 0-9 0,0 0-5 0,0 0-1 16,0 0-1-16,0 0-17 0,0 0-3 0,31 4-10 0,-13-2-8 15,10-2-7-15,-9 0 0 0,9 0-18 16,0-2-3-16,0 4-7 0,2-4-19 0,2 0-31 16,-4 0-42-16,0 4-52 0,-6-4-66 0,3 1-74 15,4-1-63-15,-13 0-165 0,3 0-505 0,-1-1 223 16</inkml:trace>
  <inkml:trace contextRef="#ctx0" brushRef="#br0" timeOffset="150581.29">17485 15466 8 0,'-4'-5'270'0,"4"5"3"0,-9-9-3 0,4 5-5 16,1 0-10-16,4 4-17 0,-6-5-21 0,6 5-17 15,0 0-11-15,0 0-9 0,-17 13-9 0,13-2 12 16,-3 5-9-16,-1 3-19 0,0 4-4 0,1 1-1 16,2 4-19-16,1-2-8 0,-2 0-10 0,4 0-9 15,-1 0-13-15,-2 0-10 0,3-2-10 0,1-4-2 16,-1 3-9-16,2-4-4 0,-1-1-14 0,1 0-33 16,0-2-36-16,1 1-43 0,-1-6-22 0,0 1-60 15,2-2-54-15,0 1-66 0,-2-1-66 0,-1-4-186 16,1-6-568-16,-1 11 252 0</inkml:trace>
  <inkml:trace contextRef="#ctx0" brushRef="#br0" timeOffset="150915.79">17422 15454 194 0,'8'-9'233'0,"0"3"-5"16,3-2-8-16,-1 5-11 0,-1 0-7 0,3 0-5 15,-5 5-16-15,5 0-12 0,1 3-6 0,-3 1-7 16,-1 2-5-16,1 2-15 0,-2 5-10 0,-2 1-18 16,-2 0 11-16,-3 0-11 0,-3 1-11 0,-3 8-7 15,-6-8-5-15,0-1-18 0,-6 4-1 16,-1-1-1-16,3-6-4 0,0-2-5 0,-1-1-1 0,4-3-5 16,1 0-5-16,2-2 2 0,-1-1-16 0,5 0-7 15,0 0-2-15,1 1-13 0,4-5 10 0,-4 7 1 16,4-7-8-16,4 13 5 0,3-4-3 0,0 0-3 15,6 3 1-15,2 0 1 0,3 0-5 0,6 4-2 16,3-4 4-16,0 2-3 0,1-1-1 16,2-1-1-16,0-1-16 0,0 0-38 0,-2-1-46 0,0-1-53 15,-3 1-59-15,-5-4-71 0,-2 5-246 0,-8-6-568 16,5 6 252-16</inkml:trace>
  <inkml:trace contextRef="#ctx0" brushRef="#br0" timeOffset="152147.93">10105 16934 97 0,'0'0'284'16,"0"0"-22"-16,2-6-12 0,-2 6-13 0,0 0-19 16,0 0-12-16,0 0-14 0,-15-1-15 0,15 1-5 15,-22 10-8-15,12-2-6 0,-5 1-9 0,-1 13-7 16,-2-3-47-16,4 2-6 0,-4 4 2 0,4 1-5 16,0 0-2-16,3-1-8 0,-2 2 1 0,5-2-5 15,5 0-11-15,-1-7-3 0,2 2-10 0,1-4-2 16,6 1-9-16,-2 0 1 0,2-3-6 0,3 0-6 15,0-3-3-15,5 1 7 0,-2-5-6 0,4 1 1 16,3 0-2-16,1-4 0 0,1-3-4 0,8-3 3 16,-8 0-4-16,8-3 0 0,1-1 6 0,-1-3-1 15,0 0 1-15,-2-4 7 0,-1-1-11 0,-1-2 0 16,-3-1-3-16,-5 2 6 0,-2 0 12 0,-2-2-12 16,-3-6-2-16,-2-1 0 0,-3 0-4 0,-2 6 16 15,-3 0-9-15,-3-8-1 0,0 8-4 0,-6-6-1 16,0 7-3-16,-3 2-6 0,-2-1 3 0,-1 4-7 15,-3 1 1-15,-6-1 12 0,7 5-11 0,-9 1-4 16,7 3-2-16,-1 0-16 0,-1 6-21 0,-3 5-21 16,3-2-33-16,4 2-33 0,0 3-55 15,-1 6-65-15,6-7-70 0,0 6-252 0,6-2-611 16,0 1 271-16</inkml:trace>
  <inkml:trace contextRef="#ctx0" brushRef="#br0" timeOffset="152802.32">12558 17230 232 0,'0'0'246'16,"0"0"-10"-16,0 0-4 0,0 0-8 0,9 5 1 15,-2-3 7-15,-1-1-7 0,4-1-22 0,3 1-6 0,5 0-19 16,-3 1-23-16,6 0-15 0,-2-1-8 0,0 1-16 16,2 2-7-16,-1-1-10 0,-1-1-16 15,9 4-29-15,-8-5-47 0,-2 0-48 0,2 0-62 16,9 0-63-16,-2 0-66 0,3 1-34 0,-1 0-154 16,-2 0-454-16,7 0 200 0</inkml:trace>
  <inkml:trace contextRef="#ctx0" brushRef="#br0" timeOffset="153101.7">14000 17054 338 0,'0'0'352'0,"-5"-18"-15"16,3 12-12-16,2 6 1 0,-2-11-28 0,2 11-19 15,0 0-20-15,-2-14-24 0,2 14-25 0,0 0-30 16,0 0-19-16,0 0-17 0,0 0-10 0,0 0-12 16,0 0-9-16,-7 42-10 0,3-18 2 0,-1 3-17 15,1 2-10-15,-3-2-1 0,2 3-2 16,1-5-18-16,0 4 4 0,-3-4-14 0,0 1-13 16,2 1 3-16,1-4-2 0,2-4-15 0,1-1-30 0,-1-1-29 15,0 1-46-15,0-7-36 0,2 2-37 0,-2-3-49 16,0 1-44-16,2-11-54 0,0 15-271 0,0-15-624 15,0 0 276-15</inkml:trace>
  <inkml:trace contextRef="#ctx0" brushRef="#br0" timeOffset="153431.57">14064 16930 45 0,'8'-4'191'0,"-8"4"3"0,21-6-16 16,-8 6 0-16,-13 0-8 0,20 9-5 0,-11 0-10 16,-1-2-14-16,2 11-8 0,-5-4-14 0,1 6-9 15,-4-1-6-15,-1 4-11 0,-6 3-10 0,0-5-11 16,-6 1-3-16,0 0-12 0,-2-1-4 0,1-5-6 16,-1-3-2-16,-1 0-7 0,1-3-1 0,-1-4-4 15,5 0-3-15,1-2-6 0,-4-2 3 0,12-2-4 16,-13 2-2-16,13-2 0 0,-9 2 12 15,9-2-9-15,0 0 8 0,-10 3-6 0,10-3-3 0,0 0-1 16,0 0 3-16,0 0 7 0,0 0 39 16,0 0-6-16,21 21-2 0,-10-13-9 0,3 4 1 15,1 0-13-15,8 4-2 0,-5-5-1 0,4 5-15 16,2-1-37-16,-1 0-52 0,2 2-64 0,2-2-59 16,3-3-85-16,-5 3-170 0,3-6-481 0,-1 1 213 15</inkml:trace>
  <inkml:trace contextRef="#ctx0" brushRef="#br0" timeOffset="154749.7">16728 16876 174 0,'0'0'219'0,"-6"-6"-9"0,6 6-1 0,-7-7-13 16,7 7 0-16,-5-7-13 0,5 7-12 0,0 0-9 15,0 0-15-15,-6-7-10 0,6 7-7 0,0 0-12 16,0 0-12-16,0 0-12 0,23-5-12 0,-23 5-6 16,18 12-9-16,-9-2-2 0,2 3-6 15,1 2 6-15,-3 0 8 0,-1 3-7 0,-6-1-4 0,3 8 4 16,-4-5-7-16,-6 4-6 0,4 1-1 0,-5-2-10 16,-1-4-6-16,-1-2 4 0,-3 6-1 15,1-8-6-15,-2 2 0 0,-2-2-6 0,0 1-10 0,-2-6 9 16,5-2-22-16,-3 0 14 0,3-4-3 15,1 2 3-15,-3-3-4 0,3 1-2 0,10-4-3 0,-19-3 5 16,19 3-11-16,-15-6 0 0,8 2-2 16,7 4-4-16,-10-11 2 0,4-1-2 0,5 3 7 15,1 9-11-15,0-19 4 0,1 8 0 0,-1 11 1 16,6-16 1-16,-3 12 2 0,-3 4-1 0,16-11-1 0,-10 9-1 16,4-1-5-16,-10 3 5 0,18 3 0 15,-6 1-1-15,0 3-1 0,3 2 1 0,-2 1 1 16,-1 0-1-16,2 3-1 0,0 0 1 0,-1 0-4 15,2 1-7-15,-1 1 17 0,-1-2-22 0,0 0-44 16,2 0-41-16,-1-1-45 0,3-2-46 0,-3-2-55 16,2 0-226-16,-5-2-513 0,-1 1 227 0</inkml:trace>
  <inkml:trace contextRef="#ctx0" brushRef="#br0" timeOffset="155014.85">17181 16965 121 0,'0'0'262'0,"-3"-22"5"0,0 13 6 16,3 9-3-16,-5-19-8 0,5 19-14 0,-5-11-21 15,5 11-9-15,0 0-21 0,0 0-11 0,0 0-1 16,0 0-1-16,0 0-12 0,0 0-15 0,-15 35-15 16,11-17-11-16,2 0-11 0,-2 9-9 15,-1 1-15-15,4 0-13 0,-1-2-15 0,1 1 1 16,1-8-8-16,3 5-3 0,-2 2-11 0,0-7-14 15,0 1-33-15,3-4-31 0,-3 3-50 0,-1-3-21 0,2-3-34 16,-1-2-27-16,0 2-37 0,0-3-47 0,2-1-48 16,0 1-205-16,-3-10-539 0,1 9 238 0</inkml:trace>
  <inkml:trace contextRef="#ctx0" brushRef="#br0" timeOffset="155331.99">17207 16902 123 0,'8'-8'199'0,"-8"8"-3"0,19-8-12 0,-8 6-11 15,-11 2-9-15,23 2-17 0,-12 2-8 0,1-2 3 16,-1 5-10-16,-2 0-14 0,-1 2-12 0,1 1-2 16,-4 0-15-16,0 6-6 0,-3-5-12 0,0 4-11 15,-4-2-6-15,0-1-10 0,-3 5-4 0,-2-7-6 16,0-1-12-16,-1 1 7 0,2 0-7 0,-2-5-3 15,-2 4 0-15,1-4-1 0,1 1-4 0,8-6-3 16,-14 6 5-16,8-5-4 0,6-1 3 0,0 0 1 16,-12 7-4-16,12-7 1 0,-6 4-7 15,6-4-1-15,0 0-4 0,0 0 7 0,0 0 1 16,0 14 6-16,0-14-8 0,9 11-2 0,-2-5 4 0,1 3 5 16,2-1-10-16,3 3 7 0,2-4-11 0,-2 3-18 15,5-2-27-15,-3-1-31 0,3 2-52 0,-1-4-57 16,1-2-196-16,-7-1-412 0,7 0 183 0</inkml:trace>
  <inkml:trace contextRef="#ctx0" brushRef="#br0" timeOffset="155516.23">17594 17151 22 0,'0'0'241'0,"0"0"-13"15,0 0-4-15,1-12 0 0,-1 12-3 0,0 0-13 16,7-8-16-16,-7 8-18 0,8-6-14 0,-8 6-22 15,17-7-11-15,-8 2-15 0,1 1-10 0,-10 4-14 16,28-11-27-16,-10 8-29 0,1-2-40 0,0 1-36 16,-2-2-48-16,-4 3-26 0,-1-2-34 0,0 0-26 15,-2-1-149-15,-10 6-355 0,16-10 157 0</inkml:trace>
  <inkml:trace contextRef="#ctx0" brushRef="#br0" timeOffset="155715.6">17827 17002 349 0,'2'-15'10'0,"-2"15"9"15,0 0 31-15,-6-17 2 0,6 17 14 0,-5-14-1 16,5 14 16-16,-6-12 9 0,6 12 12 0,-6-9 16 15,6 9 13-15,-8-8 6 0,8 8 1 0,0 0-6 16,-14-6-8-16,14 6 0 0,0 0 16 0,0 0 11 16,-24 19 9-16,16-11-6 0,3 5 6 0,-3-1-8 15,2 3-8-15,-1 2-10 0,1 0-19 0,1 0-8 16,1 2-10-16,4 0-11 0,0-1-9 0,-2 2-9 16,3-3-27-16,-2-4-34 0,3 3-37 0,2-4-55 15,2 4-56-15,4-3-86 0,-4-4-81 16,-1 2-157-16,0-3-504 0,1 1 223 0</inkml:trace>
  <inkml:trace contextRef="#ctx0" brushRef="#br0" timeOffset="155938.78">18299 16731 135 0,'0'0'332'0,"-1"-15"-19"0,1 15-15 15,0 0-30-15,0 0-11 0,0 0-19 0,0 0-1 16,0 0-9-16,0 0-12 0,0 0-16 0,0 0-23 16,-7 42-29-16,6-16-2 0,1-1-11 0,0 1-10 15,0-7-11-15,1 6-19 0,1-5-27 0,-2 4-31 16,0-7-37-16,-2 2-41 0,4 1-45 16,-2-2-49-16,0 0-44 0,0 1-64 0,-2-2-64 0,-3 1-156 15,1 0-501-15,-2-4 221 0</inkml:trace>
  <inkml:trace contextRef="#ctx0" brushRef="#br0" timeOffset="156099.71">18083 17245 33 0,'0'0'262'16,"0"0"-6"-16,0 0-8 0,0 0-20 0,35-12-20 15,-18 6-22-15,4 0-19 0,-2-2-15 0,8 1-26 16,0-2-25-16,-7 4-40 0,-1 2-56 0,0-1-65 15,-4 3-78-15,-2 0-169 0,-13 1-330 0,15 4 146 16</inkml:trace>
  <inkml:trace contextRef="#ctx0" brushRef="#br0" timeOffset="156497.78">17992 17652 92 0,'-7'8'240'0,"1"1"5"0,1-7 7 0,5-2 21 0,-9 9 0 15,9-9 0-15,0 0-2 0,0 0-15 0,0 0-9 16,0 0-10-16,0 0-25 0,26-19-10 0,-11 6-15 16,-2-2-7-16,9-5-10 0,-5 1-18 0,4-2-15 15,-4-1-10-15,-2-3-12 0,-1 1-7 16,0-3-9-16,0 3-28 0,-4-1 9 0,2 1-5 0,-7 8-12 16,0-1 6-16,0 1-11 0,-2 4 4 0,-3 2 0 15,0 10 0-15,-1-12-8 0,1 12-1 16,0 0-9-16,-9-8-5 0,9 8-9 0,0 0 3 15,-23 18-10-15,11-6-1 0,3 1 2 0,0 0-12 16,2 1-4-16,2 2-11 0,2 2-8 0,4-3 8 16,2-1-4-16,1-2-8 0,4 2 10 0,0 0-5 0,3-1 4 15,1-2-5-15,-2-2 1 0,-1 0 3 16,3-2 0-16,-2 0-3 0,-1-2 6 0,0 4 0 16,-4-2-4-16,1-2 3 0,-2 2-10 0,2-1 13 15,-6-6 0-15,3 13 0 0,-4-3 1 0,1-10 2 0,-5 18-13 16,0-8-11-16,-3-2-22 0,2-2-4 15,-4 3-20-15,2-2-24 0,-2 0-27 0,-2 0-31 16,2-2-40-16,1-1-44 0,0 0-41 0,9-4-54 16,-12 2-263-16,12-2-640 0,0 0 284 0</inkml:trace>
  <inkml:trace contextRef="#ctx0" brushRef="#br0" timeOffset="156732.62">18595 17377 42 0,'9'-7'245'0,"0"-1"-3"15,-2 3 11-15,-7 5 7 0,6-9-4 0,-6 9-3 16,0 0-8-16,0 0-12 0,0 0-1 0,0 0-6 16,-41 12 4-16,26 0-14 0,-9 4-7 0,2 2-3 15,5-5-9-15,-2 5-15 0,6-4-16 0,2 1-16 16,1 0-18-16,2 1-11 0,4-4-13 0,3 0-7 16,-1 0-11-16,4 0-5 0,0-1-9 15,2-3-14-15,-4-8-12 0,13 16-33 0,-2-10-35 0,5-3-46 16,3 0-63-16,8 4-59 0,1-7-75 0,0-1-83 15,-7 0-304-15,5-3-701 0,-5 3 310 0</inkml:trace>
  <inkml:trace contextRef="#ctx0" brushRef="#br0" timeOffset="156862.72">18854 17525 123 0,'-30'-12'214'0,"30"12"-51"0,0 0-42 0,0 0-61 0,0 0-76 16,0 0-96-16,0 0-119 0,-6-11 53 16</inkml:trace>
  <inkml:trace contextRef="#ctx0" brushRef="#br0" timeOffset="159065.25">20272 13615 123 0,'0'0'150'0,"4"-4"-4"0,-4 4 0 0,0 0-8 16,0 0-5-16,5-6-4 0,-5 6-13 0,0 0-6 16,0 0-5-16,0 0-11 0,0 0-9 0,0 0 2 15,0 0-11-15,0 0-8 0,0 0-3 0,0 0-9 16,0 0-5-16,0 0-4 0,0 0-4 0,0 0-1 15,0 19 17-15,0-9 0 0,0 7 0 0,-2 1 1 16,-1 11-5-16,1 3 11 0,0 1-7 0,0 2 0 0,-1 14-7 16,2-1 14-16,-3-2-4 0,-1 4-3 15,1 0-4-15,-2 7 6 0,3-6 0 0,-3 2 1 16,-1 2-2-16,3 1-1 0,1 0 2 0,-5 2 1 16,4 0-1-16,-1-2-1 0,0 26 0 0,0-25 2 15,2 2-30-15,1 25 7 0,-1-25 0 0,-4-1-3 0,0 23-2 16,5-25 5-16,-4 26 11 0,0-23 5 0,0 0 1 15,-5 22-10-15,4-26 3 0,0 2-8 0,-2 0-7 16,6-1 1-16,-4 0 7 0,3 0-15 16,-2-1-3-16,-3-2 5 0,1 3-10 0,2-4 7 15,-1-2-13-15,-1 2 4 0,0 2 0 0,-1-5-9 16,-1 1 4-16,0-1 2 0,-1 0 31 0,5 0 2 0,1 4-4 16,-4 0-17-16,2-3 10 0,2-3-5 15,3 3 0-15,-5-4-11 0,-1 0-1 0,0 4-1 16,1 0 7-16,1-1-5 0,3-2-7 0,-2 1-7 15,0-2 4-15,3 0-3 0,-1-11 5 0,3 12-2 16,0-2 3-16,-2-10-42 0,3 12 1 0,-2-11 7 0,4 9 4 16,-5-10-2-16,1 1 8 0,-1-1 0 15,-2 12-1-15,1-14-10 0,-1-1 16 0,-3 13 4 16,1-12-4-16,0 0-2 0,-1 2 6 0,2-6 0 16,-4 5 5-16,3-2-7 0,-2 0 8 0,3-3-1 15,-3 2 9-15,3-3-12 0,3 2 31 0,-1-1-1 16,-1-2-12-16,2-6-2 0,2-21 6 0,-3 43-9 0,3-43 8 15,-2 38-4-15,2-38-17 0,1 36 18 16,-1-36-13-16,-1 42 1 0,1-42-1 0,-7 40 6 16,2-15-2-16,5-25-3 0,-11 37-1 0,2-13-6 15,-4 0 3-15,13-24-1 0,-21 50-4 0,9-27 8 16,12-23-8-16,-21 40 7 0,12-23 3 0,9-17-6 16,-15 33-5-16,5-11-2 0,10-22 9 0,-12 34-4 15,12-34 6-15,-11 33-1 0,11-33-2 0,-13 32 2 16,13-32 2-16,-9 33-6 0,9-33 0 0,0 0-5 15,-7 39-4-15,7-39-3 0,0 0-13 0,-2 36-7 16,2-36 1-16,0 0-14 0,-6 35 0 0,6-35 5 16,0 0-1-16,0 0-1 0,3 41-31 0,-3-41 11 15,0 0 0-15,11 27-8 0,-11-27-13 0,0 0-17 16,13 24-19-16,-13-24-20 0,0 0-33 0,0 0-29 16,22 18-46-16,-22-18-35 0,0 0-195 0,0 0-516 15,38 0 229-15</inkml:trace>
  <inkml:trace contextRef="#ctx0" brushRef="#br0" timeOffset="160631.28">20999 14158 10 0,'-2'-5'215'0,"2"5"-12"0,0 0-7 0,-4-6-10 16,4 6-8-16,0 0-15 0,0 0-10 0,-3-8-23 0,3 8-5 15,0 0-7-15,0 0-3 0,0 0-4 0,0 0-4 16,0 0 1-16,12-11-7 0,-7 8-6 0,5-5-9 16,6 0-6-16,-4-3-7 0,4 0-5 0,-1-3-7 15,2 0-7-15,-3 2-5 0,-2-4 2 16,1 2-3-16,-1-2-7 0,1-6-1 0,-2 0-5 0,-2 5-1 15,-3-1-5-15,2-2-1 0,-1-3-4 16,1 4 0-16,-4 0-8 0,0 3 2 0,-3-1-2 0,1 6-4 16,-1 0 3-16,-2 4 5 0,1 0 5 15,0 7 10-15,1-11 6 0,-1 11-7 0,1-8-10 16,-1 8-1-16,0 0-3 0,0 0-4 0,0 0 7 0,-24 24 2 16,10-2-3-16,-3 2-1 0,7 2-2 0,-7-2-5 15,7 1-1-15,0-1-1 0,1 1 0 0,5-6-3 16,2-1-4-16,0-1 4 0,5 0-2 15,2 1-4-15,4-1 0 0,1-6-16 0,2 4-23 16,3-5-30-16,2-1-35 0,3-5-32 0,2 2-48 0,6-6-47 16,1-1-55-16,-8-1-152 0,7-4-472 0,-1-1 209 15</inkml:trace>
  <inkml:trace contextRef="#ctx0" brushRef="#br0" timeOffset="160981.68">21502 13927 85 0,'0'0'244'15,"4"9"3"-15,-4-2-6 0,1-1 0 0,0 5-8 0,-3 4-1 16,-1 1-16-16,-2 8-19 0,-2 1-19 0,1 4-17 16,-2 0-18-16,3 0-17 0,0-3-10 15,1 3-8-15,-2-2-20 0,-2 4-24 0,4-4-40 16,2 2-43-16,-2 3-53 0,1-3-75 0,1 2-50 15,1-3-49-15,-3 1-132 0,4 3-408 0,-3 0 180 16</inkml:trace>
  <inkml:trace contextRef="#ctx0" brushRef="#br0" timeOffset="161531.79">20826 16034 11 0,'1'-12'259'16,"0"-4"15"-16,2 3-11 0,-1-4-18 0,3 2-9 15,-1-2-11-15,1 1-19 0,2-1-19 16,0-1-15-16,3 1-17 0,3-6-23 0,4 1 0 15,-3-1-16-15,3 1-8 0,-2-3-8 0,-1 1 2 0,-2 2-8 16,-1 4-3-16,-2 0 2 0,0-2 2 0,-4 4 1 16,-1 4 8-16,0-3-10 0,-3 2-4 0,0 2-6 15,-2 4 3-15,5-2-2 0,-4 3 1 0,0 6-22 16,-4-11 6-16,4 11-5 0,0 0-8 0,-8-2-5 16,8 2 6-16,-11 12-3 0,1 1-8 15,1 1-6-15,1 3 2 0,-2 5-11 0,3-3-15 0,1 0 17 16,2 0-9-16,0 6 1 0,6-5-2 0,-1-4-3 15,3 1-5-15,1-1-4 0,5 0-3 0,-2 0-20 16,5-4-13-16,-2-1-45 0,3 0-42 16,1-3-41-16,1-2-42 0,2 1-40 0,-7-4-43 0,9 4-40 15,-3-6-251-15,1 1-613 0,-1-2 272 16</inkml:trace>
  <inkml:trace contextRef="#ctx0" brushRef="#br0" timeOffset="161658.49">21043 15468 76 0,'-8'-2'163'0,"8"2"-59"0,-10-4-53 16,10 4-68-16,-14 5-47 0,14-5-67 0,-14 16 30 0</inkml:trace>
  <inkml:trace contextRef="#ctx0" brushRef="#br0" timeOffset="161914.84">21379 15723 57 0,'18'11'216'0,"-4"2"11"0,-4-2 5 16,0 4 0-16,-5 0 1 0,-2-3-17 0,-2 4-13 16,1 2-7-16,-5 2-4 0,-2-2-22 0,-5 6-8 15,-2 0-5-15,2-7-9 0,-7 5-14 0,2 0-3 16,0-6-9-16,4-1-1 0,1-3-10 0,4-1-9 15,-2-3-13-15,4-3-5 0,-1 0-15 0,1 0-11 16,4-5 14-16,-5 6-14 0,5-6-15 0,0 0 4 16,0 0-8-16,32-3-13 0,-11-2-20 0,9-6-32 15,6 0-35-15,0 3-40 0,1-3-37 0,1 1-44 16,13-5-70-16,-15 9-59 0,-4-2-170 0,-1 3-520 16,-2 2 231-16</inkml:trace>
  <inkml:trace contextRef="#ctx0" brushRef="#br0" timeOffset="162815.35">20818 17470 203 0,'0'0'271'0,"0"0"-13"0,0 0 1 0,0 0-14 15,0 0-12-15,0 0-8 0,0 0-27 0,0 0-2 16,22-14-15-16,-13 9-10 0,2-3-13 0,3-2 1 15,-1-1-12-15,3-2-7 0,-1 1-9 0,-1 1 0 16,-2-3-14-16,2 0 2 0,-3 0-4 16,-1 1-11-16,1-1-5 0,-3-1-6 0,-2 0-11 15,0-2 2-15,-2 1-11 0,-2 4-2 0,2 1-4 16,-4 1-1-16,0 10-8 0,0-15-2 0,0 15-5 16,-3-12-3-16,3 12-5 0,0 0-7 0,-5-7-1 15,5 7 0-15,0 0-6 0,0 0-5 0,-27 19 6 16,16-3-3-16,-1 6 0 0,-2 3-1 0,3-1-16 15,-2 0 13-15,3 0 0 0,5 0-3 0,1-5 4 16,1-1-4-16,2 2 3 0,3-1-5 0,1 0-3 16,1-3 0-16,2 0-3 0,1-5-2 0,-1 1-17 15,3 1-15-15,0-4-21 0,6-1-32 0,-4-1-45 16,0 0-42-16,2-5-44 0,0 0-42 0,1-1-31 16,0-1-46-16,0-1-27 0,-1 0-198 0,-3-2-594 15,2-2 263-15</inkml:trace>
  <inkml:trace contextRef="#ctx0" brushRef="#br0" timeOffset="162953.71">21132 17077 76 0,'-6'-10'216'0,"2"3"-8"0,1 0-17 16,3 7-18-16,-7-12-23 0,7 12-38 15,-6-6-50-15,6 6-34 0,0 0-50 0,0 0-62 16,0 0-101-16,-9 28-201 0,9-12 88 0</inkml:trace>
  <inkml:trace contextRef="#ctx0" brushRef="#br0" timeOffset="163281.87">21238 17263 184 0,'7'1'230'0,"-7"-1"-25"0,18 3-11 16,-11 0-2-16,5-2 0 0,-12-1-7 0,19 6-9 15,-8-2-9-15,-1 1-16 0,-2 2 22 0,3 0-5 16,-2 0-16-16,1 2-10 0,-4-3 0 0,1 5-10 15,-2-1-9-15,-3 0-8 0,1-1-4 0,-3 3-13 16,0-12-11-16,-5 19-5 0,0-10-12 0,-1 0-6 16,0-1-9-16,-2 2 1 0,8-10-9 15,-7 10-7-15,3-5 0 0,4-5-14 0,-5 7-7 16,5-7 0-16,0 0-9 0,0 0 2 0,0 0-5 16,0 0 0-16,11 16 0 0,-4-13 1 0,-7-3-6 0,15 4 4 15,-9-2-8-15,2 5 10 0,0-3-8 16,-2 2 6-16,2 2 4 0,-3-1 5 0,1 2-12 15,-2 0 14-15,-3 0 5 0,-1-9 1 0,-5 21-4 16,3-10 4-16,-2 1-11 0,-2-3 5 0,0 0-4 0,-1-1-18 16,-3-1-21-16,-1 1-35 0,1-2-40 15,-4-1-56-15,14-5-61 0,-25 4-92 0,6-1-224 16,2-7-579-16,17 4 256 0</inkml:trace>
  <inkml:trace contextRef="#ctx0" brushRef="#br0" timeOffset="163964.78">22482 13723 97 0,'2'-5'226'16,"0"0"-13"-16,-2 5-1 0,1-12-19 0,-1 12-20 15,4-4-18-15,-4 4-19 0,0 0-1 0,0 0-11 16,0 0 4-16,0 0 3 0,2 21-14 0,-5-5-7 16,3 11 2-16,-3 4 2 0,-2 4-1 0,0 14-4 0,0 0 8 15,1 8-8-15,-8 24-20 0,6-22 8 16,-6 24-5-16,2 4-4 0,0 3-7 0,3 1 4 16,2 4-1-16,0 6 7 0,2-3 6 0,-1 2 0 15,6 2 6-15,-2-1 4 0,-2 4-11 0,4 0 6 16,-4 4 0-16,-1-2-4 0,-1 2 11 0,-1-5-7 0,0 0-9 15,-3 1-8-15,5 1-1 0,1 4-7 16,-4 4 34-16,-2 1 2 0,-1-1-4 0,3 3-4 16,1 4-1-16,3-2-8 0,5-2-6 0,-6 1-22 15,-2 0-4-15,-9-7-6 0,3-8-8 0,-7 2-9 16,1-3-2-16,0-11-8 0,2-7-22 0,-1-29-26 16,-1 1-24-16,-5-6-19 0,2-1-29 0,6-16-25 15,-6-3-48-15,-1-5-50 0,-2-3-53 0,-1-5-75 0,24-17-72 16,-39 10-299-16,39-10-768 0,-49-14 340 15</inkml:trace>
  <inkml:trace contextRef="#ctx0" brushRef="#br0" timeOffset="164448.6">21077 13363 204 0,'0'0'281'15,"0"0"-28"-15,0 0-29 0,12 0-17 0,-12 0-22 16,0 0-15-16,0 0-25 0,0 0-9 0,5 4-14 16,-5-4-11-16,1 8-27 0,-1-8-27 0,2 9-47 15,-2-2-54-15,0-7-63 0,3 16-65 0,-1-5-139 16,0 1-338-16,1-1 150 0</inkml:trace>
  <inkml:trace contextRef="#ctx0" brushRef="#br0" timeOffset="165215.4">23819 15215 70 0,'-8'0'203'0,"8"0"-1"0,-12 2-10 16,6 0-8-16,6-2-13 0,-10 3-9 0,10-3-13 16,-10 0-4-16,10 0-7 0,-7 2-4 0,7-2-4 15,0 0 0-15,-9 1-4 0,9-1 0 0,0 0-7 16,-7 1-3-16,7-1-9 0,0 0 0 0,0 0-6 15,0 0-2-15,0 0-6 0,0 0-6 0,0 0-7 16,0 0 4-16,0 0-10 0,0 0-2 0,0 0-3 16,-9 0-11-16,9 0 1 0,0 0 1 0,0 0-12 15,0 0 5-15,0 0 0 0,0 0-8 0,0 0 11 16,35 0-21-16,-22 0 1 0,0 1-5 0,0-2-1 16,6 0-5-16,0 1-1 0,0 0-22 0,0 0-24 15,-1 0-23-15,3-1-34 0,-8 2-40 0,1-1-40 16,-3 1-48-16,-1 0-54 0,1-1-34 0,-5 3-188 15,-6-3-524-15,9 4 232 0</inkml:trace>
  <inkml:trace contextRef="#ctx0" brushRef="#br0" timeOffset="165399.71">23847 15421 78 0,'-4'3'186'0,"0"1"4"0,4-4-8 16,-9 6-6-16,9-6-14 0,-4 5 4 0,4-5-7 15,0 0-8-15,0 0-5 0,9 10-14 0,2-10-13 16,1 0-8-16,5 0-14 0,2-1-25 0,3-3-43 16,5 1-42-16,-6 1-51 0,7-6-54 0,3 3-53 15,-4 0-128-15,4-3-323 0,-1 4 143 0</inkml:trace>
  <inkml:trace contextRef="#ctx0" brushRef="#br0" timeOffset="166032.25">24916 14148 57 0,'-7'-15'252'16,"0"5"-24"-16,0 2-4 0,-1 0 3 0,4 1-18 15,1 1-7-15,-3 2-30 0,6 4-10 0,-6-4-18 16,6 4-11-16,0 0-4 0,0 0-5 0,-18 12-3 15,12-3-11-15,-2 5-10 0,-2 8-4 0,1 4-6 16,0 1-10-16,-1 4-4 0,4 2 5 0,-4 11 10 16,1 2 3-16,1 2 0 0,1 2 0 0,2 7 5 15,0-3-1-15,-3 2 7 0,2 25 3 0,3-27 8 16,-1 7-3-16,-1 19-1 0,4-23 1 0,-3 24 6 16,-2-25 10-16,-1 4-7 0,1 20-2 0,1-21-7 15,-5 22-6-15,1-28-6 0,2 5-3 0,2 0-7 16,-1-2-7-16,-4 1-8 0,1 0-3 0,0-3-12 15,0-3-2-15,1 1-4 0,0 2-9 0,2-2 0 16,-4 2 0-16,3 1 4 0,4-1-4 0,-4-1-1 16,3 3 0-16,-3 2-3 0,-2-2 18 0,5 0-3 15,1 4-1-15,-4 0-4 0,-4-3 3 0,2 2-3 16,3-2-1-16,-4 24 0 0,2-24-10 0,-2 1 2 16,-3 25-2-16,8-26 2 0,-6 31 1 0,-1-8-14 15,2-23 2-15,-3 1-2 0,-1 22-5 0,8-24-2 16,0 4-1-16,-1 21 0 0,2-27-6 0,2-3 0 15,4 0-5-15,2-3-6 0,1-2-13 0,-3-11-12 16,3 1-22-16,-4-4-18 0,0-32-35 0,5 56-26 16,-4-31-38-16,-1-25-39 0,0 0-36 0,3 41-51 15,-3-41-48-15,0 0-58 0,0 0-102 0,0 0-252 16,-3 14-807-16,3-14 358 0</inkml:trace>
  <inkml:trace contextRef="#ctx0" brushRef="#br0" timeOffset="166734.01">25486 14015 112 0,'-2'-11'202'0,"-1"2"-4"0,1-1 1 0,2 1 3 15,-4-1-9-15,0 1-16 0,3 2 2 0,1 7 2 16,-6-10 2-16,4 4 0 0,2 6-6 0,-5-8-5 16,5 8-19-16,0 0-14 0,-5-7-16 0,5 7-15 15,0 0-11-15,0 0-15 0,0 0-6 0,0 0-6 16,0 0-9-16,0 0-3 0,14 27-3 0,-9-11-3 16,1 3-7-16,0-2-7 0,2 2-7 0,-4 5 0 15,5 1-1-15,-2-1-5 0,0-6 0 0,-3 1-26 16,3-1-1-16,-3-1-2 0,-2 0 4 0,1-6 1 15,1 6-4-15,-1-6 3 0,1-3-4 0,-1 2 4 16,-1-3 3-16,0-3-2 0,-2-4 3 0,2 11-2 16,-2-11 12-16,3 6 12 0,-3-6 6 0,4 4 20 15,-4-4 10-15,0 0-6 0,0 0-3 0,0 0-13 16,8-13 5-16,0 3-3 0,0-6-7 0,3-8-2 16,3 1 2-16,-1-1-11 0,1-3 5 0,0 0-19 15,-1 0-7-15,1-3-15 0,1 1 8 0,-1 2-15 16,-3 2-10-16,-1 7-15 0,-4 0-20 0,-1 3-20 15,-1 5-38-15,0 1-44 0,-1 3-63 0,-1 1-52 16,-2 5-252-16,0 0-575 0,0 0 255 0</inkml:trace>
  <inkml:trace contextRef="#ctx0" brushRef="#br0" timeOffset="167048.35">25886 14230 19 0,'-5'13'178'0,"1"-2"7"0,-3 2 11 16,1 2-1-16,0 1 1 0,-4-2-5 0,5 1-4 16,-4-1-13-16,5-1-12 0,-2-3-18 0,0-1-14 15,2 2-9-15,2-2-10 0,2-3-12 0,0-6-11 16,0 13-6-16,4-8 2 0,4 1-1 0,-2-2 9 16,1-3-4-16,6-1 4 0,1-1-8 0,1-4 1 15,3-2-3-15,3 1-8 0,-3-5-2 0,2 1 10 16,0-6-12-16,2-2-6 0,-3 1-6 0,-4 1-3 15,-5 0-2-15,1 0 3 0,-3-1 0 0,-2-8-5 16,-2 8-9-16,-4-1-4 0,-4-8-1 0,-2 12-4 16,-2-3-4-16,-3 2-6 0,-3 5-7 0,-4 2-4 15,-2 3-15-15,-1 3-26 0,-12 3-21 0,1 6-42 16,-2 4-45-16,-1 5-54 0,1 3-54 0,2 1-46 16,-5 10-215-16,11-5-547 0,6-2 243 0</inkml:trace>
  <inkml:trace contextRef="#ctx0" brushRef="#br0" timeOffset="167647.73">25745 15753 198 0,'0'-12'201'0,"-3"0"5"0,1 1 21 0,0 1-15 0,0 0-15 15,-2 0 4-15,-1 3-7 0,2 1-17 0,3 6-1 16,-9-11-6-16,3 8-17 0,-1 0-2 0,7 3-1 16,-18 4 4-16,7 0 5 0,-3 3-11 15,1 6-3-15,-1 3-11 0,-4 3-7 0,2 1-12 16,5-3-14-16,3 0-6 0,0-2-23 0,0 3 10 15,7-1-7-15,1 1-12 0,0-2-2 0,7 0-10 0,3-3 1 16,1 1-15-16,2-1 6 0,3-4-12 0,5-2 11 16,7-1-8-16,1-3-2 0,2-2-6 15,4-3 1-15,-2-2-5 0,-1 0-1 0,-3-5-6 16,-2 0 12-16,0 1-5 0,-3-4 3 0,-7 0 0 16,-2 2 8-16,1-5-6 0,-5 0 3 0,-5 0-3 15,4-3 1-15,-6 0-12 0,-3 0 4 0,-2 0-2 0,-1-1 1 16,-7 1-9-16,0 3-1 0,-2-1-16 0,-5 3 14 15,-2 4-7-15,-8-4-14 0,-2 6-14 16,5 6-34-16,-8 2-27 0,-1 4-38 0,-1 2-41 16,-2 3-51-16,5 3-56 0,1 2-67 0,-3 3-257 15,5-1-648-15,3 1 287 0</inkml:trace>
  <inkml:trace contextRef="#ctx0" brushRef="#br0" timeOffset="168765.22">25575 16919 91 0,'0'0'227'0,"-4"-21"-2"0,4 12 3 15,-4-3-12-15,0 5-4 0,4 7-11 0,-2-19-2 16,2 19-7-16,-2-13-1 0,2 13 0 0,-1-9-18 0,1 9-5 16,0 0-19-16,0 0-11 0,-4-13-15 0,4 13-12 15,0 0-14-15,0 0-8 0,0 0-13 16,0 0-4-16,0 0 11 0,8 31-7 0,-3-13-3 16,0 4-1-16,4 6-10 0,-5-3-3 0,1 2-4 15,1 0 4-15,1 3-18 0,0-5 1 0,-2 0 0 16,-1-4-12-16,1-1 5 0,-1-2-13 0,2 0 0 15,1-2-3-15,-6 0 4 0,7-2-3 0,-7-5-1 16,5 0-6-16,-4-2 5 0,2-2-4 0,-2 1 1 16,-2-6 2-16,6 9 0 0,-6-9-1 0,2 6-8 15,-2-6 4-15,9 0 5 0,-9 0-6 0,13-9 3 16,-3 0-1-16,0-5-1 0,3-1 5 0,4-6-2 16,-2-2-4-16,-3-1 6 0,1 0-1 0,1 1-6 15,-6-6-1-15,3-2 1 0,1 2-12 0,-3-3 10 16,-2 1-2-16,-1 0 4 0,0 1-14 0,0 2 11 15,-2 3-5-15,-2 7-5 0,0 2-8 0,1 4-21 16,-3 1-23-16,0 2-36 0,0 2-39 0,0 7-43 16,0 0-62-16,0 0-34 0,0-14-35 0,0 14-238 15,0 0-587-15,0 0 260 0</inkml:trace>
  <inkml:trace contextRef="#ctx0" brushRef="#br0" timeOffset="169048.34">26095 16925 39 0,'9'2'194'0,"-9"-2"-12"0,0 0 7 0,7 1 9 16,-7-1 9-16,0 0 8 0,0 0-7 0,0 0-4 15,0 0-16-15,0 0-11 0,0 0-6 0,0 0-6 16,-16 10 1-16,9-3-10 0,-2 4-1 0,-2 4-11 16,0 2-5-16,-2 8-9 0,1 1-7 15,-1 0-15-15,1 0 9 0,1 2-24 0,5 2 1 16,1-6-5-16,-4 7-8 0,4-5-9 0,5 1-2 15,-4-1-9-15,4-7 3 0,0 7-17 0,2-7-7 0,0-1 7 16,0 0-11-16,-2-2 1 0,2 0-8 0,-1 0-8 16,2-4-6-16,-1-1-21 0,-2-2-44 15,0-2-49-15,0-7-13 0,-2 13-45 0,2-13-49 0,0 0-45 16,-6 12-64-16,4-8-232 0,2-4-590 16,-9 4 261-16</inkml:trace>
  <inkml:trace contextRef="#ctx0" brushRef="#br0" timeOffset="169197.64">25913 17299 2079 0,'5'-16'152'0,"-3"3"-55"16,0 4-40-16,1-3-27 0,-1 3-13 0,4 2-4 15,-1-1-11-15,1 0 6 0,6 0-1 0,3 1 2 16,1-3-5-16,2-1-2 0,9 0-1 0,2-1-11 16,5 3-17-16,1-2-47 0,15-8-61 0,4-2-79 15,-7 0-123-15,3 2-364 0,-14 4 162 0</inkml:trace>
  <inkml:trace contextRef="#ctx0" brushRef="#br0" timeOffset="169989.42">27041 13968 51 0,'0'-6'220'0,"2"-1"-10"0,-2 7-10 15,0-8-14-15,0 8-10 0,0-10-17 0,0 10-13 16,4-6-14-16,-4 6-16 0,0 0-11 0,0 0-13 16,0 0-8-16,0 0-7 0,0 0-7 0,0 0 2 15,0 0 8-15,-2 26 14 0,0-8 12 16,-1 8 2-16,1 4-22 0,-2 18 3 0,0 0-2 0,1 4-4 16,0 1-3-16,-1 5-2 0,-1 22-2 0,-1-20-5 15,0 25 2-15,-1 0 3 0,2 0-3 0,-4 6-10 16,3-1 3-16,1-5-1 0,-1 5-4 0,0 3 6 15,2-3 9-15,0 4-7 0,2 3 1 16,1 4 4-16,2-1 8 0,1 0-12 0,-2-3 9 0,0 3-20 16,4-7 13-16,-4 6 1 0,-2 1 1 15,0 6 31-15,-3-2-1 0,-4-4-6 0,-2-3-5 0,6 10-7 16,-5-4 3-16,7 3-7 0,-3 0-28 0,0-1 3 16,-2-2-6-16,-1-4 0 0,-1-3-3 15,8-5-4-15,-2-3-6 0,4-8-1 0,-2-25-3 16,4 0-14-16,2 2-26 0,-2-1-33 0,4-4-41 0,0-3-41 15,-4-1-67-15,1-13-97 0,-1-1-67 0,-2-34-76 16,0 53-250-16,0-53-735 0,-5 27 325 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10T06:46:31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166 120 148 0 0,'-10'-107'8653'0'0,"10"105"-7595"0"0,-1-6-494 0 0,1 5-260 0 0,-1 7 1566 0 0,-3 84-556 0 0,-24 127 1 0 0,-4 69-59 0 0,18-83-461 0 0,14-197-955 0 0,-1 1 1 0 0,1 0 0 0 0,-1-1-1 0 0,0 1 1 0 0,-1-1-1 0 0,1 1 1 0 0,-1-1-1 0 0,-4 8 1 0 0,-12 4-3143 0 0,16-15 2879 0 0,1-1 0 0 0,-1 0 0 0 0,0 1 0 0 0,1-1 1 0 0,-1 0-1 0 0,0 0 0 0 0,1 0 0 0 0,-1 0 1 0 0,0 0-1 0 0,1 0 0 0 0,-1-1 0 0 0,0 1 1 0 0,1 0-1 0 0,-1-1 0 0 0,-1 0 0 0 0,-13-6-2824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10T06:46:31.6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1 113 220 0 0,'10'-10'454'0'0,"0"-1"0"0"0,1 2 0 0 0,0-1 0 0 0,0 1 0 0 0,1 1 0 0 0,0 0 0 0 0,1 1 0 0 0,0 0 0 0 0,0 1 0 0 0,0 1 0 0 0,1 0-1 0 0,0 1 1 0 0,0 0 0 0 0,21-3 0 0 0,-32 6-404 0 0,1 1 0 0 0,-1-1 1 0 0,0 1-1 0 0,0 0 0 0 0,1-1 0 0 0,-1 1 0 0 0,1 1 0 0 0,-1-1 0 0 0,0 0 0 0 0,0 1 0 0 0,1 0 0 0 0,-1 0 0 0 0,0 0 0 0 0,0 0 1 0 0,0 0-1 0 0,0 1 0 0 0,0-1 0 0 0,0 1 0 0 0,0 0 0 0 0,0 0 0 0 0,-1 0 0 0 0,1 0 0 0 0,-1 0 0 0 0,1 1 0 0 0,-1-1 1 0 0,3 6-1 0 0,-3-4-25 0 0,-1 0 0 0 0,1 1 1 0 0,-1 0-1 0 0,0-1 1 0 0,0 1-1 0 0,-1 0 0 0 0,0-1 1 0 0,0 1-1 0 0,0 0 1 0 0,0 0-1 0 0,0-1 0 0 0,-1 1 1 0 0,0 0-1 0 0,0-1 1 0 0,-1 1-1 0 0,1-1 0 0 0,-4 7 1 0 0,-5 12 64 0 0,-2-2 0 0 0,-26 39 0 0 0,26-44-90 0 0,2 0 0 0 0,0 1 0 0 0,0 0 0 0 0,2 0 0 0 0,-8 23 1 0 0,15-38-19 0 0,1 1 1 0 0,-1 0-1 0 0,1-1 1 0 0,0 1-1 0 0,0 0 1 0 0,0 0-1 0 0,0-1 1 0 0,1 1-1 0 0,-1 0 1 0 0,1-1-1 0 0,0 1 1 0 0,0 0 0 0 0,-1-1-1 0 0,2 1 1 0 0,-1-1-1 0 0,0 0 1 0 0,0 1-1 0 0,1-1 1 0 0,-1 0-1 0 0,1 0 1 0 0,0 0-1 0 0,0 0 1 0 0,0 0-1 0 0,0 0 1 0 0,0 0 0 0 0,0-1-1 0 0,0 1 1 0 0,1-1-1 0 0,3 3 1 0 0,22 21-254 0 0,-27-24 244 0 0,-1-1 27 0 0,1 0 0 0 0,-1 0 0 0 0,0 0 0 0 0,1 0-1 0 0,-1 0 1 0 0,1 0 0 0 0,-1 0 0 0 0,0 0 0 0 0,1 0 0 0 0,-1 0 0 0 0,1 0-1 0 0,-1 0 1 0 0,0 0 0 0 0,1 0 0 0 0,-1 1 0 0 0,1-1 0 0 0,-1 0 0 0 0,0 0-1 0 0,1 0 1 0 0,-1 1 0 0 0,0-1 0 0 0,1 0 0 0 0,-1 0 0 0 0,0 1 0 0 0,1-1-1 0 0,-1 0 1 0 0,0 1 0 0 0,0-1 0 0 0,1 0 0 0 0,-1 1 0 0 0,0-1 0 0 0,0 0-1 0 0,0 1 1 0 0,0-1 0 0 0,1 0 0 0 0,-1 1 0 0 0,0-1 0 0 0,0 1 0 0 0,-8 17 5 0 0,-17 10-236 0 0,15-21 20 0 0,7-4-256 0 0,-1-1 1 0 0,0 1-1 0 0,1-1 1 0 0,-1 0-1 0 0,0 0 1 0 0,-1 0-1 0 0,1-1 1 0 0,0 1-1 0 0,-9 1 1 0 0,1-1-1327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10T06:50:51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1510 1064 131 0,'0'0'177'0,"-8"-13"3"0,3 5-16 0,0 2-6 16,3-1 4-16,2 7-3 0,-7-7-9 16,7 7-7-16,-6-8-6 0,3 3-6 0,3 5-11 15,0 0-12-15,-6-7-10 0,6 7-13 0,0 0-11 16,-8-2-5-16,8 2-11 0,0 0-8 0,0 0-4 16,-13 12-5-16,7-1 1 0,-1 5-11 0,-7 6-3 15,3 1 0-15,0 5-1 0,0 0-1 0,0 1-6 16,-3 0 0-16,4 5-2 0,-4-2-2 0,2 12 0 15,-1 2-1-15,1 2-1 0,3-2-2 0,3-1 1 16,1-9 0-16,-2 12-3 0,5-2 4 0,0-1-2 16,2-13-4-16,1 2-5 0,0 0 5 15,1-2-2-15,3-4-3 0,2-2 0 0,-1-1 6 0,1-7 1 16,1-3-4-16,2 0-1 0,1-1-1 16,0-1 3-16,5-3-3 0,2-2 0 0,0 0 5 15,9-5-3-15,-5-4-1 0,10-1 2 0,-2-3 2 16,5-6-5-16,11-8 3 0,0-1 0 0,-1-3 0 15,0-6-4-15,1-2 1 0,-4-2 1 0,-5 1 2 16,-2-3-5-16,-4-2 1 0,-8 9 0 0,3-15-1 16,-6 2-2-16,-5-4 4 0,-3 1-4 0,-3-2 0 15,-4 10-3-15,-3-14-1 0,-2 0 3 0,-7 5 0 16,2-3 0-16,-7-1-4 0,1 3 1 0,-1 12 2 16,-3-11-4-16,-3 0 2 0,4 14-2 0,-4 0 4 15,-1 3-5-15,2 3 2 0,-3 3 3 16,4 3-2-16,-3 1-1 0,19 18-3 0,-32-20 2 15,32 20 0-15,-34-14 1 0,34 14-1 0,-48 0 2 0,48 0-2 16,-56 18-1-16,26-4-1 0,-2 8 1 16,-5 10 3-16,-1 0 0 0,4 5 3 0,1 2 17 0,11-10 0 15,4 1 0-15,6-1-3 0,1 2-9 16,2-2 8-16,7 0 1 0,-1 0-4 0,6 0 0 16,3 0 0-16,1-1-3 0,2-1-6 0,5-1 4 15,4 1 2-15,0-1-1 0,3 2-1 0,2 1-1 16,-2-4 4-16,4 0-5 0,-2 0 2 0,-2 1 3 15,2-1-7-15,-1-4 3 0,-4 3-12 0,-1-4 4 16,-4 2 4-16,2 2 6 0,-3-1-4 0,-6-5 3 16,3-1-7-16,-5 1-8 0,1 1-7 0,-1-1-16 15,-3-3-25-15,-1 1-25 0,0-16-26 16,-1 33-31-16,0-21-41 0,-6-2-215 0,-2 5-428 0,3-5 189 16</inkml:trace>
  <inkml:trace contextRef="#ctx0" brushRef="#br0" timeOffset="217.05">1148 2062 150 0,'48'-14'172'0,"-19"4"-16"0,4 0-15 15,12-7-12-15,9-1-15 0,2 3-16 0,1-4-5 16,5-2-29-16,0 3-48 0,23-10-90 0,-30 9-103 16,4-1-191-16,-5 0 84 0</inkml:trace>
  <inkml:trace contextRef="#ctx0" brushRef="#br0" timeOffset="373.88">2386 1623 164 0,'0'0'299'0,"0"0"-24"0,0 0-8 16,0 0-19-16,0 0-18 0,0 0-25 0,0 0-21 0,0 0-22 15,0 0-29-15,0 0-45 0,0 0-71 16,0 0-86-16,0 0-103 0,0 0-167 0,0 0-366 16,0 0 161-16</inkml:trace>
  <inkml:trace contextRef="#ctx0" brushRef="#br0" timeOffset="4834.24">3329 1081 94 0,'0'0'139'16,"-14"2"-11"-16,14-2-8 0,0 0-11 0,0 0-11 16,0 0-4-16,0 0-1 0,0 0-8 0,0 0-2 15,0 0-2-15,0 0-6 0,0 0 7 0,0 0-6 16,0 0-6-16,42 5-1 0,-13-8-10 0,4 2-4 16,2-2-4-16,17 0-9 0,-2-6-3 15,1-1-3-15,0 6-11 0,-14 1-24 0,-1-4-6 16,1 4-29-16,-1-2-28 0,-5 1-46 0,-4 1-40 15,-8 3-94-15,-6 1-261 0,-1 1 116 0</inkml:trace>
  <inkml:trace contextRef="#ctx0" brushRef="#br0" timeOffset="5086.97">3513 1120 28 0,'0'0'223'0,"0"0"-25"0,-5-8-19 0,5 8-22 15,0 0-13-15,0 0-14 0,0 0-1 0,0 0-7 16,-3 30 4-16,4-10-14 0,1 5 0 0,-5 1-5 16,2 4-12-16,2-2-7 0,-2 2-3 0,2-2-11 15,-2 3-8-15,1-2-6 0,0 1-5 0,-2-1-8 16,1 2 1-16,-3 0-6 0,4-4-6 0,-3 3-5 15,5 1-18-15,-4-5-37 0,0 2-44 0,2-2-55 16,-1-9-69-16,-1 0-158 0,0 1-380 0,4-2 169 16</inkml:trace>
  <inkml:trace contextRef="#ctx0" brushRef="#br0" timeOffset="5549.72">3778 1166 142 0,'0'0'185'0,"0"-13"-17"15,0 13-17-15,0 0-2 0,0 0-12 0,0 0-9 16,0 0-12-16,-12 36-14 0,7-19-7 0,0 0-13 16,1-1-4-16,1 8-9 0,-1-6-7 0,2 0-4 15,-1 2-7-15,2-1-7 0,0-1-3 0,3 1-2 16,1-1-8-16,-1-2-5 0,1-6-8 0,-1 1-11 15,2 0-8-15,-4-11-8 0,9 18-4 0,-4-12-2 16,-5-6-12-16,12 10 4 0,-3-4 0 0,0 0 7 16,-9-6-6-16,23 4 5 0,-12-1 6 15,2 1-4-15,0-2-9 0,1 0 19 0,-3 3-7 16,7-2 3-16,-6 0-1 0,1 0 3 0,4 2-2 16,0 1 4-16,-4-3 0 0,5 0 1 0,-18-3 0 15,34 0 11-15,-17 0-7 0,1-3-2 0,-5-2 0 16,3-1 8-16,-4 2 2 0,-1-1 1 0,-2-4-1 15,1 0 4-15,-1 0 5 0,0 0 3 0,-1 0-2 16,-3-1 4-16,0 1 3 0,-5 9-7 16,4-23 5-16,-3 12 10 0,-1 11-3 0,-4-21 10 15,4 21-3-15,-2-17 5 0,2 17 2 0,-5-12-6 0,5 12-1 16,0 0-7-16,-9-6-4 0,9 6-2 0,0 0-1 16,0 0 3-16,-35 19-9 0,20-5 1 15,-3 8-6-15,5-5-25 0,2 6-19 0,4-5-55 16,1-3-61-16,5 3-199 0,-2-1-375 0,3-17 166 15</inkml:trace>
  <inkml:trace contextRef="#ctx0" brushRef="#br0" timeOffset="5983.53">5234 1241 248 0,'-8'-15'298'0,"1"0"-15"15,1 5-22-15,2 0-25 0,0 3-16 0,4 7-25 16,-4-12-25-16,4 12-14 0,0 0-20 0,-3-7-17 15,3 7-8-15,0 0-13 0,0 0-8 0,27 31-8 16,-11-10-7-16,0 4-11 0,0 1-3 0,1 2-8 16,-1-4-5-16,0 5 0 0,-3-7-11 0,4 0-1 15,-3 2 0-15,-1-3-8 0,-2-6-1 0,-2 1 0 16,-1-2-4-16,-3-6-3 0,-1-2 2 0,-4-6-14 16,7 11 16-16,-7-11 9 0,0 0 15 0,6 8 9 15,-6-8 14-15,0 0-9 0,0 0-7 0,0 0 1 16,20-28-7-16,-15 17-6 0,0-7-9 0,2 0 2 15,0-9-10-15,1 0 1 0,0-3-17 0,-1-4 10 16,3 2-6-16,-1-3-25 0,3 3-24 16,1 0-22-16,-2 5-34 0,1 3-40 0,-2 2-46 15,-1 6-42-15,0 7-56 0,1 0-223 0,-2 2-539 16,1 3 239-16</inkml:trace>
  <inkml:trace contextRef="#ctx0" brushRef="#br0" timeOffset="6284.28">5722 1338 166 0,'-5'9'200'0,"-1"3"-14"0,6-12-11 0,-10 16-12 16,6-7-13-16,-1 0-17 0,5-9-14 0,-3 12-11 16,3-12-11-16,0 0 2 0,3 16 0 0,-3-16 5 15,9 8 3-15,-9-8-5 0,16 6-4 0,-3-6-3 16,7-1-4-16,-1-2-14 0,-7 0 3 0,5-4-7 15,1 2-6-15,-3-4-7 0,-1 0-1 0,-5 0-8 16,0 0-4-16,-4-2-6 0,0-1 2 16,-1 0-6-16,-3 0-8 0,-2 0-2 0,0-2 3 15,-4 3-3-15,-4-2-7 0,2 1-5 0,0 3 1 16,-9-1-6-16,6 4-3 0,-2 3-10 16,-4 2-26-16,-2 2-34 0,0 5-39 0,-2 1-64 0,-3 8-76 15,-4 1-176-15,4 2-451 0,-1 0 200 0</inkml:trace>
  <inkml:trace contextRef="#ctx0" brushRef="#br0" timeOffset="6516.7">6182 1025 214 0,'-1'-10'318'0,"1"10"-31"0,1-13-20 0,-1 13-31 0,0-8-23 15,0 8-24-15,0 0-23 0,0 0-2 16,0 0 1-16,4 34-9 0,-4-3-12 0,-1 3-14 16,0 0-15-16,-2 13-5 0,2-11-14 0,0-3-9 15,-2-1-11-15,3 3-5 0,-4-3-8 0,3-1-5 16,0-1-24-16,1 2-40 0,0-5-62 0,2-6-76 16,3-4-83-16,-3 0-259 0,0-5-526 0,-1-2 233 15</inkml:trace>
  <inkml:trace contextRef="#ctx0" brushRef="#br0" timeOffset="6733.03">6511 1071 201 0,'0'-9'317'16,"0"9"-29"-16,0-11-28 0,0 11-26 0,0 0-17 15,0 0-3-15,0 0-11 0,0 0-2 0,0 0-14 16,-6 30-12-16,0-4-22 0,1 0-2 0,0 0-13 15,3 3-18-15,-1-4-15 0,-2 3-4 0,3-2-9 0,0-2-12 16,1 4-7-16,0-9-2 0,-1 0-19 0,0-1-28 16,2-1-49-16,-2-2-63 0,5 2-58 15,-3-4-60-15,-1 1-90 0,1-14-187 0,-4 21-523 16,1-12 231-16</inkml:trace>
  <inkml:trace contextRef="#ctx0" brushRef="#br0" timeOffset="6902.89">6248 1328 146 0,'24'-5'178'0,"-6"2"-13"0,2-1-23 16,11-2-18-16,1 3-13 0,0-1-19 0,1-2-31 16,0 1-37-16,2 0-51 0,1 2-54 0,1 0-76 15,-7 1-168-15,0-2 75 0</inkml:trace>
  <inkml:trace contextRef="#ctx0" brushRef="#br0" timeOffset="7900.52">6858 1326 210 0,'-5'-5'257'0,"-6"-1"-14"16,2 1-8-16,-4 0-23 0,0 3-18 0,1 3-18 15,-5 4-18-15,2-1-14 0,-3 4-23 0,0 3-3 16,3 2-13-16,2 1-10 0,-1 0-7 0,1 2-10 15,3-3-8-15,3 5-9 0,2-2-5 0,3 3-3 16,3-9-5-16,-1 2-17 0,5 2-8 0,-1-7-13 16,1 3-3-16,3-2-13 0,-1-1-7 0,4-3-5 15,0-1-7-15,-1-1-3 0,2-2-4 0,-12 0-5 16,22-5-3-16,-11-3 3 0,0-1-2 0,2-1 7 16,-2-3 0-16,-3 3 5 0,-1-1-1 0,-1-4 3 15,-2 3 3-15,0-3 5 0,-3 3 5 0,2 0 4 16,-1 0 5-16,-2 2 16 0,0 10 2 0,0-14 5 15,0 14 3-15,0-11-5 0,0 11-7 0,0 0 0 16,0 0-5-16,0 0 5 0,0 0-5 0,0 0 3 16,0 0-5-16,0 0-1 0,0 0-2 15,0 0 7-15,8 41 4 0,-3-32-7 0,4 0 4 16,1-1 1-16,0 0-3 0,8-3 1 0,2 0 1 16,1 0 1-16,9-5 0 0,-2 2 0 0,0-6-3 15,2 0 1-15,-1 0 0 0,0-1 3 0,-5-6-7 16,-3 5 3-16,0-2 0 0,-5-1 7 0,0-1 4 15,0 2-7-15,-2-4 7 0,-6 5 2 0,1-3 5 16,-4 1 3-16,1-1 1 0,-4-1-2 0,1 1 5 16,-2 0 2-16,-1 10 0 0,-2-18-13 0,2 18 9 15,-4-11-5-15,4 11-1 0,-8-8-3 0,8 8 0 16,-6-5-7-16,6 5 2 0,0 0-1 0,0 0-5 16,-23 18 4-16,14-3-5 0,-1 1 2 0,-2 6 1 15,2 4-2-15,0 0-4 0,3 3 2 0,-1 5 1 16,2 0-1-16,1 1 0 0,-2 10-2 0,4-9 4 15,-3-3-22-15,3 0 22 0,3 1-3 0,-2-2-14 16,3 0 13-16,3-2 3 0,-2-2 1 0,1 5-4 16,1-8 0-16,-3-4 0 0,1 4-1 15,0-5-1-15,-4-4-14 0,1 0-8 0,0 0-3 16,-3 0-3-16,-2-5-10 0,-2 4-6 0,-4-5-9 16,1-2-5-16,-4-2-7 0,2-2-3 0,-1 0-4 15,1-3-2-15,13-1 6 0,-28-5-12 0,10 2 8 16,4-6-2-16,3 2 9 0,-1-8 0 0,5 1 10 15,4-1 7-15,3-4 0 0,3-7 7 0,7-1 1 16,4-1 0-16,3-1 8 0,6 0 0 16,7-11 1-16,-5 15 7 0,11-11 0 0,-1 1-1 0,-6 13 2 15,-3-3 2-15,3-2 6 0,-2 7 1 0,1-4 0 16,1 0 1-16,0-2 5 0,-3 6-7 0,-1-1 10 16,0-1 6-16,-3 4 6 0,-8 4 12 0,4-7 16 15,-4 8 5-15,-5 0 2 0,1 0 7 0,-5 0 6 16,-1 3 15-16,-3 0 6 0,1 1-10 0,-2 9 14 15,0 0 8-15,-7-20-8 0,2 16 2 0,-6 1-15 16,11 3-7-16,-20 1-5 0,4 5-3 0,-5 4-5 16,0 5-6-16,-2 3-4 0,0 4-2 15,2-2-7-15,5 1-9 0,3 6 9 0,4-2-8 0,4-2-6 16,5-4-36-16,5 1-42 0,4-4-53 16,7 3-62-16,7-3-98 0,-3-6-166 0,12-6-475 15,4-3 211-15</inkml:trace>
  <inkml:trace contextRef="#ctx0" brushRef="#br0" timeOffset="8566.04">8447 1230 86 0,'-14'-13'226'0,"-4"3"-7"0,1 0-18 15,-2 4-22-15,6 4-9 0,-4 1-12 0,0 4-13 16,-3 3-9-16,2 4-19 0,-4 7-9 0,0 0-10 15,3 3-11-15,2 0-7 0,6-5-12 0,5 0-1 16,2 2-8-16,1-2-11 0,3-1-6 0,4-4 0 16,3 3-5-16,1-4-3 0,5 2-3 0,-3-5 2 15,7 1-6-15,-2-3 4 0,3-1-1 0,-4-3-1 16,0 0 0-16,2-4-10 0,-2 1 5 0,-3 0-3 16,1-5-1-16,-2 3 1 0,-1-4 2 0,0 2-9 15,-2 0-3-15,-1 2 12 0,-1-2-3 0,-5 7 3 16,9-9-4-16,-9 9-2 0,7-7-3 0,-7 7-4 15,0 0-6-15,7-8 1 0,-7 8-11 0,0 0 4 16,0 0 4-16,11 21-1 0,-8-5-1 16,-3 7 6-16,4 8-1 0,-6 14 7 0,1-9-1 15,-1 13 3-15,-4-4 2 0,0-10-9 0,-3 14 17 16,-4-2 1-16,3-12 2 0,-1-2 6 0,-2 1-5 16,-1-2 3-16,-4 0-3 0,3-3-4 0,-2 0 0 0,-6-4-1 15,0 0 0-15,2-3-18 0,-2 0-26 16,-1-5-15-16,7-6-45 0,-2-1-35 0,3-4-50 15,3-1-55-15,0 0-217 0,-5-6-474 0,18 1 210 16</inkml:trace>
  <inkml:trace contextRef="#ctx0" brushRef="#br0" timeOffset="9684.34">8800 1291 26 0,'1'-6'238'16,"-1"6"-12"-16,0 0-21 0,0 0-9 16,0 0-7-16,-20 2-10 0,6 7-5 0,-8 6-21 15,-1 3-13-15,-1 4-8 0,0 1-19 0,-1 0-7 16,5 1-10-16,3 1-11 0,3 0-18 0,8-8 3 16,-1 1-10-16,4 0-4 0,3-4-5 0,-1 1-13 0,2-3-13 15,3-2-4-15,3 0 0 0,-1-1-4 16,4-2-5-16,-1-2-7 0,4-4-5 0,5 1 3 15,-1-5-10-15,1 0 2 0,1-6 2 0,-3 2 1 16,1-1 3-16,-2-4-5 0,-1 0 0 0,-2-2 8 16,-2-3-2-16,0 3 0 0,-3-5 3 0,-2 2-3 15,0-8 8-15,-1 11 5 0,-4-2-1 0,0 6 12 16,-1-1 1-16,-1 2 0 0,2 9-1 0,0 0-1 16,-2-15-13-16,2 15 4 0,0 0-7 0,-4-9-1 15,4 9-4-15,0 0 2 0,0 0 4 0,0 0 2 16,-12 33-9-16,10-18 4 0,-1 9 2 0,3-8-3 15,3 1-1-15,-1-2 1 0,2-3-2 16,4 4 4-16,1-3-4 0,0-3-5 0,-2 0 2 16,2-4-8-16,4 1 4 0,4-4 0 0,0-2-6 15,3-2 1-15,0-1-1 0,1-6 0 0,-2 2 2 16,1-1 1-16,4-6-3 0,-9 2 2 0,1-2 1 0,5-2 0 16,-7 2 1-16,-1 1 1 0,-6-3 3 15,2 2 0-15,-3-2 3 0,0 5 10 0,-4-4 2 16,0 2-1-16,-1 2 0 0,1-3 1 0,-2 13-1 15,4-13 7-15,-4 13-4 0,1-10-5 0,-1 10-1 16,0 0-7-16,2-11-3 0,-2 11 3 0,0 0-3 16,0 0-1-16,0 0-10 0,0 0 16 0,0 0-5 15,-8 39 2-15,8-39 1 0,-2 20 0 0,2-7-1 16,0-13-1-16,1 23 0 0,0-11 2 0,-1-12-2 16,8 15-1-16,-8-15 4 0,6 12-1 0,2-3-2 15,-8-9 2-15,14 10 0 0,-5-6-1 16,1 1 2-16,-10-5-2 0,15 1-2 0,-15-1 4 15,0 0-1-15,21-6-1 0,-21 6-5 0,15-9 2 16,-7 2-2-16,1 2 1 0,-9 5-2 0,14-15-1 16,-5 9 3-16,-2-2-1 0,2 1-2 0,-2 1 3 15,-1-1-8-15,1 3 9 0,-7 4-2 0,8-9-2 16,-8 9 2-16,8-8 3 0,-8 8-2 0,8-7 2 16,-8 7-6-16,0 0 0 0,8-5 4 0,-8 5-3 15,0 0-4-15,0 0 5 0,0 0-4 0,0 0 6 16,8-6-4-16,-8 6-3 0,0 0 6 0,0 0 0 15,0 0-4-15,0 0 5 0,0 0 3 0,0 0-1 16,0 0-4-16,0 0 4 0,0 0-3 0,0 0 4 16,0 0 0-16,0 0-4 0,0 0 3 0,0 0 5 15,0 0 1-15,0 0 4 0,0 0 5 0,0 0 8 16,0 0 6-16,0 0 4 0,0 0-1 0,0 0-3 16,0 0-5-16,0 0-3 0,0 0 6 0,0 0 7 15,0 0-3-15,-7-18 2 0,7 18 5 0,0 0 3 16,0 0-8-16,-7-10 1 0,7 10-4 0,0 0-9 15,0 0-4-15,0 0-6 0,0 0-3 0,0 0 3 16,0 0-2-16,0 0-3 0,0 0-5 16,0 0 10-16,0 0-4 0,0 0-5 0,0 0 2 15,2 45-3-15,-2-45 7 0,0 20-3 0,0-20-5 16,1 15 3-16,-1-15 3 0,1 16-4 0,-1-16-2 16,0 0 3-16,0 14-3 0,0-14 6 0,0 0 0 15,0 0-3-15,0 0 2 0,0 0 3 0,-1 16 0 16,1-16-1-16,0 0 0 0,0 0-3 0,0 0 0 15,0 0-1-15,0 0-6 0,0 0 5 0,31-29-3 16,-24 21-4-16,2-1 4 0,-1 2-3 0,0 1-3 16,-1 0 2-16,-1 1 3 0,-6 5-5 0,11-4-15 15,-11 4 16-15,9-3 0 0,-9 3-5 0,0 0 3 16,0 0 5-16,19 12-5 0,-13-5 8 0,-1 3-1 16,-5-10-3-16,11 17-2 0,-9-7 6 0,2 1-4 15,-3 2-17-15,1 0-25 0,-1 2-36 16,-1-15-48-16,0 22-62 0,-1-13-60 0,1-9-221 0,-9 22-512 15,2-15 227-15</inkml:trace>
  <inkml:trace contextRef="#ctx0" brushRef="#br0" timeOffset="9844.87">9178 1139 29 0,'0'0'100'0,"0"0"-66"0,0 0-62 0,0 0-29 15,0 0 13-15</inkml:trace>
  <inkml:trace contextRef="#ctx0" brushRef="#br0" timeOffset="10482.68">10255 1241 103 0,'-9'7'250'0,"-2"1"-6"16,0 4-19-16,-2 3-10 0,-3 5-15 0,4-4-21 15,0 2-13-15,3-2-17 0,-1 0-13 0,1-1-14 16,5-1-9-16,2 0 4 0,0 3 3 0,4-4-9 15,4 3 6-15,0-5-7 0,3 1 1 0,4-1-19 16,4-3 0-16,-1-1-6 0,5-4-9 0,-1 0-5 16,0 0-13-16,0-4-4 0,2-1-4 0,-3-4-4 15,-3-1-6-15,1-1-5 0,-3-1-1 0,-2-2-2 16,-2 1-11-16,-4-3 1 0,-1-2-9 0,-2-2-5 16,-3 0 10-16,-4-2-7 0,-1 0-4 0,-7-3 1 15,0-2 1-15,-5 0 2 0,-2 3-4 0,-2-1-2 16,-3 3 2-16,-3 2 1 0,11 5 0 0,-2 2 1 15,2 0 2-15,0 3 0 0,6 3-4 0,1 0-8 16,-1 0-1-16,10 4 1 0,-10-3-3 16,10 3 0-16,0 0 5 0,0 0-4 0,0 0-9 15,0 0 6-15,27 10-12 0,4-9 2 0,5 1-9 16,16-4-7-16,3-2 0 0,3-2-8 0,-3-2-10 16,-2-1-3-16,-16 1-2 0,-1-3 3 0,-4 3 9 15,-1-6 2-15,-6 3 1 0,-6 1 8 0,-3-3 3 0,-5-2 4 16,0 1 6-16,-11 14 4 0,0 0 5 15,10-45 12-15,-10 45 3 0,0-36 2 0,0 36 3 16,0 0 3-16,-16-52 10 0,16 52 6 0,-14-25 7 16,14 25 1-16,0 0 4 0,-12-29-2 0,12 29-3 15,0 0-14-15,0 0 1 0,0 0-3 0,0 0-15 16,-29 18 13-16,20 12 0 0,-7 12-1 0,2 6-5 16,-3 4 5-16,4 5-5 0,1-1 2 0,-1 3 5 15,4 1-3-15,-4 22 1 0,3-2-14 0,5-27 15 16,1 0 1-16,1-1-4 0,1-1-1 0,4-5 3 15,1-1-14-15,-3-12 9 0,2-1-2 16,1-4-22-16,0 1-5 0,2-4-30 0,-1-7-42 0,0-3-47 16,-1-3-54-16,1-1-73 0,0-3-248 15,-4-8-553-15,0 0 244 0</inkml:trace>
  <inkml:trace contextRef="#ctx0" brushRef="#br0" timeOffset="10649.47">10442 1483 129 0,'13'-9'221'15,"3"4"-23"-15,4 0-20 0,8-1-18 0,2-4-16 16,5 4-17-16,2-1-46 0,17-2-38 0,-16 0-63 16,16 1-104-16,-4-3-66 0,2 5-206 0,-16-3 92 15</inkml:trace>
  <inkml:trace contextRef="#ctx0" brushRef="#br0" timeOffset="11315.94">11968 1249 22 0,'-10'-7'282'0,"-3"0"-26"0,-3 4-20 0,-3 3-16 16,0 0-17-16,-1 5-11 0,-6 4-10 0,-1 7-14 15,2 0-16-15,1 4-9 0,5 2-17 16,-1-2-13-16,4 2-7 0,7-6-11 0,0 0-12 16,4 0-9-16,3 0-8 0,2 0-4 0,3 0-4 15,1 0 2-15,2-2-6 0,1-4-4 0,7 2-13 16,-4-5 7-16,1-1-6 0,8 0 0 0,-1-5-6 15,0 1-3-15,-4-4-5 0,4 2 0 0,-1-4-2 0,1-3-5 16,-2-4 0-16,-7 4 3 0,5-6-1 16,-5 4-3-16,0 1 0 0,-1-7 3 0,-3 5 3 15,0-5-7-15,-1 1-2 0,-2 6 4 0,0-3 7 16,-2 11-8-16,4-13 15 0,-4 13-11 0,3-7-1 16,-3 7-5-16,0 0-4 0,0 0 0 0,0 0 1 15,0 0-5-15,0 0 4 0,-8 36-7 0,1-12-31 16,1 4-39-16,0 0-50 0,2-2-57 15,2 0-70-15,1-6-261 0,1-3-546 0,-1-1 242 0</inkml:trace>
  <inkml:trace contextRef="#ctx0" brushRef="#br0" timeOffset="11653.65">12261 1366 301 0,'0'0'275'0,"7"-4"-30"0,-7 4-24 0,0 0-16 16,0 0-14-16,0 0-12 0,-6 36-20 0,3-25-15 16,1 3-17-16,2-1-10 0,-2 4-11 0,2-6-8 15,-2-1-14-15,2-10-2 0,0 17-11 0,0-17-5 16,0 11-2-16,0-11-2 0,2 8 4 0,-2-8 7 16,0 0 4-16,0 0 7 0,0 0 3 0,2 13 0 15,-2-13-2-15,0 0-10 0,0 0-4 0,0 0-14 16,9-29-6-16,-5 18-2 0,6-5-6 0,-1 0-7 15,0-1 1-15,6-4-8 0,-1 1-8 0,4-2-1 16,-3 3-10-16,1 5 3 0,-5 2-10 0,3 1 5 16,-5 2 0-16,2 4-6 0,-3-2 3 15,0 5-4-15,-8 2-6 0,15 0 6 0,-15 0-1 16,18 10 2-16,-9-2-1 0,1 5-6 0,-1 2-1 0,4 0-24 16,1 8-39-16,-4 1-57 0,1 2-49 0,1 0-70 15,1-3-295-15,0-6-585 0,0 1 259 16</inkml:trace>
  <inkml:trace contextRef="#ctx0" brushRef="#br0" timeOffset="12034.5">13674 1223 33 0,'-8'-12'316'16,"0"4"-5"-16,0 1-15 0,-3 2-25 0,-8 3-17 15,0 2-20-15,0 3-18 0,-12 7-14 0,-3 4-15 16,1 3-26-16,-1 2-11 0,5 2-25 0,2-2-5 16,4 2-18-16,6-4-12 0,5-1-5 0,5-2-12 15,1 2 0-15,2 0-13 0,3-5-4 0,4 0-19 16,-3-11-9-16,11 21-7 0,-1-13-8 0,0 0-5 16,7-4 6-16,-3-1-4 0,4-5-11 0,2 1 5 15,1-2-3-15,-6-6-6 0,3 3 9 0,-4-3-1 16,-1-2 3-16,-2-1-3 0,-2-1 2 0,1-1-4 15,-2-2 15-15,1 1 2 0,-4 5 1 0,-1-1 5 16,1 2 5-16,-2-1 1 0,-3 10 5 0,6-10-9 16,-6 10-4-16,2-8-7 0,-2 8-5 15,0 0 2-15,0 0 5 0,0 0-1 0,0 0 1 16,4 34-1-16,-6-15 2 0,2-2 0 0,0 9-4 16,-2 1-3-16,2 3-29 0,-2-3-53 0,4 0-68 15,0-8-85-15,3 0-87 0,-3-1-221 0,0-2-575 16,2-4 255-16</inkml:trace>
  <inkml:trace contextRef="#ctx0" brushRef="#br0" timeOffset="12566.52">13863 1433 223 0,'0'0'238'16,"0"0"-5"-16,0 0-12 0,4 19-11 0,-4-19-14 15,0 14-16-15,0-5 4 0,0-9-5 0,0 13-7 16,0-13-12-16,0 0-12 0,0 13-27 16,0-13 18-16,0 0-9 0,0 0-7 0,0 10 9 15,0-10-2-15,0 0 15 0,0 0-5 0,0 0-16 16,0 0-13-16,0 0-14 0,0 0-12 0,0 0-4 16,0-34-6-16,2 22-1 0,1-2-14 0,2-2-13 15,-1-2-3-15,1 3-8 0,6-9-7 0,3 3-5 16,1-2-3-16,1 4-11 0,-1 5 3 0,2 1-6 15,-2 4-2-15,1-1-7 0,-5 6 5 0,0 2-2 16,3 2-3-16,-14 0 5 0,20 8-3 0,-9 0 1 16,-2 1-3-16,3 6 1 0,-3 1 6 0,-1-1-3 15,-1 0 0-15,0 1-1 0,-2-3 2 0,-1 2 3 16,-2-2-1-16,2-5-9 0,-4-8 3 0,4 17 5 16,-4-17-6-16,3 11 5 0,-3-11 6 0,0 0-7 15,2 13 0-15,-2-13 0 0,0 0 0 0,0 0 7 16,0 0 0-16,0 0 1 0,0 0-10 0,0 0 7 15,0 0-11-15,19-29 2 0,-13 14 3 0,6 2-1 16,-1-4-3-16,7-2 0 0,-3 0-7 16,-4 2 3-16,8-2-4 0,-6 6 6 0,1 3-5 15,-4 3-11-15,0 0 11 0,-3 2-8 0,-7 5 12 16,13-4-2-16,-13 4-17 0,14 6 22 16,-8-2-2-16,-1 5-4 0,-1 2 8 0,0 1-7 0,-1 5 5 15,-1 1-2-15,0 1 5 0,1 2-4 0,-3 2 7 16,2-4-12-16,-4 7-47 0,-1-1-54 0,3-7-79 15,0 0-85-15,0-6-328 0,0-12-652 0,0 14 289 16</inkml:trace>
  <inkml:trace contextRef="#ctx0" brushRef="#br0" timeOffset="12818.37">14654 1081 311 0,'0'-6'295'16,"0"6"-17"-16,2-13-33 0,-2 13-35 0,0 0-2 16,0 0 1-16,0 0-3 0,0 0 1 0,4 40 2 15,-2-12-3-15,-1 4-14 0,-1 0-21 0,0 1-16 16,-3 2-8-16,2-1-12 0,0 12-9 0,-3-14-13 16,2 0-14-16,2 0-14 0,-2 1-1 0,0-1-8 15,-1-2-4-15,3-3-12 0,-3-2-32 0,3-5-23 16,0-1-35-16,-2-1-61 0,2 2-54 0,-2-8-64 15,2-1-72-15,-2 1-282 0,2-12-610 0,-5 16 271 16</inkml:trace>
  <inkml:trace contextRef="#ctx0" brushRef="#br0" timeOffset="13034.25">14786 1235 166 0,'7'-8'208'0,"2"1"-18"0,-4 4-17 0,-5 3-4 16,12-4 3-16,-12 4 0 0,0 0-8 16,19 7-13-16,-12-1-11 0,-1 1-15 0,0 2-9 15,-2 1 0-15,0 1-9 0,-2 0-9 0,1 2-6 16,-2 2-21-16,-1-4 6 0,-4 5-8 0,0-3-16 16,-3-2 1-16,-4 3-23 0,-4 0-41 0,-1-2-52 15,-1 1-74-15,1-2-92 0,-6-4-152 0,3-2-412 16,-4-4 183-16</inkml:trace>
  <inkml:trace contextRef="#ctx0" brushRef="#br0" timeOffset="13383.49">14947 839 307 0,'0'0'284'0,"0"0"-23"0,0 0-24 0,0 0-17 16,59 19-24-16,-59-19-6 0,28 25-23 0,-13-12-8 16,-1 0-19-16,3 7-10 0,-5-5-14 0,4 6-15 15,-5-7-8-15,-3 1-7 0,-3-6-20 0,5 1 6 16,-6 1-3-16,-2-1-4 0,0-2-3 0,-2-8-3 16,-2 13-2-16,2-13-1 0,-7 10 3 0,-2-6-10 15,0 0-9-15,1-4-3 0,-3 1 3 16,-1-1-5-16,3-3-4 0,9 3-2 0,-17-5-2 0,11 3-3 15,0-3-1-15,3-6-15 0,0 3 1 0,3 8-9 16,0 0 2-16,0 0-4 0,18-70-12 0,-3 49 4 16,-2-1-2-16,-13 22 0 0,27-36-6 0,-14 23-4 15,-13 13 2-15,38-30-19 0,-24 20-15 0,-14 10-19 16,32-18-39-16,-32 18-37 0,37-9-68 0,-37 9-259 16,39-8-514-16,-39 8 227 0</inkml:trace>
  <inkml:trace contextRef="#ctx0" brushRef="#br0" timeOffset="13916.63">15666 1465 18 0,'0'0'361'0,"0"0"-50"16,0 0-21-16,14-19-26 0,-6 11-10 15,5-4-18-15,0 2-16 0,2-3-20 0,-1 1-19 16,6-5-15-16,3 0-15 0,-3 0-14 0,4 3-16 16,-8 1-15-16,6-6-7 0,-8 8-12 0,4-7-10 15,-4 4 1-15,-4 0-9 0,2 0-10 0,-4 2 0 16,-1 3-8-16,-2 1-1 0,-1-1 4 0,1 3-12 16,-1 2 18-16,-4 4-29 0,5-6 3 0,-5 6-9 15,3-5 0-15,-3 5 6 0,0 0-7 0,0 0 0 16,0 0-1-16,-12 25-3 0,7-16 2 0,3 1-6 15,-1 2-1-15,2-2-2 0,1 3 5 0,0-13-7 16,4 22 1-16,-2-10 3 0,7-2-3 0,4 0 2 16,-1-5-4-16,5 0-10 0,5-2-5 0,5-4-8 15,0-2-2-15,2-2-8 0,-1-2 0 0,-1 0 25 16,0-3 6-16,-5 2-6 0,-1-6 9 0,-4 4-21 16,-2-2 19-16,-1-1-4 0,-3-1-3 15,0-1-9-15,-5-1 10 0,2 0 3 0,-5 0-1 16,-1 4-11-16,1 0 21 0,-2 0-6 0,-1 2 8 15,0 10-5-15,3-14 9 0,-3 14-15 0,0 0 0 16,0-12-2-16,0 12-5 0,0 0 10 0,0 0 0 16,0 0 13-16,0 0-4 0,-20 41-1 0,13-18-1 0,-5 1 4 15,2 4-3-15,-1-4-7 0,0 2 7 0,2-1-4 16,-1 0-9-16,3-7 5 0,1 0-9 16,-1 1 9-16,0-2-5 0,2-2-21 0,2-4-33 15,0-1-46-15,3-10-69 0,-7 21-74 0,6-14-99 16,1-7-250-16,-9 10-636 0,9-10 281 0</inkml:trace>
  <inkml:trace contextRef="#ctx0" brushRef="#br0" timeOffset="14091.42">15846 930 67 0,'0'0'341'0,"0"0"-35"0,0 0-31 0,0 0-39 16,-24-25-45-16,24 25-59 0,0 0-76 0,0 0-90 16,0 0-119-16,0 0-84 0,0 0-255 0,0 0 113 15</inkml:trace>
  <inkml:trace contextRef="#ctx0" brushRef="#br0" timeOffset="14833.92">17366 939 197 0,'-37'-18'261'0,"37"18"-22"0,-47-15-22 15,47 15-11-15,-39-5-26 0,39 5-12 0,-36 2-10 16,36-2-19-16,0 0-14 0,-43 18-15 15,29-6-11-15,1 0-9 0,6 1-12 0,1-1-2 0,4 1-10 16,2 0-4-16,4 2-4 0,2 0-11 0,6 2 0 16,-1-3-10-16,6-1-3 0,6-2-4 0,-5-4-4 15,2-1-3-15,-1-1-1 0,-1-5-5 0,-4 2 3 16,-1-2 8-16,-1-2 2 0,-2 0 7 0,-1-3-1 16,-2-2 2-16,0 0-4 0,-7 7 0 0,7-16 14 15,-4 6-2-15,-2 0-2 0,2 1 8 0,-3 9 1 16,-3-17 16-16,3 17-5 0,3-13 0 15,-3 13-10-15,0 0-5 0,0-11-9 0,0 11-7 16,0 0-2-16,0 0-4 0,0 0-17 0,0 0 12 16,5 34-7-16,-4-4 3 0,0 2-1 0,1 14-7 15,-2-11 4-15,0 12 3 0,-2 5 0 0,0-1-6 16,2-5-1-16,-1 1 5 0,1-11-5 0,-2-1 1 16,0-5-1-16,-1 1 3 0,-1 2-1 0,1-6 0 15,-6-1-6-15,0 3 7 0,-7-5-3 0,-2 0 4 16,-2-1-6-16,-3-5 0 0,-1 0-8 0,1-3-6 15,4-5-16-15,-1-1-15 0,8-7-28 0,-9 2-52 16,3-5-62-16,2-4-83 0,-2-3-298 0,2-3-607 16,5-4 269-16</inkml:trace>
  <inkml:trace contextRef="#ctx0" brushRef="#br0" timeOffset="15049.41">17606 1068 36 0,'0'0'308'0,"7"-9"-32"0,-7 9-24 0,4-6-23 16,-4 6-25-16,0 0-21 0,6-7-16 0,-6 7-18 15,0 0-16-15,0 0 5 0,0 0-14 0,3 25-11 16,-3-9-10-16,-3 2-7 0,2 1-14 0,-3 0-3 16,3 7-8-16,1-1-19 0,-3-6-34 0,3 0-44 15,1-2-48-15,2 1-45 0,-2 0-57 0,3-2-58 16,-4-1-130-16,1-3-395 0,-1-12 175 0</inkml:trace>
  <inkml:trace contextRef="#ctx0" brushRef="#br0" timeOffset="15171.42">17519 958 4 0,'0'0'51'0,"0"0"-61"0,0 0-9 15,-14-38 4-15</inkml:trace>
  <inkml:trace contextRef="#ctx0" brushRef="#br0" timeOffset="15466.36">17729 1080 102 0,'2'17'180'0,"-2"2"-14"0,2-1 2 0,-1 7-15 0,2 0-11 16,-2-8-14-16,0 1-10 0,0-7-9 0,1 2-6 16,-2-13-13-16,4 19-6 0,-3-12-3 0,-1-7-4 15,1 12 2-15,-1-12 13 0,2 8 17 16,-2-8 16-16,0 0 21 0,0 0 3 0,0 0 28 16,0 0 6-16,0 0-8 0,0 0-14 0,0 0-15 15,0 0-22-15,0 0-8 0,15-24-22 0,-9 8-5 16,2 0-9-16,2-3-13 0,2-4-27 0,4-2-26 15,-1 2-29-15,2-1-34 0,0 5-48 0,3-1-67 16,-4 6-70-16,6-1-61 0,-5 6-208 0,-7 4-544 16,2-1 241-16</inkml:trace>
  <inkml:trace contextRef="#ctx0" brushRef="#br0" timeOffset="15700.23">18059 1220 25 0,'0'0'246'0,"0"0"-22"0,0 0-24 0,0 0-6 0,12-15-8 16,-12 15-11-16,4-14-4 0,-4 14 7 0,3-21-18 16,-3 11 1-16,-1-3-12 0,-1-3-15 0,-2 1 1 15,4 4-1-15,-3-1-10 0,-1 2-3 16,4 10 3-16,-8-14-28 0,4 7 7 0,4 7-20 16,-6-7-11-16,6 7-7 0,0 0-21 0,0 0 9 15,-26 16-6-15,16 0-5 0,-4 8 2 0,4 0-19 16,1 3-27-16,5-4-30 0,4 5-43 0,4-2-51 15,1 0-40-15,5-3-54 0,3 2-51 0,1-3-167 16,-4-6-473-16,4-5 209 0</inkml:trace>
  <inkml:trace contextRef="#ctx0" brushRef="#br0" timeOffset="15884.32">18240 1296 194 0,'12'-17'182'0,"2"1"-11"0,-3 2 3 0,3-1-5 15,-2 4 2-15,-3 1-2 0,-3 2-6 0,2 1-16 16,-4 3-22-16,-4 4-10 0,7-5-13 0,-7 5-13 0,0 0-6 16,0 0-9-16,25 10-10 0,-18-1-3 0,1 2-3 15,0 3-7-15,-2 2-17 0,2 0-31 16,0-1-56-16,0 3-59 0,0-1-86 0,-2 0-142 16,3-3-367-16,1-1 162 0</inkml:trace>
  <inkml:trace contextRef="#ctx0" brushRef="#br0" timeOffset="16566.24">19303 1061 30 0,'-6'-19'352'0,"6"19"-16"15,0 0-30-15,-24-40-4 0,24 40-17 16,-26-17-30-16,15 15-17 0,-8 0-24 0,-3 6-18 15,-6 7-13-15,1 2-27 0,3 4-24 0,2 2 1 16,2 2-13-16,4 1-10 0,7-4-16 0,2 6-6 16,4-5-11-16,4 1-10 0,2-1 5 0,4-2-20 0,6 3-4 15,-1-4-20-15,3-4 0 0,8 3 8 0,-4-6-21 16,0-3-1-16,2-1 0 0,-2-1-14 16,1-2 4-16,-2-2-9 0,-4 0 12 0,-1-3-2 15,-1-1-3-15,-3-3-1 0,0 0 5 0,-2-1-1 16,-2-1 9-16,-1-2 5 0,0 0-4 0,0-4 0 15,0-1-3-15,-3 1 3 0,0 1-2 0,-1-1 3 16,0 4-1-16,3 0 2 0,-3 11-13 16,-1-16 14-16,1 16-3 0,0-11 0 0,0 11-6 15,0 0-5-15,1-10-2 0,-1 10 6 0,0 0-3 16,0 0 1-16,0 0 1 0,0 0-6 0,-10 38-7 16,6-23 11-16,2-3-4 0,0 4 1 0,1-3-1 15,1-2 4-15,2 0-7 0,-1 0 6 0,3-3-5 0,4 3 12 16,0-4-7-16,6 3 0 0,1-3 3 0,4-4 1 15,0-1 3-15,2 1-3 0,1-6-5 0,-1 2 10 16,7-4-5-16,-7-1 2 0,-2 2-2 0,-1-6-3 16,0 3-11-16,1-3 10 0,-4-2-5 15,2-1-9-15,-3 0 11 0,0-2 2 0,-4 0-20 0,-1-1 22 16,3-2 4-16,-5 0-8 0,-3 0 3 16,1-1 1-16,-1 3 0 0,-1 0 2 0,-1 4-5 15,-2 2 0-15,3 0-12 0,-3 10 7 0,0-13-14 16,0 13 11-16,0-11-16 0,0 11 0 0,0 0-6 15,0 0 11-15,0 0 2 0,0 0-4 0,-17 36 3 16,12-21 4-16,0 3 3 0,1 0-16 0,-3 5 16 16,1 3 0-16,4-7 10 0,-1 1-9 0,-2 3 7 15,4-5-4-15,-1-1 6 0,-1 0-6 0,1-2 0 16,4-2 2-16,-2 0 10 0,-4-2-8 0,4 1-2 16,-3-2-1-16,1 2 5 0,2-12 4 0,-3 19-8 15,-2-12 2-15,0 3 3 0,-3-3-21 16,-2 2-6-16,1-1-17 0,-7 1-29 0,0 0-31 0,0-3-55 15,-2 0-59-15,6-2-89 0,-4-4-225 0,0 2-573 16,0-4 253-16</inkml:trace>
  <inkml:trace contextRef="#ctx0" brushRef="#br0" timeOffset="16729.31">19797 1267 48 0,'0'0'241'0,"0"0"-52"0,0 0-64 0,0 0-50 15,9-11-73-15,-9 11-116 0,0 0-123 0,0 0 55 16</inkml:trace>
  <inkml:trace contextRef="#ctx0" brushRef="#br0" timeOffset="18883.38">21558 1006 129 0,'0'0'234'0,"-13"-4"0"15,13 4 10-15,-10-3 4 0,10 3-6 0,0 0-16 16,-10-5-14-16,10 5-22 0,0 0-22 0,0 0-23 16,0 0-3-16,0 0-29 0,0 0-11 0,0 0-8 15,0 0-12-15,60-45-9 0,-60 45-8 0,23-4-9 16,-23 4-6-16,0 0-5 0,32 1-8 0,-22 2 0 16,-1 3-4-16,-3 1-5 0,-1 3-6 0,-1 3-4 15,-5 4 1-15,-4 6-8 0,-9 1-3 0,-4 2-8 16,-5 0-3-16,-3-3-11 0,1 1 1 0,-2-2 0 15,1-4-1-15,1-1 1 0,7-5-13 0,4-2-6 16,0 0-16-16,5-4-20 0,2 0-8 16,0 0-12-16,3 0 9 0,4-6-5 0,-6 6 11 15,6-6 3-15,0 0-2 0,0 0 14 0,16 17 1 16,-7-14 6-16,4 1 11 0,1-1 0 0,-3 1 9 0,3 0 0 16,-1 0 0-16,-1 0 3 0,-1 2 5 0,-1-1 0 15,2 0 7-15,-3-1 0 0,-1 4-4 16,-3-4 8-16,-5-4 11 0,5 10 15 0,-5-10 3 15,-1 13 8-15,1-13 8 0,-13 18-3 0,1-10 5 16,-4 1-8-16,-9 4 3 0,-1-2-6 0,-4-2 1 16,2 1-7-16,-3-4-6 0,-1 3-11 0,1-3-11 15,2 0-20-15,2-2-23 0,7 0-36 0,-2-3-38 16,4-1-56-16,1 2-124 0,17-2-334 0,-25-4 148 16</inkml:trace>
  <inkml:trace contextRef="#ctx0" brushRef="#br0" timeOffset="19250.25">21803 1149 42 0,'0'0'293'0,"0"0"-23"0,0-11-17 16,0 11-12-16,0 0-11 0,0 0-22 0,0 0-15 15,0 0-18-15,-38 14-14 0,28-6-10 0,-2 4-15 16,1 1-17-16,-2 1-9 0,0 1-15 0,5 1-8 15,1 0-9-15,2 3-8 0,2-4-6 0,1 3-3 16,3-3-10-16,1 0-3 0,1 0-3 0,1 1-7 16,5-5-1-16,-3 2-2 0,3-4-10 0,1 0-4 15,0 0-6-15,6-2-4 0,-2-1-3 0,-3-1-7 16,3-4-7-16,-1 1-3 0,-13-2-4 0,31-2-3 16,-19-3 4-16,5-2-2 0,-5 2-1 0,4-5-1 15,-3 1 5-15,0-4 0 0,0-3 1 0,-3-1 5 16,0 0-1-16,-2 0-4 0,0-7 7 0,-7 8 6 15,0-2 0-15,-1 0 2 0,-1 0-3 16,-2-2-6-16,-2 4 4 0,-4 0-1 0,0 2-2 16,-1 0-1-16,-4 2-5 0,1 5-10 0,-2-1-24 15,-4 1-16-15,1 4-28 0,-1 2-31 0,-2 3-36 16,3 2-28-16,-1 2-43 0,0 0-162 0,2 2-419 16,7 1 185-16</inkml:trace>
  <inkml:trace contextRef="#ctx0" brushRef="#br0" timeOffset="19600.4">22151 1197 252 0,'10'2'249'0,"-10"-2"-20"16,0 0-13-16,0 0-13 0,-5 14-18 0,5-14-10 15,-8 13-15-15,2-4-13 0,-2 1-15 0,1 0-16 16,0 3-7-16,2-1-10 0,0-1-15 0,0 3-4 15,3-2-11-15,2-12-7 0,0 23-2 0,6-11-11 16,-1-2 1-16,1 1-3 0,6-4-14 0,2 1-3 16,4-2 1-16,0-2-12 0,3-2-2 0,2-2-3 15,5-2-1-15,-1-3-1 0,-1-5-1 0,-7 3 0 16,-1 0-4-16,-2-3 8 0,1 2 2 0,-4-1-10 16,0-5 2-16,-2 1 5 0,-4 0 2 0,-2-2-3 15,-3-3 2-15,-4 2 2 0,-1-3-6 0,-5 2 1 16,-1 1-2-16,-7-6 1 0,-3 5-7 0,1 6-1 15,-5-4-3-15,-1 5-10 0,3 3-15 0,-6 3-23 16,5 2-26-16,-7 4-28 0,1 2-43 0,6 1-36 16,-2 4-42-16,7-1-167 0,2 2-422 0,5-2 187 15</inkml:trace>
  <inkml:trace contextRef="#ctx0" brushRef="#br0" timeOffset="19933.23">22588 1153 189 0,'0'0'255'0,"0"0"-23"0,0 0-13 15,0 0-12-15,0 0-16 0,-19 21-12 0,10-12-13 16,0-1-18-16,-1 6-10 0,2-5-15 0,0 3-15 16,2 3-8-16,1-4-10 0,1-1-11 15,3 2-2-15,-1 1-11 0,2-13-7 0,4 18 1 16,1-8-10-16,2-2 0 0,0 1-6 0,2-3-10 15,2-2 0-15,3 1 2 0,-2-3-9 0,6-2 4 0,-1 2-5 16,1-4-4-16,-5 2 1 0,1-4-2 0,1-3 2 16,-5 2-5-16,3-4 7 0,-4 4 8 0,-3-4 2 15,4-5-4-15,-6 3-3 0,0 0-3 16,-1-5 3-16,-4 0-2 0,-3 0-1 0,-3 0-5 0,-3 2 0 16,-1 1-3-16,-1 0-4 0,-2-1-10 15,4 7 1-15,-7-1-20 0,-1 1-31 0,-3 3-36 16,-8 4-57-16,0 4-58 0,1 1-66 0,-8 7-188 15,2-1-490-15,3-1 218 0</inkml:trace>
  <inkml:trace contextRef="#ctx0" brushRef="#br0" timeOffset="22781.09">22979 1464 33 0,'0'0'148'16,"5"3"-9"-16,-5-3-20 0,0 0-10 0,0 0-28 16,0 0 1-16,0 0-2 0,0 0-36 0,0 0-43 15,0 0-29-15,0 0-46 0,0 0-49 0,0 0-133 16,0 0 60-16</inkml:trace>
  <inkml:trace contextRef="#ctx0" brushRef="#br0" timeOffset="23683.48">23212 949 116 0,'0'0'204'0,"0"0"-13"16,0 0-22-16,0 0-19 0,0 0 6 0,0 0-18 15,-17 19-14-15,7-3 0 0,-5 6-8 0,-2 5-11 16,0 2-7-16,0 4-6 0,6-2-12 0,-2 3-9 16,2 0-7-16,1-1-1 0,4 2-4 0,3-5-11 15,1 1-1-15,2-2-1 0,4-3-4 16,1 1-3-16,3-2-3 0,1 4-1 0,2-4-2 16,3 2-4-16,1-4-14 0,2-2-17 0,-3-7-35 15,3 1-30-15,4-1-65 0,-4-3-56 0,-1-4-156 16,-5 0-373-16,1-4 164 0</inkml:trace>
  <inkml:trace contextRef="#ctx0" brushRef="#br0" timeOffset="24172.01">23551 1162 129 0,'0'0'213'15,"0"0"-20"-15,0 0-19 0,0 0-13 0,0 0-7 16,-13 19-16-16,9-8-10 0,2 2-13 0,-1 3-11 16,0-4-5-16,2 7-12 0,1-2-10 0,1 1-5 15,2-2-3-15,2 1-4 0,1-3-1 0,4 1-2 16,-5-5-4-16,3 0-7 0,1-3-3 16,0 2-1-16,-3-1-4 0,2-3-4 0,0-2 0 15,-8-3-1-15,14 6-8 0,-14-6-5 0,10 3 2 16,-10-3-1-16,0 0-3 0,19-12 0 0,-12 5-3 15,-2-1 3-15,0-2-4 0,-1-1 7 0,1 1-1 16,0-2-4-16,-1 0-3 0,-2 0 0 0,1 1-3 16,-2 0 2-16,0 1-5 0,-1 10 10 0,3-13 4 15,-3 13-5-15,0 0-6 0,-1-12 2 0,1 12-9 16,0 0 0-16,0 0-4 0,0 0-1 0,0 0 4 16,0 0-4-16,0 0-5 0,0 0 8 0,15 25-2 15,-10-17-1-15,1 2 3 0,1-2-1 0,3 1 1 16,2-2 4-16,-5 1-4 0,7-4 0 0,3 0 4 15,2-1-5-15,-1-3 1 0,0 0 0 0,-3-2 0 16,2 1-7-16,1-6 1 0,-7 2 1 0,1-2-2 16,2-3-1-16,-5 3-1 0,-3-2 1 0,3-1-1 15,-5-2-3-15,0-4-2 0,-3 0 5 0,2 3-4 16,-3-4-2-16,-4 0 4 0,1-1-12 16,-2 2-11-16,2-1-8 0,-3 1 0 0,2 4-4 15,2 1-26-15,-2 0-24 0,0 1-39 0,4 10-48 16,-5-12-38-16,0 7-147 0,5 5-392 0,-10-6 174 15</inkml:trace>
  <inkml:trace contextRef="#ctx0" brushRef="#br0" timeOffset="24400.05">24139 988 259 0,'0'0'304'0,"0"0"-10"16,0 0-14-16,3-9-15 0,-3 9-17 0,0 0-25 15,0 0-24-15,0 0-11 0,0 0-4 0,0 0-9 16,0 0-4-16,0 0-9 0,-8 60-16 0,-2-30-24 16,2 1 0-16,2 3-15 0,-2-3-9 0,1 5-10 15,-1-3-6-15,2 0-4 0,-1-2-10 16,0 3-12-16,3-2-40 0,1-4-29 0,1 1-41 16,-2 5-64-16,0-8-55 0,0 3-54 0,3-9-62 15,-3-4-222-15,3 0-552 0,1-16 244 0</inkml:trace>
  <inkml:trace contextRef="#ctx0" brushRef="#br0" timeOffset="24667.39">24279 1345 253 0,'0'0'257'16,"0"0"-23"-16,0 0-18 0,0 0-16 0,0 0-11 15,0 0-15-15,0 0-22 0,0 0-11 16,0 0-15-16,0 0-10 0,0 0-14 0,15 29-9 15,-9-25-8-15,3 2-5 0,3-1-10 0,5-2-2 16,2 0-9-16,-4-1-6 0,5-2-4 0,-2-2-1 16,0-2-9-16,-6-2 0 0,-1 2 2 0,-2-1 0 0,-9 5 1 15,17-14 5-15,-8 7 0 0,-4-3 6 0,0-1-3 16,-5 11-3-16,1-21-10 0,-1 7 0 16,0 14 0-16,-6-22-12 0,1 10-2 0,-3 3-23 15,-4-4-33-15,2 7-27 0,-1 1-42 0,-3 2-61 16,0 1-53-16,-4 5-250 0,-1-1-506 0,5 1 224 15</inkml:trace>
  <inkml:trace contextRef="#ctx0" brushRef="#br0" timeOffset="24984.52">24999 1007 1206 0,'0'0'1026'0,"0"0"-611"0,0 0-190 0,15-46-37 16,-15 46-44-16,0 0-44 0,0 0-27 0,0 0-12 0,0 0-25 16,7-28 5-16,-7 28-6 0,0 0 4 0,0 0 8 15,0 5-3-15,0-5 9 0,0 0 10 0,-7 52 10 16,3-19-9-16,-1 1-7 0,-1 11-11 16,-4 4 0-16,1-2 2 0,4-11 0 0,0 10-6 15,-3-11-14-15,-3 12 2 0,7 1 0 0,-4-13 1 16,3 11 2-16,0-14-11 0,1 0 0 0,4-2 1 15,-2 0 4-15,-1-2-7 0,1 0 2 0,2-2-8 16,0-2-6-16,-3-4-36 0,2-1-19 0,0-5-40 16,-1 0-49-16,1-5-47 0,1-9-50 15,-5 18-55-15,4-13-300 0,1-5-637 0,0 0 281 0</inkml:trace>
  <inkml:trace contextRef="#ctx0" brushRef="#br0" timeOffset="25517.12">24779 1424 149 0,'0'0'255'0,"15"-7"-29"15,0 2-19-15,8-6-22 0,7 3-19 0,3-1-18 16,-4-1-13-16,7 1-10 0,1-1-20 16,-3 1-7-16,1 1-9 0,1-1-11 0,-2 0-3 15,0-2-10-15,-1 1-9 0,-3-1-3 0,-3 2-3 16,-1-3-7-16,-8 4-2 0,-6-2-3 0,4 0-5 15,-7 3 9-15,-1-2 10 0,-1-3-4 0,-3 2 6 16,1 0 7-16,-4 0-2 0,-1-1 5 0,0 11 13 16,-3-21 2-16,-2 13 0 0,1-2-12 0,4 10-8 15,-11-11-2-15,6 7-15 0,-5 0-4 16,10 4 2-16,-19-2-2 0,7 3-5 0,-3 4-2 0,-4 5-3 16,2 1-5-16,-5 7 0 0,3 1-18 0,8-4 14 15,-2 1 2-15,2 2-10 0,3-3 2 0,4 5-1 16,2-5-3-16,2 0 2 0,2-1-8 0,3-3 6 15,5 2 1-15,3-1-7 0,1-1 0 0,13-1-6 16,1-4-11-16,-1-4-14 0,5 0-8 0,-3-4-11 16,2 0-4-16,1-3 3 0,-4-3-4 15,4-2 4-15,-5 1 8 0,-2-3-9 0,-3-2 12 16,-4 4 6-16,-1 0 3 0,-2-6 4 0,-2 1 3 16,-2-2-1-16,-2 2-3 0,-2-2 18 0,-1-1 3 15,-5 1 7-15,2 0 13 0,-1 0 0 0,-2 8 21 16,-1-3 6-16,-3 6-2 0,3-2 8 15,-3 2-12-15,4 6-4 0,-6-5-4 0,6 5-2 0,-13 2 3 16,13-2 0-16,-27 15-7 0,12-3 1 0,2 4-16 0,-1-1 9 16,1 0 5-16,3 2-17 0,2 0 11 15,3 2 1-15,4 0-1 0,2-2-3 0,4 1-3 16,0-4-22-16,4 3-40 0,6-2-77 0,-1-2-80 16,11-1-107-16,-10-6-163 0,8-2-519 0,-5-2 230 15</inkml:trace>
  <inkml:trace contextRef="#ctx0" brushRef="#br0" timeOffset="25916.55">25889 1213 111 0,'-19'4'262'0,"-1"4"-12"0,0-3-6 15,2 6-13-15,-3-3-13 0,6 2-14 0,-4 0-22 16,5 0-12-16,5 3-20 0,-1-2-13 0,4-1-13 15,-1 1-11-15,7-1-11 0,-2 2-9 0,2-12-14 16,4 18-4-16,3-8-12 0,1-3-7 0,4 0-3 16,4-3-17-16,6-2-4 0,-4 1-10 0,2-3-4 15,1-2 0-15,-1-5-6 0,-2 0 4 0,-7 2-3 16,5-7 0-16,-6 1 7 0,1 0-9 0,1-5 14 16,-5 1 11-16,0-2 4 0,-2-2 5 0,-1 0 0 15,0-7-7-15,-3 1 9 0,3-2 1 0,-4 1 2 16,2 0-5-16,-2 0 11 0,2 1-9 0,-2 25 1 15,2-52-6-15,-2 52 22 0,3-29 11 16,-3 29-2-16,0 0-3 0,0 0-1 0,3-35-14 0,-3 35 8 16,0 0-25-16,0 0 0 0,0 0-6 0,0 0-2 15,2-16-10-15,-2 16-2 0,0 0-2 16,0 0 6-16,-10 60-6 0,3-32 2 0,5 0-6 16,-6 1 7-16,4 0-5 0,0-3-15 0,2 0-43 0,2-1-26 15,2-6-53-15,1 6-54 0,0-5-67 0,1-4-70 16,-2 1-275-16,2-7-636 0,-3-4 281 0</inkml:trace>
  <inkml:trace contextRef="#ctx0" brushRef="#br0" timeOffset="26320.14">26155 1051 89 0,'1'-6'279'0,"3"0"-8"16,1 0-23-16,-5 6-23 0,4-5-20 0,-4 5-6 15,0 0-3-15,0 0-17 0,1 23-12 0,-2-4 7 16,-3 1-17-16,4-1-32 0,-5 7 4 0,5-1-9 16,-4 0-10-16,1-7-16 0,1-1-4 15,2 0-9-15,-4-1-11 0,4-4 1 0,0-2-2 16,-2 0-14-16,2-10 6 0,0 14-5 0,0-14 4 16,-3 11 4-16,3-11-3 0,0 0-3 0,0 0 8 0,0 0-3 15,2 13-1-15,-2-13-3 0,0 0-7 0,0 0-14 16,0 0-11-16,0 0-12 0,0 0-12 0,16-24-15 15,-6 16-11-15,0 2-5 0,4-1-9 0,1-1 4 16,2 1-2-16,-4 3-12 0,0 0 10 16,-1 2 3-16,-2 0-3 0,-10 2 10 0,23 2-1 15,-16 1 5-15,-7-3 1 0,11 9 2 0,-8-3 5 16,-3-6 10-16,4 17 17 0,-4-17 8 0,-10 19 1 16,4-9 19-16,-1-1 2 0,-3 5-7 0,-5-3 2 15,2 0-4-15,-3 0-2 0,-3-3-5 0,2-1-7 16,-3-1-22-16,1 0-25 0,2-1-31 0,2-4-50 15,1 0-67-15,14-1-80 0,-19-1-306 0,19 1-608 16,0 0 268-16</inkml:trace>
  <inkml:trace contextRef="#ctx0" brushRef="#br0" timeOffset="26666.07">26643 1099 117 0,'0'0'291'0,"0"0"-17"0,0 0-11 0,0 0-5 0,-38 13-23 16,13 1-12-16,0 2-18 0,-2 0-16 16,5-2-17-16,0 2-3 0,3-5-31 0,8 3-17 15,-2-3-12-15,4-1-8 0,4-1-12 16,-1-1-11-16,6-8-5 0,-4 17-12 0,4-17-19 0,2 12-19 16,-2-12-9-16,11 8-23 0,0-5-11 0,-2 0-10 15,4-5-4-15,-13 2-5 0,31-4-1 16,-16 3 2-16,-5-6 6 0,4 2 8 0,-5-1-4 0,2-2 4 15,-4 0 5-15,4 0 5 0,-4 0 0 0,2 0 8 16,-5-1 12-16,3 3 10 0,-7 6-4 0,7-11 9 16,-7 11 7-16,6-9-1 0,-6 9-1 15,3-5-2-15,-3 5 0 0,0 0 6 0,0 0 18 16,0 0-3-16,0 0-2 0,0 0-4 0,0 0-5 16,-9 34-1-16,3-24-3 0,5-1-12 0,-3 1-17 0,4 3-39 15,0-4-54-15,0-9-74 0,7 18-74 0,1-11-235 16,3-3-512-16,3-2 227 0</inkml:trace>
  <inkml:trace contextRef="#ctx0" brushRef="#br0" timeOffset="26884.27">26953 1093 52 0,'0'0'257'0,"-23"4"-3"0,10 1 5 0,-2 4 1 15,-1-1-8-15,-1 4-3 0,2 2-22 0,2 0-21 16,-1 1-15-16,3-2-21 0,-1 2-14 0,4-3-19 16,3 1-6-16,1 3-13 0,4-3-17 0,0-13-7 15,2 22-10-15,5-12-9 0,1 0-26 0,2-1-32 16,3 0-43-16,5-4-61 0,4-2-68 16,8-1-69-16,1-4-251 0,0 1-514 0,-1-3 227 15</inkml:trace>
  <inkml:trace contextRef="#ctx0" brushRef="#br0" timeOffset="27099.81">27223 997 78 0,'0'0'288'0,"4"-10"-9"0,-4 10-14 16,0 0-22-16,2-12-16 0,-2 12-15 0,0 0 0 15,0 0 0-15,0 0-9 0,0 0-22 16,-15 48-15-16,11-29-18 0,-4 5-17 0,3 1-4 15,1-6-15-15,-2 5-9 0,4-3-8 0,2-2-4 16,0-2-22-16,-2 0-30 0,4-5-41 0,-5 5-54 16,4-5-62-16,-1-12-63 0,2 16-93 0,-2-16-201 0,0 12-516 15,0-12 229-15</inkml:trace>
  <inkml:trace contextRef="#ctx0" brushRef="#br0" timeOffset="27316.37">27434 1019 194 0,'-10'0'229'0,"10"0"2"0,-33 10-1 15,13-1-6-15,-5 6-6 0,-2 3-8 0,2-1-18 16,5 2-17-16,0 0-15 0,7-4-17 0,-1-1-11 16,9 1-7-16,-3 2-21 0,8-6-6 0,0 2-7 15,6 0-6-15,-3-2-11 0,15 0-2 16,-3 2-21-16,15-2-25 0,-4-6-49 0,8-1-56 15,-1-2-74-15,3-4-74 0,-6 0-204 0,5-6-466 16,-5-2 206-16</inkml:trace>
  <inkml:trace contextRef="#ctx0" brushRef="#br0" timeOffset="27549.4">27791 866 215 0,'5'28'235'16,"-1"3"-12"-16,-1 2-5 0,2 3-14 0,0 10-7 15,-7-11-21-15,2 0-17 0,0 10-13 0,-4-13-19 16,0-2-4-16,-1 2-16 0,-2-7-10 0,-2 3-3 16,-2-4-11-16,-1-1-9 0,-1-2-4 0,-1-6-10 15,-3-2-3-15,-6 1-23 0,-2 2-27 0,-2-6-39 16,0 0-57-16,5-7-60 0,-7 4-83 0,-2-6-136 15,3-4-397-15,-1 3 175 0</inkml:trace>
  <inkml:trace contextRef="#ctx0" brushRef="#br0" timeOffset="27705.38">27845 1434 256 0,'0'0'371'0,"18"3"-15"0,-18-3 8 16,0 0 9-16,10 2-21 0,-10-2-28 0,0 0-31 15,0 0-26-15,0 0-25 0,0 0-46 0,0 0-82 16,0 0-119-16,0 0-162 0,0 0-389 0,0 0-603 16,0 0 267-16</inkml:trace>
  <inkml:trace contextRef="#ctx0" brushRef="#br0" timeOffset="36216.08">7799 2928 271 0,'0'-11'258'0,"-1"4"-17"15,1 7 2-15,-4-13-12 0,3 8-10 0,1 5-14 16,-2-10-13-16,2 10-18 0,0 0-16 0,-1-8-24 16,1 8-13-16,0 0-17 0,0 0-11 0,-1-8-12 15,1 8-10-15,0 0-10 0,0 0-4 0,0 0-1 16,-14 32-8-16,4-7-1 0,-2 0-7 0,-2 8 0 16,0-3-14-16,-1 3 9 0,3-3-6 0,-1-1-2 15,2-2-2-15,3-2-4 0,-2-2-6 0,2-6 1 16,1 0-1-16,2 0-2 0,-1-1 0 0,3-5-1 15,-1-1-1-15,0 1 3 0,1-3-8 0,2-1 4 16,1-7-6-16,-4 10 3 0,3-5-3 0,1-5 5 16,0 0 1-16,-3 8-5 0,3-8 2 0,0 0 5 15,0 0 6-15,0 0-6 0,0 0-10 0,0 0-14 16,8-40-8-16,1 13 6 0,-1-4-2 0,2-3 0 16,8-11 8-16,-1-4-5 0,-1 6 1 0,-2-2 2 15,4 1 0-15,-8 11-3 0,5-13-28 16,4 3 2-16,0-4 0 0,1 5 9 0,-7 7 0 15,1 5 1-15,1 2 4 0,-3 3 2 0,-2 11 2 0,-2-2 1 16,-3 7 0-16,0-1-1 0,-1 6-4 0,-4 4 7 16,0 0-5-16,0 0 7 0,0 0-2 0,25 18 3 15,-18 6 10-15,3 5 6 0,-1 3 0 16,0 14 5-16,-4-11 2 0,2 10-5 0,0 2 1 16,-4-13-1-16,-1-2 3 0,2 13 0 0,-1-13-2 15,-1-1 0-15,-2-1 1 0,1 0-3 0,2-1 3 16,-1-3 0-16,1-1-1 0,-1-5 1 0,1-3-2 15,-2 1 1-15,3-1-10 0,-1-5-27 0,1 1-43 16,-2-3-58-16,2 0-42 0,-4-10-35 0,6 12-47 16,-6-12-129-16,0 0-417 0,0 0 185 0</inkml:trace>
  <inkml:trace contextRef="#ctx0" brushRef="#br0" timeOffset="36384.21">7651 3007 149 0,'0'0'187'0,"0"0"-19"16,0 0-19-16,0 0-19 0,0 0-13 15,43-20-18-15,-12 14-14 0,6-2-18 0,-1 2-23 16,2 1-31-16,2-1-36 0,10 2-37 0,-13 1-28 16,-2 2-86-16,1 1-187 0,-5 1 84 0</inkml:trace>
  <inkml:trace contextRef="#ctx0" brushRef="#br0" timeOffset="36683.97">8397 2914 188 0,'0'0'234'0,"0"0"-12"0,0 0-2 16,-4-17-3-16,4 17-4 0,0 0-7 0,-10-14-14 16,10 14-7-16,-6-7-7 0,6 7-12 0,0 0-12 15,0 0-14-15,0 0-18 0,0 0-13 0,0 0-12 16,0 0-6-16,0 0-7 0,0 0-9 15,-33 35-4-15,21-9-4 0,-1 6-4 0,0 0-10 0,-3 13-2 16,4 0-1-16,1 1-4 0,2-13-1 0,0 12-6 16,3-10-2-16,-1 0-1 0,2 0 4 15,1-2-7-15,0 2-2 0,2-3-3 0,1-1-2 0,-2-1 2 16,2 0-8-16,1-3 3 0,0 0 0 0,0-1-9 16,0-2-20-16,-2-5-15 0,4-2-27 0,-2 0-28 15,1 0-38-15,-1-17-44 0,-1 28-39 0,1-28-43 16,2 19-56-16,-2-19-165 0,-2 13-498 0,2-13 221 15</inkml:trace>
  <inkml:trace contextRef="#ctx0" brushRef="#br0" timeOffset="36849.85">8126 3368 68 0,'3'-8'222'0,"-3"8"-25"0,0 0-17 0,5-9-22 15,-5 9-9-15,0 0-20 0,23-9-14 0,-11 4-9 16,7-2-14-16,6 0-11 0,5-1-9 0,0 1-25 16,3 2-33-16,5-2-55 0,13-5-61 0,-1 2-147 15,-12 3-268-15,16-3 120 0</inkml:trace>
  <inkml:trace contextRef="#ctx0" brushRef="#br0" timeOffset="37066.49">9105 3170 46 0,'-2'5'274'0,"2"-5"-31"16,0 0-24-16,0 0-24 0,0 0-21 0,0 0-18 15,22-6-12-15,-9 1-21 0,3-2-22 16,12-1-19-16,-1 1-46 0,-7 3-56 0,7-1-70 15,-8 2-191-15,-5-2-304 0,3 4 135 0</inkml:trace>
  <inkml:trace contextRef="#ctx0" brushRef="#br0" timeOffset="37233.37">9025 3319 12 0,'-4'4'286'0,"0"0"-29"0,4-4-27 0,0 0-19 15,-6 6-12-15,6-6-6 0,0 0-17 0,-4 5-11 16,4-5-17-16,0 0-14 0,0 0-11 0,26 1-22 16,-6-3-23-16,8-1-45 0,3-1-55 0,3-1-65 15,5-1-78-15,-2 1-181 0,0-4-374 0,-2 0 166 16</inkml:trace>
  <inkml:trace contextRef="#ctx0" brushRef="#br0" timeOffset="37716.36">10004 2914 283 0,'0'0'288'16,"-2"-12"-16"-16,1 7-23 0,1 5-26 0,-2-12-13 15,2 12-12-15,1-9-12 0,-1 9-4 0,0-10-14 16,0 10-18-16,2-7-14 0,-2 7-19 0,6-4-16 16,-6 4-7-16,7-4-13 0,-7 4-6 0,13 4-12 15,-3 0-9-15,-5-1-3 0,2 5-1 0,2 0-15 16,-4 5 4-16,2 0 1 0,-1-1 2 0,-3 0-3 16,0 3-2-16,1 4 12 0,-4 7-16 15,-5-8 12-15,1 0 3 0,-6 5-7 0,-6 2-2 16,-2-5-5-16,-1 3-5 0,-5-4-8 0,1-1 3 15,0-1-12-15,-1-1 1 0,1-3-6 0,7-5-2 0,0 0 2 16,4-5 3-16,2 1-8 0,0 0 4 0,3 0 0 16,1-2-5-16,6-2 3 0,-9 3 2 15,9-3 0-15,-9 3 2 0,9-3 1 0,0 0-2 16,-8 0 0-16,8 0 1 0,0 0-6 0,0 0-1 16,-5 5 0-16,5-5-5 0,0 0 0 0,0 0-3 15,0 0 5-15,0 0-2 0,2 13-1 0,-2-13 3 0,7 16-2 16,0-5 7-16,1 5 0 0,2 0-6 0,-1 0-22 15,1 3-41-15,1 4-45 0,-3 0-53 0,2-5-67 16,2 7-41-16,-2-3-19 0,-4 3-171 16,3 0-499-16,-1-2 222 0</inkml:trace>
  <inkml:trace contextRef="#ctx0" brushRef="#br0" timeOffset="37847.21">9930 3902 174 0,'0'0'236'15,"-2"8"-2"-15,2-8-5 0,0 9 2 0,0-9-6 16,0 0-15-16,0 0-18 0,-2 8-28 0,2-8-23 16,0 0-44-16,0 0-78 0,0 0-139 0,0 0-219 15,0 0-367-15,0 0 162 0</inkml:trace>
  <inkml:trace contextRef="#ctx0" brushRef="#br0" timeOffset="48634.45">11973 2806 2 0,'0'0'17'15,"0"0"0"-15,0 0 0 0,0 0-1 0,0 0 2 16,0 0 5-16,0 0-12 0,0 0 3 0,0 0-1 16,0 0-38-16,0 0-27 0,0 0 12 0</inkml:trace>
  <inkml:trace contextRef="#ctx0" brushRef="#br0" timeOffset="49168.22">11973 2806 20 0,'0'0'31'0,"0"0"14"16,10 14 1-16,-10-14-11 0,0 0-2 0,0 0-1 15,4 4-10-15,-4-4 1 0,0 0-1 0,0 0-5 16,0 0 3-16,0 0 21 0,0 0-7 16,0 0 3-16,0 0 6 0,0 0-13 0,0 0 10 0,0 0-9 15,0 0 3-15,0 0 2 0,0 0-1 0,0 0 4 16,0 0-1-16,0 0 3 0,0 0 3 0,0 0-2 16,0 0-2-16,0 0 5 0,0 0-7 0,0 0 2 15,0 0 6-15,0 0-11 0,0 0 8 16,0 0-5-16,0 0 7 0,0 0-2 0,0 0-6 15,0 0 5-15,0 0-2 0,0 0 0 0,0 0-5 16,0 0 0-16,0 0-4 0,0 0 12 0,0 0-4 0,0 0-5 16,0 0-1-16,0 0-1 0,0 0-9 15,0 0 8-15,0 0 2 0,0 0-5 0,0 0 9 0,0 0 1 16,0 0 0-16,0 0-1 0,0 0-4 16,0 0 1-16,0 0 0 0,0 0-5 0,0 0-1 15,0 0-4-15,0 0 5 0,0 0-7 0,0 0-5 16,0 0 4-16,0 0 0 0,0 0-7 0,0 0 2 15,0 0-6-15,0 0 3 0,0 0-8 0,0 0-1 16,0 0-4-16,0 0-4 0,0 0-1 0,0 0 0 16,0 0 3-16,0 0 2 0,0 0-4 0,-6 19 5 15,8-2 2-15,-4 2-1 0,2 8-1 0,0 0 1 16,-3 2 1-16,3 3 0 0,3-1 0 0,-3 0 2 16,0 0 1-16,0-1 5 0,0-2 1 0,-3 0 2 15,3 0 4-15,0-1 0 0,0-2 7 0,-1 1 1 16,1-2 5-16,-3-6-2 0,1 2 1 0,0-4-3 15,0 1 3-15,-3-2-3 0,4-2-1 16,-1-1 2-16,2-3 0 0,-2 2-5 0,2 0 0 0,-4-1-4 16,3-3-1-16,1-7 0 0,0 11-7 0,0-11 2 15,0 9 0-15,0-9-3 0,-2 9 1 0,2-9 1 16,0 0-3-16,-1 7 1 0,1-7-3 0,0 0 2 16,0 0-2-16,0 0-12 0,-2 7-12 0,2-7-13 15,0 0-27-15,0 0-23 0,0 0-31 0,0 0-59 16,0 0-49-16,0 0-165 0,0 0-414 0,0 0 184 15</inkml:trace>
  <inkml:trace contextRef="#ctx0" brushRef="#br0" timeOffset="50142.79">11999 2937 3 0,'0'0'67'0,"0"0"-4"0,0 0 4 0,0 0 6 16,0 0-6-16,0 0 0 0,0 0 1 0,-7-4-2 0,7 4 0 16,0 0 5-16,0 0 3 0,0 0 10 0,0 0-5 15,0 0 8-15,0 0 0 0,0 0 6 16,0 0-6-16,0 0-8 0,0 0-4 0,0 0-6 16,2-12-8-16,-2 12-4 0,0 0-3 0,0-9-11 15,0 9-1-15,0 0-7 0,0-10 2 0,0 10-2 16,5-7-7-16,-5 7-2 0,5-14-1 0,1 4-7 15,-1 1-5-15,1 2 8 0,2-2-7 0,0 0 2 16,-2 0-6-16,2 1 1 0,3-1-3 0,-2 0-2 16,-2 1-2-16,4-1 0 0,-4 2 0 0,0 0-2 15,1 2 4-15,-4 2-6 0,2 0 0 0,2-2-4 16,-8 5 3-16,9-6 5 0,-9 6-5 0,8-2-2 16,-8 2-1-16,8-3 4 0,-8 3-9 0,0 0 3 15,11 2 12-15,-11-2-10 0,6 3 1 0,-6-3 0 16,7 6 3-16,-2-1-3 0,-3 0 3 0,3 0 2 15,-1 2-6-15,0-2 5 0,-3 1-6 0,3 1 8 16,-2-1-5-16,0 0 1 0,-1 1 0 0,-1-7 2 16,2 11-3-16,0-3 9 0,-2-8-6 0,0 13-4 15,0-13 0-15,-4 13 3 0,3-8 2 0,-3 1 0 16,4-6-6-16,-11 15 1 0,4-7 1 0,-2-1-1 16,3 0 6-16,1 0-1 0,-3 0 1 0,1 1-5 15,7-8 2-15,-12 8 1 0,8-3-3 0,4-5 4 16,0 0-3-16,-9 6 6 0,9-6-5 0,0 0 4 15,-7 5-2-15,7-5-2 0,0 0-3 16,0 0 1-16,0 0-12 0,0 0-3 0,-7 6-12 16,7-6 2-16,0 0 0 0,0 0-1 0,0 0 8 15,0 0-3-15,0 0 2 0,16 11 7 0,-16-11 5 0,11 4-6 16,-5 0 9-16,-6-4-11 0,17 9 4 0,-9-5 2 16,-1 3-2-16,1-3 15 0,0 4-7 15,-3-3-1-15,-5-5 0 0,10 10 0 0,-7-5 1 16,2 4 3-16,-5-9 4 0,4 12 7 0,-3-4-1 15,-1-8 2-15,-3 14 2 0,-2-5-2 0,-2-3 0 16,-1 2 4-16,-4 3 1 0,-3-1-5 0,-1-2 0 16,0 2 0-16,-2-3-4 0,0 0 1 0,0 1 3 15,0-3-2-15,2 3 3 0,4-3-5 0,2-2-4 16,-1-2-5-16,0 2-19 0,11-3-1 0,-15 5-21 16,15-5-30-16,-10 0-38 0,10 0-44 0,0 0-85 15,0 0-261-15,0 0 117 0</inkml:trace>
  <inkml:trace contextRef="#ctx0" brushRef="#br0" timeOffset="50493.35">12469 3049 126 0,'0'0'129'0,"0"0"1"15,0 0-4-15,0 0-1 0,0 0-10 0,0 0-11 16,0 0-14-16,0 0-6 0,0 0-10 0,12 4-9 16,-12-4-5-16,19-1-2 0,-19 1-4 0,20-3-29 15,-20 3-19-15,18-3-42 0,-18 3-46 0,14 0-40 16,-14 0-67-16,0 0-204 0,13 5 90 0</inkml:trace>
  <inkml:trace contextRef="#ctx0" brushRef="#br0" timeOffset="50671.21">12385 3236 42 0,'-2'9'196'0,"2"-9"-15"0,0 0-15 16,0 0-17-16,0 0-9 0,0 0-15 0,0 0-6 15,0 0-11-15,19 2-12 0,-7-3-17 0,-12 1-44 16,32-7-55-16,-10 6-42 0,-4-3-164 0,2 4-244 15,-1-3 107-15</inkml:trace>
  <inkml:trace contextRef="#ctx0" brushRef="#br0" timeOffset="52665.85">13407 2910 30 0,'0'0'142'0,"0"0"-5"0,2-8 1 16,-2 8-5-16,0 0 4 0,0 0-9 0,0 0 4 0,0 0-9 15,0 0 10-15,0 0-16 0,0 0-1 16,0 0-11-16,0 0-1 0,0 0-11 0,0 0-6 15,0 0-8-15,0 0-6 0,0 0-13 0,0 0-1 16,0 0-4-16,-17-4-10 0,17 4-4 0,0 0-3 16,-14 12-4-16,7-6-2 0,-2-1-3 0,1 3-2 15,-2-1 1-15,-1 5-4 0,2-1 1 0,-3 3-1 16,0 2 0-16,0 1 0 0,3 0 0 0,0-2-3 16,1 0 1-16,0 0-6 0,1 2 0 0,3-6-1 15,-2 4-3-15,1-1 1 0,3-1-3 0,-3-2-4 16,3-1 3-16,4 4 1 0,-2-5-6 0,3 4 4 15,-1-4-1-15,2 1 0 0,1-3 0 0,1 2 0 16,1-2 4-16,5-1-4 0,-3 1-1 0,4-2 7 16,-2-3-5-16,2 1 3 0,6-3 3 0,-6 0 0 15,1-1-1-15,-1-2-2 0,7 0-1 0,-9-1 1 16,6-3-2-16,-7 2-1 0,3-2 4 0,-3 0-2 16,-1-1-2-16,0-2 2 0,0-3-5 0,-4 2 1 15,1-1 4-15,1-2 7 0,-5-1 1 0,0-2-4 16,2 0 0-16,-6-1 1 0,2-1-1 15,-2 1 1-15,2 1 5 0,0 2-3 0,-5-1 1 0,1 4-1 16,0 2-1-16,0-1-1 0,-1 3 2 0,-5-2-5 16,6 0-4-16,-2 2 3 0,-1 1-4 0,1 1-1 15,-4 1-3-15,3 1-2 0,-1 1-5 0,0 1-11 16,-1 1-4-16,9 1-11 0,-17 1-12 0,10 1-20 16,0 0-23-16,-2 1-32 0,3-1-37 0,2 2-54 15,-2 1-43-15,0 3-131 0,1-3-412 0,5-5 183 16</inkml:trace>
  <inkml:trace contextRef="#ctx0" brushRef="#br0" timeOffset="52845.34">13702 3068 122 0,'0'0'254'15,"0"0"-20"-15,0 0-22 0,4 5-26 0,-4-5-21 16,0 0-15-16,0 0-21 0,0 0-37 0,0 0-47 16,4 7-43-16,-4-7-63 0,0 0-52 0,5 8-124 0,-5-8-255 15,4 6 113-15</inkml:trace>
  <inkml:trace contextRef="#ctx0" brushRef="#br0" timeOffset="53234.59">14043 2942 197 0,'0'0'283'0,"4"-4"-9"0,-4 4-9 16,0 0-24-16,0 0-7 0,0 0-14 0,0 0-17 16,0 0-22-16,0 0-14 0,-22 15-19 0,13-6-13 15,-2 3-12-15,1 3-13 0,-1 2-7 0,-4 4-14 16,5-7-2-16,2 1-10 0,3-1-13 0,-1 1-4 15,3-2-4-15,3-2-6 0,-2 0-10 16,4-1 0-16,-1-1-2 0,1-2-1 0,4-1-7 0,-1-1-2 16,6 0-4-16,1 1-5 0,2-5-2 0,5 0-1 15,-1-1-1-15,0-2-5 0,3 0-4 0,-6-2-3 16,5-1-2-16,-4-3 7 0,2-1-5 0,-5 1 0 16,3-4 0-16,-3 1 4 0,-1-3-13 0,-1-2 12 15,-3-1 1-15,-3 1 3 0,5-2-3 0,-8 1-4 16,2 0 3-16,-4-2-5 0,-2 3 3 0,2-1 2 15,-2 5-6-15,1-1 2 0,-2 3-1 16,0 1-2-16,-2 2-2 0,0-2-2 0,-3 5-14 16,4-1-13-16,-3 2-18 0,7 3-12 0,-17-4-28 0,5 7-32 15,0-1-47-15,3 3-73 0,-2 4-253 0,1-2-535 16,2-1 236-16</inkml:trace>
  <inkml:trace contextRef="#ctx0" brushRef="#br0" timeOffset="53466.92">14568 2710 101 0,'5'-3'332'0,"1"-1"-26"16,-6 4-27-16,8-5-22 0,-8 5-26 0,7-3-15 15,-7 3-4-15,0 0-4 0,6 15-8 0,-4-2-8 16,2 5-6-16,-1 7-20 0,2 4-8 0,-3 0-12 15,0 4-16-15,-2 2-10 0,3 0-25 0,-6-2-30 16,1 14-53-16,-5-13-60 0,0 2-75 0,0-2-75 16,-1-2-67-16,-9 12-232 0,5-14-537 0,0 0 237 15</inkml:trace>
  <inkml:trace contextRef="#ctx0" brushRef="#br0" timeOffset="54300.58">15314 2893 44 0,'2'-5'167'0,"-2"5"-12"0,0 0-6 16,0 0-6-16,0 0-7 0,0 0 6 0,0 0-9 16,0 0-6-16,0 0-14 0,0 0-11 0,0 0-8 15,0 0-12-15,0 0-9 0,0 0-3 0,5 18-10 0,-5-18 0 16,9 5-4-16,2-2-6 0,11-3-6 16,12-4-12-16,18-5-37 0,8-4-60 0,31-10-80 0,-27 7-159 15,28-14-327-15,-8 0 145 0</inkml:trace>
  <inkml:trace contextRef="#ctx0" brushRef="#br0" timeOffset="86550.46">11801 5057 88 0,'0'0'155'0,"-2"-10"-1"15,2 10-11-15,-4-6-4 0,4 6-11 0,0 0-7 16,-2-10-5-16,2 10-3 0,0 0-4 0,0 0-4 16,-1-8-9-16,1 8-8 0,0 0-13 0,0 0-5 15,0 0-7-15,0 0-10 0,0 0-5 0,0 0-4 16,0 0-9-16,0 0-6 0,0 0-4 0,0 0 10 16,0 0-2-16,0 0 2 0,-13 27 2 0,5-11-1 15,2 1-5-15,-7 7 4 0,-1 1-5 0,4 2-5 16,-2-4 3-16,1 0-5 0,4-4-6 0,0 6 0 15,0-8 2-15,0 2-2 0,-1-2-4 0,1-1 3 16,5-3-2-16,-6 2-3 0,5-4 0 0,0 1 0 16,-1 0-3-16,-1-4 0 0,3 2-1 0,0-4 1 15,-2-1-2-15,4-5-2 0,-2 9 0 0,2-9 2 16,-4 6 1-16,4-6 3 0,-1 7-3 0,1-7 1 16,0 0 3-16,0 0 7 0,0 0 12 0,0 0 3 15,0 0 1-15,0 0-7 0,0 0-11 0,0 0-3 16,5-23-7-16,1 3 2 0,-2 3-4 0,3-2-2 15,3-7-6-15,0-1-7 0,0 1-2 0,0-3 1 16,4 0-4-16,2 2 1 0,-2 1 2 0,-1-3-1 16,4 3 1-16,-4 1 4 0,1-1-6 0,0 3 3 15,0 1 1-15,-5 5 2 0,2 0-2 0,-5 7 4 16,3-4 2-16,-4 3-1 0,1 2 1 0,3-1 6 16,-4 1-7-16,0 2-1 0,-1 1 0 0,-1 1 2 15,-3 5-4-15,6-9-1 0,-6 9 1 0,6-3 0 16,-6 3 3-16,0 0-2 0,0 0 3 0,17 12 1 15,-10-1 4-15,-2-1-1 0,2 5 1 0,0 3 4 16,-2 1-4-16,0 0 9 0,1 7-1 0,-2 1 4 16,-2 1-1-16,-1-5 4 0,0 5 3 0,-1-3 1 15,0-7-3-15,0 1 0 0,0 0 5 16,0 2 4-16,0 5-7 0,0-7 10 0,-1 5-13 0,0-5 2 16,1-7-6-16,0 6 3 0,0-3-3 0,0 3-2 15,0-3-9-15,0-2-17 0,1-1-31 0,-1-1-51 16,0 0-50-16,0-3-28 0,1 1-34 0,3 1-137 15,-4-5-377-15,0-5 167 0</inkml:trace>
  <inkml:trace contextRef="#ctx0" brushRef="#br0" timeOffset="86716.25">11679 5249 8 0,'0'0'114'0,"32"-15"-6"0,-11 9-24 16,10-1-7-16,5-3-26 0,1 3-29 0,16-2-30 16,-2 0-68-16,-14 5-83 0,3 0 37 0</inkml:trace>
  <inkml:trace contextRef="#ctx0" brushRef="#br0" timeOffset="86984.42">12297 5078 158 0,'-6'-4'207'0,"6"4"-5"0,-9-5-9 0,9 5-16 16,-7-3-19-16,7 3-13 0,-9-2-14 0,9 2-5 15,-9 6 1-15,1 2-9 0,-5 3-6 0,2 7-6 16,-4 6-8-16,0 1-8 0,1 4-6 0,0 1-7 16,1 4-7-16,1-2 0 0,3 2-5 0,1-1-5 15,-1-2-5-15,4 0-1 0,-3 1-9 0,3-4 1 16,1 3-7-16,2-3-3 0,-1-1-5 0,0-2-3 15,1 0-3-15,0-7 0 0,2 3-4 0,-1-5-2 16,1 0-16-16,-2 0-22 0,2-1-35 0,2-2-34 16,-1 0-42-16,-1-6-43 0,2 2-38 0,-2-2-177 15,0 0-420-15,0-7 186 0</inkml:trace>
  <inkml:trace contextRef="#ctx0" brushRef="#br0" timeOffset="87133.07">11994 5502 1669 0,'3'-11'135'0,"-3"0"-22"16,0 1-45-16,3 1-24 0,-2 1-14 0,2 2-9 16,-1-3-9-16,4 2-2 0,1 0-6 15,3 0-3-15,4-3-2 0,5 1 4 0,5-6-15 16,5 6-19-16,3-2-44 0,4 4-25 0,1-1-29 16,2 3-31-16,-1 2-107 0,1 1-290 0,-5 1 128 0</inkml:trace>
  <inkml:trace contextRef="#ctx0" brushRef="#br0" timeOffset="87271.75">12778 5305 64 0,'0'0'118'0,"0"0"-17"0,0 0-7 16,13 2-25-16,-13-2 5 0,14 2-17 0,-14-2-19 0,13 1-17 16,-3-1-31-16,-6 4-22 0,1-3-19 0,-5-1-40 15,6 10-98-15,-4-4 43 0</inkml:trace>
  <inkml:trace contextRef="#ctx0" brushRef="#br0" timeOffset="87400.34">12823 5361 8 0,'0'0'71'0,"-9"9"17"16,9-9 9-16,0 0 4 0,-4 4 2 0,4-4-3 16,0 0 4-16,-5 5-13 0,5-5 0 0,0 0-7 15,0 0-6-15,0 0-6 0,0 0-10 0,0 0 2 16,0 9-6-16,0-9-6 0,0 0-7 0,11 3-16 16,-11-3-31-16,27 2-53 0,-6 0-56 0,6 1-94 15,7-5-223-15,6 1 99 0</inkml:trace>
  <inkml:trace contextRef="#ctx0" brushRef="#br0" timeOffset="87916.73">14170 5041 92 0,'0'0'326'15,"1"-8"-26"-15,-1 8-27 0,0 0-28 0,0-9-24 0,0 9-27 16,0 0-20-16,0 0-19 0,0 0-17 0,0 0-15 16,0 0-16-16,0 0-9 0,0 0 4 0,-13 32-22 15,5-15-5-15,2 1-9 0,-5 8-5 16,-3-2-11-16,3-1-2 0,0 0-6 0,1-5-2 16,4-2-4-16,-3-2-5 0,3-3 0 0,4 0-3 0,-6 0-3 15,6-3 0-15,-2 1-4 0,1-5 4 0,-1 2-7 16,4-6 1-16,-4 10-2 0,4-10 3 0,0 0-4 15,-3 5 17-15,3-5 15 0,0 0 11 16,0 0-19-16,0 0-3 0,0 0-3 0,7-32-12 16,-5 14 1-16,7-7-4 0,1-1-10 0,0-4-6 15,-1-2 0-15,13-10-4 0,-8 9-9 0,9-11-1 0,-1 1-7 16,3 0-2-16,-10 12 2 0,3 2-1 0,0 0 0 16,0 3 5-16,-2 2 0 0,-4 6 4 15,-2 5 3-15,-3 0-1 0,3 4-2 0,-2 1 0 16,-5 0 1-16,1 5 4 0,0 0-8 0,-4 3-1 15,0 0 1-15,0 0 2 0,14 14 3 0,-10 3 0 0,1 2 2 16,-5 8 5-16,2 0 2 0,0 4 1 0,-2-2 5 16,3 0 6-16,-3 1-7 0,0-3 5 15,1 0 3-15,-1-3 8 0,1-5-7 0,-1 0-7 0,1-1 1 16,0 2-2-16,2-2 0 0,-3-2 4 0,4 1-4 16,0 0 1-16,-1-3-9 0,-1 1-20 0,2-2-52 15,0-3-49-15,-3 0-56 0,5 0-47 0,-2-2-40 16,-3 3-175-16,2-2-477 0,-3-9 212 0</inkml:trace>
  <inkml:trace contextRef="#ctx0" brushRef="#br0" timeOffset="88099.63">14089 5089 8 0,'-10'-3'269'0,"5"2"-31"0,-3-1-23 0,8 2-17 16,-8-4-25-16,8 4-13 0,0 0-15 0,0 0-13 0,0 0-10 15,25-9-10-15,6 6-15 0,3 1-7 0,20-6-18 16,-2 4-15-16,4 2-39 0,-17 1-49 0,14 1-59 16,-14 1-69-16,-2 1-146 0,1 1-329 0,-1-3 145 15</inkml:trace>
  <inkml:trace contextRef="#ctx0" brushRef="#br0" timeOffset="88417.62">13515 5719 11 0,'-7'1'302'0,"-2"-1"-30"0,9 0-30 0,0 0-25 15,0 0-18-15,0 0-19 0,29-2-10 0,7-3-15 16,24-5-15-16,31-4-32 0,10 6-7 0,-2-3-11 16,2 8-11-16,0-5-8 0,11 0-8 0,-11 0-5 15,-1 3-2-15,-10-2-8 0,-24 4-4 0,-3-1-5 16,-4-1-5-16,-5 1-4 0,-3 3-6 0,-17 1-9 16,-2-2-21-16,-3 0-30 0,-11 2-35 0,0 1-39 15,-4 0-43-15,-2 1-49 0,-5-2-160 0,-3 4-392 16,-4-4 173-16</inkml:trace>
  <inkml:trace contextRef="#ctx0" brushRef="#br0" timeOffset="88699.7">13775 5919 170 0,'0'0'348'15,"-13"-1"-22"-15,13 1-19 0,-6-1-14 0,6 1-16 16,0 0-11-16,0 0-15 0,-12-2-26 0,12 2-19 16,0 0-31-16,0 0-9 0,0 0-28 0,0 0-15 15,0 0-25-15,-9 6-4 0,9-6-13 0,2 13-5 16,-2 0-8-16,-2 5-7 0,2 6-4 0,0-5-3 16,-2 7-9-16,2 1 3 0,0 1-6 0,-2 1-5 15,0-2-1-15,-1 0 1 0,1 0-8 0,-3-1-7 16,5-6-15-16,0-2-23 0,-4 0-39 0,4 1-53 15,-5-1-52-15,1 1-61 0,0-2-68 0,-1 1-264 16,-1-3-598-16,-2 0 265 0</inkml:trace>
  <inkml:trace contextRef="#ctx0" brushRef="#br0" timeOffset="88884.34">13894 6193 162 0,'5'-1'227'0,"4"-3"-20"16,-2 2-21-16,2-3-17 0,2 0-17 0,3 2-14 16,1-3-13-16,7 2-18 0,6-5-8 0,-1 7-6 15,-7 1-16-15,6 0-17 0,-5-3-30 0,1 0-42 16,-4 2-51-16,2 0-41 0,-3-1-48 0,-6 1-99 16,-1-2-271-16,-10 4 121 0</inkml:trace>
  <inkml:trace contextRef="#ctx0" brushRef="#br0" timeOffset="89066.51">14211 5964 228 0,'0'0'247'0,"0"0"-19"0,-3-7-22 15,3 7-25-15,0 0-18 0,0 0-18 0,0 0-20 16,0 0 10-16,0 0-11 0,-12 13-2 0,9 0 1 16,-3 4-13-16,-2-2-10 0,4 4-10 0,-3 0-10 15,1 6-2-15,1-1-12 0,-4 3-4 0,5-2-9 16,-1-6-36-16,1 0-57 0,2 1-78 0,-1-1-75 15,-1-2-196-15,2-1-422 0,0-4 188 0</inkml:trace>
  <inkml:trace contextRef="#ctx0" brushRef="#br0" timeOffset="89532.87">14427 6067 285 0,'0'0'353'0,"3"-10"-41"0,-1 6-32 0,-2 4-32 16,0 0-23-16,0 0-28 0,0 0-20 0,0 0-14 16,0 0-10-16,0 0-14 0,9 24-10 0,-11-9-16 15,2 2-9-15,-1-1-11 0,1 1-9 0,-2 0-8 16,4 0-5-16,1-5-5 0,-5 1-11 0,5-2 0 16,-4 0-10-16,2-2-3 0,0 0-1 0,-1-9-3 15,0 12-4-15,0-12 0 0,0 8-1 0,0-8 36 16,0 0 26-16,-2 8 14 0,2-8 11 0,0 0 5 15,0 0 10-15,0 0-13 0,0 0-17 0,0 0-10 16,0 0-9-16,-2-29-9 0,2 17-12 0,4-5-13 16,-2-2-12-16,2-10-11 0,3 0-16 0,3 0-5 15,0 1-15-15,3 0 2 0,1 0-4 0,0 0 5 16,0 4-11-16,1 0 1 0,-3 2 4 0,-2 6 0 16,-1 2 10-16,-1 4-11 0,-2 2-3 0,0 1 4 15,-3 0-1-15,1 3-2 0,-4 4-7 0,7-4 3 16,-7 4 2-16,0 0 0 0,14 7 1 0,-8 1-16 15,-1 1 22-15,1 7-1 0,2 1-3 0,-2 0 2 0,-2 1 7 16,0 2 4-16,-1-1 1 0,2 0-9 16,-1 5 3-16,-3-4 1 0,3 0 7 0,-2-2-3 15,0-1 0-15,2-1 3 0,-3 0 4 0,-1-3-4 16,2-1-3-16,0 1 10 0,0-3-7 0,1 0-2 0,-1-1-18 16,0-3-47-16,-2 1-48 0,5 0-61 15,-5-7-59-15,0 10-58 0,2-5-48 0,-2-5-249 16,0 0-634-16,0 0 280 0</inkml:trace>
  <inkml:trace contextRef="#ctx0" brushRef="#br0" timeOffset="89683.93">14470 6170 24 0,'-9'-2'233'0,"9"2"-18"0,0 0-23 0,0 0-22 15,0 0-28-15,0 0-22 0,19-17-23 0,-2 7-32 16,10 2-34-16,-1-1-47 0,9-1-38 0,-2 0-54 0,1-1-78 15,1 0-200-15,-1 1 88 0</inkml:trace>
  <inkml:trace contextRef="#ctx0" brushRef="#br0" timeOffset="89916.73">15013 5925 73 0,'3'-6'270'0,"-3"6"-2"0,6-7-5 0,-6 7-14 0,3-6-10 15,-3 6-17-15,0 0-18 0,2-6-20 16,-2 6-23-16,0 0-17 0,0 0-11 0,0 0-21 15,0 0-5-15,0 0 9 0,0 0-5 0,4 25 2 16,-4-14 3-16,-2 6-8 0,0-5-14 0,1 5 9 0,-3-2-18 16,3-2 4-16,0 2-26 0,-1 2-2 0,0 1-6 15,2 0-3-15,-4-3-4 0,4 1-3 0,0-1-10 16,-1-2-4-16,2-4 4 0,-1 4-17 16,4-3-26-16,-4 0-27 0,0-2-41 0,2 0-42 0,-2-1-55 15,2 1-40-15,1 0-44 0,0-1-39 0,0 0-177 16,-1-1-510-16,2-1 226 0</inkml:trace>
  <inkml:trace contextRef="#ctx0" brushRef="#br0" timeOffset="90316.8">15049 5879 236 0,'4'-10'260'0,"1"-6"-13"15,4 3-15-15,7 0-7 0,0 2-12 0,2 0-7 0,-3 2-12 16,7 2-17-16,-3 0-12 0,-1 4-22 0,0-1-10 16,-5 3-17-16,0 1-10 0,0 1-11 0,0 3-6 15,0-1-1-15,-1 2-3 0,-1 0 0 0,-3 2-1 16,-6-2 8-16,7 4 2 0,-5-4-4 16,0 4 5-16,0-1-4 0,-4 3-6 0,-3-1 1 0,-2-2-9 15,-1 3-3-15,-1-1-7 0,-3 1-15 0,0-1-7 16,-1-2-2-16,2 1-14 0,-1-1-20 0,1-2-19 15,4 0-16-15,0-1-15 0,0 0-8 0,0 1-5 16,1 0-19-16,4-6-8 0,0 9-4 16,0-9 7-16,9 10 5 0,-4-6 3 0,4 1 6 0,-2-1 8 15,1-1 5-15,0 3 3 0,-2-3 4 16,0-1 4-16,-1 2 3 0,-5-4 4 0,10 5 2 16,-6-4 9-16,-4-1 7 0,6 7 13 0,-6-7 6 0,1 6 8 15,-1-6 3-15,0 0 2 0,-5 12 2 0,0-7-6 16,-4-2-2-16,-2 0-8 0,-2 1-25 0,-5 1-26 15,-5-1-52-15,-1 4-70 0,-3-4-63 0,-4 1-208 16,2-1-478-16,-3-2 211 0</inkml:trace>
  <inkml:trace contextRef="#ctx0" brushRef="#br0" timeOffset="91149.97">14784 5682 120 0,'0'0'119'0,"0"0"-11"16,0 0-8-16,18-15-11 0,-7 12-14 0,0-1-8 15,8-1-3-15,-1 0-10 0,-7 2 0 0,2-1 0 0,1 2-17 16,-1-1 3-16,1 1-8 0,4 0-1 0,0 0 2 16,1 1-7-16,2 1-3 0,8 0 0 0,3 0 9 15,3 1 11-15,1 3 5 0,3-6-5 0,12 5-1 16,-10-2-5-16,8 1-2 0,-9-1-3 15,10-1-3-15,-11 0 1 0,0-3 4 0,-3 3 1 0,-3 0 11 16,0-1-6-16,-4 1 5 0,-9 0 0 0,-1-3 0 16,-1 3-2-16,-6 0-4 0,-2-2 3 15,-3 2-3-15,-7 0 4 0,12 0-5 0,-6-1 0 0,-6 1-3 16,0 0-4-16,13 0-1 0,-13 0-8 16,0 0-17-16,0 0-28 0,0 0-55 0,0 0-43 0,0 0-56 15,0 0-126-15,-31-10-328 0,18 12 145 0</inkml:trace>
  <inkml:trace contextRef="#ctx0" brushRef="#br0" timeOffset="92499.46">15026 4820 138 0,'-1'-7'157'0,"1"7"-5"15,0 0-17-15,0 0-16 0,0 0-11 0,0 0-8 16,-2-8-14-16,2 8 0 0,0 0-1 0,0 0-10 16,0 0-4-16,0 0-5 0,0 0-5 0,4 32 6 15,-2-20-11-15,-2-1 1 0,2-1-9 0,-2 2-9 16,3-3-4-16,-2 1-2 0,-1-3-2 0,1 0-3 15,-1-7-3-15,2 9-1 0,0-3 1 0,-2-6-3 16,2 5 1-16,-2-5-3 0,12 2 0 0,-12-2-5 16,38-19-3-16,-4 3-5 0,19-12-8 0,29-14-25 15,1-1-19-15,3 4-24 0,-2-2-18 0,-1-2-36 16,-2 5-22-16,-24 12-110 0,1-2-277 0,19-14 122 16</inkml:trace>
  <inkml:trace contextRef="#ctx0" brushRef="#br0" timeOffset="93333.64">16638 4866 198 0,'0'0'184'0,"0"0"-9"15,0 0-8-15,0 0-13 0,0 0-19 16,0 0 2-16,0 0-13 0,-26 22-5 0,17-13-11 16,-1 7-10-16,-2-1-8 0,3 3-6 0,3-1-8 0,-2-3-9 15,4 4 1-15,1-3-11 0,3-4-6 0,0 2-5 16,3 0-8-16,-1-3 1 0,1 0-5 0,3 0-3 15,-1-2-2-15,3 0 1 0,0-1-6 0,0-2 0 16,1 0-3-16,1-2 0 0,2-1-2 16,-2-3-2-16,-10 1 2 0,19-3-2 0,-7-1-3 0,-2-1 1 15,1-2-3-15,-2-2 3 0,0 0-1 0,1-1-1 16,-3-4-1-16,1 1-2 0,-2-4-2 0,-1 1 2 16,-2-3-2-16,-6 2 2 0,2 2-3 0,-4-2-2 15,-2 1-4-15,1-1-1 0,-2 0 0 16,-2 5-3-16,2 1 2 0,-3-2-12 0,1 6-16 15,-1 0-18-15,0 4-24 0,-3 1-34 0,-3 4-18 0,3 1-26 16,-1 4-17-16,-3 2-159 0,4 2-352 0,4-2 156 16</inkml:trace>
  <inkml:trace contextRef="#ctx0" brushRef="#br0" timeOffset="93599.76">16994 4724 193 0,'1'-7'278'0,"-1"7"-19"0,0-12-22 0,0 12-28 15,0-10-17-15,0 10-25 0,0 0-16 0,0 0-16 16,0 0-19-16,0 0 0 0,0 0 10 0,0 0-6 0,0 0-12 16,0 43-4-16,-1-16-13 0,0 3-5 0,-2 2-6 15,1-2-10-15,-3 5-6 0,0-2-4 16,2 1-8-16,-1-1-3 0,0-1-4 0,0 0-6 15,1-3-2-15,1 1-4 0,-3-1-3 0,3-1-17 16,-3-3-18-16,1 1-36 0,-4 0-42 0,4-2-45 16,2 1-60-16,-1-6-38 0,-2 9-206 0,-1-9-467 0,3-2 206 15</inkml:trace>
  <inkml:trace contextRef="#ctx0" brushRef="#br0" timeOffset="94033.25">17130 4888 45 0,'10'0'100'0,"-4"4"-6"0,1 1-9 0,-2 2 0 15,0 4 0-15,-3-1-8 0,-4 3-10 0,-2 3-9 16,-6 1-19-16,-7 5-15 0,0-1-3 0,-4-1 1 15,-1-3-15-15,2 4-11 0,-3-5 0 0,5-4 3 16,4-4-3-16,1-1 4 0,4-2-3 0,3-1 2 16,-1 0 0-16,3-1 11 0,4-3 2 0,-7 3 0 15,7-3 11-15,0 0-1 0,0 0 3 0,0 0 6 16,30-7 10-16,-9-1-13 0,8-2 4 0,1 1 1 16,3-3-4-16,1-2 2 0,0 0 11 0,-1 2-9 15,0-2 6-15,-1 1-4 0,-1-3 7 0,-2 2 4 16,-2 0 6-16,-4-2 3 0,-4 6 6 0,-4-2-6 15,1-2-1-15,-5 2 5 0,-3 1 9 0,1 1 4 0,-4 0-1 16,-3 0 2-16,0-1 2 0,-2 1-2 16,0 1 6-16,0 9-14 0,-5-14 0 0,1 10-9 15,-2 0-5-15,6 4-8 0,-19 1-7 0,7 5-5 16,-2 3-3-16,-2 2-13 0,-2 6-7 0,3 4-20 16,0 3-37-16,2-1-44 0,3 1-41 0,5-6-34 15,2 8-45-15,-2-2-110 0,5-5-349 0,2 1 155 0</inkml:trace>
  <inkml:trace contextRef="#ctx0" brushRef="#br0" timeOffset="94249.97">17502 5110 145 0,'3'-8'263'0,"2"-2"-21"0,-1 1-12 0,0-2-16 15,1 2 5-15,-1-3-10 0,1 2-22 0,3 0-13 16,-2 0-12-16,-2 0-8 0,1 3-8 0,-1 2-29 15,0-1-7-15,0 1-16 0,-4 5-12 0,7-3-9 16,-7 3-6-16,11-2-8 0,-11 2-6 0,10 5-17 16,-3 2-5-16,0 0-8 0,-1 2-13 0,1 1-24 15,-3 3-29-15,2-1-43 0,-4-1-43 0,1 4-64 16,2-1-58-16,-4 0-147 0,2 0-430 0,1-1 190 16</inkml:trace>
  <inkml:trace contextRef="#ctx0" brushRef="#br0" timeOffset="94668.96">18165 4707 98 0,'0'-9'259'15,"-2"3"-5"-15,2 6-4 0,0-13-5 0,0 13-8 16,-1-9-15-16,1 9-21 0,0 0-19 0,0-9-20 15,0 9-14-15,0 0-22 0,0 0-8 0,0 0 0 16,0 0-5-16,0 41-11 0,-2-16-8 0,0 1-5 16,0 5-9-16,-2 0-10 0,0 1-2 0,0 0-7 15,-2 0-6-15,2-1-3 0,-1 1-7 0,1-4-4 16,-2 1-5-16,2-4-20 0,0 0-38 0,2-6-52 16,-1-1-53-16,-1 0-62 0,3-1-59 0,-2 3-233 15,1-4-520-15,-2-3 231 0</inkml:trace>
  <inkml:trace contextRef="#ctx0" brushRef="#br0" timeOffset="95105.84">18314 5012 160 0,'0'0'237'0,"-9"-3"-14"0,9 3-21 15,0 0-15-15,0 0-14 0,-15 12-17 0,11-8-14 16,0 2-14-16,2 0-14 0,-2 0-10 0,3 4-9 15,-1-2-12-15,2-8-5 0,3 16-9 0,1-10-6 16,-2 0-3-16,3 3-7 0,3-4-4 0,1 1-4 16,1-1-4-16,3-2-5 0,-3 0 0 0,4-3-7 15,-2 0-1-15,2-1-4 0,-3-3 4 0,1 2 3 16,-2-3-7-16,0-1 0 0,-2 2 5 0,1-5-5 16,-1 1 1-16,-2-3-7 0,2-3 4 0,-1 4-3 15,-2-5-2-15,1 5-1 0,-4 0 0 0,2 1 0 16,-1 2 1-16,-1 0-7 0,-2 7 2 0,3-10-6 15,-3 10-5-15,2-7-2 0,-2 7-3 0,0 0 1 16,0 0 3-16,0 0-3 0,0 0 0 0,0 0 1 16,18 14-1-16,-13-6 8 0,0-3-5 0,5-1 0 15,-1 4-4-15,1-3-3 0,1 1 0 0,0-2-4 16,2-1 6-16,3-2 0 0,-4 1 0 0,2-2 1 16,-3-3 4-16,0 0 7 0,-2 1 6 0,0-3 4 15,-1-1 2-15,-1-1 10 0,-3 0-7 0,-1-3 1 16,-2 0 5-16,-1 1-2 0,-1-3 1 0,-2 4 1 15,-1-3 1-15,-2 1-5 0,1-2-3 0,0 2-10 16,-3 3-11-16,0-4-7 0,0 3-28 0,2 0-17 16,-1 2-31-16,-2 3-41 0,0 0-50 0,2 0-49 15,7 3-200-15,-14 6-458 0,5-5 204 0</inkml:trace>
  <inkml:trace contextRef="#ctx0" brushRef="#br0" timeOffset="95350.06">18856 4798 2259 0,'4'-9'115'0,"1"-3"-3"0,-4 2-58 0,-1-2-6 15,3 4 25-15,-2 1 5 0,-1-2-6 0,0 9 1 16,1-10-14-16,-1 10-1 0,3-7-7 0,-3 7-1 16,1-7-2-16,-1 7-5 0,0 0 7 0,0 0 9 15,0 0 3-15,3 31 3 0,-4-13 3 0,-1 10-17 16,0 2-4-16,0 0-4 0,-1 4 3 0,0-2-7 15,-3-2-1-15,2 1 2 0,0-2-10 0,-1 2-6 16,2-5-26-16,-1-6-36 0,2 1-38 0,-1 4-42 16,-2-6-57-16,0-2-56 0,0-1-61 15,-1 1-196-15,1-7-528 0,-2 1 234 0</inkml:trace>
  <inkml:trace contextRef="#ctx0" brushRef="#br0" timeOffset="95566.75">18915 4863 184 0,'5'-4'173'15,"1"0"-12"-15,-1 2-16 0,-5 2 9 0,10-2-4 0,-10 2-6 16,12 2-6-16,-4 4 0 0,0-2-13 16,-1 5-10-16,0-1-8 0,-1 1-1 0,-1 3-13 15,-2-2-7-15,2 6-13 0,-5-4-11 0,0-1-26 16,-1 0-19-16,-3 2-29 0,0-2-49 0,-5-1-55 15,3 0-55-15,-6 0-138 0,-1 3-333 0,4-5 149 0</inkml:trace>
  <inkml:trace contextRef="#ctx0" brushRef="#br0" timeOffset="95965.94">19436 4800 158 0,'2'-8'313'15,"-2"8"-20"-15,-3-11-14 0,3 11-16 16,-5-11-21-16,-1 8-19 0,-7 1-10 0,0 3-28 16,-5 5-19-16,0 3-19 0,-1-1-13 0,-1 9-13 15,4-4-9-15,0 2-14 0,5-2-10 0,1 3-26 16,3-1-19-16,2-1-33 0,2-2-23 0,4 0-22 0,-1-1-16 16,4-1-5-16,2-1-7 0,1-2-12 0,0-1 5 15,1 1 6-15,1-5 8 0,-1 0 1 16,-8-2 8-16,13-1 7 0,-13 1 16 0,12-3 8 15,-12 3 12-15,7-6 16 0,-7 6 13 0,6-4 11 16,-6 4 6-16,7-4 0 0,-7 4-3 0,0 0-6 16,5-3-6-16,-5 3-4 0,0 0-6 0,0 0-3 0,0 0 1 15,8 8-6-15,-8-8 5 0,4 17 0 16,-1-6 3-16,-2 6-2 0,0 0 6 0,-1 1 2 16,-2 0 9-16,1 0-1 0,-5 1 9 0,3-1 1 15,-6 1 3-15,1-1 2 0,-2 5 5 0,-2-7-3 16,0 0-8-16,-6 3-1 0,1-6-6 0,-3 5-3 0,-3-1-17 15,5-5-27-15,-5 3-28 0,5-4-40 0,-1-3-48 16,0 1-56-16,3-5-46 0,-3 0-222 16,2 0-492-16,7-4 219 0</inkml:trace>
  <inkml:trace contextRef="#ctx0" brushRef="#br0" timeOffset="96851.67">19620 4885 192 0,'-1'-12'299'0,"-3"2"-28"0,2 2-14 0,-2 2-16 16,-1 0-19-16,-4 4-23 0,0-2-11 0,-4 4-19 15,-5 6-14-15,-2 2-15 0,-6 5-16 0,3 5-9 16,-4 2-10-16,4-1-17 0,7 0-4 0,-2 1-8 16,8-2-9-16,1-1-9 0,2-2-3 0,5 0-6 15,-1-2-8-15,4-1-14 0,1-2-8 0,3 0-5 16,-1-2-8-16,5-2-4 0,0-1-1 0,-2-1-2 15,7-2-1-15,-2-2 4 0,-1-3 1 0,1 2 2 16,-1-4-1-16,-2 1 9 0,4-3 7 0,-5 1 3 16,1-4 1-16,1-1-2 0,-4 1 2 0,2-5-2 15,-3 1 0-15,3 3-3 0,-3-2 5 0,-3 2 1 16,2 1 3-16,-1 0 6 0,-1 1-1 0,0 2-14 16,0 1-2-16,-2 6-2 0,3-11 0 0,-3 11-9 15,2-5-2-15,-2 5-3 0,0 0-1 0,0 0 3 16,0 0-3-16,0 0 1 0,0 0 4 0,-2 29-6 15,1-17 5-15,-1-1-1 0,1 0 1 0,-2 2-6 16,2-3-2-16,2 2 9 0,1-3-1 0,-1-1 0 16,0-3-4-16,8 5 2 0,-4-6 2 0,0 1 3 15,4-1-1-15,0-2 1 0,4 0 1 0,-1-2-7 16,0-2-5-16,1 0-1 0,1-1 4 0,-2 0 4 16,-1-3-6-16,2 0 3 0,-4-1 3 0,0 0-3 15,1-2 4-15,-1 1-2 0,-3 0 1 0,2-2 2 16,0-1-5-16,-5 0 10 0,3 0-9 0,-3 1 5 15,3 0-5-15,-4-1 3 0,1 4 2 0,-2 1 2 16,-1 6-2-16,6-10-1 0,-6 10-3 0,3-6-1 16,-3 6 0-16,1-6-3 0,-1 6-5 0,0 0-3 15,0 0 2-15,0 0 5 0,0 0 1 0,0 0-4 16,0 0 4-16,-2 28 2 0,-1-19-5 16,-1 0 6-16,3-1-2 0,-1-1 6 0,0 2-11 0,2-9 4 15,0 13 3-15,0-13-2 0,2 12 0 0,-1-5 0 16,-1-7 4-16,2 9-1 0,2-6 0 0,-4-3 0 15,8 7 0-15,-8-7 2 0,6 1-1 0,-6-1 3 16,8 0-6-16,-8 0 2 0,11-3 2 0,-11 3-1 16,12-6 5-16,-7 2-8 0,0 1 9 0,4-3-4 15,-5 0-2-15,2-2-1 0,1 2 1 0,-1-3 9 16,0 2-12-16,1-1 0 0,-3 1 3 0,1 3 2 16,-3-2-4-16,-2 6-2 0,7-8 4 0,-7 8-1 15,7-4-7-15,-7 4 7 0,3-5-11 0,-3 5-1 16,0 0 0-16,0 0 6 0,0 0-1 0,0 0 0 15,0 0-3-15,0 0 1 0,0 0 2 0,10 10 3 16,-10-10-1-16,1 7-4 0,-1-7 2 0,3 6 0 16,-3-6 1-16,3 5 2 0,-3-5 4 0,3 7-5 15,-3-7 4-15,8 4 2 0,-8-4 2 0,8 3-2 16,-2-1 3-16,-6-2-3 0,17 1 1 0,-7-1 3 16,-1 1-5-16,2-2-1 0,0 1 1 0,-2 1-8 15,1 1 5-15,-1-2-3 0,-3 1 1 0,1 1 4 16,0 1-6-16,-1-1-2 0,-2 3 5 0,-4-5-2 15,9 9-1-15,-5-3 2 0,-1-2-1 0,-1 3-1 16,1 0-4-16,-2-1-13 0,-1-6-25 0,1 13-30 16,-1-7-27-16,0-6-55 0,0 9-36 0,0-9-61 15,-2 8-223-15,2-8-516 0,-8 5 228 0</inkml:trace>
  <inkml:trace contextRef="#ctx0" brushRef="#br0" timeOffset="97040.37">19853 4669 2769 0,'-13'-5'80'16,"2"-2"11"-16,-2 3-41 0,7 1-28 0,-1 0-9 16,1-1-14-16,6 4-20 0,-9-3-12 0,9 3-11 15,-8-3-19-15,8 3-25 0,0 0-46 0,0 0-71 16,0 0-201-16,0 0-441 0,37 1 195 0</inkml:trace>
  <inkml:trace contextRef="#ctx0" brushRef="#br0" timeOffset="98199.73">18372 5379 13 0,'0'0'122'0,"-12"-2"-13"0,12 2-10 16,-10-1-11-16,10 1-8 0,0 0-6 0,0 0-5 15,0 0-10-15,0 0-1 0,0 0 3 0,35 13 5 16,-1-6-8-16,18 2-2 0,11-5-3 0,34 1-5 16,11 0-4-16,8-3-4 0,5-3-13 0,8-4-10 15,12-3-5-15,-2 2-7 0,7-3-16 0,2 6 5 16,-2 0-16-16,-4-6-7 0,-16 5-8 0,-2 0-2 15,-11 1-7-15,-10 1-14 0,-11-2-19 0,-32 8-77 16,-5-3-167-16,-5 0 75 0</inkml:trace>
  <inkml:trace contextRef="#ctx0" brushRef="#br0" timeOffset="100140.29">12147 5764 33 0,'0'0'76'0,"0"0"-22"15,0 0-1-15,0 0 1 0,10 3-12 16,-10-3-1-16,0 0-18 0,0 0-8 0,0 0-15 16,0 0-17-16,0 0-12 0,0 0-29 0,0 0-63 15,3 6 29-15</inkml:trace>
  <inkml:trace contextRef="#ctx0" brushRef="#br0" timeOffset="105131.73">15393 6296 20 0,'0'0'51'0,"0"0"-34"16,0 0-32-16,0 0-16 0,0 0 7 0</inkml:trace>
  <inkml:trace contextRef="#ctx0" brushRef="#br0" timeOffset="108384.34">11864 7479 139 0,'0'0'193'0,"-2"-9"-9"0,2 9-8 0,-3-5-8 16,3 5-5-16,0 0-5 0,-2-8-10 0,2 8-13 16,0 0-8-16,0 0-14 0,-4-7-15 0,4 7-6 15,0 0-10-15,0 0-7 0,0 0-4 0,0 0-20 16,0 0 2-16,0 0-5 0,0 0-5 0,0 0-6 16,0-6-4-16,0 6 1 0,0 0-6 0,0 0-2 15,0 0-1-15,0 0-6 0,0 0 2 0,0 0 2 16,0 0 1-16,0 0 2 0,0 0-2 0,0 0 2 15,0 0 4-15,0 0 4 0,0 0-2 0,0 0-1 16,0 0 3-16,0 0 1 0,0 0 6 0,0 0-7 16,0 0-2-16,0 0-2 0,0 0-2 0,0 0-3 15,0 0 1-15,0 0-4 0,-5-6 0 0,5 6-4 16,0 0-5-16,0 0 1 0,0 0-3 0,0 0-4 16,0 0 0-16,0 0-3 0,0 0-3 0,0 0-3 15,0 0 4-15,0 0-3 0,-14 23 1 0,6-5 0 16,-1 0 1-16,-3 5 0 0,-1-1-1 0,-1 3 1 15,1-1-1-15,0 1 2 0,-1-3 3 0,4-4-3 0,2 0 1 16,1-2-4-16,0-3 3 0,2 2-4 0,-2-4 2 16,4-2 1-16,-1 2 0 0,-1-2-1 0,1 1-1 15,1-3-1-15,1-2 3 0,2-5 2 0,-4 10-1 16,4-10 1-16,-3 7 1 0,3-7 0 0,-2 6-1 16,2-6 4-16,0 0 0 0,0 0-1 0,0 0-3 15,0 0-12-15,0 0-1 0,9-29-5 0,-3 9 1 16,4-5-1-16,3-1 1 0,0-4-1 15,0 1 0-15,3 0-5 0,1-3 3 0,-4 0-9 0,3 0 6 16,0 0-1-16,2-1 3 0,-3 2 2 0,1-1 1 16,-1 2 2-16,-1 2-1 0,-1 1 0 0,-3 8 6 15,-3 2 1-15,-1 1 1 0,-1 7 10 0,1-1-2 16,-4 2-7-16,2 3 2 0,-4 5 0 0,3-8-5 16,-3 8-1-16,5-5 3 0,-5 5-4 0,0 0 0 15,11 15 5-15,-7-3 8 0,4 6 0 0,-3 7-3 16,3 2 7-16,-3 3 2 0,-1-1 5 0,0-2 1 15,3 3-1-15,-6-2 4 0,5 1-5 0,-2 1 1 16,-1-11 1-16,3 6-2 0,-2 0-1 0,0 0-1 16,0-8-3-16,-2-2 0 0,0 4-1 0,3-3 1 15,-1 1 4-15,-4-4-24 0,4-1-18 0,-2 0-24 16,1-3-30-16,-2 4-32 0,3-3-28 0,-2-1-28 16,0-1-33-16,-2 0-173 0,0-8-408 0,-2 12 182 15</inkml:trace>
  <inkml:trace contextRef="#ctx0" brushRef="#br0" timeOffset="108566.57">11747 7622 92 0,'0'0'210'0,"0"0"-29"0,0-9-23 0,0 9-24 15,11-12-12-15,7 4-31 0,-1 0-26 0,8-1-37 16,2-3-35-16,3 2-17 0,3 1-36 0,-1 2-32 15,1-2-58-15,2 2-162 0,0 1 72 0</inkml:trace>
  <inkml:trace contextRef="#ctx0" brushRef="#br0" timeOffset="108833.11">12336 7422 152 0,'0'0'222'15,"0"-7"-6"-15,0 7-9 0,0 0-11 0,0 0-7 16,-5-11-9-16,5 11-11 0,0 0-14 0,0 0-9 0,0-9-17 15,0 9-12-15,0 0-15 0,0 0-6 0,0 0-15 16,0 0 6-16,0 0-13 0,-9 20 1 16,5-3-2-16,-5 6-5 0,-2 3-4 0,1 2-2 15,-1-2-3-15,2 2-4 0,0 1-1 0,3 1-10 0,0-5-5 16,-2 2 4-16,4-1-1 0,1-1-7 0,1-8-3 16,-3 2-1-16,2 2-3 0,3-3 0 15,0 1-5-15,-1-1-4 0,2 1 1 0,-1-2 0 0,0 0-3 16,-1-7-3-16,2 8-15 0,1-7-10 0,-2 2-1 15,1-1-27-15,0-1-31 0,-1-2-36 0,2 1-36 16,0-1-42-16,0-2-28 0,-1-1-39 0,-1-6-156 16,0 9-438-16,0-9 193 0</inkml:trace>
  <inkml:trace contextRef="#ctx0" brushRef="#br0" timeOffset="109000.95">12165 7758 106 0,'4'-11'194'16,"-2"5"-26"-16,3 0-13 0,3-1-19 0,2-3-21 15,3 1-21-15,5-1-43 0,7-3-47 0,5-3-47 16,3 2-51-16,-1 2-54 0,14-7-160 0,-9 9 71 16</inkml:trace>
  <inkml:trace contextRef="#ctx0" brushRef="#br0" timeOffset="109144.73">12946 7561 220 0,'6'2'210'0,"-6"-2"-18"0,0 0-25 0,0 0-16 0,8 1-13 16,-8-1-13-16,0 0-20 0,14-3-34 0,-5 3-31 16,2 0-49-16,2-1-45 0,5-2-56 0,-5 3-98 15,1 0-225-15,-1 0 100 0</inkml:trace>
  <inkml:trace contextRef="#ctx0" brushRef="#br0" timeOffset="109299.2">12965 7707 208 0,'-9'6'255'0,"-3"0"-20"16,6-1-15-16,1-2-18 0,-1-1-18 0,6-2-21 16,-7 3-17-16,7-3-17 0,0 0-10 0,-3 9-10 15,3-9-8-15,16 4-21 0,3-3-32 0,5 0-59 16,9-2-69-16,6-4-77 0,-1 1-169 0,16-6-352 15,-18 5 156-15</inkml:trace>
  <inkml:trace contextRef="#ctx0" brushRef="#br0" timeOffset="110366.51">14478 7464 35 0,'-6'-7'226'0,"6"7"-5"0,-5-7-10 15,5 7 0-15,-4-6-8 0,4 6-12 16,-5-7-14-16,5 7-8 0,-2-12-17 0,1 6-15 15,1 6-11-15,1-17-15 0,4 8-9 0,-1-1-12 16,1 1-11-16,3 2-7 0,-1-5-8 0,2 5-6 0,2 0-10 16,0 1 2-16,-1-1-10 0,1 2-6 0,-2 2-4 15,2 1-2-15,-2-1 13 0,-2 3-8 16,-7 0-4-16,18 3-2 0,-9 1-3 0,2 1-1 16,-4 1-5-16,0 2-1 0,-3 1 0 0,2 2 0 15,-3 2-2-15,-3 3-2 0,-2 0-3 0,-3 1 2 0,-1 1 3 16,-3-2-5-16,2-1-2 0,0 0-5 0,-1-1-4 15,1-2-1-15,1-3-2 0,0 0-8 16,3-1-7-16,1 1 3 0,-2-3-13 0,4 0-3 16,0-6 5-16,0 10-3 0,4-3-2 0,-1-2 5 0,3-2 2 15,4 3 2-15,-1 0 2 0,0 0 1 0,2 2 8 16,0-3-4-16,5 4 2 0,-7-2 1 0,1-1 0 16,-1 1-1-16,-1 1 3 0,0-4 2 15,-3 6 0-15,0-4 2 0,-3 3-1 0,-2-1 5 16,0 1 3-16,0-9 8 0,-11 13 8 0,2-3 0 0,-5-1-1 15,-3 0 2-15,-8 2 2 0,4-3-1 0,-8 1-1 16,10-6 3-16,-3 4-4 0,0-4-4 0,3-1 0 16,0 1-1-16,0 1-19 0,6-4-20 0,-1 2-29 15,4-2-39-15,10 0-44 0,-13 1-58 0,5-1-205 16,8 0-438-16,0 0 194 0</inkml:trace>
  <inkml:trace contextRef="#ctx0" brushRef="#br0" timeOffset="110733.51">14953 7467 47 0,'0'0'270'0,"0"0"-22"16,0-10-19-16,0 10-16 0,0 0-13 0,0 0-16 16,0 0-13-16,-12-3-12 0,12 3-13 0,0 0-8 15,0 0-13-15,-10 19-12 0,5-9-3 0,4 3-8 16,-4 0-13-16,1 3-8 0,2 1-10 0,-1 0-3 15,3-2-5-15,0 4-8 0,0-6-8 0,3-1-1 16,-1 1-5-16,4-2-5 0,-2 0-5 0,1 0 0 16,1-1-5-16,1-2-2 0,-1-2-3 0,3-1-6 15,-2 2-6-15,2-4 3 0,0-1-4 0,-9-2-4 16,18-4-2-16,-8-1 3 0,1-3 3 0,-3 2-4 16,2-4 2-16,2-5 1 0,-3 2 2 0,-4-2 3 15,0 0 2-15,0 0-2 0,-4-3 1 16,-1 0-2-16,2 2-5 0,-6 0 2 0,-1-1-2 0,-2 2-3 15,1-1-1-15,2 5-4 0,-1 0-9 0,-3 0-20 16,1 2-22-16,2 1-30 0,-2 3-34 0,1 0-46 16,-1 2-35-16,7 3-33 0,-11-5-181 0,11 5-447 15,-13 5 198-15</inkml:trace>
  <inkml:trace contextRef="#ctx0" brushRef="#br0" timeOffset="111033.21">15308 7467 30 0,'0'0'234'0,"2"6"-14"0,-2-6-12 0,0 0-10 15,-4 13-11-15,4-13-15 0,-5 14-11 0,3-4-12 16,1-2-17-16,0 3-10 0,1-2-16 0,1 2-10 16,0-3-8-16,1-1-9 0,3 3-8 0,0-1-7 15,0-1-2-15,0 1-13 0,4-2 6 0,0 1-13 16,0-3-3-16,4 0-1 0,-2-1-7 0,5-2-3 15,-4-2 2-15,8-3 0 0,-9 0 2 0,2-4 2 16,-2 4 8-16,0-3 11 0,-2-2 6 0,1-1-2 16,-4 0 1-16,-1 0-9 0,-1-4-4 0,-1 3 1 15,-2-2 0-15,-2 0-5 0,-3 0-3 0,0 0-6 16,-4 0-6-16,-1-1-6 0,1 3-12 0,-5-1-19 16,0 6-23-16,0-1-20 0,2 2-36 0,-3 3-37 15,1-1-36-15,1 4-39 0,2-1-34 0,0 4-179 16,-2-2-451-16,4 4 200 0</inkml:trace>
  <inkml:trace contextRef="#ctx0" brushRef="#br0" timeOffset="111350.26">15719 7455 69 0,'0'0'266'0,"9"-1"-13"15,-9 1-17-15,0 0-18 0,0 0-15 0,0 0-17 16,0 0-12-16,6 6-5 0,-6-6-10 0,-4 14-19 15,3-6-12-15,-2 3-10 0,1-1-12 0,-1 1-11 16,6-1-9-16,-2 1-12 0,0-1-5 0,3 2-5 16,4-2-9-16,-3 1-1 0,6-2-6 0,1-4-6 15,-2 2-6-15,9-3-1 0,-7-1-1 0,1 0-1 16,3-5 1-16,3 0-4 0,-6 0 5 0,4-2 11 16,-6 0-5-16,2-1 10 0,-4-2 0 0,0 1 0 0,-1-1-1 15,-1-3 6-15,-2 0-8 0,-2-1-6 16,0 0-7-16,-2-1-2 0,-4 0-5 0,3 1 1 15,-4-3-6-15,2 3-5 0,-2 0-8 0,-2 1-26 16,1 4-28-16,-3-3-36 0,0 2-40 0,-3 4-58 16,-1 3-66-16,-1 0-57 0,-8 5-179 0,-5 3-520 15,1 3 230-15</inkml:trace>
  <inkml:trace contextRef="#ctx0" brushRef="#br0" timeOffset="111820.47">14401 8138 123 0,'-10'0'253'0,"10"0"-15"15,-9-2-16-15,9 2-20 0,-8-1-21 0,8 1-18 0,0 0-17 16,0 0-11-16,0 0 12 0,23 4 1 0,12-1 0 15,27 1 1-15,41-1-3 0,13-5-7 0,7 0-8 16,2-5-12-16,10-2-13 0,3-2-9 16,-4-1-11-16,-2 2-9 0,-6 0-16 0,-9-2 2 0,-11 3-4 15,-10-2-6-15,-30 3-7 0,25-3 5 0,-32 4-12 16,3 3-8-16,-2-5-5 0,-1 3 3 0,-9 0-2 16,-10 2 0-16,-7-2 2 0,-5 3-12 0,-7 0-4 15,-4 2-1-15,-4-1 2 0,-1 4-6 0,-5-4-8 16,0 0-5-16,-7 2-26 0,10-1-34 0,-10 1-36 15,0 0-32-15,0 0-42 0,0 0-44 0,-29 12-40 16,-1 1-204-16,-5-1-500 0,-14 3 221 16</inkml:trace>
  <inkml:trace contextRef="#ctx0" brushRef="#br0" timeOffset="112216.15">14414 8739 42 0,'2'-18'311'0,"0"-2"-8"0,-4 4-23 0,2-4-10 16,-1 9-6-16,1-2-5 0,-1 1-7 0,2 3-18 16,-1 3-8-16,0 6-18 0,0-14-22 0,0 14-16 15,-1-8-25-15,1 8-20 0,0 0-10 16,0 0-18-16,0 0-6 0,0 0 0 0,0 0-6 0,0 0 1 16,4 43-10-16,-4-23 1 0,0 5-7 0,-2 4-7 15,2 0-10-15,2-2-2 0,-4 1 1 0,1-1-2 16,-3 0-10-16,4-2-1 0,-2 0-2 0,0 0 5 15,2-6-20-15,-2-2-14 0,2 2-20 0,0-4-31 16,0 2-50-16,0-5-42 0,0 2-60 0,0-3-65 16,0 0-42-16,2 0-278 0,-2-2-629 0,2 0 278 15</inkml:trace>
  <inkml:trace contextRef="#ctx0" brushRef="#br0" timeOffset="112434.5">14652 8837 247 0,'6'-5'283'0,"-4"1"-13"15,5-2-11-15,-1 2-19 0,2-2-14 0,3 1-14 16,0-2-18-16,3 0-14 0,3 0-22 0,3 0-14 16,-1 2-15-16,0-1-17 0,8-1-10 0,-5 1-8 15,-2 2-10-15,2 2-28 0,-2-4-22 0,-3 5-45 16,-2 0-41-16,-2-1-49 0,0 2-53 0,-2 0-48 0,1 0-43 15,-6 2-132-15,-6-2-408 0,10 0 181 0</inkml:trace>
  <inkml:trace contextRef="#ctx0" brushRef="#br0" timeOffset="112633.72">14924 8623 298 0,'-5'-5'316'0,"2"0"-4"0,-1-2-8 16,4 7-8-16,-4-7-37 0,4 7-27 0,0 0-21 0,-3-7-20 15,3 7-20-15,0 0-29 0,0 0-2 0,0 0 12 16,0 0-5-16,0 26-10 0,0-9 3 0,2 3-34 16,-1-1-9-16,1 7-6 0,2-1-12 15,-1 1-2-15,2 1-14 0,-2-8-27 0,0 6-49 0,0-6-60 16,0 7-68-16,0-2-79 0,-3-5-90 0,0-1-230 16,0 0-585-16,0-3 258 0</inkml:trace>
  <inkml:trace contextRef="#ctx0" brushRef="#br0" timeOffset="115092.07">15701 8558 102 0,'-7'-2'188'0,"7"2"-6"16,-14-5-10-16,14 5-11 0,-13 2-12 0,2-1-3 16,2 3-5-16,-1 2-5 0,-2 1-9 0,0 6-6 15,1 3-5-15,-3-2-7 0,-4 9-8 0,7-5-10 16,-1 6-8-16,1-8-4 0,7 3-13 0,-1-5-3 16,1 3-6-16,3-5-6 0,1-1-8 0,0 2-1 15,1-3-6-15,3 0 1 0,0 1-8 0,1-1 1 16,5-4-2-16,-1-2 0 0,3 1-6 0,0-3 1 15,3-2-3-15,4-2 5 0,2-3 0 0,4-2 3 16,-6 1-2-16,5-7 0 0,-6 2-1 0,5-5 0 16,-9 5-5-16,1-3 6 0,-1-1-1 0,0-1-5 15,-6 0 2-15,1-1 2 0,-5 1-3 0,0-3-7 16,-3 3 3-16,-2-1 2 0,-1-1-5 0,-1 3 0 16,-4-3-3-16,0 3 1 0,-1 0-4 0,-2 1 0 15,2 4-2-15,-1 0 0 0,0 0 0 0,-2 5-1 16,0-1-4-16,1 2-3 0,-3 1-2 0,3 1 7 15,-1 3-17-15,-1 0-15 0,1 2-27 0,0 2-24 16,-1 0-35-16,2 0-41 0,4 2-31 0,-2 2-34 16,6 2-179-16,0 2-433 0,3-1 192 0</inkml:trace>
  <inkml:trace contextRef="#ctx0" brushRef="#br0" timeOffset="115264.27">16010 8667 187 0,'0'0'272'0,"0"0"-9"0,0 0-8 16,0 0-14-16,0 0-17 0,0-9-17 0,0 9-25 15,0 0-20-15,0 0-17 0,0 0-26 0,0 0-38 16,0 0-50-16,0 0-58 0,0 0-65 0,0 0-55 16,0 0-18-16,0 0-26 0,0 0-101 0,0 0-315 15,0 0 140-15</inkml:trace>
  <inkml:trace contextRef="#ctx0" brushRef="#br0" timeOffset="115600.48">16193 8551 22 0,'-2'-9'245'0,"2"9"-8"16,-2-9-10-16,2 9-11 0,-3-6-6 16,3 6-27-16,0 0-15 0,0 0-17 0,0 0-11 15,0 0-9-15,0 0-4 0,0 0-5 0,-14 15-4 16,11-4-19-16,0 0-7 0,0 0-15 0,1 6-4 0,-1-3 0 15,3 3-14-15,1-5-8 0,2 2-6 0,2 0-3 16,0-2-2-16,1-1-4 0,2 0-1 16,3-1-6-16,-2-1-3 0,2-3 3 0,-3-2-9 15,2 2-1-15,-2-3 0 0,3-3-5 0,-3 1 1 0,2-2-2 16,-10 1 3-16,17-7-6 0,-11 3 1 0,2-3-2 16,1-1 4-16,-3 0-5 0,-1-1 2 0,-1-2-2 15,0 1-1-15,-3-3-1 0,0-3-1 16,-1-1-1-16,-2 2 1 0,-2 1-6 0,0 2 2 0,-1 1-3 15,0 2-4-15,-3-2-3 0,2 1-11 0,-3 2-14 16,0 0-16-16,-2 3-21 0,-1 2-20 0,-2 3-24 16,1 0-32-16,0 2-24 0,-5 4-29 0,-1 4-34 15,3 0-128-15,-1-1-390 0,8 0 173 0</inkml:trace>
  <inkml:trace contextRef="#ctx0" brushRef="#br0" timeOffset="115850.23">16563 8454 242 0,'3'-5'338'0,"-2"-4"-22"16,-1 9-16-16,3-8-25 0,-3 8-27 0,0 0-19 16,1-8-29-16,-1 8-8 0,0 0-12 0,0 0-16 15,0 0-7-15,0 0-17 0,0 0-8 0,-4 34-16 16,0-17-8-16,0 3-16 0,1 4-5 0,-4 2-11 15,5-6-10-15,-2 4 4 0,1 1-13 0,1 2-27 16,-1-3-34-16,1-4-40 0,0 0-46 0,0-1-47 16,2 6-50-16,1-7-61 0,0 1-42 0,1-2-180 15,-1 0-508-15,3-2 225 0</inkml:trace>
  <inkml:trace contextRef="#ctx0" brushRef="#br0" timeOffset="116117.19">16834 8507 2729 0,'3'-17'126'15,"-3"0"-22"-15,-1 4-7 0,1 4-18 0,0-1 10 16,0 4-19-16,0 6-11 0,1-12-8 0,-1 12-9 16,0-8-7-16,0 8-5 0,0 0-8 0,0 0-5 15,-1-11-3-15,1 11-4 0,0 0 4 0,0 0-1 16,15 17-5-16,-6-10 4 0,1 1 8 0,-1 2-7 0,3 1-5 15,-1 3-6-15,1-2 5 0,3 2 0 16,-5 1-3-16,4-2-2 0,0-1-1 0,-2 2-24 16,0-1-43-16,-1-2-36 0,-1 3-50 0,-1-4-40 15,0 0-49-15,-1-1-40 0,-2 0-157 0,0 1-475 0,-1-5 210 16</inkml:trace>
  <inkml:trace contextRef="#ctx0" brushRef="#br0" timeOffset="116316.36">17107 8415 143 0,'-3'-9'304'0,"1"2"-12"0,-1 3-19 15,3 4-18-15,-6-10-18 0,6 10-18 0,-11-3-15 16,11 3-20-16,-18 8-4 0,4 2-12 0,-2 4-17 16,-7 5-15-16,2 5-12 0,-2 1-12 0,0 0-9 15,-1 3-18-15,2 1-22 0,1-2-41 0,0 4-44 16,2-2-55-16,0-1-61 0,3 0-66 0,1 0-76 15,3-2-143-15,2 0-458 0,4-10 204 0</inkml:trace>
  <inkml:trace contextRef="#ctx0" brushRef="#br0" timeOffset="116783.21">17463 8365 2 0,'3'-9'325'16,"2"-1"-36"-16,2 0-29 0,4 1-27 16,3-2-20-16,1 1-21 0,2 3-14 0,2 1-19 0,-1 3-14 15,-5 0-16-15,4 2-11 0,-4 1-14 16,0-2-11-16,1 4-9 0,-2-1-10 0,-1 3-8 0,-2 2-3 15,0 0-7-15,-3 2-5 0,-3-2-2 0,2 4-11 16,-5-1-1-16,-3 4-2 0,-3-2-8 0,0 7 0 16,-2-4-5-16,0 1-7 0,-3-1-9 15,2 1-8-15,2-5-12 0,1 1-16 0,-1 0-7 0,3-2-6 16,0 1-4-16,0-1-9 0,3 1 2 0,2-1-1 16,-1 1 0-16,1-2 10 0,3 2 2 0,1 2 2 15,0-2 7-15,2-1 5 0,-1 0 4 0,2-1 0 16,-2 1 2-16,3-1 3 0,-4-1 1 0,2 3-1 15,-1-3 1-15,0 0 8 0,-3-1-4 0,2 1 17 16,-4 1 7-16,0-3 4 0,-1-5 14 0,0 12 1 16,0-12 0-16,-10 13 10 0,4-8-7 0,-2 0 2 15,-3 0-4-15,-1 3 0 0,1-4-6 0,-7 1 5 16,5-1-8-16,0 1-3 0,-3-1-17 0,2-1-20 16,2-2-25-16,-1 2-39 0,1-2-38 0,0 1-39 15,-1-4-57-15,4 2-122 0,9 0-366 0,-14-4 162 16</inkml:trace>
  <inkml:trace contextRef="#ctx0" brushRef="#br0" timeOffset="118133.53">18051 8346 152 0,'1'-5'230'0,"2"-1"-6"0,-3 6-8 16,3-10-6-16,-2 4-1 0,-1 6-4 0,0 0-10 0,2-12-9 15,-2 12-12-15,0 0-10 0,3-7-9 0,-3 7-11 16,0 0-7-16,0 0-11 0,-4-10-14 0,4 10-9 16,0 0-7-16,0 0-6 0,0 0-9 0,-18 7-7 15,13-1-7-15,-4-2-9 0,1 4-3 0,1-1-4 16,0 0-4-16,0 6 7 0,-1 1-16 0,2 1-5 15,-1 4-3-15,2-6-7 0,0 3 2 0,1-3-5 16,4 4 1-16,0-1-4 0,0-4-2 0,4 1-1 16,0-4 1-16,1 4-4 0,1-3 0 0,1 1-4 15,2-2 0-15,-1-3-10 0,3 1-4 0,-1-1-6 16,3 0-2-16,-3-5-6 0,3 2 1 0,0-1 1 16,-3-2-5-16,4-2-1 0,-1 2 3 0,-1-3 0 15,-1 0 0-15,-1-1 8 0,0-2 0 0,-1 0 1 16,-1-1 1-16,-1 0 11 0,0-3-9 0,-2-1 0 15,-1 0 4-15,0 1-2 0,-2-6-3 0,-1 0 5 16,-1 5 0-16,-1-6 0 0,0 2 1 0,-2 3-3 16,-1-4 5-16,1 5-3 0,-1-1 1 0,-1 0 1 15,0 1 2-15,-1 2-1 0,1-3 0 0,-1 5-2 16,2 2 4-16,-5-3-2 0,4 5-3 0,0-2-1 16,0 1 4-16,-2 0-3 0,7 4 4 0,-10-5-2 15,10 5-2-15,-7-4-1 0,7 4 1 0,-6-4-3 16,6 4-10-16,0 0-7 0,0 0-2 0,0 0-2 15,0 0-1-15,0 0 2 0,0 0 2 0,31 1-2 16,-12 1 4-16,3-1-1 0,7-4 4 0,-7 2-1 16,6 0 6-16,-7 0-2 0,-1 0-1 0,0-3 5 0,-3 4 3 15,-4-3 1-15,-2 3 3 0,-3 0-5 16,1 0 3-16,-9 0-1 0,13 1 1 0,-13-1 1 16,10 0 1-16,-10 0-2 0,8 0 4 0,-8 0 4 15,6 7 12-15,-6-7 2 0,4 11 3 0,-3-4 2 0,-1 0 12 16,-1 3-4-16,-2 0 0 0,-2 6 3 0,3-4 0 15,-5 3-2-15,1 2 1 0,2-2-3 16,2-4 0-16,-2 7-6 0,0-7-1 0,1 3 0 16,2-3-3-16,1 1 0 0,-1-3-3 0,2 1-1 0,0-2-5 15,2-1 3-15,-1 0 0 0,2 0-3 0,-1-3 4 16,1 1-2-16,1 0-1 0,2 0-5 16,-2-3 1-16,5 1-5 0,-3-2 1 0,5-1-3 15,-12 0 3-15,19-1-5 0,-8-2 4 0,-2 1-3 0,2-3 4 16,-5 2-1-16,5-3 0 0,-4 3 1 0,-2-2 2 15,0 1-6-15,4-5-1 0,-3 3-3 0,2-3-2 16,-1 0 4-16,-4 3-6 0,4-2-2 0,-1-1-2 16,-1 0-2-16,0-4 1 0,-1 4 5 0,0 1-2 15,0-3 2-15,-3 3-1 0,-1-2 5 0,3 2 3 16,-3 1-3-16,0 7 3 0,1-13-3 0,0 6 6 16,-1 7-2-16,-2-15 1 0,-1 10-1 0,3 5 0 15,-6-12-1-15,1 6 0 0,1-1 2 0,-3 2 2 16,1-3-3-16,1 3 2 0,-1 0 4 0,0 0 1 15,0 1-6-15,6 4-1 0,-10-7 5 0,5 3-1 16,-2 0-3-16,7 4 4 0,-10-5-2 0,5 2 2 16,5 3 0-16,-8-5-2 0,8 5 0 0,-5-4 1 15,5 4-1-15,0 0 2 0,0 0 0 16,-8-1 0-16,8 1 1 0,0 0-3 0,0 0-6 0,0 0-2 16,0 0-5-16,0 0 0 0,0 0 1 0,0 0 2 15,0 0 0-15,23-2 3 0,-11 2 0 0,1 0-1 16,6 0 3-16,0-1 6 0,-1-1 0 0,2 2-2 15,-1-1 0-15,0-1 2 0,-6 1-1 0,2 0-3 16,-3-1 2-16,0 2 2 0,-2-1-2 0,0 1 3 0,-10 0 3 16,14 0-4-16,-7 0 2 0,-7 0-1 0,12 0-1 15,-12 0 0-15,8 0-4 0,-8 0 1 16,8 3 1-16,-8-3 0 0,6 4 0 0,-6-4 5 16,5 7 7-16,-2-2 0 0,-3-5 5 0,2 9 6 0,0-2 0 15,-2 3 3-15,0-10-4 0,-3 18 1 0,3-9-1 16,0 1 1-16,-1 2 2 0,-2-3 0 0,3 2-2 15,0-2 1-15,-1 1-8 0,1 0 1 0,0-1-3 16,1 1 3-16,2-3-5 0,-1 2 2 0,4 0-2 16,-4-2 0-16,5 0 6 0,-2-4-7 0,1 3-2 15,0-3 3-15,3-1-3 0,3 0 3 0,-1-1-7 16,2-1 4-16,0 0 1 0,0-4 2 0,-2 0-3 16,5 1 0-16,-5-1 1 0,3-2 1 0,-2 0 2 15,-3 0 13-15,2-1 0 0,-1 0-2 0,2-5 1 16,-5 3 1-16,0-2 1 0,-2 2 7 0,-1-3 3 15,-2 1-6-15,1-1 0 0,-1 0-4 0,-4 1-2 16,-2 1 6-16,0-2-16 0,-2 1-8 0,-3-3-9 16,-2 5-5-16,1 0-15 0,-4 2-14 0,0 1-24 15,-2 2-31-15,-5 0-35 0,2 3-42 0,-1 2-37 16,-3 2-38-16,-4 4-188 0,-1 0-470 0,6-2 207 16</inkml:trace>
  <inkml:trace contextRef="#ctx0" brushRef="#br0" timeOffset="119456.3">16411 7996 17 0,'0'0'108'0,"-9"-3"-11"0,9 3-1 16,-11-4 2-16,6 2-4 0,5 2-1 0,-9-5-9 16,9 5 0-16,-9-2 3 0,9 2 0 0,-9-2-2 0,9 2 0 15,0 0-7-15,-8-4 11 0,8 4-15 0,0 0-7 16,0 0-2-16,-7-1-8 0,7 1-2 0,0 0-8 15,0 0-4-15,0 0-2 0,0 0-9 16,0 0-1-16,0 0-4 0,0 0 9 0,0 0-5 0,38-3 3 16,-7 1 6-16,4 1 0 0,18-5-1 0,3 2 3 15,-1-3-2-15,8 0-1 0,29-3-1 0,-3 1-4 16,2 0-3-16,0 0 0 0,3 2-7 16,3 1-2-16,0-1 0 0,0 5-5 0,2-3 2 0,3 2-4 15,3 0-1-15,0-3 1 0,5 0 1 0,0 2-8 16,-3 2 3-16,-4-1-2 0,-5 1-2 0,-5-5-2 15,-1 6 6-15,-31-3-5 0,1-1 1 0,0 0-1 16,-6 2-2-16,2 0-2 0,-7-3 6 0,-13 3-5 16,-1-2 3-16,-1 0 3 0,0 1 2 0,-4 0 3 15,-3-1 6-15,-7 5 7 0,5-7 2 0,-8 5 3 16,-1 1 12-16,-5-1-2 0,-2 1-8 0,0-1-6 16,-3 1 3-16,0 0-6 0,-8 1-1 0,12-2 1 15,-6 0-7-15,-6 2 0 0,10-2-4 0,-10 2 4 16,0 0-5-16,12 0-3 0,-12 0-2 0,0 0-12 15,0 0-7-15,6-3-26 0,-6 3-19 0,0 0-31 16,0 0-51-16,0 0-48 0,0 0-56 0,0 0-139 16,0 0-413-16,0 0 182 0</inkml:trace>
  <inkml:trace contextRef="#ctx0" brushRef="#br0" timeOffset="119734.08">19986 7769 290 0,'-5'-6'301'0,"5"6"-20"0,0 0-24 15,-7-5-21-15,7 5-16 0,0 0-18 0,0 0-12 0,-5-5-19 16,5 5-20-16,0 0-20 0,0 0-8 0,0 0-13 15,0 0-13-15,16-6-9 0,-6 5-16 0,4 0-13 16,5-2-16-16,3 2-22 0,-2 0-29 16,-2 1-40-16,1-2-46 0,-2 2-48 0,1 0-45 0,0 0-47 15,-7 0-155-15,1 0-420 0,-1-1 186 0</inkml:trace>
  <inkml:trace contextRef="#ctx0" brushRef="#br0" timeOffset="119888.06">20102 7863 21 0,'0'0'238'0,"-5"4"-10"0,5-4-13 16,0 0-14-16,-9 4-11 0,9-4-28 0,0 0-19 15,0 0-13-15,-2 5-12 0,2-5-12 0,0 0-14 16,7 10-16-16,1-9-33 0,2 5-49 0,3-3-57 16,9 0-50-16,-1 1-185 0,9 1-321 0,2-2 143 15</inkml:trace>
  <inkml:trace contextRef="#ctx0" brushRef="#br0" timeOffset="123383.41">21440 7548 143 0,'2'-10'231'15,"-2"1"-10"-15,-2-2-7 0,1 0-13 0,0 1-14 16,-3 0-12-16,0-3-10 0,1 6-3 0,0-3-9 16,0 3-18-16,-3-1-8 0,2 1-10 0,-1 0-6 15,-2 1-2-15,2-1-9 0,-1 5-9 0,1-2-8 0,5 4-9 16,-12-4 4-16,12 4-19 0,-19 2-5 15,6 4 1-15,-3 3-3 0,0-2-7 0,-3 3-5 16,5 0-8-16,4-2-3 0,-2 5 6 0,3-5-11 16,3 3-4-16,0-3-3 0,2 1 0 0,1 3-3 0,3-3-1 15,0 0-2-15,3 0-11 0,-2-3 0 16,4 3-5-16,2-4 2 0,-1 3-5 0,2-2-3 16,-1-2-2-16,5 1 4 0,-3-3 2 0,2-1 2 15,1-2-2-15,-2 1 5 0,0 0-3 0,2-5 1 0,-2 2 2 16,-1-3 3-16,1 0-1 0,-1 0 1 0,-1 1 4 15,-1-4 1-15,-2 1 1 0,3 1 5 0,-1-3-6 16,-1 0 4-16,2-1-5 0,-2 0 0 16,0 0 0-16,0 1 3 0,-1 2-2 0,0 1 5 0,-1 2 6 15,-2-1 3-15,-2 6-12 0,5-5-3 0,-5 5-4 16,3-6-1-16,-3 6-4 0,0 0 2 0,0 0-4 16,0 0 5-16,0 0 2 0,8 17 1 15,-7-5-1-15,-2 7 8 0,-1 8-1 0,1 1 3 0,-2 1-2 16,1 0 3-16,-2 3 4 0,0-4-5 0,-2 2-2 15,1-5 3-15,2 2-2 0,-1-2 0 0,3-7-3 16,-2 1-2-16,1-1 2 0,1-4-1 0,-2 4 2 16,0-1-6-16,2-2-12 0,-1 0-13 0,0-3-22 15,1-2-23-15,-3 0-39 0,3 0-40 0,0 0-41 16,1-3-46-16,1 1-229 0,-1-8-500 0,-1 10 221 16</inkml:trace>
  <inkml:trace contextRef="#ctx0" brushRef="#br0" timeOffset="123766.19">21927 7442 45 0,'3'-7'298'0,"-1"-1"-18"0,-2 8-25 15,2-8-21-15,-2 8-26 0,0 0-15 0,0 0-20 16,0 0-6-16,0 0-7 0,-20 12-5 0,8 1-15 15,-5 6-16-15,-1 4 2 0,0 4-15 0,2-2-10 16,0-2-14-16,2 4-5 0,5-2-7 0,-1-2-12 16,2 1-4-16,5-6-4 0,0 1-8 0,2-3-7 15,2 0-2-15,2 0-4 0,0-4 6 0,1 0-9 16,3-1-10-16,3 1-9 0,-1-4-2 0,1-2-10 16,0 1 0-16,2-2-6 0,-2-2 1 0,3 0-3 15,-3-3 6-15,3 0-3 0,-3 0 5 0,0-1-1 16,-3-1 1-16,0-1 3 0,-2-2 0 0,2 0 3 0,-3 0 5 15,-2-1 0-15,-2 6-2 0,3-14 5 16,-4 8 8-16,1 6-17 0,-6-14 2 0,1 5 4 16,-1 2-9-16,-2 0-2 0,-1 0-2 0,0 3-8 15,-2 3-7-15,-3 0-10 0,1 1-7 0,-5 2-33 0,3 1-22 16,1 3-38-16,1-2-46 0,0 1-43 0,0 4-62 16,3-4-140-16,1 4-451 0,1-2 200 0</inkml:trace>
  <inkml:trace contextRef="#ctx0" brushRef="#br0" timeOffset="123925.44">22138 7753 324 0,'0'0'331'0,"4"-4"-17"16,-4 4-27-16,2-7-28 0,-2 7-26 0,0 0-19 15,0 0-25-15,4-4-41 0,-4 4-45 0,0 0-63 16,0 0-83-16,0 0-86 0,0 0-80 0,0 0-135 15,0 0-372-15,0 0 165 0</inkml:trace>
  <inkml:trace contextRef="#ctx0" brushRef="#br0" timeOffset="127459.21">21426 8157 8 0,'3'-5'115'0,"-3"5"-16"0,0 0-7 0,0 0-9 0,0 0-5 15,0 0-5-15,0 0-2 0,0 0-2 0,0 0-7 16,0 0-18-16,0 0 4 0,0 0-3 0,0 0-6 15,0 0 3-15,0 0 4 0,0 0-6 0,0 0 1 16,0 0-6-16,0 0 6 0,0 0-16 0,0 0 3 16,0 0 3-16,0 0-8 0,0 0-6 0,0 0 0 15,0 0 2-15,0 0-13 0,-22 0-3 0,22 0 3 16,-13 2 8-16,13-2-6 0,-14 1-5 0,7 2 5 16,-2-2 3-16,-2 1-5 0,2 0-6 0,-1-1-3 15,-2 2 2-15,2-2 3 0,0 1 2 0,-1 1 2 16,2-3-8-16,-2 1 2 0,-1-1 2 0,3 0 5 15,-4 2 2-15,0 0-3 0,3-1-6 0,-4-1 8 0,4 0 9 16,2 0-6-16,-3 0 3 0,0 2 1 16,11-2 1-16,-14 0 0 0,14 0 4 0,-11 0 0 15,11 0 2-15,-8 0 1 0,8 0-4 0,0 0-2 16,-10 1-1-16,10-1-2 0,0 0-12 0,0 0 11 16,0 0 0-16,0 0-4 0,0 0 0 0,0 0-1 15,0 0 3-15,0 0 7 0,0 0 6 0,46 1 8 16,-13-2-4-16,20-2-1 0,5 1 2 0,8 1-1 15,28-5-7-15,1-1 0 0,-2 1 0 0,-2 0-4 0,2 0-4 16,-1-3 4-16,0 5-3 0,1-2-3 0,-1 3-9 16,4-3 6-16,-1 2 2 0,-6-4-7 15,2 4 6-15,0-1-3 0,1 2-4 0,-27-3 4 0,30 1-4 16,-30 3-1-16,27-5 6 0,-26 1-3 0,-1 2-4 16,-3-2 3-16,-2 1-3 0,-6-1 5 0,-5-1-1 15,-12 1-2-15,-2 1-2 0,-2-1 0 0,-1 2-6 16,0-3 6-16,-3 2-7 0,-8 2-8 0,-2 0-9 15,1-1-3-15,0 3-19 0,-8-1-14 0,0 1-13 16,-4-1-18-16,-2-1-33 0,-6 3-17 0,10-1-113 16,-10 1-274-16,0 0 121 0</inkml:trace>
  <inkml:trace contextRef="#ctx0" brushRef="#br0" timeOffset="129136.44">22455 7454 15 0,'0'0'61'16,"0"0"1"-16,0 0-1 0,0 0-12 0,0 0 2 0,0 0-5 16,0 0 0-16,0 0-10 0,0 0 6 15,0 0-2-15,0 0-4 0,0 0-1 0,0 0-1 16,0 0 2-16,0 0-7 0,0 0 0 0,0 0-5 15,0 0-2-15,0 0-2 0,0 0-8 0,0 0-2 0,0 0 10 16,0 0-1-16,0 0-4 0,0 0-5 0,0 0-3 16,0 0 1-16,0 0-6 0,0 0 7 0,0 0 0 15,0 0-6-15,0 0 0 0,0 0 2 0,0 0-11 16,0 0 5-16,0 0-1 0,0 0 0 0,0 0-1 16,0 0 0-16,0 0 1 0,0 0-3 0,0 0-10 15,0 0 16-15,0 0-1 0,0 0 2 0,0 0 0 16,0 0 9-16,0 0-4 0,0 0-4 0,0 0 1 15,0 0 6-15,0 0 0 0,0-9 4 16,0 9-5-16,0 0 5 0,0 0-3 0,0 0 9 0,0 0 4 16,0 0-6-16,0 0 10 0,0 0 3 0,0 0 6 15,0 0-8-15,0 0 14 0,0 0-7 0,1-10 3 16,-1 10 4-16,0 0-4 0,0 0 11 0,0 0-4 16,0 0 6-16,0 0 6 0,-2-11-6 0,2 11 4 15,0 0 1-15,0 0 2 0,0 0 6 0,-2-9-3 16,2 9 3-16,0 0 3 0,0 0-4 0,0 0-6 15,0 0 1-15,-2-8-5 0,2 8-6 0,0 0-3 16,0 0-4-16,0 0-2 0,0 0-9 0,0 0-3 16,0 0-4-16,0 0 2 0,0 0-6 0,0 0-2 15,9-5-4-15,1 5 1 0,2-2-3 0,5 2-1 16,0 0 0-16,5 0-2 0,-3-3-2 0,3 3 1 16,1-1 1-16,5 1-1 0,0 0 0 0,-9 0-1 15,3-1 0-15,-1 1-1 0,-2 0-3 0,0-2 7 16,0 2-5-16,-6 0-2 0,1-1 1 0,0 1 0 15,-4-2-1-15,-2 2 1 0,0-1 0 0,-8 1-1 0,13-2 4 16,-13 2 0-16,13 0 6 0,-13 0 7 16,8 0 6-16,-8 0 0 0,0 0 3 0,0 0 0 15,9 0-2-15,-9 0-4 0,0 0 0 0,0 0-4 16,0 0-2-16,6 4 2 0,-6-4 1 0,0 0 4 16,-6 20 3-16,2-8 1 0,-4 4 0 0,-2 2-3 15,0 6 2-15,-2 1 0 0,-2 0 1 0,3-3-3 0,2 2-5 16,-3 2 3-16,3-4 8 0,2 3-11 15,-2-8-4-15,4 0-3 0,1-1-1 0,-3 0 10 16,2-5-13-16,3 2 2 0,-3-2-4 0,2-2 4 0,-1 2-4 16,3-1 2-16,0-1-1 0,-2-2 1 0,3-7-25 15,-2 11-25-15,0-6-25 0,2-5-32 16,0 0-26-16,-1 12-29 0,1-12-21 0,0 7-24 16,0-7-16-16,0 0-18 0,4 5-125 0,-4-5-389 0,0 0 172 15</inkml:trace>
  <inkml:trace contextRef="#ctx0" brushRef="#br0" timeOffset="129316.78">22719 7672 89 0,'0'0'205'0,"0"0"-6"16,0 0-6-16,-3-8-21 0,3 8-14 15,0 0-21-15,0 0-24 0,0 0-20 0,11-7-22 0,1 3-23 16,6-2-22-16,2 1-31 0,9-1-25 0,2 1-36 15,-3-1-34-15,3 3-118 0,-3-1-235 0,2-1 105 16</inkml:trace>
  <inkml:trace contextRef="#ctx0" brushRef="#br0" timeOffset="129795.72">23140 7433 53 0,'0'0'51'0,"0"0"-6"15,0 0-7-15,0 0-9 0,0 0-12 0,0 0-5 16,0 0-10-16,0 0-17 0,0 0-24 0,0 0-42 15,0 0 19-15</inkml:trace>
  <inkml:trace contextRef="#ctx0" brushRef="#br0" timeOffset="140067.19">1405 10026 7 0,'0'-9'249'0,"-1"2"-12"0,1 7-14 16,-4-11-20-16,2 6-8 0,2 5-18 0,-5-8-7 0,5 8-14 16,0 0-12-16,-8-1-15 0,8 1-12 0,0 0-12 15,-12 15-6-15,5-5-9 0,-2 6-5 16,4 1-7-16,-3 11-6 0,-1 4-1 0,0 2-15 16,4 14-4-16,-4-1-2 0,5-11-6 0,-3 9-5 15,5-10-1-15,-3 0-6 0,5-1-7 0,-2-4 2 0,2 1-4 16,5-2-2-16,-1-3-2 0,2-1-3 0,0 0 1 15,1-8-4-15,6 6-2 0,-4-7 5 0,2-2-7 16,2 0 2-16,1-3-6 0,1-2-1 16,-1-2 4-16,6-1-6 0,0-3-1 0,1-3-2 15,6-6 1-15,-1-4-2 0,3-2 0 0,-1-5-2 16,2-5 10-16,11-9-7 0,-6-3 0 16,1-4-4-16,-1-1-2 0,-3-4 4 0,-3-4-4 0,-1-1 0 0,0-1 0 15,-3-6-1-15,-4 0-6 0,-4 0 0 16,6-25-3-16,-13 28 8 0,-3-3 3 0,-7 5-5 15,2 0 1-15,-4 2-1 0,-5 1 1 0,-3 0 4 16,2 12-1-16,-5 2 1 0,-3 1 0 0,2 4 3 16,-5 1 6-16,1 8 1 0,-5-1-2 0,0 7 1 0,-8 1-1 15,12 9 1-15,-13 3 0 0,1 5 3 16,-6 3-3-16,4 7 2 0,-13 8 9 0,-1 8-8 16,9 0-4-16,3 2 3 0,3 6-3 0,3-2 1 15,2 3-2-15,4 1-5 0,10-9 1 0,4 0 6 16,4 1-6-16,4-1 2 0,2 0-6 0,12-1 0 15,-4 1-4-15,5-2-7 0,4-1-5 0,1-2-3 0,5 2-3 16,10 6 4-16,-9-12-4 0,1 3-10 16,3-4 3-16,-6-1 2 0,0 2-2 0,0 1 2 15,0-4 3-15,-3 3 4 0,1-2 6 0,-5-3 0 16,1 2 1-16,-3 0 2 0,-2-4 0 0,-1 1-4 16,-3-1 5-16,1 0 3 0,-2 1 0 0,0-2-4 15,-2 1-6-15,-1 1-5 0,1-5-13 0,-4 0 12 0,3 0-2 16,-3 3-22-16,-1-5-18 0,0-10-43 15,0 19-16-15,-1-12-31 0,-7 3-128 0,4 1-315 16,4-11 140-16</inkml:trace>
  <inkml:trace contextRef="#ctx0" brushRef="#br0" timeOffset="140272.32">1308 10977 2615 0,'-7'6'228'0,"-2"1"-144"0,1-1-45 0,3-1-52 16,2-1 3-16,3-4 2 0,0 0 0 0,0 0 3 15,12 6 0-15,-12-6 6 0,25-8-2 0,1-3-8 16,7 1-13-16,13-10-35 0,-2-3-34 0,4-1-48 16,8-5-61-16,-2 2-201 0,-3-2-432 0,3-1 192 15</inkml:trace>
  <inkml:trace contextRef="#ctx0" brushRef="#br0" timeOffset="140428.94">2568 10385 256 0,'10'-6'483'15,"-1"0"-45"-15,-5 2-44 0,-4 4-42 0,9-5-26 16,-9 5-11-16,9-6-16 0,-9 6-9 0,4-4-17 16,-4 4-20-16,0 0-27 0,0 0-23 0,5-4-23 15,-5 4-23-15,0 0-38 0,0 0-56 0,0 0-76 16,0 0-85-16,0 0-88 0,0 0-98 0,0 0-102 15,0 0-224-15,0 0-662 0,0 0 293 0</inkml:trace>
  <inkml:trace contextRef="#ctx0" brushRef="#br0" timeOffset="155449.97">3934 10407 73 0,'0'0'162'0,"0"-8"-2"15,0 8-6-15,0 0-15 0,0-10-3 0,0 10-1 16,0 0 5-16,-2-7-13 0,2 7-10 0,0 0-13 16,0 0-11-16,0 0-11 0,0 0-7 0,-1-9-12 15,1 9-7-15,0 0-8 0,0 0-3 0,0 0-3 16,0 0-11-16,0 0-2 0,0 0 0 0,14 18-5 15,-8-8 8-15,4 4 4 0,-1 0 2 16,-1 3 2-16,6 5-1 0,-4-4 8 0,3 7 5 0,0 0-12 16,0 1 0-16,-2-3-6 0,2 0 2 0,-3 2-5 15,3 0-3-15,-3-2-1 0,2 0-4 0,0 0-2 16,-3-6-1-16,0 1 1 0,0-2-6 0,0-2-1 16,-1 1-2-16,-2-5-2 0,0-1 1 0,0 1-1 15,-2-3-3-15,2 1 1 0,-3-1 0 0,-1-3-2 16,2 1 5-16,-4-5 1 0,6 5 13 0,-6-5 23 15,5 5 11-15,-5-5-9 0,0 0-1 0,0 0-4 16,12-22-8-16,-9 7-4 0,0-2 4 0,5-9-9 16,1 1-3-16,-4-5-5 0,3-1-3 0,-2 2-1 15,2-3-3-15,1 1 3 0,-4 2-6 0,2-6-3 16,-2 3 2-16,2 3-8 0,-2-3-3 0,2 5-3 16,-2 0-3-16,3 1 0 0,-4 6-2 0,0 4-2 15,-1 6-8-15,-2 0-16 0,3 1-23 0,-4 2-36 16,0 7-40-16,2-5-11 0,-2 5-2 0,0 0-16 15,12 13-30-15,-8-2-22 0,0 6-131 0,-1 1-376 16,0 1 167-16</inkml:trace>
  <inkml:trace contextRef="#ctx0" brushRef="#br0" timeOffset="155783.85">4537 10671 131 0,'0'0'200'15,"-4"12"-6"-15,4-12-7 0,0 0-6 0,-6 7-5 16,4-3-6-16,2-4-10 0,-3 16-11 0,2-7-12 16,0 2-10-16,1 1-17 0,1 0-8 0,2-1-12 15,-1 1-9-15,2-1-7 0,1-2-9 0,0 3-5 16,3-3-2-16,-2-1 1 0,2-1-2 0,1 0-2 16,-2-2 8-16,3 0-6 0,-4-4 1 0,2 0-6 15,-8-1-3-15,16 0 1 0,-7-3-3 0,1 0 0 16,-1-2-3-16,-1-3-2 0,0 1 1 0,-1-2-6 15,-3-1 5-15,0-5-4 0,0-2-3 0,-3 0-6 16,-2-1-8-16,1-1 1 0,-1 1-3 0,-3-7-6 16,0 7-1-16,-4 1-6 0,3 6-1 0,0-1-2 15,0 2-2-15,0 3-5 0,-2-1-14 0,1 3-18 16,-2 2-17-16,-2 1-12 0,-3 3-12 0,-3 3-18 16,-3 3-25-16,-4 6-30 0,6-1-26 0,-3 5-36 15,0-1-197-15,4 4-443 0,4-5 196 0</inkml:trace>
  <inkml:trace contextRef="#ctx0" brushRef="#br0" timeOffset="156016.35">4805 10496 192 0,'0'-8'303'0,"2"2"-16"0,1 1-13 0,-3 5-22 16,4-8-23-16,-4 8-18 0,0 0-24 0,2-6-13 15,-2 6-4-15,0 0-5 0,0 0-17 0,8 25-9 16,-6-8-9-16,1 2-13 0,-3 7-12 0,0 2-7 0,0 1-13 16,3 1-6-16,-2-3-2 0,0 0-11 15,-1 0-28-15,1 0-16 0,-1-3-43 0,2-5-43 16,-4 7-40-16,2-8-44 0,0 1-55 0,0-1-55 16,-1 0-201-16,0-2-497 0,1-6 221 0</inkml:trace>
  <inkml:trace contextRef="#ctx0" brushRef="#br0" timeOffset="156237.29">5023 10458 57 0,'-1'-9'323'0,"2"-1"-26"0,-1 10-28 16,-1-11-19-16,0 5-36 0,1 6-24 0,0 0-10 15,0 0-6-15,0 0 2 0,0 0 2 0,2 32-16 16,0-14-14-16,-4 7-15 0,2-5-12 0,0 9-15 15,-1 0-10-15,4-3-12 0,-3-1-7 0,1 2-2 0,0-1-5 16,2-1-11-16,-3-6-6 0,2 0-12 16,0-3-29-16,-2 1-51 0,0-4-42 0,2-2-61 15,-2 1-61-15,3 0-45 0,-2-2-224 0,-2-1-512 16,1-9 227-16</inkml:trace>
  <inkml:trace contextRef="#ctx0" brushRef="#br0" timeOffset="157249.64">4867 10664 165 0,'0'0'178'0,"0"0"-15"0,0 0-11 16,30-2-14-16,-9 0-10 0,8 0-16 0,0-2-7 16,5 1-11-16,1 0-8 0,2 0-9 0,0-3-11 15,2 0-6-15,0 2-7 0,-4-2-7 0,-5 0-5 16,0 1-3-16,-11 3-6 0,0-3-4 0,-5 3-3 0,-4-1 6 15,-1 2 10-15,-1-2 17 0,0 2 17 16,-8 1 22-16,9-1 4 0,-9 1-8 0,0 0-6 16,0 0 1-16,0 0 5 0,0 0 3 0,0 0-4 15,0 0-3-15,-35 1-5 0,22 5-6 0,0 3-8 16,1 3-3-16,-4 1 3 0,5 1-10 0,-6 9-4 0,3-1-6 16,5-3-3-16,2-3-5 0,3 4-7 15,0-4-4-15,4 0-2 0,0-1-5 0,2-2 1 16,4-3-9-16,0 1-10 0,0-4-3 0,3 2-2 15,-1-3-5-15,6-3-5 0,-1 0 3 0,5-1-1 16,-6-2 1-16,6-1 0 0,-1-4-5 0,2 0-4 0,-3-5 4 16,0 1-1-16,-2-2 5 0,-1-1-2 0,-2 1 2 15,-1-3 3-15,1 3 4 0,-5-4-4 16,1 5 8-16,-3 0 2 0,-2-1 9 0,1 4-1 16,-1-1 7-16,-2 8 2 0,3-10 9 0,-3 10-14 0,1-8-7 15,-1 8-2-15,0 0 3 0,0 0-4 0,0 0 1 16,0 0-7-16,0 0 2 0,0 0-2 0,0 29 6 15,4-18-3-15,-2-1-4 0,4-1-5 0,1 2-3 16,1-4-5-16,1 1-3 0,1-2 2 0,7 2-2 16,-1-5-4-16,3-1 0 0,1-4 3 0,-1 0 1 15,2-3 2-15,-1-2-1 0,4-2-1 0,-4 0 3 16,3-4 5-16,-6 3 3 0,-2-1 7 0,1-2 5 16,-6 1 2-16,1-1 6 0,-3 2 4 0,-3 1-1 15,0 0 4-15,2-1 25 0,-5 2-7 16,-1 2 9-16,1 1 10 0,-2 6 8 0,-2-12 4 0,6 8-12 15,-4 4-1-15,0 0-11 0,-9-11-3 0,9 11 3 16,-12-3-5-16,1 6-10 0,0 2-3 0,1-1-3 16,-2 2 1-16,1 2-10 0,3 1-1 0,0 2-13 15,2 0-9-15,-2 0-4 0,1 4-12 0,3 0 0 16,1 0-5-16,2-3 1 0,2-1-1 0,1 6-5 16,0-2 1-16,2 1 5 0,0-2-1 0,0 3 2 15,2-2 6-15,-2 1 2 0,0 1-1 0,-2 0 5 16,2 0-3-16,-3 2 4 0,1-2 3 0,0 10 0 15,-2 2 2-15,2-1 2 0,0 1-1 0,2 1 7 16,-7-1 3-16,3 2 0 0,-1-1 2 0,-4-1 3 16,2 2 4-16,1-3-9 0,-5 4-1 0,3-5 2 15,-4 1-2-15,-1-1 1 0,0-3 5 0,0-1-5 16,1-4 2-16,0-2 3 0,1 0-7 0,-2-4-6 16,1-2 11-16,0-2-5 0,3-3 9 0,3-2-4 15,2-4 0-15,-10 5-7 0,10-5-15 0,0 0-22 16,-11-8-20-16,10-2-14 0,2-2-4 0,2-8 5 15,8-5 0-15,0-2 7 0,1-2 2 0,11-13 7 16,-5 10 5-16,4-10 5 0,5-1-2 0,2 0 6 16,1-1 2-16,-2 1 3 0,-1 2-3 0,2-1 3 15,0 2 3-15,-9 12 1 0,6-13 6 0,-6 13 2 16,-1 1 1-16,-3 1 3 0,1-2 2 0,-4 0 5 16,-6 10 8-16,1 0 8 0,-3 4 20 0,0 2 11 15,-1 2 13-15,-1 4 10 0,-1-2 7 0,0 0 5 16,-2 8-2-16,0-9-7 0,0 9 2 0,-6-6-10 15,6 6 5-15,-11-1-3 0,11 1-7 0,-19 12-6 16,5 2-2-16,-4 7 0 0,0 2-4 0,0 3-6 16,0 0 0-16,5-4-10 0,4 2-22 0,3-5-11 15,5 5-43-15,3-5-35 0,7-2-62 0,0 1-79 16,12 0-90-16,-2-3-214 0,6-1-579 0,-4-7 256 16</inkml:trace>
  <inkml:trace contextRef="#ctx0" brushRef="#br0" timeOffset="157684.29">6943 10639 236 0,'-4'-10'333'16,"0"1"1"-16,0 1-5 0,-3-1-10 0,0 1-12 15,-2 1-11-15,2 0-23 0,-1 3-22 0,-3 1-31 16,-1 0-23-16,0 3-21 0,0 0-15 0,0 0-6 15,2 1-29-15,10-1-13 0,-22 7-24 0,15 0-22 16,-2-2-23-16,4 3-31 0,1 0-26 0,1-1-16 16,2 1-7-16,1-1-4 0,0-7-8 0,2 12-9 15,0-7 2-15,2 0 5 0,-4-5 5 0,7 9 6 16,-2-5 4-16,-5-4 4 0,8 3 5 0,-8-3 9 16,8 2-2-16,-8-2 7 0,0 0-1 0,10 0 6 15,-10 0-3-15,0 0 1 0,10 2 0 0,-10-2-1 16,8 4 2-16,-4-1-1 0,2 6 4 0,4 1 1 15,-1 3-1-15,0 4-3 0,3 7 5 0,-1 3 6 16,-1-1 7-16,1 0 3 0,-4 3 0 0,1 2 5 16,-4-2 4-16,-2 3-1 0,-2 0 2 0,-1-1-3 0,-3 0 3 15,0-1 3-15,-2 2-2 0,-2-3 2 16,-6-1 8-16,-1-3 2 0,-3 0 4 0,-1-2-3 16,-2-4 1-16,2 0 2 0,3-7-14 0,-2-1 12 15,0-2-12-15,0-2 1 0,-1 0-23 0,1-2-29 16,-3-1-40-16,0-1-46 0,0-1-59 0,2-2-60 0,5-3-56 15,4 1-229-15,1-2-558 0,4-4 248 0</inkml:trace>
  <inkml:trace contextRef="#ctx0" brushRef="#br0" timeOffset="158517.5">7322 10582 267 0,'0'0'296'0,"-6"-11"-9"0,0 8-3 16,-2 0-11-16,-1 0-10 0,-1 3-14 0,-2 2-7 0,-1 2-30 16,0 0-20-16,-2 7-18 0,-8 3-12 0,8-1-25 15,1 3-16-15,-3 4-6 0,7-4-11 16,1 3-10-16,3-3-10 0,2 2-14 0,0-3-2 16,7 1-18-16,-2-4-13 0,2 1-7 0,2-3-6 15,6 3-9-15,-3-7-4 0,2 1 1 0,0-1 2 0,3-3-10 16,-1-1-4-16,0-3 3 0,1 0 3 0,-1-1-1 15,-1-2 0-15,-1 1-7 0,1-1 12 0,-4-2-1 16,3-1 4-16,-3-3-9 0,-2 1 6 16,0-1 13-16,3-6-8 0,-7 4-1 0,2 1-3 0,-3 0 5 15,1 1 3-15,0 3-2 0,0 2 1 0,-1 5 10 16,0-11-20-16,0 11 4 0,2-7-6 16,-2 7-2-16,0 0-2 0,0 0-3 0,0 0-2 15,0 0-3-15,0 0 13 0,0 0-10 0,0 0 3 16,4 26-4-16,-4-14 2 0,1-2 1 0,0 0 0 0,0 1-3 15,3-1 3-15,3-1 6 0,-1 0-9 0,2 1 2 16,1-3 3-16,0-2 1 0,1-1-2 0,3-1-5 16,2-1 6-16,2 0 0 0,0-6 3 0,0-1-2 15,-3 0-2-15,2-1 0 0,-3 2 0 16,2-5 0-16,-4 2 4 0,3-5 2 0,-2 0-3 0,3-3 2 16,-6 2 15-16,-1-2-11 0,0 2 1 0,0-3 4 15,-3 6-3-15,2-6-3 0,-2 6 1 0,-3 0 4 16,2-1-7-16,-1 0-1 0,-2 2-1 0,2 3 13 15,-3 6-11-15,1-11-4 0,-1 11-4 0,2-7 1 16,-2 7 0-16,4-6-6 0,-4 6 3 0,0 0-6 16,0 0 9-16,0 0 4 0,0 0 4 0,0 0-2 15,-2 28-4-15,0-18 2 0,2-10-4 0,-2 22 12 16,1-11-5-16,-1 1-4 0,0-2 1 0,2 1 3 16,0-11-4-16,4 20 8 0,-4-12-5 0,0-8 0 15,5 11-5-15,-1-4 2 0,-4-7 0 0,13 7 6 16,-5-3 2-16,4-1-6 0,-1-2 5 0,1-1-6 15,-12 0 6-15,27-6-9 0,-15 0 4 16,2 2-1-16,-3-2 2 0,-2-1-2 0,1 2 3 0,-1-3-6 16,0 2 14-16,1 0-14 0,-2 1 22 0,-1-1-22 15,0-2 6-15,0 0-6 0,-3 2 3 0,0-1 1 16,1 4 6-16,-5 3-2 0,7-9 1 0,-7 9 2 16,5-7-8-16,-5 7 2 0,5-3-13 0,-5 3 12 15,0 0-8-15,6-4 1 0,-6 4 6 0,0 0-5 16,0 0-1-16,0 0-2 0,0 0 8 0,14 5-1 15,-10 0 3-15,-1 0-7 0,2 0-4 0,-2-1-7 16,-3-4 7-16,7 10 9 0,-5-4-1 0,1 0-4 16,1 0 1-16,-4-6 1 0,9 17 3 0,-7-11-3 15,-2-6 5-15,7 9-4 0,-7-9 2 0,6 12-15 16,-3-8-28-16,-1 0-34 0,-2-4-40 0,4 4-53 16,-4-4-58-16,0 0-69 0,5 7-52 0,-5-7-188 15,0 0-577-15,0 0 257 0</inkml:trace>
  <inkml:trace contextRef="#ctx0" brushRef="#br0" timeOffset="158701.29">7579 10385 310 0,'0'0'287'0,"-7"-4"-37"0,7 4-27 0,-6-4-29 0,6 4-32 15,0 0-35-15,-6-5-45 0,6 5-65 0,0 0-80 16,0 0-85-16,19-10-93 0,-7 6-259 16,2 1 115-16</inkml:trace>
  <inkml:trace contextRef="#ctx0" brushRef="#br0" timeOffset="160570.22">8413 10468 36 0,'0'0'99'0,"0"0"-7"0,-3-7-13 15,3 7-3-15,0 0-12 0,0 0 3 0,0 0-11 16,0 0-3-16,0 0-12 0,0 0-1 0,0 0-4 16,0 0-8-16,0 0 5 0,0 0-5 0,0 0-1 15,0 0 4-15,0 0 1 0,0 0-4 0,0 0-1 16,0 0-3-16,0 0-1 0,0 0 8 0,0 0-1 15,0 0 1-15,0 0 0 0,0 0 1 16,0 0 10-16,0 0-8 0,0 0-4 0,0 0 3 0,0 0-4 16,0 0 1-16,0 0-1 0,0 0-4 0,0 0 3 15,0 0-6-15,0 0 4 0,0 0-2 0,0 0 3 16,0 0-3-16,0 0 2 0,0 0-3 0,0 0-6 16,0 0-1-16,0 0 0 0,0 0 3 0,0 0-6 15,0 0-1-15,0 0 0 0,0 0-2 0,0 0-1 16,0 0 2-16,0 0-6 0,0 0-6 0,0 0 8 15,0 0-6-15,0 0 8 0,0 0-3 0,0 0-2 16,0 0-7-16,0 0 8 0,0 0-3 0,0 0 3 16,0 0-1-16,0 0-3 0,0 0 2 0,0 0 2 15,0 0 1-15,0 0-1 0,0 0 0 0,0 0-9 16,0 0 9-16,0 0-1 0,0 0-6 0,0 0 2 0,0 0 1 16,0 0 2-16,0 0 0 0,0 0-1 0,0 0-4 15,0 0-1-15,-1-9 0 0,1 9 3 16,0 0-1-16,0 0-6 0,0 0 5 0,0 0-6 15,0 0 1-15,0 0-9 0,0 0 3 0,0 0 0 0,0 0-6 16,0 0 4-16,0 0-5 0,0 0 6 0,0 0-2 16,0 0 3-16,0 0 3 0,0 0 6 0,0 0-6 15,0 0-1-15,0 0-2 0,0 0 4 0,0 0-1 16,0 0 0-16,0 0 4 0,0 0 4 0,0 0-2 16,0 0 1-16,0 0-5 0,0 0 7 0,0 0-4 15,0 0-1-15,0 0 5 0,0 0 2 0,0 0-10 16,0 0 13-16,0 0-4 0,0 0-2 0,0 0 1 15,0 0 3-15,0 0-1 0,0 0-4 0,0 0 3 16,0 0 3-16,0 0-5 0,0 0 5 0,0 0-7 16,0 0 4-16,0 0 3 0,0 0-2 0,0 0 3 15,0 0-9-15,0 0 7 0,0 0 1 0,0 0 0 16,0 0 8-16,0 0-2 0,5-7 10 0,-5 7 1 16,0 0-6-16,0 0 4 0,0 0 0 0,0 0 1 15,0 0 8-15,0 0-2 0,0 0 6 0,-4-9-5 16,4 9 4-16,0 0-2 0,0 0-1 0,-8-6-8 15,8 6 2-15,0 0-4 0,0 0-1 0,0 0-5 16,-14 5-1-16,14-5-1 0,-7 7 3 0,2-4 2 16,-1 6 5-16,2-1-4 0,-2 1 3 0,0 0-4 15,3 1 2-15,1-1-5 0,-1 1-2 0,2-1 4 0,1 1-7 16,1-1-2-16,0 0 4 0,3-2-6 16,3 2 4-16,1 0-2 0,0-1-1 0,3 0 1 15,0-4 1-15,-1 1 8 0,4-1-13 0,0 0 2 16,3-1-1-16,-4 0 3 0,0-3-3 0,0 0-7 0,2-2 8 15,-3 1-7-15,1-3-1 0,-3-3-4 0,3 2-3 16,-4 1-4-16,-1-2-5 0,1-3-6 16,-4 2-1-16,-3-3-15 0,1 2 0 0,-3-4 0 15,-1 0-7-15,-2 0 10 0,-1 1-4 0,-3-3-1 0,0-1 11 16,-2 2 9-16,0-1-5 0,-2-1 4 0,2 4 1 16,1 1 5-16,-1 1 13 0,2 1 2 0,-1 1 8 15,3 2 4-15,0 1-2 0,5 4-5 16,-8-6 3-16,8 6-6 0,-5-4 3 0,5 4-12 0,0 0 10 15,0 0-3-15,0 0 3 0,26-4-5 0,-10 4 6 16,11-3 2-16,4 0-7 0,2-3-4 0,4-2 2 16,0-1-4-16,-3-1 6 0,2-2-5 0,-4-3 5 15,0 6-1-15,-5-5-1 0,-8 4-1 0,-3 1 5 16,0-1 1-16,-3 0 3 0,-5 0 4 0,0 1 6 16,0-2 6-16,-3-5 9 0,-1 4 2 0,0 0 7 15,-3-2 4-15,-1-2-1 0,-1 5 8 0,1-1 3 16,0 2 6-16,-1-1 6 0,1 1 5 0,-3 0 1 15,3 10-2-15,-1-11-7 0,1 11-5 0,-3-5-12 16,3 5-2-16,0 0-2 0,0 0 14 0,-4 26 10 16,3 3 4-16,-1 5 5 0,-6 18 6 0,0 1-2 15,2 4-1-15,-3 0-2 0,2 0-1 0,-1 0-6 16,-1-6-5-16,1 1-1 0,2-3-3 0,4-1-5 16,-4-2-4-16,3-11-5 0,1-4-9 0,2 1 10 15,0 0-12-15,0-2-4 0,1-1-6 0,2-6-22 16,-1 3-27-16,-2-7-50 0,3-1-47 0,-2-1-51 15,0-5-32-15,2 0-40 0,-3-2-156 0,0 1-438 16,-1-5 193-16</inkml:trace>
  <inkml:trace contextRef="#ctx0" brushRef="#br0" timeOffset="160734.75">8813 10607 42 0,'17'-6'133'0,"3"-1"-18"0,10-1-24 16,7 0-26-16,0-1-24 0,13-2-27 0,7 3-37 15,3-5-57-15,-3 2-87 0,4 2 39 0</inkml:trace>
  <inkml:trace contextRef="#ctx0" brushRef="#br0" timeOffset="161084.21">9868 10365 131 0,'2'-5'238'16,"-2"5"-2"-16,3-9-3 0,-3 9-10 0,0 0-11 0,-7-10-10 16,7 10-17-16,-8-4-16 0,8 4-12 0,-13 0-14 15,2 6-12-15,-2 2-5 0,-5 6-16 0,-1 3-8 16,-4 4-13-16,3 1-4 0,1-1-14 16,-1 1-2-16,7 0-14 0,3-5 2 0,2-1-12 0,5 2-13 15,1-6-8-15,1 2-16 0,2-3-14 0,3 1-10 16,3-1-11-16,-1-2-6 0,4-2-6 0,0-1 5 15,2-3-3-15,1-2-5 0,1-2-2 16,0-3 5-16,1 0-1 0,-1-1 1 0,-2 0 7 0,-2 1 4 16,0-5 6-16,-1 0 7 0,-1 0 9 0,-1 0 3 15,-3-2 10-15,0 3 15 0,-1-4 9 0,-2 5 5 16,0 0 4-16,2 1 4 0,-3 6 0 0,4-8-7 16,-4 8-7-16,1-9-5 0,-1 9-6 0,0 0-4 15,0 0-1-15,0 0 5 0,0 0-7 0,0 0 1 16,1 23-2-16,-2-13 3 0,0 3-3 0,1 3-20 15,-2 0-24-15,4 1-35 0,-2 0-47 0,1-3-59 16,2 1-61-16,-3-2-173 0,2 2-440 0,1-3 196 16</inkml:trace>
  <inkml:trace contextRef="#ctx0" brushRef="#br0" timeOffset="161434.1">10075 10497 200 0,'0'0'231'0,"-5"17"-12"0,4-5-18 0,0-1-11 15,-3 6-8-15,1-3-18 0,-2 1-14 0,0 1-10 16,4-5-4-16,-2 1-6 0,2-5 0 0,0 1-12 16,-1 0-10-16,1-2-3 0,1-6-2 0,-4 9 5 15,4-9 6-15,0 0 6 0,0 0 3 0,0 0-3 16,0 0-6-16,0 0-4 0,-1 7-11 0,1-7-12 15,0 0-8-15,0 0-13 0,-1-34-7 0,3 18-12 16,3-2-8-16,1-2-8 0,5-5-3 0,2 3-8 16,2-3 3-16,-5 8-9 0,1 2 1 0,0 1-2 15,-3 5-2-15,-2 1-5 0,1 1-4 0,-1 3 2 0,0 3 0 16,-6 1-4-16,14 3 1 0,-7 2 0 16,2 2 3-16,-2 4-6 0,0 6 0 0,-1-1 2 15,-2 2 3-15,2 1-4 0,1 5-36 0,-2-4-33 16,0 5-61-16,0 4-79 0,4-1-86 0,-4 2-242 0,-2-4-581 15,2-1 257-15</inkml:trace>
  <inkml:trace contextRef="#ctx0" brushRef="#br0" timeOffset="161850.25">11249 10473 3762 0,'-2'-19'16'0,"0"1"1"0,-3 1 16 16,-3 2-38-16,-1 5 2 0,0 0 5 0,1 1 5 15,-1 1 10-15,-2 1 1 0,-2 3 3 0,-5 1 16 16,-1 3-13-16,-1 5-1 0,-1-1-8 0,-4 6-2 16,5 0-4-16,1 2 6 0,6 1 8 0,-2 0-11 15,4 3-5-15,3-1-3 0,0 1 3 0,5-2-2 16,-1 2-8-16,4-3-8 0,1-4-9 0,-1 4-1 15,5-4-1-15,1 1 1 0,2-3-2 0,-2 0-2 16,1-1 3-16,3-2 5 0,-4-1 1 0,2 0-1 16,0-1 4-16,-8-2 0 0,15-1 16 0,-15 1-11 15,13-4 2-15,-7 1-2 0,3-3 14 0,-2-3-8 16,-1 1-1-16,0-1 1 0,1-1 1 16,-1 0-3-16,-1 1 3 0,0-1 7 0,-1 2 3 0,0 2 2 15,-3 1-3-15,-1 5-6 0,4-7 1 0,-4 7-5 16,0 0 1-16,6-3-2 0,-6 3 3 0,0 0-2 15,0 0 2-15,6 21-4 0,-6-10 3 0,0 6 3 0,0 0-3 16,0 2 2-16,0 0-18 0,1 7-39 0,-1-7-50 16,0 0-55-16,-1 6-62 0,2-9-61 0,-1 1-215 15,0 2-540-15,1-9 240 0</inkml:trace>
  <inkml:trace contextRef="#ctx0" brushRef="#br0" timeOffset="162400.35">11357 10551 226 0,'0'0'255'0,"4"-6"-10"0,-4 6-11 15,0 0-15-15,0 0-8 0,0 0-2 0,0 0-13 16,0 0-16-16,0 0-16 0,5 19-17 0,-5-12-13 16,0-7-14-16,-1 12-8 0,1-12-12 0,1 7-10 15,-1-7-7-15,0 0-4 0,1 11-3 0,-1-11 6 16,0 0 9-16,0 0 17 0,0 0-1 0,0 0 10 15,0 0-8-15,0 0-11 0,0 0-8 0,0 0-9 16,0 0-12-16,0 0-10 0,-10-23 5 0,9 13-21 16,-1-1-15-16,5-1-5 0,-2-5 10 0,5 0-31 15,2-7-9-15,-2 5-1 0,4 1-7 0,3-5-7 16,-1 9 0-16,-1 1-6 0,2 0 4 0,-1 8 0 16,0 0-3-16,0 1 2 0,1 4 0 0,0 4 13 15,-2 2-11-15,4 5 5 0,1 0-2 0,-7 4 4 16,1 2 8-16,4 4-5 0,-5-2 6 15,0-2-6-15,-2 2 2 0,0 4 6 0,-3-9 1 0,1-2-3 0,-1-2 3 16,-2-1-1-16,0-2 5 0,-1 0 1 0,-1-7 0 16,5 8 4-16,-1-4 5 0,-4-4 7 15,0 0 2-15,0 0-2 0,0 0-8 0,0 0 9 16,0 0-7-16,0 0-1 0,3-19-7 0,-2 8 0 16,3-1 2-16,3-2-7 0,0-4-4 0,0-1-4 15,8-4-11-15,-1-3 1 0,2 5-2 0,2-1-7 0,1 3 1 16,-2 5 2-16,-7 3 2 0,2 5 4 15,-2-1 3-15,0 2-3 0,0 3 3 0,-3 2 1 16,-7 0 2-16,14 9 2 0,-7-1 4 0,-3 3 2 0,1 4-2 16,-2 3 5-16,0 0 4 0,-3 1-7 0,1 5 7 15,-2-5 1-15,0 0-2 0,-1 2-4 16,-1 4-13-16,1-7-26 0,-1-1-47 0,2-2-67 0,1-2-63 16,0 2-79-16,1-6-178 0,-1-9-516 0,4 13 228 15</inkml:trace>
  <inkml:trace contextRef="#ctx0" brushRef="#br0" timeOffset="162634.38">12136 10169 270 0,'2'-17'316'0,"-2"7"-1"0,0 1-15 16,0 2-27-16,0 7-30 0,2-9-26 0,-2 9-20 15,0 0-14-15,0 0 18 0,3 29-7 0,-2 0 5 16,2 1-12-16,-3 5-5 0,-3 15-15 0,3-3-16 15,-1-11-15-15,0 9-13 0,1-12-18 0,-4 3-1 16,4-6-8-16,-2 4-9 0,2-4-14 0,-2-1-5 16,1-3-2-16,-2 0-12 0,3-7-8 0,-1-3-17 15,1 0-27-15,0-4-45 0,0-2-39 0,0 0-36 16,-4 0-42-16,2-2-46 0,-1-2-50 0,-1 0-35 16,4-6-40-16,-5 7-186 0,5-7-558 0,-8 4 247 15</inkml:trace>
  <inkml:trace contextRef="#ctx0" brushRef="#br0" timeOffset="162849.97">12232 10335 30 0,'9'-9'167'0,"-1"2"-10"0,0 2-2 0,1 1-8 16,-3 4 6-16,-6 0 13 0,13 3 6 0,-5 2 1 0,-1 1-12 15,0 2-7-15,-2 2-4 0,1 1-8 16,-4 1-9-16,0 1-8 0,-2 0-13 0,0 1-8 15,-4 0-12-15,2-3 3 0,-5 4-19 0,-2-1-15 16,0-1-13-16,-2-2-12 0,-1-2-41 0,1-1-42 16,-2-1-58-16,-1-1-65 0,-1-3-244 0,-3-2-448 15,-1-2 198-15</inkml:trace>
  <inkml:trace contextRef="#ctx0" brushRef="#br0" timeOffset="163200.07">12312 9878 84 0,'6'-9'284'0,"0"1"-30"0,-2 3-23 0,4 3-6 15,-1-1-1-15,-7 3-9 0,13 3-4 0,-5 1-13 16,4 3-9-16,1 5-1 0,-1 5-16 0,4 4-15 16,-2 1-16-16,1 2-10 0,-5-3-11 15,2 2-12-15,-5-6-14 0,0 0-8 0,-3-1-8 0,1-4-2 16,-2-1-8-16,-1 0 18 0,-2-1-16 0,-2-5 1 15,1 5-3-15,-3-5-2 0,-6 2-18 0,1-2 2 16,1-1-8-16,-4-2 3 0,3-2-8 0,1 2-6 16,8-2 4-16,-14-6-6 0,9 2-7 0,1-3 1 15,2-4-13-15,2-3-4 0,2-4-8 0,6-8 2 16,2 1 0-16,4 1 10 0,4 1-12 0,-1 1-1 16,2 2-7-16,2-2 8 0,0 4-4 0,6 1 2 15,-4 2-1-15,4-1 0 0,-3 2-7 0,3 2-11 16,-7 2-19-16,7-1-17 0,-2 4-20 0,-8 1-28 15,4 1-30-15,-6 0-44 0,-1 2-55 0,-1 2-41 16,-3-1-239-16,-3 2-558 0,-7 0 248 0</inkml:trace>
  <inkml:trace contextRef="#ctx0" brushRef="#br0" timeOffset="164216.32">13486 10343 297 0,'2'-10'299'0,"-2"10"-25"16,-2-9-25-16,2 9-28 0,0 0-27 0,-4-7-12 16,4 7-12-16,0 0-15 0,0 0-9 0,-14 12-14 15,5 0-16-15,7-2-5 0,-5 4-17 0,1 4-12 16,2-7-8-16,2 3-7 0,2-2-4 0,-2 1-6 15,4-2-3-15,4 3-5 0,-2-3-6 0,2-2-4 16,7 4 1-16,-3-5 4 0,5 0-9 0,-4-1 0 16,3-5 0-16,-1 0 2 0,1 1-8 0,-1-3-2 15,2 0 3-15,-5-2-4 0,-1-1 3 0,1 1-1 16,1-3-3-16,-1-1-7 0,-2 0 5 16,-1-3-3-16,-1 1-3 0,1 1-1 0,-1-3-5 0,-1-1 2 0,-2 1 1 15,3 4 2-15,-4-2-1 0,2 3-5 16,-1 0 2-16,-3 5-5 0,4-8-3 0,-4 8-3 15,4-6-4-15,-4 6 10 0,0 0-14 0,0 0-5 0,8-1 6 16,-8 1 4-16,0 0 10 0,11 12-13 0,-5-7 3 16,4 2-2-16,-3 1 1 0,4-1 4 0,2 0-2 15,-4-1 4-15,4-2 1 0,3 2-8 16,-3 0 6-16,4-5-1 0,2 2 4 0,0-6-2 0,-1 2-3 16,1-6-6-16,-2 1 2 0,0-5-3 0,-1 3-10 15,-7-1-1-15,-2 0-8 0,0-3-8 0,-3 0-12 16,-3-4 0-16,-1-1 1 0,-5-2 1 15,-2-7-4-15,-6 3 3 0,-4-1 2 0,4 1 0 0,-5 0 5 16,1 4 4-16,5 2 6 0,-1 4 1 0,4 3 6 16,-1 2-1-16,4 1 2 0,-1 2 5 0,3 2-1 15,0-2-4-15,4 5-2 0,-8-7-5 0,8 7-2 16,0 0 3-16,0 0 1 0,0 0 1 0,23-6-3 16,-7 3-4-16,3 2-6 0,2-2-2 0,10-1 1 15,-10 0 9-15,6 1-2 0,-7-1 7 0,0 0-2 16,-7 1 5-16,3 0 5 0,-7 0 18 0,2-2 6 15,-3 3 7-15,4-3 6 0,-7 1 7 0,4 0 4 16,-4-2 5-16,1-1 8 0,-1 3 9 0,-1-4 0 16,0 4 3-16,-1-1-3 0,2 0 5 0,-5 5 4 15,6-9-4-15,-3 5 0 0,-3 4-3 0,2-9-3 16,-2 9-5-16,4-6-4 0,-4 6-6 0,0 0-7 16,0 0-4-16,0 0-2 0,0 0 11 0,9 25 20 15,-7 2 7-15,-2 6 10 0,-4 1-5 0,-3 16 9 16,3-5-9-16,-2 4-12 0,-4-3-1 0,1 1-2 15,2-3-9-15,-3-11 5 0,0 2-5 0,3 0-7 0,-1-3-34 16,1 0-27-16,2-3-62 0,1 0-63 16,-1-2-75-16,3-8-78 0,0 2-291 0,0-4-640 15,2-1 284-15</inkml:trace>
  <inkml:trace contextRef="#ctx0" brushRef="#br0" timeOffset="164516.51">14300 10494 101 0,'0'0'253'0,"0"0"-13"0,-14 19-16 0,11-11-18 15,1 1-21-15,-2-2-15 0,4 2-18 0,0-9-11 16,4 16-2-16,0-7-2 0,1 2-2 16,4-3-5-16,2-3-6 0,1 0 2 0,6-1-10 0,-1-3-6 15,3 1-10-15,-2-2-9 0,2-4-6 0,-1 0-9 16,-1-1-6-16,-1-2-4 0,-3-2-7 0,-1 2-1 15,-6-2-6-15,0-1-6 0,0-2-4 0,0 1-4 16,-5-1-4-16,-2 0 3 0,0-3-4 0,-2 3-7 16,-6-3 1-16,2 4-4 0,-3-2-10 0,1 6-3 15,-3 0-12-15,-1 2-19 0,-4 2-20 0,-4 3-25 16,-9 3-36-16,-3 5-50 0,3 4-63 0,-2 3-68 16,1 5-183-16,1-3-505 0,6 0 225 0</inkml:trace>
  <inkml:trace contextRef="#ctx0" brushRef="#br0" timeOffset="164870.18">15510 10122 301 0,'-6'-11'352'0,"-2"3"-38"0,2 1-29 0,-1 2-26 16,-3 0-21-16,4 4-21 0,6 1-18 0,-23 4-9 15,12 3-16-15,-2 6-6 0,-1 1-17 0,-3 10-13 16,-4 4-13-16,7 4-10 0,-5 13-13 0,3 0-10 16,3 4-11-16,1-4-2 0,1 3-7 0,3-12-16 15,0 8 4-15,4 4-5 0,-3-14-3 0,5 1 0 16,-1 12-8-16,0-13-6 0,1-4-4 0,2 1-5 15,0-2-2-15,-1 1 0 0,-2-3-6 0,2-1-5 16,1-6 0-16,-3-1-8 0,3-3-28 0,-1-1-34 16,-2-3-32-16,2-1-45 0,-2 0-49 0,0-4-60 0,3-7-51 15,-7 8-241-15,2-6-574 0,-3 0 254 0</inkml:trace>
  <inkml:trace contextRef="#ctx0" brushRef="#br0" timeOffset="165404.47">15126 10667 27 0,'0'0'300'0,"0"0"-31"0,2-12-25 0,-2 12-22 15,6-9-19-15,6 2-16 0,3 0-20 0,6-2-12 16,10-4-18-16,2-2-4 0,15-2-21 0,1 1-7 16,1 0-4-16,-2-2-18 0,-9 6-5 0,7-7-10 15,-12 7-5-15,0-1-3 0,-4-3-5 0,0 2-5 16,-6 0 5-16,-5 1 6 0,-5 1-1 0,1-1 1 15,-3 0 1-15,-7 1-2 0,3-3-3 0,-2 0-4 16,-6-3 0-16,0 2 3 0,-1 0 0 0,-3 3 2 16,-1-1 8-16,0 3-1 0,-2 1 4 0,2 2-14 15,-4 1-1-15,3 1-3 0,-3 3-7 0,2 1-10 16,-4 2 1-16,-1 6-4 0,-3 5-6 0,-6 6 1 16,1 6-7-16,1-1-1 0,0 2-3 0,-2 1-1 15,10 1 2-15,1-4-9 0,1 2 7 0,6-6-5 16,3 7 1-16,4-6 0 0,5-1-6 0,0-2-1 15,4 0-3-15,8 2 1 0,2-4 6 0,-4-4-27 16,10-1-9-16,-2-2-10 0,-1-3-4 0,3-4-7 16,-3 0 1-16,-3-2 1 0,4-5 0 0,-5 2 4 15,2-6 7-15,-5 3 2 0,-2-3 2 0,2 2 5 16,-5-4 4-16,2 1 4 0,-4 1-1 0,-1-5 3 16,-1 1 6-16,-1 0 16 0,-3 0-6 0,3 0 8 0,-6-1 3 15,-2 4 5-15,0 1 4 0,-2-1 9 16,2 1 12-16,-2 4 6 0,1 7-5 0,-1-12-2 15,-2 5-2-15,3 7-3 0,-7-6-5 0,7 6-4 16,-11 3-3-16,11-3 0 0,-24 14-3 0,11-2 2 0,-2 2-3 16,2 2-1-16,0 2-5 0,3-4-1 0,2 1 1 15,3 2-3-15,1-2-13 0,3 1-18 16,2-4-28-16,1 0-35 0,4 3-50 0,0-5-66 16,5 0-63-16,4-2-59 0,2 0-183 0,4-3-547 0,9-3 242 15</inkml:trace>
  <inkml:trace contextRef="#ctx0" brushRef="#br0" timeOffset="165799.63">16401 10413 213 0,'-5'-10'269'0,"0"1"4"16,-1 2-4-16,-2 2-14 0,-4 0-11 0,2 1-24 16,-1 2-9-16,-7 4-18 0,0 2-9 0,-1 1-21 15,-2 3-12-15,2 1-14 0,2-1-15 0,1 3-11 16,2 0-12-16,0 2-15 0,1-1-6 0,3 1-6 15,3-2-4-15,3 1-12 0,2-2-9 0,1 0-13 16,6-1-3-16,0 4-6 0,1-6-10 0,5 1-7 16,4-2-7-16,-2-4 3 0,6 1-5 0,-1-1-3 15,1-4 6-15,0-1-14 0,-2-2 5 0,0-4-6 16,0 1 2-16,1-2 11 0,-4-2-5 0,-1 0 3 16,0-4 0-16,-2-2 1 0,-3-5 4 0,-3-1-2 15,0-3 4-15,-2 1 9 0,-2 0 2 0,-1-3 0 16,-1-2 2-16,-1 3-7 0,2-1 4 0,0-2 4 15,0 1 13-15,-1 4-4 0,1-1 5 0,-1 3 8 16,2 5 11-16,-2 8 16 0,1 0 13 0,-2 1 1 16,2 3-9-16,0 7-7 0,-1-11-8 0,1 11-13 15,0 0-4-15,0 0-11 0,0 0-6 0,0 0-3 16,-9 39 4-16,5-11-2 0,-1 1-4 0,-2 2 3 16,2 4-11-16,-2-2 3 0,3 3-2 0,0-1 3 0,2-3-38 15,2-2-49-15,0 2-50 0,2-3-53 16,-2-1-69-16,3-9-82 0,-2-1-284 0,3-2-659 15,-1-5 292-15</inkml:trace>
  <inkml:trace contextRef="#ctx0" brushRef="#br0" timeOffset="166205.42">16668 10205 130 0,'3'-9'322'16,"1"0"-20"-16,-3 4-12 0,3 1-34 0,-4 4-29 15,3-7-24-15,-3 7-18 0,0 0-14 0,0 0-1 16,0 0-16-16,-2 30-13 0,-1-14-7 0,-2 0-14 16,3 3-8-16,-1 1-9 0,-1-2-13 0,2 2-3 15,-1-1-12-15,-1-2-3 0,1-1-10 0,1-3-4 16,0-2-4-16,-2 0-6 0,1 0-4 0,1-1-2 16,1-3-5-16,-1 0-5 0,0 0 0 0,2-7-4 15,-4 10 0-15,3-5-8 0,1-5 1 0,-3 7-8 16,3-7-13-16,0 0-9 0,-1 8-8 0,1-8-6 15,0 0-12-15,0 0-8 0,0 0 1 0,14 2-12 16,-14-2-6-16,20-8-7 0,-8 3 1 0,0 1 8 16,1 0 2-16,0-1 7 0,-1 2 3 0,-2 1 3 15,-1 1 3-15,-3 1 2 0,-6 0 5 0,10 0 7 16,-10 0 14-16,8 5 15 0,-8-5 19 0,1 11 12 16,-1-11 8-16,-7 14 7 0,2-5 2 0,-4 1-4 15,-4 2 4-15,-3 1-2 0,1-4 2 0,-2 1-9 16,0-1-4-16,-8 3-4 0,2-3-6 0,3 0-13 15,3-5-19-15,5 0-17 0,0-1-26 0,1 1-28 16,4 0-50-16,1-3-54 0,6-1-59 0,0 0-248 16,0 0-526-16,0 0 233 0</inkml:trace>
  <inkml:trace contextRef="#ctx0" brushRef="#br0" timeOffset="166566.19">17136 10272 267 0,'-13'-8'254'0,"3"9"-7"0,-4 3-3 0,-3 3-8 16,-2 2-11-16,0 0-13 0,2 4-24 0,1-2-20 0,2 2-16 15,0 2-12-15,1-3-13 0,6-2-16 16,1 0-10-16,1 2-7 0,1-1-10 0,4-2-9 16,0 1-7-16,4-1-4 0,1-1-5 0,1 0-19 15,0-3-3-15,3 1-4 0,2-1-6 0,-1-4-8 0,1 1-4 16,0-3-2-16,-2 0-1 0,0-2 1 0,0 0-5 15,-3-1 6-15,-1-1-5 0,0 0-2 0,-1 2 3 16,-1-6-2-16,-1 1-2 0,0 1-1 0,-2 7 0 16,3-12 2-16,-3 5 0 0,0 7-3 0,0 0 0 15,2-12-2-15,-2 12-5 0,0 0 2 0,0 0-4 16,0 0 8-16,0 0 7 0,0 0 2 0,0 0-3 16,0 0 5-16,0 0-7 0,-9 29 10 15,6-22-7-15,2 1-2 0,-2 3-18 0,2-1-22 0,0-1-24 16,0-3-43-16,1-6-46 0,2 14-51 0,2-11-37 15,2 1-223-15,7-2-493 0,4-2 219 0</inkml:trace>
  <inkml:trace contextRef="#ctx0" brushRef="#br0" timeOffset="167004.38">17454 10261 219 0,'-4'-6'245'0,"-1"2"-6"16,5 4-12-16,-11-5-17 0,3 5-7 0,8 0-9 15,-22 7 0-15,8 2-4 0,0 1-7 0,3 4-5 16,-2-1-8-16,3 3-7 0,-1 1-11 0,1 1-5 16,4 0-16-16,1-1-16 0,1 1-19 0,3-1 12 15,1-2-20-15,2 0-11 0,2-1-3 0,3-1-11 16,3 0-4-16,2-3-3 0,1 0-9 0,4-4-17 16,1 0-28-16,0-2-25 0,2-4-22 0,-1 0-26 15,4-2-29-15,-6 0-30 0,0-3-25 0,0-1-23 16,0-2-18-16,-2-1-7 0,2 0 25 0,0-1-3 15,-2-2 15-15,0 1 2 0,-2-1 28 0,0-1 12 16,-2-1 14-16,1-3 15 0,-3 0 20 0,-4 0 8 16,0-2 24-16,3-6 24 0,-3 6 14 0,1-6 13 0,1 0 24 15,-6 7 23-15,1 0 24 0,1 6 17 16,-2 1 20-16,1 1 12 0,-1 1 8 0,0 3-3 16,-1 6-6-16,3-9-7 0,-3 9-8 0,0 0 4 15,0 0 1-15,0 0 17 0,0 0 29 0,-7 24-10 16,2-7 1-16,-3 7 2 0,1 1-16 0,-2 0-4 0,0-1-7 15,0 3-22-15,1 0-3 0,1-1-11 0,0-2-11 16,2-4-5-16,-3 3-6 0,3-6-11 16,0 2-17-16,1-3-28 0,1-6-23 0,3 2-67 0,-3-2-57 15,0 0-60-15,-1 0-79 0,3-4-69 0,-3-1-255 16,4-5-646-16,-5 5 286 0</inkml:trace>
  <inkml:trace contextRef="#ctx0" brushRef="#br0" timeOffset="167216.95">17894 10197 249 0,'-13'2'253'0,"0"4"3"16,-3 3 2-16,-6 6-10 0,-1 2-15 0,2-1-9 16,1 1-14-16,5-2-3 0,2 1-20 0,3-3-10 15,1 1-19-15,2 2-3 0,2-1-13 0,4-4-8 16,2 1-8-16,3 0 0 0,4 2-16 0,3-2-12 15,3-1-8-15,11 1-32 0,1-3-18 0,2-3-38 16,1-2-47-16,0 0-48 0,-2-2-58 0,0-4-64 16,2 2-45-16,-8 0-237 0,7-3-537 0,-12-1 238 15</inkml:trace>
  <inkml:trace contextRef="#ctx0" brushRef="#br0" timeOffset="168467.91">18578 10543 167 0,'0'0'156'0,"0"0"-6"0,0 0-7 15,0 0 0-15,0 0-7 0,0 0-4 0,0 0-5 16,0 0 0-16,0 0-4 0,0 0-2 0,0 0-1 15,0 0-3-15,0 0-6 0,0 0 0 0,0 0-10 16,0 0-1-16,0 0-1 0,0 0 3 0,0 0-2 16,0 0-2-16,0 0 0 0,0 0 0 0,0 0 15 15,0 0-14-15,0 0-4 0,0 0 3 0,0 0-22 16,0 0-8-16,0 0-11 0,6-24-5 0,-1 16 1 16,0-2-9-16,-1 0-4 0,1-1-6 0,5-2-6 15,-1-2-5-15,3 0 1 0,-2-1-6 0,4 0 1 16,4-3-4-16,-4 8 2 0,-1-4-7 0,-2 1 2 15,2-1-4-15,1 1 2 0,0-2-3 0,0-7-1 16,-1 9 1-16,-4 0-3 0,-1 4 2 0,1-1 3 16,-4 1-4-16,0 2-2 0,0 2 0 0,-2 1 5 0,0 2-4 15,-3 3-5-15,8-7 2 0,-8 7 1 0,2-5-1 16,-2 5 2-16,3-7-4 0,-3 7-1 16,0 0 2-16,0 0-4 0,0 0 2 0,0 0-8 15,0 0 6-15,-18 19 13 0,11-7-10 0,0-2 1 0,2 3-3 16,-3 0 3-16,3-1-3 0,0 0-2 0,3 0 13 15,-1-2-11-15,2 2-2 0,2-3 5 0,0 1-6 16,2 0 10-16,2 0-5 0,1-2 4 16,3 0 1-16,2-1-3 0,0 0-1 0,7-4 3 0,1 3 1 15,0-4-2-15,4-1-5 0,-1-2-2 0,4-4 1 16,-3 2 4-16,-3-3 0 0,0 1-5 0,-2-3-4 16,3-2 2-16,-4 1-3 0,-1-1 2 15,-2 0-1-15,1-2 5 0,-3-3-3 0,-3 2-2 0,1-2 3 16,-1 2-1-16,-4 0-4 0,0 3 11 15,2-1 3-15,-5 1 1 0,2 2-3 0,-1 2 5 0,-2 0 2 16,-1 6 2-16,2-10 2 0,-2 10-1 0,2-7-6 16,-2 7-2-16,0 0 1 0,0 0-7 0,0 0 3 15,0 0-5-15,0 0 7 0,0 0 2 0,-5 26 2 16,-1-7 2-16,1-1-4 0,0 1 3 0,2 2-5 16,-1 2 4-16,0-4-2 0,-1 7 0 0,2-9 0 15,2 2-2-15,-1-3 0 0,1 0 3 0,0-1 3 16,0 2-4-16,1-4-7 0,-2-1 7 0,0-1-17 15,2 0-31-15,-1 0-32 0,-1-3-38 0,1 0-36 16,1-8-51-16,0 11-27 0,0-11-40 0,-1 8-197 16,1-8-502-16,0 0 223 0</inkml:trace>
  <inkml:trace contextRef="#ctx0" brushRef="#br0" timeOffset="168627.19">18982 9888 24 0,'-7'-10'258'0,"3"6"-25"0,2-1-26 0,2 5-24 15,-7-8-35-15,7 8-45 0,-4-6-37 16,4 6-47-16,0 0-47 0,13-9-38 0,1 8-126 16,13-2-207-16,5 0 93 0</inkml:trace>
  <inkml:trace contextRef="#ctx0" brushRef="#br0" timeOffset="169900.3">21021 9693 56 0,'0'0'121'0,"0"0"-4"0,0 0-7 16,0 0 1-16,0 0-21 0,0 0-2 0,0 0-13 16,0 0-7-16,0 0-16 0,0 0 6 0,0 0 1 15,0 0-16-15,0 0-2 0,0 0 3 0,0 0-1 16,0 0-1-16,0 0-9 0,0 0 10 0,0 0-7 15,0 0 2-15,0 0-1 0,0 0-3 0,0 0 8 16,0 0-11-16,0 0 5 0,0 0-2 0,0 0 4 16,0 0-1-16,0 0-3 0,0 0 3 0,0 0 0 15,0 0-3-15,0 0 1 0,0 0-2 0,0 0 1 16,0 0 2-16,0 0-2 0,0 0 5 0,0 0-2 16,0 0 5-16,0 0 0 0,0 0 0 0,0 0 0 15,0 0 1-15,0 0-4 0,0 0-4 0,0 0-2 16,0 0 0-16,0 0 1 0,0 0-3 0,0 0-3 15,0 0-1-15,0 0 0 0,0 0 1 0,0 0-1 16,0 0 2-16,0 0 0 0,0 0-3 0,-11-12-3 16,11 12-4-16,0 0 3 0,0 0-3 0,0 0 2 15,-13 1-4-15,13-1-1 0,0 0-2 0,-18 6 6 0,8-1-3 16,-1 1 6-16,-1 2 2 0,-2 5 3 16,-3-1-4-16,-5 5 3 0,3 3 0 0,-1 1 2 15,2 2 5-15,-1 0 9 0,2 0-9 0,3 0-2 16,2 0-1-16,1-7-3 0,3 6-7 0,3-3-3 0,1-2-2 15,-1 0 2-15,4-3-1 0,1 2 0 0,1-5-3 16,3 2-2-16,0-1-3 0,1 0 4 16,1-2 0-16,1 0-4 0,3-1 6 0,-2-1-4 15,2-2 2-15,1-1 1 0,2 0-3 0,-3-1 7 0,3-3-1 16,-3 0-3-16,2-1 3 0,-2 2-6 0,-10-2 3 16,16-3 1-16,-9 0 2 0,-1 1-6 15,1-2-3-15,-2 0 2 0,0-2-1 0,0-1-2 16,2 0 12-16,-5 0-13 0,3-2 0 0,-1 0-3 0,-1 0 4 15,-2 2-5-15,0-1 2 0,-1 8-4 0,0-11 0 16,0 3 19-16,0 8-15 0,-6-9-12 0,-1 4-3 16,-3 2 5-16,-1 2-3 0,-5 2 0 0,-3 3-4 15,-1 0-5-15,2 2-10 0,-3-2-11 0,2 5-20 16,4-1-21-16,3-2-31 0,1-1-25 0,3 2-43 16,1 0-22-16,3 3-41 0,1 0-190 0,3-1-467 15,5-3 208-15</inkml:trace>
  <inkml:trace contextRef="#ctx0" brushRef="#br0" timeOffset="170234.77">21222 9894 169 0,'0'0'272'0,"1"-9"-11"0,-1 9-9 0,0 0-19 15,0-7-14-15,0 7-16 0,0 0-8 0,0 0-17 16,0 0-15-16,-12 21-17 0,7-11-13 0,2 0-12 15,0 2-8-15,1 6-15 0,2-5-12 0,1 1 3 16,1-2-21-16,2 3-3 0,5 0-6 0,3-2-6 16,0-1-8-16,0 0 1 0,4-2-5 0,0-4-7 15,-3-2 0-15,4 0-1 0,-5-1-6 0,2-2-3 16,-1-1 4-16,0-1 2 0,-2-2-3 0,1-1 1 16,0 0 1-16,-1-2-6 0,-4-3 4 0,2-1-2 15,-2-1-2-15,-2 2 2 0,-1-7-6 0,-1-1 0 16,-1 0-4-16,-4-1 0 0,0 1-2 0,-2-1-2 0,0 4-5 15,-2-1 2-15,1 3-11 0,-4 1-15 0,1 1-11 16,2 4-17-16,-3-3-21 0,-1 5-26 16,-1 1-22-16,0 0-34 0,-2 2-11 0,1 2-45 15,0 0-28-15,0 4-28 0,3 0-148 0,2 4-443 16,3-1 196-16</inkml:trace>
  <inkml:trace contextRef="#ctx0" brushRef="#br0" timeOffset="170733.73">22088 9916 177 0,'0'-7'301'0,"-4"-3"-9"16,-2 2-7-16,0 0-4 0,-3 2-11 0,0 0-16 0,-5 3-24 16,-4-2-17-16,-1 3-13 0,-1 5-19 0,-1-2-18 15,-2 5-12-15,3 0-12 0,0-1-17 0,3 4-9 16,2 0-17-16,1 0-7 0,1 4-9 0,6-3-10 15,0 4-6-15,2-3-11 0,1 0-1 0,3 2-6 16,2-3-14-16,3 2-7 0,2-1-6 0,2-1-11 16,3 1 10-16,1-4-13 0,4 0-2 0,1-1 2 15,0-3-3-15,2-3 0 0,0 0-3 0,1 0 1 16,-3-4 6-16,-4 0-1 0,0 0-1 0,-3-3 1 16,-1-3 0-16,3-5 3 0,-5 0 1 0,-2-3 6 15,-1-1-5-15,-1-4 2 0,1-3-2 0,-3 1 0 16,-2 1 7-16,-1-1 4 0,2-1 5 0,3-1-10 15,-4 2 15-15,2-1-8 0,-2-2 5 0,1 0-12 16,1 0 2-16,-2 0 6 0,-1 2 12 0,0 7 5 16,2 2 4-16,0 6 8 0,0 0-6 0,0-1-7 15,0 5 0-15,0 7-10 0,0-12 1 0,0 12-7 16,0-8-11-16,0 8-4 0,0 0-4 0,0 0-2 16,0 0 2-16,0 36-5 0,0-11 9 0,-3 4-7 15,-1 2 1-15,3 2 0 0,-3 0 4 0,4-2-14 16,-1 1 11-16,-2 0 0 0,3-1 1 0,0-2-2 15,-1 0 1-15,2-3 0 0,-1 3 0 0,3-3-13 0,0-1-34 16,-1-6-26-16,3-2-52 0,-1 1-43 16,1-3-49-16,3 1-45 0,-4-6-45 0,1 1-38 15,-1-2-211-15,1 0-596 0,-1-1 265 0</inkml:trace>
  <inkml:trace contextRef="#ctx0" brushRef="#br0" timeOffset="170966.97">22284 9783 247 0,'1'-12'269'0,"2"2"10"16,-2 2 1-16,0 1-7 0,-1 7-14 0,1-10-22 15,-1 10-24-15,3-8-26 0,-3 8-20 0,0 0-21 16,0 0-14-16,0 0-6 0,0 0-6 0,0 0 11 16,-1 26-25-16,1-11-9 0,-3 3-7 0,1 1-10 15,-1 1-4-15,-2-2-11 0,2 1-8 0,1 8 12 16,-2-1-19-16,3 0-5 0,-2-7-6 0,2 2 1 15,0-3-19-15,1 1-29 0,0-1-36 0,-2 0-35 16,4 0-51-16,-2-1-55 0,0-4-52 0,1-1-49 16,-2 4-203-16,1-5-530 0,0-1 235 0</inkml:trace>
  <inkml:trace contextRef="#ctx0" brushRef="#br0" timeOffset="171367.14">22306 9794 17 0,'8'-26'241'0,"1"4"-4"0,3 0 2 0,-2 5-7 16,0 0-11-16,3 3-17 0,1 0-7 0,0 3-18 15,1 1-20-15,1 2-10 0,-1 1-17 0,-3 3-15 16,-2 0-9-16,3 3-12 0,-2 0 2 0,2 2-21 16,-3 3-7-16,2-1-8 0,-1 2-10 0,-1 1-2 15,0 0-3-15,0 3-5 0,-3 0-7 0,-2 1-2 16,-1 0-6-16,-2 2-3 0,-1 1-5 0,-5 2-2 15,-1 1-1-15,-2-1-9 0,-4 0-11 0,2-2-9 0,-1 0-10 16,-2 0-8-16,2 2-8 0,2-6-16 16,1 2-12-16,-2 2-13 0,4-2-22 0,3 0-2 15,1 0-3-15,2 1-6 0,2 1-9 0,1-1 7 16,3-1-6-16,0-2 20 0,3 4 5 0,-1-3 12 0,4 2 7 16,-6-1 9-16,1-3 2 0,1 1 8 15,-3 0 9-15,2 3 11 0,-3-5-1 0,0 2 6 0,-2-2 30 16,2 2 24-16,-2-3 21 0,-2 1 19 15,-1-7 18-15,-3 11 8 0,3-11 0 0,-7 10 1 0,3-5 3 16,-3 2-3-16,-2-1-12 0,2 1-7 0,-5-2-5 16,2 1-7-16,-3 2-5 0,-1-2-9 0,3 1-25 15,-5-1-39-15,5 0-53 0,0-3-52 0,-1 2-74 16,2 3-133-16,0-4-361 0,3 0 159 0</inkml:trace>
  <inkml:trace contextRef="#ctx0" brushRef="#br0" timeOffset="171543.57">22809 10137 281 0,'0'0'355'0,"8"-5"-9"0,-8 5 9 16,6-3-10-16,-6 3-20 0,0 0-29 0,5-4-33 16,-5 4-27-16,0 0-30 0,0 0-30 0,4-5-32 15,-4 5-79-15,0 0-69 0,0 0-85 0,0 0-90 16,0 0-101-16,0 0-194 0,0 0-513 0,0 0 228 15</inkml:trace>
  <inkml:trace contextRef="#ctx0" brushRef="#br0" timeOffset="175216.49">23907 9894 3 0,'0'0'118'16,"0"0"-3"-16,-3 10-5 0,3-10 0 0,0 0-9 0,0 0-8 15,-4 13-3-15,4-13-2 0,-2 6-9 0,2-6-5 16,-4 6-8-16,4-6-4 0,-3 6-9 16,3-6 5-16,-2 7-3 0,2-7 0 0,0 0 2 15,-4 7-4-15,4-7 5 0,0 0 2 0,-4 5 1 0,4-5 2 16,0 0 4-16,-3 5 3 0,3-5 1 15,0 0 1-15,0 0 1 0,0 0 0 0,0 0-2 0,-10 1-1 16,10-1 1-16,0 0-1 0,0 0-3 0,-11-6-6 16,11 6-2-16,-10-4 0 0,10 4-2 0,-9-7-2 15,5 3-5-15,-4 0-1 0,2 0-2 0,0-4-2 16,-2 1-3-16,0 0 1 0,-1-2-1 0,0 1-1 16,3-1 6-16,-1 1 9 0,1-2 0 0,1 0-11 15,3 0-3-15,-1-2-11 0,2 1-1 16,2-1-1-16,2 1-19 0,4-1-3 0,-2 4 1 0,4-2-5 15,0 1-1-15,5-1 0 0,2 2 8 0,-4 5-10 16,1-3 0-16,1 2 0 0,-1 3-5 0,0 1 4 16,1 1-4-16,-3 2-1 0,3 2-1 0,-2 1 3 15,4 5-1-15,-4 2 1 0,0 2-3 0,0 0 4 16,-3 1 0-16,-1 3 4 0,-3 0 0 0,0 7-6 16,-5-6 7-16,0 6-1 0,-5 0 2 0,-4-1 0 15,-1-2-2-15,-5 2 0 0,-1-1 1 0,-7-1-1 16,0 0-2-16,0-1-4 0,0-1-3 0,-2-2-9 15,2-2-7-15,1-1-14 0,-3-3-12 0,5-3-18 0,6-1-22 16,1-2-26-16,4 0-27 0,2-4-32 16,0 0-31-16,2-1-41 0,5-2-130 0,0 0-407 15,0 0 180-15</inkml:trace>
  <inkml:trace contextRef="#ctx0" brushRef="#br0" timeOffset="175449.78">24316 9785 32 0,'2'-3'266'0,"-2"3"-25"0,5-5-27 0,-5 5-23 0,0 0-12 15,0 0-9-15,0 0-7 0,9 12-9 0,-5-4-9 16,-4 3-4-16,3 3-16 0,-1 3-12 0,-2 0-9 16,3 1-8-16,-1 0-12 0,0 1-2 0,0 5-11 15,-1-6-9-15,-1 0-4 0,2 1-7 0,0 0-6 16,0-2-7-16,0 0-25 0,2 0-31 0,-4-4-42 15,0 1-51-15,0-2-51 0,0-1-28 0,0 1-194 16,-5-2-414-16,1 0 184 0</inkml:trace>
  <inkml:trace contextRef="#ctx0" brushRef="#br0" timeOffset="176200.54">25232 9900 58 0,'-6'-3'282'16,"-1"2"-12"-16,-2-1-8 0,-2 0-16 0,2 1-16 15,-5 4-16-15,3 0-15 0,-5 1-19 0,-2 5-6 16,3-1-28-16,-3 3-14 0,3 3-14 0,2 3-11 0,0-3-8 16,2 2-12-16,4-3-11 0,-1 3-5 0,6-2-9 15,1-1-9-15,2 1-14 0,5 0-7 16,-1-3-11-16,3-2-10 0,2 0-1 0,1-2-9 15,-1 1-8-15,2-4-1 0,1 0 0 0,0-2 0 0,-3-2 4 16,3-2 0-16,1-1 2 0,-5-2-1 0,4-4-2 16,-3 1 7-16,-1-6 13 0,1 0-1 0,-2-3 0 15,0 0 5-15,-2-7-3 0,-1 0 3 16,-1 0 1-16,2-2 0 0,-4 1-2 0,0-1-3 0,-1 1 4 16,1-1 6-16,-2 1 3 0,0 5 1 0,1 0-2 15,-2-6-2-15,1 7 4 0,-2 2 0 0,2 1 4 16,0 7 7-16,-1-1-5 0,2 4-4 0,-1 6-4 15,-1-12-1-15,1 12-7 0,0-7-14 0,0 7 7 16,0 0-5-16,0 0-1 0,0 0 0 0,-4 32-6 16,2-6 8-16,-1-3-6 0,1 5 2 0,0 1 0 15,1-1 4-15,-3 3-2 0,4-2 5 0,0 3-9 16,4-7 1-16,1-1 1 0,4 0-2 0,-4-7 1 16,3 1-1-16,1-5-5 0,2 1-2 0,3-1-5 15,0-6-3-15,-1 3-9 0,1-4-11 0,4-3-6 16,4-2 3-16,-5-3-5 0,2-2 0 0,0-1 3 15,-2-2 0-15,3-2 4 0,-6-3-1 0,1-1 1 16,0-2 3-16,-2 1 4 0,-2 0 1 0,-1-2 6 16,0-1 0-16,-3 0 4 0,-1-1 5 0,-2 1-4 15,-2-1 7-15,-2 6 4 0,2 0 12 0,-2 3 7 0,-2 0 4 16,2 9 1-16,-1-13-2 0,1 13-4 16,-5-7-2-16,5 7-1 0,-13 2 0 0,3 3 5 15,0 2-4-15,-3 4-2 0,0 3 5 0,2 0-6 16,-7 8-1-16,11-4 3 0,1-1-5 15,2 1-12-15,4 1-25 0,0-1-37 0,2-1-47 0,2-1-64 0,5-2-69 16,0-1-217-16,5 1-504 0,4-5 223 16</inkml:trace>
  <inkml:trace contextRef="#ctx0" brushRef="#br0" timeOffset="176916.68">25870 9839 154 0,'-4'-3'282'0,"4"3"-16"0,-14-3-14 0,8 1-13 16,6 2-19-16,-16 2-17 0,6 2-20 0,2 1-14 15,-1 4-10-15,-2-1-25 0,1 7-11 16,2-2-13-16,1 4-11 0,0-2-9 0,3 3-11 0,5-1-5 16,2 0 2-16,4-1-4 0,0-2-2 0,4 2 3 15,3-2-16-15,1-4-8 0,1 2-2 0,2-4 0 16,9 2-16-16,-7-6 1 0,3-1-7 0,-3-2-5 15,9-1-6-15,-9-1-3 0,3-2-2 0,-5-1-1 16,2-2 1-16,-1 2-2 0,0-2-3 0,-8-1 3 16,3 0-3-16,1-3 2 0,-3 3-1 0,-1-5 1 15,-3 3-4-15,0-3-1 0,-3 2 7 0,-1-2-7 16,0 1-2-16,-4-5 4 0,0 0-7 0,-2 1-1 16,0 3-3-16,-3-4 1 0,1 4 0 0,-5-1 4 15,4 0-4-15,-4 4 8 0,3 0-2 0,-2 4 5 16,0-3-3-16,3 3-2 0,1-1-1 0,-1 3 1 15,5 3 1-15,-9-8 1 0,9 8-6 0,-5-5 1 16,5 5-4-16,0 0 0 0,0 0-1 0,0 0 5 16,0 0-2-16,23 0 1 0,-2 0 0 0,-2-1 3 15,13 0-4-15,-3 0 8 0,0 0-7 0,-2 1 1 0,-6 0 6 16,-2 1-4-16,0-1-1 0,-1 1 1 16,-5 1 8-16,-4 0-9 0,1 1-3 0,-2-1 5 15,-1 4 3-15,-3-2 9 0,0 3 8 0,-1 2 10 16,0 3 7-16,-3 0 12 0,-3 5-7 0,1 0 0 0,-1 1 1 15,-1 1-5-15,0-1-1 0,1-2 1 0,-1 0-14 16,2 1 5-16,2-5-12 0,0 1 4 16,2-2 1-16,-2 0-10 0,4-1 3 0,1-1-6 15,2-1-5-15,2-2-4 0,0 0-4 0,2-2 0 0,3-1-2 16,3-1-5-16,-1-2 2 0,-3-3-5 0,1 0 4 16,4-3-9-16,0-4 1 0,-3 1 2 0,-1-4 3 15,2 0 2-15,-4 2-1 0,0-4 7 0,-1-1-8 16,-1-2 4-16,-3 0 2 0,1 0-4 0,-1 1 3 15,0-2 3-15,-5 2-2 0,1-2 1 0,-3 4-1 16,-3 3 8-16,3 1-3 0,-4 0 2 0,-3 2 0 16,2 2-6-16,-3 4 6 0,-1 2 0 0,-5 2 1 15,-4 4-2-15,-6 9 1 0,-1 1-3 0,0 2 5 16,3 0 2-16,1 2-3 0,3 2-2 0,7-6-4 16,3 1-16-16,0 0-33 0,4 3-41 0,2-1-67 15,4-4-72-15,2 1-282 0,1-3-560 0,4-3 248 16</inkml:trace>
  <inkml:trace contextRef="#ctx0" brushRef="#br0" timeOffset="177883.29">27047 9859 261 0,'-11'-3'285'0,"-3"1"-6"0,-3 3-8 0,1 0-21 15,5 2-20-15,-2-1-17 0,-4 5-21 0,4 3-18 16,-1-1-21-16,4 1-12 0,1 0-7 0,-1 4-17 16,6-2-5-16,2 0-10 0,-1 3 8 0,6-3-17 15,-1 3-8-15,2-3-13 0,3-1-7 0,4-2-10 16,-2 1-15-16,5-2-10 0,1 0-1 0,2-4-7 16,-4-2-12-16,0 1-2 0,-1-3 3 0,1-1-5 15,1-3-1-15,-3 1 1 0,0-1 3 0,-2-2-4 16,0-2-2-16,-3 0 3 0,1 0 3 0,-2-3-7 0,-3 0 7 15,1 0-4-15,-1 1 12 0,2-2-15 16,-4-4 1-16,0 8 0 0,0-3 12 0,0 2-10 0,0 9 1 16,0-13-3-16,0 13-6 0,0-9 7 15,0 9-6-15,0 0-3 0,0 0 0 0,0 0 9 16,0 0 7-16,0 0 9 0,0 0 6 0,-9 24-6 16,4-13-3-16,1 5-3 0,3-4-2 0,-3 1 1 0,4-2-1 15,0 2 0-15,4-1-1 0,-1-2 17 0,4 0-11 16,2 0-2-16,-2-1 3 0,3-2-1 0,2-2-4 15,3-3-6-15,4-2 1 0,1-2 1 0,2-2-9 16,5-1-2-16,-8-3 14 0,0 0-13 0,0-2-4 16,-1 0 2-16,-3-3-1 0,-4 2 6 0,3-3 0 15,-5-2-1-15,-5 1-3 0,2 4 2 0,0-5-5 16,-4 3 18-16,3-2-7 0,-4 3 1 0,0-3-6 16,-1 3-5-16,0 3 9 0,-1 1 2 0,1 8-6 15,0-10-2-15,0 10 2 0,0 0-5 0,0 0-2 16,0 0 2-16,0 0 1 0,0 0 3 0,-13 31 2 15,6-14-2-15,1 6 4 0,-1 2 1 0,0 1 0 16,0 1 1-16,-1-2 3 0,1-1-2 0,0 0-3 16,3-5 3-16,-1-2-5 0,0-3 6 15,5-2-3-15,-4-4-2 0,4 3 16 0,-2-6-14 0,2-5-1 16,0 10 6-16,0-10 4 0,2 7-7 16,-2-7 5-16,12 1-4 0,-12-1-2 0,28-10-1 0,-8 1-1 15,7-3 1-15,1-1-6 0,-1-2-3 0,0 2 5 16,-3-2-1-16,3-2-9 0,-2 2 8 0,-3-4-8 15,1 2 9-15,-3-1-3 0,-4 3-1 0,1-5-3 16,-7 7 4-16,-1-2 3 0,-3 3 5 0,-1 1 5 16,-1 0 10-16,-1 1 11 0,0 1 4 0,-1 2-4 15,-2 0 9-15,0 7-4 0,1-9 0 0,-1 9-7 16,0 0 0-16,0 0-15 0,-15-1 5 0,15 1 3 16,-16 14-15-16,6-6 14 0,2 1-1 0,2 1-7 15,-1-1 3-15,0 3 4 0,4-1-8 0,1 1 2 16,2 0-2-16,2 0 4 0,3 0-6 15,0 0 3-15,3-3 2 0,5 2-4 0,0-6 1 0,-2 0-3 0,6 3-7 16,-1-4-7-16,0-2 5 0,2-4-4 16,0 0-6-16,-3 0-6 0,5-5 4 0,-3 2-5 15,-4 1 11-15,-2-2-4 0,3-4 3 0,-3 4-1 0,0-2 7 16,1-4-5-16,-6 2-6 0,3-3 11 0,1 2-4 16,-6-1 2-16,2-2 1 0,-2 6-1 0,-1-2 7 15,1 1-7-15,1 3-2 0,-4 0-9 0,-1 6 10 16,4-7-8-16,-4 7 5 0,0 0 2 0,0 0 1 15,0 0-1-15,0 0-2 0,0 0 15 0,0 0-3 16,-5 26 10-16,0-16 1 0,1 1 11 0,0 3-16 16,-3 2-6-16,4-4 0 0,0 1-20 0,-2-1-26 15,5 2-32-15,0-3-47 0,-5 5-66 0,8 0-78 16,-1-7-69-16,0 1-258 0,5 0-641 0,1-4 283 16</inkml:trace>
  <inkml:trace contextRef="#ctx0" brushRef="#br0" timeOffset="178150.16">28500 9679 53 0,'1'-11'372'0,"3"2"-29"0,-3 3-16 0,2 0-25 15,-3 6-26-15,1-8-27 0,-1 8-16 0,0 0-9 16,0 0 22-16,0 0-11 0,0 35-8 0,0-14-5 15,-3 4-26-15,-2 1-7 0,4 0-19 0,0 3-13 16,-3-4-14-16,1 3-9 0,1 0-23 0,-2 0-1 16,2 1-10-16,0-4-7 0,-2 1-10 0,-1-3-10 15,0-7-9-15,3 3-21 0,-2-2-28 0,-1 1-33 16,2-1-39-16,-1-6-46 0,0 4-35 0,0-2-49 16,-1-3-45-16,0-1-42 0,3-3-47 0,-1-1-41 15,-3 1-188-15,6-6-595 0,-5 5 262 0</inkml:trace>
  <inkml:trace contextRef="#ctx0" brushRef="#br0" timeOffset="178483.57">28388 9965 239 0,'2'-8'223'0,"-1"-2"-16"0,0 4 0 0,2-3 2 16,5 1-13-16,-3 1-14 0,13-1-15 0,-4 0-10 16,2 4-11-16,2-3-13 0,3 4-7 0,0 2-18 15,0 2-12-15,-1 2-9 0,-2-3-9 16,0 4-2-16,0 1-9 0,-7 0-10 0,2 0-5 0,-3 1 2 15,1 0 1-15,0 2-1 0,-4-1-1 0,2-1-8 16,-1 2-6-16,1-1-3 0,-1 0-1 0,1 0-1 16,1-4 2-16,2 4-1 0,0-3-4 0,0-2 6 15,0 1-5-15,3-3 0 0,-4 1-1 0,3-1-4 16,-1-1-3-16,-1-2 4 0,0-1 0 0,-3-1 3 16,0-1 7-16,1 1 11 0,-3-4-5 0,-1 1 15 15,0-1-4-15,-5 1-8 0,5-2-7 0,-6 0 6 16,1-2-5-16,-1 1-5 0,-2-1-2 0,-3-1 0 15,2 3-8-15,-1 0-4 0,0 2-2 0,-3 0-3 16,-5 1-17-16,0 3-20 0,0 0-22 0,-2 3-33 16,1 1-36-16,-6 2-57 0,2 3-80 0,3 0-65 15,0 2-225-15,3 0-581 0,4 0 258 0</inkml:trace>
  <inkml:trace contextRef="#ctx0" brushRef="#br0" timeOffset="178934.85">29586 9742 22 0,'4'-9'391'0,"-3"4"-36"16,-1 5-35-16,5-8-31 0,-5 8-22 0,2-5-25 0,-2 5 0 15,0 0 0-15,0 0-5 0,-6 30-23 0,1-15-10 16,0 2-23-16,1 3-17 0,1 5-22 0,-1-5-10 15,4-1-13-15,4 6-8 0,-1-6-8 0,2-1-10 16,3-1 1-16,2-3-4 0,6 1-10 0,-2-2-4 16,4-4-7-16,0-1-4 0,2-3-13 0,2-2-4 15,-2-3-7-15,7-3-4 0,-5-4-10 0,-2 0 6 16,-3 0-6-16,1-4 2 0,0-7-12 0,-4 5 0 16,-2 0 5-16,-1-4-6 0,1 2 0 0,-1-3-1 15,-1 1-3-15,-3-2 14 0,0 2 3 0,-2 0 14 16,-1 1 9-16,0-1-5 0,1 7 6 0,-3 0 0 15,1 1 1-15,-2 4-1 0,-1 5-6 0,3-10-11 16,-3 10-3-16,0 0-9 0,0 0-3 0,0 0 11 16,0 0 12-16,-11 30 12 0,3-6 14 0,-4 2 5 15,-1 5 3-15,2-2-7 0,-1 3-1 0,1-2-5 0,-1 1-6 16,2 1-2-16,-1-2-5 0,2 0-4 16,1-4-8-16,0 0-2 0,2-3-7 0,3-5-13 15,1 0-29-15,-1-5-49 0,2-1-65 0,0-1-75 16,-2-1-74-16,0-2-84 0,3-3-85 0,0-5-384 0,-1 13-895 15,1-13 397-15</inkml:trace>
  <inkml:trace contextRef="#ctx0" brushRef="#br0" timeOffset="179216.32">30019 10019 45 0,'0'0'290'16,"0"0"-6"-16,0 0 0 0,0 0 5 0,0 0-7 15,0 0-16-15,0 0-20 0,-9 22-11 0,9-22-27 0,8 14-12 16,0-5-11-16,1-1-21 0,6-2 4 0,0 1-21 16,4 0-13-16,2-2-12 0,6-2-15 0,-7-2-17 15,10-3 1-15,-10-1-6 0,-1 1-14 16,-1-5 7-16,-6 3-13 0,0-5 2 0,-1 2-12 0,-2 0-7 16,-2-4 8-16,-1 1-9 0,-3-3 7 0,0 1-9 15,-3 1-8-15,0 1 3 0,-3-6-9 0,-2 4-5 16,-4-3-4-16,0 1-17 0,-2 4-5 0,-3-1-22 15,-3 3-18-15,-1-2-25 0,0 7-28 0,-2 3-37 16,-1 3-45-16,5 1-66 0,3 0-88 0,-4 5-266 16,7 0-646-16,2 0 286 0</inkml:trace>
  <inkml:trace contextRef="#ctx0" brushRef="#br0" timeOffset="179666.65">30922 9907 116 0,'-10'-13'303'0,"2"10"-4"0,-5 0 0 15,-6 0 2-15,1 4-5 0,-4-1-4 0,2 4-39 16,0 0-4-16,0 6-19 0,2 1-30 0,0 0-20 16,4 0-14-16,1 5-31 0,0-1 6 0,2 2-22 15,5-1-11-15,3 1-16 0,3 0-9 0,4-2-6 16,1-3-4-16,6 0-6 0,1 0-7 0,5-2-8 15,1-2-9-15,-1-1-12 0,4-3-8 0,1-2-1 0,-1-1-9 16,1-6 1-16,-1 0-1 0,-1-2-5 16,-1-3-2-16,-2 0 7 0,1-4-6 0,0-5 1 15,-1 0 3-15,-5 2-4 0,2-5 3 16,-4-4 0-16,-2-2 15 0,2 5-12 0,-5-2 11 0,-1-2 8 0,0 2-9 16,-2-3 2-16,1 9 12 0,1-6 30 0,-3 7 6 15,1-2 9-15,0 6 5 0,-2 2 9 16,1 2-2-16,-1 3-5 0,3 1-13 0,-3 6-5 15,1-8-9-15,-1 8-13 0,0 0-6 0,0 0-6 0,0 0-2 16,0 0 1-16,-14 34-11 0,6-11 3 0,-2 1 1 16,-1 4-3-16,-1 0-1 0,-1-1 2 15,4 3-6-15,2 1-2 0,-1 1-2 0,-2-4 5 0,5 0-8 16,0-3-2-16,1-6-10 0,0-4-22 0,3 0-33 16,1-3-74-16,1-1-74 0,-2-3-75 0,1-1-85 15,0-7-79-15,3 12-293 0,1-9-794 0,-4-3 352 16</inkml:trace>
  <inkml:trace contextRef="#ctx0" brushRef="#br0" timeOffset="179900.09">31430 9769 261 0,'3'-4'334'0,"-3"4"-14"0,5-7-24 0,-5 7-15 16,0 0 19-16,0 0 3 0,0 0-22 0,0 0-11 15,-8 29-10-15,1-12-15 0,-1 1-17 0,0 4-14 16,0 2-19-16,-2 4-19 0,4-5-15 0,-1-3-16 16,1 3-15-16,-3 1-13 0,5-5-10 0,3-2-12 15,-2 0-12-15,1-1-15 0,-1-4-36 0,-1 0-32 16,3-1-40-16,-1-1-58 0,0-3-40 0,0-1-41 16,-2 0-38-16,4-6-32 0,-4 12-44 0,2-7-29 15,2-5-239-15,-5 6-608 0,5-6 269 0</inkml:trace>
  <inkml:trace contextRef="#ctx0" brushRef="#br0" timeOffset="180283.14">31448 9831 199 0,'5'-16'281'0,"3"1"6"0,-1 5 2 0,0-1 5 16,2 1 3-16,0 2-8 0,-3 0-7 0,3 1-20 15,1 3-24-15,3 1-25 0,-1 1-13 0,0 2-21 16,1 2-9-16,5 0-20 0,-3 3-11 0,-1-1-14 15,1 4-16-15,1-1-7 0,-7 0-23 0,1 0 2 16,-2 1-4-16,1-1-16 0,-3 0-4 0,-2-1 2 16,0 0-12-16,-1 0 4 0,-3-6-1 0,-2 14-12 15,-2-8 7-15,-2 0-11 0,-2 0-3 0,-3 1-9 16,1 0-7-16,1 2-8 0,-4-3-20 0,3 2-8 16,2 1 0-16,-2-2-16 0,3 2-10 0,1 1-9 15,1 0 2-15,0 2 2 0,1 0 1 0,0 0-7 16,3 4 3-16,0-1 0 0,2 0 3 0,0-2 8 15,2 2 1-15,-2-4 2 0,3 0 10 0,0 1-3 0,-3-2 5 16,0 0 1-16,0 0 7 0,1-4 2 16,-1 1 14-16,-1-7 7 0,-1 13 17 0,1-13 22 15,-2 9 11-15,2-9-1 0,-7 8 1 0,-1-6-5 16,-3 0-4-16,-1 0-3 0,-2 0-1 0,-3 1-2 16,-3-1-26-16,1-1-36 0,-2 0-31 0,-6-3-46 15,-3 0-61-15,-2-1-77 0,4-3-76 0,-3 4-272 16,2-1-636-16,7 1 282 0</inkml:trace>
  <inkml:trace contextRef="#ctx0" brushRef="#br0" timeOffset="182666.12">5502 12082 106 0,'0'0'338'0,"-6"-9"-27"0,6 9-29 16,-6-4-25-16,6 4-15 0,0 0-15 0,0 0-16 16,-14 18-10-16,9-7-22 0,-2 6-16 0,4 3-14 15,-3 5-8-15,5 1-20 0,0-7-14 0,5 1-10 16,1-1-10-16,2-1-12 0,1 1-4 0,1-2-7 15,4-1-5-15,0 0-5 0,-1-3-6 0,4-2-14 16,2 0-3-16,-6-5-6 0,0 0-6 0,6-2 1 16,-7 0-2-16,3-3 4 0,-1-1-12 0,-1 0-1 15,0-3 2-15,0-2 2 0,-1-1 7 0,0 0-15 16,-1 0 5-16,-1-4-1 0,-2 0 1 0,1-4 1 16,-3 4 13-16,0-2 10 0,0-3-3 0,-3 2 5 15,-1 2 4-15,0 1 1 0,0-1-4 0,-1 0 14 16,0 4-2-16,0 7 1 0,3-9-6 0,-3 9-8 15,0-12-4-15,0 12-6 0,0 0-6 0,3-7-5 16,-3 7 0-16,0 0-4 0,7 0-5 0,-7 0 3 0,0 0-3 16,22 11 0-16,-10-5 4 0,-1 0-13 0,1-1 10 15,3 2-2-15,3-3 9 0,1 3-6 16,-2-4-4-16,2 0 7 0,0-2-8 0,0 1-2 16,-1-4-6-16,0 1-8 0,0-3-10 0,-5 2-4 15,-1-2-13-15,-1 1-3 0,-5-1 7 0,3-2-11 0,1-2-4 16,-5 0-15-16,-1 0 5 0,0-1 1 0,-3-1 6 15,2-1 1-15,-6-6 6 0,-1 2 2 0,-1 0 3 16,1 3 7-16,-1 1-1 0,-1-4 6 0,1 4 3 16,0 3 4-16,1-1 0 0,1 3 2 0,3 6 1 15,-2-8-1-15,2 8-1 0,-4-7-2 0,4 7-5 16,0 0 5-16,0 0 2 0,0 0 2 0,13-4 1 16,-3 5 1-16,4-1-2 0,-1 0-3 0,8-1 0 15,1-1 6-15,-1 1 1 0,6-3 1 0,-6-2 0 16,0 1 6-16,-3-1 1 0,1 2 1 0,-1-3 6 15,-6 4 10-15,0-2 8 0,-2 1 8 0,-2 2 6 16,-3-2 10-16,1 2 6 0,-6 2-1 0,9-5 0 16,-3 3-4-16,-6 2-7 0,7-2-7 0,-7 2-3 15,0 0-4-15,0 0-4 0,12 2 10 0,-7 3 23 16,2 3-7-16,-2 3-7 0,0 0 1 0,1 5-3 16,-1 3-7-16,1-2-10 0,-2 9-14 0,0-1-22 15,-3-9-34-15,0 3-38 0,-1 0-54 0,-1 0-53 16,2 0-61-16,1 0-275 0,-4-2-579 0,0 0 256 15</inkml:trace>
  <inkml:trace contextRef="#ctx0" brushRef="#br0" timeOffset="182839.36">6264 11915 51 0,'4'-10'6'0,"-4"10"-16"0,8-5-11 0,-2 1 6 15</inkml:trace>
  <inkml:trace contextRef="#ctx0" brushRef="#br0" timeOffset="183066.44">6600 11771 168 0,'0'0'243'0,"0"0"-18"0,4-3-21 0,-4 3-11 16,0 0-4-16,0 0 1 0,8 10 10 0,-6 0-4 15,1 6-3-15,1 3-4 0,4 6-5 0,-5 2-19 16,4-1-12-16,-1 3-6 0,-2-1-22 0,0 2-13 16,1-1-10-16,-1-3-9 0,0 0-7 0,1 1-11 15,1-1-16-15,-2-2 6 0,-3-5-15 0,4 7-34 16,-2-9-41-16,-1 0-50 0,-2-5-55 0,0 4-58 15,2-6-54-15,-4 2-252 0,0-4-535 0,2-8 236 16</inkml:trace>
  <inkml:trace contextRef="#ctx0" brushRef="#br0" timeOffset="183449.99">6646 12103 142 0,'12'-14'145'0,"2"0"-16"16,5-6-8-16,0 1-2 0,2 0 2 0,-1 0-6 15,2-1 1-15,0-1-4 0,1 3 1 0,-3-2 1 0,-1 1 4 16,1 0 0-16,-7 5-1 0,0 1 4 16,-4 0 3-16,-1 2 3 0,-2 3 7 0,1-2-6 15,-2 2-2-15,-1 1-4 0,1 1-6 0,-3 2-15 16,-2 4-10-16,5-6-4 0,-5 6-21 0,0 0-4 0,0 0 5 16,8 15-1-16,-7-1 2 0,1 5 3 0,-2 7 4 15,0 3-16-15,-2 1-4 0,1-4-6 16,-1 3-4-16,0 0-7 0,0-3 0 0,-1-1-4 15,0-8 10-15,3 2-17 0,-2-3-4 0,1-3-2 16,1-1-3-16,-3-3 4 0,1 0-2 0,0-3-7 0,2-6 2 16,2 12-7-16,-2-12-5 0,0 0 16 0,0 7-21 15,0-7 0-15,0 0 3 0,0 0-9 16,0 0 3-16,0 0-1 0,24-13-4 0,-15 5-3 16,1 0 2-16,0 0 0 0,-1 0 0 0,3 1 3 0,-5 1 2 15,0 2-5-15,-1 2 2 0,2 0-3 0,-8 2-1 16,13 1 5-16,-7 2-4 0,4 2-25 0,-3 2-44 15,-1 3-49-15,1 4-59 0,3 1-67 0,-5 2-270 16,0-2-570-16,-1 0 253 0</inkml:trace>
  <inkml:trace contextRef="#ctx0" brushRef="#br0" timeOffset="183816.75">7979 11597 166 0,'-2'-8'301'0,"-2"1"-27"0,4 7-29 16,-5-7-27-16,5 7-22 0,-9 0-18 0,9 0-4 0,-12 14-9 15,2 0 4-15,-3 10-17 0,2 5-9 0,-1 2-11 16,-2 15-10-16,1-1-15 0,5 3-6 16,3-12-9-16,1 11-9 0,0 0-9 0,1 2 0 15,1-14-4-15,0 0-6 0,2 13-3 0,-1-15-4 0,2 1-5 16,-1-2-4-16,2-3-5 0,-1 0-4 0,0-2-1 16,-1-1 1-16,0-1-8 0,-1-7-3 0,-2 0-2 15,3-1 11-15,-2-2-21 0,-2-2-17 0,0-3 12 16,-1 0-30-16,3-1-32 0,-1-2-33 0,-1-1-40 15,4-6-53-15,-5 6-69 0,5-6-60 0,-9-1-164 16,9 1-509-16,-14-5 225 0</inkml:trace>
  <inkml:trace contextRef="#ctx0" brushRef="#br0" timeOffset="184316.34">7710 12266 5 0,'-3'-5'252'0,"3"5"-25"0,0 0-24 0,3-11-20 16,1 6-15-16,4-1-13 0,4 0-17 0,7-2-9 15,7-4-14-15,3-1-10 0,4-2-9 0,12-5-13 16,-12 4-12-16,14-4-14 0,-15 4-10 0,-1-1-8 16,-2 0-9-16,0 2-10 0,-4 0 3 15,-3-2-1-15,-5 3-4 0,-3 0-1 0,0 1 1 16,-3 0 1-16,-2-2-1 0,-4 5 4 0,2-3 1 0,-4 1 14 16,-1 1 3-16,-2-2 1 0,0 3 6 0,-2 1 9 15,2 9 4-15,-2-12-2 0,-1 6 0 0,3 6-3 16,-7-5-1-16,7 5-4 0,-12 0-1 15,12 0 5-15,-18 13 0 0,7 1-11 0,-2 2 4 0,-2 6-5 16,2 1-6-16,0 2-3 0,4-2-5 0,3-5-2 16,2-1 0-16,3 3-7 0,2-4 1 0,1-3-5 15,5 3-2-15,3 0 0 0,3-4-4 0,4-2-10 16,0-2-6-16,5-3-21 0,5-3-16 0,1 1-13 16,0-6-10-16,-6 0-6 0,5-5-5 0,-2-2 0 15,-5 2 6-15,5-6 5 0,-6 4 3 0,-3-2 11 16,4-5 4-16,-8 3 4 0,2 0 10 0,-7-1 9 15,2 0 12-15,-4-2 8 0,-2-1 16 0,2 1 7 16,-6 4 18-16,-2-1 22 0,1 2 9 0,-1 1 9 16,1 3 11-16,-2-1-1 0,1 3-9 0,-1 1 0 15,4 5-8-15,-7-6-9 0,7 6-6 0,0 0 1 16,-18 10-1-16,9-1 7 0,-1 6-4 0,-2 2-8 16,-1 3-4-16,-1 2-1 0,7-4-4 0,1 1-5 15,1 6 0-15,3-6-8 0,5-2-6 0,1 2-15 16,4 0-36-16,2-1-40 0,4-3-61 0,2-3-86 15,11 4-77-15,-1-6-214 0,4-3-552 0,-1-5 244 16</inkml:trace>
  <inkml:trace contextRef="#ctx0" brushRef="#br0" timeOffset="184716.09">8847 11994 244 0,'-9'-8'294'0,"0"2"-5"16,-1 1 10-16,0-1-3 0,-3 1-9 0,3 4-14 15,-7-1-13-15,3 4-13 0,-3 1-24 0,1 6-16 16,-1-1-15-16,-1 4-22 0,4 4-15 0,-5 1-13 16,6-2-7-16,1 7-42 0,4-4 5 0,0 2-9 15,4-4-5-15,1 2-7 0,4-2-21 0,5-4-17 16,2 2-5-16,1 1-23 0,4-4-12 0,-1-1-15 16,6-4-8-16,-1-2-16 0,1-7 3 0,0 1-3 15,0-5 5-15,2-1 5 0,-2 1-4 0,-2-6 6 0,0 1 7 16,-3-2 2-16,-3-1 1 0,-2-2 3 15,-1 1 6-15,1-7 11 0,-3 4 6 0,0-7 8 16,-2-1 0-16,1-1-3 0,-2-2 2 0,1-1-4 16,3 0-3-16,-4-3 2 0,0 1 1 0,2-1-2 15,-2 1 2-15,0 1 9 0,1 6 0 0,0 0 19 16,-2 7 5-16,1 4 27 0,-2 1-11 0,1 6 0 16,-1 8-6-16,1-13-11 0,-1 13-7 0,3-8-10 15,-3 8 2-15,0 0-9 0,0 0 5 0,-2 35 11 16,1-9-6-16,-1 6-4 0,-2 1 5 0,-1 2-7 0,-1 11-7 15,2-11 2-15,2 0-6 0,1 12-23 16,-2-16-39-16,6-1-51 0,-1 0-52 0,-1-1-62 16,-1-5-74-16,4-4-73 0,-2-2-240 0,3-4-651 15,0-4 288-15</inkml:trace>
  <inkml:trace contextRef="#ctx0" brushRef="#br0" timeOffset="185100.86">9135 11800 67 0,'3'-27'243'0,"0"9"13"16,-2 2 25-16,3 5 15 0,-3 2 3 0,1 1-10 0,-2 8-33 16,4-12-26-16,-4 12-19 0,0 0-10 15,0 0-22-15,0 0 6 0,0 0-21 0,7 31-21 16,-7-14 3-16,-2 9-9 0,-1 1-18 0,1-1-6 16,-2 1-14-16,0 1 0 0,1-4-24 0,-2 3 1 0,3-6-5 15,-1-3-12-15,-2-2-6 0,3 0-5 0,-1-5 5 16,0-1-13-16,2-1-6 0,1-9 3 0,0 13-7 15,0-13-7-15,-4 8-8 0,4-8-8 0,0 0 2 16,0 0-18-16,0 0 1 0,12 6-12 16,-12-6-8-16,21-8-23 0,-8 3-5 0,4-3-12 0,-2 1-5 15,2 1 6-15,1-1 4 0,-7 2 2 0,2 2 5 16,0 1 10-16,-3 0 1 0,-1 0 4 0,0 2 7 16,-9 0 8-16,13 4 11 0,-8-2 8 0,-1 3 14 15,-1 1 22-15,0 0 18 0,-3-6 7 0,0 0 4 16,-5 22 3-16,0-12 1 0,1-1-4 0,-1 3-5 15,-3-3-7-15,-2 4 0 0,-2-3-5 16,3 0-18-16,3-1 0 0,-7-1-33 0,4-2-45 0,0-1-46 16,1 3-52-16,1-4-60 0,7-4-69 0,-9 6-44 15,9-6-231-15,0 0-602 0,0 0 267 0</inkml:trace>
  <inkml:trace contextRef="#ctx0" brushRef="#br0" timeOffset="185466.28">9545 11886 153 0,'0'0'331'0,"-7"-7"-18"0,7 7 1 16,-13-2-2-16,1 3 2 0,3 3-10 0,-5 1-18 15,-1 5-17-15,-1 2-16 0,2 0-21 0,0 3-53 16,3 2 10-16,-1-2-19 0,3 3-18 0,3-1-18 16,2-1-10-16,1 0-15 0,5-1-11 0,-1-3-14 15,3-1-13-15,1-2-10 0,1 0-21 0,2-2-17 16,1 0-32-16,1-5-21 0,3-1 2 0,0-1-2 15,-2-1-10-15,6-5 6 0,-4 1 3 0,2-3 3 16,-5 1 3-16,4-5 3 0,-2 0-1 0,-4 2 9 16,0 0 14-16,3-4 3 0,-6 5 5 0,-1-4-3 15,1 3 16-15,0 0 5 0,-3 4 17 0,-1-1 9 16,2 1-1-16,-3 6-7 0,1-8-2 0,-1 8-8 16,0 0-1-16,0 0-22 0,0 0 30 0,0 0 4 15,0 0 0-15,-1 32-1 0,0-17-4 0,-1 3-3 16,1-2-8-16,2 1 3 0,-1 0-25 0,2 1-12 15,-1-1-36-15,3-6-45 0,1 1-47 0,3 2-53 16,-1-6-58-16,2-1-63 0,3-1-46 0,2-3-238 16,-1-3-638-16,6-3 282 0</inkml:trace>
  <inkml:trace contextRef="#ctx0" brushRef="#br0" timeOffset="185699.53">10009 11882 239 0,'0'-13'265'0,"-4"4"18"0,0-2 0 15,-2 5 8-15,6 6-4 0,-14-12-11 0,7 11-13 16,-5 2 11-16,0 3-15 0,-5 4-8 0,0 5-7 16,-3 4-13-16,2 4-13 0,3-1-16 0,1 3-18 15,1-1-17-15,3-3-18 0,2 6-12 0,3-7-16 16,3 0-12-16,2 0-10 0,3-3-12 0,3-4-15 16,1 4-14-16,7-3-24 0,2-1-32 0,0-2-42 15,5-6-32-15,7 0-33 0,-1-3-27 0,2-1-27 16,1-5-24-16,-2 1-17 0,0-1-16 0,-1-1-12 15,-8-3-15-15,1 2-4 0,-3-3-5 0,-1 0 0 16,-1-1 6-16,-1 0 5 0,-2 0-138 0,0-1-409 16,-4-1 181-16</inkml:trace>
  <inkml:trace contextRef="#ctx0" brushRef="#br0" timeOffset="185917.04">10254 11911 702 0,'7'-24'-20'16,"-5"5"32"-16,1 0 12 0,-1-6 32 0,3 1 15 16,-1 5 24-16,-1 3 28 0,1 0 19 0,-1 0 17 0,1 5 21 15,0 2 16-15,-1 0 20 0,-3 9 19 16,2-12 2-16,-2 12 5 0,7-7 1 0,-7 7-13 15,2-5-3-15,-2 5-5 0,0 0 24 0,10 11 9 16,-6-2 11-16,0 5 6 0,0 2-8 0,1 8-1 16,-6 4-15-16,2 1-11 0,-1 1-15 0,-1-2-21 15,-6 3-19-15,4-1-35 0,-4-1-4 0,-1 0-14 0,3-1-18 16,-4-3-19-16,3 2-33 0,-2-10-37 16,3-1-41-16,0 2-49 0,-1-6-58 0,2 0-63 15,-1-4-94-15,2 3-96 0,3-11-95 0,-6 11-429 0,6-11-977 16,-10 9 433-16</inkml:trace>
  <inkml:trace contextRef="#ctx0" brushRef="#br0" timeOffset="186284.11">10542 11750 44 0,'2'-13'325'0,"0"4"-4"0,-1 3 2 0,-1 6 7 0,0 0-1 15,0 0-14-15,-6-13-13 0,-2 15-9 16,8-2-11-16,-28 13-22 0,7-4-25 0,-1 7-10 15,-3 2-26-15,1 2-15 0,1 0-20 0,1-1-10 0,1 1-19 16,9-6-16-16,2-2-12 0,-1 1-9 0,6-2 3 16,3 1 0-16,0 0-13 0,2 0-2 0,2-1-8 15,1 1-8-15,6 1-6 0,0 0-7 0,4 0-10 16,1-4-15-16,-2-1-20 0,4 0-24 0,2-1-28 16,1-1-36-16,3-2-50 0,0 0-46 15,-2-1-24-15,7 0-22 0,-5-2-19 0,-1-1-20 0,0 2-9 16,1-4-10-16,6 0 11 0,-7 0 3 0,0 2 37 15,-2 0 19-15,-5 0 42 0,0-3 44 16,-2 2 40-16,-1-1 39 0,0 2 46 0,-11 0 41 0,14 0 37 16,-14 0 30-16,0 0 26 0,15-1 18 0,-15 1 16 15,0 0 18-15,0 0 7 0,11 0-3 0,-11 0-8 16,0 0-14-16,0 0-14 0,0 0-22 0,0 0-24 16,8 7-35-16,-8-7-49 0,0 0-91 0,0 0-94 15,0 0-113-15,-22 7-121 0,22-7-200 0,0 0-640 16,-28 7 284-16</inkml:trace>
  <inkml:trace contextRef="#ctx0" brushRef="#br0" timeOffset="188616.54">11807 11752 1 0,'3'-6'260'0,"0"0"-4"0,-1-1-17 0,-2 7-18 16,2-16-7-16,-2 10 5 0,0 6-8 0,0-14-10 15,0 14-11-15,-4-14-10 0,1 9 4 0,0 0-3 16,3 5-4-16,-4-9-17 0,4 9-4 0,-4-6-17 16,4 6-11-16,0 0-13 0,-5-4-6 0,5 4-14 15,0 0 8-15,-18 7-26 0,9 1-5 0,0 4-10 16,-6 10-10-16,0 1 1 0,2 2 2 0,1 2-12 16,1 2-10-16,3 0-9 0,1-3 2 0,3 1-2 15,2-3-6-15,4 2-2 0,-1-2-4 0,4-6 1 16,0 1 1-16,5-1-11 0,1-3-7 15,0 2-12-15,5-2-12 0,-1-1-20 0,7 5-20 0,-5-7-22 16,7 0-19-16,-4-3-35 0,-1-1-17 0,8-1-22 16,-8-4-25-16,2 1-6 0,0-4-16 0,5-2-2 15,-4 1 1-15,-1-3 15 0,1 1-143 0,4-7-390 16,-1 0 173-16</inkml:trace>
  <inkml:trace contextRef="#ctx0" brushRef="#br0" timeOffset="188984.76">12183 12030 645 0,'14'-19'-29'15,"-3"-5"21"-15,-2 6 14 0,-2-6 28 0,-1-3 5 16,-2 3 8-16,-2 3 11 0,1 3 32 0,-3-1 31 15,0 2 18-15,0 6 17 0,0-1 11 0,0 4 4 0,-3 1 0 16,3 7-11-16,-2-13 3 0,2 13-9 16,-4-8-4-16,4 8-8 0,-8-1-7 0,8 1-11 15,0 0-4-15,-21 18 3 0,12-2-14 0,-7 4-8 16,5 4-11-16,-2 1-6 0,1 0-7 0,2-1-9 0,5-5-10 16,0 6-1-16,3-7-15 0,2 0 2 15,2 0-3-15,1-1-12 0,3-2-17 0,-1-1-8 16,4 0-15-16,0-4-14 0,0-1-9 0,4 1-13 15,-1-4-11-15,0-2-4 0,0 0-4 0,2-2-4 0,1-3 7 16,-1 0 8-16,3-4-1 0,-5 1 6 0,-1-4 3 16,1 0 7-16,-1-4 2 0,-1 1 5 0,0 0 5 15,-3-2 5-15,-1 1 2 0,-4 1 11 16,3-1 10-16,-3 1 9 0,-2 0 12 0,0 3 11 0,0 1 25 16,0 7-4-16,0-12 3 0,0 12 4 0,-2-9-10 15,2 9-7-15,0 0-4 0,0 0-2 0,0 0-3 16,0 0-2-16,0 0-5 0,0 0-5 15,-7 22 14-15,5-10-17 0,2-1-3 0,0 4 0 0,2-3-25 16,-2 1-32-16,1 2-27 0,2 0-23 0,0-4-43 16,-1 1-56-16,2-2-27 0,2 0-46 0,0-2-188 15,0-2-488-15,1 1 216 0</inkml:trace>
  <inkml:trace contextRef="#ctx0" brushRef="#br0" timeOffset="189200.21">12652 11507 34 0,'-3'-12'315'0,"2"2"-11"15,-1 2-15-15,0 0-26 0,2 8-27 0,-5-7-19 16,5 7-1-16,0 0-16 0,0 0-8 0,-3 27-12 16,1-2-2-16,2 4-15 0,-2 7-11 0,-6 10-12 15,7 2-16-15,1 0-11 0,3-2-12 0,-3-10-8 16,0 9-10-16,0-12-17 0,2 0-32 0,0-1-43 15,2 0-41-15,-4 1-57 0,2-5-65 0,6-1-63 16,-4 0-58-16,0-7-179 0,3-3-510 0,0-1 226 16</inkml:trace>
  <inkml:trace contextRef="#ctx0" brushRef="#br0" timeOffset="189784.13">13044 11701 233 0,'-5'-6'305'16,"0"3"-13"-16,5 3-11 0,-11 0-6 0,11 0-6 15,-20 9-5-15,7 4-16 0,-1 3-12 0,3 1-16 16,-2 7-26-16,1 0-13 0,1 2-22 0,2-1-5 16,4-2-29-16,3-3-10 0,2-1-10 0,2-1-16 15,3-3-6-15,2 0-15 0,1 0-8 0,5-3-22 16,4-1-20-16,3-4-12 0,6 1-23 0,-3-6-17 0,6 1-6 15,-1-4-2-15,3-4-6 0,-2 0 1 0,2-4 4 16,-5 0 5-16,0-3 7 0,-8 1 1 0,3-4 0 16,-8 4 4-16,1-4 4 0,-4-1 2 15,-1 0 10-15,-4-1 5 0,0-1 0 0,-5 0 6 0,4-1 5 16,-4 2 15-16,0-1-5 0,-2 3 19 0,0 3 8 16,2 3 6-16,0 9 5 0,0-10-5 0,0 10 7 15,-4-6-9-15,4 6-1 0,0 0 14 16,0 0-3-16,0 0 5 0,-6 29 1 0,6-15-17 15,0 2 7-15,0 0-6 0,0-3-4 0,5 0-7 0,-2 2-4 16,1 1 2-16,0-5-6 0,5-2-1 0,3 3-3 16,-3-2-11-16,4-3-2 0,5 0 3 0,-5-4-12 15,5 1-9-15,3-3-12 0,-1-5-2 0,0 1 8 16,1-2-13-16,-4-2 1 0,4-3 3 0,-4 0 3 16,-3 1-4-16,1-2 5 0,-3 0-2 0,-1 0 7 15,-4-1 1-15,-3 2-1 0,3-5-1 16,-7 2 4-16,3 1 9 0,-3-2-6 0,0 3 4 0,4 0 0 15,-8 1-5-15,4 3-1 0,0 7 9 0,2-13-1 16,-2 13-2-16,0-6 8 0,0 6-12 0,0 0 2 16,0 0 10-16,0 0 5 0,0 0 6 0,0 28-8 15,0-16 3-15,2-1-3 0,0 5 2 0,2 2-3 16,1-3 0-16,-1 1-9 0,1-3-9 0,2 1-24 16,1-5-33-16,-1 1-32 0,1-1-40 0,0-1-52 15,-1-1-52-15,4-4-58 0,1-2-244 0,-2-1-592 16,4-5 262-16</inkml:trace>
  <inkml:trace contextRef="#ctx0" brushRef="#br0" timeOffset="189983.78">13944 11419 27 0,'0'-12'300'0,"0"2"4"0,2 1-12 15,-2 9-11-15,-2-12-26 0,2 12-28 0,0 0-11 16,0 0 2-16,0 0 4 0,0 0-5 0,0 0 0 15,5 41-16-15,-7-13-14 0,2 4-25 0,-5 4-6 16,3 11-20-16,0-11-10 0,-1 12-13 0,0-1-24 16,-1-2-36-16,0-12-51 0,4 2-66 0,2-4-64 15,-2 2-81-15,4-4-75 0,-2-1-269 0,6-2-599 16,-2-1 265-16</inkml:trace>
  <inkml:trace contextRef="#ctx0" brushRef="#br0" timeOffset="190799.41">14447 11661 253 0,'-6'-10'379'0,"-3"2"-29"0,1 5-20 0,-2 0-18 16,0 3-19-16,-4 2-17 0,-2 4-24 0,-1 5-11 15,-2 6-19-15,-2 0-25 0,4 2-11 0,7-4-15 0,-3 4-24 16,3-3-17-16,4 2-11 0,1-1-13 0,3 0-10 15,0-2-19-15,4-1 3 0,0-3-37 0,2 0-16 16,3-1-31-16,3-1-11 0,-1-3-16 16,4 1-14-16,-1-5-7 0,1 0-12 0,5-3-8 0,-1-2 0 15,1-2 3-15,-5-2 7 0,-1 2 9 0,-1-4 4 16,-2 3 9-16,1-8 11 0,-1 1-6 0,-3 4 9 16,-2-6 7-16,-1 1 13 0,-1 0-11 15,-2-4 6-15,0 7 13 0,0 0 5 0,0 0 13 0,0 1 1 16,0 10 8-16,-2-11 10 0,2 11-3 0,0-8 10 15,0 8-14-15,0 0 4 0,0 0 3 0,0 0 18 16,0 0 5-16,-11 21-9 0,10-9-11 0,0 5-1 16,-1 1 0-16,1-1-6 0,1 2-2 0,0 0 0 15,1-2-7-15,3-2 13 0,0 0-23 0,4-4-1 16,2 2 3-16,-1-3-15 0,4 0 6 0,-1-6-7 16,6 1-11-16,2-4-5 0,2-2-9 0,6-4 1 15,1-5-9-15,-3 0 5 0,3-7 6 0,-2 1-4 16,-4-2 1-16,0-2 8 0,1 1 2 0,-8-5 1 15,2-1 1-15,-4-1 11 0,0 1 2 0,-3-4 5 16,-5 2 0-16,2-6 7 0,-6 2-2 0,4 2 5 0,-4-3 3 16,-2 0 0-16,-2 3 5 0,0-3-3 15,0 5 2-15,-2 3 13 0,0-1 0 0,0 8 15 16,3 5 9-16,0 1 12 0,-1 3-9 0,2 0-4 16,0 8-7-16,-2-8-12 0,2 8-6 0,0 0-6 0,0 0-2 15,0 0 5-15,4 36 5 0,-2-8-2 16,2 5-3-16,0 14-3 0,0-11-2 0,2 13 0 15,-2-13-2-15,-1-2-1 0,1 0 0 0,2-1-2 16,-1-1-5-16,2 0-4 0,0-5 2 0,2-3-2 0,-2 1 0 16,6-10-1-16,-2-1 3 0,4-1-3 0,-1-3-1 15,2-3-8-15,2-4 0 0,1-1-8 0,0-2 0 16,2-5-6-16,6-2-1 0,0-2 3 16,-2-4-7-16,0-1 3 0,-1-2 0 0,-4-2-1 0,1-2 1 15,-2 1-9-15,-7 3-3 0,1-5 5 0,-1-2 3 16,-2-1 4-16,-7 7 0 0,2 0 4 0,-5 2-1 15,-1-1 7-15,-1 1-13 0,-2 4 9 0,1 2 6 16,-5 0 0-16,3 4 2 0,-2 2 0 0,7 3-3 16,-17 3 8-16,1 4 7 0,0 3 2 0,2 2 2 15,-4 7-4-15,4 2 0 0,2-3 2 0,1 3-5 16,4 3 0-16,4-7-4 0,1 3 4 0,2-2-4 16,4 0-17-16,1-2-29 0,5 1-26 0,2-5-63 15,2-3-60-15,4-1-63 0,-3-2-79 0,6-6-67 16,-3-2-225-16,1-2-674 0,-2 0 298 0</inkml:trace>
  <inkml:trace contextRef="#ctx0" brushRef="#br0" timeOffset="190952.18">15054 11572 242 0,'0'0'222'0,"8"-10"-25"0,-1 6-17 15,4-3-25-15,3-1-35 0,-3 1-36 0,1 1-54 16,7-2-56-16,4-4-67 0,-5 6-93 0,-7-1-200 16,-2 1 88-16</inkml:trace>
  <inkml:trace contextRef="#ctx0" brushRef="#br0" timeOffset="191543.45">10820 12215 234 0,'0'0'343'15,"0"0"-28"-15,0 0-19 0,0 0-29 0,0-15-22 16,0 15-18-16,0 0-27 0,0 0-18 0,0 0-19 16,0 0-17-16,0 0-19 0,0 0-16 0,0 0-31 15,0 0-33-15,0 0-61 0,0 0-71 0,0 0-76 16,0 0-51-16,0 0-207 0,0 0-453 0,0 0 201 15</inkml:trace>
  <inkml:trace contextRef="#ctx0" brushRef="#br0" timeOffset="192316.8">15510 11590 115 0,'5'-17'230'0,"-1"8"-2"0,-1-1-8 16,-2 2-10-16,2 2-13 0,-3 6-22 0,4-8-19 16,-3 2-15-16,-1 6-14 0,0 0 16 0,0 0 0 15,11 14 7-15,-8-1-6 0,0 2-3 0,3 4-5 16,-2 8-11-16,1 1-9 0,-1 2-7 0,-1-1-10 16,1 2-7-16,-1-1-17 0,1 1-6 0,-1-3-1 15,0-3-5-15,0 1 4 0,1-1-22 0,-2-5-11 16,2-1-26-16,-2 0-31 0,2 1-40 15,-4-3-60-15,-1 0-70 0,2-5-52 0,-1 4-252 0,0-4-538 16,-2-4 238-16</inkml:trace>
  <inkml:trace contextRef="#ctx0" brushRef="#br0" timeOffset="192866.05">15622 11711 92 0,'17'-14'88'0,"-1"0"-1"16,0 4-15-16,-1-1 2 0,-2 0-3 0,-2-1-6 15,-4 3 14-15,2-1 13 0,-2 1 17 0,-1-1 14 16,-2 1 4-16,0 1-1 0,0-1-8 0,-1-1-5 16,-1 0-2-16,-1 1 0 0,-1 2-1 0,0-1-12 15,0 8-5-15,2-12-5 0,0 6-10 0,-2 6-5 16,0 0-8-16,0-10-12 0,0 10-10 0,0 0-3 15,2-7-4-15,-2 7-8 0,0 0 0 0,0 0-4 16,11 23 0-16,-7-7 1 0,-1 0-2 0,1 4-7 16,1 6 3-16,-2 0-4 0,2 1-3 0,-4 1 2 15,2-1 0-15,-1 0-2 0,1-1-4 0,-2-1-2 16,2-5-1-16,-3-2-6 0,0-2-10 0,0-3-8 16,1-1-2-16,0-3-1 0,2-1-3 0,-3-1-5 15,1-1 0-15,-1-6-2 0,1 9-1 0,-1-9-2 16,0 0 7-16,7 7 4 0,-2-6 1 0,-5-1 0 15,11 2 3-15,-1-2 2 0,1 0 2 0,-1-2 2 16,3 1 4-16,-3 0 3 0,3-1-3 0,3 1 6 16,-3-2-2-16,6 0 0 0,-1-1 2 0,2 0 3 15,-1-2-2-15,1-1 0 0,-1-1-6 0,-1-1 2 0,1 0-2 16,-2-1-1-16,2 0 4 0,-6 1 0 16,-3 0 2-16,0 0-4 0,-2-6 7 0,-2 7 6 15,0-4 2-15,-4 3 11 0,1 0 6 0,-3-1-2 0,-2-1 2 16,1 2-3-16,-3 1 0 0,2 2 4 15,-2-1-4-15,-1 1 4 0,5 6-3 0,-9-9-3 16,2 6-2-16,7 3 3 0,0 0-9 0,-16 9-3 16,4 3-2-16,2 3 0 0,-4 8-1 0,3 4-4 0,0 1-14 15,1 2-37-15,2 2-41 0,6-4-41 0,6 1-44 16,3-1-164-16,4-2-367 0,3-4 163 0</inkml:trace>
  <inkml:trace contextRef="#ctx0" brushRef="#br0" timeOffset="193151.11">17071 11454 229 0,'-4'-11'371'0,"-1"1"-29"15,2 1-22-15,1 4-25 0,-1 0-24 0,3 5-28 16,0 0-20-16,0 0-11 0,-16 9-8 0,9 9-14 15,-2 10-7-15,-1 6-19 0,0 13-10 0,1 3-11 16,-3-1-16-16,3 5-13 0,2-4-14 0,3 2-15 16,1-1 2-16,2-3-13 0,0 1 0 0,1-16-7 15,1 3-7-15,0-3-15 0,2 2-16 0,1-2-26 16,-2-2-40-16,1-1-29 0,-1-1-42 0,0-2-60 16,-2-1-69-16,1-7-68 0,-4 0-277 0,2-1-630 15,-3-3 279-15</inkml:trace>
  <inkml:trace contextRef="#ctx0" brushRef="#br0" timeOffset="193634.41">16930 12049 191 0,'19'-19'183'0,"3"2"-8"0,1-1-10 15,1 1-9-15,1 0-10 0,2-1-8 0,-1-3-10 16,1 4-11-16,-1-1-7 0,-2-1-13 0,0 2-7 0,-1 1-7 15,0-1-13-15,-6 6-4 0,0-1 7 0,-5 0 0 16,0 0-7-16,-4 1 3 0,1-2-2 0,-3 5-2 16,-4-1-4-16,1-2-1 0,-3 3 5 15,-3-4-3-15,-2 7-4 0,0-3 1 0,-2 3 1 0,-3 2 2 16,-2 0-3-16,-1 3 0 0,-2 0-5 0,-1 3 0 16,-1 5 2-16,0 3 9 0,-5 5-15 0,5 3-4 15,1 4-4-15,2 1 0 0,4 2-6 0,2-4-2 16,3 2-6-16,3-4-2 0,5-2 1 15,0 1-6-15,7-2 2 0,5 3-10 0,4-3-10 0,7-4-14 16,-1-3-9-16,6-5-21 0,0-3-17 0,0 0-21 16,0-6-12-16,3-3-6 0,-2 0-2 0,-2-3 1 15,1-1 3-15,-4-3 7 0,1 0 17 0,-5 0 2 16,4-1 3-16,-14 2 12 0,1-3 4 0,-3 1 11 16,1-2 11-16,-5-2 5 0,0 1 10 0,-4-1 1 15,0-7 13-15,-4 10 8 0,1-1 9 0,-3 2 14 16,-1-1 12-16,-1 3-1 0,2 4 10 0,-1-1 7 15,0 5 1-15,-1 0 5 0,-2 1 1 0,7 4 0 16,-20 4 2-16,8 2 2 0,-4 6-6 0,0 2-8 16,-3 6 1-16,1 3-10 0,3 2-5 0,1 1-3 15,6-1-3-15,4-7-10 0,2 7-20 0,3-6-21 16,2-2-38-16,2-2-46 0,5 2-66 0,4-3-54 16,3-3-65-16,-1-1-145 0,5-1-463 0,6-5 205 15</inkml:trace>
  <inkml:trace contextRef="#ctx0" brushRef="#br0" timeOffset="194034.68">17934 11721 101 0,'-11'-3'309'0,"-2"1"-8"16,-1 3 1-16,-5 3-6 0,1 2-13 0,-2 2-27 0,2 3-7 15,-5 5-14-15,1 0-23 0,9-1-25 16,-3 5-21-16,6-4-11 0,3 0-5 0,2 1-27 15,3-1-5-15,7 0-14 0,-7-3-11 0,11 0-18 16,0 0-14-16,5-2-11 0,2-1-19 0,4-6-22 16,7-1-23-16,2-5-26 0,-2-1-21 0,3-2-8 0,-3-2-7 15,-2-4-2-15,1-2 6 0,-4-2 10 0,-6 2 6 16,-2-2 6-16,-3 0 3 0,0-2 9 16,-1-2 5-16,-5-6 5 0,-1 1 7 0,-3-1 4 15,-2-3 4-15,1 9 5 0,-5-11 8 0,1-3 0 0,0 4 4 16,-2-2 3-16,1 0 8 0,1 3 8 15,0 0 7-15,0 2 1 0,1 0 12 0,2 10 6 0,0 0 16 16,0 5 6-16,-1 5-9 0,1-1-6 16,1 7-6-16,-2-9-14 0,2 9 2 0,0 0-1 0,0 0-1 15,-3 33 3-15,2-14-15 0,0 11 6 0,-1 4-3 16,1 1 2-16,-2 0-7 0,2 10-7 0,1-10-38 16,1-1-46-16,1 1-50 0,-2-1-62 0,5-5-75 15,1 2-290-15,-3-7-591 0,0-7 261 0</inkml:trace>
  <inkml:trace contextRef="#ctx0" brushRef="#br0" timeOffset="194450.12">18450 11392 328 0,'0'0'295'0,"2"-6"-24"0,-2 6-15 15,0 0-7-15,0 0-4 0,-4 28-23 0,1-10-16 16,-1 7-12-16,1 3-14 0,1-3-13 0,0 4-19 16,2-3-9-16,-3 0-20 0,1 2-8 0,6-3 2 15,-3-6-22-15,-1-1-6 0,2 0-9 0,-2-3 7 16,1-3-21-16,-1-2-8 0,1-3-5 0,-1 0 0 16,0-7 6-16,-1 9-18 0,1-9-5 0,0 10-1 15,0-10-8-15,0 0-4 0,0 0-9 0,0 0-13 16,0 0-1-16,0 0-22 0,13-4-4 0,-13 4-4 15,15-12 3-15,-5 6-2 0,6-2 2 0,-5 2-8 16,2 1 4-16,0 0 3 0,-2 1 5 0,0 3 2 16,0 0 5-16,-1 2 6 0,-3 2 12 0,3 0 6 15,0 3 1-15,-1 0 19 0,-4 3 9 0,1-1 16 16,-2 1 7-16,-1 0 5 0,-2-1 13 0,0 2 7 16,-2-1 5-16,-2 1 14 0,0-3-3 0,-5 4-7 15,2-4 2-15,-3 1-18 0,-3 0-6 0,2-2-7 16,-2 1-11-16,-4-1-38 0,-1-1-54 0,-2 0-63 15,0-2-83-15,1-2-97 0,3 1-99 0,-3-2-237 16,4 0-673-16,0-2 297 0</inkml:trace>
  <inkml:trace contextRef="#ctx0" brushRef="#br0" timeOffset="195151.64">18794 11565 118 0,'-6'-5'279'15,"0"1"-17"-15,-2 2-14 0,8 2-14 0,-20 4-14 16,7 0-10-16,-3 6-12 0,-2 3-11 0,-3 2-13 15,1 2-17-15,-1 1-9 0,6-4-22 0,5 0-14 0,1 1-20 16,1 1-9-16,4-5-9 0,3 6-10 16,2-3-11-16,4-1-12 0,1-2-10 0,2-2-12 15,1 0-10-15,2-1-12 0,5-1-11 0,-4-3-8 16,2-1-6-16,-1-2-6 0,-1-4-2 0,2 3 0 0,-1-3 6 16,0-2 2-16,0-6 8 0,-3 4 2 0,0 2 1 15,-2-5 10-15,-2 2 13 0,-1-1-1 16,-1 2 1-16,1-3 2 0,-5 3 5 0,2 0 3 15,-2 7 5-15,1-15 12 0,0 11 16 0,-1 4-7 0,1-10-1 16,-1 10-2-16,0 0-8 0,2-5 0 0,-2 5 11 16,0 0-16-16,0 0 3 0,0 0-8 0,0 0 0 15,2 29-1-15,0-16-2 0,-1 0-3 16,0-2-3-16,2 5-18 0,-1-4-20 0,2 5-31 0,-1-3-40 16,2-2-48-16,0-2-55 0,0 0-37 15,1-1-201-15,1-1-473 0,2-2 209 0</inkml:trace>
  <inkml:trace contextRef="#ctx0" brushRef="#br0" timeOffset="195366.27">19112 11581 219 0,'-5'-6'247'0,"0"2"-5"0,-2 0-16 0,7 4-10 15,-14-2-10-15,14 2-8 0,-20 10-4 0,9-1-8 16,-1 5-9-16,1 3-10 0,-1 0-13 0,1 6-12 15,4-5-11-15,2 1-17 0,1 0-13 0,1 3-6 16,7-2-14-16,0-1 0 0,2-2-12 0,5 1-17 16,0-4-14-16,3-2-29 0,1 1-37 0,2-4-46 15,3-2-54-15,0-1-43 0,8-5-39 0,3-1-36 16,-2-4-169-16,0-1-449 0,-2-5 198 0</inkml:trace>
  <inkml:trace contextRef="#ctx0" brushRef="#br0" timeOffset="195566.51">19385 11505 53 0,'3'-26'158'0,"-2"7"27"0,-1 2 10 0,0 1 19 16,1 5 5-16,-1 2-4 0,2 2-16 0,-2 7-7 15,0-9-26-15,0 9 9 0,0 0 9 0,0 0 5 16,0 0 3-16,0 0 8 0,2 39-5 0,-2-16 8 16,-1 6-26-16,0-1-13 0,-3 3-15 0,1-1-12 0,1 3-11 15,-2-1-9-15,5-1-11 0,-2-1-18 16,0 1-15-16,-1-2-28 0,0-1-42 0,3-3-65 15,-1-6-56-15,-1 0-55 0,1-4-69 0,1-3-56 16,0 0-273-16,2-2-620 0,-2-3 275 0</inkml:trace>
  <inkml:trace contextRef="#ctx0" brushRef="#br0" timeOffset="195801.27">19696 11473 165 0,'0'0'260'0,"-17"-2"-10"16,6 4-5-16,-2 0-11 0,-3 5-4 0,0 1-18 16,-1 0-13-16,-6 6-17 0,6-3-11 0,1-1-11 15,0 3-17-15,0-1-15 0,2-1-13 0,5-1-13 16,-1 2-15-16,2-2-3 0,5 2-12 0,1 0-6 16,2 0-7-16,4 0-22 0,7 2-25 0,-2 1-36 15,7-1-34-15,7 3-57 0,5-2-55 0,3-6-63 16,3 4-203-16,4-6-472 0,12 0 209 0</inkml:trace>
  <inkml:trace contextRef="#ctx0" brushRef="#br0" timeOffset="196116.99">20466 11325 16 0,'-6'-12'361'0,"0"2"-17"0,1 1-16 16,-2 0-12-16,3 3-27 0,-1 2-26 0,5 4-25 15,-10-4-20-15,10 4-19 0,-15 11-4 0,5 1 2 16,-1 4-9-16,0 13 2 0,-6 0-13 0,2 17-14 16,2 4-9-16,1 3-8 0,1-1-6 0,3 2-5 0,2 1-20 15,3 0-3-15,-1-2-16 0,1 1-8 16,1-7-5-16,1 2-14 0,-1-3-12 0,2-12 5 15,-4 0-9-15,3-2-5 0,-3-1-5 0,0 2-3 0,1 0-8 16,-2-4-1-16,0-2 0 0,-1-3-32 0,-1-5-19 16,3 1-27-16,1-5-36 0,0-5-44 15,0 0-37-15,2 0-44 0,0-3-49 0,1-7-69 0,-1 5-69 16,1-5-204-16,0 0-648 0,0 0 287 0</inkml:trace>
  <inkml:trace contextRef="#ctx0" brushRef="#br0" timeOffset="196566.66">20110 11863 116 0,'-4'-10'259'0,"1"3"-24"0,1 2-19 15,2 5-18-15,0-12-15 0,0 12-21 0,11-11-14 16,1 5-16-16,12-3-10 0,7-4-15 0,2 4-17 16,7-3-19-16,11 1-14 0,-1-1-16 0,-12 3-16 15,-2 0-14-15,3-1-11 0,-3 1-13 0,0 0-2 16,-4-1-4-16,1 1 5 0,-5 1 7 0,-2-2-5 15,-9 3 0-15,-5 1 20 0,-2 1 4 0,-3 2 11 16,-1-4 1-16,-1 2 3 0,-2 0 10 0,-3 5 9 16,-1-10 13-16,1 10 9 0,-10-6 3 0,10 6 6 15,-19-2-6-15,7 4 13 0,-6 4 10 0,0 2-3 16,0 2 15-16,-6 4-14 0,2 3 1 0,0 4-2 16,4-1-2-16,1 3-16 0,1 0-7 0,1-1-10 15,6-4-3-15,1 2-2 0,4-2-13 0,-1-1 2 16,7 2-11-16,-2-3-4 0,5-1-15 0,-3-6-21 15,3 0-10-15,2-1-10 0,1 0-25 0,2-1-14 16,0-5-10-16,1-1-15 0,3-2-6 0,-2-1-2 16,6-2 5-16,-3-3 4 0,0 0 5 0,1-1 12 15,-2-2 7-15,-1-1 6 0,-7 2 8 0,3-3 4 16,-1 3 5-16,-3 2 19 0,0-1 12 0,-1 2 16 0,0-1 15 16,1 4-1-16,-5 3-2 0,3-6 0 15,-3 6 5-15,0 0 2 0,0 0 1 0,0 0-3 16,7 14-1-16,-6-5-15 0,0 4-24 0,1-1-53 15,0-1-57-15,2-1-77 0,1-1-162 0,2 3-402 0,-1-4 179 16</inkml:trace>
  <inkml:trace contextRef="#ctx0" brushRef="#br0" timeOffset="196800.28">21116 11619 287 0,'-9'-6'331'0,"1"0"-3"0,0 2-15 0,2 2-18 16,-5 1-16-16,-1 2-13 0,-2 2-9 0,0 4-21 15,-3 5-14-15,3 1-34 0,1 1-12 0,-3 7-16 16,5-5-20-16,3 2-12 0,3 1-13 16,1 0-7-16,2 6-12 0,5-6-12 0,3-1-28 0,6 4-19 15,-1-6-45-15,5 0-40 0,4 0-51 0,6-4-58 16,-6-3-71-16,9-5-60 0,2 0-258 0,-1-4-591 15,-2-3 261-15</inkml:trace>
  <inkml:trace contextRef="#ctx0" brushRef="#br0" timeOffset="197033.62">21373 11378 189 0,'0'-10'318'0,"1"4"-11"0,-1 6-23 15,1-11-22-15,-1 11-13 0,0 0-5 0,0 0 17 16,0 0 7-16,0 0-3 0,-4 31-9 0,2-6-17 16,-2 1-17-16,1 3-16 0,-3 0-16 0,-2 2-16 15,3 0-20-15,0 1-13 0,-1 0-15 0,-2 0-10 16,2-3-15-16,0 0-16 0,3-1-34 0,-1-3-32 16,0 1-55-16,1-9-60 0,0-1-43 0,0 1-53 15,2-5-57-15,1-4-60 0,-1 1-57 0,-3-2-191 16,4-7-604-16,-3 9 268 0</inkml:trace>
  <inkml:trace contextRef="#ctx0" brushRef="#br0" timeOffset="197368.3">21292 11614 165 0,'11'-9'164'0,"0"4"-4"15,5-4-5-15,-4 5-3 0,-1 1 0 0,2 1-16 16,-1 1-9-16,2-1-2 0,-3 2 0 0,1 2 1 15,0 1-1-15,0 0 9 0,-2 4 2 0,0-1-8 16,-2 2-5-16,1 1 0 0,-1 1-4 0,-1 0-4 16,0 0-15-16,-1 1-6 0,3-2-10 0,-3 0-4 15,2 0-13-15,-1 0-2 0,0-4-6 0,3 3-2 16,1-4-12-16,3-1 2 0,-3-3-2 16,8 0-10-16,1-3 1 0,0-1-3 0,-1-3-6 0,7-3-2 15,-7 1-1-15,1 0 8 0,-3-1 4 0,-2-2 19 16,-1 2-13-16,-3-3 4 0,0 1 0 0,-6 1-4 15,2-4 0-15,-6 3-4 0,-1 0-6 0,-5-4 0 16,0 4-20-16,-3-2-7 0,-3 1-24 0,-2 1-21 16,0 5-20-16,-1 1-41 0,-4 0-37 0,0 6-38 15,-4 3-36-15,1 2-33 0,-4 6-21 0,0 5-187 16,1 2-491-16,3 3 217 0</inkml:trace>
  <inkml:trace contextRef="#ctx0" brushRef="#br0" timeOffset="197737.54">21861 11779 177 0,'19'-17'257'0,"1"0"7"0,-1-2 3 0,-3 6-8 16,3-9 0-16,-4 2-18 0,5-4-9 0,-6 3-2 16,-6 3 2-16,3-6-14 0,-5-1 1 0,2 1-20 15,-7-1-5-15,-2 6-13 0,-4 0-6 0,-2 0-22 16,0 2-5-16,-2 0-2 0,-1 2-8 0,3 5-3 15,-2-1-15-15,-4-1-11 0,3 3-8 0,2 3-14 16,-2 1-17-16,0 0-4 0,4 4-5 0,6 1-7 0,-11-2-9 16,11 2-8-16,0 0-12 0,-10 6-8 15,10-6-16-15,0 0-16 0,14 14-23 0,-2-6-4 16,6-1-23-16,7 2-9 0,6-1 0 0,1 0 2 16,1-1 3-16,-6 1-2 0,-5-3 13 0,-3 2 9 0,-1-2 3 15,-3 3 10-15,-1 2 6 0,-3-1 5 0,-1-2 25 16,-4 3 4-16,-1 0 14 0,0 1 21 0,-2-1 6 15,-3 2-1-15,-2-1 8 0,1 2-5 0,-1 0-6 16,-2 1 1-16,1-1-8 0,-2 2-12 0,1-1-15 16,0-2-44-16,3 0-52 0,-2-2-56 0,2 0-72 15,2-4-105-15,-1 4-335 0,2-3-711 0,0-1 315 16</inkml:trace>
  <inkml:trace contextRef="#ctx0" brushRef="#br0" timeOffset="197889.35">22670 11659 143 0,'9'-1'442'0,"0"1"-55"16,-9 0-35-16,10-2-4 0,-10 2 5 0,8 2 4 16,-8-2-7-16,0 0-15 0,8 0-32 0,-8 0-32 15,0 0-24-15,0 0-25 0,0 0-26 0,0 0-42 16,0 0-54-16,0 0-72 0,0 0-97 0,0 0-106 16,0 0-115-16,0 0-110 0,-28-7-209 0,14 6-660 15,-5 0 292-15</inkml:trace>
  <inkml:trace contextRef="#ctx0" brushRef="#br0" timeOffset="214030.14">14793 11437 36 0,'0'0'110'0,"0"0"-10"0,0 0-1 15,0 0-16-15,0 0 9 0,0 0-11 0,0 0 2 16,0 0-6-16,8-9-2 0,-8 9-10 0,0 0-3 16,0 0-9-16,0 0-4 0,0 0-6 0,0 0-4 15,0 0-2-15,0 0-1 0,0 0-4 0,5-4 0 16,-5 4 4-16,0 0-1 0,0 0-2 0,0 0 3 16,0 0-4-16,0 0 4 0,0 0-5 0,0 0 3 15,0 0-1-15,0 0-8 0,0 0-2 0,0 0-1 16,0 0-4-16,0 0 0 0,0 0-8 0,-25 3 5 15,25-3-1-15,-13 5-4 0,2-4-5 0,5 2 2 16,-2 0 2-16,2-1 1 0,6-2-7 0,-14 2 4 16,14-2 9-16,-10 0-2 0,10 0 6 0,-10 3 2 15,10-3 4-15,0 0 1 0,-11 0-1 0,11 0 8 16,0 0-1-16,-6 4 6 0,6-4-4 0,0 0-1 0,0 0 3 16,-7 2 0-16,7-2 1 0,0 0-8 0,0 0 8 15,0 0-3-15,0 0-5 0,0 0-3 16,0 0 2-16,0 0-7 0,0 0 1 0,0 0-1 15,0 0-1-15,0 0-2 0,0 0-3 0,0 0-1 0,0 0 1 16,0 0-1-16,0 0 4 0,0 0-3 0,0 0 1 16,0 0 1-16,0 0 2 0,0 0-9 15,0 0 6-15,0 0-4 0,0 0 1 0,0 0 3 0,0 0-2 16,0 0-1-16,29-3 6 0,-20 1-3 0,1 1-3 16,1-2 0-16,0 1 3 0,-1 2 0 0,-10 0 5 15,14-4-7-15,-5 3 4 0,1-2-5 0,0 3 3 16,-3-1-2-16,-7 1-5 0,15-2-1 0,-7 2 0 15,-8 0 0-15,14 0 1 0,-8-3-3 0,-6 3-2 16,13-1 1-16,-13 1 1 0,11-3 0 0,-11 3-3 16,9-2 2-16,-9 2 1 0,11-3-5 0,-11 3 6 15,9-2-6-15,-9 2 3 0,9-2-4 0,-9 2 2 16,8-1-14-16,-8 1-9 0,0 0-20 0,13 1-18 16,-13-1-35-16,6-1-28 0,-6 1-28 0,0 0-40 15,0 0-9-15,0 0-8 0,9 1-129 0,-9-1-362 16,0 0 160-16</inkml:trace>
  <inkml:trace contextRef="#ctx0" brushRef="#br0" timeOffset="-214363.45">15127 11749 33 0,'0'0'33'0,"0"0"-1"16,0 0-10-16,13-13 1 0,-13 13-4 0,0 0-1 15,0 0-3-15,0 0 1 0,0 0-3 0,0 0 1 16,0 0-5-16,0 0-3 0,0 0 3 0,0 0-3 15,6-3-1-15,-6 3-4 0,0 0 2 0,0 0-4 16,0 0 5-16,0 0-3 0,0 0 5 0,0 0 2 16,0 0 1-16,0 0-3 0,0 0 4 0,0 0 4 15,0 0 6-15,0 0 2 0,0 0 4 0,8 10 0 16,-8-10-4-16,0 0 5 0,0 0-19 0,0 0 16 16,0 0-1-16,0 0 9 0,2 4 0 0,-2-4 4 15,0 0 10-15,0 0 3 0,0 0 3 0,0 0 3 16,0 0-14-16,0 0 10 0,0 0-3 0,0 0-6 15,0 0 2-15,14-8 2 0,-14 8-4 0,9-9-5 16,-5 5-19-16,1 0 13 0,-1-2-3 0,0 1 6 16,2-1-9-16,-1 1-5 0,-1-1-6 0,0-2 5 15,0 2-7-15,-1-3-1 0,-1 2 0 0,4-3-4 16,-3 1 6-16,1 0-1 0,0 0 3 0,-3 2 9 16,2 0-15-16,-2-2 3 0,0-1-2 0,-1 10 6 0,0-12 0 15,0 12 4-15,0-11 6 0,0 11-1 16,-2-7 3-16,2 7-3 0,0 0 5 0,-3-11 1 15,3 11 4-15,-4-4-1 0,4 4-8 0,0 0 1 16,0 0-1-16,-15 4 0 0,15-4 5 0,-14 7-3 0,7 0 2 16,-3 1-2-16,2 2-3 0,1-1 1 0,0 4-9 15,-2 1 2-15,6-2-4 0,-2 5-15 0,-2 0-30 16,7-2-30-16,0 2-39 0,4-2-27 16,0 1-15-16,1 1-137 0,0-2-300 0,4 0 133 0</inkml:trace>
  <inkml:trace contextRef="#ctx0" brushRef="#br0" timeOffset="-213296.35">22826 11653 92 0,'0'0'224'0,"0"0"4"0,5-6 2 16,-5 6-2-16,0 0-7 0,0 0-8 16,4-4-11-16,-4 4-7 0,0 0-7 0,0 0-19 15,0 0-11-15,0 0-13 0,0 0-12 0,0 0-15 0,0 0-15 16,0 0-17-16,6-4-12 0,-6 4-41 0,0 0-36 15,0 0-43-15,0 0-48 0,0 0-44 0,0 0-51 16,-22 8-48-16,13-2-153 0,0-3-421 0,0 0 188 16</inkml:trace>
  <inkml:trace contextRef="#ctx0" brushRef="#br0" timeOffset="-153548.62">24174 9961 101 0,'0'0'116'0,"0"0"-1"15,0 0-5-15,0 0-4 0,0 0-6 0,0 0-4 16,0 0-1-16,0 0-5 0,0 0-3 0,0 0 5 16,0 0-5-16,0 0-1 0,0 0-11 0,0 0-7 15,0 0-3-15,0 0-10 0,0 0 1 0,10-7-16 16,-10 7 12-16,0 0-4 0,0 0-2 0,0 0 0 16,0 0-9-16,0 0-1 0,0 0 1 0,0 0-3 15,0 0-3-15,0 0-3 0,0 0 0 0,0 0 0 16,0 0-5-16,0 0 4 0,0 0-3 0,0 0 0 15,0 0 1-15,0 0 2 0,0 0-5 0,0 0 4 16,0 0 2-16,0 0-1 0,0 0-1 0,0 0-2 16,0 0 1-16,0 0 2 0,0 0-3 0,0 0-3 15,-15-2 2-15,15 2-3 0,0 0 3 0,0 0 2 16,0 0-1-16,-13 1-3 0,13-1-1 0,0 0 1 0,0 0 1 16,0 0-2-16,0 0-1 0,0 0-6 0,0 0-2 15,0 0 4-15,23 6-6 0,-15-5 4 16,3-1-4-16,-1 2 4 0,6 1-7 0,0-1-3 0,3-2 3 15,1 0-1-15,3 0 1 0,4 1-1 0,-6-1 2 16,0-1-2-16,0 2 0 0,-3-2-3 0,0 1 2 16,1 0-1-16,-7-3 2 0,1 3-3 0,-2 0-1 15,0-2-1-15,-3 2 7 0,-8 0-3 0,13 2 1 16,-13-2-2-16,9-2 1 0,-9 2-2 0,0 0 1 16,10-2 0-16,-10 2 3 0,0 0 2 0,0 0 1 15,0 0-4-15,0 0 1 0,0 0-4 0,0 0-3 16,5-2-8-16,-5 2-6 0,0 0-12 0,0 0-13 15,0 0-19-15,0 0-25 0,0 0-33 0,0 0-38 16,0 0-41-16,0 0-178 0,-14-12-405 0,14 12 180 16</inkml:trace>
  <inkml:trace contextRef="#ctx0" brushRef="#br0" timeOffset="-152846.93">24311 9794 70 0,'0'0'132'0,"0"0"-6"0,-2-10-7 16,2 10 0-16,0 0 0 0,0 0-8 0,-1-9 0 16,1 9-2-16,0 0-5 0,0 0-5 0,0 0-3 15,0 0-4-15,0 0-9 0,0-10-6 0,0 10-3 16,0 0-10-16,0 0-5 0,0 0-3 0,0 0-4 15,0 0-6-15,0 0-11 0,0 0 4 0,0 0-8 16,0 0 1-16,0 0-3 0,0 0-7 0,-2-7 1 16,2 7-4-16,0 0-2 0,0 0 0 0,0 0 2 15,0 0 1-15,0 0 1 0,0 0 0 0,0 0-3 16,0 0 1-16,0 0-7 0,0 0 6 0,0 0-8 16,0 0 1-16,0 0-6 0,0 0 4 0,0 0-5 15,0 0 0-15,0 0-6 0,0 0 1 0,0 0-1 16,0 0 2-16,0 0-1 0,0 0-3 0,2 32 3 15,-1-23 4-15,-2 2-2 0,1 1 0 0,0 1 0 16,-1-2-2-16,-2 1 2 0,3 7 1 0,-2-2 2 0,-1 2 3 16,2 0-1-16,-2-1 8 0,1 0-5 15,-1 1 1-15,1-2 2 0,-1 2 1 0,-2-3-6 16,3 1 3-16,2 0 1 0,-3-5-1 0,2 0 1 16,1 0 1-16,0 1 0 0,0-2 1 0,0 1-1 0,0-3-2 15,1 0-2-15,0-1 1 0,-1-1-5 16,2 2 4-16,-2-2-3 0,2-1 0 0,-2-6 0 0,5 11 1 15,-4-5 2-15,2 0-1 0,-3-6-3 16,5 9 4-16,-1-5-3 0,-4-4 1 0,8 7-2 0,-5-3 2 16,4 0-4-16,0-2 5 0,-7-2-1 0,11 4 0 15,-5-2-5-15,2-1 3 0,-8-1-4 0,18-1-14 16,-9-1-20-16,2-2-18 0,1 1-19 0,-1-1-28 16,-1-1-19-16,1-1-17 0,-1 0-28 0,-1-1-18 15,0 1-121-15,-1-3-327 0,0 1 144 0</inkml:trace>
  <inkml:trace contextRef="#ctx0" brushRef="#br0" timeOffset="-152373.98">24304 9985 33 0,'0'0'157'15,"-9"0"12"-15,9 0-11 0,0 0-9 0,0 0-12 16,0 0-3-16,-10-2-14 0,10 2-6 0,0 0-9 15,0 0-13-15,0 0-7 0,0 0-10 0,0 0-7 16,0 0-9-16,23-7-4 0,-10 5-9 0,6-1 2 16,0 1-8-16,3 0 0 0,5-1-6 0,-7 1-2 15,2 0-3-15,8 0 5 0,-10-2-2 0,-1 2 2 16,1 1-7-16,-2-1 1 0,0-1 6 0,-5 2 0 16,1-2 3-16,-2 2 9 0,-5 0-5 0,5 0 2 15,-5 1 0-15,-7 0 5 0,12-3 0 0,-12 3-5 16,11-1 8-16,-11 1 4 0,0 0-4 0,11 1-3 15,-11-1 0-15,0 0 0 0,0 0-6 0,7-1-4 16,-7 1-3-16,0 0-7 0,0 0-4 0,0 0-12 16,0 0-22-16,0 0-29 0,0 0-34 0,0 0-55 0,0 0-52 15,0 0-73-15,0 0-139 0,0 0-423 16,0 0 187-16</inkml:trace>
  <inkml:trace contextRef="#ctx0" brushRef="#br0" timeOffset="-119194.31">15080 12972 113 0,'0'0'190'0,"0"0"-4"0,0 0-9 0,-3-10-4 16,3 10-13-16,0 0-5 0,0 0-7 0,0 0-14 16,0-9-11-16,0 9-10 0,0 0-9 0,0 0-11 0,0 0-16 15,0 0-5-15,0 0-9 0,0 0-7 16,0 0-6-16,0 0-7 0,0 0 2 0,0 0-2 16,-8 28 1-16,6-16-2 0,2 6-1 0,-5 7-3 15,1-6-4-15,-4 5 0 0,0 0-3 0,5-5-6 0,-1 0 15 16,-2 1-4-16,3-2-2 0,-1 0-2 15,-2-1-1-15,1 0-5 0,0-1 3 0,1-5-8 16,1 0-1-16,1 1-2 0,-2-4-1 0,2 1-2 16,0-2-2-16,1 0-2 0,1-7 3 0,0 10 1 15,0-10-2-15,-3 7-2 0,3-7 2 0,0 0 6 0,-4 7 15 16,4-7 7-16,0 0 2 0,0 0-6 0,0 0-6 16,0 0-3-16,0 0 5 0,8-40-7 0,-4 16-5 15,1 5-1-15,3-8-6 0,-1-1-6 0,2-1 2 16,-2-3-4-16,2 2-3 0,1-1-1 15,-2-1-1-15,2 2 2 0,4 3 2 0,-2-1-1 0,0 0 1 16,-1 4-3-16,0-2-3 0,4 2 3 0,-6 7-1 16,-4 0 1-16,3 2-1 0,-2 5-2 0,-2-1 0 15,0 1 1-15,0 2 3 0,-2 2-7 0,1 1 2 16,-3 5-3-16,5-9-1 0,-3 6 1 0,-2 3-3 16,0 0 1-16,11-2 0 0,-11 2-1 0,9 9 6 15,-2 0-1-15,1 1 0 0,-1 4-2 16,3 1 5-16,-4 2-2 0,4 2 4 0,-1 5 3 0,0 1 4 15,-2-2-1-15,-1 1-2 0,1 1 4 0,-1 0-3 16,-1-1 4-16,-1 1 3 0,1 0 0 0,-3-7 1 16,3 1-2-16,-1 0-3 0,-1-2 3 0,-1-1-2 15,1 1 1-15,-1-1-4 0,1-1 6 0,0 2-6 16,-1-6 0-16,1 0 2 0,0-1-6 0,-2 0 0 16,1 0-6-16,-1-2-11 0,0 0-21 0,-1-8-22 15,2 11-29-15,-1-6-29 0,-1-5-25 0,0 8-26 16,0-8-21-16,0 0-11 0,0 0-23 0,0 0-173 15,0 0-426-15,0 0 189 0</inkml:trace>
  <inkml:trace contextRef="#ctx0" brushRef="#br0" timeOffset="-119012.56">15132 13066 34 0,'-6'-1'177'0,"6"1"-3"0,-11-3-13 16,11 3-14-16,-7 0-13 0,7 0-5 0,0 0-13 15,0 0-2-15,0 0-8 0,0 0-4 0,0 0-10 16,20-5-11-16,10-1-7 0,0-1-19 0,4 2-33 16,6-3-38-16,10-4-56 0,1 2-54 0,-12 1-125 15,-5 2-272-15,5-3 121 0</inkml:trace>
  <inkml:trace contextRef="#ctx0" brushRef="#br0" timeOffset="-116879.52">21260 10537 131 0,'0'0'145'0,"-14"0"-13"0,6-1-3 16,8 1 0-16,-14-1-13 0,4 1-7 16,2 1-7-16,8-1-9 0,-16-1-3 0,16 1-11 0,-12 0 1 15,12 0-10-15,-9 0-8 0,9 0-6 16,0 0-5-16,0 0-3 0,-10 0-1 0,10 0-11 0,0 0 4 15,0 0 13-15,31 1-3 0,-1 2-1 0,24-2-2 16,9-2-4-16,30 1-7 0,11-2-4 16,-1 0 0-16,-5 0-6 0,-2-1 3 0,-5 2-5 0,-24 2-3 15,-2-2-3-15,0 0 1 0,-5-1-2 0,-3 2 0 16,-3-2-4-16,-14 1-1 0,-2 1 1 0,-3-1-3 16,-3-2-5-16,-2 3 2 0,-7-1 1 0,-1 0-2 15,-5 1 0-15,-3 0 2 0,-3 0 0 0,1 1 6 16,-5-2-3-16,-7 1 2 0,13 0 1 0,-13 0-1 15,10 0 1-15,-10 0-4 0,8-3 1 0,-8 3 0 16,0 0 0-16,0 0-1 0,0 0-5 0,0 0-2 16,0 0-20-16,0 0-36 0,0 0-47 0,0 0-42 15,0 0-64-15,-45 7-124 0,29-2-357 0,-5-1 158 16</inkml:trace>
  <inkml:trace contextRef="#ctx0" brushRef="#br0" timeOffset="-116180.4">15917 13098 118 0,'1'9'237'0,"-1"-9"-12"15,0 0-7-15,0 0-8 0,0 0-10 0,0 0-17 16,0 0-10-16,0 0-9 0,0 8-10 0,0-8-1 16,0 0-10-16,0 0-7 0,10 0-13 0,-3 2-9 15,-7-2-17-15,18 1 2 0,-7-1-23 0,3 0-11 16,4 0-20-16,0 0-34 0,0-1-38 0,0 1-55 15,-4 1-56-15,-1-4-54 0,-1 2-226 0,1 2-453 16,-3-1 202-16</inkml:trace>
  <inkml:trace contextRef="#ctx0" brushRef="#br0" timeOffset="-116013.61">15974 13247 30 0,'-7'3'246'16,"7"-3"-10"-16,-11 3-7 0,9 1-5 0,2-4-6 15,-7 2-8-15,7-2-6 0,0 0-17 0,0 0 0 16,0 0-26-16,0 0-12 0,0 0-16 0,0 0-14 16,25 9-32-16,-6-11-41 0,1 2-49 0,2 0-56 15,7 0-70-15,2-2-66 0,-3 0-185 0,3-1-412 16,-2-3 182-16</inkml:trace>
  <inkml:trace contextRef="#ctx0" brushRef="#br0" timeOffset="-115612.73">16879 12899 98 0,'0'0'307'0,"-1"-9"3"16,1 9-17-16,-4-11-9 0,4 11-4 0,-4-8-14 16,4 8-7-16,-4-5-14 0,4 5-14 0,0 0-34 15,-14 0-11-15,14 0-17 0,-11 10-6 0,2 4-5 0,-3-1-2 16,-1 11-8-16,-6 1-17 0,4 2-17 0,0-1-4 15,2 5-13-15,-1-1-14 0,2-1-1 0,3-2-15 16,1-2-5-16,1 3-6 0,5-9-8 0,-2 4-3 16,4-5-1-16,2-3-10 0,2-1 2 0,0-2-7 15,1 0-10-15,3-2-14 0,3 1 0 0,-1-2-10 16,2-3-9-16,-1-1-5 0,3-2 7 0,-1-1-9 16,1 0-2-16,4-2 2 0,0-3-2 0,-6 1 1 15,-1-3 2-15,3 1 11 0,-4-1-5 0,-3-1-7 16,2-1 12-16,-6-1-3 0,0 0 1 0,-3-1 3 15,0 9-1-15,-4-19 3 0,-3 11 3 0,-2-1-5 16,0 1 5-16,0 3 1 0,0-1 0 0,-1 1-6 16,-2 0 9-16,1 5-7 0,-1-2-1 0,1 4 0 15,-2-2 2-15,2 2-21 0,3-1-30 0,1 1-37 16,7-2-43-16,-11 7-44 0,7-3-39 0,3 2-42 16,1-6-35-16,0 0-242 0,7 16-581 0,2-13 258 15</inkml:trace>
  <inkml:trace contextRef="#ctx0" brushRef="#br0" timeOffset="-115326.24">17102 13172 93 0,'0'0'246'0,"10"-3"-21"0,-10 3-12 0,0 0-11 15,0 0 2-15,0 0 0 0,0 0-2 0,0 0-8 16,3 10-13-16,-3-10-13 0,-2 11-16 0,2-11-11 16,-6 9-17-16,6-9-8 0,0 12-11 0,2-5-6 15,-1 1-16-15,-1-8-6 0,7 9-12 0,-3-4 26 16,-1 0-14-16,7 0-3 0,-3-3-9 0,2 1-4 0,1-1-9 15,2 0-5-15,-1-3-4 0,1 0-7 16,0-2-2-16,0 1-3 0,-3-3-3 0,4-1-2 16,-4-2-7-16,-2 2-4 0,1-2 3 0,-3 0-4 15,-1 0 0-15,-3-3-2 0,1 1-3 0,-2 1-3 16,-2-1 2-16,-2 0-5 0,1 2-12 0,-4 2-5 16,1-1-8-16,-4 0-9 0,-6 0-11 0,3 6-15 15,-4-1-19-15,-1 4-31 0,-1 3-39 0,-1 1-49 16,-5 3-58-16,4 0-235 0,-2 2-528 0,7-2 234 0</inkml:trace>
  <inkml:trace contextRef="#ctx0" brushRef="#br0" timeOffset="-114662.43">17788 13133 127 0,'-8'-11'283'0,"2"6"-8"0,-5 1-10 16,0-2-19-16,1 2-13 0,-3 1-19 0,-1 1-11 16,-3 0-15-16,-3 4-15 0,2 1-13 0,5 0-9 15,-2 4-15-15,0 0-14 0,4 2-14 0,0 0-9 0,-1 1-9 16,3 3-10-16,3-1-12 0,2-2-1 15,2 3-13-15,0-4 2 0,2 0-8 0,3 2-5 16,-1-1-3-16,1-3-5 0,2 0-7 0,3-1 1 16,-1 0-13-16,4-2 0 0,-1-1-5 0,1-1 8 0,2-1-11 15,-1-4-8-15,0 1 0 0,5-4 4 16,-5 1 10-16,0-1-15 0,1-5 1 0,-4 5 1 16,5-7-2-16,-8 4 14 0,2-2-12 0,1-5-1 15,-3 1 4-15,0-2 3 0,-1 0-3 0,-3-1 5 0,0 2 4 16,-2-3 3-16,-2 0 0 0,1 0-4 0,0 1 1 15,-1 0 1-15,2 0 7 0,-2 2-3 16,-1-1 24-16,2 6-11 0,1-1 4 0,-1 5 6 16,-1-1 18-16,2 8-22 0,-1-12-2 0,1 12-6 0,-1-7-9 15,1 7 3-15,0 0-13 0,0 0 3 0,0 0 6 16,0 0-15-16,0 0 3 0,1 33-7 0,3-13 8 16,-5 5 0-16,3 4 0 0,-3-1-8 15,2 2 7-15,1-2 1 0,-4 0-4 0,1 0 6 0,2-1-6 16,-6-1 7-16,6-7-23 0,-1 0-29 0,0 1-42 15,0-1-48-15,0 1-63 0,0-3-61 0,0 0-52 16,-1-3-247-16,1-1-599 0,0-4 266 0</inkml:trace>
  <inkml:trace contextRef="#ctx0" brushRef="#br0" timeOffset="-114429.45">18070 12955 240 0,'1'-10'278'0,"-1"-2"-7"16,2 3 0-16,-1 3 7 0,-1 6-31 0,3-9-16 16,-3 9-23-16,1-6-28 0,-1 6-6 0,0 0-19 15,0 0-15-15,0 0 2 0,0 0-3 0,0 36-10 16,-4-18-9-16,1 7-14 0,-2 1-6 0,-2 2-11 16,0 3-7-16,3-2-10 0,-2 0 0 0,0-3-13 15,-2-1 5-15,2-1-22 0,2-5-1 0,1 7-27 16,-2-8-31-16,2 0-12 0,2-3-48 0,-1 2-50 15,0-4-57-15,2-3-58 0,-2 2-52 0,1-1-202 16,2-2-537-16,-1-9 238 0</inkml:trace>
  <inkml:trace contextRef="#ctx0" brushRef="#br0" timeOffset="-114008.18">18142 12930 205 0,'8'-14'254'0,"-2"3"-7"0,0 1-10 16,-1 2-12-16,2 1-13 0,-1 0-16 0,2 0-23 16,-2 4-16-16,1-2-18 0,-1 4-12 0,-6 1-12 15,19-2-12-15,-9 3-8 0,2 2-14 0,-2 4-3 16,-1-2-5-16,0 3-7 0,0 0-6 0,-4 0-3 16,-1 4-10-16,-3-2 2 0,-1 3-7 0,0 2-3 0,-6 0-6 15,1-3-5-15,-3-1-7 0,0 4-8 16,1-1-9-16,0-3-8 0,-2 2-20 0,4-3-16 15,0-1-16-15,1-1-15 0,0 2-7 0,4-1-13 16,0-1-6-16,0-8-5 0,3 11 3 0,1-5-2 16,0-2 9-16,0 3 9 0,2-3 7 0,-1 1 6 0,1 0 9 15,-1-1 6-15,2 0 4 0,-1 1 6 0,2-1 5 16,-3 1 10-16,1-1 16 0,0 1 5 16,-1 0 10-16,1-1 7 0,-1 0 20 0,-2 1 16 15,1 1 12-15,-4-6 13 0,2 10 7 0,-2-3 7 16,0-7 6-16,-4 13 7 0,0-7 4 0,0-1-2 0,-4 2-3 15,0-1 0-15,-2 2-6 0,-2-2-8 0,2 1-7 16,0 0-11-16,1-3-5 0,-3 4-6 16,1-3-2-16,1-1-5 0,-1 2-25 0,2-1-25 15,-2-1-38-15,6-2-47 0,-2 2-67 0,7-4-77 0,-9 4-221 16,6-1-493-16,3-3 219 0</inkml:trace>
  <inkml:trace contextRef="#ctx0" brushRef="#br0" timeOffset="-113796.46">18766 13051 99 0,'0'0'263'0,"12"-2"11"0,-12 2-4 0,12 1-8 16,-5 0-14-16,-7-1-19 0,16 2-21 0,-6-2-14 0,-1 1-21 15,4-1-14-15,-2 3-21 0,1-3-12 0,-2 2-8 16,3-1-14-16,-1 1-11 0,0-2-29 0,-1 0-26 15,0 1-39-15,-4 1-60 0,0-1-62 16,-7-1-67-16,14 1-61 0,-14-1-155 0,4 2-439 0,-4-2 193 16</inkml:trace>
  <inkml:trace contextRef="#ctx0" brushRef="#br0" timeOffset="-113630.7">18735 13194 245 0,'-8'7'250'0,"2"-3"3"0,2 2 3 0,0-3-1 15,4-3-3-15,-3 9 0 0,3-9-14 0,7 7-19 16,-1-4-20-16,6-3-16 0,2 0-19 0,4-2-25 16,3-1-30-16,6-2-45 0,0-1-45 0,0-3-59 15,-7 4-65-15,2-1-65 0,8-2-62 0,-10 1-193 16,-2 0-461-16,2 0 203 0</inkml:trace>
  <inkml:trace contextRef="#ctx0" brushRef="#br0" timeOffset="-96812.62">19877 13014 19 0,'0'0'100'0,"-3"-5"-6"0,3 5-1 16,-4-6-17-16,4 6-5 0,-5-8-4 0,5 8 11 15,-3-9-5-15,0 2 13 0,3 7-13 0,-4-10 3 16,2 4-3-16,-1 0 6 0,3 6 0 0,-5-12 4 16,3 6 0-16,-1 0-4 0,3 6-5 0,-4-11 1 15,4 11-4-15,-2-10 4 0,2 10 0 0,-3-11-1 16,2 7 0-16,1 4-1 0,0 0-2 0,-3-11-7 16,3 11-3-16,0 0-3 0,-2-7-5 0,2 7-8 15,0 0-8-15,0 0-2 0,0 0-9 0,0 0 0 16,0 0-7-16,0 0 2 0,0 0-2 0,0 0 9 15,0 0 5-15,-1 38 9 0,2-12 6 16,-1 2 4-16,-1 1 2 0,-1 2 4 0,-3 1 5 0,3-1 7 16,-1-2-8-16,2 3-7 0,-2-4-4 0,1 0-7 15,0-3-2-15,-3 1-2 0,3-9-8 0,-1 2 1 16,1 1-1-16,-1-2-5 0,2-3-4 0,-2-1-8 16,2-2 7-16,0 0-6 0,1 0 0 0,1-2-5 15,-1-1-8-15,1-2-20 0,-1-7-23 0,-1 13-36 16,0-6-36-16,1-7-46 0,0 8-28 0,0-8-30 15,0 0-24-15,1 7-167 0,-1-7-438 0,0 0 193 16</inkml:trace>
  <inkml:trace contextRef="#ctx0" brushRef="#br0" timeOffset="-96408.39">20112 13098 83 0,'3'-3'212'0,"-3"3"-7"16,0 0-11-16,0 0 1 0,0 0-6 0,0 0-12 16,0 0-8-16,3 14-8 0,-3-14-9 0,-8 19-11 15,5-7-15-15,-2 1-6 0,0 2-11 0,-1-1-8 16,2 2-9-16,0 0-14 0,1 0-7 0,2-5-5 16,0 1-7-16,2 1-7 0,3-3-4 0,0 2-7 15,1-2-2-15,1-1-1 0,2-2-7 0,1 2-1 16,4-3-1-16,-3-3-4 0,3-1 0 0,5-2-1 15,-2 0-6-15,2-3 1 0,1-2-4 0,-2 2 1 16,2-7 3-16,-2 1-10 0,-1-1-2 0,0-3 5 16,-2 0-4-16,-4-1 0 0,-1-1 0 0,-1-1 0 15,-3-2-5-15,-3 2 3 0,-2-4-3 0,-2 1 0 16,-2-1-1-16,-4 1 1 0,1 0 0 0,-2 4-2 16,-3 0 1-16,-3 2-2 0,-1 1-1 0,0 1-2 15,-2 4 1-15,4 0 1 0,-3 0-1 0,4 6-2 0,3 0 0 16,-2 1 1-16,1 2-14 0,1-2-15 15,10 0-28-15,-17 9-23 0,11-1-13 0,6-8-43 16,-5 15-31-16,6-6-19 0,-1-9-33 0,9 22-150 16,-2-11-402-16,8 1 179 0</inkml:trace>
  <inkml:trace contextRef="#ctx0" brushRef="#br0" timeOffset="-96046.48">20575 13041 76 0,'0'0'232'0,"0"0"0"16,-10-12-8-16,10 12-10 0,-13-4-13 0,13 4-9 0,-14 1-14 16,14-1-11-16,-14 7-12 0,6 0-13 15,1 1-11-15,0 2-6 0,-3 4-20 0,5-2-9 16,0 2-10-16,2-1-5 0,3 3-13 0,0-3-1 16,4 2-2-16,1 1-14 0,2-5-4 0,1-1-3 15,4 3-5-15,2-4-5 0,0 0-5 0,4-2-8 16,1-4-4-16,2 1-5 0,-1-1-4 0,-1-2-3 15,0-2 0-15,1 0-4 0,-4-5 1 0,1 3 8 16,-4-1-9-16,-2-4 2 0,1 1-1 0,-2-1 2 16,0-5-2-16,-2-1 5 0,-5 2-1 0,-1-3 1 0,-1-2-3 15,-5 0-1-15,-2 0-2 0,-2 0 2 0,-1-1-3 16,-1 3 1-16,-4 0 0 0,2 3 0 16,-3-2 1-16,2 3 3 0,-2 2-7 0,4 1 1 15,0 2-4-15,0 2 3 0,1 3-8 0,-1-1-12 16,3 0-16-16,-2 4-25 0,10-2-21 0,-15 10-47 0,9-5-32 15,6-5-27-15,-4 14-33 0,5-4-158 0,3 0-411 16,2 0 182-16</inkml:trace>
  <inkml:trace contextRef="#ctx0" brushRef="#br0" timeOffset="-95713.22">20951 12981 70 0,'4'-6'230'0,"-4"6"1"0,0 0-8 15,0 0-7-15,0 0-15 0,0 0-12 0,0 0-7 16,0 0-11-16,0 0-9 0,-26 14-13 0,17-5-11 16,3 2-11-16,-2 4-11 0,2 0-10 0,-1-4-13 0,5 5-6 15,-1-1-12-15,3 2-2 0,0-6-9 0,4 1-11 16,6 1-4-16,-2-2-5 0,4 0 1 16,-1-3-6-16,4 1 1 0,2-4-8 0,1-3-2 15,2 0-2-15,-1-2-4 0,1-1-2 0,1-4-2 16,0 1-1-16,-1-4 0 0,1-1-4 0,-5-2 0 0,2 1 0 15,-1-2 2-15,-4-1 3 0,-3-4 0 0,-1 2 2 16,-6 0-5-16,0-3-1 0,-4 1 2 0,-4-1 0 16,-2 2-8-16,0 0 0 0,-4 2 0 15,0-2 0-15,-1 4-3 0,-3 1-2 0,-2 3-3 16,-2 1-7-16,0 5-11 0,-3 0-2 0,2 2-24 0,1 4-34 16,-3 1-34-16,4 4-50 0,0 1-59 15,-1 7-64-15,4-4-165 0,1 3-485 0,2-2 215 16</inkml:trace>
  <inkml:trace contextRef="#ctx0" brushRef="#br0" timeOffset="-93163.62">15124 14040 126 0,'-1'-13'194'0,"1"13"-10"0,0-9-10 16,0 9-13-16,0 0-16 0,0-9-15 16,0 9-9-16,0 0-16 0,0 0-4 0,0 0 5 0,0 0 1 15,-8 28 8-15,3-8-11 0,-6 6-23 0,2 2-5 16,0 2-4-16,-3-1-10 0,1-1-8 0,-2 0-6 16,3 1-5-16,1-5-4 0,1 1-6 0,2-7 0 15,0 3-2-15,2-5-13 0,1 0 8 16,1-3-1-16,0-3-4 0,0 0-1 0,0-3-5 15,2-7-2-15,-1 12 5 0,1-5-3 0,0-7 3 0,-1 7 17 16,1-7 11-16,0 0 0 0,0 0-3 0,0 0-4 16,0 0-1-16,0 0-8 0,4-25 1 0,-2 9-4 15,2 0-1-15,-1-5-5 0,3-2-1 16,-2-5-6-16,2 2 3 0,2-2-4 0,-3-3-2 16,3 2-5-16,-2-2-4 0,3 1-1 0,0 0-4 0,-1 0 3 15,1 4 2-15,1 1-2 0,0 3-2 0,-2 4 2 16,-3 7 0-16,3-2 0 0,-5 4 10 0,1 2-14 15,-2 1 1-15,-2 6 7 0,6-6-2 0,0 3-11 16,-6 3 5-16,0 0-4 0,17 12 5 16,-7-2-2-16,-4 5 2 0,2 11 12 0,1 0 0 15,-4 3 8-15,3 2 1 0,-3 0 13 0,0-2-17 0,-2 1 1 16,-1 1 4-16,1-1-7 0,-2-1 1 0,2-1-2 16,-2-4 2-16,1-5-5 0,0 0-1 15,0 0 1-15,1-2-3 0,-2 1 3 0,3-3 1 16,0 2 0-16,-1-1-8 0,-1-5-18 0,1-1-28 15,0-1-29-15,-1 0-40 0,-2-9-39 0,3 20-38 0,-3-14-32 16,0 0-26-16,0-6-125 0,0 0-406 0,-6 13 180 16</inkml:trace>
  <inkml:trace contextRef="#ctx0" brushRef="#br0" timeOffset="-92996.48">15029 14332 39 0,'5'-6'156'16,"1"-2"-8"-16,4-1-19 0,6-2-9 0,3 1-13 16,6-2-13-16,-1 2-12 0,5-2-32 15,-1 2-23-15,3-2-41 0,1 3-29 0,1 0-32 16,-1 0-62-16,-2 5-149 0,0-1 67 0</inkml:trace>
  <inkml:trace contextRef="#ctx0" brushRef="#br0" timeOffset="-92730.23">15550 14137 114 0,'0'0'202'0,"-7"-4"-8"15,7 4-2-15,0 0-10 0,-10-3-17 0,10 3-13 16,0 0-19-16,0 0-4 0,-11 6 0 0,7 1-10 16,0 4 3-16,0 4 5 0,-1 2-7 0,0 11-1 15,0-2-8-15,-1 0-11 0,0 2-7 0,1 0-6 16,0 1-8-16,2-1-6 0,-1 0-6 0,0-1-8 15,3-1-4-15,-2 0-6 0,3 1 6 0,-1-1-7 16,-1-2-18-16,4 2 2 0,-1-7-5 0,-1 0-2 16,0-1-5-16,0-1 0 0,0 1-2 0,3 0-1 15,-3-5-11-15,0 1-21 0,1-4-25 0,-1 2-27 16,0-2-31-16,0-1-27 0,1-2-39 0,-1-7-27 16,-1 13-41-16,1-13-158 0,-1 10-422 0,1-10 187 15</inkml:trace>
  <inkml:trace contextRef="#ctx0" brushRef="#br0" timeOffset="-92580.34">15435 14382 113 0,'9'-7'135'0,"5"1"-15"15,3-3-11-15,3-1-15 0,6 0-26 0,6 1-44 16,-1 0-38-16,1 2-95 0,2 0-116 0,-1 1 51 15</inkml:trace>
  <inkml:trace contextRef="#ctx0" brushRef="#br0" timeOffset="-92257.67">15978 14417 101 0,'0'0'197'0,"0"0"-6"0,0 0-5 15,0 0-20-15,6 4-11 0,-6-4-9 16,0 0-19-16,16-2-11 0,-16 2-9 0,18-3-18 0,-7 1-19 16,3 0-17-16,3-1-25 0,-3 3-32 0,-1 0-38 15,-1 0-34-15,-1-1-27 0,0 0-29 0,-2 3-98 16,-2 0-248-16,-7-2 110 0</inkml:trace>
  <inkml:trace contextRef="#ctx0" brushRef="#br0" timeOffset="-92078.78">16010 14534 107 0,'-6'3'188'16,"6"-3"2"-16,-8 4-4 0,8-4 2 0,-6 6-4 15,6-6-8-15,-6 5-8 0,6-5-12 16,0 0-13-16,0 0-5 0,0 0-6 0,0 0-10 16,13 6-12-16,-13-6-16 0,23-4-11 0,-2 2-24 15,-2 0-37-15,1-4-44 0,2 3-49 0,-3-1-52 0,9-3-46 16,-1-1-175-16,-5 4-372 0,6-3 165 0</inkml:trace>
  <inkml:trace contextRef="#ctx0" brushRef="#br0" timeOffset="-91612.46">16781 14104 244 0,'1'-9'272'0,"-1"9"-19"0,0 0-18 16,3-8-22-16,-3 8-25 0,0 0-11 0,0 0 2 0,0 0-14 15,0 0-13-15,-4 36-17 0,4-19-11 16,-3 1-7-16,4 1-17 0,-1 2-7 0,3-2-10 16,-2 0-9-16,4 0-8 0,-1-1-11 0,1-2 1 15,3-1-6-15,0-1-7 0,-2-2-2 0,3-3-3 16,4 1-5-16,-6-2-7 0,5-3-5 0,1-1-2 15,-2-1-5-15,3 0-6 0,-1-3-2 0,0 0-1 0,-2-3-2 16,1-4-2-16,1 1-1 0,-3-3 1 16,1-2 0-16,-2 1-2 0,0-3 3 0,-1-2-2 15,-2 1 2-15,1-1 0 0,-2 0 5 0,-4 4 1 16,2-2-2-16,-2 0 9 0,0 1 6 0,-1 2 4 16,0 1 10-16,0 9 6 0,1-13-9 0,1 9-4 0,-2 4 3 15,0 0-15-15,0 0-2 0,0 0 5 16,0 0 17-16,0 0 17 0,0 0 3 0,-2 32 7 15,1-15 1-15,-1 9-5 0,-1-2 1 0,-1 2 1 16,2-2-6-16,-2 1-5 0,1 1-3 0,1-2-4 16,-2-3-12-16,3 5 3 0,-2 0-10 0,2-3-9 15,-2-4-30-15,1 1-43 0,0-1-43 0,0-1-61 16,0 1-61-16,2-1-60 0,2-5-42 0,-2 5-205 16,1-8-574-16,3 1 254 0</inkml:trace>
  <inkml:trace contextRef="#ctx0" brushRef="#br0" timeOffset="-91346.76">17158 14454 211 0,'0'0'220'0,"5"-4"-19"0,-5 4-8 16,0 0-13-16,5-3-9 0,-5 3-16 0,0 0-17 16,0 0-8-16,15 5-15 0,-15-5-9 0,12 4-3 15,-3-4 1-15,-9 0-3 0,14 0 2 0,-4 0-10 16,0-2-2-16,0 0-6 0,3-2-3 0,-1 1-6 15,-1-3-3-15,1 1-5 0,-2-2 0 0,-1-2-4 16,0 3-5-16,-3-1 4 0,-1 1 0 0,-2-1-3 16,-2 1-7-16,2-1-3 0,-3 7-1 0,-2-13-8 15,2 13-6-15,-5-12-9 0,3 8-4 0,2 4-14 16,-8-5-10-16,1 3-14 0,7 2-17 0,-17 2-20 16,7 2-40-16,1 1-47 0,0 3-49 0,2-1-50 15,1 4-211-15,1-1-486 0,5-1 215 0</inkml:trace>
  <inkml:trace contextRef="#ctx0" brushRef="#br0" timeOffset="-90895.48">17823 14259 70 0,'2'-5'273'0,"-2"5"3"0,0 0-9 0,0 0-7 15,-10-14-10-15,3 11-8 0,7 3-18 0,-18-1-11 16,6 2-12-16,-4 7-9 0,0-3-11 0,-1 5-14 15,-1-1-18-15,1 2-9 0,2 3-7 0,-4 4-18 16,6-4-7-16,2 0-12 0,2-5-14 0,4 3-3 16,0-1-12-16,2-1-9 0,3 0-7 0,-1 0-4 15,3-1-8-15,2-4-10 0,0 1 5 0,5-3-21 16,0-1-3-16,1-1-5 0,0-1-1 0,3-1-14 16,5-1 2-16,1-2-2 0,-1-3-1 0,-3-3 4 15,2 0-2-15,-4 0-1 0,1-1 2 0,-7 0 6 16,4-4 0-16,-5 2 1 0,3-5-1 0,-3 0 5 15,-2-1 0-15,-1 1-5 0,-2-2 6 0,0 1 2 16,2-8 5-16,-2 4-2 0,-1-2-4 0,-1 5 15 16,1 4-3-16,0-1 6 0,0 5 2 0,0 2-10 15,1-1 9-15,-1 5 7 0,0 6-9 0,0-14-7 16,0 14-12-16,0-7 5 0,0 7-3 0,0 0-1 16,0 0 1-16,0 0 3 0,8 21 6 0,-6-3 1 15,-2 7 3-15,0 0-2 0,0 4 3 0,-1-2-2 16,-3 2-2-16,3 0 2 0,0 0 4 0,-4-3-6 15,3 0 3-15,-2 1-6 0,2-6-4 0,-1 4-6 16,1-5-25-16,-1-1-31 0,2-1-49 0,0 1-56 16,-1-1-72-16,1-3-68 0,-3 3-301 0,3-2-649 15,2-6 287-15</inkml:trace>
  <inkml:trace contextRef="#ctx0" brushRef="#br0" timeOffset="-90663.63">18045 14163 169 0,'1'-5'273'0,"-1"5"-14"0,2-9-15 15,-2 9-18-15,0 0-11 0,0 0-1 0,0 0-12 16,0 0-11-16,0 0-11 0,3 26-19 0,-2-11-15 16,-2 3-8-16,0 1-10 0,-1 1-7 0,1 5-18 15,-1 1-9-15,-1-1-6 0,2-7-5 0,-2 1-13 16,2 0-2-16,-2-1-7 0,2 1-23 0,1 0-29 15,-2-2-27-15,-1-2-49 0,2 3-41 0,-2-9-44 16,2 2-48-16,0-1-28 0,1 1-34 0,-3-1-146 16,3-10-442-16,-2 14 196 0</inkml:trace>
  <inkml:trace contextRef="#ctx0" brushRef="#br0" timeOffset="-90246.76">18105 14134 149 0,'2'-7'199'0,"2"1"-10"16,4 0-9-16,-2 2-10 0,2 2-11 0,-1 1-14 0,3-3-4 15,1 4-11-15,-1 0-7 0,2 1-6 0,-1 3-11 16,1-2 2-16,-3 3-16 0,1 1-3 0,-1-1-5 16,-1 1-7-16,-1-2-8 0,-2 2 5 15,0 0-3-15,-2-1 2 0,1 3-2 0,-3-3-5 16,-1 3-3-16,0-8-4 0,-4 17-6 0,-1-8-3 15,-1-1-14-15,-3 2-10 0,4 0-11 0,-3 0-17 0,1-2-13 16,2-1-17-16,0 0-3 0,2-1-15 0,-1 0-14 16,2 1-7-16,2-7 2 0,0 14-7 0,0-14 9 15,6 10-14-15,-3-3 2 0,5 0 10 0,-2-2 10 16,3 3 0-16,0-2 6 0,3-2 8 16,-3 2 17-16,1 1 7 0,1-1 12 0,-2 0 17 0,-1 1 11 15,1-1 4-15,-3-1 2 0,0 1 19 0,-1-2 4 16,-1 2 6-16,-1-1 5 0,1 2 9 0,-4-7 9 15,1 9 13-15,-1-9-7 0,-1 11 0 0,1-11-4 16,-5 9-10-16,1-3-4 0,0-3-5 16,-2 4-7-16,1-2-5 0,-2 0-8 0,-4 0-19 15,2-1-24-15,-1 1-31 0,1 0-36 0,0-2-47 0,1 2-58 16,2-4-62-16,-2 2-177 0,8-3-448 0,0 0 199 16</inkml:trace>
  <inkml:trace contextRef="#ctx0" brushRef="#br0" timeOffset="-90062.46">18730 14214 205 0,'0'0'226'0,"11"0"1"0,-11 0-13 16,10-3-19-16,-10 3-18 0,15 0-18 0,-5-2-16 15,0 4-11-15,1-2-15 0,2 0-14 0,0 1-21 16,0-1-32-16,-2 0-39 0,1 0-48 0,2 2-75 0,-3-2-43 15,1 1-135-15,-5-1-314 0,-7 0 139 0</inkml:trace>
  <inkml:trace contextRef="#ctx0" brushRef="#br0" timeOffset="-89898.49">18760 14337 163 0,'0'0'236'0,"-5"4"1"16,5-4 3-16,-4 4-7 0,4-4-16 0,0 0-9 15,0 0-14-15,0 0-11 0,0 0-13 0,0 0-18 16,0 0-26-16,13 5-25 0,-13-5-44 0,21-5-45 16,-11 3-69-16,4-2-83 0,-1 1-78 0,-3 1-135 15,4-2-381-15,-2-1 168 0</inkml:trace>
  <inkml:trace contextRef="#ctx0" brushRef="#br0" timeOffset="-88878.23">19790 13914 87 0,'0'0'160'0,"0"0"3"0,0 0-9 15,0 0-6-15,0 0-5 0,0 0-10 0,0 0-8 16,0 0-8-16,0 0-7 0,0 0-5 0,0 0-7 15,0 0 3-15,0 0-4 0,0 0-4 0,0 0-2 16,0 0-4-16,0 0-10 0,0 0-5 0,0 0-7 16,0 0-5-16,7-3-4 0,-7 3-5 0,0 0-4 15,0 0-2-15,0 0-7 0,0 0 4 0,0 0-8 16,0 0-6-16,0 0-5 0,0 0 6 0,0 0-9 16,0 0 1-16,0 0-4 0,0 0-1 0,0 0 1 15,0 0-6-15,0 0 3 0,0 0 1 0,0 0-1 16,0 0 2-16,0 0 7 0,0 0 5 0,0 0 6 15,0 0-2-15,0 0 6 0,0 0 2 0,0 0 2 16,0 0 1-16,4-6 1 0,-4 6 0 0,0 0-7 16,0 0 0-16,0 0-3 0,0 0-1 0,1-10 0 15,-1 10-1-15,2-6-2 0,-2 6-4 0,0 0 1 16,0-10 6-16,0 10-5 0,0 0 0 0,0 0 5 16,0-10 4-16,0 10-6 0,0 0-3 0,0 0-1 15,0 0-1-15,0 0-10 0,0 0-5 0,0 0 1 16,0 0-3-16,3-4-8 0,-3 4 0 0,0 0-1 15,0 0 2-15,0 0 3 0,4 18 1 0,-3-8 21 16,2 1-11-16,-2 0-6 0,0 8 15 0,3 0 10 16,-3 0 5-16,1 7 6 0,-2-7 0 0,-2 1 5 0,1 5-3 15,0-6 1-15,-2 0-7 0,2-1-3 16,0 1-4-16,1-2 0 0,-3-1-5 0,3-3 2 16,-1-1 7-16,1-2-9 0,0 3-7 0,0-2 1 15,-1 0 4-15,-1-2-4 0,2 1-3 0,-1-3-4 16,1-7-1-16,1 13-4 0,-1-6-9 0,0-7-3 0,0 9 8 15,0-9 3-15,0 9-5 0,0-9 3 16,0 11-5-16,0-11 0 0,2 7-23 0,-2-7-26 16,0 8-61-16,0-8-37 0,1 9-39 0,-1-9-41 15,0 0-34-15,2 8-31 0,-2-8-32 0,4 3-203 0,-4-3-565 16,13-1 250-16</inkml:trace>
  <inkml:trace contextRef="#ctx0" brushRef="#br0" timeOffset="-88480.8">20185 13953 114 0,'-5'-6'232'0,"5"6"-1"16,-7-3-3-16,7 3-9 0,0 0-5 0,-18 8-7 16,10-1-19-16,-1 2-17 0,-4 5-3 0,4 0-15 15,0 1-16-15,3 1-14 0,-2 4-14 0,6-3-9 16,-1 1-11-16,1 0-7 0,2 0-10 0,2-1-4 15,2 0-14-15,2-2 2 0,2 1-6 0,2-3-4 16,3-1 2-16,0-1-2 0,5 0-3 0,-3-4-2 16,3-1-4-16,1-4 1 0,2 2-1 0,0-3-8 15,0-2 1-15,0-1-4 0,0-1-1 0,-3-1-3 16,1-2-5-16,-2-2 6 0,-1-1-2 0,-2-1-4 16,2-1 0-16,-5-3-2 0,1-1-4 0,-3 0 4 15,-3-2-2-15,-2-1-3 0,-2 1-2 0,-3-2 0 16,0 0-2-16,-4 0 2 0,1 0-2 0,-5 2 2 15,0 0-5-15,-3 0-2 0,1 2 0 0,-2 1 0 16,2 1 1-16,-3 3 0 0,1 0 2 0,1 4-7 16,0 2 0-16,-1 1-1 0,-1 1-11 0,2 1-16 15,1 2-26-15,-1 1-35 0,1 4-32 0,2-1-36 16,1 1-38-16,4 3-36 0,0-1-24 0,4 3-171 16,0-11-464-16,7 20 205 0</inkml:trace>
  <inkml:trace contextRef="#ctx0" brushRef="#br0" timeOffset="-88130.61">20712 13925 3 0,'0'0'226'0,"0"0"-10"16,0 0-8-16,0 0-11 0,0 0 3 0,0 0-8 15,-4 16-9-15,4-16-18 0,-8 19-10 0,4-8-14 16,3 0-9-16,-1 3-10 0,-1-2-12 0,0 4-11 15,2-4-10-15,1 0-10 0,4 3-5 0,-1-2-7 16,0-3-8-16,3 2-5 0,1-2-3 0,2-2 4 16,0 1 1-16,1-4-3 0,4 1-2 0,2-2-8 15,3 0-2-15,1-3 2 0,-2-1-3 0,3-1-3 16,-2-3-4-16,0-1-2 0,-2 0-1 0,-2 0-4 16,-2-2 13-16,-2 0-7 0,0-2 7 0,-1 0-4 15,-3-2 1-15,-1 1 9 0,-1-6-3 0,-3 4 6 16,0-1 2-16,-5-3-6 0,2 2-4 0,-3-3 9 15,-3 1-16-15,0 2-4 0,-2 3-7 0,-3 2 8 16,-2-2-8-16,-1 2-5 0,-3 4-14 0,3 0-21 16,-6 5-23-16,1 1-36 0,-11 3-50 0,-2 4-64 15,1 1-75-15,1 9-284 0,-1 0-595 0,3-1 264 16</inkml:trace>
  <inkml:trace contextRef="#ctx0" brushRef="#br0" timeOffset="-73696.37">20644 14389 133 0,'0'0'167'0,"0"0"-1"0,-11-1-5 16,11 1-10-16,0 0-10 0,-7 2-16 0,7-2-12 15,0 0-1-15,0 0-11 0,0 0-14 0,0 0-9 16,0 0-1-16,0 0-14 0,37-1-10 0,-9 1-16 0,4-3-26 16,7 2-33-16,16-7-65 0,2 3-48 15,2-4-121-15,3-1-276 0,28-7 122 0</inkml:trace>
  <inkml:trace contextRef="#ctx0" brushRef="#br0" timeOffset="-70846.29">11478 15705 127 0,'0'-7'208'15,"0"7"-15"-15,2-10-14 0,-2 10-20 0,0 0-15 16,-2-8-18-16,2 8-9 0,0 0-13 15,0 0 12-15,0 0 2 0,0 0 2 0,-3 25-6 16,-2-8-1-16,1 1-8 0,-4 8-6 0,-1-2-4 16,0 5-9-16,-1-4-11 0,2 3-9 0,1-3-3 15,-4 0-6-15,4 0-8 0,0-2-1 0,3-4-7 0,-1-8-2 16,2 4-5-16,-1 0-6 0,0-2-3 16,3-4 0-16,-2 1-5 0,2-3 1 0,1-7 1 15,-1 8 10-15,1-8 13 0,-3 7 2 0,3-7-1 16,0 0-3-16,0 0-5 0,0 0-4 0,8-32-6 15,-2 14 0-15,0-7-2 0,3 2-3 0,0-2-4 16,0-4-3-16,1 0-8 0,-2-2 6 0,0 0-10 16,1-1-5-16,-1 0-1 0,-2 0 1 15,3-1 0-15,-5 1-10 0,4 1 10 0,-2 0-4 0,1 4 1 16,-4 9 1-16,2 0 1 0,1 3-2 0,-3 4 4 16,-1-1-5-16,1 6 3 0,-3 6-4 0,5-13-5 15,-4 11 4-15,-1 2 1 0,0 0-1 0,0 0 1 16,13 19 6-16,-6-3 6 0,-3 10 5 0,1 2 6 15,-3 0-1-15,-1 6 1 0,4-2-10 0,-2 0 12 16,-2 0-4-16,2-3-2 0,2 1 0 0,-3-2 1 16,-2-4-9-16,2-2-2 0,0 1 5 0,2-4 0 15,-1 0-2-15,1-2-3 0,1 0 2 0,2 1-4 16,-3-3-4-16,1-4-17 0,-2 1-22 0,2 4-31 16,0-6-41-16,-3 0-48 0,0 0-46 0,2 0-42 15,-3-1-187-15,-1-9-472 0,0 0 209 0</inkml:trace>
  <inkml:trace contextRef="#ctx0" brushRef="#br0" timeOffset="-70680.55">11354 15921 73 0,'0'0'143'0,"16"-12"-15"0,-5 6-16 0,7-2-5 16,9-2-31-16,0 1-34 0,5-2-41 0,1 2-42 15,5 1-67-15,-7-2-115 0,4-1 52 0</inkml:trace>
  <inkml:trace contextRef="#ctx0" brushRef="#br0" timeOffset="-70429.77">11960 15672 171 0,'0'0'203'0,"-11"1"0"0,11-1-12 0,-12 4-12 15,6-1-14-15,-2 3-9 0,3 5-6 0,-3 1 5 16,3 6 0-16,-2 7 0 0,2 3-3 0,-1 0-5 16,3 2-12-16,1 4-9 0,-2-4-10 0,2 2-12 15,1-4-6-15,2 3-10 0,-1 0-3 0,2 1-12 16,-4-4-7-16,4 0-6 0,-2-1-8 0,0-1-1 16,0-8-6-16,2 8-6 0,-2-8-4 0,2 2-5 15,-2-3 3-15,0 2-5 0,-2-3-12 0,2 1-16 16,0-4-22-16,-2-2-34 0,2-1-34 0,-2 2-37 15,1-4-31-15,-3-1-36 0,3-1-45 0,1-6-191 16,-6 10-465-16,6-10 206 0</inkml:trace>
  <inkml:trace contextRef="#ctx0" brushRef="#br0" timeOffset="-70261.82">11887 15980 106 0,'10'-8'127'0,"5"1"0"16,-1-4-28-16,5 4-4 0,8-6-4 16,1 3-18-16,5-1-45 0,-4-2-40 0,7 4-52 15,-4 1-48-15,3-3-121 0,-1 0 54 0</inkml:trace>
  <inkml:trace contextRef="#ctx0" brushRef="#br0" timeOffset="-69980.58">12498 15912 146 0,'0'0'210'0,"-5"6"-12"0,5-6-8 16,-7 4-16-16,7-4-11 0,0 0-11 0,-4 5 0 0,4-5-14 15,0 0-9-15,0 0-10 0,22 5-13 0,-6-5-27 16,6 0-34-16,7-3-58 0,3-1-58 0,4-3-94 16,1-2-127-16,16-4-317 0,-4 0 140 15</inkml:trace>
  <inkml:trace contextRef="#ctx0" brushRef="#br0" timeOffset="-69362.81">14061 15544 142 0,'0'-6'235'0,"0"6"-9"16,-5-13-18-16,5 6-19 0,0 7-19 0,0 0-10 16,0 0-7-16,0 0-6 0,0 0-9 0,-17 20-8 15,8-5 19-15,1 2-14 0,-5 5-16 0,4 2-7 16,-3-1-11-16,4-5-10 0,2 0-10 0,-4-1-8 16,8-5-8-16,-3-1-7 0,1 0-4 0,0-3-6 15,4 2-5-15,-3-6-4 0,-1 1 1 0,4-5-1 16,-2 6 15-16,2-6 2 0,0 0 5 0,0 7-13 15,0-7 7-15,0 0-12 0,0 0 0 0,0 0-3 16,4-38-7-16,1 14-4 0,3-1-3 0,1-1-7 16,1-4-5-16,1-1-1 0,5 1-9 15,-5-3-10-15,2 0-3 0,-2-1-1 0,1 0 1 16,4-11 2-16,-4 14-2 0,-3 6 6 0,1 2-2 0,-4 6-2 16,1 3 1-16,-3 6 2 0,-1 1-5 0,-1 1 2 15,3 1-4-15,-5 5 4 0,0 0-3 0,0 0 2 16,19 7 1-16,-9 8-6 0,-3 3 20 0,4 10 6 15,-2 1 3-15,0 3 3 0,0 1-3 0,0 1-2 16,0-4-1-16,0 0-1 0,-2 1-1 0,-1-2-2 16,1-1 0-16,2-1-4 0,-3-2 0 0,1-2-3 15,-1-4 2-15,2-2 4 0,-3-1-10 0,-1 0-31 16,0-3-42-16,1-2-55 0,-1-2-60 0,1 3-64 16,-3-5-249-16,-2-7-544 0,-2 17 241 0</inkml:trace>
  <inkml:trace contextRef="#ctx0" brushRef="#br0" timeOffset="-69180.48">14043 15609 143 0,'-5'-4'216'0,"5"4"-18"16,0 0-21-16,7-14-16 0,4 9-6 0,9-4-19 15,9-1-11-15,1 2-15 0,6-3-10 0,0 3-20 16,-3-2-34-16,1 2-36 0,0 4-43 15,-4-1-50-15,-3 3-32 0,-6 0-123 0,-3 2-257 16,-7 2 113-16</inkml:trace>
  <inkml:trace contextRef="#ctx0" brushRef="#br0" timeOffset="-68612.6">12615 15813 54 0,'0'0'81'0,"0"0"-3"0,0 0 2 16,0 0-5-16,9-6-4 0,-9 6 5 0,0 0-6 15,0 0 13-15,-3-8-6 0,3 8 0 16,0 0 0-16,0 0 2 0,-9-9-1 0,9 9-2 0,-5-4 3 16,5 4 0-16,0 0-4 0,-8-5-2 15,8 5-3-15,0 0-4 0,-7-1-2 0,7 1 0 16,0 0-4-16,0 0 2 0,-7-4-2 0,7 4 7 16,-9-3-3-16,9 3 2 0,0 0 1 0,-7-2 6 15,7 2-4-15,-8-4 0 0,8 4-7 0,0 0 4 16,-9-3-2-16,9 3-3 0,0 0-2 0,-10-5-7 15,10 5-2-15,-4-3 4 0,4 3-4 0,0 0-7 16,-6-4-3-16,6 4-4 0,0 0-3 0,0 0-9 16,0 0-4-16,0 0-5 0,0 0-6 0,10-17-20 15,4 12-21-15,-1-3-32 0,12-5-31 0,2 2-35 16,9-1-51-16,10-4-26 0,9 0-190 0,-5 2-428 16,4 3 189-16</inkml:trace>
  <inkml:trace contextRef="#ctx0" brushRef="#br0" timeOffset="-68146.51">13756 15932 4 0,'0'0'247'16,"-10"2"-20"-16,10-2-13 0,0 0-17 0,-11-2-15 0,11 2-20 15,0 0-16-15,0 0-15 0,0 0-15 0,32-4-7 16,1 0-11-16,5 0-12 0,18-1-8 16,3-4-9-16,33 1-4 0,-29 0-6 0,27-1-8 15,-27 3-1-15,31-7-7 0,-31 5-7 0,33 1-1 16,-31 1 0-16,23-4-2 0,-27 5-3 0,-3 1 5 16,-6-2-4-16,-1 2 1 0,-14 0-4 0,0 3 1 15,-2-2-4-15,-4 3 0 0,-2 0-3 0,-1-1-4 16,-6 2-1-16,-3 0-2 0,-5 2-4 0,3-2 2 15,-5 1-1-15,-3-1-1 0,-2 2-3 0,2-2-1 16,-9-1-17-16,11 3-21 0,-7-1-31 0,-4-2-21 16,0 0-43-16,3 11-62 0,-3-11-203 0,-13 15-423 15,-4-6 188-15</inkml:trace>
  <inkml:trace contextRef="#ctx0" brushRef="#br0" timeOffset="-67627.84">13712 16173 12 0,'0'0'224'0,"-2"-12"-4"0,2 12-13 15,-4-8-12-15,4 8-13 0,0 0-9 0,-2-8-20 16,2 8-11-16,0 0-16 0,0 0-15 0,0 0-8 16,0 0-1-16,0 0 3 0,0 0 27 0,2 35 2 15,0-8-3-15,0 0-13 0,-2 3-7 0,2 1-3 16,0 4-9-16,-2 1-10 0,1 0-11 0,-1 10-4 15,0-14-4-15,4 0-14 0,-4-1-5 0,0-3-3 16,3-1-6-16,-1 0-3 0,-2-8-1 0,2 4-7 16,-1-4-12-16,3-2-31 0,-4-4-42 0,2 5-49 15,-2-3-64-15,2 1-82 0,-2-4-241 0,0-1-530 16,0-11 234-16</inkml:trace>
  <inkml:trace contextRef="#ctx0" brushRef="#br0" timeOffset="-66759.71">14158 16348 33 0,'0'0'138'0,"0"0"2"16,0 0 2-16,0 0-4 0,9 3 1 15,-9-3-10-15,0 0 3 0,0 0-8 0,0 0-3 16,0 0-8-16,0 0-8 0,0 0-10 0,0 0-8 16,0 0-6-16,0 0-5 0,0 0-1 0,-19 8-5 15,19-8-1-15,-9 4-1 0,9-4-3 0,-4 2 0 16,4-2 1-16,0 0-7 0,0 0-1 0,-5 5-8 16,5-5 1-16,0 0-9 0,0 0-4 0,0 0-6 15,-6 3-2-15,6-3-6 0,0 0 2 0,0 0-3 16,0 0-4-16,0 0-2 0,32 0 0 0,-18-3 0 15,5 0-4-15,0 2 1 0,2-2-5 0,2 2 2 16,-3-2-9-16,2 0-5 0,-3-2-16 0,0 4-17 16,-5-2-31-16,-1 3-33 0,-1 0-34 0,1-2-39 15,-2 1-41-15,-1 0-133 0,-10 1-375 0,19-4 167 16</inkml:trace>
  <inkml:trace contextRef="#ctx0" brushRef="#br0" timeOffset="-66529.62">14298 16152 137 0,'-8'-9'241'0,"8"9"-1"0,0 0-5 0,-9-5-6 16,9 5-15-16,0 0-21 0,0 0-16 0,-7-5-21 16,7 5-20-16,0 0-11 0,0 0-7 15,0 0 2-15,-3 21-3 0,-1-5-7 0,4 3-8 0,0 7-8 16,-2 0-13-16,0 3-6 0,2 2-8 0,0-1-5 15,-2 1-10-15,2-1-13 0,2-1-28 16,2-2-47-16,-4-1-44 0,5-1-48 0,0 1-57 16,1-7-57-16,-2-1-168 0,3 0-445 0,2-5 197 15</inkml:trace>
  <inkml:trace contextRef="#ctx0" brushRef="#br0" timeOffset="-66029.94">14662 16240 45 0,'0'0'270'0,"0"0"-26"0,0 0-21 0,0 0-6 16,0 0-9-16,0 0-13 0,0 0-7 0,-8 33-18 16,8-17-13-16,-3 1-25 0,1 4-2 0,2-3-13 15,-3 6-15-15,2-7-8 0,1-1-39 0,-3 1-6 16,3-1-3-16,3-3 0 0,-2-2-11 15,-1 1 1-15,-1-3-8 0,2 0 0 0,-1-9-2 0,0 12-4 16,0-8 1-16,0-4-6 0,2 10 12 0,-2-10 3 16,0 0 9-16,0 7-2 0,0-7-3 0,0 0 1 15,0 0-8-15,0 0-3 0,4-27-4 0,-2 13 1 16,3-2 0-16,-2-5-6 0,0 2-5 0,1-9-1 16,4 0-3-16,-4-1-1 0,0 1-8 15,1 0 1-15,-1 1 9 0,5-1-12 0,-2 4 2 16,2-1-1-16,0 2-1 0,0 4 3 0,0 2 3 15,0 3-4-15,-2 3-1 0,-1 1 1 0,-1 4-1 16,3-1-2-16,-8 7-3 0,11-4 4 0,-11 4 5 16,15 1-8-16,-4 8 2 0,-2-2 0 0,2 9 5 0,-2 0 4 15,0-1 4-15,1 3 5 0,-2 0 2 0,0 1 2 16,-3-2-1-16,2 2 0 0,0-2 1 16,-2 1-4-16,0 0 0 0,-2 0 7 0,2-2-10 15,0 0 0-15,-3 0 2 0,0-1-3 0,1-2-1 16,0-1-3-16,-2-2-7 0,3 0-17 0,-4 3-30 15,4-5-44-15,-3 2-30 0,-1-10-32 0,2 13-18 16,-2-13-38-16,2 11-18 0,-1-7-180 0,-1-4-441 16,0 0 195-16</inkml:trace>
  <inkml:trace contextRef="#ctx0" brushRef="#br0" timeOffset="-65863.12">14723 16309 98 0,'4'-15'126'0,"-4"15"-1"16,15-5-17-16,-5 1-1 0,3-1-12 0,6-2-10 16,1 4-12-16,-2-4-5 0,3 0-7 0,6 2-19 15,-5-2-32-15,-3 2-20 0,3 0-27 0,4 0-22 16,-6 1-9-16,0-2-13 0,8-1-44 16,-13 0-133-16,-3 1 60 0</inkml:trace>
  <inkml:trace contextRef="#ctx0" brushRef="#br0" timeOffset="-65646.44">15159 16113 101 0,'0'0'129'16,"0"0"15"-16,-6-19 12 0,6 19-8 0,0 0 7 0,-7-17 2 16,7 17 12-16,0 0-11 0,-3-11 3 15,3 11-8-15,0 0-10 0,0 0-11 0,-3-12-4 16,3 12-20-16,0 0-6 0,0 0 2 0,0 0 10 16,0 0-1-16,-2 39 12 0,4-15-4 0,-4-3-11 15,5 4-3-15,-2 2-14 0,-2 2-9 0,1 0-8 16,0-4-2-16,0 4-10 0,1-4-5 0,-1 1-5 15,1 0-11-15,1-7 1 0,-2 2-5 0,1-2-30 16,-1-3-32-16,4 2-28 0,-1-2-44 0,-1-6-42 16,1 1-43-16,0-1-47 0,1-2-35 0,3-1-189 15,-7-7-488-15,0 0 217 0</inkml:trace>
  <inkml:trace contextRef="#ctx0" brushRef="#br0" timeOffset="-65261.63">15210 16050 92 0,'5'-16'124'0,"-5"16"-1"15,8-12 2-15,-8 12-9 0,12-10-7 0,-12 10-7 16,12-6-7-16,-12 6-11 0,15-2-15 0,-15 2 4 16,14 0-12-16,-14 0-10 0,0 0 2 0,21 5-9 15,-21-5-3-15,13 6-4 0,-13-6-4 0,10 7-6 16,-10-7 0-16,11 15-3 0,-8-7-4 0,-3-8-1 15,4 21-11-15,-4-10-6 0,0-11-15 0,2 17-7 16,-2-17-16-16,3 19-18 0,0-10 6 0,-3-9-18 16,5 14-11-16,1-5 4 0,-2-1-1 0,1-1 6 15,3-1 1-15,-1-1 11 0,1 0 2 0,-8-5 1 16,15 5 5-16,-6 0 9 0,-9-5 5 0,12 4 1 16,-6 0 7-16,-6-4 3 0,0 0 16 0,10 4 6 15,-10-4 31-15,0 0-2 0,0 0 26 0,9 5 13 16,-9-5 6-16,0 0 15 0,0 0 4 0,0 0-7 15,-6 15 5-15,6-15-3 0,0 0-3 0,-11 14-15 16,8-9-2-16,3-5-6 0,-10 11-12 0,7-6-3 16,3-5 1-16,-13 10-22 0,7-5-24 0,6-5-35 15,-8 11-42-15,3-7-50 0,5-4-124 0,0 0-270 16,-11 7 120-16</inkml:trace>
  <inkml:trace contextRef="#ctx0" brushRef="#br0" timeOffset="-65060.71">16002 15747 110 0,'7'-3'232'0,"-7"3"-23"0,0 0-20 15,7-3-16-15,-7 3-19 0,8-3-16 0,-8 3-12 16,14-1-16-16,-4-2-21 0,1 1-43 0,-11 2-52 15,19-2-56-15,-11 2-64 0,0 1-105 0,-8-1-250 16,12 6 112-16</inkml:trace>
  <inkml:trace contextRef="#ctx0" brushRef="#br0" timeOffset="-64914.7">16096 15832 46 0,'0'0'258'0,"-2"9"-16"0,2-9-9 15,0 0-3-15,-3 7-12 0,3-7-14 0,0 0-11 16,0 0-21-16,-2 6-14 0,2-6-19 0,0 0-14 15,0 0-5-15,0 0-19 0,16 4-26 0,-7-3-42 16,5-2-58-16,2-3-66 0,5 3-89 0,0-1-196 16,9-6-406-16,-3-1 180 0</inkml:trace>
  <inkml:trace contextRef="#ctx0" brushRef="#br0" timeOffset="-56646.76">15184 16654 132 0,'0'0'146'0,"0"0"-8"0,0 0-2 15,0 0-4-15,0 0-4 0,0 0-19 0,0 0-7 16,0 0-7-16,0 0-6 0,0 0-13 0,0 0-2 16,0 0 4-16,0 0-14 0,0 0-9 0,0 0-3 15,0 0-7-15,0 0-3 0,0 0-6 0,-5 5-1 16,5-5-6-16,0 0 3 0,0 0-6 0,-7 4 1 16,7-4-2-16,0 0 12 0,-7 4 2 0,7-4-2 15,0 0 0-15,-7 3 3 0,7-3-3 0,-5 3 2 16,5-3 1-16,-8 2-3 0,8-2 3 0,-9 4 1 15,9-4-4-15,-13 4 4 0,8-4 3 0,5 0 3 16,-10 1 5-16,10-1-2 0,-10 4-2 0,10-4-2 16,-13 0-2-16,8 2-4 0,5-2 3 0,-13 0-5 15,13 0 3-15,0 0-3 0,-9 2-9 0,9-2 3 16,0 0-3-16,0 0-6 0,0 0-1 0,-10 0-3 16,10 0-1-16,0 0 0 0,0 0-1 0,0 0-2 15,0 0-2-15,25-6-1 0,-12 3-2 16,4 1-4-16,1-2 4 0,2 0-3 0,-2-2-1 15,9 0 1-15,-7 1-1 0,-2-2-1 0,0 5-6 0,-3-2 3 16,-1 0 1-16,3 0 0 0,-6 2 3 0,0-2-1 16,-1 2-3-16,-2 0-27 0,1 0 3 15,-2 0 2-15,-7 2 2 0,11-3-1 0,-11 3 5 16,8-3 0-16,-8 3 6 0,7-3-2 0,-7 3 0 16,0 0 3-16,0 0 1 0,0 0 10 0,8-1-4 15,-8 1 8-15,0 0 1 0,0 0-6 0,0 0 0 16,0 0 2-16,0 0-2 0,0 0-2 0,0 0 2 15,-27 2-4-15,16 1 2 0,1-1 1 0,-4 0-2 0,3 0 3 16,-2 1 0-16,-5 1-2 0,5-2 1 16,-6 4-3-16,0-3 4 0,6 1 4 0,0-3-4 15,2 1 1-15,-2 0 5 0,1 0-3 0,5-1 10 16,-1 1-10-16,8-2 0 0,-12 2 1 0,12-2 1 16,-8 0-5-16,8 0 4 0,0 0-3 0,-9 1-1 15,9-1-3-15,0 0 2 0,0 0-1 0,0 0 3 16,0 0-4-16,0 0 4 0,0 0-5 0,0 0 5 15,26-12-11-15,-13 10-7 0,0-3-9 0,4 1-18 16,2-1-28-16,-6 3-30 0,4-3-38 0,2 2-36 16,-6 0-48-16,2 3-189 0,-3-3-444 0,1 2 196 15</inkml:trace>
  <inkml:trace contextRef="#ctx0" brushRef="#br0" timeOffset="-52646.52">16934 15808 154 0,'0'0'189'0,"0"0"-9"0,0 0-10 0,0 0-13 15,0 0-17-15,0 0-10 0,0 0-19 0,0 0-9 16,0 0-5-16,15-15-7 0,-3 10 0 0,3-2-3 16,3 3 21-16,1-3-12 0,8-2-8 0,0 0-7 15,2 4-8-15,2-5-9 0,-3 4-5 0,2-2-8 16,-1 3-2-16,0 0-3 0,-1 0-10 0,0 1-7 15,-7 2 2-15,7-2-4 0,-7 3-13 0,-2-1-18 16,0 2-43-16,-5 0-47 0,3 2-52 0,-3-1-54 16,-3 2-143-16,-3-1-373 0,2 0 165 0</inkml:trace>
  <inkml:trace contextRef="#ctx0" brushRef="#br0" timeOffset="-52430.46">17121 15918 213 0,'-9'3'241'0,"0"-2"3"0,1-1-8 15,8 0-19-15,-12 4-11 0,12-4-20 0,-5 1-21 16,5-1-15-16,0 0-15 0,0 0-11 0,0 0-3 16,0 0-11-16,20 4-6 0,-3-6-11 0,0-1-11 15,13 1-3-15,0-4-16 0,1 1-10 16,5-2-18-16,-6 3-19 0,2-2-33 0,0-1-24 0,-2 1-34 15,0-4-41-15,1 3-49 0,-3-1-39 0,-6 2-173 16,-3-3-406-16,-1 0 180 0</inkml:trace>
  <inkml:trace contextRef="#ctx0" brushRef="#br0" timeOffset="-52096.78">17386 15411 1 0,'-11'-4'274'0,"1"-2"-22"16,3 1-22-16,1 2-25 0,1 0-22 15,5 3-18-15,0 0-18 0,0 0-14 0,0 0-14 16,0 0-10-16,29 8-10 0,-7-2-12 0,7 2-8 16,5 2-6-16,-4 3-10 0,2-1-2 0,-1 3-10 15,1 2-5-15,-3-1-4 0,-1 2-3 0,-3 3-8 16,-7 0 0-16,5 3-5 0,-7-4 0 0,-2 6-3 15,-2 0-6-15,-3-1 2 0,-4 2-4 0,-5-2-1 16,0 1-2-16,-8 1 0 0,-1-3 1 0,-4 2-1 16,1 1-1-16,-5-5-1 0,0 3-1 0,-2-2-2 15,1 3 0-15,-2-3-1 0,-1 2-3 0,2-1-4 16,0-3-20-16,2-1-33 0,7-4-33 0,1 3-47 16,3-5-51-16,1 1-195 0,2-5-412 0,6 3 182 15</inkml:trace>
  <inkml:trace contextRef="#ctx0" brushRef="#br0" timeOffset="-51812.94">18488 15540 258 0,'1'-6'287'0,"-1"6"-10"0,-2-12-7 16,2 12-17-16,0-10-22 0,0 10-29 0,0 0-18 16,-1-7-23-16,1 7-12 0,0 0-14 0,0 0-9 15,-4 32-13-15,4-12-10 0,-3 8-11 16,2 0-9-16,-2 4-9 0,3 2-4 0,-2-2-5 0,2-2-13 16,1-1-1-16,-2 0-7 0,1 1-5 0,2 0-2 15,1-5-2-15,-1 4-19 0,1-4-31 0,-3-6-30 16,3 5-38-16,-2-6-48 0,0-2-51 0,3 0-53 15,0-3-218-15,-4-1-491 0,2-2 217 0</inkml:trace>
  <inkml:trace contextRef="#ctx0" brushRef="#br0" timeOffset="-51413.14">18539 15516 86 0,'9'-11'183'0,"3"4"-7"0,2-2-12 16,-3 3-16-16,2 0-15 0,0 1-11 0,1 1-11 15,-3 2-14-15,2 2-10 0,0 0-9 0,0 2-12 0,-2 0-3 16,-1 4-3-16,-2 1-10 0,0-1-4 16,-5 0-4-16,0 4-3 0,-3 2-2 0,-5 4 1 15,-3 0-12-15,-1 1-4 0,-5 5-3 0,-2-3-6 16,4-4-5-16,-2-1-7 0,5 1-7 0,-2-3-11 15,3-2-11-15,2 1-15 0,3-2-5 0,2 2-2 16,1-11-1-16,4 19-7 0,0-11 0 0,4 1-3 16,-1-1 16-16,2-2-1 0,0 1 2 0,1 1 8 15,-1-2-5-15,0 0 6 0,1-1 6 0,-4-2 9 16,0 2-1-16,-1-1 27 0,-5-4-2 0,9 5 30 16,-4-3 17-16,-5-2 13 0,1 10 2 0,-1-10 5 15,-6 9-8-15,6-9 2 0,-12 10-7 0,3-3 4 16,-1-1-16-16,1 1-6 0,-1 0-3 0,-2-1-4 15,2 2-21-15,2-3-24 0,1 1-48 0,2 1-44 16,0-2-40-16,1 2-118 0,4-7-283 0,-8 10 124 16</inkml:trace>
  <inkml:trace contextRef="#ctx0" brushRef="#br0" timeOffset="-50963.99">18897 15811 188 0,'0'0'226'0,"0"0"-9"0,0 0 7 0,0 0 2 0,6 10-12 16,-6-10-15-16,-2 13-20 0,2-2-11 0,-3 0-20 15,2 2-14-15,-3 1-11 0,0 1-14 0,3-2-4 16,0-4-14-16,0 3-10 0,-1-1-5 0,1-4-9 16,0-1-4-16,1-6-6 0,0 11-3 0,0-11-5 15,-2 6 18-15,2-6 3 0,0 0 10 16,0 0 6-16,0 0-27 0,0 0 16 0,0 0-12 0,0 0-7 15,0 0-21-15,6-26 16 0,-3 8-4 16,1 1-9-16,5-6 9 0,-4-1-19 0,-2-3 1 16,3 0-7-16,1-5-19 0,3 1 23 0,-4-1-10 15,3-3-4-15,4 3 1 0,-3 1 4 0,-1 1-2 16,3 2-9-16,-5 5-11 0,-2 4 18 0,3 4-2 16,0 1-8-16,-5 4 2 0,0 3-5 0,1 1 3 15,0 2 0-15,-4 4-20 0,6-4 20 0,-6 4-5 16,14 8 1-16,-9 1-2 0,3 6 4 0,1 10-3 15,-1-2-1-15,-2 5 2 0,-1 2 7 0,-1-1 2 16,0 2 6-16,0-2-2 0,-3-1-4 0,3 2 0 16,0-4 0-16,-1-2 0 0,0-5-1 0,0 0 2 15,0-2-1-15,0 1-4 0,0-3 3 0,-1-2-3 16,1-2 0-16,0 0 5 0,0-1-9 0,-1 1-9 16,1-1-26-16,-2-3-39 0,1 1-42 0,-1-2-33 0,-1-6-49 15,2 12-43-15,-2-12-44 0,-1 10-213 16,1-10-539-16,-6 4 239 0</inkml:trace>
  <inkml:trace contextRef="#ctx0" brushRef="#br0" timeOffset="-50796.61">18957 15831 216 0,'-6'-5'206'0,"6"5"-16"15,0 0-8-15,0 0-11 0,-3-7-19 0,3 7-12 16,0 0-18-16,0 0-9 0,22-7-13 0,-9 4-16 15,5-1-34-15,1 1-50 0,1 0-57 0,10-2-73 16,-1 0-127-16,-1-1-278 0,3 0 123 0</inkml:trace>
  <inkml:trace contextRef="#ctx0" brushRef="#br0" timeOffset="-50646.76">19651 15680 96 0,'0'0'210'16,"14"-1"0"-16,-8-1 3 0,-6 2-5 0,15-2-9 15,-3 0-23-15,-3-1-16 0,3-1-16 0,2 2-17 16,3-1-30-16,0 0-37 0,-2 1-52 0,1 0-66 16,1 2-73-16,1 0-156 0,-8-1-310 15,1 1 137-15</inkml:trace>
  <inkml:trace contextRef="#ctx0" brushRef="#br0" timeOffset="-50503.4">19789 15783 136 0,'-5'3'246'0,"1"4"-9"15,4-7-4-15,-8 7-8 0,8-7-17 0,-6 7-13 16,6-7-15-16,-1 6-3 0,1-6-12 16,0 0-12-16,6 9-14 0,2-7-15 0,1 0-18 15,2-1-32-15,6-1-48 0,1-1-58 0,1 1-76 16,0-2-90-16,-1 0-183 0,1 1-413 0,-1-3 182 16</inkml:trace>
  <inkml:trace contextRef="#ctx0" brushRef="#br0" timeOffset="-48930.46">21474 15376 135 0,'-2'-9'196'0,"2"9"-6"0,0 0-13 0,0 0-14 16,-4-6-16-16,4 6-18 0,0 0-11 0,0 0 6 0,0 0 2 15,0 0-1-15,-14 24-7 0,3-11-9 16,2 4-6-16,-3 5-11 0,0-7-7 0,0 8-12 16,-3-2-2-16,2 1-7 0,4-4-8 0,0 0-4 0,1-3-3 15,3-1-6-15,-1-3 25 0,2 0-7 16,0-3-5-16,1 2-5 0,1-3-8 0,0-2-2 15,2-5 0-15,-4 10-6 0,4-10 0 0,-4 8 4 16,4-8 5-16,0 0 12 0,-1 5 5 0,1-5-5 16,0 0-1-16,0 0-16 0,0 0 2 0,3-23-4 15,1 8-5-15,2 3-6 0,0-7 0 0,3-4-3 16,-4 5 1-16,3-12-11 0,2 5 3 0,-1-2-8 16,2-2 1-16,1 1 6 0,-2-5-13 0,2 4-1 15,0 0-1-15,-2 0-1 0,3 2-2 0,0 5-1 16,-3-3 2-16,3 12-3 0,-5 1 4 0,-3 3 0 15,1 1-2-15,-1 1 1 0,0 1-11 0,-1 3 10 16,-4 3-5-16,8-3 3 0,-8 3 0 0,0 0 6 16,12 21 6-16,-9-5 3 0,5 10 1 0,-2 0-5 15,-1 4 13-15,-1 2-5 0,-1 0 0 0,2-1-2 16,0-1 2-16,-1 0-2 0,-2-3-1 0,1 3-1 16,1-3-2-16,0 1 1 0,1-5-1 0,-1 2-1 15,1-6-10-15,0 0 15 0,-1-1-17 0,1-1-15 16,-1-5-22-16,0 0-28 0,-1-3-36 0,1 1-42 15,-3-3-43-15,3 0-51 0,-1 0-47 0,-3-7-147 16,0 6-471-16,0-6 208 0</inkml:trace>
  <inkml:trace contextRef="#ctx0" brushRef="#br0" timeOffset="-48762.54">21273 15518 1 0,'0'0'211'0,"-13"-2"-15"15,13 2-12-15,-8-3-18 0,8 3-11 0,-5-2-10 16,5 2-11-16,0 0-9 0,22-9-9 16,-1 3-12-16,8 1-11 0,5 0-15 0,3-1-38 0,0 1-46 15,-1 0-41-15,0 1-81 0,-1 1-134 0,-3 1-282 16,-6-2 125-16</inkml:trace>
  <inkml:trace contextRef="#ctx0" brushRef="#br0" timeOffset="-46961.25">21249 15813 208 0,'-18'3'226'0,"7"0"-3"0,0 0-9 0,3-1-15 15,3-1-19-15,5-1-16 0,-10 5-13 0,10-5-18 16,-5 4-14-16,5-4-2 0,0 0-4 0,19 4-1 15,3-6-11-15,11 0-7 0,4 0-8 0,21-4-10 16,2 2-5-16,5-3-15 0,26-6 1 0,-29 5-7 16,-3-2-3-16,5 1-3 0,-3-2-7 0,-3 1-3 15,-2 1-4-15,-1 1-2 0,-18 3-8 0,-1 3-12 16,-7-3-9-16,-2 2-11 0,-5 1-15 0,-4-1-15 16,-3 2-25-16,-4 0-30 0,-2 1-42 0,0 0-35 15,-2 2-18-15,-7-2-23 0,7 6-124 0,-7-6-367 16,0 0 162-16</inkml:trace>
  <inkml:trace contextRef="#ctx0" brushRef="#br0" timeOffset="-46478.61">21402 16108 176 0,'-5'10'238'0,"1"-1"-4"16,-4 2-9-16,5 2-9 0,-4 1-12 16,2 1-11-16,1-2-21 0,-1-3-10 0,1 2-11 15,0-1-15-15,1 1-8 0,-1-2-14 0,1 0-3 16,1 0-4-16,-1-1-11 0,2-1-10 0,1-8-6 16,-4 9-8-16,3-4-6 0,1-5-7 0,-3 9-6 15,3-9-1-15,-4 5-2 0,4-5 4 0,0 0-1 0,-2 9 1 16,2-9 6-16,0 0-2 0,0 0-2 15,0 0-8-15,0 0-6 0,0 0-5 0,0 0 1 16,18-25-6-16,-12 14-1 0,2-5-4 0,2-3-6 16,0-5-3-16,-1-1-12 0,5 0-4 0,-1-1-4 15,0-1-2-15,-3 1 1 0,1 0-6 0,2 2 0 16,1 4-4-16,-4 3 5 0,-1 3-1 0,-1 1 7 16,-1 1-2-16,-2 5 3 0,1-1 0 0,-1 4-2 15,0 1-5-15,-5 3 2 0,12-1-3 0,-12 1 8 16,14 8 13-16,-9 3 9 0,1 5 6 0,1 3 5 15,-2 6 1-15,0 4 2 0,0-2-3 0,-1 2-2 16,-2-2 0-16,1 0-2 0,0 0-1 0,-1-2 0 16,1-5-1-16,-5 4-7 0,4-3-20 0,0-3 16 15,2 0 4-15,-3-1 1 0,0-6-17 0,2 5-24 16,-2-4-28-16,3-4-69 0,-3 0-39 0,-1-8-42 16,4 13-34-16,-4-13-29 0,3 14-23 0,-3-11-189 15,0-3-512-15,-12 9 228 0</inkml:trace>
  <inkml:trace contextRef="#ctx0" brushRef="#br0" timeOffset="-46330.52">21295 16283 74 0,'-9'-6'207'0,"9"6"-10"0,-9-6-14 16,9 6-19-16,-7-4-12 0,7 4-14 16,0 0-15-16,0 0-11 0,20-10-12 0,-1 7-19 15,7-3-29-15,5-1-30 0,1 1-62 0,6 1-50 16,1 0-45-16,-1 0-89 0,-2 0-241 0,2-3 106 15</inkml:trace>
  <inkml:trace contextRef="#ctx0" brushRef="#br0" timeOffset="-46080.49">21904 16057 90 0,'-6'-9'252'0,"6"9"-1"0,-9-5 4 15,9 5 0-15,-12-6-13 0,12 6-13 0,0 0-16 16,0 0-13-16,-20 8-7 0,12 1-18 0,-1 9 3 15,-1 5-16-15,-1 3-13 0,3 0 1 0,0 3-18 16,3 0-12-16,0 1-10 0,0 2-12 0,1-1-10 16,2-2-6-16,0 1-5 0,1-3-17 0,4 1-3 15,-2-2-8-15,1-1 1 0,1-5-6 0,-1-1-7 16,-2 0 0-16,3 0-8 0,-1 1 3 0,0-4-17 16,-1 2-18-16,0-6-38 0,1 1-38 0,-1-3-55 15,-1 1-49-15,0-11-55 0,0 14-44 0,0-11-244 16,0-3-568-16,0 0 251 0</inkml:trace>
  <inkml:trace contextRef="#ctx0" brushRef="#br0" timeOffset="-45908.97">21702 16392 192 0,'0'0'216'15,"0"0"-17"-15,-1-9-15 0,1 9-7 0,0 0-15 16,10-12-14-16,1 7-15 0,4-3-12 0,4 1-15 15,8-1-38-15,0-2-48 0,6-1-64 0,1-2-76 16,5 1-141-16,9-4-282 0,-1-3 125 0</inkml:trace>
  <inkml:trace contextRef="#ctx0" brushRef="#br0" timeOffset="-45630.22">22778 15651 123 0,'0'0'282'0,"0"0"-27"16,-10-2-26-16,10 2-13 0,0 0-13 0,0 0-11 15,0 0-12-15,0 0-12 0,0 0-12 0,31-2-10 16,-15-1-15-16,12 0-9 0,1 2-16 0,1-2-9 15,0 2-6-15,-1-1-8 0,-1 0-8 0,2 0-7 16,-3-1 26-16,-1-1-4 0,-8 2-27 0,1-1-12 16,2 3-18-16,-5-3-27 0,-3 1-31 0,5 2-41 15,-8 0-40-15,-2 0-48 0,-8 0-72 0,13-1-222 16,-13 1-484-16,7-1 214 0</inkml:trace>
  <inkml:trace contextRef="#ctx0" brushRef="#br0" timeOffset="-45409.61">23549 15199 138 0,'0'-6'385'0,"1"-1"-30"16,2 2-28-16,-3 5-18 0,2-8-12 0,-2 8-11 15,0 0-4-15,0 0-22 0,-11 24-14 16,5-6-24-16,-2 8-22 0,-1 5-22 0,4 1-16 15,-3 1-14-15,6 13-20 0,-1-11-24 0,0 0-42 0,2 0-79 16,1-1-89-16,0 3-89 0,3-3-113 0,-6 0-270 16,4 2-625-16,-2-5 277 0</inkml:trace>
  <inkml:trace contextRef="#ctx0" brushRef="#br0" timeOffset="-2492.72">14754 3553 6 0,'17'0'8'0,"-4"0"-1"0,0-1 0 16,-1 1-4-16,1-2 2 0,-2 4 1 0,-2-4-2 15,-9 2-3-15,17 0 2 0,-10-1 1 0,-7 1-2 16,13-1 1-16,-13 1-3 0,10 0 3 0,-10 0 1 15,10-1-1-15,-10 1 1 0,0 0-4 0,9 0 10 16,-9 0-9-16,0 0 0 0,0 0 1 0,0 0-5 16,0 0 3-16,9 0 2 0,-9 0-3 0,0 0-2 15,0 0 8-15,0 0-2 0,0 0-4 0,0 0 1 16,0 0 1-16,0 0-2 0,0 0-6 0,0 0-7 16,0 0-15-16,0 0 6 0</inkml:trace>
  <inkml:trace contextRef="#ctx0" brushRef="#br0" timeOffset="-1923.8">11357 3812 8 0,'0'0'9'0,"0"0"-1"0,0 0-5 16,0 0 2-16,0 0-3 0,0 0 0 0,0 0-3 15,0 0 4-15,0 0-10 0,0 0-7 0,0 0 3 16,0 0 20-16,0 0-12 0,0 0-3 0,0 0 1 16</inkml:trace>
  <inkml:trace contextRef="#ctx0" brushRef="#br0" timeOffset="-1563.51">11527 3827 9 0,'56'0'14'0,"3"0"4"0,6-4 2 0,2 0 5 16,27-1-1-16,-2 0-2 0,-2 0 2 0,2-1 0 15,-27 6 7-15,33-5-12 0,-4-1 5 0,-4 2 1 16,1 2 5-16,1-4 1 0,0 5 3 0,-2 1 10 16,2-3-9-16,0 5 2 0,0-2-2 0,-26 0 7 15,33-2-1-15,-32 4 3 0,25-4-12 0,1 1 19 16,-3 1-17-16,0-1 1 0,-23 0 7 0,29 4-5 16,-31 1 0-16,27-4-9 0,-25 0 12 0,25-5-14 15,-31 8 10-15,4-3-6 0,3-3 19 0,21 8-15 16,-30-7-8-16,4 2 6 0,3 2-9 0,-6-3 5 15,-2 0-6-15,4 1 7 0,-5 0-1 0,-5-2 2 16,2 1-3-16,-18 1-8 0,2-1 2 0,-1 0-2 16,-4 1-3-16,0 1 3 0,2-4-1 0,-6 3-4 15,-3-2-1-15,-5 2-8 0,-3 0 6 0,0 2-1 16,-4-2-6-16,-4 0 4 0,-2 0-2 0,1 0-4 16,-9 0-2-16,10-2-3 0,-10 2 0 0,8 2-3 15,-8-2-7-15,0 0-4 0,0 0-9 0,0 0-20 16,0 0-30-16,0 0-27 0,0 0-114 0,-32 5-235 15,4-3 104-15</inkml:trace>
  <inkml:trace contextRef="#ctx0" brushRef="#br0" timeOffset="2670.4">16695 12259 25 0,'0'0'98'0,"0"0"0"0,-6-3-10 16,6 3 1-16,0 0 6 0,0 0-7 0,0 0-11 15,0 0 4-15,0 0-8 0,0 0-6 0,-9-1-1 16,9 1-12-16,0 0 2 0,0 0-11 0,0 0-3 16,0 0-2-16,0 0-5 0,0 0 2 0,0 0-8 0,0 0 5 15,-12 0-8-15,12 0 7 0,0 0 1 16,0 0-5-16,0 0 4 0,0 0-5 0,0 0 0 16,0 0 1-16,-6 4-4 0,6-4-4 0,0 0 0 0,0 0-6 15,0 0 2-15,0 0-2 0,0 0 3 0,0 0-7 16,0 0 0-16,0 0 2 0,0 0 2 0,0 9 5 15,0-9-1-15,0 0 1 0,0 0-4 0,0 0 13 16,6 12-3-16,-6-12 9 0,8 3-1 0,-8-3 0 16,10 6 1-16,-3-4-2 0,0-1 5 0,5 1-4 15,-1-2-4-15,7 3 1 0,-3-2 0 0,6 0-6 16,-1 1 4-16,9 0-7 0,-1-2 4 0,-7 0-6 16,9 0-5-16,-1-2 3 0,0 2-2 0,1-1-5 15,-1 1 1-15,-2 1-5 0,4-1 1 0,-2-1-1 16,2 2 0-16,2 2-2 0,-1 0 9 0,1-3-6 15,0 1-1-15,1-2 2 0,1 2 9 0,4-4 7 16,2 3-2-16,11-2 2 0,2-1-5 0,2 0 0 16,0-2-3-16,2-1 0 0,4-4 0 0,-2 6-6 0,3-2 5 15,3 4-6-15,0-3-2 0,23-4 2 16,-26 3-3-16,-1 1 1 0,2-1-2 0,0 3-1 16,26-2 0-16,-28-1 0 0,3 1 2 0,2 0-2 0,25 0-2 15,-26 1 0-15,29-4 2 0,-30 3-1 0,0 2 2 16,27-3 2-16,-27 1-2 0,29 1 2 0,-30-2 5 15,30-2-3-15,-27 2 6 0,23 0-5 16,-23 3-1-16,35-5 3 0,-37 2-2 0,27 1 4 0,-28 2 2 16,27-5-4-16,-2 1 5 0,-30 2 3 15,6 1 3-15,26-5-4 0,-31 3 2 0,7-1 1 0,-2 4-6 16,28-4 8-16,-32 5-3 0,1 0 0 0,2 1-1 16,1-3-4-16,-1 0 6 0,-2 0-6 0,4-1 1 15,-4 2 0-15,1-1 1 0,-3 1-2 0,-4 1-1 16,2 1 5-16,-5 0-6 0,-1-1 1 0,0 0-2 15,-14-1-5-15,-1 1 4 0,3-1 4 0,-3 3-3 16,0-1 2-16,-4-1-2 0,-1-1 2 0,3-1 1 16,-5 1-3-16,0 1 13 0,-1-2-9 0,-8 3 3 15,-2 1-2-15,-3-2 8 0,2 1-3 0,-4-2 8 16,0 3-1-16,-3-1-3 0,-1 0 4 0,-1 1-1 16,-9 0 5-16,10 0 0 0,-10 0 10 0,10-3-1 15,-10 3-1-15,0 0 0 0,10-1 12 0,-10 1-3 0,0 0 4 16,7-1 1-16,-7 1 2 0,0 0-8 0,0 0-3 15,0 0-5-15,0 0 2 0,0 0-7 16,9 0-2-16,-9 0-9 0,0 0 4 0,0 0-5 16,0 0 0-16,0 0 9 0,0 0-15 0,0 0 3 0,0 0-5 15,0 0 0-15,0 0-7 0,0 0 4 0,0 0-1 16,0 0-1-16,0 0 0 0,0 0 3 16,0 0 2-16,0 0-10 0,0 0 7 0,0 0-5 0,0 0 1 15,0 0-1-15,0 0-2 0,0 0 2 0,0 0 2 16,0 0-9-16,0 0 10 0,0 0-7 0,0 0 3 15,0 0-6-15,0 0 3 0,0 0 10 0,0 0 4 16,0 0-19-16,0 0 3 0,0 0-4 0,0 0-1 16,0 0 5-16,0 0 0 0,0 0-5 0,0 0 2 15,0 0-2-15,0 0 10 0,0 0-15 0,0 0 7 16,0 0 11-16,0 0-20 0,0 0-8 0,0 0-8 16,0 0-24-16,0 0-11 0,0 0-24 0,9-1-25 15,-9 1-26-15,0 0-41 0,0 0-55 0,0 0-60 0,0 0-56 16,0 0-262-16,0 0-659 0,-12-23 292 15</inkml:trace>
  <inkml:trace contextRef="#ctx0" brushRef="#br0" timeOffset="5170.35">19058 15250 36 0,'-4'-13'116'0,"4"13"-8"0,-2-9-14 0,2 9-1 16,-2-9 0-16,2 9 6 0,-5-11 2 0,3 5 2 16,1-1-2-16,-2 0-5 0,3 7-2 0,-5-12 4 15,2 6-1-15,-2-4-7 0,2 4-10 0,-2-1-2 16,0-2-5-16,0 1-6 0,-1 0 1 0,-1-1-10 15,0 3-4-15,-2-2 4 0,1 0-12 0,-2 3-6 16,0-1-1-16,0 1-5 0,-1 0 2 0,-1-1-1 16,-1 2-3-16,-1 1-1 0,-3 0-1 0,-1 3 3 15,1 0 1-15,0 0 0 0,-4 2-3 0,1 0-2 16,-8 2 1-16,0 3-2 0,7-1-3 0,-8 3-2 16,3-3-1-16,-1 6 6 0,0-1-2 0,1 2 5 15,-3-1 5-15,5 3 3 0,-1 3 2 0,-2-3 1 16,1 4 0-16,-1 1-4 0,1 0 3 0,0 0 3 15,2 1-4-15,1 1 1 0,0 0 3 0,1 1-1 16,0 0 4-16,2 0-32 0,1 0 0 0,2 2 0 16,-2-2-1-16,2 5 3 0,3-2-2 0,0-1 1 15,-1 5 3-15,2-4 5 0,0 3 0 0,4-1 1 16,-2 1 5-16,-1 0 0 0,6-1-2 0,-2 1-1 16,3-2-1-16,-5 3 0 0,5-2 0 0,1-2-2 15,3 1-2-15,1-2 4 0,2 2-5 0,1-9-2 0,1 8 3 16,0 0-2-16,7-1 1 0,-2-1-5 15,1-2 4-15,5 3 1 0,0-5 5 0,2 3-9 16,0-3 1-16,3-1-2 0,3 0 3 0,2-2 0 16,0-4 2-16,4 3 2 0,1-4-9 0,0 1 0 15,3 0 5-15,-1-4-11 0,0 1 4 0,2-3-5 0,-1 0 2 16,-1 0-1-16,5-4 0 0,-1-1 2 16,0-1-8-16,0-2 3 0,2-1-3 0,-2 2 0 15,0-3-1-15,-2 2 3 0,3-3-4 0,-1-1 5 16,0 2 0-16,-3-4-11 0,-1-1 9 0,0 0-5 15,0 1 7-15,0 0-5 0,0-2 0 0,0 0 6 16,-3-5-3-16,0 2 1 0,0-1-2 0,-1-1 3 16,-3 1-5-16,1 0 3 0,-2-2 6 0,0 0-5 15,1-1-4-15,-5 1 4 0,-2 3 1 0,1-5-1 16,-3 1 0-16,-5 3 2 0,8-7-2 0,-8 7-1 16,8-6-3-16,-5-3 3 0,-3 7 1 0,2-7-1 0,-4 4 2 15,2-6-7-15,-7 5 10 0,3-6 1 0,-5-4-6 16,1 1 9-16,1-7 1 0,-4 3-1 15,-2-13-8-15,-1 11 5 0,-3-11 12 0,-7-3-16 16,-3 2 3-16,-1 1 1 0,-4-1 1 0,-6-3-1 16,-5 4-4-16,-1 2 5 0,-3-1 9 0,-6 0-7 0,1 5 0 15,-4 4 6-15,-4 2 0 0,-3 2 1 0,0 5-11 16,-7 0 3-16,-3 5-9 0,-27-2-12 16,28 17-1-16,-30 1-20 0,24 11-17 0,-28 9-28 15,1 10-34-15,-4 7-54 0,-4 14-71 0,3 1-79 16,-10 12-262-16,7 12-624 0,-5-3 276 0</inkml:trace>
  <inkml:trace contextRef="#ctx0" brushRef="#br0" timeOffset="12389.58">24491 15470 59 0,'-9'3'180'0,"9"-3"-8"0,0 0-7 16,-8 4-1-16,8-4 4 0,0 0-7 15,-10 3-2-15,10-3-11 0,0 0 1 0,-8 3-11 16,8-3-9-16,0 0-10 0,0 0-12 0,-7 0-11 15,7 0-7-15,0 0-11 0,0 0-7 0,0 0-2 16,0 0-14-16,0 0-6 0,0 0 3 0,0 0-5 0,0 0-2 16,11 11-9-16,-4-7-5 0,6-3-5 0,-2 2-6 15,3-2-15-15,4 1-17 0,0 0-27 0,1-1-46 16,0 0-34-16,0 1-51 0,-2-1-35 0,-3 0-155 16,-3 2-389-16,0-3 172 0</inkml:trace>
  <inkml:trace contextRef="#ctx0" brushRef="#br0" timeOffset="12569.86">24460 15621 45 0,'-4'2'151'0,"4"-2"-21"16,-7 3-7-16,7-3 6 0,0 0-1 0,0 0-1 15,0 0-15-15,0 0-10 0,20 11-8 0,-3-9-15 16,4-1-21-16,10-2-23 0,1-1-34 0,3-1-39 15,3 0-28-15,12-2-33 0,-13 0-87 0,-1 0-200 16,1 0 88-16</inkml:trace>
  <inkml:trace contextRef="#ctx0" brushRef="#br0" timeOffset="13387.85">25673 15233 1 0,'0'0'197'16,"0"0"-8"-16,-5-11-5 0,0 7-12 0,5 4-3 0,-10-7-9 15,3 3-8-15,-3 0-8 0,0 1-4 0,-3 1-7 16,0-1-8-16,3 1-5 0,-4 0-10 15,0 1-3-15,1 2-8 0,-5 2-8 0,0 1-5 16,0 1-12-16,4 0-2 0,-3 5-7 0,-3-1-3 16,5 1-6-16,-2 0-7 0,4 0-5 0,-1 5-4 15,3-2-4-15,2 0-3 0,2 1-7 0,0-2-4 0,1 1 1 16,4 0-1-16,2 3-1 0,0 1-3 16,4-5-6-16,3 2 4 0,-1-5-6 0,1 2 4 15,5 0-6-15,-2-3 1 0,4-2 4 0,-3 2-9 16,1-4 1-16,5 0 2 0,-2-2-2 0,4-2-2 15,-5-2 1-15,2 2-1 0,0-6-4 0,1 0 0 16,-1-3 1-16,0 0 0 0,1-1 2 0,-7 2-1 16,3-3 7-16,-2-1-5 0,-2-2 0 0,-1 2 0 15,-2 2 8-15,1-5 2 0,-3 4 6 0,0-1 2 16,-2 2 3-16,0 0 7 0,1 3 0 0,2 2-4 16,-5-2-3-16,0 7 3 0,2-10-10 0,-2 10-2 15,0-7-3-15,0 7-1 0,0 0-5 0,0 0 1 16,0 0 0-16,0 0-5 0,0 0 3 0,3 27-2 15,-4-11 1-15,-1 2 1 0,0 8 0 0,-3 1 1 16,0 1-1-16,3 1 0 0,0-2-3 0,-2 4 2 16,0-4-4-16,3 3 3 0,1 0 1 0,-2-2-25 15,4-2-27-15,-4 1-1 0,-4-2-43 0,4 0-47 16,-2-1-54-16,4-6-49 0,0 1-216 0,-4-1-496 0,-2-1 220 16</inkml:trace>
  <inkml:trace contextRef="#ctx0" brushRef="#br0" timeOffset="13603.88">25190 16133 221 0,'0'0'232'16,"0"0"-19"-16,24 3-24 0,-6-3-17 0,14 0-12 15,-1-5-19-15,6 0-14 0,0 0-18 0,13-4-16 16,2 5-28-16,-1-4-34 0,-1 2-39 16,1-2-54-16,1 2-59 0,-22-1-140 0,-1 4-282 0,-9-1 125 15</inkml:trace>
  <inkml:trace contextRef="#ctx0" brushRef="#br0" timeOffset="13770.18">25286 16290 2646 0,'-36'13'239'0,"5"-7"-75"15,4 4-68-15,0-3-43 0,11 0-25 0,5 1 1 16,0-1-17-16,5 1 2 0,2-2 19 16,4-2 3-16,0-4 12 0,12 11-7 0,1-8-2 15,16 0 2-15,3-2-2 0,20-2-8 0,8-11-18 0,30-1-29 16,-27 2-40-16,27-13-42 0,-27 10-46 0,25-10-74 16,-30 10-84-16,-6 0-160 0,-3-2-500 0,-15 4 222 15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10T06:59:20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2483 2251 101 0,'-2'-9'219'0,"1"2"-13"0,1 7-25 15,-5-11-13-15,5 11-16 0,-6-5-18 0,6 5-6 16,0 0-10-16,0 0 1 0,-31 18-13 0,13 2-6 16,-1 6-5-16,-5 17-7 0,-2 1-4 0,3 5-10 15,-4 2 26-15,-5 28-10 0,8-27-10 0,4 2-5 16,2-1-8-16,4-4-8 0,1 5-3 0,3-3-2 16,3-1-7-16,3 2 0 0,3-5-12 0,4 2 9 15,1-14-2-15,1-3 0 0,2 0-4 0,0-2 3 16,4-2-5-16,2-3 2 0,0-2 1 0,-2-7-3 15,6-2-1-15,-1-2-2 0,1-4-5 0,12 0 4 16,-2-4-4-16,4-4-3 0,2-6-3 0,2 0-15 16,2-7 15-16,9-6-5 0,0-8-2 15,-4 1-2-15,0-4 0 0,-2-6-7 0,-1 2 1 16,-3-7 3-16,-3-4-8 0,-3 2 4 0,-1-3-1 16,-5-2-6-16,-2 0-3 0,-4-5 0 0,-4 0-7 15,-1 0-8-15,-5-4 0 0,-6 5 3 0,-1-2-2 16,-2 2-1-16,-4 3 4 0,1 0-2 0,-6 1 6 15,4 14 0-15,-5 2 0 0,1-1-2 0,-4 3-5 16,0 4 10-16,0 1 2 0,2 10 1 0,-2-2-4 16,2 4 0-16,-5 2 1 0,0 2-3 0,-4 4-1 15,-7 3-2-15,-2 6 1 0,1 1 0 0,-3 4 1 16,0 6-1-16,-4 3-2 0,-4 10 5 0,-2 5 2 16,5 5 2-16,7 3 0 0,-2-2 0 0,5 1 2 15,9-9-9-15,4-2 13 0,6 1-5 0,2 1 1 16,4-3-1-16,2 1 3 0,11-2-13 0,-2 3 13 15,8-2-13-15,3 0 11 0,3 1-3 0,4-1-1 16,10 3-3-16,1 1 4 0,-11-9-4 0,-2 0 0 16,3 2 3-16,-2-2-1 0,-3 4-5 0,0-2 11 15,-1-1-2-15,1 2 4 0,-4 2-3 0,0-5 3 16,-1 1-13-16,-4 0-7 0,-1-2-17 0,-3 0-21 16,-4-8-22-16,2 3-27 0,-4 1-30 15,0 0-39-15,-2-3-44 0,-4 3-121 0,-1-2-370 0,-3-5 164 16</inkml:trace>
  <inkml:trace contextRef="#ctx0" brushRef="#br0" timeOffset="164.64">2371 3482 169 0,'0'0'194'16,"0"0"-18"-16,0 0-17 0,31 3-21 0,-31-3-23 15,50-11-21-15,-19 3-39 0,19-7-31 0,-1-2-76 16,7-2-127-16,0 0-194 0,0-5 87 16</inkml:trace>
  <inkml:trace contextRef="#ctx0" brushRef="#br0" timeOffset="324.49">3446 3049 223 0,'0'0'362'0,"0"0"-23"0,0 0-25 0,11-3-15 15,-11 3-12-15,0 0-31 0,0 0-17 0,0 0-21 16,7-8-24-16,-7 8-21 0,0 0-24 0,0 0-26 16,0 0-52-16,0 0-37 0,9-8-51 0,-9 8-50 15,0 0-64-15,14-2-81 0,-14 2-264 0,19-1-516 16,-19 1 229-16</inkml:trace>
  <inkml:trace contextRef="#ctx0" brushRef="#br0" timeOffset="10632.11">8732 2559 14 0,'0'0'166'0,"0"0"-13"0,0 0-4 16,-2-10-18-16,2 10-5 0,0 0 5 0,0 0-1 16,0 0 0-16,-4-10-3 0,4 10-7 0,0 0-10 15,0 0-4-15,-7-5-11 0,7 5-6 0,0 0-10 16,0 0-10-16,0 0-10 0,-4-4-5 0,4 4-4 16,0 0-8-16,0 0-5 0,0 0-3 0,0 0-8 15,0 0 1-15,0 0-4 0,-16 8-3 0,12-4 0 16,-1 1-3-16,-1 5-2 0,-2-2 1 0,-2 3-6 15,1 2 9-15,0 2-13 0,-3-2 1 0,3 5-2 16,0-2 3-16,2-1-4 0,-5 2 0 0,3 0 3 16,3 0-3-16,-3 2-2 0,5 0 5 0,-2-1-6 15,2 1 2-15,0-2 1 0,1-1 3 0,1 1-3 16,1 1-4-16,-1-2 2 0,4 0 4 16,0-1-5-16,2 1 5 0,-1-1-5 0,0-3 2 15,4 0 0-15,2 1 0 0,-2-1 5 0,4-1-3 0,-1 2 1 16,5-1-5-16,-2-3 6 0,4-2-2 0,-1 1 2 15,2-3-9-15,0-1 9 0,1-1-7 0,3-2 3 16,0 0 0-16,-3-2 3 0,9-4-2 16,-1 1 0-16,0-3-2 0,-6 2 3 0,0-2-1 15,0 2-1-15,-1-2 2 0,-2-2-3 0,-2 1-1 16,1-3-1-16,-1 1 3 0,0-3-1 0,-2-1 2 16,-1-2-5-16,-1 2 3 0,2-7 2 0,-3 5-2 15,-3-2 2-15,-2-1 1 0,-1 0-2 0,0-6 4 16,-4 5-4-16,1 1-1 0,-1-7-2 0,-2 1 0 15,-1 6 0-15,-2-6-3 0,2 5 11 0,-3 3 5 16,-1-2-2-16,-2 2-3 0,0-2-4 0,-1 6 8 16,-1-3-9-16,-3 4-1 0,-2 0-2 0,-1 0-2 15,-4 3 0-15,1 1-3 0,-8 3 1 0,-1 5-1 16,-3 0-5-16,0 2-1 0,2 1-5 0,-3 4-5 16,4 4-12-16,0 0-9 0,2 1-17 0,4 3-25 15,2 1-18-15,6-3-33 0,0 1-27 0,1 2-16 16,3 1-124-16,2 1-325 0,3-1 145 15</inkml:trace>
  <inkml:trace contextRef="#ctx0" brushRef="#br0" timeOffset="11351.11">9085 2847 24 0,'-5'-2'155'15,"5"2"-3"-15,0 0-7 0,-7-3-7 0,7 3-10 16,0 0-8-16,0 0-9 0,0 0-12 0,0 0-6 16,0 0-11-16,-7-3-6 0,7 3-14 0,0 0 0 15,0 0 0-15,0 0-10 0,0 0 2 0,27 8-3 16,-7-3 3-16,2-1 1 0,13-1-3 0,17 3-1 16,3 0-1-16,2-2-7 0,1 0-1 0,-1 0-7 15,3-2-3-15,-1 1-4 0,1-3 1 0,1 3-2 16,1-5-5-16,0 5-2 0,30-2-1 0,-35 1 0 15,5-2 3-15,1 0-8 0,-1 2-1 0,1-1-2 16,2-1-1-16,-5 0 4 0,3 4-5 0,-1-4-1 16,1 0 1-16,2 2-4 0,2 0 2 0,24-2-2 15,-33 1 2-15,4-2-1 0,-1 4 0 0,-2-5 2 16,-3 5 0-16,-4-1-1 0,-12 0 4 0,0-4 1 16,-2 4 5-16,-2-4-5 0,-2 2 4 0,1 2 3 15,-2 0-7-15,-2-1 3 0,-10-1 0 0,2 0-1 16,-1 2-3-16,-3-1 4 0,0-1-1 0,-7 0 2 15,2 0 3-15,-4 0-1 0,-2 0 6 16,-8 0-3-16,15 1 2 0,-15-1-1 0,11 2-1 0,-11-2-2 16,8-2 6-16,-8 2-7 0,0 0-2 0,9 2-1 15,-9-2-3-15,0 0-2 0,0 0 0 0,0 0-15 16,7 1-23-16,-7-1-21 0,0 0-39 0,0 0-51 16,0 0-60-16,0 0-198 0,0 0-428 0,-23 6 189 15</inkml:trace>
  <inkml:trace contextRef="#ctx0" brushRef="#br0" timeOffset="14729.48">11610 2953 45 0,'0'0'118'0,"0"0"-1"0,0 0-9 15,0 0-8-15,0 0-7 0,0 0 1 0,0 0-16 16,0 0-2-16,0 0-11 0,0 0-8 0,0 0-9 15,0 0-1-15,0 0-4 0,0 0-6 0,0 0-1 16,0 0-5-16,0 0-2 0,0 0-6 16,0 0 2-16,0 0-5 0,0 0 2 0,0 0 3 15,0 0-3-15,0 0 4 0,0 0 1 0,0 0 8 0,0 0 7 16,0 0 4-16,0 0 1 0,0 0 7 16,0 0 1-16,0 0 3 0,0 0 0 0,0 0-6 15,0 0 0-15,0 0-6 0,0 0 1 0,0 0-2 16,0 0-1-16,0 0 2 0,0 0-6 0,0 0-1 15,0 0 4-15,0 0-8 0,0 0 6 0,0 0-1 16,0 0 8-16,0 0 1 0,0 0 2 0,0 0-7 16,0 0-2-16,0 0-12 0,0 0-2 0,5-16-5 0,-1 12 1 15,-4 4-5-15,2-14-1 0,1 6-2 0,4-2-3 16,-2 1-2-16,0-1 2 0,2 1-6 16,-1-2 2-16,4-4-2 0,-3 3-3 0,3-2 0 15,1-2 0-15,-1 3 1 0,2-4 1 0,2 3-5 16,1-6 1-16,-4 4 3 0,5-4-2 0,-2 6 0 15,-1-2-4-15,-3 3 3 0,1 0-2 0,-3 5 2 16,0-2-2-16,-1 3 1 0,-3 0-2 0,0 2 3 0,0 2 0 16,0-2 1-16,-4 5-29 0,5-6 5 15,-5 6-8-15,4-5 5 0,-4 5 2 0,5-4 0 16,-5 4 3-16,0 0-1 0,0 0 7 0,14 15-3 16,-8-5 3-16,0 4 1 0,2 0 0 0,0 4 4 15,0 0-1-15,0-1 2 0,-1 1 4 0,-2-1-2 16,4 2 0-16,-1-3 3 0,-2 1-6 0,2-1 7 15,1-3-1-15,-3 1 1 0,4 1 0 0,-3-6 2 16,-1 1 3-16,1 1-2 0,-1-3-2 0,4-1 4 16,-6 0-5-16,5-1 2 0,-5-2 1 0,2 1 2 15,0-2 0-15,-6-3 6 0,9 4-9 0,-9-4 7 16,8 0-1-16,-8 0 0 0,14-5-4 0,-5-2 0 16,0 0 4-16,1-5-6 0,-1-2 2 0,3 1 0 15,0-3 0-15,-1 1 1 0,0 0-2 0,7-7 1 16,-4 2-1-16,3-2 2 0,-3 6-4 15,0 1-4-15,-1 1 3 0,-1 1-1 0,-1 4 2 0,0-1-1 16,-2 3 1-16,0 0-4 0,-2 3-4 0,-1 1 4 16,3 2-3-16,-9 1 0 0,18 4 1 0,-8 0 1 15,0 3 0-15,1 2 0 0,1 3 3 0,-1 3-1 16,-2 0 3-16,3 1-2 0,-4-1 5 0,3 1-3 16,-1 1 4-16,-3-3-8 0,-1-3 3 0,0-2 1 15,4 5 2-15,-5-5-2 0,1-1 2 16,-2 1-2-16,-1-3 0 0,-3-6 3 0,11 9-2 15,-8-5 2-15,-3-4 1 0,8 5 4 0,-8-5-3 16,0 0 2-16,11 3 4 0,-11-3-9 0,0 0 2 16,19-13 0-16,-9 7-2 0,-5-4 2 0,9-4-3 15,-1 0 2-15,-3-1 2 0,3 0-5 0,-3-2 2 0,2 2-7 16,2-7-4-16,-4 5 1 0,0-1 0 0,3-3 2 16,-3 6 0-16,-2 6 4 0,-1 1-3 15,-1 0 1-15,-3 3-3 0,-3 5-2 0,7-7-2 16,-7 7 2-16,6-3 1 0,-6 3 0 0,0 0 0 15,13 8 4-15,-6-1-4 0,-2 1-1 0,2 5 3 16,-1-3 1-16,1 6 3 0,0-1 2 0,0 2 1 16,0-3 0-16,-1 3-2 0,-2-5 3 0,1 0 3 15,0-2-3-15,-1 0 0 0,1-2-1 0,-3-2-1 16,2 0 6-16,-2-1-3 0,1 0-1 0,-3-5 1 16,4 8 5-16,-4-8-2 0,7 4 0 0,-7-4-6 15,7 0 7-15,-7 0 2 0,15-9-3 0,-8 4 0 16,2-3 0-16,0-2-3 0,0-3 1 0,3 0 0 15,-1-1 2-15,-1-2-4 0,3 0-3 0,0 2 1 16,1 0 4-16,-2 1-4 0,-1 2 0 0,-1 2-4 16,-5 2 5-16,1 2-6 0,0 0 2 0,-3 1-3 15,-3 4 4-15,9-3-5 0,-9 3 3 16,0 0-2-16,13 7 6 0,-10-3-5 0,3 3 6 0,-1 2 0 16,2 1-3-16,-3 0 1 0,-1 1-2 15,1 0 6-15,0 1-6 0,0 2 4 0,2-2 1 0,-2-1 3 16,-2 1-1-16,1-2-2 0,1 1 2 0,2-1-1 15,-1 0 2-15,2-2-3 0,-5 2 6 0,5-2-6 16,-1 0 2-16,3-1-1 0,1 1 2 16,-2-5-6-16,3 4 4 0,1-2 2 0,4 0-2 15,2 0 1-15,-1-3 0 0,4-2 1 0,8 3-2 16,0-3 0-16,3 0 0 0,3-1 0 0,1-1-1 16,5-1-3-16,10-1 5 0,6-2-5 0,8 2 2 15,0 0-1-15,29 0 0 0,3-6 0 0,-10 9 2 0,-21-5-1 16,33 2-5-16,-7 1 6 0,0-2 1 15,3 3-4-15,0-4 0 0,2 6 1 0,2-3 4 16,-1-2-6-16,0 3 4 0,-2-1-2 0,-1 0 3 16,-2 1-2-16,-2-3 2 0,-2 8-2 0,-25-5-3 15,1 1 2-15,2 1 1 0,-3-1-4 0,0-1 7 16,-4 0-1-16,0 3-1 0,-2-2 2 0,0 1 6 16,-4-1-4-16,-15 3 1 0,-2-3-1 0,2 2 0 15,-6-3 0-15,-2 2 1 0,-3 1 3 0,-9-1-2 16,-1 0 5-16,-5 0 7 0,-3-1 6 0,-1 1 4 15,-9 0 1-15,12 0 1 0,-6-1 6 0,-6 1 13 16,11 1-5-16,-11-1 2 0,0 0-1 0,0 0-4 16,9-1 1-16,-9 1-5 0,0 0-2 0,0 0-7 15,0 0-8-15,0 0-12 0,0 0-16 0,9 0-20 16,-9 0-26-16,0 0-33 0,0 0-47 0,0 0-68 16,0 0-74-16,0 0-159 0,0 0-470 15,0 0 208-15</inkml:trace>
  <inkml:trace contextRef="#ctx0" brushRef="#br0" timeOffset="17492.33">16392 2329 45 0,'-2'-19'126'16,"0"11"3"-16,2 8 0 0,-3-21-16 0,0 16 3 15,2-5-3-15,-1 3 8 0,0 1-6 0,2 6-2 16,-4-11 5-16,4 11-7 0,-3-8-2 0,3 8-5 15,-3-8-16-15,3 8-10 0,-3-5-4 0,3 5-18 16,0 0-3-16,0 0-10 0,0 0-4 0,0 0-7 16,0 0-7-16,0 0 1 0,0 0 3 0,0 44 3 15,1-15 2-15,-2 7 1 0,4 12-3 0,-2 10 10 16,-2 0-2-16,1 24-4 0,0-2 1 0,-2-26-1 16,5 6 4-16,2 29 16 0,1-5 11 0,5 0 5 15,0-4 7-15,1 6-4 0,-1-1 1 0,3 0-3 16,-1-2 5-16,0-1-11 0,-7-23 2 0,2 31-4 15,-3-3 4-15,-1-3-14 0,-5-4-2 16,-3-23-4-16,-5 24-3 0,2-24-2 0,0 1-1 16,-2-3-7-16,0-3 1 0,1-3-7 0,-2-5 1 15,3-11 0-15,4-1-5 0,-4-3-9 0,3-2-7 16,-1-8-7-16,3-2-16 0,1-5-13 0,-2 4-24 16,3-16-21-16,-3 16-20 0,3-16-21 0,0 0-37 0,0 0-60 15,0 0-82-15,0 0-178 0,0 0-509 16,0 0 225-16</inkml:trace>
  <inkml:trace contextRef="#ctx0" brushRef="#br0" timeOffset="18298.11">16355 2264 115 0,'-5'-2'152'0,"0"-1"-16"0,5 3-5 0,-8-8-18 15,8 8-8-15,-6-4-18 0,6 4-6 0,0 0-13 16,0 0-6-16,0 0-6 0,0 0 7 0,0 0-9 16,20 12 6-16,1-7 4 0,9 6 3 0,7-1-5 15,17 5-1-15,1 1-10 0,4-2 1 0,4 1-2 16,25 7-3-16,-24-11-6 0,0 3-2 0,26 11-6 16,-28-12-3-16,26 14-4 0,-1 1 1 0,-25-9-4 15,28 10-8-15,-1 0 2 0,-3 4 5 0,1-5-7 16,-3 2 3-16,-23-8-8 0,28 13 6 15,-5-2-8-15,-23-10 7 0,22 8-7 0,-22-8 0 16,-1-1-2-16,23 12 1 0,-25-13 0 0,1-6-6 0,5 3 7 16,-1-3-3-16,2-4 2 0,-3 2-2 0,0 0 3 15,-5-4 0-15,3 2-1 0,-3-3 2 0,-4 2 1 16,1 0-5-16,-16-3 2 0,1-1-8 0,-4 0 6 16,0 1-8-16,-2 0 10 0,-3-1-2 15,-2 0-2-15,-2 1-3 0,-6-1 6 0,-1 2-5 0,-3-3 3 16,1-2 2-16,-5 2-6 0,-1-1 3 15,-1 0 4-15,-10-4-1 0,16 6 1 0,-11-4-4 16,-5-2 4-16,9 5-4 0,-9-5 4 0,0 0-4 16,9 2-4-16,-9-2 3 0,0 0 2 0,0 0 9 15,0 0 3-15,2 10 1 0,-2-10 0 0,0 0 3 0,-10 14-2 16,2-10-2-16,-1 4-1 0,-1-3 1 16,-1 0-2-16,0 2 0 0,-1 0-1 0,-5-1 1 15,0 2-3-15,-2-2 2 0,1 1 1 0,-1 1-4 16,-5 2 1-16,0 1-1 0,-3-3-1 0,-1 3 2 15,0 0-2-15,1 0 1 0,-4-2-3 0,2 1-2 16,-3-1 4-16,-2 4 0 0,0 1 1 0,-3 1 4 16,-10 6 1-16,1 1 11 0,-3 4 5 15,-7 1 7-15,-24 13 4 0,-3 3-5 0,-1 3 0 0,-8 3-5 16,-5 3 1-16,-3 2-6 0,-2 5 0 16,-4-2-2-16,2-2-3 0,-3-2 2 0,7-1-4 0,1-1-2 15,5-3 3-15,-1 2-4 0,1-4 0 0,0 0-2 16,3-4-1-16,1-2-4 0,4-4 11 0,28-10-12 15,-1 1-3-15,2-2-17 0,2 1-25 0,0 1-33 16,-1-4-33-16,3 4-47 0,1-5-59 0,-1 2-237 16,-4-2-481-16,5-5 213 0</inkml:trace>
  <inkml:trace contextRef="#ctx0" brushRef="#br0" timeOffset="18933.41">16741 2810 68 0,'0'0'209'0,"0"0"-16"0,0 0-5 0,0 0-21 15,0 0-8-15,0 0-4 0,0 0-7 0,0 0-2 16,0 0-7-16,0 0 3 0,-18-5-7 0,18 5-5 16,0 0-14-16,0 0-10 0,0 0-11 0,0 0-12 15,0 0-5-15,0 0-12 0,-10 1-7 0,10-1-8 16,0 0-4-16,0 0-7 0,0 0 2 0,0 0-10 16,0 0 5-16,0 0 1 0,0 0-1 0,0 0-2 15,37 7-6-15,-24-5 2 0,7-1-2 0,1 0-7 16,4-1 5-16,-2 3-7 0,-2 0-9 0,-1-3-12 15,-1 1-18-15,0-1-25 0,-7 3-25 0,5-2-30 16,-3 1-45-16,0-2-50 0,-1 3-48 0,-1-1-141 16,1 1-416-16,-1-2 185 0</inkml:trace>
  <inkml:trace contextRef="#ctx0" brushRef="#br0" timeOffset="19415.29">16809 3745 207 0,'0'0'243'0,"0"0"1"15,0 12-8-15,0-12-11 0,0 0 5 0,0 0-8 16,0 0-2-16,0 0-6 0,0 0-14 0,0 0-8 16,0 0-20-16,0 0 0 0,0 0-18 0,0 0-8 15,0 0-13-15,0 0-12 0,0 0-29 16,0 0 7-16,11 2-11 0,-11-2-7 0,25-4-8 0,-5-1-14 16,8 0 4-16,-7 0-6 0,7-1-9 0,0 2-9 15,-1-3-1-15,1 4-12 0,-8-1-21 0,7-2-16 16,-6 5-26-16,-4-1-35 0,-4 1-45 0,0 0-51 15,0 1-52-15,-2 0-56 0,2-1-257 0,-7 2-578 16,-6-1 255-16</inkml:trace>
  <inkml:trace contextRef="#ctx0" brushRef="#br0" timeOffset="19599.09">17006 3615 179 0,'-7'-4'344'15,"7"4"-28"-15,0 0-33 0,0 0-29 0,0 0-30 16,-9-1-22-16,9 1-25 0,0 0-15 0,0 0-6 16,-6 14 6-16,3-4-11 0,0 5-17 0,-1 2-12 15,1 9-11-15,1 2-10 0,0-1-7 0,2 2-8 0,-1 2-25 16,2 2-43-16,2-2-65 0,-2 1-76 16,4-1-96-16,-1 1-273 0,-1-1-532 0,0-1 236 15</inkml:trace>
  <inkml:trace contextRef="#ctx0" brushRef="#br0" timeOffset="22918.2">7108 2607 88 0,'-5'-9'269'0,"-2"0"-18"0,5 3-12 15,-2 1-21-15,4 5-17 0,-4-7-15 0,4 7-21 16,0 0-20-16,-4-7-14 0,4 7-17 0,0 0-13 15,0 0-16-15,0 0-8 0,0 0-7 0,0 0-10 16,0 0-7-16,0 0 3 0,13 29-12 16,-2-12-4-16,1 7-4 0,2 1-3 0,0 1-3 0,-1 2-1 15,2-3-3-15,-3-1-1 0,0-1-4 0,0-1 1 16,-3-5-3-16,2 0-2 0,-2-2 0 16,-2-1-5-16,2 1 2 0,-4-5-4 0,-1-1 0 0,1-1 1 15,-1-3-4-15,-4-5 4 0,4 11-2 16,-4-11 0-16,3 6 3 0,-3-6-1 0,0 0 1 15,7 9 7-15,-7-9 4 0,0 0 3 0,0 0 3 16,0 0-6-16,16-12-3 0,-7 0-4 0,4-6 2 16,1-5-6-16,4-3-1 0,-3-2-2 0,-1 2 1 15,1-3-1-15,0 1-3 0,-5-2 4 0,3 0-8 16,0 2 7-16,-6-1-8 0,0 3 2 0,-1-4-7 16,0 2 2-16,-1 4-1 0,-1 5-1 0,2 3-9 15,-4 1-6-15,-1 4 6 0,-1 11-15 0,2-13-12 16,-2 13-31-16,0 0-36 0,6-13-29 0,-6 13-4 15,0 0-18-15,0 0-10 0,0 0-20 0,0 0-14 16,0 55-124-16,-6-26-354 0,1-2 157 0</inkml:trace>
  <inkml:trace contextRef="#ctx0" brushRef="#br0" timeOffset="30865.15">8732 4059 136 0,'0'0'204'0,"0"-8"-1"0,0 8-12 0,0 0-12 15,-4-11-17-15,4 11-10 0,-2-7-8 0,2 7-3 16,-4-5-5-16,4 5-11 0,-4-7-11 0,4 7-11 16,-4-5-10-16,4 5-10 0,0 0-8 0,-9-2-7 15,9 2-8-15,0 0-9 0,-18 4-2 0,11 1-6 16,-1 2-4-16,-3 2-5 0,0-1-2 0,-4 5-4 16,5 1-2-16,-2 1-5 0,2 1 3 0,1 0-6 15,0 3 0-15,0-3-4 0,4 3-1 0,0 1-3 16,1-2 2-16,-2 0-3 0,6-2 8 0,0 0-8 15,2 0-2-15,2 0 1 0,0-6 1 0,4 5 0 16,0-4-1-16,0-2-2 0,3-2 7 0,4 5-9 16,-1-5 4-16,2-2 4 0,-3 0-3 0,8-3-1 15,-5 1 3-15,6-2-4 0,-2-2 0 0,-2-1-2 16,3-1 2-16,-3-2-2 0,1-2 4 0,0-1 4 16,-1-1 2-16,-1-1-5 0,-2-3 4 0,-1 3 4 15,-2-3 1-15,-1-1 37 0,-3 0-5 16,-2-3-6-16,-1-1-6 0,-2 1-5 0,-3-2-4 0,0-1-1 15,-4 1 0-15,1-1-4 0,-4-6-7 0,-1 2-1 16,-1 6 4-16,1-1-6 0,-1 2 1 0,-1-1-5 16,1 4-4-16,2 4-2 0,-1 1 6 15,-2 3-10-15,-1-1-6 0,1 4-12 0,-2 0-13 0,-1 4-15 16,-5 3-19-16,-1 4-27 0,-6 2-24 16,1 4-24-16,2 3-35 0,3 1-32 0,0 3-31 15,4 0-166-15,-2-2-436 0,9-2 194 0</inkml:trace>
  <inkml:trace contextRef="#ctx0" brushRef="#br0" timeOffset="33114.69">8953 4266 188 0,'0'0'192'0,"0"0"-15"0,-9-3-15 0,9 3-15 16,0 0-13-16,0 0-18 0,0 0-12 0,0 0-12 15,0 0-4-15,0 0 2 0,0 0-9 0,0 0-5 16,30 5-3-16,-9-2-9 0,7-1-1 0,3-1-6 15,4 0-3-15,3 2 1 0,0-2-6 0,20 2-3 16,-1-3-3-16,5 1 0 0,-1 1-7 0,0-2-1 16,3 0 2-16,-2 0-11 0,4 3-3 0,-1 1-4 15,27 0 5-15,-30-3-1 0,1 0-2 0,37-1 2 16,-5 1 1-16,-1-1-5 0,-3-2-3 0,-1 1-1 16,-1-2-2-16,-28 3 2 0,31-4-2 0,-29 2-1 15,1-2-2-15,1 1 3 0,0 0 0 0,-2-2 2 16,-2 4-2-16,-2-5 4 0,-1 2 1 0,-4 2 0 15,-15 0 0-15,-2 0 5 0,-3 0-2 0,-3-1 0 16,0 0 3-16,-11 3-4 0,1-1 3 0,-9 1 1 16,0-2-1-16,0 2 3 0,-5-1 6 15,-7 1 6-15,13-1 7 0,-13 1 2 0,9-1 9 0,-9 1-3 16,0 0-3-16,11 0 3 0,-11 0-9 16,0 0 0-16,0 0-8 0,8 0 1 0,-8 0-6 0,0 0-3 15,0 0 3-15,0 0-3 0,9-2-3 0,-9 2-10 16,0 0-1-16,0 0 0 0,0 0-2 0,0 0 0 15,0 0-1-15,0 0-3 0,0 0-1 0,0 0 1 16,0 0-4-16,0 0-1 0,0 0 5 16,0 0-6-16,0 0 4 0,0 0-4 0,0 0 0 15,0 0-7-15,0 0 4 0,0 0 3 0,0 0 1 0,0 0-3 16,0 0 0-16,0 0-3 0,0 0 2 0,0 0 2 16,0 0 3-16,0 0-5 0,0 0 1 0,0 0 3 15,0 0-4-15,0 0 3 0,0 0 6 16,0 0-3-16,0 0-1 0,0 0-1 0,0 0 4 15,0 0-2-15,0 0-4 0,0 0 5 0,0 0-9 16,5-5 9-16,-5 5-10 0,0 0-2 0,3-6 2 16,-3 6-1-16,2-8 5 0,-2 8-4 0,3-7-2 0,-3 7 0 15,4-10 4-15,-2 5 1 0,0-4-3 0,-2 9 4 16,2-11-1-16,2 2-5 0,-2-1 4 16,2 1 1-16,-2-1-11 0,0-1 23 0,1-1 0 15,-1 4 3-15,2-3 2 0,-2 2-2 0,-1-1 4 16,1 2 1-16,1 3-2 0,0-2-3 0,2 0-2 15,-5 7 1-15,4-10-5 0,0 7-4 0,-4 3-4 16,7-6 3-16,-7 6 2 0,9-3-6 0,-9 3-2 16,12 3 0-16,-3 1 3 0,-1 0-3 0,2 4 1 15,-1-2 2-15,1 2 0 0,-1 0-2 0,3 4-1 16,-6-2 0-16,7 2 2 0,-7-2-1 0,5 4 0 16,-6-5 6-16,4 1-6 0,-2-3 4 0,1 2 2 15,-3 0-2-15,4 0-1 0,-7-3-13 0,2-1 17 16,-4-5-4-16,11 12 2 0,-6-9-1 0,-5-3-6 15,9 7 3-15,-9-7 0 0,7 4 0 0,-7-4-3 16,0 0-8-16,9 5 16 0,-9-5 2 0,0 0 2 16,0 0-5-16,0 0 0 0,18-10-4 0,-13 1-4 15,3 2 5-15,1-3-3 0,-2-1 3 0,2 1-1 16,2-5-1-16,-4 1 0 0,2 0-10 0,2 1 7 16,1 0 1-16,-3 0-1 0,-1 3 1 0,1 1-1 15,-1 2 3-15,-2-1 8 0,0 2-24 0,1 1 7 16,-2 2 6-16,-5 3-6 0,11-4-7 0,-4 4 15 15,-7 0-5-15,16 4 0 0,-8-1 5 0,1 0-3 16,0 6 1-16,1-4 9 0,-2 4-6 0,1-2-4 16,1 2 2-16,-4 0 1 0,3-2 2 0,-2 1-12 15,3-2 21-15,-2 2-5 0,-1-1-3 0,1-1 1 16,2-1 0-16,-2 0 0 0,-1-1 1 0,5-1-11 16,-7 0 10-16,5-1 3 0,1-2 0 0,-3 0-3 15,3-2 3-15,-1-1 0 0,0 0-3 0,3-3 3 16,-4 2-12-16,5-2 9 0,-1-2 3 0,-2-3-6 15,-2 3 5-15,3-5-3 0,-1 0 2 0,2 1-2 16,-4 1-2-16,1-3-16 0,-2 3 16 16,-1 2 1-16,0-1-5 0,4 1 3 0,-5 2-1 15,-3 1 1-15,1 2 0 0,-4 4-3 0,10-6-5 16,-10 6-1-16,5-1-4 0,-5 1 5 0,0 0-1 16,13 7-6-16,-5-1 8 0,-3 0 3 0,0-1-3 0,-1 2 2 15,1 1 0-15,-1 2 5 0,2 0 3 0,-3-2-4 16,2-1-1-16,-1 1 6 0,1 1-2 0,-1-3-1 15,-2-2 3-15,-2-4-14 0,4 9 16 0,-1-4-3 16,-3-5 7-16,4 5-3 0,-4-5-1 0,7 3-8 16,-7-3 21-16,0 0-10 0,13-3 2 15,-13 3-3-15,14-9 9 0,-5 3-5 0,-5-2 1 16,5-1-2-16,3-4-3 0,-1 2 1 0,0-1 0 0,3-1-1 16,-5-2 7-16,-1 5-10 0,6-3 3 0,-7 2-2 15,1 2-4-15,0 0-2 0,-2 2 1 0,-6 7 3 16,7-10-5-16,-3 5-10 0,-4 5 12 15,0 0-4-15,11-5-11 0,-11 5 15 0,0 0-4 16,0 0 4-16,17 7-1 0,-11-4-1 0,-2 2 2 16,-1 1-1-16,-2 3 0 0,5-3 1 0,-2 3 0 15,3 1-9-15,-1-1 15 0,4 0-3 0,-5 0 1 16,3 1 1-16,-2-1-2 0,1 0 0 0,3-2 2 16,-1-1 0-16,-1 1-1 0,2 0 3 0,-1-1-3 15,1-1 1-15,0 0-1 0,3 0 7 0,-2-1-6 16,7-2-1-16,-2 0-11 0,4 0 10 0,-1 0 1 15,-2 0-3-15,3-2 5 0,3-2-2 0,-5 1 2 16,4 0-2-16,-1-2-1 0,1 0-2 0,-2 0-1 16,1-1-5-16,1 2-1 0,0-1-1 0,5-2 3 15,-6 1 0-15,1 2-3 0,5-3 2 0,0 1 0 16,-2-2 1-16,2 0 1 0,2 2 0 0,0-3 1 16,1 2 0-16,-1 1 0 0,0 0-1 0,-1 1-7 15,2-1 11-15,1-1-1 0,3 2-1 0,-2 3 3 16,4-4-1-16,2 3 2 0,14-5-3 0,-12 3 1 15,12 0 2-15,-14 3-6 0,14-3 4 0,-16 3 7 16,1-2-8-16,-1 2 2 0,0 0-1 0,0 0-8 16,1 2 6-16,-4-2 2 0,1 0 0 0,-3 0-2 15,3 3 6-15,2-1-2 0,-1-2-11 0,-1 0 15 16,0 1-5-16,2 0 0 0,-2-1 1 0,0 2 1 16,1 0-3-16,-1-2 3 0,1 2-3 0,-3 0 1 15,1-2 2-15,-1 0 1 0,0-1-3 0,-1 1 3 16,-2 1-3-16,2 0 2 0,-4-2 0 0,-8 1-3 15,4-1 2-15,-3 1-1 0,2 0 0 0,-3-1 3 16,0 1-1-16,0 0-6 0,0 1 4 0,1-2-4 16,-1-1 6-16,-1 2-2 0,2 0-17 0,-3-2 21 15,2 3-5-15,-1-2 8 0,2-1-3 0,-2 2-1 16,-1 0-1-16,3 0-14 0,-6-1 12 0,4 2 1 16,1-1-4-16,-2-1 5 0,2 0-1 0,0 1 1 15,-1 1 0-15,-1-2-2 0,0 1-1 0,0 0 2 16,1 0-3-16,-4-2 1 0,2 2 3 0,-2 0-3 15,2 0 1-15,2 3 0 0,-5-3-5 0,6 0 7 16,-5-1-3-16,4 1 9 0,-5 2-8 0,2-2 0 16,-2 2 0-16,6-2 0 0,-5-2 4 0,5 2-4 15,2 0 3-15,-1 0-3 0,1 0 2 16,0 0-2-16,0-4-1 0,-1 4 0 0,1-3 0 16,-1 1 1-16,1 1 1 0,-1 0-3 0,1 0 1 15,-1-2-2-15,-1 1 6 0,2-1 0 0,0 0-3 0,8 2 1 16,-8-1-3-16,0 0-3 0,7-2 7 0,0 6-1 15,-6-4 1-15,6 0 6 0,0 0-1 0,-7 0-4 16,8 0 1-16,-1-1 1 0,-6 1-1 16,7-1 10-16,-1 1-13 0,-1 0 2 0,-6 1-1 15,-2-2 2-15,2 2-2 0,0-1 3 0,1 0-4 16,-2 1-1-16,1-1 3 0,-1 0-1 0,-1 0-2 16,-1 1 3-16,0 2 0 0,0-1 0 0,-3-1-4 0,-3 0 1 15,3 1 2-15,-4-2-9 0,-11 2 4 0,22 0-2 16,-22 0-1-16,16 0-9 0,-9 2 0 15,-7-2 3-15,15 0-8 0,-15 0 10 0,12 1 0 16,-12-1 1-16,0 0 2 0,18-1 3 0,-18 1-1 16,10 0-9-16,-10 0 11 0,0 0 0 0,0 0 1 15,15 0 1-15,-15 0 0 0,0 0 0 0,0 0-10 16,0 0-13-16,0 0-18 0,0 0-22 0,0 0-35 16,8-4-39-16,-8 4-34 0,0 0-38 0,0 0-12 15,0 0-15-15,0 0-135 0,0 0-403 0,0 0 178 16</inkml:trace>
  <inkml:trace contextRef="#ctx0" brushRef="#br0" timeOffset="34748.28">6749 4282 50 0,'0'-10'271'0,"-3"-1"-21"0,3 3-22 15,0 8-15-15,-1-11-17 0,1 11-19 0,-3-11-19 16,3 11-15-16,-1-6-16 0,1 6-19 15,0 0-11-15,0 0-6 0,0 0-17 0,0 0-6 16,0 0-5-16,12 21 2 0,-2-6-4 0,-1 7-1 0,1 4-3 16,1-2-3-16,0-1-9 0,-1 3 13 15,-4-7-16-15,3 5 3 0,-2-6-8 0,-1 0-1 0,0 0-6 16,-1-1 0-16,0-5-5 0,-1 0-2 16,1-1-1-16,-1-1 1 0,-1-5-3 0,-3-5-4 15,5 11-2-15,-5-11 3 0,5 9 1 0,-5-9 1 16,0 0 7-16,5 8 1 0,-5-8 10 0,0 0 5 15,0 0-7-15,0 0-1 0,0 0-5 0,18-27-2 0,-10 12-3 16,-3-3-4-16,4-5 0 0,0-1-6 16,-3 5-2-16,2-8-2 0,-2 1-2 0,1 0 36 15,-2-1-9-15,2 1-9 0,0 1-20 0,-3 6-22 16,-1 2-5-16,0 6-26 0,-2 1-36 0,2 1-41 16,-3 3-57-16,0 6-39 0,4-5-4 0,-4 5-3 15,0 0-5-15,0 0-140 0,2 32-403 0,-3-19 178 16</inkml:trace>
  <inkml:trace contextRef="#ctx0" brushRef="#br0" timeOffset="37483.26">11790 1781 89 0,'0'-6'184'0,"0"6"-3"16,3-13 2-16,-1 9 10 0,-2 4-6 0,4-10-5 16,-4 10-10-16,0 0-22 0,-2-9-13 15,2 9-22-15,0 0-8 0,0 0-18 0,0 0-14 16,0 0-2-16,0 0-8 0,0 0-3 0,0 0 2 15,-2 42-7-15,-1-17-2 0,-1 1-9 0,0 0-1 16,-2-3-5-16,2-3-1 0,-1 3-4 0,2-4-8 16,0 0 4-16,1-3-9 0,-1 1 4 0,1-1-3 15,-1 1-2-15,0-2 0 0,0-2-7 0,3-2-10 16,-3 0-28-16,3 0-16 0,0-11-32 0,3 17-29 16,-3-17-43-16,-3 14-39 0,3-14-28 0,0 12-130 15,0-12-367-15,0 0 163 0</inkml:trace>
  <inkml:trace contextRef="#ctx0" brushRef="#br0" timeOffset="37832.4">11897 1629 110 0,'11'-5'121'0,"-1"1"-22"0,-2 1-12 0,1 2-8 15,-9 1 0-15,14 7 4 0,-9-4-3 0,1 5-4 16,-2 0-1-16,2 5-1 0,-8-2-3 0,-2 8 4 16,-2 5-16-16,-4-2-1 0,-5 2-2 0,0-2-9 15,-4 2-3-15,0-4-5 0,0-2-4 0,-1-1-1 16,3-5-6-16,0-1 0 0,3-5-5 0,2 3 2 16,1-4-3-16,2 0-4 0,1-2 1 0,2 1-1 15,1-2-3-15,5-2 4 0,-9 6-5 0,9-6-4 16,-7 2-2-16,7-2 3 0,0 0-10 0,-3 5-4 15,3-5 1-15,0 0 10 0,0 0-9 0,9 11 3 16,-9-11 2-16,15 10 3 0,-1-4-3 0,-1 0-4 16,3 4 2-16,4-1-9 0,0 0-13 15,5 2-50-15,-2 2-24 0,-4-3-24 0,-2 0-124 0,0 1-263 16,1 0 117-16</inkml:trace>
  <inkml:trace contextRef="#ctx0" brushRef="#br0" timeOffset="38015.46">12212 1978 124 0,'0'0'254'0,"5"-12"-23"16,-5 12-24-16,0 0-20 0,4-7-23 0,-4 7-19 16,0 0-19-16,0 0-10 0,0 0-10 0,0 0-11 15,7 22-16-15,-5-8-3 0,1 4-21 0,-2 2-40 16,1 9-46-16,1 0-43 0,2 1-58 0,-1 6-159 15,-6 11-314-15,3-14 138 0</inkml:trace>
  <inkml:trace contextRef="#ctx0" brushRef="#br0" timeOffset="38583.41">11936 4553 59 0,'0'0'321'16,"-3"-14"-5"-16,1 9-17 0,2 5-14 0,0-11-18 15,0 11-12-15,0-9-38 0,0 9-22 0,0 0-22 16,0 0-18-16,0 0-19 0,0-9-13 0,0 9-16 16,0 0-11-16,0 0-9 0,0 0-12 0,4 22-3 15,-3-6-3-15,0 4-3 0,1-3-15 0,0 4-2 16,0 3-6-16,-2-3 2 0,2 4-5 0,0 0-6 15,0-6-4-15,-1 0-1 0,0 0-5 0,1-2-26 16,1-2-13-16,-1-1-26 0,-2-4-30 0,0 1-40 16,2-1-36-16,-2 1-23 0,2-3-40 0,-2-8-25 15,1 12-13-15,-1-12-164 0,-1 11-445 0,1-11 196 16</inkml:trace>
  <inkml:trace contextRef="#ctx0" brushRef="#br0" timeOffset="38882.31">11948 4466 78 0,'3'-11'162'0,"4"1"-10"0,-1 1-12 0,3 1-3 15,-1 1-9-15,1 1-12 0,0 2-7 0,2 4-4 16,-2-2-9-16,0 0 1 0,-9 2-12 0,15 2 2 16,-7 0-5-16,1 1-2 0,-7 1 0 0,4 2 0 15,-3 1-1-15,1 2 1 0,-4 1 5 0,0 0-6 16,-2 0-4-16,-5-1-1 0,3 1-6 0,-6 1-4 15,4-1 0-15,-3 4-9 0,1-4-3 0,2-2-6 16,-3-1-1-16,1 1-7 0,2-2-3 0,0-3-5 16,1 3-6-16,2-1-2 0,0 0-2 0,3-5-3 15,-5 13-1-15,4-7-8 0,1 1 5 0,0-7-7 16,4 16 4-16,0-6 2 0,2-1-1 0,2 1-5 16,3-2 1-16,2 4-5 0,2-4-9 0,3 0-18 15,1-2-34-15,0-3-45 0,2 4-48 0,6-6-47 16,-4 0-204-16,-7-1-434 0,1-1 192 0</inkml:trace>
  <inkml:trace contextRef="#ctx0" brushRef="#br0" timeOffset="39231.31">12452 4608 67 0,'0'0'214'15,"14"0"-14"-15,-14 0-7 0,11-2-14 0,-11 2-13 16,0 0-15-16,14 2-10 0,-14-2-10 0,0 0-10 15,0 0-5-15,13 1-3 0,-13-1-14 0,0 0-5 16,0 0 4-16,0 0 4 0,0 0-1 0,3 7-10 16,-3-7-8-16,0 0-9 0,-5 14-8 0,5-14-4 15,-6 10-6-15,3-3-4 0,1 1-6 0,0-2-10 16,-1 3-11-16,3-9-11 0,0 15-8 16,3-5-11-16,1-1-3 0,-3-1-5 0,5 1-1 0,-2 1-2 15,3-3 2-15,-1 3-3 0,2-3 3 0,0 2-1 16,1-3 3-16,1 3-1 0,-2-2 5 0,1-1-4 15,-4 1 4-15,1-3 2 0,-6-4 1 0,14 10-1 16,-11-5 3-16,-3-5 2 0,2 7 5 0,-2-7 2 16,0 0 2-16,-9 12 0 0,2-8 1 0,-2 1 2 15,-2 0-5-15,-3-1-5 0,0 0-9 0,-1 0-30 16,1-1-35-16,-3-1-51 0,-2-1-55 0,1 0-211 16,1 1-422-16,-1-5 187 0</inkml:trace>
  <inkml:trace contextRef="#ctx0" brushRef="#br0" timeOffset="40132.01">14665 1806 180 0,'-3'-25'202'0,"-1"6"-2"16,0 6 0-16,2-3-5 0,-2 0-14 0,1 5-2 15,-2 0-6-15,3 3 0 0,2 8-9 0,-4-11-10 16,4 11-23-16,-3-10-11 0,3 10-19 0,0 0-13 16,-4-9-12-16,4 9-11 0,0 0-6 0,0 0 0 15,0 0 40-15,4 49-5 0,0-16 2 0,1 17-5 16,1-2-1-16,-3 4 0 0,-1 5-7 0,-1-5-3 15,-1 5-4-15,0-1-8 0,-1 4-19 0,1-1 8 16,-2-4-5-16,-1-3-4 0,-1 0 1 0,2-3-14 16,0-2 5-16,0-15-5 0,1 0 0 0,0 0-13 15,-2-3 3-15,3-2-1 0,0-2-3 0,3-8-5 16,-2 2-1-16,-1-2 2 0,1-5-18 0,-1-12-25 16,2 24-33-16,-2-14-37 0,0-10-38 0,2 18-39 15,-2-18-47-15,0 13-42 0,0-13-261 0,0 0-566 16,0 0 250-16</inkml:trace>
  <inkml:trace contextRef="#ctx0" brushRef="#br0" timeOffset="42482.1">14631 1523 45 0,'0'0'84'0,"-9"-3"3"0,9 3 3 15,0 0-5-15,0 0 2 0,-14-5-2 0,14 5 2 16,0 0-1-16,0 0 1 0,0 0 2 0,-10-2-13 16,10 2-8-16,0 0 1 0,0 0-9 0,0 0-3 15,0 0-9-15,0 0 5 0,0 0-12 0,0 0-5 16,0 0-6-16,0 0 1 0,0 0-8 0,0 0 2 16,0 0 0-16,0 0-1 0,0 0 11 0,38 11 1 15,-9-6 7-15,7-1-3 0,4-5-7 0,14 6 1 16,2-4-3-16,3 2-6 0,1-1 0 0,1-1-5 15,6-4 3-15,31 8-3 0,-8-2-1 0,0-1 1 16,1-4-6-16,-25 5-1 0,39 3-2 0,-5-11-1 16,-6 4 1-16,-4 2-2 0,-28-3-2 0,5 0 5 15,-2 4-6-15,-3-2 2 0,-4 0-3 0,-2 1 1 16,-17 2 0-16,-2-2 3 0,-3-1-6 16,-4 2 0-16,-5-2 2 0,-4 0-4 0,-2 2 2 0,-6-3-3 15,-2 2-1-15,-11-1 3 0,17 0 6 0,-12 1 0 16,-5-1 8-16,9 2 9 0,-9-2 9 15,9 0 8-15,-9 0 0 0,0 0 1 0,0 0-4 0,11-1-1 16,-11 1-2-16,0 0-5 0,0 0-5 0,0 0-1 16,0 0-4-16,0 0-1 0,0 0-4 0,8-1-3 15,-8 1-2-15,0 0-3 0,0 0 3 16,0 0-3-16,0 0 2 0,0 0-4 0,0 0 1 16,0 0-2-16,0 0 0 0,0 0-3 0,0 0 2 15,0 0-2-15,0 0 3 0,0 0-6 0,0 0 4 16,0 0 6-16,0 0-3 0,9 2 2 0,-9-2-1 15,0 0-2-15,0 0 0 0,0 0 1 0,0 0 6 16,0 0-4-16,0 0 8 0,0 0-14 0,0 0 7 0,0 0-6 16,-3-17 8-16,3 17 6 0,3-8-3 15,-1 2-2-15,1-1-1 0,1-2-1 0,1 1 0 16,-2 0-1-16,-1 0 4 0,1 0-2 0,3-2-3 16,-2 2 0-16,0-2-1 0,-4 10 3 0,7-14-2 15,-1 6-4-15,-3 3 3 0,-3 5-5 0,9-12 0 16,-5 7 1-16,-4 5-6 0,8-7 0 0,-8 7 2 15,9-3-3-15,-9 3-2 0,0 0 2 0,22 5 2 16,-15-1 3-16,3 2-4 0,1 1 1 0,-4 3 4 16,5-5-4-16,-1 9 3 0,2 0-5 0,-2 2 5 15,-4-7-2-15,5 7 5 0,-2-3-3 0,-4-4 1 16,0 2-3-16,1-3-1 0,-1 1 2 0,2-1 0 16,-8-8 3-16,9 9 0 0,-9-9-4 0,6 10 3 15,-6-10 1-15,8 6 0 0,-8-6 2 0,0 0 6 16,0 0 4-16,0 0 10 0,0 0-11 15,0 0 2-15,0 0-6 0,0 0-5 0,27-20 3 16,-20 12 0-16,-2-3-2 0,1 0-3 0,0-4 3 0,3 0 1 16,-1 1-7-16,-2-2 4 0,2 2 3 15,1 0-6-15,0-1 1 0,-3 5-1 0,2 1-4 16,-1 2 3-16,3-2-5 0,1 1 5 0,-2 2 25 16,0 0-3-16,0 4-5 0,-9 2-2 0,20-3 1 15,-20 3-6-15,14 5 4 0,-6-3-12 0,3 4 6 16,-2-2-8-16,2 3 5 0,0 2 3 0,-2 0-1 15,3 2-2-15,-1 1-1 0,2 3 3 0,-4-2-1 16,-1-3 1-16,3 3 1 0,-3-4-3 0,0-1 2 16,1 1 0-16,-2 0-5 0,2-2 1 0,0 0-1 15,-2-4-5-15,2 3-1 0,-1-2 1 0,-8-4-2 16,18 4 4-16,-10-3-1 0,-8-1 0 0,17-5 2 16,-8 0 2-16,0 0-5 0,3-3 4 0,2 0-5 15,0-2 0-15,0-2 0 0,0-2 3 0,0 3-3 16,0-2-5-16,-1 1 2 0,0 0 0 0,1 1-5 15,-3-1 5-15,3 1-9 0,-5 1 9 0,2 3 4 16,-1 0-7-16,-1 0 2 0,-3 4 0 16,-6 3-5-16,13-4 6 0,-13 4-6 0,11 0 3 15,-11 0 0-15,13 6 1 0,-5-2 3 0,-2 5-3 16,1 0 1-16,0 0-5 0,0 0 6 0,0 2 3 0,1 4-2 16,-2-1 6-16,1 0-1 0,-1-4-1 0,-1 0 1 15,0 2 2-15,0-3-3 0,1 1 2 0,-4-3-2 16,2-1 3-16,4 2-3 0,-8-8 7 15,10 7-5-15,-10-7 3 0,11 6 0 0,-11-6 2 16,0 0 1-16,20-3-3 0,-20 3 2 0,22-8 1 16,-9 3-7-16,1-6 6 0,2 0-3 0,0 3 0 15,0-2-2-15,-2-1 3 0,0 2-2 0,1 0 1 16,2-1 0-16,-2 1-4 0,-1 0-4 0,1 1 8 16,1 1-8-16,-1 0 5 0,-3 2-2 0,0 0 2 15,1 2-3-15,-3-1 1 0,1 2-3 0,-11 2 4 16,20-2-2-16,-20 2 1 0,15 2-2 0,-4 0 1 15,-2 2 1-15,2-3 0 0,-2 4 3 0,0 1-3 16,2 0-1-16,0 0 3 0,-2 1-2 0,2-1 3 16,-1 1 1-16,1-2-2 0,1 1 1 0,2 2 3 15,3 1-7-15,-2-1-3 0,2 1 9 0,0-3-2 16,3-1 4-16,7 1 0 0,3-3-5 0,2 0 4 16,3-1 0-16,0-2-2 0,3 1 1 15,-1 0 1-15,14 1-1 0,3-4-4 0,-1 2 3 16,2-1 1-16,0-4-4 0,3 4 3 0,2-2 1 15,0 1-1-15,-3 2-4 0,1-5 4 0,-3 0-2 16,0 0 3-16,-1 1-4 0,6 0-5 0,-2 3 7 16,2-5-3-16,-1 2 1 0,0 0-2 0,-3 2 1 15,3 1 5-15,-5 1-8 0,-3 0 6 0,-1 0-7 16,-11 0 4-16,1 1-1 0,11 1 0 0,-13-2 2 16,-1 4 0-16,-1-4-1 0,3 0 2 0,-2 0-3 15,1 0-2-15,14 0 9 0,-17 0-5 0,-2 0-2 16,0 2 6-16,2-2-4 0,-2 1-2 0,-4 0 3 15,1-1-5-15,-1 0 3 0,-1 4 1 0,-6-2-3 16,5 1 0-16,-5 1 5 0,-1-4-5 0,-1-1-3 16,1 2 8-16,0 3-6 0,-2 0 4 0,0-2 0 15,0 0-5-15,-6-1 7 0,6 1 2 0,-7 1-3 16,2-2 2-16,-1 2 1 0,-2 0 0 0,2-2 0 16,-2-1 5-16,0 2-11 0,-11-2 15 0,19 1-2 15,-12 1 2-15,-7-2-6 0,20 1-1 16,-14-1 4-16,-6 0 1 0,14 0 4 0,-14 0-4 15,13 0 0-15,-13 0 2 0,18 0-3 0,-18 0 2 0,11 0-1 16,-11 0-3-16,0 0 1 0,14 0 3 0,-14 0 1 16,0 0-2-16,10 2 1 0,-10-2-1 0,0 0 3 15,0 0-1-15,0 0-5 0,0 0 5 16,0 0-7-16,0 0 4 0,13 0 0 0,-13 0 3 16,0 0 3-16,0 0 3 0,0 0 4 0,0 0 3 15,0 0 4-15,0 0 0 0,0 0-1 0,0 0 3 16,0 0-2-16,0 0-4 0,0 0-1 0,0 0-3 15,0 0-4-15,0 0-3 0,0 0-12 0,0 0 10 16,4 10-15-16,-4-10 16 0,0 0-3 0,-4 23 4 16,2-13 4-16,-3 9 7 0,1-3-4 0,0 8-8 15,-4 1 6-15,3-6-1 0,-1 5 5 16,-2 0-6-16,2 3 0 0,-2-1 2 0,2 2-9 0,3 1 0 16,-3-3 1-16,0 3-1 0,1 0 4 0,0 0-5 15,3 0-1-15,-1-1 4 0,2 0-5 0,-2-2 3 16,1 3-1-16,-1-1 3 0,3-1 0 0,0 2-1 15,0 0 1-15,-1-1 4 0,0 1-7 0,-1-1 0 16,0 2 1-16,2 0-7 0,0-2 6 0,0 0 3 16,2-2-15-16,-4 0 13 0,-1 0-5 0,2-1 3 15,0-1 1-15,-2-3-3 0,1 3 4 0,2-6-8 16,0 0 7-16,0 0 4 0,-2-1 11 16,1 1-1-16,1-1-8 0,-2-2 18 0,0 0 12 15,0 3 9-15,-1-3-3 0,1 1-3 0,-2-1-3 16,1 1-5-16,1-4 1 0,2-12-8 0,-8 25 7 15,6-11-8-15,-2 0 3 0,4-14-7 0,-7 23 0 0,5-10-5 16,-1 1 0-16,3-14-3 0,-4 22 3 16,4-22-6-16,-4 20 2 0,4-20-1 0,-3 22-6 15,3-22 0-15,-2 21-9 0,2-21-38 0,2 17-25 16,-2-17-34-16,0 0-39 0,-5 19-48 0,5-19-59 16,-13 10-95-16,-3-8-278 0,0 2-665 0,-6-4 294 15</inkml:trace>
  <inkml:trace contextRef="#ctx0" brushRef="#br0" timeOffset="43481.12">19205 3130 78 0,'0'0'78'0,"0"0"-7"0,-9 3-2 16,9-3 1-16,0 0 0 0,0 0-8 0,0 0 14 15,0 0-10-15,-8 1-11 0,8-1 9 0,0 0-3 16,0 0-1-16,0 0 2 0,0 0-8 16,0 0-3-16,0 0 1 0,0 0 6 0,-5 4-2 15,5-4 3-15,0 0 0 0,0 0 15 0,0 0-2 16,0 0-2-16,0 0-1 0,25 4-5 0,-11-1 2 0,6-2 2 15,1 0-8-15,12-1 0 0,-5 2-8 0,8-4-3 16,1 0-6-16,-1 0-3 0,15 0-5 16,-12 2-2-16,15-3-1 0,-2 3-1 0,-1-3-8 15,2 5-3-15,-2-2 2 0,3-3-2 0,-1 3-5 16,1-1 1-16,0 2-1 0,-3 0-2 0,0 2-2 16,3-3-2-16,1 0-6 0,-4-3 12 0,0 5-8 0,0-2 2 15,-10 1-2-15,13 0 0 0,-1-2-3 0,1 0-2 16,1 4 0-16,1-5 5 0,-4 2-6 15,3-1 13-15,-1-1-15 0,-1 1 3 0,0-3-3 16,2 4 3-16,0-2-1 0,-2 2 0 0,1-4 2 16,1 3-4-16,0 1 0 0,-2-2-3 0,-2 0 1 15,0 2 1-15,-13 0-3 0,1 1 3 0,14-4-1 16,-14 5-3-16,13-5 4 0,-14 2-1 0,13 1 3 0,-13-1 0 16,14 0-6-16,-16-1 6 0,0 1 0 15,2 1-2-15,-2 1 4 0,-3-2-2 0,0 0-2 16,2 2 5-16,-4-4-3 0,5 5 1 0,-2-4 0 15,0 1-1-15,1 2 0 0,-1 1-1 0,-1-4 2 16,-1 5 5-16,3-3-11 0,-8 1 5 0,3-2-3 16,-8 1 3-16,0 0-1 0,-6-1 1 0,0 2-2 15,-5-1 6-15,1-1-3 0,-2 1-2 0,-4 1-3 16,-6-1-2-16,9 0-14 0,-9 0-18 0,0 0-28 16,0 0-47-16,0 0-43 0,0 0-188 0,0 0-372 15,-37-7 165-15</inkml:trace>
  <inkml:trace contextRef="#ctx0" brushRef="#br0" timeOffset="44232.29">22542 3207 106 0,'5'-5'315'0,"2"1"-11"0,-4-1-5 0,-3 5-9 16,9-5-15-16,-9 5-6 0,5-6-22 0,-5 6-15 15,5-3-18-15,-5 3-17 0,0 0-24 0,4-4-25 16,-4 4-11-16,0 0-16 0,0 0-14 0,0 0-11 16,16 10-18-16,-10 3 0 0,2 0-14 0,6 9 4 15,-4 0-11-15,2 6 3 0,0-4-15 0,-2 1-7 0,-1-2-1 16,2 0 5-16,-4 2-10 0,1-7 1 15,0 0-3-15,-1 0 4 0,0-4-17 0,-1 2 6 16,-2-5-4-16,0 1 5 0,0-2-6 0,1 0-2 16,-3-3-1-16,-2-7-3 0,5 12 0 0,-2-6 4 15,-3-6 3-15,0 0 2 0,4 11-2 0,-4-11 11 16,0 0 20-16,0 0 22 0,4 5 1 0,-4-5-10 16,0 0-5-16,0 0 2 0,16-15-6 0,-11 6-4 15,3-2-8-15,3-4-5 0,0 0-3 0,2-2-7 16,2-4-1-16,-2-4-1 0,4 2-1 0,-1-1-3 15,0 1-6-15,-1-3-10 0,1 4 6 0,-2 0 3 16,1 1-3-16,-2-1-8 0,-1 7-1 0,-3 1-4 16,1 2-5-16,-5 2 0 0,3 1-15 0,-5 2-15 15,0 1-22-15,1 1-39 0,-1 1-34 0,-3 4-44 16,2-8-45-16,-2 8-39 0,0 0-37 0,0 0-20 16,0 0-18-16,-20 13-214 0,9-4-595 0,2 5 263 15</inkml:trace>
  <inkml:trace contextRef="#ctx0" brushRef="#br0" timeOffset="44599.8">23139 3459 52 0,'7'3'314'15,"-7"-3"-16"-15,0 0-14 0,0 0-15 0,0 0-18 16,5 4-24-16,-5-4-22 0,0 0-23 0,0 0-18 15,0 0-15-15,-1 12-3 0,1-12-13 16,-5 11-9-16,0-2-10 0,1-1-15 0,0 3-7 0,2 0-5 16,-1-2-11-16,2 2-12 0,-2-2-6 0,3 1 6 15,0 0-17-15,2 0-1 0,-1-2-12 0,3 2 6 16,1-2-3-16,0-2-5 0,4 2 32 0,1-5-18 16,3 3 28-16,1-4-8 0,3 1-2 0,2-2-6 15,1-1 2-15,-3-3-8 0,1 0 8 0,-2-1-2 16,2-1-1-16,-6 1 0 0,4-4-8 15,-1-1-3-15,-2-2 3 0,-2-1-5 0,-2-4-13 0,-3 4-4 16,2-4 4-16,-4 1-20 0,-3-2-5 0,-2-1-11 16,-3 0-9-16,-4 2-5 0,-1 1-15 0,-2 2-18 15,-5 2-10-15,-2 1-25 0,-2 5-25 16,-6 0-23-16,-3 1-26 0,-2 6-36 0,-1 1-56 16,2 3-61-16,-6 0-229 0,1 0-587 0,1 0 261 15</inkml:trace>
  <inkml:trace contextRef="#ctx0" brushRef="#br0" timeOffset="47615.34">14382 4033 85 0,'5'-6'169'0,"-5"6"-1"15,0 0-6-15,0 0-6 0,0 0-9 0,0 0-7 0,0 0-9 16,0 0-10-16,0 0-15 0,0 0-10 0,0 0-12 16,0 0-8-16,0 0-11 0,0 0-7 15,0 0-6-15,0 0-4 0,0 0-1 0,0 0 2 16,0 0-8-16,-13 23-3 0,10-18-6 0,3-5-4 16,-6 8-4-16,6-2-2 0,0-6-1 0,1 10-2 0,-1-10 0 15,3 10 1-15,1-4-3 0,0-3 0 16,1 3-3-16,4-3 5 0,1 0-1 0,0-1 4 15,1 0 3-15,1-2-8 0,1 0 7 0,-2-2-1 16,1 0 1-16,-3 1 4 0,-1-2 6 0,1 2 5 16,-4-2 0-16,-5 3-4 0,7-7 1 0,-1 0-6 15,-1 0-3-15,-2 0-2 0,1-1-3 0,-4-1 0 16,0 2-4-16,0-3-5 0,0 2 2 0,-2-3-2 16,0 1 1-16,-1 4-2 0,3 6-6 0,-7-12 2 15,5 8-2-15,2 4-1 0,-4-9-4 0,4 9 1 16,-5-6-5-16,5 6 2 0,0 0-2 0,-12 0-1 15,12 0-1-15,-11 6 3 0,2-1 0 0,1 2-2 16,-1 0 0-16,2-4-2 0,4 4 1 0,-3-2-1 16,4 2 1-16,2-7-1 0,-2 12 2 0,0-7 2 15,2-5-1-15,2 12-1 0,-2-12 1 0,6 9-1 16,-2-5-4-16,-1-1 2 0,6 0 7 0,0-1-6 16,2 1 1-16,2-4-2 0,-3 1 6 0,3-2 0 15,-3 0-5-15,0-1 4 0,-1 1 1 0,-1 0 0 16,-5-3 4-16,-3 5-2 0,10-8 1 0,-8 2-2 15,-2 6-3-15,4-10 1 0,-4 10 2 0,-4-12-4 16,1 6 1-16,3 6 2 0,-11-11-1 0,10 6-1 16,-3 1-2-16,4 4 4 0,-6-8-5 0,6 8-1 15,-11-5-1-15,11 5 0 0,-10 0-3 0,10 0-10 16,0 0-11-16,-15 3-11 0,11 0-21 0,-4 1-15 16,8-4-30-16,-10 10-28 0,5-5-37 0,1 4-32 15,-1 0-111-15,-2 3-340 0,3-2 151 0</inkml:trace>
  <inkml:trace contextRef="#ctx0" brushRef="#br0" timeOffset="49183.12">14465 4055 180 0,'0'0'191'0,"0"0"-5"16,0 0-12-16,0 0-5 0,2-5-11 16,-2 5-10-16,0 0-12 0,0 0-11 0,0 0-19 15,0 0-13-15,0 0-10 0,0 0-12 0,0 0-1 16,0 0-10-16,0 0-2 0,0 23 1 0,2-14-3 15,-2 7 7-15,0 1-1 0,-2 10-2 0,1 0-3 16,0 2-1-16,-1 0-3 0,0 0-3 0,2 0 5 16,-5 1-5-16,5-2-3 0,0 2-3 0,0-5-5 15,0-5-2-15,0 5-3 0,0 1-4 0,2-7 0 16,-2 6-5-16,3-4-1 0,2 5-2 0,-2-7-2 16,-2-1-2-16,-1 0 1 0,2-1 1 0,0-2-6 15,-2 1-2-15,2-4 2 0,0 0 2 0,-2-1 3 0,1 0-4 16,0-2-1-16,-1 0 0 0,0-2-3 15,0-7 2-15,2 12-3 0,-2-12 1 0,-2 9-5 16,2-9 0-16,2 8 1 0,-2-8 0 0,0 0 1 16,0 0 0-16,-2 9 2 0,2-9-3 0,0 0-5 15,0 0 4-15,0 0-4 0,0 0 2 0,2 7-1 16,-2-7-1-16,0 0-1 0,0 0 7 0,0 0-8 16,0 0 2-16,0 0-1 0,3 5-1 0,-3-5 2 15,8 5 9-15,-4-3-8 0,5 2-2 0,-3-1 2 16,4 0 2-16,1 1-2 0,-1 0-2 0,0 1-2 15,3 1 6-15,-2 1-2 0,1 0-1 0,3 1 0 16,-1 0 1-16,-1-1 0 0,1 2-4 0,-5 0-1 16,2-1 7-16,0 1-7 0,-1 4 3 0,-2 2-2 0,-2-3-1 15,-1 3 3-15,-2-3 2 0,-3 6 0 16,0-2 2-16,-5 2-6 0,0 2 8 0,-6 2-1 16,-3-1 5-16,0 4-4 0,-5-6 2 0,4 5-3 15,-1-3 0-15,0 1-2 0,2-6 3 0,1-1 1 16,4 1 1-16,-1-1-2 0,0 1-2 15,3-1-3-15,1 0 4 0,1 2-3 0,0-2 0 0,5-2-3 16,0-1-1-16,2 1-3 0,2-2-2 0,0 1-2 16,2-3-4-16,1 1 0 0,2 0-4 0,1 0 3 15,-2-1 2-15,3 3 1 0,0-3 1 0,-2-1-2 16,2 1 1-16,-1-1-1 0,-3-2 4 0,-1 0-2 16,1 3-1-16,-1-2 5 0,0-2 1 0,-4 1-2 15,-1 2 12-15,-1 0-9 0,-2 3 3 0,-2 0 4 16,-3 3 1-16,-4 1 1 0,-2 1-1 0,-1-3 3 15,1 3-5-15,-6 1 6 0,4-2-6 0,1 0 1 16,4-1 2-16,-3 0-3 0,2-2 3 0,3-3-3 16,-2 5-5-16,6-5-13 0,1 1-13 0,2 0-3 15,1 0-15-15,3-1-7 0,-2 3 2 0,5 0 4 16,2-4 7-16,2 6-5 0,0-2 7 0,3 0 3 16,0 0-1-16,1 2 2 0,-5-4 2 0,4 0 8 15,-3-1-5-15,0 4 9 0,-2-4-2 0,-1 2 5 16,-3-1-1-16,3 0 2 0,-3 1 2 0,-2-1 5 15,-2 2 3-15,0-2 4 0,0 2 5 0,0 2 3 16,-4 3 4-16,0-6-1 0,-1 5 4 0,-2 1 6 16,0 0-6-16,2 0-1 0,-1-1-1 0,0 3 6 15,-2-2-10-15,4 1 0 0,1-2-2 0,-3 1 3 16,6 0-3-16,-2 2 5 0,2 7 1 0,2-2-10 16,-2 1 1-16,0 3 2 0,0-2-2 0,2 2 6 15,2 1-7-15,-1-2 2 0,1 0 5 16,2-3 4-16,-4 5 2 0,4-6-6 0,-4 6 3 0,2-3-3 15,-1-2 3-15,-1 2 0 0,0-7 1 0,-1-1-4 16,0 1-16-16,0-1-25 0,1-1-36 0,-4 2-49 16,1-3-53-16,-1 2-49 0,-2-3-165 0,0-2-416 15,0-3 185-15</inkml:trace>
  <inkml:trace contextRef="#ctx0" brushRef="#br0" timeOffset="49514.91">14175 7009 70 0,'0'0'305'0,"-9"0"-8"16,9 0-10-16,0 0-11 0,-8 2-15 16,8-2-17-16,0 0-28 0,0 0-10 0,0 0-12 15,0 0-16-15,0 0-7 0,46-9-6 0,-10 0-22 0,18-2-7 16,2-1-18-16,1-2-13 0,3 0-7 0,-3-1-14 16,3 6-17-16,-8-3-21 0,-1-2-31 0,-15 5-34 15,-2 0-38-15,0 2-38 0,-6 1-39 0,0 2-35 16,-9 1-40-16,-2-1-38 0,-4 2-212 15,-3 2-497-15,-10 0 220 0</inkml:trace>
  <inkml:trace contextRef="#ctx0" brushRef="#br0" timeOffset="49715.18">14547 6999 81 0,'-18'6'226'0,"-1"-1"-2"0,6 0-1 0,1-2 1 0,1 0-11 16,4 1-3-16,1-2-7 0,0 2-8 0,6-4-8 15,-8 3-10-15,8-3-7 0,0 0-19 0,-2 4-8 16,2-4-4-16,0 0-13 0,21 4-11 16,-8-2-14-16,7-4-21 0,7 2-25 0,0-4-34 15,-5 3-39-15,-2-1-47 0,1 2-56 0,-6-1-56 0,4-2-48 16,-7 3-218-16,-12 0-481 0,15 0 213 16</inkml:trace>
  <inkml:trace contextRef="#ctx0" brushRef="#br0" timeOffset="49849.24">14441 7164 243 0,'-7'3'288'16,"7"-3"-31"-16,-6 6-13 0,6-6-26 15,0 0-31-15,0 0-24 0,0 0-44 0,28-23-39 0,-10 11-41 16,9-4-59-16,2-1-83 0,0-2-184 16,1-3-308-16,-1 2 136 0</inkml:trace>
  <inkml:trace contextRef="#ctx0" brushRef="#br0" timeOffset="50448.08">14999 5213 160 0,'0'0'299'0,"0"0"-15"16,0 0-22-16,-2-7-46 0,2 7-20 0,0 0-20 15,0 0-20-15,0 0-19 0,0 0-16 0,0 0-15 16,0 0 8-16,0 0 5 0,0 0-5 0,-7 40 2 16,5-20-12-16,-2 6-10 0,-1 3-7 0,1-2-7 15,0-1-11-15,-1 0-2 0,3-1-9 0,0-5-5 16,1 1-4-16,-1-5-6 0,1 3-2 0,2-2-10 15,-2-1-1-15,1 1-3 0,1-1-3 0,-1-1-22 16,2-2-25-16,-4-1-38 0,4 2-44 0,-4-3-36 0,0 0-42 16,1-1-27-16,-2 0-36 0,3-3-165 15,-5-1-446-15,5-6 197 0</inkml:trace>
  <inkml:trace contextRef="#ctx0" brushRef="#br0" timeOffset="50782.5">14984 5208 168 0,'2'-6'168'0,"2"3"-17"15,-4 3-14-15,9-8-13 0,-4 6-17 0,-5 2-8 16,12 0-7-16,-12 0-9 0,13 3-1 0,-7 1 1 16,-1 1-1-16,0-1-6 0,1 5-2 0,-3-3-4 15,3 3-3-15,-2 2-7 0,-2 2 3 0,-2-2-2 16,0 2 0-16,-2-1 3 0,-4 4-10 0,2-4-3 15,-5 2-5-15,0 0-1 0,2-6-6 0,1 3-4 16,-1-5-4-16,-3 2-4 0,6-3 1 0,0 0-7 16,-1-2-1-16,5-3 1 0,-8 8-5 0,2-5 0 15,6-3-9-15,-3 5 0 0,3-5-2 0,0 0 0 16,0 0-5-16,-2 7 1 0,2-7-2 0,0 0 1 16,10 6 0-16,-10-6-1 0,13 8 1 0,-4-2 1 15,1 1-3-15,5 1 1 0,-1 2-1 0,-3-3-13 16,5 2-20-16,-2-1-23 0,0 2-35 0,1-1-29 15,-3-2-25-15,3 2-21 0,1 1-133 0,-7-3-326 16,-1 1 145-16</inkml:trace>
  <inkml:trace contextRef="#ctx0" brushRef="#br0" timeOffset="51100.17">15297 5508 149 0,'1'-11'225'0,"-1"11"0"0,3-8-1 0,-3 8-2 16,2-7-12-16,-2 7-9 0,0 0-19 0,0 0-7 15,0 0-26-15,3-5-19 0,-3 5-9 0,0 0-3 16,0 0-11-16,0 0-10 0,5 18-7 0,-2-9-1 16,2 0-12-16,0-1-6 0,2 3-12 0,0-3-5 15,1 2-5-15,3-3-7 0,-2 2-1 0,4-2-4 16,1-1-3-16,-1 0-4 0,1-3-3 0,5-2 0 16,-1 2-4-16,-5-4 2 0,4-1-6 0,-4-1 2 15,1 0-2-15,-5-2-4 0,3 1 2 0,-1-2 3 16,-4-1 3-16,-1 0 4 0,2-1 0 0,-1 2 7 15,1-1 7-15,-6 2 8 0,-2 5 4 0,7-9-5 16,-7 9-7-16,4-4-4 0,-4 4-11 0,0 0-4 16,0 0 2-16,0 0 2 0,0 0 4 0,10 19-9 15,-10-1 10-15,0 6-3 0,-1 6-10 0,-1 0 1 16,0 3-31-16,-7 0-50 0,6 3-64 0,-3-1-87 16,3 1-89-16,-2-4-254 0,0 0-601 0,-1-3 266 15</inkml:trace>
  <inkml:trace contextRef="#ctx0" brushRef="#br0" timeOffset="53951.65">17411 737 7 0,'0'0'214'0,"0"0"-16"0,-3-64 8 16,3 64 0-16,0 0-6 0,-4-32-7 0,4 32-10 16,0 0-38-16,0 0-7 0,0 0-10 0,-5-33-18 15,5 33-8-15,0 0-19 0,0 0-14 0,0 0-7 16,0 0-7-16,0 0-7 0,0 0-3 0,0 0-7 16,0 0 8-16,0 0-8 0,0 0-2 0,-27 80 6 15,27-80-8-15,-11 55-5 0,8-27 4 0,-2 1-8 16,5-29-2-16,-7 56 0 0,3-29-5 0,2-3 3 15,0 3-5-15,2-9-15 0,-1-1-14 0,2 2-8 16,-1-1-26-16,1-7-21 0,0 2-29 0,2-1-26 16,-2-2-24-16,2 0-18 0,-2 1-21 0,-1-11-139 15,3 12-352-15,-3-12 156 0</inkml:trace>
  <inkml:trace contextRef="#ctx0" brushRef="#br0" timeOffset="82685.28">17421 665 43 0,'0'0'114'0,"0"0"-8"0,0 0 8 0,0 0-4 15,0 0 1-15,0 0-6 0,0 0 0 0,0 0 4 16,-31-28-5-16,31 28-21 0,0 0 10 0,0 0-7 16,0 0 3-16,0 0-10 0,0 0 1 0,0 0-12 15,-12-27-5-15,12 27-9 0,0 0 5 0,0 0-1 16,0 0-2-16,0 0-6 0,0 0-31 0,0 0-1 15,0 0 4-15,6-41-8 0,-6 41 0 0,0 0-4 16,0 0 2-16,0 0-4 0,0 0-7 0,33-26 3 16,-33 26-1-16,0 0-1 0,0 0-1 0,32-5 1 15,-32 5-6-15,0 0 3 0,0 0-1 0,0 0 3 16,0 0 3-16,49 23-7 0,-49-23 6 0,0 0 0 16,17 30 2-16,-17-30-2 0,0 0 4 0,-1 35 0 15,1-35 0-15,0 0 5 0,-21 45 2 16,21-45-4-16,-35 33-3 0,13-16 5 0,-2-1-1 15,1-4 0-15,-1 0-3 0,24-12 1 0,-37 19 5 16,37-19-7-16,-34 11-3 0,34-11 5 0,0 0-1 16,-35 9-4-16,35-9 1 0,0 0 2 0,0 0 1 15,-31 4-4-15,31-4 4 0,0 0-1 0,0 0-7 16,0 0 5-16,0 0-3 0,0 0-4 0,0 0 5 16,0 0 4-16,0 0-11 0,0 0 7 0,0 0-6 15,0 0 3-15,0 0-4 0,0 0 3 16,0 0 1-16,0 0 0 0,0 0-2 0,88 27 5 15,-88-27-4-15,35 10-2 0,-35-10 3 0,37 11-22 16,-37-11-20-16,33 15-25 0,-33-15-25 0,33 17-30 0,-16-7-34 16,-17-10-141-16,29 19-322 0,-15-8 143 0</inkml:trace>
  <inkml:trace contextRef="#ctx0" brushRef="#br0" timeOffset="83015.5">17784 734 213 0,'0'0'212'0,"0"0"-6"0,0 0-10 16,0 0-9-16,0 0-13 0,0 0-16 0,0 0-14 15,0 0-17-15,0 0-9 0,0 0-15 0,0 0-9 16,0 0-7-16,0 0-3 0,0 0-4 0,0 0 0 15,0 0 4-15,0 0-3 0,0 0 0 0,0 0-11 16,-18 89 0-16,15-60-2 0,2-4-4 0,-3 1-6 16,3 0 3-16,1 0-2 0,-1-1-1 15,1-6-12-15,-3 1-4 0,3-2 1 0,3 1-7 16,-6-1-2-16,1-4-3 0,1-1 0 0,1-2-4 16,-2 1-6-16,2-12-6 0,0 19-26 0,2-9-21 15,-2-10-30-15,0 0-36 0,0 21-39 0,0-21-56 16,0 0-56-16,-6 11-179 0,6-11-461 0,-11 6 204 15</inkml:trace>
  <inkml:trace contextRef="#ctx0" brushRef="#br0" timeOffset="83165.28">17769 990 111 0,'35'-7'101'15,"18"-2"-18"-15,0 1-47 0,-1 0-61 0,-15 5-26 16,-3-1-56-16,-1-1 25 0</inkml:trace>
  <inkml:trace contextRef="#ctx0" brushRef="#br0" timeOffset="88664.88">12456 4652 91 0,'0'0'89'0,"0"0"-6"0,0 0-8 15,-4-6-3-15,4 6-4 0,0 0-2 16,0 0 0-16,0 0 1 0,0 0-11 0,0 0 0 15,0 0-6-15,0 0 6 0,0 0-4 0,0 0 4 0,0 0 2 16,0 0 9-16,0 0-7 0,-9-4 4 0,9 4 4 16,0 0-1-16,0 0 1 0,0 0 3 0,0 0-7 15,0 0-4-15,0 0-3 0,0 0-2 0,-1-8-3 16,1 8-5-16,0 0-1 0,0 0-2 16,0 0-8-16,0 0 5 0,0 0-6 0,0 0-4 0,0 0 3 15,0 0-1-15,0 0 0 0,0 0-1 0,0 0 2 16,0 0 1-16,0 0 4 0,0 0-4 0,0 0 4 15,0 0-2-15,0 0 0 0,0 0-3 0,-1-9-5 16,1 9-4-16,0 0-2 0,0 0-3 16,0 0-3-16,0 0-4 0,11-4-1 0,-11 4-2 0,14-1-5 15,-7 1-1-15,2-2-1 0,-9 2 2 0,16-2-5 16,-8 2 3-16,-1 4 1 0,3-1-7 0,-4 1 3 16,3 3-1-16,0 0-1 0,0 2 2 15,-4-2 0-15,3 4 0 0,-3-1-1 0,-1 3 1 0,-2-2 1 16,1 1 2-16,-1 5-1 0,-1-2 0 0,-3-4 1 15,1 4-1-15,-2 1 1 0,-1-4-1 0,-1-1 2 16,1 1 2-16,-5 2-2 0,0-4 6 0,0 4-4 16,0-5-3-16,-1 1 3 0,-4 1-1 0,1 0 3 15,-2-2-7-15,2 0 2 0,-3-2 2 16,3-1-4-16,-1-1 5 0,3-1 1 0,1 0-1 16,5-1-3-16,-3-1 3 0,2 1 2 0,6-3 0 0,-9 3 3 15,9-3 1-15,-7 2 9 0,7-2-7 0,0 0-1 16,-11 1 0-16,11-1 2 0,0 0-1 0,0 0 2 15,0 0 3-15,-11-3 6 0,11 3 8 16,0 0 10-16,0 0-15 0,0 0-3 0,-4-7-1 16,4 7-2-16,0 0-2 0,-4-7-2 0,4 7-3 0,0 0 1 15,0 0-2-15,0 0-3 0,0 0-2 0,4-11-3 16,-4 11 5-16,0 0-9 0,0 0 2 0,0 0 0 16,6-8-1-16,-6 8-1 0,7-3 0 15,-7 3 3-15,13-5-4 0,-6 3 2 0,0-1-3 0,1 1 2 16,2-1-1-16,1 2 0 0,-3-2 1 15,3 2-2-15,1-3-1 0,-1 3 0 0,-1 0 0 0,1-2 2 16,-3 2-5-16,4-1 4 0,1 2-2 0,1-1 1 16,-3 1 4-16,2 0-2 0,1-1-1 0,-1 1-2 15,1-2 0-15,-2 2 1 0,1 2-1 16,0-1 2-16,0 2-1 0,-1-2 0 0,-1 2 1 16,2-1 0-16,-1 3 0 0,-1-2-1 0,1 2 0 15,-1 0 0-15,2 0-3 0,-3-2 3 0,2 2 0 0,-1 2-10 16,3-1-25-16,-3 0-29 0,5 4-45 15,-3-1-54-15,6 0-51 0,-4 1-47 0,1 0-142 16,-1 0-436-16,0-1 193 0</inkml:trace>
  <inkml:trace contextRef="#ctx0" brushRef="#br0" timeOffset="90119.32">15408 5621 4 0,'0'0'165'0,"0"0"-8"0,0 0-2 0,0 0-14 15,-8-7-7-15,8 7-6 0,0 0-6 0,0 0-10 16,0 0-4-16,0 0-5 0,-3-7-9 16,3 7-4-16,0 0-5 0,0 0-7 0,0 0 0 15,0 0-5-15,0 0 0 0,0 0-1 0,0 0-1 0,0 0 3 16,0 0-3-16,0 0 3 0,0 0-4 0,0 0 3 16,-4-5-4-16,4 5-5 0,0 0-4 0,0 0-2 15,0 0 3-15,0 0 3 0,0 0-2 0,0 0 7 16,0 0-1-16,0 0-1 0,0 0 6 0,0 0-8 15,0 0-9-15,0 0-2 0,0 0-8 0,10-13 0 16,-7 10-7-16,2-1-5 0,-5 4-4 0,9-8-1 16,-4 2-4-16,0 1-2 0,1-1 1 0,1 2-9 15,0 0 0-15,1-4 9 0,2 5-13 0,-3-1-1 16,3-1-2-16,-4 1 0 0,4 0-2 0,2 1 2 16,-3 1-3-16,0 0-1 0,1-1 2 0,-3 2 8 15,3 0-17-15,-3 0 5 0,-7 1-7 0,13 0 7 16,-13 0-4-16,12 2-1 0,-6-1 0 0,0 3-1 15,-6-4-1-15,11 6 11 0,-6-3-11 0,-1 1 5 16,-1 1-2-16,-3-5 2 0,7 9-4 0,-5-4 6 16,1 1-6-16,-1 0 1 0,-2-6 0 0,1 14 3 15,1-9-1-15,-2 3 8 0,0 1 2 0,-3 0 6 16,3-9-6-16,-2 15-2 0,-2-6 9 16,-3-1-8-16,3 1 4 0,-3-1-3 0,2 3 2 15,-3-2 3-15,-4 2 1 0,3-2 3 0,-5 3-5 0,0-3 7 16,3-1-9-16,-4 2 3 0,2-1-1 0,0-3-2 15,3 0-3-15,0 2 1 0,-1-2-3 0,3 0 3 16,1-4-2-16,2 2-5 0,5-4 5 0,-9 3-1 16,9-3 0-16,-6 5-3 0,6-5 6 15,-5 4-3-15,5-4-5 0,0 0 4 0,0 0-5 0,-7 4 3 16,7-4 5-16,0 0 15 0,0 0-12 0,0 0-11 16,0 0-2-16,0 0 8 0,0 0-3 0,0 0 4 15,0 0-3-15,0 0 1 0,0 0 0 0,0 0-2 16,0 0 3-16,0 0 6 0,0 0-8 0,20 0 1 15,-20 0-1-15,11 0 2 0,-11 0 3 0,12 0-3 16,-12 0-4-16,12 1-5 0,-5 0 0 0,-7-1 15 16,13 5-9-16,-7-2-4 0,0 1-4 0,2 1 8 15,-3-1-6-15,4 1-6 0,0 3 4 0,-3-1 2 16,2 0 5-16,-2 0-2 0,3 2-2 0,-4-1 5 16,2 0-6-16,-1 1 6 0,1 0-3 0,-2-2 4 15,-3 1-2-15,2 0-2 0,-3 2 2 0,1-4-2 16,-1 1-1-16,-1-7 2 0,-1 13 3 0,-2-7-6 15,-1 3 8-15,-2-1 12 0,-2 1-2 0,-1-3-3 16,-5 4 1-16,3-6 3 0,-7 4 4 0,3-1-2 16,-3 0-8-16,0-1 4 0,-1 1-1 0,2-4-5 15,-2-1-2-15,1 3-3 0,4-2-18 0,2-2-4 16,-6 0-17-16,5 0-20 0,1 2-19 0,0-3-28 16,12 0-34-16,-21 3-33 0,12-2-38 0,9-1-47 15,-15-1-53-15,15 1-185 0,0 0-532 0,-15-3 236 16</inkml:trace>
  <inkml:trace contextRef="#ctx0" brushRef="#br0" timeOffset="90919.68">15275 5606 47 0,'0'0'203'0,"-4"-11"5"0,4 11-4 0,-2-4-5 15,2 4-7-15,0 0-18 0,0 0-19 0,5-13-14 16,-5 13-17-16,10-5-9 0,-1 0-16 0,1 0-7 16,3 1-9-16,-1 1-8 0,3 0-7 0,1 2-6 15,-1-1-3-15,-4 1-4 0,6-1-6 0,-6 2-3 16,3 0-5-16,-2 0-3 0,-1 2-6 0,2 0-4 16,-3 1-1-16,2 0-6 0,-3 0 0 0,-2 3-2 15,1-3-1-15,-2 2-6 0,0-1 6 0,0 4-12 16,-1-1 3-16,-2 0 3 0,2-2 0 0,-3 4 4 15,-1 1 2-15,1-3-3 0,-2-1 1 0,0-6 2 16,1 16 7-16,-2-5 0 0,-2-3 3 0,2 2-4 16,-4-1 3-16,1-2-2 0,0 1 1 0,-1-1-5 15,0 1 1-15,-1 2 2 0,-5 0-5 0,5-1 0 16,-2-2-2-16,2 0-2 0,-2-1-1 0,2 1-1 16,1-2-3-16,0-2 2 0,-1 1-4 0,-1 0-1 15,4 2 3-15,3-6-4 0,-8 5 5 0,5-1-2 16,3-4-3-16,-7 3 1 0,7-3 1 0,0 0-5 15,-10 5 3-15,10-5-1 0,0 0-1 0,-7 3-1 16,7-3 0-16,0 0-2 0,0 0 0 0,0 0-2 16,-4 4 1-16,4-4 2 0,0 0-3 0,0 0 1 15,0 0-2-15,0 0 0 0,0 0-2 0,0 0 0 16,0 0-1-16,0 0-1 0,0 0-2 0,0 0 6 16,0 0-5-16,0 0 16 0,0 0-4 0,18 6-6 15,-12-4 1-15,-6-2 2 0,10 1 2 0,-10-1-2 16,12 2 7-16,-6 1-9 0,1-2 0 0,0-1-1 15,3 3-2-15,-3-1 5 0,2 2-3 0,0 0 0 16,1-1-1-16,-1 0 1 0,-1 3 7 0,2 0-11 16,-4 0 4-16,1 1 1 0,-1 0-1 0,0 0-1 15,1 2 1-15,-5-1 0 0,-2 0 10 0,0 3-1 16,-1 0 2-16,-5-1 3 0,-1 1 2 0,0 2 8 16,-1-4-3-16,-5 4-6 0,0-2 0 0,-2-1-2 15,1 1-2-15,-5-3 4 0,5-1-2 0,-4 2 2 16,2-1-3-16,-3-1-2 0,1 0-5 0,3-1-10 15,1-3-15-15,-2 3-21 0,0-3-31 0,2 1-41 16,1-1-53-16,1-3-74 0,12 0-233 16,-25 0-512-16,11 0 228 0</inkml:trace>
  <inkml:trace contextRef="#ctx0" brushRef="#br0" timeOffset="113698.13">7219 4642 177 0,'-1'-8'175'0,"1"8"-1"0,0 0-12 16,-2-11-6-16,2 11-9 0,0 0-6 0,2-12-6 15,-1 7 0-15,-1 5-6 0,0 0-9 0,-3-11-8 16,3 11 0-16,0-10-5 0,0 10 1 0,0-10 1 15,0 10 4-15,-1-11-7 0,1 11-13 0,-1-7-11 16,1 7-3-16,0 0-9 0,1-10-6 0,-1 10-9 16,0 0-5-16,0 0-8 0,1-6-1 0,-1 6-6 15,0 0-10-15,0 0-5 0,0 0-8 0,0 0-1 16,0 0-1-16,0 0-3 0,0 0 0 0,0 0-1 16,0 0 0-16,11 23-1 0,-9-10-1 0,1-3-1 15,-1 4 5-15,1-2 1 0,1 3 2 0,-3-3 3 16,0 0-6-16,2 0 7 0,-3 0-3 0,1 1 1 15,0-2-5-15,1-1 4 0,0 5-1 0,-2-4 1 16,3 1-7-16,-2-1 3 0,-1 0-23 0,1 0-13 16,-1-1-27-16,0 2-41 0,-1-2-45 0,1 1-50 15,-4-1-60-15,0 2-168 0,2-2-455 0,-2-3 202 16</inkml:trace>
  <inkml:trace contextRef="#ctx0" brushRef="#br0" timeOffset="114614.48">7774 2919 78 0,'0'0'133'0,"-9"-5"-4"0,9 5 1 0,-8-4 6 0,8 4 2 16,-5-3-2-16,5 3-8 0,0 0-6 16,0 0-11-16,-8-5-5 0,8 5-6 0,0 0-2 15,0 0-5-15,0 0 0 0,0 0 1 0,-6-2-1 16,6 2 1-16,0 0 0 0,0 0-3 0,0 0 2 15,0 0-7-15,0 0-7 0,0 0-11 0,0 0-7 16,0 0-7-16,0 0-5 0,0 0-7 0,0 0-5 16,23-2-2-16,-23 2-9 0,18 6 0 0,-7-1-7 15,-2 0-1-15,3 2-3 0,-2 3-3 0,-2 0-1 16,2 4 5-16,-1 2-4 0,0 8-4 0,-5 0 7 16,-3-4-4-16,-2 6 0 0,-3-3-2 0,-4 3 4 15,-2-3-3-15,-4-1 3 0,1-6-2 0,-4 4 6 16,-1-3 6-16,6-2-2 0,-1-5 3 0,3-1-2 15,-1-2 1-15,4-1-1 0,0 1-1 0,1-3 2 16,2-2 0-16,4-2-2 0,-6 7-4 0,6-7 2 16,-4 4-3-16,4-4-2 0,0 0-1 0,0 0-2 15,0 0-3-15,0 0 2 0,0 0-1 0,28 5-2 16,0-10-21-16,7 0-29 0,3-1-47 0,18-4-64 16,3 1-81-16,-3-1-247 0,2 0-520 0,-7-3 231 15</inkml:trace>
  <inkml:trace contextRef="#ctx0" brushRef="#br0" timeOffset="120798.25">9181 6922 12 0,'0'0'131'0,"0"0"-12"0,0 0 0 15,0 0-5-15,-2-8 10 0,2 8-15 0,0 0-6 16,0 0-5-16,0 0-3 0,0 0-7 0,0 0-7 0,-1-9-8 16,1 9 3-16,0 0-11 0,0 0 3 0,0 0-6 15,0 0-6-15,0 0-2 0,0 0-1 0,0 0-9 16,0 0-1-16,0 0-5 0,0 0 3 16,0 0-4-16,0 0 1 0,0 0-2 0,0 0 0 0,0 0 4 15,0 0 2-15,0 0 1 0,0 0 1 0,0 0 2 16,0 0 1-16,0 0 0 0,3-8-3 0,-3 8-4 15,0 0-5-15,0 0-3 0,0 0 3 0,0 0-5 16,0-11-3-16,0 11 1 0,-3-8-4 0,3 8 5 16,0 0 4-16,1-8-7 0,-1 8 0 0,0 0-4 15,0-13 0-15,0 13-3 0,0-7 0 0,0 7 7 16,0-8-2-16,0 8 6 0,0-10-1 0,0 10-4 16,0 0-4-16,-1-10 1 0,1 10 2 0,0 0 4 15,0-9-3-15,0 9-2 0,0 0-2 0,-2-8-1 16,2 8-2-16,0 0-3 0,0 0-3 0,0 0-1 15,0 0-7-15,2-9-2 0,-2 9 3 0,0 0-2 16,0 0-2-16,0 0 6 0,0 0-7 0,17 11 0 16,-12-5 0-16,1 3-3 0,3-2 2 0,1 2 4 15,-1 0-4-15,2 4-2 0,1-1 3 0,1-1 1 16,-3 2-2-16,2 3 1 0,-7-6 1 0,7 5 0 16,-1-3-2-16,-2 0 0 0,-1 0 0 0,-4-2 3 15,4-1 0-15,-1 4-2 0,-1-4-2 0,2 2 4 16,-3-1 0-16,3-3-1 0,-5 4 2 0,3-4 0 15,-1 2-1-15,-3-3-2 0,2-2 0 0,-1 3 2 0,-3-7-1 16,6 7 0-16,-6-7 4 0,4 7-3 16,-4-7-2-16,4 5 3 0,-4-5 1 0,3 4 2 15,-3-4-5-15,0 0 3 0,0 0 1 0,6 4 0 16,-6-4 0-16,0 0 2 0,0 0-2 0,0 0 4 16,0 0-3-16,0 0 2 0,0 0-2 0,0 0 2 15,0 0-2-15,14-13 0 0,-12 6-3 0,3 0 1 16,0-5-1-16,2 2 0 0,2-7 0 0,-2 4-2 15,0-3 2-15,1-1-1 0,-1 2-1 0,2-2 0 16,-2-1-1-16,-1 4-1 0,0-5-2 0,3 1 2 0,-4 3 0 16,0 0 2-16,3 1 6 0,-4 3-9 0,1-2 0 15,-4 3 4-15,2 1-3 0,-2-2 24 16,2 0-5-16,-3-1-4 0,0 3-1 0,1 0 2 16,-2-1-6-16,-1 1 5 0,1 0-6 0,1 9 3 0,-2-12-5 15,2 12 0-15,-5-10 10 0,2 4-10 0,3 6-3 16,-4-9 0-16,0 5-1 0,4 4 1 0,-6-7 0 15,6 7-3-15,-5-5 1 0,5 5-1 0,0 0-1 16,-9-4-2-16,9 4-3 0,0 0 4 0,0 0-4 16,0 0-1-16,0 0 0 0,-12 1-1 0,12-1 3 15,0 0 1-15,-9 10-6 0,7-4 6 0,-2 0-4 16,0 0 7-16,2 3-7 0,0-2 4 0,1 3 0 16,1-10-2-16,1 16 2 0,2-6 2 0,2 0-1 15,1-3 2-15,2 2-6 0,4 1-10 0,4 3-16 16,0-4-24-16,1-1-24 0,2 0-17 0,1-2-33 15,0 0-34-15,2-1-20 0,-3-3-24 0,2 2-25 16,-1-1-133-16,-7 0-397 0,7-3 176 0</inkml:trace>
  <inkml:trace contextRef="#ctx0" brushRef="#br0" timeOffset="121632.15">9861 7134 35 0,'0'0'187'0,"0"-9"-4"0,0 9-3 0,0 0-1 0,0 0-3 16,-2-12-7-16,2 12-3 0,0 0-8 0,0 0-9 15,0-7-11-15,0 7-12 0,0 0-10 0,0 0-13 16,0 0-11-16,0 0-8 0,0 0-8 0,0 0-11 16,0 0-7-16,0 0-8 0,0 0-5 0,0 0-5 15,0 0-1-15,0 0 2 0,0 0-5 0,0 0 7 16,3 32 4-16,-3-19 3 0,1 3-8 0,1-4-1 15,-1 2-1-15,-1-1 9 0,1 3-1 0,0-3-6 16,-1 3 0-16,2 0 2 0,0-4-3 16,-2 0-4-16,0-1-3 0,0-2-7 0,0 3 0 0,1 0-2 15,1-2-5-15,-2-4 2 0,2 1-5 0,-2 2-3 16,0-9 5-16,3 10-19 0,-2-5-14 0,0 2-25 16,-1-7-28-16,3 7-34 0,-3-7-32 0,1 9-36 15,-1-9-31-15,7 6-27 0,-7-6-192 0,3 4-454 16,-3-4 202-16</inkml:trace>
  <inkml:trace contextRef="#ctx0" brushRef="#br0" timeOffset="121848.23">10222 7079 157 0,'8'-1'223'0,"-8"1"-21"0,0 0-18 16,0 0-19-16,9-4-17 0,-9 4-13 0,7-4-15 16,0 2-11-16,1-2-11 0,4 3-13 0,1-5-10 15,5 5-5-15,0-1-26 0,0-2-22 0,-3 3-37 16,-1-2-44-16,-1 3-33 0,1 0-38 0,-2 1-128 16,-2 2-278-16,-4-3 124 0</inkml:trace>
  <inkml:trace contextRef="#ctx0" brushRef="#br0" timeOffset="122031.35">10239 7247 79 0,'0'0'182'0,"-5"5"4"16,5-5-3-16,0 0-6 0,-7 3-6 0,7-3-15 16,0 0-5-16,0 0-9 0,0 0-17 0,17 6-11 15,-7-6-13-15,4-1-24 0,5-1-21 0,3 1-37 16,6-1-46-16,0-1-37 0,2-2-40 0,2 3-43 15,-7-2-117-15,2-1-284 0,4-6 127 0</inkml:trace>
  <inkml:trace contextRef="#ctx0" brushRef="#br0" timeOffset="122399.01">10939 6985 259 0,'0'0'259'0,"3"-6"-12"0,-3 6-2 0,0 0-8 15,4-6-14-15,-4 6-13 0,0 0-12 0,0 0-19 16,0 0-12-16,0 0-21 0,0 0-8 0,0 0-8 16,0 0-8-16,-14 15-8 0,8-4-9 0,-4 4-3 15,1 2-10-15,-1-2-9 0,5 3-10 0,-4 2-4 16,3-2-5-16,0-3-8 0,1 2-2 0,4-1-14 16,0-3-6-16,1-2 1 0,1 1 0 0,2 1-5 15,-1-4 5-15,3 1-10 0,4-3 0 0,3 2 0 16,1-5-1-16,3 1-4 0,2-1 0 0,1-1-4 15,2-6-5-15,-2 3 7 0,3-1-7 0,-1-6 2 16,5 0-8-16,-6-1 9 0,1-1 3 0,-3 0 1 16,-2-2 11-16,-2-1-7 0,-1-1 7 0,-1-3-2 15,-3 0-6-15,-2 0 3 0,-2 0 4 0,-3-4-5 16,-4 2-5-16,0-1 0 0,-5 1-1 0,-1 1-6 16,-2-1 6-16,-2 1-11 0,-4 2-3 0,-4-3-9 15,3 7-29-15,-8-2-47 0,-2 9-39 0,-6 5-49 16,-18 11-63-16,12-4-58 0,-12 14-276 0,-3 0-614 15,-1 1 273-15</inkml:trace>
  <inkml:trace contextRef="#ctx0" brushRef="#br0" timeOffset="146731.29">10386 8042 19 0,'0'0'134'0,"0"0"-9"0,0 0-2 0,0 0-9 16,0 0-2-16,0 0-5 0,0 0-2 0,2-7-3 15,-2 7-5-15,0 0-4 0,0 0 1 0,0 0-5 16,0 0-3-16,0 0-6 0,0 0-8 0,0 0-1 15,0 0-2-15,0 0-6 0,0 0-4 0,0 0 1 16,-1-11-1-16,1 11 6 0,0 0-6 0,0 0-2 16,0 0 0-16,0 0-1 0,0 0-3 0,0 0 0 15,-4-6-2-15,4 6-3 0,0 0-4 0,0 0 1 16,0 0-3-16,0 0 2 0,-2-9-1 0,2 9-2 16,0 0-1-16,0 0-2 0,0 0-6 0,0 0 4 15,0 0-1-15,0 0-1 0,-4-7-1 0,4 7-2 16,0 0 2-16,0 0-6 0,0 0 0 0,0 0-4 15,0 0 2-15,-4-7-5 0,4 7 0 0,0 0 14 16,0 0-5-16,0 0-1 0,0 0-8 0,0 0-6 16,0 0 1-16,0 0-9 0,0 0 0 0,0 0 0 15,0 0-3-15,0 0 3 0,0 0-2 0,0 0-3 16,8 20 2-16,-3-11-1 0,0 2 3 0,3 1-1 16,-3 2 0-16,2 2-3 0,4-2 1 0,-3 4 4 15,2-4 0-15,-4 1 2 0,3 1 1 0,1-2 0 16,-4-3-5-16,1 0 14 0,-1 4-12 0,2-5-2 15,-3 0 1-15,1 0 3 0,0-1-6 0,-1 1 6 16,1-1-1-16,-1 0-3 0,-1 0 1 16,0-4-1-16,-2 1 1 0,1-1 2 0,2 1 1 0,-2-3-5 15,-3-3 1-15,3 8-2 0,-3-8 0 0,3 6 1 16,-3-6 6-16,4 3-6 0,-4-3 0 0,0 0 2 16,0 0 3-16,0 0-2 0,2 6 2 0,-2-6-2 15,0 0 11-15,0 0 11 0,0 0 8 0,5 4 10 16,-5-4 3-16,0 0-1 0,0 0 1 0,0 0-9 15,0 0-4-15,4-19-7 0,-2 8-4 0,0 0-4 16,1 1-3-16,-1-4-3 0,5-1 0 0,-2-2-2 16,0 3-5-16,0-2 8 0,0 0-4 0,-1 0 0 15,2 1-7-15,-3 3 1 0,2-3-12 0,-1 2 12 0,0 1 4 16,0 2-12-16,-2-1 10 0,1-1-9 16,0-1 5-16,1 2-6 0,0-1 7 0,-3 2-2 15,2-3-5-15,-1 4 1 0,1 2-2 0,0-1 3 16,-3 8-2-16,2-12-1 0,1 4 6 0,-3 8-5 15,2-10-1-15,0 5 3 0,-2 5 8 0,5-8-15 0,-5 8 8 16,1-6-4-16,-1 6-10 0,0 0-5 16,0 0-5-16,4-6-14 0,-4 6-13 0,0 0-18 15,0 0-24-15,0 0-25 0,0 0-34 0,0 0-27 16,0 0-19-16,0 0-12 0,0 0-29 0,0 0-31 16,-5 28-136-16,0-18-439 0,0 7 194 0</inkml:trace>
  <inkml:trace contextRef="#ctx0" brushRef="#br0" timeOffset="147215.25">10787 8300 146 0,'0'0'249'0,"0"0"-6"15,0 0-9-15,0 0-14 0,0 0-12 0,0 0-7 0,0 0-15 16,5-4-9-16,-5 4-13 0,0 0-13 0,0 0-12 16,0 0-13-16,0 0-12 0,0 0-14 15,0 0-5-15,0 0-6 0,0 0-10 0,0 0-6 16,0 0-4-16,-1 14-5 0,1-14-7 0,0 0 1 16,-6 17-2-16,3-8-10 0,0 2-9 0,1 0 3 0,-2-1-6 15,1 2-2-15,1 0-3 0,4-1-9 16,-4-1 6-16,2-1-5 0,0 0-4 0,0-9-2 15,1 12 0-15,0-5-2 0,2-2 2 0,0 1-2 16,-3-6-3-16,3 7 4 0,1-4-2 0,1 0-2 0,-5-3 2 16,0 0-2-16,20 4-2 0,-20-4 6 0,16-4-5 15,-6 1-1-15,-1 0 2 0,3-4 1 16,-3 3-1-16,0-2-1 0,1-3 1 0,-1-1 2 16,-3 1 3-16,3 0 1 0,-4-4-3 0,-1 2-1 15,1-1 2-15,-1-5-1 0,-4 2-7 0,0 0 2 0,-1 4-3 16,0 0-1-16,-3-1-1 0,-1 2 0 0,2 0-2 15,-3 1 4-15,2 0-5 0,0 1 0 0,1 4-2 16,-2-2 1-16,-2 1-7 0,0 2-11 16,7 3-5-16,-15-2-16 0,4 2-15 0,0 1-21 15,1 2-26-15,-3 1-29 0,3 4-31 0,-4 0-36 0,4 5-30 16,2-3-32-16,-2 4-182 0,1 0-480 16,4 2 213-16</inkml:trace>
  <inkml:trace contextRef="#ctx0" brushRef="#br0" timeOffset="147782.25">11117 8383 71 0,'-3'-8'238'0,"3"8"-2"15,0 0-3-15,0 0-5 0,0 0-6 0,0 0-3 0,0 0-14 16,-2-11-10-16,2 11-18 0,0 0-11 0,0 0-8 16,0 0-13-16,0 0-5 0,-2-9-11 0,2 9-17 15,0 0-7-15,0 0-7 0,4-8-15 0,-4 8-10 16,7-5-14-16,-7 5 5 0,7-1-12 0,-7 1-7 15,13-3-6-15,-13 3-1 0,10 0-4 0,-10 0 3 16,15 4-12-16,-9 0-5 0,1-1-6 0,1 1 1 16,-1 1-2-16,0 4-3 0,0-1 3 15,-4 3 1-15,3-1 6 0,-4 0 3 0,1 2 4 0,-3 1-2 16,-2 2 3-16,-1 0-3 0,-4-1-1 0,-2 3 1 16,-5 0 0-16,-1 2-2 0,-3 2 0 0,1-10-4 15,1 0-4-15,2 0 4 0,-2-2 3 0,6-1-3 16,-3-3 4-16,4 0 3 0,3-1-12 15,-1-2 2-15,0 3 1 0,1-2 0 0,6-3 21 0,-9 4-28 16,9-4-4-16,-6 2 3 0,6-2 3 0,-6 3 3 16,6-3-9-16,0 0-1 0,0 0-3 0,-6 3 1 15,6-3-2-15,0 0 9 0,0 0-15 0,0 0 6 16,0 0-4-16,0 0-3 0,0 0 1 16,0 0 4-16,0 0-3 0,0 0 1 0,0 0 1 0,19 8 0 15,-13-8-6-15,6 3-2 0,-2-3-17 0,2 0-21 16,1 1-22-16,-1-1-28 0,2-1-26 0,0 0-37 15,-1 1-48-15,5-2-51 0,0 1-42 0,-4 1-193 16,2-1-537-16,-3-1 237 0</inkml:trace>
  <inkml:trace contextRef="#ctx0" brushRef="#br0" timeOffset="148132.16">11790 8284 241 0,'0'0'260'15,"0"0"-8"-15,0 0-12 0,0 0-3 0,0 0-20 16,-4-9-14-16,4 9-12 0,0 0-14 0,0 0-18 16,0 0-3-16,0 0-26 0,0 0-14 0,0 0-15 0,0 0-7 15,0 0-16-15,0 0 6 0,0 0-16 16,13-3-14-16,-7 1-15 0,-6 2-14 0,19-2-19 16,-9 1-26-16,2-2-32 0,0 2-42 0,0 1-61 15,0 0-45-15,-3 1-50 0,-2 2-144 0,2 0-425 0,-4-1 189 16</inkml:trace>
  <inkml:trace contextRef="#ctx0" brushRef="#br0" timeOffset="148298.74">11747 8468 21 0,'0'0'232'0,"-4"5"-11"0,4-5-6 0,0 0-4 15,0 0-16-15,0 0-15 0,0 0-10 16,0 0-16-16,0 0-16 0,27-5-17 0,-9-2-11 0,0 0-23 15,7-1-26-15,-6 3-40 0,-1-1-55 0,3 3-57 16,6-6-48-16,-7 4-174 0,-2 0-337 0,2-1 149 16</inkml:trace>
  <inkml:trace contextRef="#ctx0" brushRef="#br0" timeOffset="153085.1">12576 8222 213 0,'0'0'211'0,"0"0"-2"0,0 0-9 0,0 0-14 16,0 0-7-16,0 0-16 0,4-7-12 0,-4 7-8 15,0 0-16-15,0 0-10 0,0 0-12 0,0 0-10 0,0 0-10 16,0 0-8-16,0 0-8 0,0 0-7 15,0 0-8-15,0 0-5 0,0 0 1 0,0 0-4 16,0 0 2-16,0 0-9 0,10-2-2 0,1 1-3 16,3-1-8-16,5 2-9 0,0-3-8 0,0-1-26 0,12 2-31 15,2-2-44-15,-5-1-41 0,5 0-52 16,-2 0-46-16,-5 0-119 0,4-1-378 0,-8-1 168 16</inkml:trace>
  <inkml:trace contextRef="#ctx0" brushRef="#br0" timeOffset="153398.17">13167 7989 52 0,'-3'-12'251'0,"3"12"-5"16,0-10-3-16,0 10-1 0,-2-7-1 0,2 7-10 15,0 0-20-15,-2-9-14 0,2 9-25 16,0 0-13-16,0 0-21 0,0 0-16 0,0-8-14 0,0 8-16 15,0 0-7-15,0 0-10 0,0 0-11 0,0 0-3 16,0 0-6-16,4 31-3 0,-4-14-4 0,3 1 0 16,-1 1 0-16,-2 1-4 0,3 5-1 0,-3-7-14 15,0 1 6-15,0 0 1 0,0-1-9 0,0-1-4 16,2 1 14-16,-2-3-19 0,0 0-5 0,0 2 3 16,0-7-2-16,0 0-18 0,0 0-26 0,0 2-21 15,0-1-30-15,0-3-24 0,0 2-32 16,0-3-25-16,0-7-26 0,0 15-31 0,0-8-14 0,0-7-162 15,-2 13-427-15,2-13 189 0</inkml:trace>
  <inkml:trace contextRef="#ctx0" brushRef="#br0" timeOffset="153749.1">13172 7912 180 0,'6'-17'183'0,"3"0"-11"15,0 2-1-15,3-1-13 0,0 4-8 0,-4 2-9 16,3 3-15-16,0-1-17 0,0 1-10 0,-2 3-10 16,0 1-4-16,-2 3-12 0,2 0-10 0,-9 0-10 15,15 6-4-15,-3-2-3 0,-5 6-6 0,-1-1 0 16,-3 3-2-16,1 5 1 0,-4 0-6 0,-4 2-1 16,-1 4-5-16,-4-4-2 0,-5 3-2 0,1-2-4 15,-3-3 2-15,5-2-4 0,-3-3-4 0,3-3-2 16,0-1-2-16,5-1 0 0,-4-1-2 0,4 0 2 15,1-2-2-15,5-4 0 0,-8 7-1 0,5-5-1 16,3-2 1-16,0 0 1 0,-5 7-3 0,5-7-5 16,0 0 5-16,0 0-3 0,0 0-2 0,0 0 1 15,10 9 0-15,-3-6 0 0,1 0-1 0,4-1 3 16,-1 2-1-16,0 1-3 0,1 0 1 0,3 1 2 16,1 0-12-16,-5 1-19 0,2 0-21 0,3-2-27 0,-5 2-31 15,3 2-34-15,-3-2-22 0,0-2-139 0,-2 4-327 16,4-5 145-16</inkml:trace>
  <inkml:trace contextRef="#ctx0" brushRef="#br0" timeOffset="154032.03">13666 7967 226 0,'0'0'241'0,"0"-10"-2"0,0 10-11 0,0 0-13 0,0-9-16 15,0 9-21-15,0 0-7 0,0 0-30 0,0 0-3 16,0 0-11-16,0 0-5 0,0 0-5 16,-16 23-7-16,9-7-6 0,-2 8 0 0,2 0-10 15,-2 2-6-15,5-1-2 0,-3 0-9 0,1 0-5 0,0-1-5 16,4-6-4-16,-4 7-4 0,1-6-4 0,3 0-5 16,0-2-6-16,-2 0-3 0,4 0-4 15,-2-5-1-15,-1 6-6 0,-2-9-6 0,8 4-24 0,-1-4-22 16,-4 1-24-16,4 1-23 0,-4 0-38 0,4-4-42 15,-2 0-43-15,0-7-16 0,3 11-45 0,-3-4-171 16,0-7-457-16,0 0 203 0</inkml:trace>
  <inkml:trace contextRef="#ctx0" brushRef="#br0" timeOffset="154199.13">13490 8264 84 0,'0'0'147'0,"5"-3"-10"15,3 0-13-15,-8 3-6 0,19-2-18 0,-8-1-8 16,5 1-10-16,2 1-8 0,0-1-8 0,4 2-22 16,5 1-32-16,3-2-54 0,-3 3-131 0,1-2-188 15,-7 1 83-15</inkml:trace>
  <inkml:trace contextRef="#ctx0" brushRef="#br0" timeOffset="154415.14">13151 8813 129 0,'-6'4'279'0,"1"-2"-25"0,-2 1-28 16,7-3-19-16,-7 3-24 0,7-3-16 0,0 0-13 15,0 0-12-15,0 0-14 0,19 6-10 0,-6-6-15 16,7-2-8-16,-2 2-11 0,9-1-15 0,2-1-28 0,0 0-24 15,-2 0-43-15,-6 2-55 0,-2 0-22 16,2-2-36-16,-1 2-32 0,-2 2-142 0,-4-2-339 16,-3 3 150-16</inkml:trace>
  <inkml:trace contextRef="#ctx0" brushRef="#br0" timeOffset="154684.75">13295 8901 171 0,'0'0'194'16,"0"0"-5"-16,0 0-3 0,-2 5 11 0,2-5-3 16,-2 9-8-16,2-9-2 0,0 12 3 0,-3-3-4 15,3 1-10-15,3 2-17 0,-6 3-9 0,6 0-8 16,-3 3-15-16,2-1-4 0,-2 1-11 0,0 0-7 16,0 1-11-16,0 0-9 0,0 1-7 0,0-1-9 15,0 0-2-15,0 0-9 0,0-2-6 0,0 1-1 16,0-2-7-16,-2-4-4 0,4 0-9 0,-2-1-10 15,0 0-22-15,0 0-17 0,0-1-44 0,0-1-45 16,0 1-44-16,0-3-38 0,2-1-28 0,-2-6-35 16,2 11-174-16,-2-11-465 0,2 6 205 0</inkml:trace>
  <inkml:trace contextRef="#ctx0" brushRef="#br0" timeOffset="155032.32">13398 8867 14 0,'5'-9'187'0,"3"0"-11"0,-3 3-12 0,0 2-17 15,-1 0-12-15,-4 4-10 0,13-4 2 0,-7 2 0 16,-6 2 2-16,10 6 1 0,-3-2-8 0,0 2-6 16,-3 2-10-16,-1 0-5 0,-1 3-10 0,-2 1-5 15,-2 5-7-15,-5-2-6 0,-2-2-9 0,0 4-7 16,-3-2-6-16,-5 4-7 0,1-5-12 0,7-5 2 15,-4 2-3-15,1-3-4 0,3-2-2 0,1 1-2 0,2-3-1 16,0-1-2-16,6-3-3 0,-7 5 2 16,3-1-1-16,4-4-2 0,-7 3 6 0,7-3 6 0,0 0 2 15,0 0-1-15,-7 3 1 16,7-3-4-16,0 0-7 0,0 0-1 0,0 0-3 0,0 0 0 16,0 0-4-16,0 0 1 0,14 14-4 0,-5-9 1 0,3-2 1 15,-2 2-3-15,1-1-2 0,3 1-17 16,1 1-26-16,4 2-36 0,-4-1-43 0,3 1-50 15,0-4-28-15,-2 2-40 0,-5-2-131 0,3-1-395 0,-1 0 175 16</inkml:trace>
  <inkml:trace contextRef="#ctx0" brushRef="#br0" timeOffset="155239.92">13719 9023 182 0,'5'-7'271'0,"-5"7"-4"0,2-6-5 0,-2 6-17 15,0 0-11-15,3-6-20 0,-3 6-18 0,0 0-16 16,0 0-1-16,0 0-13 0,0 0-2 0,0 0-6 16,4 20-13-16,-4-9-7 0,0 1-21 0,0 4-9 15,2-3-8-15,-2 4-8 0,0 0-12 0,-2-1-5 16,2 1-27-16,2 0-33 0,-2-5-43 0,2 0-42 16,-2 4-64-16,2-3-73 0,-1-3-59 0,-1 0-223 15,2-1-529-15,-2 1 234 0</inkml:trace>
  <inkml:trace contextRef="#ctx0" brushRef="#br0" timeOffset="155881.29">14365 8222 107 0,'-1'-10'301'0,"1"10"-9"0,0 0-21 16,2-9-9-16,-2 9-11 0,0 0-19 16,-3-11-13-16,3 11-19 0,0 0-16 0,0 0-25 15,-1-5-16-15,1 5-15 0,0 0-11 0,0 0-25 16,0 0-9-16,0 0-5 0,0 0-6 0,13 26-2 0,-4-10-1 15,0 9-1-15,2-1-11 0,-6-3 14 0,4 3-13 16,-3 4-11-16,4-2 19 0,-2-2-19 16,-3-4-2-16,0-3 9 0,1 3-17 0,1-4-4 15,-2 0 3-15,-1-3-4 0,-2-3-2 0,2 1-2 0,-1-3 1 16,-1-1-6-16,0 1 10 0,3-4-10 0,-5-4 1 16,2 9-6-16,-2-9 8 0,3 5 28 0,-3-5 1 15,0 0-3-15,0 0-2 0,13-12 1 0,-6 2-15 16,2-5 6-16,2-3-4 0,0 1-10 0,1-5 9 15,1 0-16-15,0-2 3 0,0 0-5 0,-1 2-2 16,-1-2-2-16,1-3 3 0,0 3-2 0,-2 2-6 16,-1 3-6-16,-1 3 2 0,0-2 0 0,0 2-11 15,-3 2 5-15,1 5-6 0,-1 0-12 0,0-1-25 16,-2 6-19-16,1-3-37 0,0 2-34 0,-4 5-41 16,3-6-26-16,-3 6-8 0,0 0-16 0,0 0-12 15,16 19-25-15,-13-9-18 0,-2 8-199 0,1-2-517 16,2 1 228-16</inkml:trace>
  <inkml:trace contextRef="#ctx0" brushRef="#br0" timeOffset="157056.19">14931 8503 129 0,'0'0'160'16,"0"0"-6"-16,0 0-1 0,0 0-4 0,0 0-5 15,0 0-3-15,0 0-2 0,0 0-1 0,0 0-4 16,0 0-1-16,0 0-5 0,0 0-6 0,0 0-5 0,0 0-6 16,0 0-9-16,0 0-4 0,0 0-9 15,0 0-6-15,0 0-5 0,0 0-4 0,0 0-9 16,0 0-3-16,0 0-6 0,0 0 0 0,0 0-9 16,0 0-1-16,0 0-2 0,0 0-1 0,0 0-7 0,0 0-1 15,0 0-5-15,0 0-4 0,0 0 5 0,0 0 0 16,0 0-6-16,0 0 4 0,0 0-1 15,0 0 0-15,0 0 5 0,0 0 0 0,0 0 3 16,0 0 0-16,0 0 0 0,0 0-2 0,0 0-4 0,0 0-2 16,0 0-1-16,0 0 0 0,0 0-1 0,0 0-2 15,0 0 3-15,0 0 12 0,0 0-10 0,0 0-4 16,0 0-4-16,0 0 4 0,0 0 1 16,0 0-4-16,0 0-7 0,0 0 5 0,0 0 10 15,0 0-12-15,0 0-3 0,0 0-4 0,0 0 5 0,0 0 6 16,0 0-15-16,0 0-5 0,10-4 4 0,-5 2 0 15,-5 2-3-15,7-4-3 0,-7 4 1 16,10-3 6-16,-10 3-9 0,9-2 4 0,-9 2-1 16,7-2 1-16,-7 2-8 0,0 0 3 0,14 1 1 0,-14-1-1 15,6 3 0-15,-6-3-3 0,7 6 1 0,-2-3 2 16,0 2 0-16,-3 3 3 0,1-2-2 0,-1 0 3 16,0 1 1-16,0 3 0 0,-3 0-2 15,-2 2 0-15,2-4 3 0,-1 3-1 0,0-2 1 0,-3 0-3 16,1 2 6-16,-3 0-3 0,0-1 0 0,1 0-1 15,-2 0-2-15,1-1 4 0,-3 1-2 0,2 0 2 16,-2-1-5-16,1-2 4 0,2 2-2 0,1-1 0 16,-2-1-5-16,4-2 8 0,-1 1-4 0,-1 0 2 15,3-2-5-15,3-4 4 0,-6 8 2 0,1-4-6 16,5-4-6-16,0 0 12 0,-4 6-5 0,4-6-1 16,0 0 5-16,-5 7-1 0,5-7 6 0,0 0 0 15,0 0-7-15,0 0 0 0,-6 4 8 0,6-4-10 16,0 0 3-16,0 0 1 0,0 0 0 0,0 0 1 15,0 0 11-15,0 0-13 0,-5 6-3 0,5-6 3 16,0 0 11-16,0 0-15 0,0 0 0 0,0 0 5 16,0 0-4-16,0 0 2 0,0 0 0 0,0 0 1 15,0 0 1-15,0 0 3 0,0 0-2 0,0 0-1 16,0 0-7-16,0 0 2 0,0 0 1 0,0 0-1 16,0 0 5-16,0 0-7 0,0 0 6 0,0 0-3 15,0 0 4-15,0 0 0 0,0 0-8 0,0 0 1 16,0 0 5-16,0 0-5 0,0 0 15 0,0 0-9 15,0 0-2-15,0 0-5 0,0 0 1 0,0 0 5 16,0 0 0-16,0 0-3 0,0 0 0 0,0 0-3 16,0 0 4-16,0 0 0 0,0 0-3 0,0 0 1 15,0 0-2-15,0 0 9 0,0 0-7 0,0 0 6 16,0 0-1-16,0 0-3 0,0 0 2 0,0 0 0 16,0 0 9-16,0 0-7 0,15 2-2 0,-15-2-2 15,12-1 7-15,-1 1-5 0,0-1 10 0,1 0-11 16,1 1 3-16,5-3-9 0,0-2 12 0,2 2-5 0,-1 1-3 15,0-3-3-15,0 2 12 0,-1-1-4 0,0-1-1 16,2 2-2-16,-3-1-1 0,-1 1-1 16,-1 2 5-16,-1 1-2 0,-3-3 1 0,1 2 0 15,-1-2-2-15,-2 0 14 0,-1 2-12 0,-8 1-1 0,14-1-4 16,-14 1 5-16,10-2-1 0,-10 2-4 0,8 0 0 16,-8 0 16-16,0 0-16 0,8-2 4 0,-8 2 0 15,0 0-3-15,0 0 10 0,0 0-5 0,10-1-4 16,-10 1 1-16,0 0 4 0,0 0 1 0,0 0-6 15,0 0 0-15,0 0 2 0,0 0-6 0,0 0-21 16,7-2-28-16,-7 2-46 0,0 0-55 0,0 0-71 16,0 0-60-16,0 0-253 0,0 0-584 15,0 0 259-15</inkml:trace>
  <inkml:trace contextRef="#ctx0" brushRef="#br0" timeOffset="160584.29">14773 9081 104 0,'0'0'103'0,"0"0"-5"0,0 0-8 16,0 0-12-16,0 0-7 0,0 0-8 0,0 0 2 16,0 0-6-16,0 0-13 0,0 0-2 0,0 0-7 15,0 0-12-15,0 0-18 0,0 0-28 0,0 0-32 0,0 0-26 16,0 0-45-16,0 0-132 0,0 0 59 16</inkml:trace>
  <inkml:trace contextRef="#ctx0" brushRef="#br0" timeOffset="165049.13">9761 10462 49 0,'-3'-11'209'0,"2"5"-15"0,1 6-3 0,-3-15-9 16,2 10 1-16,0-2-9 0,1 7-5 0,-1-13-11 15,1 13 6-15,0-11-14 0,0 11-11 0,0-11-4 16,0 11-10-16,-3-6-5 0,3 6-11 0,0 0-12 16,0-10-11-16,0 10-7 0,0 0-5 0,0 0-8 15,0 0-2-15,0 0-15 0,-4-7-5 0,4 7-7 16,0 0-2-16,0 0-3 0,0 0-6 0,0 0-4 15,0 0 0-15,0 0-2 0,0 0-7 0,0 0-1 16,0 0 3-16,0 0-4 0,0 0 0 0,0 0-8 16,0 0 5-16,0 0 3 0,0 0-4 0,0 0-6 15,0 0 3-15,0 0-4 0,13 17 2 0,-8-9-1 16,0 1 12-16,2 0-10 0,0 2-3 0,4 2 0 16,-4 2 6-16,5-1-2 0,-5 1 3 0,2-1-4 15,2-2 5-15,-1 4 4 0,-3-3-11 0,1 1 4 16,2 0 0-16,-2 0-3 0,-2 0-1 0,1-5 1 15,-2 3 3-15,1-3-1 0,-1 2-1 0,1-3-3 16,-1 0 5-16,-1 1 0 0,-1 1-3 0,2-3 0 16,-1-1 1-16,-1 0-4 0,-1-1 6 0,-2-5-4 0,5 8 4 15,-2-4-4-15,-3-4-1 0,0 0 1 0,4 7 1 16,-4-7 2-16,0 0 0 0,1 6 4 16,-1-6-5-16,0 0 0 0,0 0 5 0,0 0 2 15,4 6 13-15,-4-6 10 0,0 0 20 0,0 0-11 0,0 0 4 16,0 0-4-16,0 0-17 0,0 0 0 0,5-27 1 15,-2 16-1-15,-1-2 12 0,1-4-16 0,-1-1-2 16,3 1-2-16,-1-3-3 0,1-3-4 16,-2 2 3-16,5-6-6 0,-2 0 0 0,-2-1 0 0,2-1-4 15,1 1 0-15,3-1-9 0,-4 2 8 0,1 2-4 16,-2 6 2-16,-1 0-3 0,1 2 3 0,-3 1 0 16,1 1-6-16,1 4 0 0,-3 1-1 0,1 2 0 15,0 2-3-15,0 0-8 0,-2 6-19 0,3-11-18 16,-3 11-33-16,0 0-27 0,5-3-29 0,-5 3-16 15,0 0-25-15,6 18-19 0,-3-3-29 0,-1 6-25 16,-3 7-145-16,1-1-436 0,-2 3 194 0</inkml:trace>
  <inkml:trace contextRef="#ctx0" brushRef="#br0" timeOffset="165399.04">10144 10619 16 0,'0'0'171'0,"14"-4"3"0,-7 3-4 0,-7 1-15 16,13-2-10-16,-6 0-15 0,-7 2-4 0,12-2-3 15,-12 2 11-15,10 4-2 0,-4-1-1 0,-1 1-2 16,2 4-2-16,-2 1-8 0,-4-2-4 0,3 3-8 16,-3-1-6-16,-1 4-2 0,0 3-9 0,-3-2-2 15,-1 2-11-15,-3 0-5 0,-1 1-9 0,-3-2-5 16,2-1-6-16,-1 0-1 0,0 0-5 0,-1-2-1 15,0-2-8-15,0-1 0 0,3-1-7 0,3-3-2 16,-1 2-6-16,0-2 2 0,2-1-2 0,4-4-6 16,-6 7-1-16,2-4 0 0,4-3-3 0,-6 4 3 15,6-4-9-15,0 0 0 0,0 0-1 0,-4 5 0 0,4-5-1 16,0 0-3-16,0 0 5 0,0 0-2 16,0 0-3-16,13 4-4 0,-13-4 3 0,20 0-9 15,-4-4-15-15,-1 2-19 0,5-1-26 0,8-5-39 16,4 2-47-16,4-6-41 0,1 3-41 0,11-8-183 0,-14 8-453 15,15-5 202-15</inkml:trace>
  <inkml:trace contextRef="#ctx0" brushRef="#br0" timeOffset="165571.18">10833 10555 233 0,'0'0'216'0,"3"-5"-15"0,-3 5-2 0,0 0-15 15,0 0-14-15,0 0-21 0,0 0-9 0,7-5-15 16,-7 5-12-16,12-4-16 0,-5 3-10 0,2 1-14 16,4-1-36-16,5-1-51 0,-5 0-54 0,5 0-39 15,0 2-53-15,-6 0-120 0,0 0-302 0,-3 0 134 16</inkml:trace>
  <inkml:trace contextRef="#ctx0" brushRef="#br0" timeOffset="165734.15">10892 10654 52 0,'-6'4'193'0,"6"-4"-1"0,0 0-2 0,-4 4 6 16,4-4 0-16,0 0-3 0,0 0-9 0,0 0-9 15,0 0-16-15,-4 6-14 0,4-6-16 0,0 0-15 16,0 0-27-16,19 1-17 0,-9 1-32 0,-1-1-44 16,5 0-48-16,5-5-43 0,2 3-47 0,7-3-192 15,-6 2-363-15,7-5 161 0</inkml:trace>
  <inkml:trace contextRef="#ctx0" brushRef="#br0" timeOffset="166082.17">11543 10445 138 0,'0'0'270'16,"5"-5"3"-16,-5 5-4 0,0 0-1 0,3-5-13 15,-3 5-14-15,0 0-7 0,0 0-12 0,0 0-20 16,0 0-12-16,0 0-10 0,0 0-19 0,0 0-4 15,0 0-17-15,-10 16-4 0,1-5-15 0,4 0-7 0,-4 2-10 16,3 1-11-16,-1 3-7 0,1-5-10 0,4 0-14 16,-2 0-8-16,2 3-4 0,2-4-2 15,2 0-5-15,-1 2-5 0,4-4-5 0,1 1-12 16,2-1-4-16,1-1-8 0,0-1-5 0,5 0-3 0,3-2-5 16,-3-4 1-16,4 2 2 0,-1-5 6 15,-4 1-9-15,7-3 2 0,-4 0 7 0,-1-2 5 0,-3 0-7 16,2-6 8-16,-4 3 0 0,0-2-3 15,-2 0-1-15,-3 0 4 0,2-3 0 0,-4-4 7 16,0 4 4-16,-6-2-11 0,-2 0 1 0,0 0 2 0,-4 2-8 16,-2-1-22-16,-2 0-37 0,-4 4-31 0,-1 3-52 15,-15 6-66-15,-3 3-84 0,-22 8-328 0,-5 6-666 16,-41 12 295-16</inkml:trace>
  <inkml:trace contextRef="#ctx0" brushRef="#br0" timeOffset="176956.22">10171 12739 43 0,'-4'-9'49'0,"4"9"-4"0,-2-7-2 15,2 7-18-15,-2-9-7 0,2 9-11 0,-2-7-18 16,2 7-26-16,0 0-40 0,0 0 19 0</inkml:trace>
  <inkml:trace contextRef="#ctx0" brushRef="#br0" timeOffset="177887.27">10511 12253 97 0,'-4'-7'193'16,"3"-2"-3"-16,-2 2-2 0,3 7 0 0,-3-10-4 15,0 4-9-15,0 0-8 0,3 6-8 0,-2-8-10 16,2 8-10-16,-3-9-6 0,3 9-12 0,-2-7-10 16,2 7-8-16,0 0-12 0,-4-6-10 0,4 6-8 15,0 0-12-15,0 0-7 0,0 0-8 0,0 0-3 16,0 0-7-16,0 0-6 0,0 0-1 0,0 0-4 15,17 18-1-15,-6-6-3 0,-2 3-4 0,0 2 1 16,1-1 1-16,0 3-4 0,-2-3 3 0,0 2-1 16,1-3-3-16,0 1-1 0,-3-2 0 0,2 1-3 15,-3-3 18-15,0-3-2 0,1 2 1 0,1-1-4 16,-3-2-2-16,-2-1 0 0,3-3-1 0,-2 2-2 16,-3-6-5-16,2 7 5 0,-2-7 3 0,5 5 17 15,-5-5 7-15,3 6 11 0,-3-6 9 0,0 0 14 16,0 0-3-16,0 0-8 0,0 0-5 0,0 0-9 15,11-15 1-15,-7 5-5 0,0-2-6 0,1-2-18 16,3-3 16-16,0 0-10 0,-1-7-5 0,0-3-1 16,0 1 2-16,0 2-11 0,-2 5 4 0,0-4-5 15,0-2-2-15,0 8-5 0,0 0 1 0,-2 0-2 0,-2 7-3 16,0-1-6-16,2 1 0 0,0 4-19 16,-3 6-29-16,0-10-24 0,0 10-40 0,0-8-34 15,0 8-24-15,0 0-15 0,0 0-8 0,0 0-32 16,-4 29-13-16,1-10-22 0,-1 7-172 0,-3 1-468 15,3-2 208-15</inkml:trace>
  <inkml:trace contextRef="#ctx0" brushRef="#br0" timeOffset="178133.11">10819 12327 214 0,'0'0'242'0,"5"-5"0"0,-5 5-7 0,0 0-12 15,6-5-17-15,-6 5-15 0,0 0-18 0,0 0-22 16,0 0-16-16,0 0-10 0,0 0 0 0,0 0 3 16,0 0 1-16,12 18-1 0,-11-8-6 0,2 0-6 15,0 3-6-15,0 4-9 0,2 1-10 0,-2 1 2 0,1 0-20 16,-3 0-11-16,2 0-5 0,-1 2-4 16,3 2-9-16,-5-5-24 0,2-1-29 0,-1 1-43 15,-2-2-47-15,-1-4-57 0,2 1-63 0,2 0-59 16,-2-2-185-16,1-2-501 0,0 1 221 0</inkml:trace>
  <inkml:trace contextRef="#ctx0" brushRef="#br0" timeOffset="178292.21">11271 12301 129 0,'6'-3'161'0,"1"0"-12"15,0 2-23-15,3 1-32 0,-10 0-38 16,22 0-56-16,-9 0-48 0,-2 0-64 0,-11 0-120 16,18 0 53-16</inkml:trace>
  <inkml:trace contextRef="#ctx0" brushRef="#br0" timeOffset="178454.08">11364 12395 116 0,'0'0'242'0,"0"0"-8"15,-6 6-1-15,6-6-8 0,0 0-8 0,0 0-22 0,0 0-16 16,0 0-13-16,0 0-19 0,0 0-17 16,0 0-12-16,11 6-16 0,-11-6-27 0,20 0-30 15,-8-2-37-15,7 1-55 0,-4-3-63 0,6 2-58 16,-2-2-184-16,0-1-380 0,0 1 168 0</inkml:trace>
  <inkml:trace contextRef="#ctx0" brushRef="#br0" timeOffset="181132.24">13011 11691 57 0,'0'0'137'15,"0"0"-2"-15,0 0-6 0,0 0-13 0,0 0-7 16,0-11 5-16,0 11-4 0,0 0-3 0,0 0 2 16,0-8-5-16,0 8 6 0,0 0-8 0,0 0-1 15,0 0 0-15,-4-10-3 0,4 10-8 0,0 0-2 16,0 0-6-16,0 0-3 0,0 0-6 0,0-9-3 15,0 9-2-15,0 0 3 0,0 0-8 0,0 0-4 16,0 0-1-16,0 0-2 0,0 0-6 0,0-10-1 16,0 10-5-16,0 0-2 0,0 0-2 0,0 0-9 15,0 0-1-15,0 0-1 0,0 0-3 0,0 0-7 16,0 0-4-16,0 0 0 0,0 0-4 0,0 0-3 16,0 0-1-16,0 0 0 0,0 0-2 0,0 0 0 15,0 0-3-15,0 0 2 0,0 0-1 0,0 0 2 16,4 29-5-16,2-18 3 0,-4 5 8 0,0 1 3 15,-2 0 0-15,4 0 0 0,-3 0 0 0,0 1 1 16,2 0-2-16,-1-3-1 0,0 2-1 0,2-3 3 0,-4 2 1 16,1 1 9-16,1-1-6 0,1-3 2 15,-3-1-4-15,0 2-1 0,0-2 9 0,2 0-2 16,-2 0-1-16,0-2 3 0,0 1 0 0,0-1 1 16,0 0-2-16,0-2-3 0,0 2-1 0,0-10-2 0,-2 13 12 15,2-8-11-15,0-5 2 0,0 12 0 16,0-12-4-16,0 9-2 0,0-9 3 0,-3 7-2 0,3-7 1 15,0 0-7-15,-2 9-3 0,2-9 6 16,0 0-2-16,0 0-6 0,-1 8 0 0,1-8 3 16,0 0 0-16,0 0-1 0,0 0 1 0,0 8-2 15,0-8 4-15,0 0-4 0,0 0-1 0,0 0-10 16,0 0-11-16,0 0-16 0,0 0-10 0,0 0-15 16,0 0-19-16,0 0-19 0,0 0-23 0,0 0-30 15,0 0-26-15,0 0-21 0,0 0-28 0,0 0-30 0,0 0-133 16,-15-15-419-16,15 15 187 0</inkml:trace>
  <inkml:trace contextRef="#ctx0" brushRef="#br0" timeOffset="181931.39">12946 11675 5 0,'0'0'123'0,"0"0"-18"0,0 0 15 15,0 0-5-15,0 0 2 0,0 0-7 0,0 0 10 16,0 0-3-16,-11-4-7 0,11 4 0 0,0 0-3 16,0 0-3-16,0 0 1 0,0 0-9 0,0 0-10 15,0 0-12-15,0 0-8 0,17-21-7 0,-9 15-2 16,3-1-8-16,3-3-2 0,1 2-11 0,-1-2 2 16,-1 2-5-16,4-1-5 0,-2 3-1 0,-2 2-4 15,1 0-5-15,-1-1 0 0,1 4-3 0,-3 0 0 16,1-1-2-16,-3 4-2 0,1 0-2 0,-1 3-6 15,-1-1 6-15,0 3-3 0,-1 1-1 0,-1 0 0 16,-3 2 10-16,2 1 9 0,-5 2 9 0,0 2-3 16,-5-2 2-16,0 1-8 0,-3 0 2 15,-1 2 4-15,-5 0-2 0,1-2-3 0,-4 0-2 0,2 0-3 16,-5 3-3-16,3-5 0 0,0 0 0 0,4-1-3 16,-5-2 3-16,9-2-9 0,-3 1 0 0,3-4 3 15,-1 2-2-15,5-2-2 0,0-1 3 0,-1 0-4 16,6-3 2-16,-7 3-1 0,7-3-3 0,0 0 2 15,-7 4 0-15,7-4-3 0,0 0 0 0,-4 3 0 16,4-3 1-16,0 0-3 0,0 0 3 0,0 0-6 16,0 0 1-16,0 0-4 0,0 0 6 0,0 0-4 15,0 0 1-15,0 0 0 0,15-17 3 0,-15 17-6 0,9 0 2 16,-9 0 0-16,12 1-2 0,-6 2-1 16,3 0 3-16,1 4 1 0,-2-2 0 0,1 2-2 15,-2 0 2-15,4 2-3 0,-2-1 2 0,0 2-1 16,1-1 5-16,0 0 0 0,-1 1-1 0,1 0-3 0,1 0-2 15,-1 0-15-15,0 0-25 0,-1-2-48 0,-3 1-34 16,3-1-34-16,1 0-33 0,-4 3-158 0,1-5-380 16,1 1 168-16</inkml:trace>
  <inkml:trace contextRef="#ctx0" brushRef="#br0" timeOffset="182333.62">13362 11918 134 0,'5'-4'186'16,"-5"4"-9"-16,10-5-4 0,-4 3-13 0,-6 2-11 15,11-3-4-15,-3 3-4 0,-8 0-12 0,14 3-7 16,-9-2-14-16,1 2-6 0,1 0-10 16,3 1-8-16,-6-1-7 0,0 2 2 0,1 1 2 0,-1 1-7 15,-2-2-1-15,2 4 1 0,-6 0-7 0,0 1-4 16,-2-1-5-16,-1 1-8 0,1 0-7 0,-2 2-3 15,-2-3-16-15,2 1-15 0,1-2-9 0,-3 1-8 16,5-4-15-16,-2 1-13 0,3 0-13 0,-3 0-4 16,5 1-7-16,0-7-7 0,-4 12 2 0,4-12 9 15,4 12-8-15,-3-7-3 0,3 0 6 0,0 1 5 16,1-1 0-16,-5-5 11 0,5 8 0 16,-1-3 11-16,1-2-3 0,1 0 15 0,-6-3 8 0,10 5 5 15,-6-2 8-15,0 0 4 0,-4-3 21 0,0 0 17 16,5 6 14-16,-5-6 14 0,0 0 3 0,0 0-2 15,0 0 0-15,0 0-7 0,0 0-5 0,-9 11-8 16,9-11-3-16,-12 4-5 0,6 0-9 0,-1-1-10 16,-2 0-13-16,-2 3-17 0,2 1-29 0,0-4-29 15,-1 3-49-15,0 0-41 0,1 0-33 0,-3 2-138 16,3-2-352-16,-1 1 156 0</inkml:trace>
  <inkml:trace contextRef="#ctx0" brushRef="#br0" timeOffset="182686.05">12787 12513 137 0,'0'0'198'0,"-9"0"-20"0,9 0-21 16,0 0-12-16,0 0-17 0,0 0-5 0,0 0-9 15,0 0-6-15,0 0-13 0,41 7-6 0,-8-4-6 16,8-1-14-16,14-1 0 0,6-4-8 0,2 0-11 0,3 1-2 16,-3-5-3-16,2 1-6 0,-2-1-7 15,2-2-4-15,-5 2-4 0,-3 0-5 0,-4 0-6 16,-14 2-2-16,-1 2-5 0,-4-1-6 0,-5 1-11 15,0-1-11-15,-6 3-3 0,-6-1-16 0,3 2-20 0,-7 0-28 16,-1 0-24-16,-1 2-30 0,-2-1-118 16,-2 1-283-16,-2 1 125 0</inkml:trace>
  <inkml:trace contextRef="#ctx0" brushRef="#br0" timeOffset="183115.32">12483 12976 49 0,'0'-12'255'0,"0"6"-5"0,0 6-7 0,0-9-6 0,0 9-13 16,0 0-18-16,0 0-18 0,-1-12-13 0,1 12-28 16,0 0-17-16,0 0-14 0,0 0-14 0,0 0-11 15,0 0 1-15,0 0-1 0,0 0-2 0,12 29 1 16,-8-10-6-16,2 4 1 0,-4 2-13 15,1 1-2-15,-1-3-10 0,0 4 1 0,2-9-6 0,-1 1-6 16,0 6-6-16,-1-9-5 0,-2 2-4 0,2-1-1 16,0 0-1-16,0-2-5 0,-1-1-6 0,1-3 2 15,-1 1-2-15,2 0-8 0,1-3-5 0,-4-2-28 16,2-1 0-16,-2 1-38 0,2 0-33 0,-2-7-33 16,1 10-33-16,-1-10-37 0,0 11-22 0,5-8-28 15,-5-3-170-15,0 0-448 0,-3 10 199 0</inkml:trace>
  <inkml:trace contextRef="#ctx0" brushRef="#br0" timeOffset="183465.13">12493 12936 135 0,'9'-14'187'0,"4"1"-8"0,4 2-8 15,-2 0-2-15,11-1-4 0,-1 3-9 0,-6 4-13 16,2 0-12-16,-2 2-11 0,-4 1-14 0,3 2-9 15,-3 3 2-15,-2 0-5 0,0 2-5 0,-4 1 1 16,0 1 0-16,-4 0 0 0,-1 3-2 16,-2-1-1-16,-2 2-7 0,-5 3-6 0,-1-1-3 0,-3 0-10 15,-5 3-2-15,1-2-8 0,-1 0-5 0,-1-1-3 16,-1-1-2-16,5-3-3 0,0-2-4 0,-1-1-1 16,4-1-1-16,3 0-8 0,-3-1-4 0,2-1-1 15,6-3 2-15,-6 6-5 0,1-4-2 0,5-2-1 16,0 0-4-16,-8 5-3 0,8-5-1 0,0 0-1 15,0 0-2-15,0 0-1 0,0 0 1 0,8 14 4 16,-8-14 0-16,11 8-4 0,-1-5-2 0,-4 0 0 16,5 4-8-16,-1-2-9 0,1 0-14 0,0 0-26 15,1-1-32-15,1 2-33 0,3 1-34 0,-1 0-27 16,-1 0-28-16,-3-2-17 0,0 0-142 0,-1-3-401 16,0 4 179-16</inkml:trace>
  <inkml:trace contextRef="#ctx0" brushRef="#br0" timeOffset="183731.97">12987 13107 64 0,'7'-2'154'15,"0"1"-7"-15,-7 1 20 0,13 4 21 0,-8 1 22 16,-1 0 1-16,-1 0-11 0,-2 5-4 0,-2 1-14 16,0 1-9-16,-5-2-10 0,-2 7-10 0,0 0-10 15,-1-1-12-15,0-2-10 0,-2-1-11 0,4-2-7 16,0-1-8-16,-1-1-9 0,0-1-8 0,4-2-3 15,-1 0-12-15,1-1-7 0,4-5-8 0,-6 7-2 16,6-7-5-16,-2 7-4 0,2-7 0 0,0 0-5 16,6 7-8-16,0-3-4 0,5-3-14 0,1-1-7 15,6-2-16-15,0-1-23 0,5-2-31 0,4-1-43 16,-8 1-59-16,11-7-57 0,-1 2-59 0,-2-2-149 16,0 1-474-16,-2-2 210 0</inkml:trace>
  <inkml:trace contextRef="#ctx0" brushRef="#br0" timeOffset="183899.11">13324 13092 157 0,'0'0'240'0,"0"0"-10"0,0 0-11 0,3-7-12 16,-3 7-22-16,10-3-13 0,1 0-14 0,3 1-15 15,2 0-24-15,4-5-26 0,-1 4-27 0,2-2-41 16,-2 2-52-16,-1-5-41 0,-1 3-39 0,2 1-47 15,-8 0-123-15,-1-1-299 0,0 0 133 0</inkml:trace>
  <inkml:trace contextRef="#ctx0" brushRef="#br0" timeOffset="184099.39">13495 12899 103 0,'0'0'246'0,"0"0"-10"0,-5-8-16 16,5 8-19-16,0 0-20 0,0 0 6 15,0 0 6-15,0 0 1 0,0 0-4 0,5 27 1 16,-5-12-13-16,0 2-19 0,2 8-10 0,-4 0-15 16,1 0-16-16,-9-1-3 0,10 0-16 0,-2-5-18 15,1-2-30-15,1 1-37 0,1 0-45 0,-1-1-53 0,0-4-65 16,4-2-63-16,0 0-62 0,-2-3-141 16,5 1-451-16,-3-5 200 0</inkml:trace>
  <inkml:trace contextRef="#ctx0" brushRef="#br0" timeOffset="184332.26">13702 12928 119 0,'2'-11'358'0,"0"3"3"0,-2-1 11 16,0 9-6-16,0-10-8 0,0 10-26 0,2-9-22 16,-2 9-37-16,0-8-25 0,0 8-44 0,0 0-5 0,0 0-20 15,0 0-14-15,0 0-17 0,6 22-12 16,-5-6-14-16,-1 1-14 0,0 1-4 0,0 11-15 15,-1-6-6-15,1 3-5 0,0 0-8 0,0-1-26 16,-2-5-2-16,2-2-17 0,0-1-34 0,0-1-40 0,0 0-30 16,-2-3-51-16,2-2-43 0,0 1-56 0,-2-1-52 15,0-1-52-15,-2 1-269 0,-1-2-652 0,1-1 288 16</inkml:trace>
  <inkml:trace contextRef="#ctx0" brushRef="#br0" timeOffset="184633.32">13733 12786 74 0,'6'-10'269'0,"-3"0"0"0,-1 0-9 0,2 4-17 16,1 2-20-16,-2-1-25 0,3 0-20 0,-6 5-20 0,13-6-17 16,-3 5-15-16,-1 2-13 0,3 0-10 0,-2 2-10 15,1 3-7-15,-2 0-7 0,1 2-9 16,-4 0-1-16,1 2-11 0,-3 0-4 0,-2 3-9 15,-4-4-5-15,2 4-10 0,-4-2-6 0,-1 4-6 0,-1-1 2 16,-2-5-7-16,2 1-3 0,-1 0-3 0,1-2 2 16,-1-1-5-16,-1 1 1 0,2-3-2 0,4 0 0 15,-3 0-4-15,5-5 1 0,-6 7-1 0,6-7-3 16,-4 6 3-16,4-6 1 0,0 8 0 0,0-8-2 16,0 0-1-16,10 12 0 0,-3-9-10 0,0 0-13 15,5 0-19-15,1 0-40 0,1-1-39 0,3-2-48 16,1 1-47-16,-2 2-181 0,-3-5-432 0,1 2 191 15</inkml:trace>
  <inkml:trace contextRef="#ctx0" brushRef="#br0" timeOffset="184984.14">14087 12922 95 0,'6'0'191'0,"-6"0"-2"0,13 0-3 15,-13 0 6-15,13 1-6 0,-8 0-6 16,-5-1-21-16,11 3-15 0,-7 0-10 0,-4-3 0 0,9 6 4 15,-7-2 0-15,4 2 9 0,-4-2-1 0,0 3-3 16,-2-7-5-16,-3 15-12 0,-1-4-9 0,-3 4-5 16,-4 1-13-16,0 0-12 0,-1-2-11 0,3 4-3 15,-1-5-13-15,2-2-4 0,2-1-22 0,1-1-14 16,1 0-19-16,2 0-9 0,0-2-16 0,2-7-11 16,4 13-15-16,4-6-2 0,-1-1 4 0,1-1 0 15,0 0 6-15,1 0 3 0,0-3 3 0,3 4 5 16,-4-3 2-16,1 0 3 0,1-1 3 0,-6 2 3 15,2-1 6-15,-6-3 22 0,11 6 21 0,-6-2 22 16,-5-4 12-16,-3 10 14 0,3-10-12 0,-6 9-1 16,-2-2 2-16,-1 0-2 0,-1-1-2 15,-3 3 1-15,4-3-10 0,-7 2-4 0,1 1-6 0,-1-2 7 16,-2-1-19-16,0 1-16 0,-3-1-31 0,4 0-48 16,-10 2-63-16,4-1-85 0,5-4-94 0,-9 3-212 15,5-3-560-15,-7-1 248 0</inkml:trace>
  <inkml:trace contextRef="#ctx0" brushRef="#br0" timeOffset="189500.04">14443 3975 84 0,'0'0'161'0,"6"4"-3"0,-6-4 2 15,0 0-5-15,0 0-7 0,0 0-1 0,0 0-2 16,0 0-4-16,0 0-8 0,0 0-12 0,0 0-10 16,0 0-10-16,0 0-6 0,0 0-10 0,0 0-8 15,0 0-7-15,0 0-3 0,0 0-10 0,-10 6-6 16,10-6 2-16,-5 8-9 0,5-8-5 15,-6 9-1-15,6-9-4 0,-1 7-4 0,1-7-3 0,0 9-3 16,0-9-2-16,1 10-1 0,-1-10 1 0,4 7 0 16,-4-7 4-16,6 7-1 0,-2-4 1 0,-4-3 1 15,10 4-3-15,-10-4 4 0,11 1 0 0,-11-1 2 16,11-3 1-16,-11 3 7 0,11-4-12 0,-11 4 7 16,11-5-3-16,-10 1 0 0,5 0-6 15,-6 4 2-15,5-10-5 0,-3 4-1 0,-2 6-7 0,-2-13-1 16,2 13 1-16,-3-14 0 0,-1 7 0 0,0 1-6 15,0-2 2-15,-2 2-4 0,1-1 0 0,1 3-2 16,4 4-1-16,-9-5-2 0,9 5-4 0,-15 2 3 16,4 2-6-16,0 2 1 0,1 1 2 0,-1 3 1 15,2-4-3-15,-2 7-1 0,2-4 0 0,5 0 2 16,1 1-2-16,2-3 5 0,0 3 5 0,1-1-8 16,0-9-8-16,4 10 8 0,-1-6-2 0,4 0-2 15,-1-2 11-15,6-2-7 0,-1 0 3 0,0-2-1 16,1-2 4-16,1 1 0 0,0-3-1 0,-4-2 17 15,0 3-8-15,1-3 9 0,-4-1 1 0,-2 3 3 16,0-5 2-16,-3 2-2 0,-1-3 0 16,-2 2 6-16,-3 0-8 0,1 0 1 0,-4-1 3 0,2 1-6 15,-3 3-2-15,1-1-1 0,-2 4-4 0,3-1 2 16,0 3-12-16,-3 1-8 0,-2 1-14 0,12 0-19 16,-18 2-23-16,7 4-42 0,6 1-46 0,-3 0-66 15,4 2-47-15,1 1-167 0,-2 0-466 0,5-10 206 16</inkml:trace>
  <inkml:trace contextRef="#ctx0" brushRef="#br0" timeOffset="190115.04">14689 3702 148 0,'-3'-6'284'0,"3"6"-23"0,0 0-18 15,0 0-22-15,0 0-16 0,0 0-20 0,-5-8-18 16,5 8-17-16,0 0-18 0,0 0-16 16,0 0-13-16,0 0-10 0,0 0-12 0,0 0-8 15,0 0-7-15,0 0-5 0,24 22 4 0,-15-12 0 16,-2 0 0-16,4 5-4 0,-1-3-6 0,0 2 4 0,-3-2-5 15,3 3-7-15,-2 1-2 0,-1-3-5 0,-1-3 5 16,-1 0-12-16,2-1 0 0,-2 1-12 0,1-1 7 16,-3 0-3-16,1-4 1 0,0 2-5 0,0-2-3 15,0 1-1-15,-4-6-1 0,4 7-1 16,-4-7 2-16,5 6-4 0,-5-6 9 0,0 0 5 16,0 0 16-16,5 1-4 0,-5-1 0 0,0 0-2 0,9-14-1 15,-3 5 1-15,-1-2-6 0,1-6 0 16,4-6 2-16,-3 6 2 0,3-1-4 0,1-6 5 0,-4 2 3 15,2-3-3-15,-2 7-4 0,-1-1 2 16,4 2-2-16,-3-2 2 0,-2 4-10 0,0-1 7 16,-1 6 3-16,-2 0-6 0,1 3-1 0,-1 2-9 15,0-2-8-15,-2 7-32 0,5-9-2 0,-5 9-27 16,2-5-36-16,-2 5-39 0,0 0-8 0,0 0-7 16,0 0-26-16,0 0-44 0,4 27-35 0,-3-10-39 15,-1-1-188-15,-1 1-512 0,1 0 227 0</inkml:trace>
  <inkml:trace contextRef="#ctx0" brushRef="#br0" timeOffset="190336.33">15130 3779 17 0,'2'-5'313'0,"-2"5"-4"0,0 0-7 15,0 0-19-15,0 0-10 0,2-14-19 0,-2 14-19 16,0 0-23-16,0 0-27 0,0 0-11 0,0 0-10 15,0 0-5-15,0 0-13 0,0 0-6 0,0 0-14 16,-2 44-12-16,0-27-6 0,3 3-14 0,-5 5-8 16,4-6-5-16,1 1-38 0,-1-1-43 0,0-1-58 15,2 0-59-15,-1 1-69 0,-1-2-93 0,0 2-251 16,-3-4-574-16,3-2 254 0</inkml:trace>
  <inkml:trace contextRef="#ctx0" brushRef="#br0" timeOffset="192783.22">14717 3013 142 0,'-3'-8'257'0,"-1"1"-4"0,2 0-4 16,2 7-9-16,-5-10-4 0,3 4-8 0,2 6-13 15,-2-9-10-15,2 9-15 0,0 0-15 0,-1-9-14 16,1 9-18-16,0 0-13 0,0 0-18 0,0 0-30 16,0-9 14-16,0 9-19 0,0 0-8 0,0 0-9 15,0 0-4-15,0 0-9 0,14 16-1 0,-9-8-8 0,2 2-15 16,-1 0 9-16,4 5-3 0,-4-5 3 16,3 6-8-16,-5-5 3 0,5 0-10 0,-4-1 3 15,3 0-3-15,-3-1 1 0,-1-4-5 0,1 3 3 16,1-3-7-16,-3 0-1 0,0-1 2 0,-3-4-1 15,7 9-2-15,-7-9 7 0,4 5-4 0,-4-5-5 16,2 5 8-16,-2-5 0 0,0 0 0 0,0 0 9 16,4 4-3-16,-4-4 3 0,0 0 2 0,0 0-4 15,12-17 3-15,-6 9-4 0,-1-3-8 0,-1 0 15 16,1 1-9-16,2-6-1 0,-1 4 1 0,-1-3-4 16,-1 4-5-16,1-5-12 0,-1 5-16 0,2-1-24 15,-2 1-25-15,-2 2-13 0,0 2-27 0,0 2-24 16,-2 5-27-16,4-10-34 0,-4 10-40 0,7-8-24 15,-7 8-6-15,0 0 12 0,0 0-135 0,0 0-419 16,0 0 185-16</inkml:trace>
  <inkml:trace contextRef="#ctx0" brushRef="#br0" timeOffset="193031.56">15016 3056 5 0,'9'4'145'0,"-9"-4"3"16,6 2-3-16,-6-2-3 0,11 4-3 0,-5-2-2 15,-6-2-2-15,8 7 2 0,-4-2-4 0,0 0-1 16,1 2 1-16,-1 0-2 0,0 3-4 0,-3-2-4 16,2 0 0-16,-3 2-9 0,0-2-5 0,-1 4-10 15,-6-3-1-15,3 0-9 0,1 0-8 0,-3 0-8 16,2-2-4-16,1-1-7 0,-1-1-5 0,4-5-9 16,-7 8-6-16,5-4-2 0,2-4-5 0,-4 7-6 15,4-7-4-15,0 0-10 0,0 0 0 0,6 8-4 16,-6-8-5-16,21 0-13 0,-3-2-26 15,2-2-26-15,11-2-40 0,4-1-48 0,17-8-67 0,-1 5-219 16,-15-1-467-16,19-5 207 0</inkml:trace>
  <inkml:trace contextRef="#ctx0" brushRef="#br0" timeOffset="193190.22">15806 3079 89 0,'0'0'177'0,"0"0"-16"0,0 0-14 16,0 0-40-16,0 0-53 0,6 3-30 0,-6-3-48 15,0 0-99-15,0 0-132 0,0 0 58 0</inkml:trace>
  <inkml:trace contextRef="#ctx0" brushRef="#br0" timeOffset="195679.34">15362 3566 90 0,'0'0'143'16,"0"0"-7"-16,0 0 0 0,-3-13 0 0,3 13-6 15,0 0-3-15,0 0-3 0,0 0-8 0,-4-6-2 16,4 6-4-16,0 0-6 0,0 0-9 0,0 0-4 0,0 0-6 15,0 0-4-15,0 0-10 0,0 0-3 0,0 0-7 16,0 0-5-16,0 0-7 0,0 0-1 16,0 0-4-16,-2-8-5 0,2 8-4 0,0 0-1 15,0 0 0-15,0 0-3 0,0 0-2 0,0 0 3 16,0 0 0-16,0 0 0 0,0 0-1 0,0 0 0 16,0 0 1-16,0 0 4 0,0 0-4 0,0 0 2 15,0 0-3-15,0 0-4 0,0 0-1 0,0 0-1 0,0 0 0 16,0 0-8-16,0 0 0 0,0 0-6 15,0 0-3-15,0 0 0 0,0 0-1 0,0 0-2 16,0 0-2-16,0 0 0 0,0 0 0 0,0 0 0 16,-7 23 3-16,4-16-2 0,3-7-3 0,-4 13 2 15,4-13-2-15,-4 14 4 0,3-7 1 0,1-7 4 16,-6 14 0-16,3-4-1 0,3-10 1 0,-9 16 1 16,7-10 7-16,2-6-3 0,-6 12-4 0,6-12 1 15,-3 11-1-15,-1-6 2 0,4-5 0 0,-3 10-2 16,3-10-3-16,-5 10 2 0,5-10-3 0,-4 8 1 15,4-8-4-15,-3 9-5 0,3-9-19 0,0 0-24 16,-4 7-23-16,4-7-29 0,0 0-42 0,0 0-42 16,0 0-32-16,0 0-187 0,0 0-430 0,0 0 190 15</inkml:trace>
  <inkml:trace contextRef="#ctx0" brushRef="#br0" timeOffset="197005.23">15251 2814 22 0,'0'0'39'0,"0"0"-6"16,0 0-3-16,0 0-5 0,4 10-5 0,-4-10 2 15,0 0-3-15,0 0-2 0,0 0 1 0,0 0-5 16,0 0 2-16,0 0-6 0,-4 13 1 0,4-13-6 16,0 0 4-16,0 0 8 0,0 0-5 0,0 0 2 15,0 0 3-15,0 0 7 0,0 0 1 0,0 0 4 16,0 0 11-16,0 0-8 0,0 0 13 0,0 0-5 16,0 0 10-16,0 0-3 0,0 0-8 0,0 0-3 15,0 0-1-15,0 0 2 0,0 0-4 0,0 0-7 16,0 0-3-16,0 0 0 0,0 0-4 0,0 0-2 15,0 0-1-15,0 0-1 0,0 0-1 16,0 0-7-16,0 0 9 0,0 0-9 0,0 0-1 16,5 10-11-16,-5-10-17 0,0 0 10 0,0 0-22 15,0 0-7-15,-1 13-4 0,1-13 0 0,0 0-2 0,0 0 2 16,-4 15 8-16,4-15-2 0,0 0 6 0,-2 8 4 16,2-8 2-16,0 0 2 0,0 0 8 15,0 0 3-15,0 0 14 0,-3 10 10 0,3-10 8 16,0 0 20-16,0 0 16 0,0 0 28 0,0 0-7 15,0 0 4-15,0 0-9 0,0 0 11 0,0 0 6 16,0 0 3-16,0 0-1 0,0 0-5 0,0 0-1 16,0 0-8-16,0 0 3 0,0 0-2 0,0 0-1 15,0 0-2-15,0 0-1 0,-9-20 1 0,9 20-3 16,0 0 1-16,0 0 2 0,0 0-5 0,0 0-2 16,0 0-7-16,0 0-1 0,0 0-6 0,0 0-2 15,0-11-1-15,0 11-5 0,0 0-4 0,0 0-5 16,0 0-4-16,0 0-1 0,0 0-2 0,0 0-6 15,0 0-1-15,0 0-1 0,0 0-3 0,0 0 2 16,0 0-3-16,0 0 1 0,0 0 0 0,0 0-3 16,0 0 2-16,0 0 1 0,0 0-2 0,0 0 4 15,0 0-3-15,0 0 0 0,0 0 0 0,0 0-1 16,0 0 1-16,0 0 0 0,0 0 1 0,0 0-2 16,0 0 0-16,0 0 1 0,0 0-2 0,0 0-3 15,-4-3 2-15,4 3 1 0,0 0-2 0,0 0-4 16,0 0 5-16,0 0-6 0,0 0-1 0,0 0 3 15,0 0 0-15,0 0-3 0,0 0 0 0,0 0-2 16,0 0 3-16,0 0-4 0,0 0 6 0,0 0-6 16,0 0 1-16,0 0 0 0,0 0-1 0,0 0-5 15,0 0 0-15,0 0 0 0,0 0-3 0,0 0 0 16,0 0-2-16,0 0 0 0,0 0-5 0,0 0 3 16,0 0 1-16,0 0-1 0,0 0 0 0,0 0-2 15,0 0 2-15,0 0 3 0,-5 17 5 0,5-17-1 16,-1 9-1-16,1-9-2 0,-3 12 1 0,3-12 8 15,0 10-4-15,0-10-1 0,0 0 0 0,-5 14 1 16,5-14 1-16,-1 8 0 0,1-8 2 16,0 0-2-16,-5 9 0 0,5-9-4 0,0 0 3 0,-2 11 0 15,2-11-2-15,0 0 7 0,0 0-3 0,-2 13 1 16,2-13-2-16,0 0 1 0,0 0-3 16,-3 8 2-16,3-8-5 0,0 0-11 0,0 0-25 15,0 0-39-15,0 0-36 0,0 0-51 0,-1 13-38 16,1-13-42-16,0 0-127 0,0 0-404 0,0 0 179 15</inkml:trace>
  <inkml:trace contextRef="#ctx0" brushRef="#br0" timeOffset="199385.15">11087 11746 140 0,'0'0'163'0,"0"0"-8"0,0 0-2 0,-7-11-17 15,7 11-7-15,-4-5 0 0,4 5 0 0,-5-7 4 16,5 7 1-16,-4-6-8 0,4 6-6 0,0 0-7 15,-5-8-9-15,5 8-8 0,-3-5-4 0,3 5-9 16,0 0-9-16,0 0-1 0,-3-9-2 0,3 9-5 16,0 0-5-16,-4-4 0 0,4 4-6 0,0 0-2 15,0 0-1-15,0 0-6 0,-4-6 3 0,4 6-13 16,0 0-3-16,0 0-5 0,0 0-4 0,0 0-8 16,0 0-1-16,0 0 1 0,0 0-1 0,0 0-7 15,0 0 1-15,0 0-4 0,0 0 4 0,-5 26-3 16,5-20-1-16,0 5 0 0,0-2 1 0,-3 3 0 15,3-1-1-15,0 0-2 0,-1 1 0 0,0 0 5 16,1 0-4-16,-1-1 3 0,1 0 2 0,-3 0-3 16,3-3-1-16,-1 2 4 0,-2-3 2 0,3 3-7 15,-1-1 5-15,1 1-2 0,-4-3-1 0,4-7 7 16,-4 12-7-16,3-6-2 0,1-6 0 0,-2 11-1 16,1-5 3-16,1-6-6 0,-2 8 0 0,2-8-20 15,0 0-24-15,-3 10-28 0,3-10-38 0,-1 7-41 16,1-7-48-16,0 0-47 0,-4 7-142 0,4-7-421 15,-5 5 186-15</inkml:trace>
  <inkml:trace contextRef="#ctx0" brushRef="#br0" timeOffset="200415.14">14577 12091 36 0,'0'0'213'0,"0"0"-9"16,0 0-11-16,0 0-14 0,0 0-16 0,0-6-12 15,0 6-13-15,0 0-12 0,0 0-13 0,0 0-16 0,0 0-6 16,0 0-13-16,0 0-9 0,0 0-3 16,0 0-4-16,0 0-8 0,0 0 2 0,8 20 0 15,-6-11 0-15,0 1-3 0,0 1 7 0,2 0-1 16,0 3-3-16,-1-2-2 0,2 3-8 0,-1-2-3 15,-1-2-4-15,1 0-2 0,0-1-4 0,-3-1-2 0,3 1 7 16,-2-4-9-16,3 3 1 0,-4-2-2 0,2-2-4 16,-1 0-4-16,-2-5 2 0,5 9-2 15,-5-9-2-15,3 7-1 0,-3-7 7 0,3 5-13 0,-3-5 3 16,0 0-3-16,3 7 3 0,-3-7 3 0,0 0-3 16,0 0 11-16,0 0 9 0,4 3 3 15,-4-3 4-15,0 0-3 0,0 0 1 0,0 0-3 16,15-14-2-16,-9 4-5 0,4-2-3 0,-1-2 1 0,-2 0-4 15,5 0-2-15,1-9-4 0,-1 1-2 0,1-2-2 16,1 3 8-16,-4-2-13 0,-1 7 2 16,0 0 3-16,1-2-3 0,-3 3-1 0,-2 3 0 0,0-1 6 15,1 3 5-15,-3 0 1 0,0-2 8 0,-1 3-16 16,1 0 0-16,-2 2-5 0,2 2 1 0,-3 5-4 16,2-12 3-16,-2 12 0 0,2-6-4 0,-2 6-7 15,0 0 0-15,2-9-11 0,-2 9-23 0,0 0-23 16,0 0-24-16,0 0-16 0,0 0-11 0,0 0-31 15,0 0-32-15,0 0-31 0,0 0-37 0,-2 31-188 16,0-21-465-16,1 0 206 0</inkml:trace>
  <inkml:trace contextRef="#ctx0" brushRef="#br0" timeOffset="200983.1">14474 12018 37 0,'0'0'120'0,"-7"-9"-10"0,5 4-2 0,-2 0 7 16,4 5 6-16,-7-8 5 0,7 8-4 0,-7-8-1 15,5 3-3-15,2 5-3 0,0 0-10 0,-4-7-2 16,4 7-4-16,0 0-3 0,0 0-7 0,-5-8-3 16,5 8-6-16,0 0-2 0,0 0-7 0,0 0-4 15,0 0-6-15,0 0-5 0,-2-6-5 0,2 6-4 16,0 0-7-16,0 0-4 0,0 0-3 0,0 0-3 16,0 0-8-16,0 0-2 0,0 0-3 0,0 0 3 15,0 0-5-15,0 0-1 0,15 16-2 0,-10-11-1 16,-1 4-1-16,5-1-6 0,-4 2 1 0,2-1 5 15,1 1-1-15,2 3-2 0,-2-1 1 0,3-1-4 0,-1 2 0 16,1 1 5-16,-4-3-2 0,2-2 0 16,-2 1-3-16,1-1-1 0,-1 2 2 0,-1 0-4 15,2-1-3-15,-2-1-4 0,1 1-22 0,-1-1-22 16,0 0-32-16,-2 1-20 0,3 0-21 0,-3 0-33 0,-2 2-22 16,3-2-146-16,-3 0-351 0,2-1 155 15</inkml:trace>
  <inkml:trace contextRef="#ctx0" brushRef="#br0" timeOffset="201314.83">15036 12385 97 0,'2'-6'235'0,"-2"6"-2"0,3-7-9 0,-3 7-9 0,0 0-20 15,1-8-18-15,-1 8-20 0,0 0-15 16,0 0-15-16,0 0-9 0,0 0 0 0,0 0-8 0,0 0-3 15,9 19-6-15,-9-6-13 0,3 3-10 0,-3 2-7 16,0 6-20-16,0 1-38 0,-1 0-49 0,-2 3-61 16,2 1-68-16,-3 0-48 0,-2-1-145 15,2 1-387-15,-4-4 170 0</inkml:trace>
  <inkml:trace contextRef="#ctx0" brushRef="#br0" timeOffset="207548.89">10224 14450 175 0,'0'0'198'0,"-8"-9"-7"16,5 4-4-16,3 5-14 0,-7-8-11 0,4 3-8 15,3 5-8-15,0 0-7 0,-5-7-12 0,5 7-7 16,0 0-13-16,-4-5-13 0,4 5-12 0,0 0-3 16,0 0-13-16,-2-7-12 0,2 7-5 0,0 0-3 15,0 0-4-15,0 0-8 0,14 14-4 0,-7-4 4 16,1 1-1-16,4 4-9 0,0-2-4 0,0 5-2 15,3 2-1-15,-2 2-3 0,0-1 1 0,-1 2-1 16,0-1 2-16,-1-4 4 0,-2-2-3 0,-1 1-2 16,1 1-1-16,0-3-4 0,-1-1 4 0,-2-3-2 15,-1 1-1-15,3-1-1 0,-3-2-5 0,0-2 0 16,0 2 4-16,-2-5 1 0,-1 0-3 0,-2-4 2 16,5 8-1-16,-3-4-1 0,-2-4 12 0,6 5 11 15,-6-5 13-15,0 0 2 0,6 2-1 0,-6-2 2 16,0 0-5-16,9-15 1 0,-5 3-11 0,4-4 2 15,-1 0 10-15,-1 0 1 0,1-3 0 0,-2 1-5 16,7-8-6-16,-3 2-4 0,-1-4-4 0,-2 2-2 16,3-1 1-16,0 1-7 0,-1 0 9 15,0 2-12-15,-3 7-2 0,1-1 4 0,-4 2-5 0,2 1 3 16,0 3-5-16,0 1 1 0,-3 2 0 0,2 2-5 16,-1 1 3-16,-2 6-7 0,3-11-3 0,-3 11-10 15,2-9-5-15,-2 9-17 0,1-6-19 0,-1 6-23 16,0 0-23-16,0 0-25 0,0 0-18 0,0 0-8 15,0 0-32-15,0 0-14 0,0 0-18 0,-3 24-21 16,1-12-122-16,-1 0-386 0,3 1 171 0</inkml:trace>
  <inkml:trace contextRef="#ctx0" brushRef="#br0" timeOffset="208032.49">10759 14637 179 0,'0'0'223'0,"1"-6"-2"0,-1 6-8 16,0 0-6-16,0 0-14 0,0 0-13 0,0 0-12 15,-5-13-21-15,5 13-7 0,0 0-12 0,-5-5-15 16,5 5-10-16,0 0-10 0,0 0-8 15,0 0-6-15,0 0-9 0,-13 14-2 0,8-7-4 0,0 4-1 16,-1 3-4-16,-1 2-8 0,3-2-3 0,-1 4 0 16,-1-2-8-16,3-4-6 0,2 5 1 0,0-1-7 15,0-3 0-15,1-1-3 0,1 0-2 0,0 0 0 16,2-2-4-16,2-1-2 0,-1 0-2 16,1-1 1-16,0 1-2 0,-1-4-5 0,2-2 5 15,-1 3-1-15,3-3-1 0,0-2-2 0,-1 1 1 0,-7-2 0 16,14-2 2-16,-14 2-2 0,16-5 0 0,-6-1 0 15,-1 1-4-15,-2-2 0 0,1-3 11 0,0 2-2 16,-1-7 2-16,1 2 11 0,-5-3-11 16,1 4-3-16,-3-3 4 0,0 1 1 0,-1 0-3 15,-1-4 0-15,0 3-11 0,-3-1 8 0,1 1-6 16,-3 2 3-16,2-3-2 0,-1 5-4 0,-3 0-2 0,3 1 4 16,0 0-1-16,-2 4-14 0,1-2-11 0,6 8-15 15,-14-5-19-15,14 5-14 0,-13-2-23 16,13 2-15-16,-16 2-22 0,16-2-31 0,-16 7-22 15,10-1-16-15,1 0-26 0,1 4-14 0,0 0-125 16,2 2-389-16,0-2 172 0</inkml:trace>
  <inkml:trace contextRef="#ctx0" brushRef="#br0" timeOffset="208367.13">10970 14644 130 0,'5'-8'233'0,"-5"8"-5"0,1-10 0 0,-1 10-10 16,0 0-14-16,5-8-18 0,-5 8-15 0,0 0-21 15,0 0-16-15,0 0-15 0,0 0-12 0,0 0-12 16,0 0-12-16,0 0 0 0,0 0-6 0,0 0-5 16,16 16 1-16,-12-9-3 0,-1 5 3 0,1 0 1 15,1 0-5-15,0 2-7 0,-1 0 0 0,0 3-7 16,-3-4-3-16,2 0 10 0,1 2-6 0,-1 1-5 15,-1-1 0-15,-1-4-6 0,3 2-2 0,-3-1-5 16,2 1-1-16,-3-2-8 0,2 1 7 0,0-2-11 16,-1-1-3-16,0-3-7 0,1 1 7 0,-1 2-2 15,0-3-4-15,-1-6-2 0,1 13-1 0,2-7-14 16,-3-6-18-16,0 11-20 0,0-11-18 0,0 8-19 16,0-8-24-16,0 0-30 0,-3 10-40 0,3-10-36 15,0 0-42-15,0 0-196 0,0 0-479 0,0 0 213 16</inkml:trace>
  <inkml:trace contextRef="#ctx0" brushRef="#br0" timeOffset="208698.2">11597 14625 194 0,'0'0'277'0,"0"0"3"0,0 0-13 0,0-10-10 0,0 10-24 16,0 0-18-16,0 0-21 0,0 0-22 0,0 0-19 15,0 0-11-15,3-6-22 0,-3 6-11 0,0 0-9 16,10-5-1-16,-10 5-19 0,12-2-9 0,-1-1-5 15,-2-1-7-15,1 3-3 0,3-2-7 0,-3 1-11 16,1-1-5-16,1 2-19 0,1 0-15 0,-1-1-34 16,-5 2-43-16,-7 0-44 0,14 0-49 0,-14 0-47 15,13 2-31-15,-7 1-152 0,-6-3-435 0,6 8 193 16</inkml:trace>
  <inkml:trace contextRef="#ctx0" brushRef="#br0" timeOffset="208883.6">11586 14767 2 0,'-7'5'229'0,"4"-4"-4"16,3-1-6-16,-6 6-9 0,6-6-15 0,-7 4-17 15,7-4-5-15,0 0-2 0,0 0-10 0,0 0-15 16,15 10-11-16,-4-9-10 0,2-2-13 16,7 0-20-16,-1-2-14 0,1-1-23 0,1-2-30 15,0 3-37-15,-1-1-44 0,-1 1-51 0,4-2-53 0,2-1-59 16,-8 3-111-16,2 0-357 0,0-2 159 0</inkml:trace>
  <inkml:trace contextRef="#ctx0" brushRef="#br0" timeOffset="-212463.77">13003 14280 168 0,'0'-11'192'0,"0"11"-12"0,-2-7-8 0,2 7-23 15,0 0-9-15,0 0-10 0,0 0 3 0,0 0 1 16,-21 17-1-16,12-1-12 0,-6 9 4 0,1 2-8 15,-1 2-6-15,1 6-8 0,-3 8 0 0,4 7-8 16,0-6-9-16,7 4-5 0,-4-1-3 0,8-13-6 16,-2 14-8-16,2-14-7 0,2 1-3 0,4-3-5 15,2 1-5-15,0-3-4 0,2-3-1 0,-3-3-5 16,6 0 0-16,-1-5-8 0,0-3 3 0,4 1-8 16,-1-2 1-16,6 4-4 0,-6-7 1 0,2-1-1 15,3 0-5-15,1-4-13 0,-2 4-11 0,1-5-19 16,2 1-19-16,-2-1-33 0,-1-1-21 0,2-2-34 15,-5-3-32-15,-1 0-33 0,6-1-26 0,-9 0-138 16,3-1-396-16,-1-5 176 0</inkml:trace>
  <inkml:trace contextRef="#ctx0" brushRef="#br0" timeOffset="-212181.54">13494 14427 194 0,'0'0'232'0,"-2"-10"-8"0,2 10-2 0,0 0-26 15,0-15-20-15,0 15-19 0,2-5-18 0,-2 5-14 16,0 0-7-16,0 0 1 0,0 0 2 0,0 0-6 16,7 33-6-16,-5-16-8 0,-2 2-7 0,6 9-8 15,-4-1-5-15,0 2-8 0,2 0-7 0,-4-1-4 16,0-2-10-16,0-2-3 0,0-4-4 0,0 7-7 15,-2-3 4-15,2 0-12 0,0-4-19 0,-2 0-35 16,0-1-43-16,4-3-53 0,-2 2-44 0,2-1-48 16,0-6-36-16,-2 2-126 0,3-4-405 0,-3-9 179 15</inkml:trace>
  <inkml:trace contextRef="#ctx0" brushRef="#br0" timeOffset="-211980.42">13854 14558 63 0,'13'-8'161'0,"-1"3"-17"16,1 1-10-16,4-3-20 0,0 3-1 0,1-2-20 0,0 3-7 16,2-3-12-16,0 2-8 0,5 0-22 0,-9-1-38 15,2 0-31-15,-1-1-36 0,-6 3-28 16,2 3-66-16,-13 0-165 0,13-3 73 0</inkml:trace>
  <inkml:trace contextRef="#ctx0" brushRef="#br0" timeOffset="-211781.47">14034 14400 178 0,'0'0'196'16,"-9"-6"18"-16,9 6-7 0,-7-3-11 15,7 3-16-15,0 0-14 0,-4-3-29 0,4 3-9 16,0 0-16-16,0 0 4 0,0 0 3 0,-3 16-7 15,5-6-11-15,-2 8-5 0,1-2-12 0,-1 2-6 16,4 2-9-16,-2 5-2 0,2 0-5 0,-3-4-2 0,4 3-12 16,-1 0-5-16,0 2-5 0,1-3-2 15,-3-2-19-15,3 2-31 0,-1-4-41 0,0-1-49 16,3-1-58-16,-2 1-40 0,-1-2-186 0,1 0-419 16,-1-3 186-16</inkml:trace>
  <inkml:trace contextRef="#ctx0" brushRef="#br0" timeOffset="-211497.22">14445 14260 161 0,'0'-12'269'0,"-2"4"-9"15,2-2-10-15,0 10-16 0,-2-12-26 0,-1 8-16 16,3 4-26-16,0 0-16 0,0 0-13 0,0 0-2 15,0 0-8-15,0 0-11 0,5 21-13 0,-6-6-9 16,2 3-5-16,-1 2-17 0,2 0 0 0,0 6-10 16,-2-9-6-16,0 4-4 0,0-2-6 0,0 2-6 15,5 3-3-15,-3 0-3 0,-1-3-4 0,0-2-8 16,1-1-20-16,-2-2-14 0,3 2-33 0,-3-5-30 16,2-1-28-16,0-2-30 0,-1 5-24 0,2-6-28 15,-3-9-20-15,3 16-24 0,-1-9-117 0,-2-7-374 16,0 0 166-16</inkml:trace>
  <inkml:trace contextRef="#ctx0" brushRef="#br0" timeOffset="-211163.92">14472 14163 73 0,'8'-10'149'0,"4"-3"-13"0,-3 4-10 0,0 4-11 16,0 0-15-16,-2 4-5 0,2-1-8 0,2 4-4 15,-4-1-11-15,2 5-5 0,0 0-9 0,-3 1-4 16,-2 2-1-16,1 1 5 0,-2 3-3 0,-5 1-5 16,1 1 0-16,-6 1-4 0,3-1 0 15,-5 1-2-15,3 0-7 0,-4-3-10 0,4-2 1 0,-1-1-3 16,0-1-3-16,1-1 1 0,1-3-5 0,0 1-5 16,1-2 2-16,4-4 3 0,-4 9-4 0,4-9 0 15,-5 6-7-15,5-6 1 0,-4 5 2 16,4-5-4-16,0 0-2 0,0 0 4 0,0 0-2 15,8 14 2-15,-6-9-2 0,3-2-3 0,0 1 1 16,4 2 4-16,-1 1-1 0,1-3-3 0,4 3 1 0,-3 0-14 16,3-1-25-16,-1-2-31 0,6 4-40 0,-4-3-34 15,1-1-131-15,-2 1-291 0,5-3 130 0</inkml:trace>
  <inkml:trace contextRef="#ctx0" brushRef="#br0" timeOffset="-210913.49">14935 14224 42 0,'-1'-6'239'0,"1"6"-3"15,-4-11-3-15,4 11-8 0,-4-6-20 0,4 6-23 16,0 0-16-16,-7-3-9 0,7 3 2 0,-7 13-7 16,2-3 0-16,-1 6-13 0,1 4-11 0,-4 5-1 15,2 2-9-15,3 1-8 0,0-1-6 0,1 0-4 0,0 1-8 16,2 0-4-16,-3 0-10 0,4 2-6 15,2-3-12-15,-2 0-5 0,2-1-4 0,2 1-9 16,-3-3 3-16,1-4-4 0,2-1-8 0,-1-2-29 16,1 2-33-16,0-3-41 0,-2 0-41 0,-2-4-53 15,3 0-65-15,-3-3-46 0,0 1-185 0,-5 0-498 16,3-4 220-16</inkml:trace>
  <inkml:trace contextRef="#ctx0" brushRef="#br0" timeOffset="-210747.65">14713 14653 67 0,'6'-6'166'0,"3"-1"-11"15,5 3-9-15,1-2-10 0,5-2-15 0,8 1-15 16,-3-4-14-16,4 9-6 0,4-5-7 0,-6 2-14 16,2-1-4-16,-7 3-45 0,-1 2-34 0,0-2-50 15,-2 2-42-15,-2 4-74 0,-17-3-198 0,19 3 87 16</inkml:trace>
  <inkml:trace contextRef="#ctx0" brushRef="#br0" timeOffset="-210497.85">14330 15032 12 0,'0'4'181'15,"0"-4"3"-15,10 7-6 0,5-7 4 0,12 0-18 16,7-5-10-16,6 2-13 0,16-6-14 0,3-2-6 16,-1-1-11-16,0-2-12 0,-2 2-7 0,1-2-10 15,-8 1-5-15,-11 3-11 0,0 1-3 0,-4 0-9 16,-2 0-9-16,-1 1-23 0,-3 2-18 0,-7 2-32 16,-7 2-40-16,4-1-46 0,-4 2-44 0,-14 1-137 15,11 5-321-15,-11-5 141 0</inkml:trace>
  <inkml:trace contextRef="#ctx0" brushRef="#br0" timeOffset="-210231.42">14671 15167 191 0,'0'0'272'15,"0"0"0"-15,0 0 0 0,0 0-8 0,-6 3-12 16,6-3-15-16,0 0-19 0,0 0-28 0,0 0-21 15,0 0-12-15,0 0-11 0,-1 9 1 0,1-9-9 0,1 12-14 16,1-1-11-16,-2-2-1 0,2 2-17 0,-2 2-3 16,2 4-11-16,-1 1-8 0,3-2-12 15,-7 2 2-15,6 2-7 0,-2-4-6 0,0 3-3 16,-1-3-1-16,1 2-14 0,-1-2 2 0,2-3-11 16,-2 0-24-16,0 0-33 0,0-2-45 0,0 0-42 15,0 2-39-15,0-2-46 0,2-2-50 0,0 1-41 16,-2-5-183-16,0-5-518 0,-2 12 230 0</inkml:trace>
  <inkml:trace contextRef="#ctx0" brushRef="#br0" timeOffset="-209914.3">14673 15108 117 0,'10'-11'204'0,"1"0"-5"16,3 0-17-16,1 2-6 0,0 1-15 0,-4 4-15 15,2 3-14-15,-2 1-9 0,2 0-18 0,-2 1-7 16,1 2-11-16,1 2-7 0,-3 0 2 0,-4 3-10 16,-1-1-6-16,-2 0-2 0,-2 6-4 0,-2-3-2 15,-4 1-4-15,-2 0-6 0,0 5-3 0,-6-3-8 16,3 1-1-16,-1-6-2 0,2 2-5 0,0-3-5 16,-1 2 1-16,2-3-4 0,2 1-4 0,1-4 1 15,0 0-4-15,5-3-2 0,-9 4-1 0,9-4-2 16,-4 6-3-16,4-6 2 0,0 0-5 0,-5 4 0 15,5-4 0-15,0 0-1 0,1 10 1 0,-1-10 0 16,0 0-5-16,6 13 3 0,-2-4-3 0,4-2 5 16,0 1 0-16,1 1-20 0,1-1-22 0,3 2-37 15,0-1-57-15,7-1-43 0,-2-2-198 0,-5-2-404 16,4 1 179-16</inkml:trace>
  <inkml:trace contextRef="#ctx0" brushRef="#br0" timeOffset="-209715.23">15094 15245 268 0,'2'-5'278'0,"-2"5"-2"0,0 0-3 0,3-7-18 15,-3 7-20-15,0 0-21 0,0 0-18 0,0 0-18 16,0 0-18-16,0 0-9 0,0 0-12 0,0 0-7 16,5 21-18-16,-5-21-13 0,-3 21-8 0,3-12-10 15,-1 3-8-15,2-1-4 0,1 0-29 0,-1 0-28 16,0 1-29-16,-1 0-48 0,3 1-51 0,-3-2-67 15,5 1-58-15,-4 0-217 0,0-4-494 0,1 3 218 16</inkml:trace>
  <inkml:trace contextRef="#ctx0" brushRef="#br0" timeOffset="-209381.47">15530 14114 177 0,'6'-6'197'0,"6"2"-10"0,0 4-8 0,6 4 0 0,0 5 3 15,10 10 12-15,2 4-13 0,4 14-14 16,2 7-5-16,-3 0-8 0,-4 4-16 0,-4 2-14 0,-6-2-3 15,-3 8-5-15,-5-6-10 0,-2 3-1 0,-5-5-7 16,-2 2-10-16,-3 0-10 0,-4-2-4 0,-3-3-7 16,0-9-5-16,-4 7-8 0,-1-8-10 0,-6 7 10 15,2-11-13-15,-3 0-5 0,-2 0-17 16,-1-2-5-16,-2-3-34 0,-1 1-20 0,-1-2-31 0,-1-3-43 16,-4 0-63-16,0 1-55 0,0-6-226 0,-3 0-495 15,3-2 219-15</inkml:trace>
  <inkml:trace contextRef="#ctx0" brushRef="#br0" timeOffset="-205764.5">16232 14392 83 0,'0'0'124'0,"0"0"-1"0,0 0-6 15,0 0 7-15,0 0-1 0,0 0-5 0,4-7-4 16,-4 7-7-16,0 0 0 0,0 0-8 16,0 0-7-16,0 0-7 0,0 0-11 0,0 0-2 15,0 0-9-15,0 0-8 0,0 0-8 0,0 0-6 16,0 0-5-16,0 0 1 0,0 0-4 0,0 0-4 16,13 4 2-16,-13-4-3 0,9 8-1 0,-4-2 4 0,3 2 13 15,1-2-2-15,1 4 8 0,-2-2 2 0,3 5-5 16,-3-3-5-16,1 4 10 0,-2-2-2 15,5 2-7-15,-4 0 4 0,1-2 4 0,2 3-2 16,-1-1-5-16,-3-4-7 0,-1 0-2 0,3 1-4 16,-3-2 0-16,-1-2-4 0,2 0 3 0,-1 1-2 0,-1-5-5 15,-1 3 7-15,-4-6-1 0,5 6 7 0,-5-6 7 16,4 4 14-16,-4-4 4 0,0 0-3 16,0 0-5-16,0 0-2 0,10-9-1 0,-5 2-1 15,-1-2-1-15,-1 2-3 0,1-5 3 0,0 1-9 16,-2-2-7-16,3-3-4 0,-1 0 2 0,-1-1-8 15,3 0 3-15,-2-1-2 0,1 2-3 0,-1-3-2 0,1 0-3 16,-1 3-1-16,2-2 1 0,-2 3-4 16,-2 2-4-16,2 3 0 0,0 1-3 0,-3 2-3 15,2 3-8-15,-3 4-5 0,3-9-32 0,-3 9-35 16,0 0-21-16,0 0-20 0,0 0-24 0,0 0-35 16,0 0-31-16,0 0-25 0,11 26-28 0,-12-10-146 15,1-1-443-15,0 1 197 0</inkml:trace>
  <inkml:trace contextRef="#ctx0" brushRef="#br0" timeOffset="-205515.05">16643 14532 170 0,'0'0'263'0,"2"-6"-6"16,-2 6-10-16,0 0-15 0,0 0-17 0,0 0-22 15,4-5-16-15,-4 5-20 0,0 0-10 0,0 0-4 16,0 0 4-16,0 0 5 0,0 0-20 0,6 18-13 15,-4-14-6-15,-2 6-15 0,2-4-8 0,-2 2-9 16,2 2-5-16,-1-1-11 0,0 3-3 0,0-2-10 0,-1 3-1 16,2-1-5-16,-2-4-3 0,1 4-11 0,-1-2-22 15,1 3-32-15,1-4-35 0,-2 1-35 16,1-1-49-16,-1-1-51 0,1 0-50 0,0-1-229 16,-1-7-510-16,3 10 226 0</inkml:trace>
  <inkml:trace contextRef="#ctx0" brushRef="#br0" timeOffset="-205298.53">16811 13863 244 0,'-4'-10'285'0,"2"0"-10"0,1 3-20 16,1 7-26-16,-5-10-26 0,3 5-22 0,2 5-21 15,0 0-16-15,0 0-17 0,0 0-11 0,0 0-13 16,0 0-9-16,12 29-16 0,-5-6-28 0,1 2-46 16,1-1-46-16,-1 3-40 0,2 3-59 0,3-1-50 15,-3 4-158-15,0 2-378 0,-1-4 168 0</inkml:trace>
  <inkml:trace contextRef="#ctx0" brushRef="#br0" timeOffset="-204898.47">17503 14475 298 0,'0'-9'313'0,"0"9"-13"0,0 0-9 15,0 0-15-15,0 0-20 0,0 0-28 0,0 0-24 16,0 0-19-16,6-4-22 0,-6 4-14 0,0 0-18 16,12-3-14-16,-6 2-13 0,2 0-14 0,3 0-4 15,1-1-16-15,-2-2-33 0,1 4-24 0,0 0-41 16,-11 0-54-16,16 0-64 0,-4-2-59 0,-4 2-52 16,0 2-176-16,-8-2-467 0,9 0 207 0</inkml:trace>
  <inkml:trace contextRef="#ctx0" brushRef="#br0" timeOffset="-204731.36">17512 14573 132 0,'0'0'245'0,"-7"6"-1"0,7-6-5 0,0 0-7 16,-3 3-10-16,3-3-23 0,0 0-9 0,0 0-18 16,0 0-10-16,0 0-14 0,20 8-18 0,-8-8-19 15,0-1-26-15,6 2-26 0,1-5-42 0,-3 0-53 16,3-1-57-16,2 3-65 0,-1-2-70 0,0 0-118 15,0 0-374-15,-1-1 166 0</inkml:trace>
  <inkml:trace contextRef="#ctx0" brushRef="#br0" timeOffset="-200514.41">18712 13898 68 0,'0'0'102'0,"0"0"-1"0,1-9 5 15,-1 9 6-15,0 0-11 0,0-10-1 0,0 10 5 16,0 0-6-16,0-10 1 0,0 10-2 0,0 0-6 16,-3-7-2-16,3 7-2 0,0 0-4 0,0 0-9 0,0 0 0 15,0 0-6-15,-3-8-8 0,3 8-8 0,0 0-6 16,0 0-4-16,0 0-5 0,0 0-4 15,0 0 0-15,-16 12 0 0,10-5-3 0,-3 1 2 16,-1 4-1-16,3 0-3 0,-3 2 2 0,-1 1 3 0,2 4-4 16,-4 4 1-16,0 0 5 0,3 2 2 0,-2 2 8 15,2 1-3-15,0 1 8 0,-1 0-30 0,0 3 9 16,2-3-6-16,2 3 2 0,-1-1 1 16,2 3 0-16,0-3 4 0,1 2 1 0,4-1-2 15,0 2-1-15,1 1-4 0,4 2 8 0,1 7 0 0,2-10-1 16,2 0 2-16,3 0-6 0,1 0 2 0,3-3-9 15,1 0 0-15,-2-2 2 0,2-2-3 0,3-4-1 16,2-1 0-16,-1-1-5 0,-1-3-3 16,3-2 2-16,-3 0-3 0,-1-7 2 0,7 3-2 15,-8-3-6-15,2-1-17 0,-2-3-20 0,2 1-25 16,-1-2-37-16,-4 1-34 0,-1-5-41 0,4 1-38 0,-4-1-202 16,-4 0-444-16,3-4 197 0</inkml:trace>
  <inkml:trace contextRef="#ctx0" brushRef="#br0" timeOffset="-200197.66">19338 14102 236 0,'0'0'225'16,"-1"-17"-8"-16,1 17-5 0,-2-13-18 0,2 13-19 16,0-10-18-16,0 10-19 0,0 0-12 0,0 0-13 15,0 0-3-15,0 0 0 0,0 0 0 0,8 36-8 16,-5-18 1-16,-2 1-9 0,2 6-2 0,0 1-3 16,2-1 0-16,-3 0-11 0,-1-1-5 0,-1-7-6 15,2 4-7-15,-2-3-5 0,3 0-7 0,-3 1-5 16,0 0-6-16,1-2 2 0,-1-1-7 0,2 1-9 15,-1-2-31-15,0-2-28 0,0-3-46 0,-1-10-52 16,2 28-41-16,0-19-55 0,4 1-201 0,-6-10-466 16,7 15 206-16</inkml:trace>
  <inkml:trace contextRef="#ctx0" brushRef="#br0" timeOffset="-200006.5">19688 14219 27 0,'8'-4'190'0,"-3"-2"-2"16,4 2-6-16,1 0-12 0,4-2-18 0,3 0-15 15,1 2-12-15,1 0-10 0,0 0-16 0,0 2-9 16,0-1-11-16,2 1-26 0,-2 2-25 16,-1 0-38-16,0 0-36 0,-2 2-37 0,-2-2-45 0,-2 3-100 15,-2-1-247-15,-2 0 109 0</inkml:trace>
  <inkml:trace contextRef="#ctx0" brushRef="#br0" timeOffset="-199797.27">19912 14091 32 0,'-5'-5'221'0,"5"5"1"0,-7-9-3 0,7 9-8 16,-5-6-21-16,5 6-17 0,-4-5-20 0,4 5-18 15,0 0-11-15,0 0 0 0,0 0 6 0,-2 17-1 16,2-5-8-16,1 4-10 0,-1 3-10 0,0-1-13 15,0 1-3-15,1 7-11 0,1-1-4 0,-2-6-11 16,1 2-4-16,1 3-22 0,1 2-28 0,0-7-41 16,0 5-50-16,1-5-54 0,3 0-59 0,-2-3-202 15,-1 0-435-15,3-1 193 0</inkml:trace>
  <inkml:trace contextRef="#ctx0" brushRef="#br0" timeOffset="-199546.7">20445 13866 74 0,'1'-12'311'16,"0"3"-26"-16,-1 0-29 0,2 3-25 16,-2 6-27-16,0 0-18 0,1-9-16 0,-1 9-11 15,0 0-2-15,0 0-3 0,8 28-16 0,-6-11-7 0,-1 2-15 16,6 5-11-16,-2 3-16 0,-8-1-4 0,7 1-11 15,3-1-4-15,-4 2-9 0,1-2-6 0,1 0-2 16,2 0 1-16,-2-2-15 0,-1-5-7 16,-2-2-31-16,-1 0-31 0,2 1-37 0,-2-2-41 15,1 0-55-15,0 0-43 0,-1-4-42 0,-1 0-164 0,0-2-445 16,-2-3 196-16</inkml:trace>
  <inkml:trace contextRef="#ctx0" brushRef="#br0" timeOffset="-199230.58">20548 13768 8 0,'10'-7'159'0,"-1"0"-11"0,2 2-13 0,-2 1-2 0,2 4-18 16,-1 2-2-16,-10-2-14 0,16 4-10 15,-13 3-7-15,4 1-6 0,-5 5-3 0,0-1-3 16,-4 5-11-16,-3 0-1 0,-4 7-3 0,-2-7-11 0,-3 5-3 15,-5-1-5-15,1-3-1 0,-1 2-4 16,3-8-5-16,2 1-2 0,0-3-3 0,3-2-1 16,0 0-2-16,4-2-2 0,-2-1-5 0,2 1-3 15,4-1 2-15,-1 0-6 0,4-5 5 0,-5 9 0 16,3-3-3-16,2-6-3 0,2 14 4 0,0-6-3 16,2-2 9-16,2 3-7 0,3 1 2 0,5 1-3 0,2-2 1 15,2-1-10-15,1-2-32 0,1 1-35 16,7-2-53-16,0 2-153 0,-7-2-299 0,0-1 133 15</inkml:trace>
  <inkml:trace contextRef="#ctx0" brushRef="#br0" timeOffset="-198998.52">20928 13908 84 0,'-4'-10'249'0,"4"10"-2"0,-1-12-5 16,0 7-20-16,1 5-19 0,0 0-21 0,-4-8-17 0,4 8-2 15,0 0-3-15,0 0-5 0,-8 28 2 0,4-8-15 16,0 5-12-16,0 0-4 0,3 3-3 16,1 0-10-16,-4 1-9 0,4 0-11 0,-1-3-5 15,0 0-17-15,2 0 0 0,0-1-13 0,1-5 1 16,0 6-12-16,1-9-10 0,-2 1-10 0,1-1-37 0,1-1-37 16,-2-3-41-16,2-1-60 0,-1 0-67 0,1-2-52 15,-3 1-191-15,-1-2-495 0,-1-2 220 0</inkml:trace>
  <inkml:trace contextRef="#ctx0" brushRef="#br0" timeOffset="-198848.62">20893 14193 121 0,'9'-7'143'0,"3"2"-11"15,-1 0-13-15,6-2-13 0,-4 4-12 0,7-1-14 16,-1 1-14-16,1 1-41 0,0 3-56 0,-2 0-112 15,-8 2-154-15,0-1 68 0</inkml:trace>
  <inkml:trace contextRef="#ctx0" brushRef="#br0" timeOffset="-198663.42">20532 14550 103 0,'0'0'224'0,"0"0"-2"15,0 0-10-15,19 8-11 0,1-10-15 16,11 0-18-16,5-4-10 0,2 3-24 0,14-3-11 16,2-2-13-16,-16 3-10 0,1 0-28 0,0-1-35 15,-4 2-40-15,-6 0-57 0,1-1-44 0,-11 5-49 16,-6 2-136-16,-7 1-312 0,-1-1 139 0</inkml:trace>
  <inkml:trace contextRef="#ctx0" brushRef="#br0" timeOffset="-198414.33">20717 14687 163 0,'0'0'242'0,"0"0"-9"16,0 0-13-16,-4 7 0 0,4-7 7 0,-1 8-6 16,1-8-5-16,0 13-19 0,-3-5-16 0,3 3-13 15,0 0-13-15,0 1-12 0,-1 1-17 0,0 0-11 16,2 3-17-16,-1 0-4 0,-1 0-6 0,0 1-11 15,-1-1-3-15,2 2-20 0,0-2 3 0,0-5-7 16,-2 6-14-16,0-3-21 0,1-3-28 0,0 2-32 16,-2 2-33-16,1-3-43 0,-1-1-36 0,2 0-50 15,-1-1-22-15,0-1-29 0,-2 2-136 0,-1-6-426 16,3 1 188-16</inkml:trace>
  <inkml:trace contextRef="#ctx0" brushRef="#br0" timeOffset="-198113.01">20739 14661 138 0,'7'-18'194'0,"0"9"-3"0,0-2-19 0,1 3-7 15,0 5-12-15,1-1-12 0,-9 4-15 0,15-1-6 16,-5 3-9-16,-3 1-3 0,0 3-18 0,-2 2-8 16,2 3-8-16,-5-1-7 0,0 6-5 0,-2 1-6 15,-4 1-6-15,-4 1-3 0,0-2-9 0,-1-1-2 16,-2 0-5-16,1-3-1 0,-2 1-6 0,2-5 0 15,1 0-3-15,1-2-4 0,1-1-3 0,-1-1 3 16,2-1-1-16,1-2 7 0,-1 2-1 0,6-4 6 16,-10 2 6-16,10-2 4 0,-6 4-3 0,6-4-6 15,0 0-2-15,-8 2-4 0,8-2-2 0,0 0-4 16,0 0-1-16,0 0-6 0,21 8 1 0,-10-4 2 16,1 0-3-16,4 1-1 0,1 2-4 0,2-3-9 15,-1 3-30-15,2-2-47 0,0 0-55 0,2-2-44 16,-2 3-213-16,-1-3-424 0,0-2 189 0</inkml:trace>
  <inkml:trace contextRef="#ctx0" brushRef="#br0" timeOffset="-197914.67">21076 14827 271 0,'0'0'292'0,"0"0"1"0,-1-9-3 15,1 9-7-15,-1-7-23 0,1 7-21 0,0 0-28 16,0 0-25-16,0 0-14 0,0 0-21 15,0 0-14-15,0 0-16 0,0 0-7 0,0 0-10 0,0 36-13 16,-3-20-6-16,2 0-10 0,1 1-6 0,0 0-23 16,1 0-22-16,2-2-39 0,-2 1-55 0,1-4-51 15,0 4-67-15,1-6-62 0,-1 3-229 16,1-3-518-16,0 0 229 0</inkml:trace>
  <inkml:trace contextRef="#ctx0" brushRef="#br0" timeOffset="-197581.68">21643 13836 93 0,'13'-5'208'0,"1"7"-4"0,4 5-11 16,0 5 6-16,5 9 13 0,-4 4-2 0,0 7-6 16,4 15-7-16,-7 0-11 0,0 5-15 0,-7 0-30 15,-6-3-16-15,-1 1-11 0,-3-2-6 0,-1-1-10 16,-4 0-11-16,1-12-7 0,-3 11-6 0,0-12-2 16,-4 10-9-16,1-12-5 0,1 1-6 0,-1-2 1 15,-3-1-3-15,0-2-11 0,-1 1 6 0,-1 0-18 16,-1-2-14-16,-1-2-11 0,-3-1-22 0,0-1-27 15,-2-1-31-15,-1-3-41 0,2 0-55 0,-1-2-50 16,2-1-39-16,-5-5-147 0,9-1-442 0,-1-4 196 16</inkml:trace>
  <inkml:trace contextRef="#ctx0" brushRef="#br0" timeOffset="-193931.47">22362 13705 19 0,'0'0'217'0,"0"0"-8"0,0 0-15 0,0 0-14 16,0 0 2-16,-4-10-20 0,4 10-10 0,0 0-4 15,0 0-4-15,-13 22-4 0,4-7-6 0,-1 7-1 16,0 4-8-16,-2 3-3 0,2 3-10 0,-4 12 0 16,4 1-10-16,1 1 1 0,0 3-24 0,-1 3-1 15,1 1 3-15,-3-1 1 0,10 0-9 0,-2 0 6 16,3 1-7-16,1-2-4 0,2-1-4 0,6 1-2 16,-1-1-7-16,4-4-2 0,-5-10-11 0,9 7-3 15,-3-11 1-15,4 0-8 0,0-1-2 0,3-2-1 16,1-3-3-16,-2-1-3 0,3 0 0 0,0-5 3 15,-1-1-5-15,-3-6-8 0,5-1 0 0,-4-2-15 16,1-1-22-16,1-3-19 0,-1-1-46 0,1-2-34 16,-2 0-47-16,2-5-47 0,-2 0-43 0,1 0-235 15,-1-1-535-15,-1-4 238 0</inkml:trace>
  <inkml:trace contextRef="#ctx0" brushRef="#br0" timeOffset="-193563.45">23350 13744 20 0,'0'-12'279'0,"1"2"-5"0,0 1-8 0,2 1-8 16,-3 8-8-16,-1-11-14 0,1 11-23 0,1-10-20 16,-1 10-25-16,0 0-14 0,0-8-17 0,0 8-20 15,0 0-8-15,0 0-13 0,0 0-3 0,0 0-6 16,2 29 0-16,0-11-5 0,-2 6-2 0,0 2 3 16,0-2-17-16,-2 2-6 0,2 1-6 0,-1-1-3 15,0 0-6-15,-2 2-1 0,2-4-9 0,0 1-23 16,1 0-4-16,-3-7-2 0,1 0 1 0,0 1 2 15,1-1-4-15,1-1-1 0,-1 0-20 0,1-2-25 16,-2-4-30-16,0 2-37 0,0 0-37 0,1-1-38 16,0-2-44-16,0-3-23 0,1 2-192 0,-4-3-477 15,4-6 211-15</inkml:trace>
  <inkml:trace contextRef="#ctx0" brushRef="#br0" timeOffset="-193181.17">23392 13632 119 0,'9'-9'165'0,"0"-5"-11"16,-2 5-9-16,3 3-11 0,-2-2-18 0,-1 5-8 16,-1-1-8-16,3 4-8 0,-9 0-3 0,13 0-10 15,-13 0-6-15,14 4-1 0,-8 3-4 0,-1 1-7 16,0-1-4-16,-2 5 0 0,-3-4-3 0,1 3-3 15,-2 0-5-15,-2 1 0 0,-2-2-9 0,-2 6 2 16,-3-3-3-16,2-2-4 0,-3 2 0 0,0-1-3 16,0 1-6-16,0-6-2 0,1 1-3 0,0-2-2 15,1-1-3-15,1 3 0 0,1-2 2 0,3-1-6 16,4-5 1-16,-7 6 4 0,7-6-6 0,-6 3 3 16,6-3-9-16,-6 4 5 0,6-4-4 0,0 0 5 15,0 0-4-15,3 11-3 0,-3-11 1 0,7 9 3 16,-3-4-2-16,1-1-3 0,3 3 4 0,2 1-2 15,-1-2 2-15,0 5-6 0,3-1 7 0,-1-1-2 16,0 1-4-16,4 0-5 0,-3 2-36 0,2-2-37 16,-4-1-42-16,4 1-43 0,-1 1-153 0,-5-2-344 15,1-3 153-15</inkml:trace>
  <inkml:trace contextRef="#ctx0" brushRef="#br0" timeOffset="-192797.5">23757 13817 16 0,'0'0'197'15,"13"-6"-12"-15,-9 3-15 0,-4 3-12 0,10-1-9 16,-10 1-9-16,10 4-11 0,-3-2-8 0,-2 2-11 16,-5-4-7-16,4 11-5 0,1-3-10 15,-5-1-5-15,0 2-8 0,0 4-5 0,-3-2-9 0,-1 3-5 16,-1-3-5-16,0 3-3 0,1-3-5 0,-2 0-6 15,1 0-4-15,1-1 1 0,-1-1-8 16,1 0-1-16,1 0-5 0,1 0-2 0,-2-4-1 0,4 3-8 16,0-8-4-16,0 11 4 0,4-3-11 0,-2-1 2 15,5-1 0-15,-3-1 0 0,4 0 0 0,0 1-1 16,-3-2-4-16,3 1 3 0,-1 0 0 0,-2 1 0 16,1-4-3-16,-2 1 5 0,-4-3-3 0,8 3 2 15,-8-3 3-15,5 4 10 0,-5-4 4 0,0 0 11 16,4 7 4-16,-4-7 3 0,0 0 0 0,0 0-5 15,-12 10 1-15,6-7-6 0,-2 1-1 0,2-1-4 16,-1 0-13-16,-2 1-20 0,3 0-33 0,-3 2-43 16,0-2-39-16,0 2-40 0,0 1-40 0,0 0-123 15,0 1-360-15,-1-1 160 0</inkml:trace>
  <inkml:trace contextRef="#ctx0" brushRef="#br0" timeOffset="-192514.49">23150 14394 133 0,'-11'1'238'16,"-1"-3"-18"-16,4 3-19 0,8-1-21 0,0 0-18 15,0 0-1-15,0 0-9 0,24 6-6 0,6-6-13 16,11 0-14-16,17-2-4 0,3-1-17 0,32-2-11 15,-31 1 0-15,27-6-14 0,-30 6-10 0,1-2 0 16,0-3-8-16,-8 3-7 0,3 2-3 0,-16-2-6 16,-1 4 0-16,-3-1-9 0,-2 1-5 0,-5 0-2 15,-6 1-13-15,-2 1-11 0,-3 0-19 0,-5 3-28 16,-1 0-28-16,-5 0-23 0,-1 1-24 0,-5-4-34 16,3 10-24-16,-10 2-159 0,-7-1-369 0,-7 6 163 15</inkml:trace>
  <inkml:trace contextRef="#ctx0" brushRef="#br0" timeOffset="-192247.83">23215 14673 207 0,'0'0'253'0,"-6"-3"5"0,6 3 4 15,0 0-6-15,-6-7-8 0,6 7-17 0,0 0-27 16,0 0-18-16,-3-5-21 0,3 5-15 0,0 0-17 15,0 0-9-15,0 0-9 0,12 22-11 0,-10-10-10 16,3 3-3-16,0 0-6 0,-1 3-11 0,0-1-6 16,-1 1-4-16,-2 1-8 0,3-1-7 0,-3 0-3 15,1 0-5-15,1 0 5 0,-2-4-9 0,2 2-10 16,-2 0 1-16,-1-6-11 0,1 3-11 0,-1-3-39 16,2 0-37-16,-2-1-31 0,0 0-37 0,-2 1-41 15,2-10-32-15,0 12-44 0,-1-4-202 0,1-8-494 16,-1 10 219-16</inkml:trace>
  <inkml:trace contextRef="#ctx0" brushRef="#br0" timeOffset="-191914.47">23347 14593 49 0,'8'-7'191'16,"1"3"-8"-16,-3 3-4 0,3 1-10 0,-9 0-16 0,14 3-8 15,-8 0-10-15,1 4-8 0,-1 1-3 0,-2 3 2 16,-3 1-11-16,-2 3-7 0,-4 1-11 16,-1 1-6-16,-5-1-12 0,-4 6-10 0,1-7-5 0,-1-1-4 15,0-1-3-15,0 1-5 0,1-4-9 16,-1 2 1-16,5-6-6 0,-1 1 3 0,3-4-1 0,0 4-8 16,3-3-2-16,-1-2-3 0,6-2-2 0,-7 5-1 15,7-5-5-15,-6 6 0 0,6-6-5 0,0 0 1 16,0 0-4-16,0 0 1 0,0 0 5 15,0 0 0-15,0 0-3 0,28-3 2 0,-16 6-1 16,-1-1-2-16,0 2-1 0,3 0-3 0,4 2 2 16,0-2-2-16,1 2-3 0,-1 1-12 0,0-2-39 15,-3 3-40-15,3-3-62 0,-1 3-43 0,-1-3-45 0,-4 0-138 16,1-1-405-16,-3 1 179 0</inkml:trace>
  <inkml:trace contextRef="#ctx0" brushRef="#br0" timeOffset="-191631.73">23604 14830 20 0,'8'-5'215'0,"-8"5"-9"0,0 0-11 0,7-2 3 16,-7 2 6-16,0 0-6 0,0 0-6 0,7 11-15 16,-7-11-11-16,-4 11-19 0,4-11-5 0,-12 17-11 15,5-9-8-15,0 2-9 0,0 0-3 0,-1-2-12 16,-2-1-12-16,3-1-8 0,2 0-7 0,0 0-8 15,0 1-9-15,2-2-3 0,-2 0-6 0,5-5-6 16,-5 7-3-16,5-7-4 0,-2 7 0 0,2-7-5 16,0 0-5-16,1 12 2 0,2-6-4 0,-3-6 5 15,10 8-8-15,-4-5-6 0,3 0 3 0,1 0-15 0,4-1-21 16,-1-2-28-16,8 1-43 0,-4-3-39 16,5 1-49-16,0-3-51 0,-2-1-219 0,-2 0-488 15,1 0 216-15</inkml:trace>
  <inkml:trace contextRef="#ctx0" brushRef="#br0" timeOffset="-191473.83">23840 14833 106 0,'0'0'229'0,"0"0"-15"0,6-8-4 0,-6 8-9 16,8-5-15-16,-1 2-20 0,2 1-12 0,1-1-16 15,4 2-14-15,3-6-19 0,1 5-25 0,-4 1-28 16,2-5-35-16,-3 4-37 0,0 1-46 0,-2-1-43 15,2-2-36-15,-3 3-129 0,-5-1-296 0,-5 2 130 16</inkml:trace>
  <inkml:trace contextRef="#ctx0" brushRef="#br0" timeOffset="-191281.34">23994 14670 38 0,'0'0'214'0,"0"0"4"15,-2-12 4-15,2 12-11 0,0 0-8 0,-2-6-23 16,2 6-14-16,0 0-16 0,0 0 10 0,0 0 6 15,0 0 2-15,0 0-8 0,0 27-14 0,0-15-9 16,0 1-10-16,-1 0-23 0,1 3-6 0,-2 1-6 16,1 2-14-16,0-2-7 0,-1 1-5 0,2-1-20 15,0-3-32-15,0-1-55 0,2 3-61 0,-2-4-62 16,2-2-64-16,1 0-222 0,1-1-488 0,-2-3 216 16</inkml:trace>
  <inkml:trace contextRef="#ctx0" brushRef="#br0" timeOffset="-191047.5">24233 14622 224 0,'1'-7'327'16,"0"-1"-10"-16,-1 8-18 0,3-8-30 0,-3 8-29 16,1-6-20-16,-1 6-22 0,0 0-20 0,0 0-9 15,0 0-10-15,5 28-7 0,-3-12-15 0,-2 1-13 16,0 4-17-16,-2 3-14 0,0 0-4 0,0 3-10 15,1-8-6-15,1 6-6 0,-1-1-8 0,0-5 0 16,1 1-30-16,-2-4-6 0,4 2-34 0,-4-6-31 16,1 0-37-16,1-1-42 0,-1-1-48 0,2-1-43 15,-2-1-40-15,1-8-216 0,-2 10-506 0,2-10 223 16</inkml:trace>
  <inkml:trace contextRef="#ctx0" brushRef="#br0" timeOffset="-190765.3">24256 14584 129 0,'6'-8'238'15,"1"-1"-4"-15,-2 4-11 0,2-1-17 0,1 3-16 16,1 0-20-16,0 3-15 0,-9 0-11 16,18 6-17-16,-9-1-12 0,0 1-13 0,1 2-12 0,0-1-10 15,-5 1-3-15,1 1-8 0,-2 0-3 0,-1 4 5 16,-2 0 0-16,-3-3-2 0,-1 4-1 0,-4-2 6 15,1 4-8-15,0-2 1 0,-2 3 2 0,-2-4-13 16,2 1-7-16,3-4 0 0,1 0-7 16,-2-2-1-16,2-1-5 0,0 4-4 0,2-5-4 0,1 0-1 15,1-6-5-15,0 13-9 0,2-7-11 0,-2-6-25 16,9 6-29-16,-3-3-36 0,0 0-39 16,1-2-53-16,7-2-34 0,-5-2-44 0,3 0-147 15,-2 0-437-15,0 0 193 0</inkml:trace>
  <inkml:trace contextRef="#ctx0" brushRef="#br0" timeOffset="-190414.44">24516 14727 127 0,'6'-1'163'0,"-6"1"3"0,0 0 11 15,14-1 8-15,-14 1-1 0,11 1-7 16,-4 1-14-16,-7-2-14 0,10 3-11 0,-4 1-5 16,-3 0-7-16,-3-4-9 0,5 8-11 0,0-5-11 15,-5-3-6-15,4 8-6 0,-3-3-6 0,-1-5-1 0,3 9-4 16,-3-9-2-16,-3 11-11 0,3-11-2 0,-5 11-5 15,2-7-8-15,0 2-1 0,3-6-7 0,-7 7-8 16,7-7-2-16,-4 7-10 0,4-7-7 0,-1 7-10 16,1-7-6-16,0 0-7 0,5 12-8 15,-1-8 0-15,-4-4 2 0,5 8-5 0,0-4 6 0,0 0-3 16,-5-4 3-16,9 7 2 0,-4-4 4 16,0 0-2-16,-1 4 7 0,-1-2 1 0,-3-5 6 15,6 11 5-15,-6-6 5 0,0-5 3 0,3 9 3 0,-3-9 8 16,-3 11-2-16,3-11 5 0,-5 11-1 15,3-6 2-15,-6 1-2 0,4-2-1 0,-1 1 3 16,-3-1-7-16,2-2 2 0,1 4-7 0,0-3 2 0,-3 2-16 16,2-2-29-16,6-3-30 0,-14 1-41 15,6 1-64-15,8-2-62 0,-18 2-201 0,10-4-460 0,8 2 203 16</inkml:trace>
  <inkml:trace contextRef="#ctx0" brushRef="#br0" timeOffset="-190081.81">24954 13489 194 0,'6'-3'208'0,"9"3"-13"0,4 6-5 16,6 6 0-16,4 6 3 0,12 15-8 0,-1 8-2 16,-4 6-6-16,-3 4-12 0,11 27-4 15,-23-24-9-15,7 24-14 0,-12-22-16 0,-3 23-8 0,-7-24-9 16,-3 0-6-16,-3 0-14 0,-3-4-7 0,-5 3-5 16,1-6-9-16,-2 2-8 0,-3-3-5 0,-1-2-6 15,1-10 3-15,4-2-10 0,-5 2-23 0,-1-4-3 16,-1-2-5-16,-2 0-17 0,1-2-17 0,-4-2-24 15,0 0-26-15,-1-1-27 0,-5-2-39 16,2-6-48-16,-4 1-38 0,1-1-190 0,-2-2-453 0,-2-2 201 16</inkml:trace>
  <inkml:trace contextRef="#ctx0" brushRef="#br0" timeOffset="-187664.91">25782 13850 4 0,'0'0'164'0,"-4"-9"-3"0,4 9-2 16,-4-7-4-16,4 7-4 0,-4-4-5 0,4 4-3 16,0 0-8-16,0 0-7 0,0 0-3 0,0 0-8 15,-5-8-10-15,5 8-10 0,0 0-4 0,0 0-10 16,0 0-2-16,0 0-5 0,-2-6-5 0,2 6-4 15,0 0-2-15,0 0 3 0,0 0-7 0,0 0-3 16,0 0 1-16,0 0-3 0,0 0 2 0,0 0-5 16,0 0-2-16,0 0-2 0,0 0 2 0,0 0-7 15,0 0-2-15,0 0-9 0,0 0-1 0,0 0-6 16,0 0-3-16,0 0-4 0,0 0-1 0,-3-8-4 16,3 8-2-16,0 0-3 0,0 0 2 0,0 0-4 15,0 0 0-15,0 0 0 0,14 17-2 0,-10-12 0 16,3 1 0-16,-3 3-1 0,4 0 0 0,-2 2 2 15,3 1 2-15,-2-1-23 0,0 5 8 0,1-2-2 16,1 0 6-16,-2 3-1 0,0-3 6 0,-2-1-4 16,1 5 4-16,1-3 1 0,-1 0-2 0,2 1-1 15,-4-3 5-15,0-3-2 0,1 0 3 0,-3 2-5 16,2-3 4-16,0 1 0 0,-3-3-4 0,4-2 0 16,-1 0 2-16,-4-5-1 0,1 9 0 0,-1-9 3 15,4 9-1-15,-4-9-1 0,2 6 3 0,-2-6 0 16,0 0 6-16,2 5 10 0,-2-5 6 0,0 0-2 15,0 0-3-15,0 0-6 0,7-15 3 0,-3 6-3 16,3-2 2-16,-2-4-9 0,1 1 1 0,1-1 2 16,-1-2-7-16,2-3 6 0,0-3-3 0,1-1-2 15,-2 6-3-15,3-4 2 0,0-1-5 0,-3 4 1 16,3-4 2-16,-4 6-3 0,1 1 0 0,-3-2 10 16,0 6-11-16,-2-2 4 0,4 2 1 0,-2-4-2 15,-2 5 0-15,0 1 0 0,0 1-3 0,-1 1 2 16,1 3-2-16,-2 5 0 0,2-12-1 0,-2 12-2 15,0-7 2-15,0 7 0 0,0 0-4 0,2-7-10 16,-2 7-6-16,0 0-10 0,0 0-6 0,0 0-16 16,0 0-18-16,0 0-27 0,9 20-22 0,-9-20-28 15,0 22-27-15,0-11-22 0,5 5-17 0,-3 2-11 16,-1 1-133-16,0-2-388 0,0 2 173 0</inkml:trace>
  <inkml:trace contextRef="#ctx0" brushRef="#br0" timeOffset="-186947.62">26203 14093 22 0,'2'-8'211'0,"-2"8"-9"0,0-9-9 0,0 9-14 16,2-10-12-16,-2 10-4 0,0 0-6 0,0-10-2 15,0 10-7-15,0-7-8 0,0 7-7 0,0 0-7 16,0 0-7-16,0 0 0 0,0 0-14 0,0-10-6 16,0 10-6-16,0 0-7 0,0 0-6 0,0 0-11 15,0 0 6-15,0 0-18 0,0 0-2 0,0 0-8 16,2-6-6-16,-2 6-1 0,0 0-1 0,0 0-6 16,0 0 1-16,0 0-1 0,0 0-4 0,0 0 7 15,0 0-5-15,0 0 0 0,0 0-2 0,0 0 1 16,0 0 2-16,0 0 1 0,0 0-5 0,0 0-1 15,0 0 5-15,0 0-2 0,0 0 7 0,0 0-1 16,0 0 0-16,0 0 2 0,0 0-2 0,0 0 2 16,0 0-7-16,0 0 5 0,0 0-3 0,0 0-1 15,0 0 3-15,0 0-7 0,0 0-13 0,0 0 6 16,0 0-1-16,0 0 4 0,0 0-3 0,0 0 8 16,0 0-4-16,0-11 3 0,0 11-8 0,0 0 0 15,0 0-4-15,0 0 1 0,0 0-2 0,0 0 4 16,0 0-5-16,0 0-4 0,0 0 11 0,0 0-4 15,0 0-20-15,0 0 5 0,0 0-1 0,0 0 4 16,0 0 0-16,0 0-1 0,0 0-4 0,0 0 1 16,0 0 0-16,0 0 5 0,0 0-7 0,0 0 5 15,0 0-4-15,0 0 0 0,0 0-1 0,0 0 4 16,0 0-2-16,0 0 0 0,0 0-6 0,0 0 2 16,0 0 1-16,0 0-1 0,0 0 3 0,0 0-4 15,0 0 3-15,0 0 0 0,0 0 3 0,0 0-7 16,-2 31 2-16,0-22 15 0,2 6 0 0,0 1 13 15,-2 2 2-15,2-1-1 0,-2 3-6 0,0-2 16 16,0 8 0-16,-1-6 9 0,3-1 4 0,-7 5 5 16,7-6-11-16,-5 1 10 0,3 0-8 0,0-3 0 15,0 1-3-15,2 0 0 0,-2-5-8 0,-1 0-1 16,2-2-6-16,0-1 2 0,1 1-8 0,0-5-2 16,0-5 2-16,-2 13-2 0,2-13 8 0,0 9-7 15,0-9-2-15,-2 6 4 0,2-6-13 0,0 0 7 16,-2 7-18-16,2-7-20 0,0 0-21 0,0 0-33 15,0 0-62-15,0 0-60 0,0 0-59 0,0 0-71 16,0 0-69-16,0 0-241 0,-10-20-691 0,6 11 305 16</inkml:trace>
  <inkml:trace contextRef="#ctx0" brushRef="#br0" timeOffset="-182981.28">11233 16096 141 0,'0'0'187'0,"0"0"-5"0,0 0-8 16,0 0 4-16,0 0-4 0,9 6-4 0,-9-6-16 16,17-6-8-16,-7 0-3 0,3 0-7 0,1-3 21 15,-1 0-5-15,3-1-18 0,-2-2-7 0,1-1-10 16,-2 0-10-16,3 3-1 0,-5-3-4 16,-3 4-3-16,3-5-11 0,-4-1-4 0,-1 5-6 15,-5-2 6-15,3 2-10 0,-2-2-6 0,-1 1-5 0,-2-1-11 16,1 2-5-16,0 1-3 0,-3 1 0 0,3 8-3 15,-1-11-20-15,1 11 16 0,-3-11-12 0,3 11 1 16,0-7-2-16,0 7-7 0,0 0-1 16,0 0-3-16,0 0 1 0,0 0 3 0,-18 24-3 15,14-13-3-15,2 4 3 0,-1 0-3 0,1 1 0 16,-2 1 0-16,5 2-7 0,0 0 1 0,1-4 1 16,0 2 2-16,0-6-13 0,3 2-21 0,2 1-36 0,-2-3-45 15,4 5-38-15,-1-7-50 0,3 4-65 16,-1-6-52-16,0 0-163 0,2-3-514 0,-5 1 228 15</inkml:trace>
  <inkml:trace contextRef="#ctx0" brushRef="#br0" timeOffset="-182828.78">11445 15737 23 0,'0'0'138'0,"0"0"-18"0,0 0-33 0,0 0-44 16,0 0-45-16,21 13-38 0,-11-5-22 0,5 0-67 16,6-2 30-16</inkml:trace>
  <inkml:trace contextRef="#ctx0" brushRef="#br0" timeOffset="-182597.63">11858 15760 210 0,'0'0'245'0,"0"0"-9"0,-17-6-7 0,17 6-9 16,0 0-16-16,-11 10-2 0,7-3 3 0,-1 5-2 0,1 4 1 16,-5 7-9-16,2 5 7 0,1-1-17 15,-1 2-35-15,-2 4 8 0,4-2-20 0,0 4-15 0,1 11-6 16,0-13-11-16,0 1-29 0,1 1 9 16,2 1-3-16,0-3-14 0,1-1-4 0,0-1-12 15,0-1-34-15,0-4-29 0,1 0-42 0,0-5-57 16,1-2-61-16,-1-1-60 0,3-2-59 0,-4-3-232 15,0-4-565-15,0 1 251 0</inkml:trace>
  <inkml:trace contextRef="#ctx0" brushRef="#br0" timeOffset="-182464.5">11803 16162 85 0,'19'-8'110'15,"12"1"-29"-15,-2-2-42 0,7-2-42 0,-1 5-49 16,1-4-57-16,3 2 25 0</inkml:trace>
  <inkml:trace contextRef="#ctx0" brushRef="#br0" timeOffset="-182231.51">12538 15929 168 0,'0'0'291'0,"0"0"-14"0,0 0-18 0,0-8-26 16,0 8-23-16,0 0-21 0,0 0 1 16,0 0-4-16,0 0 0 0,0 0-9 0,4 35-13 15,-4-19-14-15,2 10-29 0,1 2 9 0,-3-3-17 16,2 4-14-16,-4 0-2 0,1 0-18 0,7-2-7 0,-6-2-11 16,0 1-22-16,2 2-34 0,0-10-42 15,0 1-47-15,1 1-57 0,-1-3-48 0,0 0-42 16,-2 1-238-16,0-1-509 0,-2-7 225 0</inkml:trace>
  <inkml:trace contextRef="#ctx0" brushRef="#br0" timeOffset="-181897.88">12605 15915 40 0,'5'-10'221'15,"2"3"-17"-15,2 2-22 0,-1-2-15 0,2 4-7 16,-1 0-12-16,-1 3-18 0,1 3-2 0,-1 2-19 16,0 0-10-16,-1 2-8 0,-1 1-9 0,-2 2-12 15,-2 3-3-15,0-3-9 0,-4 3-1 0,0 1 2 16,-2 1-18-16,-4-1-3 0,3-2-1 16,-1-1-5-16,-2-3-6 0,2 3 2 0,1-2-5 0,-3 0 0 15,3 0-4-15,1-4-4 0,4-5 3 0,-10 10-4 16,10-10 1-16,-4 7-4 0,4-7 3 0,0 0-10 15,-7 8 1-15,7-8-5 0,0 0 1 0,-2 11 5 16,2-11 10-16,0 11 0 0,2-5 7 0,-1 3-5 16,1-2 0-16,2 4-4 0,2-2 0 0,2 1-3 15,0-1 1-15,-1 1-4 0,2-2-4 0,3 4-26 16,-2-3-21-16,3 0-56 0,2-1-53 16,-2 1-48-16,1-2-147 0,-1-2-376 0,-1-3 167 0</inkml:trace>
  <inkml:trace contextRef="#ctx0" brushRef="#br0" timeOffset="-181697.38">12952 16207 16 0,'0'0'255'0,"0"0"3"0,0 0 11 0,0 0 0 16,0 0-13-16,0 0-16 0,4 19-19 0,-4-10-16 15,0 1-11-15,0 2-13 0,2 1-20 0,-2 2-15 16,0-3-15-16,0 3-16 0,2 2-11 0,-1 1-11 15,0-3-29-15,2 2-72 0,-1-2-58 0,0-2-80 16,0-1-56-16,1-2-60 0,-1 2-154 0,2-1-451 16,-1-4 200-16</inkml:trace>
  <inkml:trace contextRef="#ctx0" brushRef="#br0" timeOffset="-181542.57">13237 16262 113 0,'8'-4'134'0,"-8"4"-13"0,21-5-11 16,-15 3-15-16,-6 2-26 0,21-3-41 15,-21 3-26-15,13 1-26 0,-13-1-16 0,13 2-17 0,-13-2-36 16,10 7-99-16,-10-7 45 0</inkml:trace>
  <inkml:trace contextRef="#ctx0" brushRef="#br0" timeOffset="-181421.29">13329 16280 59 0,'-2'13'26'0,"2"-13"18"0,0 0 24 0,-3 15 19 0,3-15 26 16,0 0 13-16,-5 11 8 0,1-8 4 15,4-3 1-15,-3 8-12 0,3-8-13 0,-2 7-8 16,2-7-10-16,0 0-10 0,0 11-6 0,0-11-10 16,0 0-11-16,5 10-26 0,-5-10-34 0,14 4-60 15,-14-4-74-15,13-1-117 0,-13 1-272 0,23-8 121 16</inkml:trace>
  <inkml:trace contextRef="#ctx0" brushRef="#br0" timeOffset="-180931.6">14124 15983 70 0,'0'-10'296'0,"0"10"-6"16,0-14-5-16,0 9-2 0,0 5-8 16,0-10-26-16,0 10-15 0,-2-10-35 0,2 10-12 15,0 0-23-15,0 0-12 0,0 0-16 0,0 0-4 0,0 0-2 16,0 0-5-16,7 36 4 0,-5-17-6 0,0 0-10 16,2 8-14-16,1 0-10 0,-3-1-5 0,0 1-4 15,0-2-12-15,0-5-7 0,2 0-4 0,-1 5-6 16,-2-5-12-16,3-2-22 0,-2 1 22 15,1-2-3-15,-2-4-6 0,1 3 4 0,-1-3-20 16,3-1-26-16,-2-1-24 0,0-2-38 0,0 3-40 0,1-2-43 16,-2-2-40-16,-1-2-51 0,0-6-44 0,2 11-248 15,-2-11-585-15,-3 7 258 0</inkml:trace>
  <inkml:trace contextRef="#ctx0" brushRef="#br0" timeOffset="-180563.64">14202 15840 121 0,'19'-6'187'0,"0"1"-17"0,-1 2-4 16,-4 2-25-16,4 3-8 0,0 2-15 0,-2 3-2 15,-5-2-18-15,4 4-10 0,-8-1-2 0,0 3-9 16,-2 1-4-16,-5 1-6 0,0 3-3 0,-4 0-4 15,-2-1-3-15,-3 0 0 0,-1 0 1 0,0-1 1 16,-1 2-3-16,-2-6-2 0,1 4-4 0,-1-4-2 16,-5-2-3-16,5 1 0 0,-1 0-3 0,0 0-6 15,3-1 6-15,0-4-2 0,4 1-3 0,-1-1 2 16,2-1-6-16,0 1 0 0,6-4-7 0,-7 3-2 16,7-3-4-16,-4 4-3 0,4-4-4 0,0 0 1 15,-4 6-4-15,4-6 4 0,0 0 0 0,8 13-3 16,-3-5 2-16,3-3-3 0,-2 1 4 0,4 3-8 15,-1-1 4-15,5 1-4 0,-1 0 1 0,4 1-7 16,-4-2-14-16,3 2-38 0,1-3-49 0,-1-1-64 16,0 2-71-16,-2 1-141 0,-3-3-407 0,2-2 181 15</inkml:trace>
  <inkml:trace contextRef="#ctx0" brushRef="#br0" timeOffset="-180264.49">14612 16205 187 0,'0'0'257'0,"11"6"-10"0,-5-5-17 15,-1 5-11-15,-1-2-14 0,4 5-5 0,-4 0-8 16,0 4-11-16,-2 0-13 0,0 2-11 16,-4 1-13-16,0 0-12 0,-1 2 1 0,-3-2-10 15,-1 1-10-15,0 2-11 0,-1-3-15 0,3-4 0 0,-1-1-5 16,1-2-9-16,0 0-8 0,1-1-9 0,3-2-7 15,-2 0-8-15,0 0-1 0,3-6-3 0,-2 10-21 16,2-10 19-16,0 0-5 0,6 12-14 0,-2-9 11 16,3 1-5-16,3-1-2 0,-1 0-32 15,4-2-2-15,5 0 1 0,2 1-12 0,-2-4-10 16,2 1-25-16,-2 0-29 0,9-3-39 0,-4 0-47 16,4-3-39-16,-6 1-71 0,-4 2-170 0,3-2-490 0,-3-2 216 15</inkml:trace>
  <inkml:trace contextRef="#ctx0" brushRef="#br0" timeOffset="-178730.99">16105 15862 106 0,'0'0'330'0,"0"-12"-10"0,0 12-8 15,0 0-15-15,-3-16-15 0,3 16-23 16,0 0-28-16,0 0-20 0,0-12-23 0,0 12-23 16,0 0-10-16,0 0-21 0,0 0-16 0,0 0 1 15,0 0 7-15,0 0-9 0,0 0 0 0,-4 38-9 16,2-22-28-16,-3 2 19 0,2 1-15 0,-1 0-3 0,2 5-3 15,-2-5 2-15,0 5-14 0,0 3 5 0,1-2-16 16,3 0-3-16,-2-5 0 0,1 0-6 0,-1-1-10 16,4 0 4-16,-6-1-8 0,4-1 0 15,0-1-6-15,4 1-2 0,-4-1-1 0,-2-3-9 16,2-2-8-16,0 0-17 0,0-11-9 0,-2 19-40 16,2-12 2-16,2-1-26 0,-2-6-22 0,-3 14-28 15,1-10-29-15,2-4-32 0,0 0-30 0,0 0-31 16,-3 15-31-16,3-15-243 0,0 0-572 0,-7 5 254 15</inkml:trace>
  <inkml:trace contextRef="#ctx0" brushRef="#br0" timeOffset="-177713.68">16084 15734 132 0,'10'-5'184'0,"-2"-1"-5"0,2 1-12 0,3 0-14 15,-4 3-9-15,3 2-7 0,-1 1-11 0,-1 2-10 16,1 2 1-16,0 0-7 0,-2-2-12 15,-1 6-7-15,-1-2-1 0,1 3-1 0,-3-1-1 16,0 0-5-16,-1 2-3 0,-3 1 7 0,1-2-5 0,-4 2-1 16,-2 0-4-16,1 0 1 0,-6 1-5 0,-4 0-5 15,3-3-4-15,-4 2-8 0,1-2-3 16,2-4-7-16,0 1-3 0,2-1-4 0,1 0-7 16,-2-3 4-16,3 2-7 0,7-5-4 0,-13 6-3 15,13-6 1-15,-10 2-1 0,10-2-9 0,-8 4 6 16,8-4 1-16,0 0-4 0,0 0 1 0,0 0-3 15,-12 3-2-15,12-3 2 0,0 0-6 0,0 0 17 16,0 0-5-16,0 0 5 0,0 0-2 0,0 0 2 16,0 0 0-16,0 0-3 0,-14 0 2 0,14 0 7 15,0 0-3-15,0 0-3 0,0 0-5 0,0 0 0 16,0 0 1-16,0 0 5 0,0 0-10 0,0 0-12 16,0 0 14-16,0 0 4 0,0 0-5 0,0 0 0 15,0 0-4-15,0 0 2 0,0 0-8 0,0 0 5 16,0 0 0-16,0 0-3 0,0 0-2 0,0 0 5 15,0 0-4-15,0 0-4 0,0 0-1 0,0 0-4 16,0 0 9-16,0 0-5 0,0 0 5 0,0 0-6 16,0 0 1-16,0 0 4 0,0 0-4 0,0 0-3 15,0 0-3-15,0 0 3 0,0 0 0 0,0 0-8 16,0 0 14-16,0 0-1 0,0 0 2 0,0 0-2 16,0 0-1-16,0 0 1 0,0 0-1 0,0 0 0 15,0 0 2-15,0 0 6 0,0 0-2 0,0 0-8 16,0 0 3-16,0 0 4 0,0 0 0 0,0 0-3 15,0 0 1-15,0 0 2 0,0 0-4 0,0 0 3 16,0 0-4-16,0 0-4 0,0 0 8 0,0 0-5 16,0 0 3-16,0 0-16 0,0 0 14 0,0 0 2 15,0 0-3-15,0 0 3 0,0 0-2 16,0 0-1-16,0 0 4 0,0 0-3 0,0 0 1 0,0 0 0 16,0 0 2-16,0 0 0 0,0 0 1 15,0 0-5-15,0 0 1 0,0 0-7 0,0 0 4 16,0 0 5-16,0 0-4 0,0 0-1 0,0 0 2 0,0 0-1 15,0 0 0-15,0 0 0 0,0 0 0 0,25-15-1 16,-25 15 1-16,0 0-1 0,0 0-11 0,0 0 11 16,16 0 3-16,-16 0-15 0,0 0 17 0,17 2-3 15,-17-2 0-15,0 0-3 0,14 0 6 0,-14 0 2 16,10 5-3-16,-3-3-2 0,-7-2 1 16,13 9 2-16,-6-5-10 0,-1 3 6 0,3-1 4 15,-1 0-1-15,0 2 2 0,-2 1-2 0,3 0 10 0,2 3 1 16,-2 3 5-16,2-3-4 0,0 3 10 0,-1 1-27 15,-2-2 26-15,3 1-10 0,-4-5-13 0,1 0 14 16,6 3-6-16,-7-5 1 0,0 3 5 16,-1-3 3-16,4 0-7 0,-2 1 2 0,1-3-2 15,-1 1-1-15,-1-1-4 0,-2-1 0 0,1-2 2 16,-1 2-1-16,0-1-4 0,-5-4 1 0,10 4-4 16,-5-1-2-16,-5-3 0 0,8 4 11 0,-8-4-5 15,5 3-2-15,-5-3-10 0,0 0-16 0,6 2-29 0,-6-2-38 16,0 0-40-16,5 5-40 0,-5-5-37 15,0 0-39-15,0 0-54 0,0 0-259 0,-9 16-603 16,6-11 268-16</inkml:trace>
  <inkml:trace contextRef="#ctx0" brushRef="#br0" timeOffset="-176964.67">16698 16015 267 0,'1'-9'281'15,"2"5"-2"-15,-3 4-10 0,0 0 2 0,0 0-24 16,0 0-15-16,-2-17-14 0,2 17-16 15,0 0-10-15,0 0-5 0,0 0-19 0,-5-12-6 0,5 12-10 16,0 0-13-16,0 0-36 0,0 0 13 0,0 0-14 16,0 0-31-16,-5-7 10 0,5 7-5 0,0 0-9 15,0 0-2-15,0 0-5 0,0 0-14 16,0 0-3-16,0 0-2 0,0 0-3 0,0 0-7 16,0 0-3-16,0 0-2 0,0 0-4 0,0 0-1 15,0 0-1-15,0 0 1 0,0 0-6 0,0 0-17 16,0 0 12-16,0 0-4 0,-19 14 7 0,19-14 1 15,0 0-5-15,0 0-1 0,0 0 1 0,0 0-2 0,0 0 4 16,0 0 7-16,0 0 1 0,-8 5 4 0,8-5-8 16,0 0 5-16,0 0 0 0,0 0 3 15,0 0-4-15,0 0 2 0,0 0 1 0,0 0 3 16,0 0-15-16,0 0 1 0,0 0-9 0,0 0 12 16,0 0 6-16,0 0-8 0,0 0-8 0,0 0 3 15,0 0-9-15,0 0 7 0,0 0 0 0,0 0 4 16,0 0 0-16,0 0-3 0,0 0-1 0,0 0 6 15,-8 5-16-15,8-5 13 0,0 0-9 0,0 0 0 16,-6 10 0-16,6-10 7 0,-8 9-1 0,5-3 2 16,3-6 2-16,-8 14 4 0,4-6-10 0,4-8 10 15,-6 15-1-15,2-1-1 0,-2 0-3 0,2 1-1 16,-2-2-6-16,4-2-14 0,-1 5 11 0,-1 1 7 16,2 0 6-16,-1-3 1 0,0 5-4 0,0-3 2 15,3 0 2-15,0 3 2 0,0-8 3 0,0 6 3 16,0-1-6-16,0-1-2 0,0-1-11 0,1 1 17 15,1-3-9-15,0 0 7 0,-1 2-3 0,1-3 2 16,-1 4-1-16,-1-1 0 0,-1-4-1 0,2 2 0 16,0-2 7-16,-1-1-5 0,0 3-2 0,0-3 2 15,-1 1-7-15,0-2 4 0,-4 2 4 0,1 1-2 16,0-2-3-16,-1-3 1 0,0 0-2 0,1 2-7 16,-3-1 6-16,2-2-8 0,2 1-10 0,-1-2-12 15,4-4-15-15,-8 5-27 0,8-5-22 0,-6 5-34 16,6-5-42-16,-9 3-64 0,9-3-46 0,0 0-44 15,-12-3-37-15,12 3-255 0,0 0-657 0,-10-11 290 16</inkml:trace>
  <inkml:trace contextRef="#ctx0" brushRef="#br0" timeOffset="-176661.33">16574 16253 87 0,'15'-4'169'0,"-7"3"-4"0,1-3-11 15,3 1-9-15,-3 0-10 0,4 2-14 0,-13 1-6 16,22-3-9-16,-11 3-6 0,-2-3-3 0,3 1-9 16,-12 2-4-16,18-4-6 0,-18 4-9 0,14 0 0 15,-14 0-9-15,15-1-1 0,-15 1-11 0,10 0 4 16,-10 0-9-16,0 0-9 0,13-2-1 0,-13 2-1 15,0 0-3-15,0 0-6 0,0 0 0 0,15 2 1 16,-15-2-5-16,0 0-4 0,0 0 1 0,0 0-4 16,12 0-2-16,-12 0-10 0,0 0-8 0,0 0-14 15,0 0-19-15,0 0-39 0,0 0-29 0,0 0-36 16,11-4-32-16,-11 4-112 0,0 0-313 0,0 0 139 16</inkml:trace>
  <inkml:trace contextRef="#ctx0" brushRef="#br0" timeOffset="-173247.06">15151 15998 66 0,'0'0'207'0,"-10"-17"-19"0,10 17-6 0,-7-5-8 16,7 5-4-16,-7-5-3 0,7 5-9 0,-8-4-8 16,3 2-11-16,5 2-5 0,-10-4-11 0,10 4-8 15,-8-4-9-15,8 4-9 0,-10 0-8 0,10 0-8 16,-14 5-12-16,8-2 27 0,-2-1-14 0,1 1-11 16,-2 3-1-16,2 3-8 0,-1-1-7 0,2 1-3 15,-3 0-1-15,-1 7-8 0,6-5-5 0,-1 5-4 16,0 1-5-16,2-4 1 0,-1 3-5 0,8 0-1 15,-4-6-6-15,1 5 0 0,3-3 0 0,-1-2 0 16,3 2-7-16,1-4 3 0,-4-2-3 0,1 0 2 16,4-2 0-16,-2 0-4 0,1-2 2 0,-7-2-3 15,15 0 0-15,-15 0 2 0,14-6-2 0,-6 2-8 16,-1-3 9-16,0-1-3 0,-3 3-4 0,1-5 16 16,-1 2 0-16,-1-4 2 0,0 2-5 0,1 1-7 15,1-1 9-15,-4-1-2 0,0-1-3 0,1 2 7 16,-2 0-7-16,0 1 7 0,0 2-3 0,0 7-2 15,-2-16 1-15,2 10-2 0,0 6-1 0,0-9-6 16,0 9 0-16,0 0 0 0,0 0-4 0,0 0 0 16,0 0 3-16,0 0-3 0,0 0 1 0,8 24-6 15,-5-13 5-15,-1 4-1 0,2 1 3 0,0-1 0 16,0 2-3-16,1-3-2 0,0 5-18 0,-1-3-25 16,-2 0-34-16,1 0-41 0,-1-1-38 0,-2-3-50 15,4-1-52-15,0 0-205 0,-3-1-503 0,-1-1 223 16</inkml:trace>
  <inkml:trace contextRef="#ctx0" brushRef="#br0" timeOffset="-172913.85">15205 16148 199 0,'-1'-9'212'0,"1"9"-15"0,-4-5-23 15,4 5-16-15,0 0-17 0,0 0-9 0,0 0 3 0,0 0-8 16,0 0 0-16,0 0 2 0,0 0-7 0,11 19-11 15,-11-19-10-15,2 9-10 0,-2-4-8 0,3 1-8 16,-3-6-2-16,4 10 3 0,-4-10-5 16,2 7-1-16,-2-7 3 0,2 7 3 0,-2-7 3 15,0 0 4-15,0 0 4 0,4 5-15 0,-4-5 6 16,0 0-6-16,0 0-22 0,0 0 13 0,10-16-13 16,-5 7 1-16,1 2-3 0,0-3-4 0,0 0-10 0,0-2 0 15,1 0 3-15,-1 2-12 0,1-1 3 0,0 4-5 16,-2-2 1-16,1 4-3 0,-3 1-6 15,3 0 2-15,-6 4-10 0,12-6 2 0,-7 6 2 16,-5 0-4-16,12 9 3 0,-6-2-4 0,0 1 2 16,-2 3-11-16,2 1-34 0,-1 5-34 0,-3-4-35 15,2 3-42-15,-1 0-51 0,3 0-54 0,-1 1-253 0,-2-7-546 16,2 2 242-16</inkml:trace>
  <inkml:trace contextRef="#ctx0" brushRef="#br0" timeOffset="-172514.81">15616 16077 98 0,'-7'-8'283'0,"-1"0"-2"0,1 0-3 0,-1 2-5 16,1 3-17-16,1-1-20 0,-3 2-21 0,9 2-11 16,-16 2-20-16,8 1-35 0,-1 4 6 0,1 0-11 15,0 2-9-15,3 1-16 0,-1 0-12 0,5 2-9 16,-2 1 1-16,3-2-20 0,3 1-5 0,3-1-6 15,0 1-9-15,0-3-10 0,1 0-2 0,1-3-8 16,4-1-14-16,-2-1-4 0,2-1-6 0,0-3-7 16,0-3-5-16,-1-1 2 0,6-3-6 0,-6 1-1 15,-4-4 0-15,1 1 0 0,-1-2 2 0,0 1-1 16,-3-4 2-16,-1-2 1 0,-2-1 0 0,-1 0 4 16,1-2 1-16,-1-1-2 0,-1 2 3 0,1-8 0 15,-3 1-1-15,0-1 6 0,-2 7 7 0,3-1-6 16,1 3 0-16,0 4 17 0,0 1-1 0,-1 2-2 15,2 2-9-15,0 8 4 0,-1-12 1 0,1 12-7 16,0 0-12-16,0 0 13 0,0 0-6 0,0 0 6 16,8 32 5-16,-6-12-1 0,2 4-8 0,0 5 7 15,0-1-12-15,-1 5 0 0,4 1-6 0,2 12-18 16,-4-11-40-16,0-4-63 0,0 3-68 0,0-2-87 16,-1 4-325-16,1-3-647 0,0 0 287 0</inkml:trace>
  <inkml:trace contextRef="#ctx0" brushRef="#br0" timeOffset="-172046.65">17412 16158 232 0,'0'0'237'0,"0"0"27"0,-8-3-12 16,8 3-13-16,0 0-13 0,0 0-22 0,-6-3-19 15,6 3-22-15,0 0-13 0,0 0-15 0,0 0-17 16,0 0-9-16,24-8-11 0,-12 5-17 0,6 0-24 16,-6 3-32-16,0-3-48 0,1 2-46 0,-6 0-57 15,2 1-52-15,0 1-46 0,-9-1-136 0,9 4-389 16,-9-4 173-16</inkml:trace>
  <inkml:trace contextRef="#ctx0" brushRef="#br0" timeOffset="-171881.79">17383 16273 136 0,'0'0'187'0,"0"0"-10"0,-5 3-13 0,5-3-2 15,0 0-19-15,0 0-12 0,0 0-10 16,23 4-15-16,-11-4-12 0,6-1-12 0,4-3-42 0,-2 2-33 16,10-3-48-16,-9 0-45 0,8-1-54 15,-1 0-75-15,-2-1-230 0,1 0 101 0</inkml:trace>
  <inkml:trace contextRef="#ctx0" brushRef="#br0" timeOffset="-171614.28">17870 15869 72 0,'-2'-11'259'0,"-2"0"-8"15,2 2-2-15,-1 3 1 0,3 6-14 0,-1-11-16 16,1 11-22-16,-1-9-16 0,1 9-21 0,0 0-15 15,0 0-12-15,0 0 3 0,0 0-5 0,0 0-2 16,2 28-5-16,2-10-6 0,-3 0 0 0,2 6-15 16,-3-4-5-16,0 8-11 0,1-4-8 15,-1 6-22-15,2-2 14 0,-2 3-11 0,2-3-5 0,-2-1-13 16,1 1 2-16,-2-9-8 0,2 8-12 0,1-8-22 16,-1-2-38-16,3 0-25 0,-2-1-35 0,1-2-42 15,-1-2-26-15,1-2-74 0,1 0-42 0,-3-2-203 16,-1-8-520-16,3 10 231 0</inkml:trace>
  <inkml:trace contextRef="#ctx0" brushRef="#br0" timeOffset="-171292.56">17873 15824 98 0,'4'-9'210'0,"1"-1"-12"0,-2 5-19 0,1 2-14 15,-4 3-10-15,10-7-12 0,-4 7-8 0,-6 0-8 16,17 4-11-16,-8 1-7 0,1 1-13 0,-2 4-6 16,-3 1-13-16,3 3-2 0,-6-2-9 0,2 5-3 15,-7 2-1-15,1-1 1 0,-3 2-6 0,-3 3 0 0,0-6-5 16,0-2 4-16,0-4-2 0,-1-1 2 16,2-1-2-16,-1 1-7 0,0-3 0 0,4-1-6 15,0 1-4-15,0-3-5 0,4-4-3 0,-6 7-6 16,2-3 2-16,4-4-4 0,-2 8-3 0,2-8 1 15,1 12-5-15,1-5 0 0,1-2-2 0,2 0 4 16,0 4-6-16,4-3 1 0,0-1 1 0,4 1 0 16,0-1-9-16,3 0-24 0,1-1-27 0,1 1-45 15,0-5-42-15,2 0-66 0,-2 1-44 0,-1 3-141 16,-5-4-418-16,0 0 185 0</inkml:trace>
  <inkml:trace contextRef="#ctx0" brushRef="#br0" timeOffset="-170963.96">18234 16075 191 0,'6'-3'218'0,"-6"3"4"0,10-2-11 0,-5-1-6 15,-5 3-5-15,11-1-10 0,-11 1-12 0,10 1-13 16,-10-1-10-16,10 4-11 0,-10-4-10 0,7 2-7 16,-7-2-9-16,6 6-3 0,-6-6 1 0,3 10-4 15,-3-3-5-15,0-7-12 0,-4 19-1 0,-3-10-12 16,-2 5-9-16,0-2-6 0,-1 0-2 0,1 2-11 15,-2-1-6-15,4-3-5 0,2-1-5 0,3 2-3 16,0 0-2-16,2-1-5 0,2 1-11 16,1-5 0-16,3 4-3 0,0-2-9 0,4 0 2 15,-2-1-15-15,-2 0 18 0,3-1-5 0,0 0-6 0,-4-3 5 16,2 4-2-16,-3-5 1 0,-1 2-2 0,-3-4-1 16,9 5 5-16,-9-5 4 0,0 7 2 0,0-7 2 15,-9 10 1-15,3-6 1 0,-3 3-2 0,-4-1-5 16,-3 0-22-16,-2 1-26 0,0 0-70 0,-4 2-59 15,-5-2-77-15,1 4-296 0,-4-3-586 16,1 0 259-16</inkml:trace>
  <inkml:trace contextRef="#ctx0" brushRef="#br0" timeOffset="-167698.54">11261 17333 76 0,'0'0'236'16,"-3"-11"-2"-16,3 11-8 0,-4-7-11 0,4 7-13 15,0 0-15-15,-4-8-24 0,4 8-14 16,0 0-16-16,0 0-25 0,0 0 0 0,0 0-9 15,0 0-9-15,0 0 5 0,11 24 2 0,-3-7-4 16,-4 0-3-16,5 2-5 0,2 5-6 0,-3 0-8 16,1 2 6-16,0-1-17 0,-2 1 6 0,1-1-3 15,-1 0-6-15,2-7-7 0,-2 0-4 0,1 0-4 16,1-1-1-16,-4 0-14 0,2-3 5 0,-3-1-3 16,0-3-8-16,1 1 6 0,-3-3-3 0,1 1-7 15,0-4-3-15,-2 2 6 0,-1-7-5 0,5 8-2 16,-5-8 5-16,0 0-2 0,0 0 6 0,8 6 3 15,-8-6-3-15,0 0-17 0,0 0 16 0,13-25-7 16,-7 11 1-16,5-4 1 0,-5 2 5 0,3-2-10 16,-2-7-1-16,2 1-14 0,0-1 16 0,-2-3-1 15,0 5-3-15,-2-2-1 0,-1-1-8 0,3 2 4 16,-3-1-1-16,0 5-3 0,-1 1 0 0,2-1-5 16,-1 0 1-16,-1 5 1 0,1-1 5 0,-2 6-4 15,-1 2 2-15,-1 8-7 0,5-13-29 16,-5 13-31-16,2-8-3 0,-2 8-12 0,0 0-10 15,0 0-21-15,0 0-30 0,0 0-32 0,10 36-35 0,-8-16-51 16,-2 4-162-16,0-5-460 0,0 0 204 0</inkml:trace>
  <inkml:trace contextRef="#ctx0" brushRef="#br0" timeOffset="-167347.65">11705 17613 87 0,'0'0'233'0,"-12"18"-1"0,12-18-6 0,-4 7-8 16,4-7-13-16,-7 10-13 0,7-10 6 0,-5 10-13 15,5-10-12-15,-4 16-14 0,2-3-22 0,-1-3 7 16,1 0-15-16,1 2-12 0,0-1-13 16,1-11-7-16,4 18-11 0,-1-9-8 0,-1-3-9 0,2 2-2 15,1-2-12-15,0 2 2 0,2-3-5 0,-7-5-7 16,17 7-3-16,-5-6-4 0,-3-1-10 0,-9 0 6 15,22-4-11-15,-11 0 9 0,0 1 10 16,1-5-5-16,-1-1-10 0,-3 1 19 0,0 0-9 0,-2 1 20 16,-1-5-5-16,-5 12-12 0,7-22-1 0,-6 7-5 15,0-2 0-15,-1 17 2 0,-2-26-3 0,0 14-5 16,-1 0-4-16,-3 0-2 0,2 0-10 16,4 12-1-16,-13-17-1 0,7 10-9 0,6 7-5 15,-16-12-22-15,16 12-18 0,-13-5-24 0,6 5-28 16,7 0-27-16,0 0-34 0,-25 10-32 0,25-10-45 15,-13 18-29-15,8-7-231 0,0 0-534 0,1-1 236 16</inkml:trace>
  <inkml:trace contextRef="#ctx0" brushRef="#br0" timeOffset="-167098.61">12000 17545 106 0,'2'-11'274'0,"-2"11"-3"15,0 0-10-15,6-8-14 0,-6 8-16 16,0 0-17-16,0 0-11 0,0 0-3 0,0 0-6 16,0 0-4-16,0 0-22 0,13 16-8 0,-11-4-13 0,3 5-16 15,-4-1-7-15,3 2-5 0,-4-1-9 0,4 2-16 16,-4 0-11-16,0 0-4 0,0 7 0 0,0-7-14 16,-4 5-6-16,2 1-1 0,2-6-16 15,-2-2-31-15,2 0-26 0,-2-2-39 0,2-2-59 16,1 2-85-16,0-4-66 0,1-1-282 0,0 1-592 15,-2-11 262-15</inkml:trace>
  <inkml:trace contextRef="#ctx0" brushRef="#br0" timeOffset="-166914.11">12435 17574 171 0,'0'0'251'0,"7"-9"-15"16,-7 9-17-16,10-4-21 0,0 0-20 0,-10 4-18 16,17-5-19-16,-7 4-7 0,3-1-20 0,-13 2-26 15,25-2-45-15,-12 0-49 0,-13 2-66 0,27 2-52 16,-18-1-165-16,-9-1-313 0,0 0 140 0</inkml:trace>
  <inkml:trace contextRef="#ctx0" brushRef="#br0" timeOffset="-166753.31">12544 17697 39 0,'0'0'234'0,"-9"8"-3"16,9-8-1-16,-6 4 1 0,6-4-15 0,0 0-15 15,-9 4-12-15,9-4-21 0,0 0-21 0,0 0-10 16,0 0-12-16,0 0-15 0,0 0-9 0,24 2-10 16,-24-2-44-16,27-4-35 0,-13 1-51 0,4-4-66 15,0 2-67-15,-3 2-194 0,-2-1-396 16,6 2 176-16</inkml:trace>
  <inkml:trace contextRef="#ctx0" brushRef="#br0" timeOffset="-155403.5">14164 16902 96 0,'0'0'86'0,"0"0"10"0,0 0-6 0,0 0-4 15,0 0 2-15,7-4 1 0,-7 4 2 16,0 0-3-16,0 0-2 0,0 0 2 0,0 0 0 15,0 0-2-15,0 0-1 0,0 0-3 0,0 0 0 16,0 0-3-16,0 0 2 0,0 0-4 0,0 0-3 0,0 0-7 16,0 0-5-16,0 0-3 0,0 0-9 15,0 0-6-15,0 0 0 0,-1-11-2 0,1 11-4 16,-2-11 0-16,2 11 6 0,0-11-2 0,0 11-1 16,-2-11-2-16,2 11 3 0,-4-14 3 0,4 8 4 15,0 6 9-15,0-12 2 0,0 12 2 0,-4-10-4 16,4 4-4-16,0 6 4 0,0 0-4 0,0-10 0 15,0 10-14-15,0 0 8 0,-4-8-12 0,4 8-2 0,0 0-13 16,0 0 5-16,0 0-6 0,0 0-2 16,0 0-1-16,0 0-1 0,0 0-5 0,0 28 8 15,2-10 2-15,-2 0 5 0,-2 1 4 0,2 7-29 16,0-7 1-16,0 6 2 0,-1-5-1 0,-2 0 8 16,3-2-1-16,-2-1-2 0,4 0 4 0,-2-1-4 15,0 0 4-15,0-4-4 0,-2-1 1 0,0 0 7 16,2 1-11-16,0-3 1 0,0-2 0 0,0 3-1 15,0-10 1-15,-2 14-2 0,2-8 4 0,0-6-5 16,0 11 2-16,0-11-1 0,-1 11 3 0,1-11-9 16,0 11-21-16,0-11-14 0,-4 7-26 0,4-7-23 15,0 7-28-15,0-7-19 0,0 0-26 0,0 0-16 16,0 0-16-16,0 9-12 0,0-9-24 0,0 0-116 16,0 0-371-16,0 0 164 0</inkml:trace>
  <inkml:trace contextRef="#ctx0" brushRef="#br0" timeOffset="-155031.6">14180 16761 100 0,'11'-10'122'0,"4"-3"-11"0,0 0 2 16,-1 7-8-16,1-2 0 0,-2 3-10 0,-2 4-2 15,-11 1-16-15,25-2 2 0,-13 5-7 0,-12-3-6 16,17 10 1-16,-13-2 9 0,-4-8-9 15,8 19-9-15,-6-7-8 0,-4 6-1 0,-6-2-6 16,4 2-6-16,-3-1-2 0,-4 0-3 0,-1 0-9 16,-1 5 1-16,-5-1-2 0,9-9 1 0,0-2-4 0,-4 2-3 15,2-3-7-15,2-1 7 0,0-1-2 16,0 1 1-16,4-4-5 0,5-4 4 0,-12 9-4 16,12-9 6-16,-8 6-7 0,8-6 4 0,-7 3-4 15,7-3 3-15,0 0 6 0,0 0-6 0,0 0 5 16,0 0-3-16,0 0 2 0,0 0 0 0,0 0-3 15,0 0-5-15,0 0 1 0,0 0-1 0,0 0 0 16,0 0-1-16,0 0 1 0,0 0-2 0,19 11 2 0,-10-4-5 16,-1 2 7-16,1-3-8 0,9 5 6 15,-7-1-14-15,8 1-11 0,-6-2-28 0,3 4-42 16,-1-2-48-16,4-1-43 0,-3 2-98 0,1-3-297 16,-1-1 133-16</inkml:trace>
  <inkml:trace contextRef="#ctx0" brushRef="#br0" timeOffset="-154765.08">14638 16885 213 0,'-7'-10'251'0,"7"10"-21"0,0 0-19 0,-2-7-27 15,2 7-18-15,0 0-9 0,0 0-1 0,0 0 4 16,-13 22-14-16,8-6-11 0,2 3-2 0,-1 5-13 15,2 2-4-15,-2-2-17 0,4 2-5 0,-1 0-10 16,2-1-5-16,-1-6-12 0,1 1-4 0,-2 4 24 16,3 0-6-16,-2-6-15 0,2-1 0 0,-2 0-9 15,2-1-6-15,0 0-9 0,-2-2-9 0,1-2-24 16,0-1-30-16,-1 0-36 0,0-1-46 0,0-10-35 16,0 19-38-16,0-10-56 0,-1-3-207 0,1-6-474 15,-5 15 210-15</inkml:trace>
  <inkml:trace contextRef="#ctx0" brushRef="#br0" timeOffset="-154597.68">14493 17225 82 0,'10'-6'170'0,"1"2"-10"0,9-3-15 0,-1 2-2 15,7-1-20-15,3-1-8 0,1 4-14 0,-3-3-16 16,2 2-9-16,-2 0-26 0,-7 4-48 0,1 0-54 15,-4 0-61-15,-3 2-69 0,0 0-196 0,-3 2 87 16</inkml:trace>
  <inkml:trace contextRef="#ctx0" brushRef="#br0" timeOffset="-154381.64">14227 17564 204 0,'19'0'204'0,"2"0"-21"16,11-1-11-16,1-1-11 0,8-3-25 0,8 0-9 15,-10-2-27-15,14 0 4 0,-14 0-20 0,10 3-21 16,-13 0-27-16,-3-1-35 0,-5 3-16 16,-6 2-34-16,-1-3-47 0,-1 2-44 0,-9 2-73 15,2 0-230-15,-4 1 101 0</inkml:trace>
  <inkml:trace contextRef="#ctx0" brushRef="#br0" timeOffset="-154147.55">14566 17580 130 0,'-4'1'230'0,"4"-1"-10"0,0 0-2 0,-4 7 3 15,4-7-6-15,-1 11-1 0,1-5-8 0,0 5-19 16,1 4-8-16,0 2-21 0,0 2-10 0,1 5-8 15,-2-6-16-15,0 2-17 0,0 5-9 0,-2-6-11 16,2 5-4-16,-1-4-9 0,-1 1-6 0,3 3-10 16,-3-6-6-16,-1 7-39 0,0-8-22 0,1 4-19 15,0-2-38-15,-1-1-35 0,-1-2-39 0,4-16-41 16,0 0-57-16,0 0-174 0,-13 55-445 16,13-55 197-16</inkml:trace>
  <inkml:trace contextRef="#ctx0" brushRef="#br0" timeOffset="-153831.6">14594 17594 204 0,'15'-7'192'16,"1"-1"-12"-16,-3 3-16 0,0 5-13 0,-13 0-19 15,25 5-12-15,-14 0-4 0,-4 4-2 0,2 4-9 16,0 3-12-16,-4 1-9 0,-5 1-8 0,0 1-5 15,-4-1-4-15,-4 0-11 0,1-1-3 0,-4-1-4 16,1 0-7-16,-2-3-3 0,1 2-5 0,-1-3-11 16,-1-2 7-16,2-2-6 0,0-2 4 0,2-2 0 15,0 0-5-15,9-4 7 0,-12 4-9 0,12-4 9 16,-11 3 2-16,11-3 7 0,0 0-3 16,-8 2-5-16,8-2-3 0,0 0-3 0,0 0-5 0,0 0-2 15,0 0 2-15,0 0-5 0,0 0-1 0,0 0-2 16,23 15-3-16,-10-11 2 0,4 1-3 15,1 0-7-15,1 3-25 0,-3-3-43 0,1 0-50 16,2 3-45-16,-2-3-40 0,0 2-153 0,-5 0-384 0,1-4 171 16</inkml:trace>
  <inkml:trace contextRef="#ctx0" brushRef="#br0" timeOffset="-153631.58">14903 17845 262 0,'0'0'270'0,"3"-10"-8"15,-3 10-12-15,0 0-11 0,0 0-15 0,0 0-23 16,0 0-15-16,0 0 0 0,0 0-14 0,0 0-11 16,0 0-15-16,0 0-13 0,0 0-13 0,6 27-13 15,-6-16-8-15,0-11-6 0,-1 24-13 0,1-10-13 16,0 3-31-16,0-6-38 0,-1 2-55 16,2 1-56-16,-1-3-67 0,1 2-55 0,-1-1-217 0,0-12-489 15,0 0 217-15</inkml:trace>
  <inkml:trace contextRef="#ctx0" brushRef="#br0" timeOffset="-153047.93">15265 17241 160 0,'-4'-13'262'0,"4"13"-2"0,-5-12-11 15,5 12-7-15,0 0-12 0,-5-18-14 0,5 18-19 16,0 0-18-16,-2-9-24 0,2 9-10 0,0 0-21 16,0 0-12-16,0 0-11 0,0 0 6 0,0 0-19 15,0 0 4-15,21 42-9 0,-13-24 0 0,0 0-3 16,-1 1-3-16,3 4 0 0,-2-4-6 0,-3-3-4 16,0 3-2-16,2-2-6 0,-1-1-3 0,0 1-2 15,1-1-6-15,-3-4 1 0,0-2-6 0,0 1-10 16,0 0 1-16,-4-11-4 0,5 14 3 0,-5-14-5 15,7 11-5-15,-7-11-3 0,4 11 6 0,-4-11-10 16,0 0 1-16,0 0 5 0,0 0-8 0,9 6 4 16,-9-6-2-16,0 0-1 0,0 0 1 0,20-28-1 15,-10 11-7-15,-1 1 0 0,3-8 4 0,-7 5-1 16,6-8-5-16,-3-2-1 0,0 2 1 16,1-2-2-16,-4 1 6 0,0 2-1 0,-3 7-12 15,2 1 4-15,0 0-3 0,-1 7 5 0,-3 11 1 16,2-21-5-16,-2 21-1 0,0 0 0 0,5-15-1 15,-5 15-7-15,0 0-5 0,0 0-23 0,0 0-16 16,0 0-25-16,0 0-33 0,0 0-40 0,5 42-31 16,-6-24-42-16,4 0-32 0,-1 2-34 0,2 5-187 15,-4-5-518-15,4-1 230 0</inkml:trace>
  <inkml:trace contextRef="#ctx0" brushRef="#br0" timeOffset="-152162.9">15710 17460 84 0,'0'0'102'0,"0"0"3"0,6-9 1 0,-6 9 1 16,0 0 14-16,0 0-5 0,0 0 2 0,0 0-3 15,0 0-8-15,0 0 2 0,0 0 2 0,0 0-4 16,0 0-3-16,0 0-3 0,0 0-3 0,0 0-9 16,0 0-2-16,0 0-2 0,0 0-6 0,0 0 0 15,0 0-9-15,0 0-2 0,0 0-4 0,0 0-3 16,0 0-8-16,0 0-1 0,0 0 2 16,0 0-5-16,0 0-2 0,0 0-4 0,0 0 2 15,0 0-7-15,0 0 3 0,0 0-1 0,0 0-5 16,0 0-1-16,0 0-3 0,-11-21 4 0,11 21-1 15,0 0 0-15,0 0 5 0,0 0-5 0,0 0 0 16,0 0 7-16,0 0-4 0,-4-13 3 0,4 13-4 16,0 0-2-16,0 0 3 0,0 0-1 0,0 0 3 0,0 0 1 15,0 0 0-15,0 0-4 0,0 0 4 0,-2-14 0 16,2 14 7-16,0 0-5 0,0 0-3 16,0 0 12-16,0 0-11 0,0 0-2 0,0 0 1 15,0 0 0-15,0 0-8 0,0 0-5 0,0 0 3 16,0 0-12-16,0 0-1 0,0 0 0 0,0 0-3 15,0 0-1-15,0 0-4 0,0 0 3 0,0 0 5 16,0 0 8-16,0 0 9 0,-1 48 6 0,0-31 4 16,0 2 13-16,-1 0-3 0,0 0 0 0,-2-2 10 15,2 3-6-15,2-1 2 0,-6 6-7 0,2-9 0 16,2 0-6-16,-1 1-5 0,1-2-2 0,-1-4 0 16,1 2 2-16,2-13-2 0,-3 15-2 0,3-15-9 15,0 13 2-15,-2-5-2 0,2-8-4 0,0 0-2 16,-3 14-3-16,3-14-2 0,0 0 3 0,-1 10-3 15,1-10 2-15,0 0-2 0,0 0-5 0,0 0-1 16,0 0 1-16,0 0-1 0,0 0-14 0,0 0-14 16,0 0-31-16,0 0-27 0,0 0-38 0,0 0-47 15,0 0-48-15,0 0-65 0,0 0-50 0,0 0-79 16,0 0-219-16,7-43-672 0,-7 43 298 0</inkml:trace>
  <inkml:trace contextRef="#ctx0" brushRef="#br0" timeOffset="-148781.58">22575 5293 129 0,'-11'-6'169'0,"-2"1"-4"0,1 0 11 0,-2 1 0 16,4 2-7-16,1-1 1 0,1 1-1 0,8 2-4 15,-11-5-9-15,11 5-6 0,-12-1-13 0,12 1-11 16,-10-1-10-16,10 1-9 0,0 0-11 0,0 0-5 0,0 0-8 15,0 0-5-15,0 0-5 0,0 0-6 0,37 1-6 16,-7-2-6-16,2-2-14 0,5 0-10 0,2 2-17 16,12 0-25-16,-13 0-35 0,-1 0-35 15,-3 1-38-15,1-3-43 0,-6 0-30 0,-7 3-22 0,-2 0-144 16,-3 0-388-16,-6-1 173 0</inkml:trace>
  <inkml:trace contextRef="#ctx0" brushRef="#br0" timeOffset="-148581.54">22813 5189 152 0,'0'0'214'0,"-7"0"-11"0,7 0-26 15,0 0-20-15,0 0-11 0,-11 3-7 0,7 6 2 16,0 1 11-16,0 0-7 0,-2 9-13 0,0 5-5 16,1 3-8-16,1 0-8 0,-3 3-12 0,3 0-7 15,-1 1-9-15,-1-1-6 0,6 3-7 0,1-3-10 16,-3 1-6-16,3 0-7 0,2-2-23 0,-1-1-31 15,2-1-35-15,0-2-53 0,0 0-58 0,1-9-47 16,0 4-171-16,-2-5-402 0,3-3 179 0</inkml:trace>
  <inkml:trace contextRef="#ctx0" brushRef="#br0" timeOffset="-148096.65">22939 5361 62 0,'2'-8'273'0,"-4"1"-21"16,2 7-24-16,3-10-26 0,-3 10-24 0,0 0-20 15,0 0-11-15,0 0-14 0,0 0-3 0,0 0-2 16,1 29-12-16,-2-12-6 0,2 2-13 0,-3 5-11 16,0 4-6-16,1-2-9 0,1 1-7 0,-1 2-5 15,-1-3-4-15,4 1-10 0,-4-8-2 0,2 5-6 16,-1-5-9-16,-1-2-13 0,3-6-5 0,-1 0-7 15,-1 0-4-15,1-3-7 0,-2-2-5 0,2-6 2 16,2 10-4-16,-2-10 2 0,0 8 5 0,0-8-2 16,0 0 4-16,0 0-2 0,7 0 2 0,-7 0-2 15,15-10 2-15,-5 6 4 0,0-1-2 0,-1 0 4 16,2 0-2-16,1 1 0 0,-1 0-3 0,3 0 3 16,2 1 0-16,2-1-2 0,-2 1 1 0,2 0 2 15,0 1-2-15,3-2-1 0,-1 1 6 0,0-2-1 16,6-2 2-16,-6 3-3 0,-1-2 3 0,1-1-3 15,-1-1 2-15,-4 0 3 0,-2 2 5 0,-1-1 5 16,-2-2 6-16,-4 2 0 0,1-2 0 0,-4-1-1 16,3 1 0-16,-4-1-3 0,-1-1 0 0,-1 2-2 15,-1-1 1-15,0 1 6 0,-2 0 3 0,-1 2 1 16,1 2 3-16,3 5-5 0,-7-8-5 0,2 4-1 0,5 4-7 16,-14 1-1-16,4 4 2 0,-3 3-2 15,0 2-1-15,0 4-5 0,1 3-16 0,1 0-25 16,4 1-40-16,-1 7-56 0,7-7-64 0,2 6-66 15,3-6-133-15,5 0-428 0,0-3 190 0</inkml:trace>
  <inkml:trace contextRef="#ctx0" brushRef="#br0" timeOffset="-147592.14">23941 5521 104 0,'0'0'341'16,"0"0"-35"-16,7-6-25 0,-7 6-32 0,0 0-30 16,0 0-21-16,0 0-21 0,0 0-14 0,0 0-18 15,10 12-11-15,-9-5-18 0,1 0-11 0,-1 5-9 16,0-4-9-16,2 4-12 0,-2-2-3 16,0 0-10-16,1-1-8 0,-1 0-12 0,1 1-6 0,0-4-9 15,-2-6-6-15,3 7-2 0,-3-7-6 0,3 8-5 16,-3-8 0-16,2 6 1 0,-2-6 0 0,0 0 0 15,0 0-2-15,0 0 0 0,0 0 0 0,0 0-4 16,0 0-1-16,13-14-3 0,-8 8-2 0,3-1 0 16,0-2 3-16,1 1-5 0,1 0 0 0,0 1 1 15,0 1 1-15,-1 0 0 0,4 3 0 0,-4 0-1 16,4 1 0-16,-2 2 1 0,1 1 0 0,2-1-2 16,-1 3 1-16,1 0 2 0,-2 0-1 0,6 0 6 15,-2 1-3-15,-2-3 0 0,-1 1 2 0,1-2-1 16,0 2 5-16,2-2 11 0,1 0-6 0,-7-3 5 15,2 1 0-15,-3-1 9 0,1-1-5 0,1-1 2 16,-4-2-3-16,0 0 0 0,0 0-2 0,-1-3 1 16,-1 4-4-16,-2-2-1 0,0-2 2 0,-2 1-6 15,0 0 3-15,0 1 2 0,-1 8-3 0,-2-15-1 16,1 9-2-16,1 6 3 0,-2-13-2 0,2 13-2 16,-4-6-4-16,4 6-2 0,0 0-1 0,0 0 0 15,0 0-2-15,-24 17-2 0,16-5 2 0,-1 2-8 16,4 0-26-16,-1 1-30 0,3 2-39 0,3 1-58 15,2-1-62-15,3 1-63 0,-1-2-146 0,8-4-470 16,-3-1 208-16</inkml:trace>
  <inkml:trace contextRef="#ctx0" brushRef="#br0" timeOffset="-147363.5">24695 5329 216 0,'0'-17'343'0,"-1"7"-4"0,0 0-8 16,1 0-9-16,0 10-28 0,-3-13-28 0,2 8-31 16,1 5-25-16,0 0-32 0,0 0-4 0,0 0-13 15,0 0 0-15,0 0-13 0,1 29-10 0,-1-3-13 16,1 1-13-16,2 0-10 0,-2 3-10 0,2 1-11 16,-1-1-4-16,-2 1-38 0,2-5-43 0,0 4-45 15,5-5-56-15,-5 1-69 0,-2-1-68 0,5-7-74 16,-3-2-227-16,-1 1-588 0,0-6 262 0</inkml:trace>
  <inkml:trace contextRef="#ctx0" brushRef="#br0" timeOffset="-147215.47">24642 5469 180 0,'0'0'236'0,"0"-10"-27"0,0 10-20 0,7-6-26 0,2 6-34 15,6 0-53-15,6-2-73 0,8 1-79 0,5 0-110 16,4-3-200-16,0-2 90 0</inkml:trace>
  <inkml:trace contextRef="#ctx0" brushRef="#br0" timeOffset="-146913.64">25455 5421 149 0,'-11'7'295'0,"4"1"-13"16,-1 2-20-16,-1 4-10 0,-1-1-23 0,3 3-20 16,-3-1-21-16,2-1-21 0,1 2-17 0,5-4-12 15,0 5-12-15,2-6-16 0,2 1-6 0,4 0-3 16,-1 0-6-16,7-1-2 0,1 0-6 0,-1-3 1 16,6-1-18-16,2-3 0 0,9-2-14 0,-12 0 1 15,2-2-9-15,-1-4-3 0,-4 1-5 0,2-3-5 16,-5 1 1-16,-1-1 3 0,-1-4-2 0,-2 1-2 15,-2-1-2-15,-3-1-4 0,-2-2-2 0,0-2-3 16,-2-2-9-16,-2 3 2 0,-4-3-8 0,1 1-19 16,-1-1-21-16,-1 3-28 0,-1 2-29 0,-3 0-33 15,3 4-40-15,-2 1-49 0,3 3-45 0,-5 2-231 16,-5-2-526-16,5 2 233 0</inkml:trace>
  <inkml:trace contextRef="#ctx0" brushRef="#br0" timeOffset="-146681.95">25821 5254 156 0,'0'0'376'0,"9"-5"-12"0,-5 3-18 0,-4 2-18 16,0 0-26-16,0 0-25 0,0 0-17 0,9-4-31 16,-9 4-11-16,0 0-5 0,2 23-8 0,-4-7-16 15,2 12-10-15,-4 2-17 0,4 3-15 0,-4 1-19 16,-1 12-2-16,1-10-26 0,2 10 3 0,-3 0-14 0,2-12-5 15,3 1-7-15,-4-2-13 0,4-2-26 16,0 0-34-16,2-2-46 0,-2-1-62 0,2-3-71 16,-2-1-78-16,2-5-81 0,-2-1-309 0,-2-2-696 15,4-3 307-15</inkml:trace>
  <inkml:trace contextRef="#ctx0" brushRef="#br0" timeOffset="-146464.41">26067 5624 131 0,'10'-9'328'0,"-8"4"-13"0,-2-1-10 16,7 1-19-16,-5 1-29 0,-2 4-28 0,0 0-4 15,0 0-1-15,0 0-4 0,4 16-2 0,-6-4-25 16,2 7-15-16,-2 6-15 0,0 1-16 0,-2 3-20 16,1-1-7-16,1 1-24 0,-2-2 5 0,2 0-12 0,-2-3-44 15,2 2-41-15,2-7-41 0,-2 0-44 0,2 1-43 16,-4-2-52-16,4 0-48 0,0-9-50 15,2 4-241-15,-4-4-557 0,2-9 247 0</inkml:trace>
  <inkml:trace contextRef="#ctx0" brushRef="#br0" timeOffset="-146242.93">26142 5556 68 0,'5'-11'231'0,"-1"1"-6"0,0 4-19 15,1 2-21-15,0-2-14 0,-1 5-12 0,-4 1-8 16,11-2-4-16,-11 2-7 0,14 2-8 16,-9 1-4-16,5 1-10 0,-1 4-6 0,-1-3-5 15,0 2-8-15,-3 2-6 0,-3 0-2 0,2 1-3 16,-2 0-10-16,-2 2 0 0,0 0-17 0,-4 0-16 0,-4 0-27 16,-1 3-36-16,-5-2-50 0,3 0-65 15,-3-2-62-15,-2 2-225 0,0-4-454 0,3-1 200 16</inkml:trace>
  <inkml:trace contextRef="#ctx0" brushRef="#br0" timeOffset="-145881.62">26756 5483 41 0,'0'0'434'0,"2"-9"-49"0,-2 9-42 0,4-8-42 16,-4 8-27-16,0 0-25 0,0 0-33 0,0 0-27 16,0 0-14-16,9 13-10 0,-7-3-15 0,2 6-11 15,2 0-12-15,0 0-18 0,-1 3-9 0,1-2 2 16,0 6-30-16,2-5 1 0,-1-1-21 0,1 2 12 16,-1-5-6-16,-2-4-8 0,0 2 1 0,-1-2-3 15,2-1-5-15,-3-4-7 0,1 0-1 0,-4-5-3 16,2 9-9-16,0-6 8 0,-2-3 17 0,0 0 14 15,6 7 5-15,-6-7 18 0,0 0 6 0,0 0-8 16,0 0-12-16,0 0-4 0,10-19-10 0,-5 10-7 16,-1-2-5-16,0-1-3 0,2-4-11 0,0 0-17 15,1-1-1-15,-3-3-25 0,5 4-25 0,0-1-46 16,-2-1-36-16,2 1-43 0,0 3-40 0,-2 3-50 0,-1 0-48 16,5 0-35-16,-4 1-248 0,3 1-629 15,0 4 279-15</inkml:trace>
  <inkml:trace contextRef="#ctx0" brushRef="#br0" timeOffset="-145613.95">27139 5586 13 0,'-4'10'243'0,"1"0"-2"16,1-1-4-16,-2 4-13 0,2-3-11 0,0 0-10 16,2-2-18-16,0 0-21 0,0-8-17 0,-2 12-14 15,2-12-11-15,0 12-8 0,2-8-1 0,-2-4-2 0,9 10-4 16,-3-5 3-16,1-2-6 0,2 0-11 15,2-2-3-15,0 0-3 0,-1-3-8 0,1 0 0 16,-1-1-7-16,0-2 8 0,-1 0-14 0,-3-4-1 16,-1 2-4-16,4-5-4 0,-7 2-5 0,1-2-6 0,-3 0-4 15,0 0-5-15,-3-3-4 0,1 2 1 16,-7 2-11-16,4 1-9 0,-6-2-12 0,1 3-13 0,2 4-22 16,-3-2-24-16,0 5-32 0,-1 0-37 15,0 2-49-15,-1 3-49 0,3 1-49 0,-1 3-212 16,5-2-526-16,2-1 234 0</inkml:trace>
  <inkml:trace contextRef="#ctx0" brushRef="#br0" timeOffset="-145381.58">27530 5382 228 0,'1'-10'332'0,"2"4"15"16,-2 0-4-16,-1 6 10 0,2-12-32 0,-2 12-30 15,2-8-34-15,-2 8-25 0,0 0-30 0,2-6-19 16,-2 6-10-16,0 0-3 0,0 0-6 0,2 36-7 0,-6-17-15 16,6 10-12-16,-8-2-15 0,3 6-4 0,-3-5-11 15,2 3-14-15,-2-1-5 0,0-1-11 0,4-2-4 16,-3 0-17-16,1-3-32 0,1-3-55 16,1-5-49-16,1 2-60 0,-2 0-68 0,-2-5-88 0,5-3-81 15,0 0-207-15,0-4-641 0,0-6 283 0</inkml:trace>
  <inkml:trace contextRef="#ctx0" brushRef="#br0" timeOffset="-145148.15">27701 5393 227 0,'5'-9'333'0,"-5"2"-12"0,2 0-17 0,-2 7-23 15,2-9-30-15,-2 9-26 0,2-8-21 16,-2 8-15-16,0 0 3 0,0 0 9 0,0 36-10 15,-2-17-16-15,-2 7-13 0,4 0 2 0,-2 0-35 0,-1-1-7 16,2 2-15-16,-3-2-8 0,4 0-9 0,-2 1-9 16,0-6-10-16,2-3-19 0,0 2-25 0,2-3-38 15,0 1-51-15,-2-5-53 0,0 0-51 0,0-3-57 16,0-3-57-16,0-6-41 0,0 11-183 0,0-11-545 16,0 0 241-16</inkml:trace>
  <inkml:trace contextRef="#ctx0" brushRef="#br0" timeOffset="-144214.45">27667 5604 26 0,'0'0'243'0,"-2"-8"-15"0,2 8-18 0,0 0-18 0,0 0-20 15,0 0-16-15,0 0-13 0,4-8-16 0,5 7-14 16,1-1-4-16,3 2-15 0,9-3-11 0,-1 2-5 16,10-2-10-16,-3 0-7 0,3 1-3 0,-4 0-9 15,-5 0-7-15,-4-1-7 0,3-2-8 0,-4 4-1 16,-1-2-1-16,-3-1-5 0,-4 2 0 0,-1-2 2 15,-2 2 11-15,-2-2 4 0,-4 4 11 0,8-4 11 16,-8 4 12-16,3-4-4 0,-3 4-8 0,0 0 0 16,0 0 0-16,0 0 0 0,0 0 5 0,-30 10 3 15,17-1 7-15,-5 3-2 0,5 0-3 0,0 1-1 16,-3 2-3-16,1-2-12 0,1 1-4 0,1-2-5 16,5-2-10-16,2 0 2 0,1-1-3 0,1 1-1 15,4-1-8-15,-2-1-2 0,2-8-7 0,4 12-8 16,0-5-1-16,3-4-2 0,3 1 1 0,3-2-3 15,3-1-9-15,-3-1 1 0,0-1 3 0,1-1-3 16,6-3 0-16,-6-1-2 0,-1 0-2 0,0 0 6 16,-3-3 4-16,-2 4-4 0,2-5-2 0,-2 1 1 15,-1-1 2-15,0-1 0 0,-2 1-2 0,0 3 3 16,1-3-1-16,-4 4 0 0,0 1 0 0,-2 5 3 16,5-8 2-16,-5 8-2 0,2-7-4 0,-2 7-2 15,0 0-3-15,0 0 5 0,0 0 3 0,0 0 1 16,0 0-1-16,0 0 1 0,0 0 2 0,-4 26-1 15,1-18-1-15,6-1 3 0,-1-1-1 0,0 2 0 16,2-1 0-16,4 0-5 0,1-1 5 0,1-2-1 16,4-1-4-16,4-2-1 0,4-2 4 0,-1 0-7 15,6-5-21-15,3 3 7 0,-11-3-1 0,2 0 2 16,-1-1 4-16,-1 1 4 0,0-2 1 0,-2 1-3 16,0-2 3-16,-6 2 7 0,0 0-1 0,0-1 8 15,-2 3 0-15,-2-3 6 0,-1 3 11 0,-3 1 12 16,1-1 0-16,-4 5 0 0,3-9 1 0,-3 9-5 15,0 0 3-15,0 0-3 0,-8-9-10 0,8 9-3 16,0 0-8-16,-24 9 8 0,16-2-6 0,-2 2-1 16,1 1-2-16,3 3 3 0,-2 2-2 0,2 3 0 15,1 1 2-15,1 6-2 0,2 1 0 0,4-3 0 16,-2 5-1-16,2-3-5 0,0 1 0 0,3-1 4 16,-2 0-2-16,0-4 2 0,-2 3 4 0,1-4-5 15,0 7-6-15,1-8 4 0,-2 2 4 0,0 3 0 16,1 3 7-16,-2 0-6 0,1-2 4 0,-1-5 5 15,0-1-8-15,-1-2-1 0,1-2 5 0,-2-2 0 16,0-3-8-16,0-1 7 0,-3 0-5 0,4-3 3 16,-5-2-1-16,6-4 3 0,-9 3-9 0,9-3 0 15,-13-2-2-15,13 2 2 0,-10-8-3 0,8 0-7 16,2-3-5-16,5-5 14 0,1-1-11 0,5-7 4 16,6 0-11-16,-2-2 6 0,8 4-7 0,-1 0 0 15,2-2 9-15,2 0-5 0,-2 1 3 0,3 0 8 16,-2 0-6-16,2 1 0 0,-1 0 2 0,-1-1 0 15,0 1 1-15,0-1 1 0,0 1-5 0,-1 2 7 16,-3-4 0-16,-1 4-6 0,-1 0 8 0,-4 5 3 16,-3 1 11-16,-2 1 7 0,-4 3 22 0,-1-1-1 15,-1 3 3-15,-1 1 3 0,-1 0 16 0,-2 7-1 16,0-9 3-16,0 9-9 0,-14-3-6 0,0 6 1 16,-3 3-1-16,-7 6 5 0,1 2-5 0,4 2-9 15,2-2-4-15,3 1-8 0,2 1 4 0,3-1-7 16,2 3-10-16,5-2-27 0,3 1-53 0,4-2-54 15,5-2-73-15,5-1-94 0,5-3-117 0,7-3-221 16,2-2-672-16,-7-4 297 0</inkml:trace>
  <inkml:trace contextRef="#ctx0" brushRef="#br0" timeOffset="-143355.49">22615 7227 142 0,'1'-9'308'0,"-1"9"-10"0,0 0-26 16,0 0-20-16,0 0-18 0,0 0-23 0,0 0-27 15,0 0-22-15,0 0-14 0,0 0-18 16,0 0-18-16,0 0-15 0,0 0-9 0,0 0 8 0,13 24 2 16,-8-9-8-16,-1 4 0 0,4 4-7 0,-1-3-5 15,-1 4-3-15,6 0-10 0,-4-1-2 0,-1-6-9 16,-2 0-1-16,2 1-10 0,-1 1 0 0,-2-4-6 16,4-3 1-16,-2-1-5 0,-2-3-2 0,2 3-2 15,-2-2-5-15,0-3 4 0,-1-1-10 0,2-1 3 16,-2 1-3-16,-3-5 0 0,3 7 0 0,-3-7 4 15,3 5 37-15,-3-5 24 0,0 0 14 0,0 0 14 16,0 0-1-16,0 0-10 0,0 0-5 0,13-17-13 16,-10 6-14-16,6-5 0 0,-1-2-8 0,0 0-9 15,4-4-7-15,0 0-7 0,-1-4-1 0,1 2-8 16,-3 0-4-16,1 0 1 0,-4-2-25 0,1 10-15 16,-2 0-15-16,-1-2-24 0,0 4-33 0,-2 3-20 15,-1 0-30-15,3 3-28 0,-1 1-40 0,-3 7-37 16,2-8-32-16,1 2-32 0,-3 6-15 0,8-3-203 15,-8 3-567-15,0 0 252 0</inkml:trace>
  <inkml:trace contextRef="#ctx0" brushRef="#br0" timeOffset="-142975.75">23075 7433 79 0,'3'6'236'0,"-3"-6"0"15,0 0-10-15,0 0-5 0,0 0-7 16,0 0-13-16,-7 11-12 0,7-11-15 0,-5 7-11 16,1 0-8-16,-1 2-14 0,1 3-12 0,-1-2-14 0,1 0-11 15,0 1-10-15,1 2-8 0,0-4-8 0,2 2-11 16,-1-1-6-16,1 7-5 0,1-10-4 16,3 5-11-16,-1-4-1 0,2 2-1 0,1-1-5 15,2 0 1-15,1-4-2 0,1 1-5 0,3-1-2 0,1 2 3 16,1-5-2-16,0-1-4 0,4-2-1 0,0 0 7 15,-2 1-1-15,-2-5 6 0,-1 2 7 0,-1-2-5 16,-2-2 2-16,-1 1-1 0,0-5-4 16,-2 2-1-16,-2-1 4 0,1 1 0 0,-4-5-10 0,0 1 4 15,0-5 5-15,-4 4-13 0,-2-2-2 16,0 1-2-16,-3 0-8 0,2 3 17 0,-4 3-17 16,2 0-2-16,-1 1-8 0,0 2 0 0,-2-2-6 0,4 4-16 15,-2 0-12-15,-1 2-33 0,-4 3-20 16,2 2-38-16,-2 2-49 0,2 2-59 0,1 1-63 0,-1 5-204 15,3-5-540-15,3 2 239 0</inkml:trace>
  <inkml:trace contextRef="#ctx0" brushRef="#br0" timeOffset="-142609.2">23747 7407 51 0,'0'0'306'0,"0"0"-2"0,0 0-10 0,0 0-14 16,9-1-20-16,-9 1-16 0,0 0-24 15,0 0-18-15,0 0-21 0,0 0-8 0,0 0-19 0,0 0-10 16,0 0-18-16,11 1-14 0,-11-1-7 0,16-2-15 16,-2 1-22-16,3-1-35 0,2 0-30 0,-1-1-31 15,-1 2-41-15,-1-2-34 0,-3 3-57 0,-1 0-37 16,1-1-40-16,-5 2-189 0,-8-1-462 0,11 2 204 15</inkml:trace>
  <inkml:trace contextRef="#ctx0" brushRef="#br0" timeOffset="-142465.04">23767 7528 14 0,'-5'3'209'0,"5"-3"-11"16,-7 4-7-16,7-4-1 0,-8 3-10 0,8-3-6 15,-4 4-16-15,4-4-15 0,0 0-12 0,0 0-11 16,0 0-12-16,0 0-10 0,21 8-18 0,-5-5-44 15,3-2-44-15,10-2-72 0,2-2-69 0,3 1-151 16,3-4-323-16,0 2 144 0</inkml:trace>
  <inkml:trace contextRef="#ctx0" brushRef="#br0" timeOffset="-141975.39">24740 7180 3033 0,'-1'-10'201'0,"0"-1"-130"16,-1 1-35-16,1 2-13 0,1 8 2 0,-3-12 13 16,3 12 4-16,-1-10 2 0,1 10-4 0,0 0 2 15,-1-7-7-15,1 7-10 0,0 0-3 0,0 0-5 16,0 0-5-16,0 0 1 0,0 0-7 0,0 0-3 15,0 0 3-15,0 0 4 0,14 35 10 0,-4-12 3 16,-1 0 3-16,-1 2 1 0,1 0 7 0,1-1 10 16,-5 0-1-16,1-5-3 0,1 0-4 0,0 0-2 15,-3-2-3-15,3-2-3 0,-1-2-2 0,-2-1-4 16,2-2 6-16,-3 0-2 0,1 0-1 0,-2-4-4 16,2 0-3-16,-2-1 2 0,0 0 3 0,-2-5-6 15,5 7 9-15,-5-7 34 0,4 4 30 0,-4-4 15 16,0 0 22-16,0 0 8 0,0 0 3 0,0 0-15 15,0 0-10-15,0 0-12 0,12-16-17 0,-6 6-4 16,-1-5-7-16,1-2-7 0,2-1-8 0,0-4-6 0,1-2-5 16,-2-1-11-16,3 0 0 0,-2 2-4 15,0-3-7-15,-1 7-6 0,-2 1-8 0,2 3-11 16,-4 2-10-16,3 4-18 0,-6-3-19 0,2 7-26 16,-1-2-36-16,-1 7-41 0,2-11-32 0,-2 11-34 0,1-7-49 15,-1 7-47-15,0 0-29 0,0 0-11 0,0 0-26 16,8 20-211-16,-4-8-637 0,0-1 282 15</inkml:trace>
  <inkml:trace contextRef="#ctx0" brushRef="#br0" timeOffset="-141696.06">25095 7419 170 0,'0'10'250'0,"0"-10"3"15,0 13 1-15,0-13-4 0,-4 12-3 0,2-6-18 0,-4 1-13 16,4 0-24-16,2-7-22 0,-2 14-16 0,0-7-14 15,2-7-13-15,-2 10-10 0,2-10-10 0,4 13 1 16,0-9-2-16,2 2-2 0,0-1-10 0,3-2-1 16,5 0-15-16,3 0 10 0,-3-3-16 0,4 0-10 15,0 0 0-15,0-4-8 0,0 1-13 16,-7 1 13-16,7-2-10 0,-8-1 1 0,1-3-8 0,-5-1-4 16,1 2 6-16,-4-2-7 0,1 0-9 0,0-3 4 15,-4 2-16-15,0-2 9 0,-2 1-3 0,-3-1-3 16,3 2 0-16,-2 0-2 0,0 2-11 0,-1 3-12 15,0-1-22-15,-3 2-22 0,3 0-22 0,5 4-33 16,-15-1-40-16,3 2-47 0,3 3-55 0,0 0-25 16,2 2-240-16,0 2-560 0,5-4 249 0</inkml:trace>
  <inkml:trace contextRef="#ctx0" brushRef="#br0" timeOffset="-141442.39">25434 7400 142 0,'8'-3'351'16,"-8"3"-16"-16,0 0-9 0,8-2-1 0,-8 2-1 16,0 0-16-16,0 0-12 0,0 0-20 0,0 0-20 15,0 0-19-15,10 2-22 0,-10-2-5 0,2 8-5 16,0-2-2-16,0 0-19 0,0 1-21 0,0 2-11 16,-1 0-17-16,0 3-11 0,2 1-12 0,-3-2-10 15,2 0-12-15,0 0-7 0,-2 2-11 0,1-4-5 16,-2 2-19-16,5 3-22 0,-3-4-24 0,4 0-50 15,-3-1-52-15,0-2-35 0,0 0-41 0,1 0-47 16,-3-7-61-16,6 14-67 0,-2-10-325 0,-4-4-731 16,10 7 323-16</inkml:trace>
  <inkml:trace contextRef="#ctx0" brushRef="#br0" timeOffset="-141230.67">25776 7461 253 0,'0'0'325'0,"4"4"-22"0,-4-4-15 15,0 0-9-15,0 0-22 0,0 0-13 0,19-5-25 16,-11 0-22-16,5 2-15 0,6 0-9 0,0-1-31 0,2 0-11 16,6 0-19-16,0-2-9 0,0 2-24 15,-6 0-32-15,-2 0-42 0,0 0-41 0,-2 0-44 16,1 0-49-16,-7 2-49 0,3-1-46 0,-3-2-36 15,1 1-146-15,-7 2-439 0,3-2 195 0</inkml:trace>
  <inkml:trace contextRef="#ctx0" brushRef="#br0" timeOffset="-141048.45">26097 7297 64 0,'0'0'254'0,"-5"-10"-1"0,5 10 4 0,-4-6 0 16,4 6-5-16,0 0-14 0,-2-7-15 0,2 7-24 15,0 0-20-15,0 0-17 0,0 0-18 0,0 0 1 16,0 0 10-16,0 0 0 0,-13 22-9 0,11-10-13 15,-4 2-14-15,2 2-5 0,-2 0-13 0,4 1-8 16,-1 2-5-16,-1-2-11 0,0 1-14 0,2 2-24 16,0-2-47-16,2-2-49 0,-2 2-56 15,2-1-69-15,0-4-72 0,4-2-296 0,2 6-595 0,-2-8 264 16</inkml:trace>
  <inkml:trace contextRef="#ctx0" brushRef="#br0" timeOffset="-140644.15">26555 7189 369 0,'4'-10'354'0,"2"2"-13"0,-4 1 4 0,0 2-19 16,3-1-4-16,-5 6-30 0,4-8-31 0,-4 8-29 15,4-5-23-15,-4 5-28 0,0 0-22 0,0 0-15 16,14 11 3-16,-9-1 3 0,3 7-8 0,-1-2-11 15,5 9-10-15,-1 0-11 0,-3-1-8 0,2-6-8 0,-4 1-11 16,1 1-7-16,2-1-9 0,-5-4-9 0,4 3-2 16,-4-7-4-16,2 0-6 0,-3-1-3 15,3 1-2-15,-4-3-7 0,0-1-2 0,-2-6-3 16,4 6-3-16,-4-6 11 0,4 7 30 0,-4-7 22 0,0 0 17 16,4 5 6-16,-4-5-8 0,0 0-10 15,0 0-8-15,15-15-5 0,-7 3-10 0,1-2-7 16,-1 0-7-16,1-1-6 0,3-3-6 0,1-4-4 15,-1-2-5-15,-1 0-5 0,-1 6-8 0,2-4-8 0,-5 6-8 16,0 1-14-16,-1-1-9 0,-2 7-22 0,2 0-24 16,-4 0-38-16,0 3-33 0,0 0-44 0,-2 6-53 15,2-10-38-15,-2 10-47 0,0 0-30 0,0 0-16 16,0 0-14-16,0 0-287 0,-20 30-715 0,13-17 317 16</inkml:trace>
  <inkml:trace contextRef="#ctx0" brushRef="#br0" timeOffset="-140365.43">26897 7383 55 0,'2'6'237'0,"1"-2"-8"0,-3-4 2 16,2 14 9-16,-4-6 4 0,2-8-1 0,0 13-7 15,0-6-6-15,0-7-28 0,0 17-12 0,0-9-16 16,0-3-17-16,0-5-16 0,4 12-16 16,0-3 0-16,-1-4 0 0,1 1-1 0,3 2-3 0,2-3-3 15,0 0-3-15,4-1-19 0,1-1-6 0,-3 2-10 16,10-4-3-16,-6-1 1 0,1-1-1 0,1-2-3 15,-3 1-18-15,-1-2 9 0,-1-1-3 0,-1-2 0 16,-2 0-5-16,-1-2 6 0,0 1 2 0,-4-4-5 16,1-3-6-16,-5 2-6 0,0 2-3 0,-1-3-4 15,0 2-3-15,-4 0-1 0,-1-3-9 0,-2 0-3 16,0 6-15-16,-3 0-13 0,-1 0-15 0,1 1-28 16,-6 3-41-16,4 3-34 0,1 1-34 0,-3 3-42 15,5 3-54-15,-4 0-42 0,5 2-53 0,0 1-244 16,3-3-637-16,-2 3 283 0</inkml:trace>
  <inkml:trace contextRef="#ctx0" brushRef="#br0" timeOffset="-140081.59">27365 7370 248 0,'8'0'252'0,"3"0"2"0,-4 3 14 0,0-2 8 15,0 2 5-15,1 1 4 0,-1 1 0 0,0-1-10 16,0 2 4-16,-1 1-8 0,1 0-19 15,-3-2-8-15,2 4-11 0,-2 2-4 0,-4-1-21 16,0-1-12-16,0 2-18 0,-2 1-11 0,-4 0-11 16,0 3-10-16,-5-1-11 0,-3-1-10 0,3 0-13 15,-2 0-13-15,1-2-6 0,5-2-14 0,-1-1-7 0,3-1-10 16,-2 2-5-16,3 1-8 0,1-5-5 16,-1 3-5-16,4-1-3 0,0-7-6 0,3 9-11 0,1-3-17 15,2-1-22-15,4-2-17 0,3 0-34 0,6 0-50 16,8 0-50-16,0-6-51 0,1 2-48 0,3 1-52 15,2-6-57-15,-5-1-62 0,-1 3-223 0,-4-3-719 16,-5 1 318-16</inkml:trace>
  <inkml:trace contextRef="#ctx0" brushRef="#br0" timeOffset="-139214.02">22814 9210 25 0,'0'0'253'0,"7"-4"-13"16,-7 4 4-16,0 0-4 0,0 0 0 0,0 0-7 0,0 0-8 16,0 0-12-16,0 0-3 0,0 0-12 15,0 0-16-15,0 0-11 0,0 0-7 0,0 0-12 16,0 0 4-16,0 0-19 0,0 0-16 0,0 0-9 16,0 0-16-16,0 0-10 0,3-3-9 0,-3 3-9 0,13-2-17 15,-1 1-20-15,7 0-9 0,-1-2-22 16,3 1-23-16,10-2-31 0,-3-1-43 0,2 2-42 0,-10 2-49 15,1-2-34-15,-1 2-41 0,-3 1-231 0,-3-2-535 16,-2 2 237-16</inkml:trace>
  <inkml:trace contextRef="#ctx0" brushRef="#br0" timeOffset="-139047.15">22897 9331 167 0,'0'0'217'0,"-6"4"-16"16,6-4-10-16,-4 5-9 0,4-5-9 0,0 0-9 15,0 0-15-15,0 0-14 0,0 0-8 0,0 0-14 16,9 11-15-16,4-10-25 0,2-1-38 0,5 2-45 16,2-2-56-16,10 0-71 0,0-2-165 0,1-1-328 15,-2-1 146-15</inkml:trace>
  <inkml:trace contextRef="#ctx0" brushRef="#br0" timeOffset="-128362.61">25037 8813 201 0,'0'-10'295'0,"0"0"-3"0,0 10-10 0,0-11-8 15,0 5-15-15,0 6-14 0,0-8-14 0,0 8-34 16,0 0-15-16,2-10-7 0,-2 10-32 0,0 0-21 15,0 0-12-15,0 0-12 0,0 0-16 0,0 0-11 16,0 0-1-16,0 0-13 0,7 30-4 0,-5-11-1 16,1 6-3-16,-1 1-3 0,3 0-4 0,-1 0-2 15,-4 3-3-15,2-7-5 0,-1 4-5 0,0-2-3 0,0-6 3 16,1 2-1-16,0-1-4 0,0-1-1 16,0-1-20-16,-2-6 1 0,0 1-26 0,0-1-21 15,2 0-29-15,-2-1-35 0,-2-1-39 0,2-2-39 16,0-7-36-16,0 12-28 0,0-12-220 0,0 8-511 0,0-8 226 15</inkml:trace>
  <inkml:trace contextRef="#ctx0" brushRef="#br0" timeOffset="-128027.6">25150 8635 154 0,'8'-10'175'16,"-1"0"-14"-16,-1 3-8 0,4 2-21 15,-6 1-12-15,3 2 8 0,4 1 11 0,-11 1-9 0,16 7 5 16,-7-1-14-16,-1 3 0 0,2 4-11 0,-1 3-8 16,-5 1-11-16,1 9-6 0,-6-1-9 0,0 2-6 15,-4 2-6-15,-6-3-13 0,-3-1-10 0,1-1-7 16,-3-2-15-16,0-1-4 0,1-6-4 0,2-3-8 16,-1-1 0-16,4-2 1 0,2-1-1 0,-2-2 0 15,3-1-3-15,1-2 2 0,2 0 0 0,-2 1-2 16,6-4-1-16,-5 6-3 0,5-6-3 0,0 0 4 15,0 0-4-15,0 0-4 0,8 10 12 0,-1-8-3 16,2 1 2-16,3-1 0 0,-1 2-3 0,2 0-2 16,0-1 7-16,6 1-4 0,-1 0 3 0,2 2-25 15,7-3-32-15,-10 0-51 0,4-1-40 0,0 0-37 16,-2-2-133-16,4 0-343 0,-1-2 152 0</inkml:trace>
  <inkml:trace contextRef="#ctx0" brushRef="#br0" timeOffset="-127797.14">25711 8743 246 0,'2'-5'275'0,"0"-2"-2"0,-2 7-9 0,0-12-12 16,0 12-17-16,0 0-18 0,0 0-24 0,-4-8-25 16,4 8-10-16,0 0-6 0,-12 18-12 0,3-4-2 15,1 4-14-15,-6 7-8 0,3-1-15 0,2 2-13 16,2 1-4-16,0-3-6 0,3 3-7 0,1-2-6 15,0-1-7-15,3-4-5 0,0 0-8 0,0-2-7 0,2 1 3 16,0-1-1-16,2 1-23 0,0-3-22 16,0-3-24-16,0 3-32 0,0-6-39 0,-1 1-46 15,3-1-42-15,-1-2-44 0,1 2-41 0,-6-3-177 16,5-1-487-16,-5 0 216 0</inkml:trace>
  <inkml:trace contextRef="#ctx0" brushRef="#br0" timeOffset="-127631.64">25525 9074 69 0,'0'0'192'0,"0"0"-21"0,0 0-17 15,9-7-9-15,-1 4-12 0,4 2-14 0,1-2-16 16,6 0-5-16,0 0-14 0,10 1-13 0,1-1-28 16,-6-1-28-16,6 0-47 0,-1 1-65 0,-7 3-115 15,6-3-228-15,-9 3 101 0</inkml:trace>
  <inkml:trace contextRef="#ctx0" brushRef="#br0" timeOffset="-127414.37">25329 9441 197 0,'-9'4'303'0,"0"-1"-29"16,3-1-26-16,6-2-18 0,0 0-23 0,0 0-23 15,24 5-14-15,-1-5-17 0,16-2-12 0,18-3-13 16,2-2-17-16,3-2-13 0,-1 1-4 0,-3 2-24 16,-4 0-32-16,-16 3-30 0,-6 1-44 0,-1-2-43 15,-8 4-54-15,-6 0-40 0,-2 0-200 0,-5 0-402 16,2 4 178-16</inkml:trace>
  <inkml:trace contextRef="#ctx0" brushRef="#br0" timeOffset="-127163.41">25521 9528 83 0,'-5'1'218'0,"5"-1"-15"0,-10 2 4 0,10-2-1 15,-6 2-9-15,6-2-8 0,0 0 5 0,-7 6-16 16,7-6 1-16,-2 8-8 0,0 3-6 0,2-1 1 16,0 2-16-16,-5 5-9 0,5 2 8 0,-1 0-24 15,1-2-12-15,-2 2-17 0,2 1-5 0,0 4-7 0,0-3-5 16,-1 3-6-16,1-3-10 0,-1-2-6 15,1-1-7-15,0-3-5 0,0 1-4 0,0-1-10 16,0-2-13-16,2-2-33 0,0-2-20 0,-1 3-28 0,1-3-30 16,1 2-38-16,-3-5-44 0,0-6-48 0,0 11-14 15,0-11-31-15,2 9-153 0,-2-9-455 0,0 0 202 16</inkml:trace>
  <inkml:trace contextRef="#ctx0" brushRef="#br0" timeOffset="-126848.43">25433 9618 20 0,'4'-9'198'16,"-2"-3"-11"-16,3 3-6 0,1 2-8 0,0 3-14 15,4-2 1-15,3 3-2 0,-1 2-6 0,1-1-7 16,3 2-10-16,-3 3-11 0,-1 0-15 0,1 0-4 16,0 1-15-16,-1 0-5 0,-1 2-11 0,-3 2-3 15,-3-1-4-15,1 1-1 0,-4 0-5 0,-2 2-3 16,-1-3-5-16,-3 2-7 0,-3 1-2 0,0-1 1 15,-2-2-9-15,1-1-2 0,0 1-2 0,-4-1 3 16,3 0 2-16,3-2-4 0,-2-3-1 0,8-1-1 16,-9 6-4-16,3-6-1 0,6 0-4 0,-8 3-3 15,8-3-3-15,-7 3 0 0,7-3-2 0,0 0 0 16,0 0-3-16,0 0-3 0,0 0-2 0,0 0 0 16,0 0-3-16,0 0-1 0,17 13 2 0,-7-8 0 15,1 0 2-15,3 0 2 0,0 0-9 0,4 0-17 16,-1-1-26-16,2 1-30 0,1-3-46 0,2 1-44 15,-2-3-50-15,7 0-222 0,-8 0-472 0,1 0 209 16</inkml:trace>
  <inkml:trace contextRef="#ctx0" brushRef="#br0" timeOffset="-126578.62">25969 9695 13 0,'0'0'271'0,"0"-8"2"15,0 8 0-15,0 0 2 0,0 0-9 0,2-8-9 16,-2 8-10-16,0 0-18 0,0 0-19 0,0 0-15 16,0 0-13-16,0 0-27 0,0 0 6 0,0 0-5 0,0 0 1 15,0 0-6-15,-4 28-7 0,-1-17-8 0,3 4-16 16,0 1-5-16,0-1-15 0,-2 2-5 0,2-1-13 16,-2-4-8-16,2 4-10 0,0-1 2 15,0-3-14-15,0 0 1 0,2-1-4 0,0-1-13 0,0-1-2 16,0-2-14-16,0 2-24 0,0-9-24 0,2 13-46 15,2-8-38-15,-4-5-39 0,2 8-47 16,-2-8-52-16,3 5-70 0,-3-5-276 0,0 0-646 16,0 0 287-16</inkml:trace>
  <inkml:trace contextRef="#ctx0" brushRef="#br0" timeOffset="-122814.52">26436 9054 170 0,'-4'-8'210'0,"4"8"-1"0,-5-10-7 15,5 10-2-15,-4-5-2 0,4 5-16 0,-4-7-10 16,4 7-8-16,0 0-13 0,-3-6-15 0,3 6-9 15,0 0-10-15,0 0-13 0,0 0-11 0,0 0-14 16,-4-5-8-16,4 5-7 0,0 0-6 0,0 0-9 16,0 0-4-16,0 0-11 0,0 0 0 0,0 0-4 15,0 0 2-15,9 22 4 0,-5-11-5 0,3 3 2 16,2 0 0-16,0 2-4 0,-3 1-2 0,3-1-4 16,-1 2 2-16,1-3-6 0,1 2-1 0,-3-1 0 15,3-1-6-15,-4 0 5 0,1-5-6 0,-1 2 0 16,0-4 1-16,2 1 7 0,-6-4-10 0,1 1-2 15,1-1 0-15,0-1 3 0,-4-4-4 0,4 8 1 16,-4-8 0-16,3 6 5 0,-3-6 16 0,5 4 14 0,-5-4 10 16,0 0 12-16,0 0 3 0,0 0-7 0,0 0-4 15,0 0-5-15,13-14-5 0,-9 5-3 0,1-3-6 16,2-2-1-16,-2-1-9 0,3-3 0 16,-1 1-1-16,-1-1-7 0,0-1 0 0,4-6-5 0,-1 2 1 15,-2-1-1-15,2 7-15 0,-4 0 11 0,1-1-20 16,-1 1-6-16,-3 3-11 0,2 3-11 0,1 2-15 15,-2 2-12-15,-3 2-27 0,0 5-41 0,2-9-46 16,-2 9-39-16,4-3-7 0,-4 3-23 0,0 0-19 16,9 12-159-16,-9-12-460 0,4 15 203 15</inkml:trace>
  <inkml:trace contextRef="#ctx0" brushRef="#br0" timeOffset="-122580.08">26806 9174 131 0,'0'0'205'0,"0"0"-7"0,0 0-5 16,0 0-8-16,0 0-14 0,6 4-16 0,-6-4-3 16,0 0-17-16,0 0-2 0,2 7 1 0,-2-7 11 15,0 8-8-15,0 0 0 0,2 1-3 0,0 3-7 16,-2 5-9-16,0-1-14 0,0 0-8 0,2 1-9 16,-2 0-8-16,0 1-9 0,1 0-6 0,1-1-6 15,-2-1-10-15,0 0 0 0,2 1-4 0,0-2-1 16,-2 2-8-16,2-7-23 0,0 1-32 0,-2 0-49 15,2-1-42-15,1-1-54 0,-1 1-47 0,5-2-67 16,-2 1-142-16,-1-3-455 0,3-1 202 0</inkml:trace>
  <inkml:trace contextRef="#ctx0" brushRef="#br0" timeOffset="-122195.56">27444 9169 45 0,'0'0'266'0,"1"-8"-14"0,-1 8-2 0,0 0-8 15,0 0-4-15,0 0-12 0,0 0-17 0,0 0-13 16,0 0-6-16,0 0-21 0,0 0-3 0,0 0-20 15,0 0-16-15,0 0-15 0,0 0-14 0,0 0-7 16,0 0-10-16,0 0-2 0,6-5-12 0,-6 5 0 0,16 2-4 16,-3-2-2-16,8 0-9 0,9-3-3 15,1 1-4-15,2 0-6 0,-1 1-1 0,-3-2-3 16,-2 1 1-16,-4-1 1 0,-6 0-3 0,2 0 0 16,-6 2 9-16,-2-2-5 0,-2 2-3 0,0-1 4 0,-2 2 1 15,-7 0-1-15,12-1-2 0,-12 1 4 0,8 0-6 16,-8 0-5-16,0 0-2 0,9-2-5 15,-9 2-9-15,0 0 0 0,0 0-17 0,0 0-12 0,0 0-37 16,0 0-48-16,0 0-66 0,0 0-71 0,0 0-72 16,0 0-284-16,0 0-639 0,-14 13 283 0</inkml:trace>
  <inkml:trace contextRef="#ctx0" brushRef="#br0" timeOffset="-121581.29">28484 8658 94 0,'1'-11'288'0,"-1"11"-19"16,0 0-12-16,-1-10-17 0,1 10-19 0,1-8-22 15,-1 8-22-15,0 0-21 0,0 0-13 0,0 0-19 16,0 0-10-16,0 0-14 0,0 0-7 0,0 0 8 16,6 31 20-16,-6-12 1 0,1 9-18 0,-1 0-3 15,0 1-4-15,0-2-8 0,0 4-5 0,0-4-9 16,0-1-12-16,0-5-3 0,1-2-2 0,-1 5-7 16,2-5-5-16,-2-3-4 0,0 0-1 0,0 0-4 15,1-6-9-15,-1 2 3 0,0-2-8 0,0-1-6 16,0-2-21-16,0-7-21 0,2 10-19 0,0-3-39 15,-2-7-37-15,0 0-32 0,-2 10-43 0,2-10-27 16,0 0-19-16,0 0-223 0,0 0-501 0,0 0 221 16</inkml:trace>
  <inkml:trace contextRef="#ctx0" brushRef="#br0" timeOffset="-121297.2">28498 8658 57 0,'14'-26'140'0,"1"0"-4"0,-3 11-14 0,-1 3-7 15,0 4-7-15,-1 2-12 0,-1 2-9 0,3 3-3 16,-2 1-11-16,1 3-5 0,-3 2-6 0,0 5 0 16,5 1 4-16,-8 0-8 0,1 7-2 0,0 6-2 0,-3 1-5 15,-4-2-7-15,-7 4-1 0,4-2-4 16,-5 1-5-16,2-8-2 0,-4-1-6 0,2-3-1 16,2-2-3-16,2 0 1 0,-2-4 1 0,1-2-5 15,3 0 14-15,1 0 0 0,2-6 3 0,-6 6 5 0,6-6 2 16,-2 5-3-16,2-5-3 0,0 0-1 0,0 0-2 15,12 7-4-15,-5-6 1 0,1 2 0 0,5 0-5 16,1-1 1-16,1 4-5 0,3-3 0 16,0 0-3-16,4 0-6 0,1 1-19 0,3 3-35 15,4-4-33-15,-3 1-47 0,-6-4-46 0,9 2-149 0,-2-2-343 16,-6-1 153-16</inkml:trace>
  <inkml:trace contextRef="#ctx0" brushRef="#br0" timeOffset="-121048.37">29068 8697 122 0,'-4'-7'226'0,"4"7"-8"15,-5-9-12-15,5 9-16 0,-6-2-18 0,6 2-5 16,-10 8-2-16,2 4 2 0,-3 4 2 0,-3 7-7 16,1 2-7-16,0 5-8 0,1-3 2 0,-1 2-21 15,2 1-9-15,2 2-5 0,0-2-14 0,3-4-6 16,1 3-15-16,-2-3-10 0,1 2-1 0,5-4-8 15,1 2-4-15,0-7-8 0,0 1-8 0,1-3-4 16,2 0-27-16,-3-3-29 0,3 3-30 0,-1-4-47 16,3-2-40-16,-1 0-44 0,0-3-42 0,-1 1-46 15,-3-4-141-15,3 1-444 0,-3-6 196 0</inkml:trace>
  <inkml:trace contextRef="#ctx0" brushRef="#br0" timeOffset="-120880.52">28778 9074 101 0,'0'0'228'16,"-3"-7"-19"-16,3 7-21 0,0-8-16 0,0 8-16 16,6-8-11-16,-6 8-14 0,18-6-10 0,-9 4-12 15,14 1-8-15,6-2-9 0,0 0-8 0,5 2-12 0,-1 1-8 16,3 3-23-16,-3-1-37 0,4 0-46 16,-5 2-54-16,0 0-50 0,-4 3-143 0,-7-3-314 15,-4 6 139-15</inkml:trace>
  <inkml:trace contextRef="#ctx0" brushRef="#br0" timeOffset="-120714.29">28726 9395 300 0,'-7'2'273'0,"1"1"-27"0,6-3-26 16,-5 5-15-16,5-5-18 0,0 0-15 0,19 5-18 15,-1-5-14-15,13 0-12 0,3-1-17 0,5-1-17 16,18-2-25-16,-19 1-43 0,0 0-44 15,-4 2-55-15,-1-5-50 0,-1 6-46 0,-11 0-155 0,-2 0-351 16,-5 0 155-16</inkml:trace>
  <inkml:trace contextRef="#ctx0" brushRef="#br0" timeOffset="-120493.3">28959 9509 159 0,'-7'10'197'0,"3"-2"5"0,0 2 11 0,1 2-8 0,-3 2-10 16,1 3-6-16,2-1-10 0,-1 2-2 0,0 0-17 16,-1 0-2-16,1 6-21 0,1-5-9 0,2-2-12 15,-5-1-10-15,6 0-13 0,-1 0-5 16,-3-5-11-16,2 2-4 0,2-1-11 0,-1 1-3 0,0-2-8 16,1-2-22-16,0 1-25 0,0-1-29 0,-4 3-31 15,4-6-36-15,0-6-41 0,0 13-48 0,0-13-38 16,2 9-174-16,-2-9-424 0,0 0 189 0</inkml:trace>
  <inkml:trace contextRef="#ctx0" brushRef="#br0" timeOffset="-120164">28959 9514 150 0,'13'-11'173'0,"-2"4"-4"0,0 3-9 16,1 1-6-16,1 1-3 0,-1 5 1 0,1-1 3 15,-2 2-9-15,1 0-10 0,-2 3-12 0,-2 0-12 16,0 1-2-16,-3 1-7 0,-1 2-4 0,-2-1-11 16,-3 3-7-16,-4 3-9 0,-3 0-3 0,-3 0-7 15,-4-3-4-15,2 1-9 0,-2-2-2 0,3-2-5 16,3-1-1-16,0-6 5 0,2 2 1 0,-1-2 0 16,2 1 4-16,6-4 0 0,-6 4 2 0,6-4-4 15,-7 4 4-15,7-4-7 0,-3 5 1 0,3-5-11 16,0 0-4-16,-5 5-3 0,5-5 4 0,0 0-13 15,0 0-4-15,0 0 1 0,6 14-4 0,-1-9 2 0,3 3-6 16,1 0-13-16,1-1-21 0,7 2-26 0,0 1-31 16,2-3-43-16,3-2-48 0,5 1-42 0,1-2-45 15,-6-2-153-15,5-1-448 0,-7-1 198 16</inkml:trace>
  <inkml:trace contextRef="#ctx0" brushRef="#br0" timeOffset="-119981.58">29424 9703 77 0,'7'-7'241'0,"-7"7"-6"16,5-5-1-16,-5 5-1 0,0 0 1 0,6-3-5 16,-6 3-12-16,0 0-6 0,0 0 1 0,0 0-2 15,0 0-1-15,0 0-6 0,0 16-14 0,0-16-18 16,-3 13-10-16,2-4-23 0,-1 0-21 0,1-1-6 16,0 2-1-16,0-3-17 0,-1 2-16 0,1 1-32 15,1-10-31-15,0 15-42 0,0-8-41 0,0-7-63 16,1 14-74-16,2-7-70 0,-2-3-268 0,4-1-588 15,-5-3 260-15</inkml:trace>
  <inkml:trace contextRef="#ctx0" brushRef="#br0" timeOffset="-119514.37">29794 9151 2894 0,'-2'-25'23'0,"-3"2"56"0,2 3-15 0,1 8-20 15,-1 0 9-15,2 3 7 0,-1-2 7 0,2 5-6 16,0 6-2-16,-2-12-9 0,2 12-2 0,0-8-5 0,0 8-9 16,0 0-1-16,0 0-10 0,0 0-1 0,0 0-5 15,0 0-1-15,24 29 6 0,-14-4 2 16,2 1 11-16,2 1 3 0,-5 3 2 0,1-3 2 15,0 0 3-15,1 0 7 0,-6-3-16 0,0-1 0 0,1-2 13 16,-1-3-2-16,0-2-1 0,1 0-14 0,-3-5 5 16,1 0-6-16,-1-3 1 0,-1 3-5 0,2-6-3 15,-1 1-3-15,-3-6-5 0,2 9 3 0,-2-9-8 16,4 7 19-16,-4-7-25 0,0 0 16 0,1 7-3 16,-1-7 1-16,0 0 1 0,0 0 1 0,0 0-3 15,13-14 4-15,-4 5-2 0,-1-5 13 0,1-2-17 16,3-6 7-16,-4 4-2 0,2-7-2 0,-1 0 6 15,1 0-4-15,-1-3-6 0,-2 1 1 0,3-2-7 16,-4 3-2-16,1-1-6 0,-1 9-1 0,-2 3-6 16,1 3-14-16,-1 2-14 0,0 0-34 0,-3 5-26 15,2-3-34-15,-1 3-34 0,-2 5-41 0,3-7-37 16,-3 7-8-16,0 0 0 0,0 0 0 0,4 17-18 16,-4-8-216-16,-3 5-521 0,3 0 231 0</inkml:trace>
  <inkml:trace contextRef="#ctx0" brushRef="#br0" timeOffset="-119281.96">30238 9261 116 0,'9'4'164'0,"1"2"11"15,-1 1 6-15,0 2 15 0,0 0-1 0,0 1-1 0,-3 1-2 16,1 0-4-16,-2 3-10 0,-1 2-4 16,-3 0-10-16,-1 1-11 0,-3 2-2 0,-2-3-7 15,-3 3-7-15,-1-1-11 0,-2-2-12 0,1-2-7 16,-1 1-10-16,1-1 0 0,0-3-15 0,4-2-9 0,-2-1 0 15,4-2-2-15,-1-1-14 0,3-2-6 0,2-3-5 16,-6 7-3-16,6-7-1 0,0 0-4 0,9 10 3 16,5-8-16-16,4 0-13 0,14-2-15 15,2-4-25-15,17 0-34 0,5-4-37 0,-3 0-41 0,3-2-64 16,1 0-56-16,-5-2-258 0,3 2-559 0,-3-3 248 16</inkml:trace>
  <inkml:trace contextRef="#ctx0" brushRef="#br0" timeOffset="-116893.49">23949 11191 188 0,'0'0'285'0,"-10"4"-31"0,10-4-29 0,0 0-17 16,-8 3-13-16,8-3-18 0,0 0-17 0,0 0-17 16,0 0-13-16,0 0-15 0,0 0-8 0,0 0-19 15,35-1-19-15,-23 0-23 0,1 1-23 16,0 0-43-16,1 1-45 0,-2 0-48 0,-1-1-45 0,1 2-45 16,-3 2-106-16,-4-1-335 0,-5-3 148 0</inkml:trace>
  <inkml:trace contextRef="#ctx0" brushRef="#br0" timeOffset="-116731.47">23932 11315 30 0,'-7'4'213'0,"7"-4"-12"0,0 0-4 0,-5 3 3 15,5-3-2-15,0 0-13 0,0 0-10 0,0 0-14 16,0 0-7-16,0 0-15 0,0 0-11 0,15 8-15 16,-1-10-6-16,4 2-12 0,9-2-20 0,5-1-18 15,2 1-39-15,2 0-46 0,2-2-44 0,2-1-67 16,12 2-56-16,-16 0-141 0,1 0-363 0,0-1 161 15</inkml:trace>
  <inkml:trace contextRef="#ctx0" brushRef="#br0" timeOffset="-116164.52">25502 11110 168 0,'-11'-5'273'0,"6"3"-6"0,5 2-13 0,-11-4-2 15,11 4-14-15,-11-4-11 0,11 4-8 0,-7-1-9 0,7 1-2 16,-5-4-27-16,5 4-6 0,0 0-4 0,0 0-18 16,0 0-6-16,0 0-13 0,-11-2-3 0,11 2-16 15,0 0-6-15,0 0-15 0,0 0-7 0,0 0-3 16,0 0-6-16,39 3 0 0,-19-3-13 0,1-1-10 15,8 1-9-15,-3-3 9 0,3 1-16 0,-2-1-11 16,-6 2 6-16,1-2-17 0,-2 2-23 0,0-1-23 16,-3-1-26-16,-2 2-38 0,-5 1-41 0,2-2-45 15,-3 2-51-15,2-1-52 0,1 0-40 0,-4-1-189 16,2 1-553-16,-3-1 245 0</inkml:trace>
  <inkml:trace contextRef="#ctx0" brushRef="#br0" timeOffset="-115864.54">26034 10826 57 0,'0'-7'309'0,"0"7"-7"0,-2-14-2 16,2 6-8-16,0 8-3 0,-2-12-2 0,2 12-10 16,-2-10-19-16,2 10-19 0,-1-10-22 0,1 10-26 15,-2-6-17-15,2 6-17 0,0 0-10 0,0 0-30 16,0 0-13-16,0 0-14 0,0 0-5 0,0 0-10 15,0 0-13-15,0 0-3 0,2 35-6 0,1-18-12 16,-3 4 6-16,2-1-4 0,-4 4 0 0,2-4 7 16,2 6-20-16,-2-2-6 0,0 1-9 0,0-7 5 15,0 0 2-15,0 1-2 0,0-1-3 0,0-1 3 0,0 0-6 16,0-1 10-16,2 1-11 0,-2-2-9 16,2-2-30-16,-2-1-41 0,0-1-39 0,2 2-37 15,0-1-35-15,-2-2-50 0,0 1-32 0,0-1-36 16,0-2-252-16,0-8-592 0,0 17 262 0</inkml:trace>
  <inkml:trace contextRef="#ctx0" brushRef="#br0" timeOffset="-115331.55">26077 10765 109 0,'-4'-7'248'0,"4"7"-3"16,-5-12-17-16,2 6-9 0,3-2-19 0,0 8-18 15,0-11-18-15,0 11-14 0,6-10-7 0,0 6-14 16,3-2-15-16,4-1 1 0,1 5-16 0,-1 0-9 16,6 1-14-16,-7 2-3 0,2 0-11 0,2 7-4 15,2 0-7-15,-3 5-2 0,-1-1-7 0,-3 1 0 16,-4-3-8-16,0 6-2 0,-5 0 0 0,-1 0 3 16,-2 3-1-16,-8 0-3 0,0-2 1 0,-4 6 4 15,-5-1-12-15,0-2-1 0,-2-2-3 0,1-1-1 16,2-6-3-16,-1 1-3 0,3-2-4 0,2-4 6 15,3 1-11-15,1-2 0 0,-1 1 3 0,4-2-1 16,1-1 2-16,5-3 1 0,-10 5-1 0,6-3-5 16,4-2 4-16,0 0-1 0,-10 4-4 0,10-4 4 15,0 0-4-15,0 0 6 0,-5 4-7 0,5-4 2 16,0 0 0-16,0 0-4 0,0 0-2 0,0 0 5 16,0 0-2-16,19 7 0 0,-13-5 1 0,0 2-3 15,1 1-2-15,3-1 1 0,-2 2 0 0,5 2 4 16,0 0 2-16,1 2-3 0,1-4-1 0,2 4-33 15,-1-3-39-15,-1 5-49 0,2-3-61 0,-2-1-44 0,5 0-229 16,-4-1-493-16,0 0 219 0</inkml:trace>
  <inkml:trace contextRef="#ctx0" brushRef="#br0" timeOffset="-114998.3">26598 11058 109 0,'0'0'313'0,"0"-11"-3"0,0 11-7 0,0-7 2 0,0 7-7 16,0 0-11-16,-4-10-29 0,4 10-28 16,0 0-24-16,0 0-24 0,0 0-6 0,0 0-11 0,0 0 3 15,-12 17-30-15,8-5-10 0,0 4-18 0,-3 0-7 16,0 2-18-16,2 5 15 0,1 2-22 15,-3-1-9-15,1-4-3 0,4-1-3 0,-1 1-5 0,-2 4-6 16,3-6 2-16,0 3 0 0,2-3-10 0,0 1-4 16,-2-1-7-16,2 0-3 0,0 0 9 0,2-3-8 15,-2 0 0-15,0-2-2 0,4-1-8 16,-4-1-29-16,2-2-28 0,-2-1-39 0,3 0-35 0,-2-3-37 16,-1-5-42-16,2 11-47 0,-2-11-52 0,2 9-39 15,-2-4-232-15,0-5-605 0,0 0 268 0</inkml:trace>
  <inkml:trace contextRef="#ctx0" brushRef="#br0" timeOffset="-114848.52">26444 11346 189 0,'0'0'255'0,"0"0"-31"0,0-7-15 0,0 7-12 16,0 0-3-16,-3-7-10 0,3 7-13 0,0 0-21 15,7-6-12-15,-7 6-16 0,17-6-7 0,0 3-13 16,5-1-14-16,7-2-27 0,3 0-47 0,-3 1-59 15,3 0-68-15,3-2-56 0,-1 0-179 0,2-2-377 16,1 0 167-16</inkml:trace>
  <inkml:trace contextRef="#ctx0" brushRef="#br0" timeOffset="-114548.61">27263 10665 216 0,'0'-6'296'0,"0"6"-13"16,0-9-6-16,0 9-16 0,0 0-18 0,0 0-18 0,0 0-10 15,0 0 3-15,0 0 7 0,-22 23-17 0,10 1-3 16,-1 4-8-16,1 3-9 0,-1 13-9 0,-1-1-12 16,5-9-12-16,1 1-15 0,1 11-12 0,3-13-4 15,1 2-16-15,1 12-9 0,7-15-4 0,-1-2-15 16,5-1-7-16,2 1-6 0,3-4-9 15,1 0-7-15,1 1-2 0,4-6-8 0,2-1-16 0,1-1-19 16,0-5-37-16,-1 2-40 0,3-1-41 0,1-6-41 16,-9 1-49-16,3 0-49 0,-2-4-64 0,-1-1-314 15,-3 0-679-15,-3-1 301 0</inkml:trace>
  <inkml:trace contextRef="#ctx0" brushRef="#br0" timeOffset="-111477.2">25954 11805 187 0,'-10'-9'205'16,"10"9"-4"-16,-6-6-3 0,6 6-15 0,-5-3-20 0,5 3-17 16,0 0-14-16,0 0-13 0,16-11-15 15,-3 7-9-15,12-4-5 0,5 3-11 0,5-1-9 16,1 2-10-16,18-4-2 0,-18 2-8 16,4 3-2-16,12-5-6 0,-16 6-9 0,2-2-4 0,-1 0-15 0,-4 3-20 15,1-1-25-15,-3 2-31 0,-2-2-23 0,-9 0-27 16,1 2-24-16,-1 0-25 0,-7 0-125 15,-1 2-310-15,-1 0 138 0</inkml:trace>
  <inkml:trace contextRef="#ctx0" brushRef="#br0" timeOffset="-111209.99">26375 11773 51 0,'0'0'180'0,"-8"2"0"15,8-2-6-15,-5 6 7 0,5-6-1 0,-4 10-9 16,0 0 1-16,-1 6 2 0,2-1-10 0,-1 3-15 16,2 0-11-16,2 1-12 0,-1 7-9 0,-1-9-10 15,2 4-9-15,0-3-8 0,-2 7-7 0,2-1-7 16,2-6-9-16,-2-1-10 0,2-4-2 0,1 3-5 16,-3 2-7-16,2-5-3 0,3-2-5 0,-3-2-2 15,-1 1-14-15,1 0-22 0,2-4-16 0,-4 0-22 16,4 0-30-16,-4-6-22 0,2 10-18 0,-2-10-9 15,3 6-13-15,-3-6-1 0,0 0-13 0,0 0-15 16,0 0-12-16,0 0-127 0,0 0-325 0,0 0 144 16</inkml:trace>
  <inkml:trace contextRef="#ctx0" brushRef="#br0" timeOffset="-110913.58">26304 12054 34 0,'-2'-19'65'0,"-1"-5"3"16,3 3-10-16,0-5 7 0,3 2 8 0,-1 6 3 15,4 0-1-15,2 1 7 0,1 3 5 0,3-1 0 16,1 3 1-16,-1-1 11 0,-1 7-5 0,1 1-4 15,-3 1-12-15,2 3-3 0,-4-1-6 0,-7 2 3 16,18 4-4-16,-9 3 11 0,-4-3 0 0,-1 3 0 16,-2 2-2-16,0 1-5 0,-2 2-3 0,-2 1-4 15,-2-2-5-15,-3 5-5 0,-2-1-3 0,2 1-7 16,-1-5-3-16,-4 0-5 0,3 0-3 0,0-2-9 16,3 0 4-16,-2-4-3 0,2 0 0 0,3-1 1 15,3-4 2-15,-6 7 3 0,2-4 2 0,4-3 0 0,0 0-1 16,-5 7-6-16,5-7 0 0,0 0-7 15,0 0 2-15,0 0-2 0,11 6-4 0,-2-3-2 16,3 0 4-16,-2-1-9 0,3 3 2 0,6 1-24 16,-1-2-27-16,0 0-40 0,2 1-41 0,-2 0-45 0,4-3-49 15,-3 1-151-15,0 1-396 0,2 0 176 0</inkml:trace>
  <inkml:trace contextRef="#ctx0" brushRef="#br0" timeOffset="-110731.98">26771 11971 67 0,'2'-12'282'0,"-2"12"-9"16,2-5-12-16,-2 5-15 0,0 0-18 15,0 0-14-15,0 0-12 0,0 0-7 0,0 0-12 0,0 0-7 16,0 0-17-16,-9 31-15 0,5-15-12 0,0 1-9 16,1-2-15-16,1 2-8 0,0 2-15 0,-3 0-10 15,5 0-26-15,0 0-40 0,3-2-54 0,-1 0-63 16,0 1-59-16,3 0-69 0,-3 0-224 0,2-2-497 15,1-1 220-15</inkml:trace>
  <inkml:trace contextRef="#ctx0" brushRef="#br0" timeOffset="-107298.09">28135 10649 50 0,'0'0'185'0,"-5"-6"-2"0,5 6-6 0,-3-4-4 16,3 4-7-16,0 0-4 0,-6-8-7 0,6 8-4 16,0 0-13-16,-3-5-3 0,3 5-6 0,0 0-8 15,-4-7-4-15,4 7-5 0,0 0-3 0,0 0-9 16,-4-6-8-16,4 6-6 0,0 0-4 0,0 0-7 16,0 0-5-16,0 0-6 0,0 0-2 0,0 0-12 15,0 0-2-15,0-8-7 0,0 8-3 0,0 0-4 16,0 0-2-16,0 0-6 0,0 0-3 0,0 0-9 15,0 0 4-15,0 0-3 0,0 0-2 0,0 0-2 0,9 21-3 16,-5-14 0-16,1 5-1 0,-1-2-3 0,1 2 2 16,2 3 2-16,-1 2-1 0,-1-6-2 15,-1 5 1-15,6 0 0 0,-4-2-3 0,0 1-1 16,-1-5 3-16,1 1-2 0,0 0 2 0,-2-3-1 0,1-2 2 16,1 3-3-16,0 0-2 0,-3-3 3 0,2 0-4 15,-1 0 11-15,-1 0-13 0,1-3 7 0,0 3-4 16,-4-6 4-16,7 7-2 0,-5-5 0 0,-2-2 0 15,8 5 5-15,-8-5 16 0,0 0 11 0,0 0 8 16,8-1-1-16,-8 1-9 0,8-7 3 0,-5 0 8 16,2 0-16-16,1-3-4 0,1-5 0 0,-1 1-3 15,0-3-1-15,2-1-3 0,2 1 0 0,-4-2-4 16,5-4 0-16,-3-1-3 0,0 6 0 0,-3 0 2 16,1 0-2-16,2-5-2 0,-4 4-3 0,1 2-4 15,3-1 0-15,-6 1 6 0,0 5-6 0,-1 1 4 16,3 1-2-16,-4 2-7 0,2 1-10 0,-2 7-13 15,0-10-18-15,0 10-27 0,0 0-17 0,2-6-12 16,-2 6-13-16,0 0-15 0,0 0-22 0,-2 25-26 16,2-13-33-16,-1 6-12 0,-1 1-14 0,0 6-150 15,0-2-417-15,2 3 185 0</inkml:trace>
  <inkml:trace contextRef="#ctx0" brushRef="#br0" timeOffset="-107014.58">28552 10821 118 0,'0'0'172'0,"15"-3"-5"16,-7 3-8-16,1-4-9 0,-1 4-10 16,-8 0-10-16,15 0-12 0,-15 0-14 0,12 0-5 15,-6 2-9-15,2 0-11 0,-3 2 2 0,-1 0-1 16,1 3 6-16,-1 1-6 0,-2 1-8 0,-3 1-3 16,0 2 3-16,-5 6-7 0,0-4-6 0,0 0-1 15,-6 1-2-15,4 1-8 0,-3-3-5 0,3-2-4 16,-1 2-3-16,1-3-2 0,2-2-4 0,-4 2-8 15,4-3 7-15,1-1-5 0,2 0-6 0,-1 0-2 16,4-6-2-16,-6 7 1 0,6-7-2 0,0 10-1 0,0-10-4 16,7 6 4-16,-1-3-4 0,4 0 1 15,5 0-1-15,7-2 0 0,-2-2-3 0,11-1-17 16,1 1-37-16,2-3-52 0,0-1-48 0,4 0-48 16,-2-2-178-16,1 2-405 0,0-4 179 0</inkml:trace>
  <inkml:trace contextRef="#ctx0" brushRef="#br0" timeOffset="-106831.64">29105 10826 11 0,'-7'-4'288'0,"2"1"-16"16,5 3-10-16,-8-5-14 0,8 5-12 0,0 0-25 15,0 0-9-15,0 0-32 0,0 0-19 0,0 0-26 16,19-17-18-16,-2 14-25 0,2-1-36 0,3 0-44 15,6-1-48-15,-1 1-60 0,2-4-57 0,0 4-187 16,-3-2-379-16,1-2 167 0</inkml:trace>
  <inkml:trace contextRef="#ctx0" brushRef="#br0" timeOffset="-106464.04">29481 10523 97 0,'3'-9'223'0,"-3"9"-17"16,0 0-23-16,2-7-19 0,-2 7-9 0,0 0 16 16,0 0-8-16,7 22 2 0,-5-10-3 0,1 4-13 15,-1 2-8-15,2 8-3 0,-1-7-4 0,-1 7-14 16,1-1-8-16,0 0-11 0,-1-6-7 0,2-1-7 16,-2 0-5-16,1-1 6 0,1 0-19 0,-2-3 2 15,1-2-1-15,-1-1-11 0,0-1-4 0,-1-3-7 16,2-1-4-16,-2 0-1 0,-1-6 7 0,4 8 18 15,-4-8-5-15,3 6 21 0,-3-6 13 0,3 6 22 16,-3-6-12-16,0 0 3 0,0 0-10 0,0 0-11 16,18-16-6-16,-12 8-8 0,6-6-13 0,-4 2-2 15,4-2-9-15,0-2-6 0,-1-6-1 0,6 0-7 16,-2 0-6-16,-1-2-12 0,0 2-3 0,-6 5-20 16,2 0-11-16,-2 1-23 0,1 4-27 0,-3 2-27 15,3 0-31-15,-5 3-37 0,0 0-35 0,2 3-35 16,-2 1-29-16,-4 3-22 0,10-1 6 0,-10 1-16 15,8 6-172-15,-4-1-501 0,0-1 221 0</inkml:trace>
  <inkml:trace contextRef="#ctx0" brushRef="#br0" timeOffset="-106280.93">29916 10739 124 0,'0'0'175'0,"6"6"19"15,-3-2 6-15,-3-4 1 0,2 7 0 0,-2-7 7 16,5 11 1-16,-3-3-1 0,-1 2-5 0,-1-1-9 0,1 0-6 15,-1 2-7-15,0 1-11 0,0-2-12 0,-1 3-20 16,1 0-8-16,-1 1-3 0,-2-2-26 0,4 0-8 16,-2 1-10-16,2 3-8 0,-1 0-19 15,0-5-37-15,3 1-43 0,-2 1-37 0,-1-2-55 16,1 0-68-16,3 0-45 0,-1-2-69 0,-1 0-156 0,5-1-493 16,-2-3 218-16</inkml:trace>
  <inkml:trace contextRef="#ctx0" brushRef="#br0" timeOffset="-106047.45">30465 10403 58 0,'8'-4'282'0,"1"2"-28"15,1 4-5-15,-2 2 3 0,8 8-13 0,-3 2-9 16,4 11-13-16,-2 2-9 0,-3 6-19 15,-1 2-16-15,1 13-16 0,-2 5-13 0,-4-2-19 0,-1-3-11 16,-6 0-12-16,1-3-8 0,-1-10-15 0,-3 0-36 16,-1-1-37-16,-14 11-34 0,-4-1-46 15,-4-4-55-15,-6-2-50 0,-4-1-54 0,-8-1-196 0,-4-5-465 16,-2-3 206-16</inkml:trace>
  <inkml:trace contextRef="#ctx0" brushRef="#br0" timeOffset="-105028.47">25657 12385 114 0,'0'0'192'0,"0"0"3"16,-15-3 5-16,15 3-6 0,-8 1-9 0,8-1-6 16,0 0-12-16,0 0-9 0,-11-1-14 0,11 1-10 15,0 0-4-15,0 0-14 0,0 0-9 0,0 0-6 16,0 0-13-16,0 0-1 0,0 0-11 0,0 0-2 15,0 0 2-15,0 0 2 0,39 7-5 0,-17-3-6 0,7-1 8 16,0-1-2-16,7-2-2 0,0 2 9 16,2 2 0-16,14-4 11 0,0 3-4 0,2-5 6 15,1 2-2-15,6 0 20 0,4-2-30 0,27 0 4 16,-2-5-12-16,5-1 1 0,6 3-4 0,2 0 4 0,8-2-12 16,2 2-4-16,2-2 4 0,5 0-6 0,5 4-10 15,7-7-5-15,-4 3-6 0,3-2-7 16,-3 2 5-16,-2-6-5 0,-1 6-5 0,-5-4 8 15,-3 4-6-15,-5 2-4 0,-7-1-1 0,-5 2-4 0,-1 0-5 16,-5-2 1-16,2 6 0 0,-4-5 0 0,0-1 3 16,-28 3-9-16,29-4-6 0,-29 7 7 15,-1-3-1-15,-2-1-2 0,0 2-8 0,-8 1 6 0,2 0-12 16,-3-1 8-16,-16 0-3 0,1 4 3 0,-1-1 0 16,-2-2-6-16,2-1-7 0,-3 0 7 0,-1 2 2 15,0-2 4-15,1-1-4 0,-1 2 5 0,-1 1-10 16,-3-2 9-16,3 1-9 0,-2 0 3 0,2-1-15 15,-2 2-1-15,-1-3-17 0,-6 3-6 0,-1 0-22 16,0-2-15-16,-3 0-15 0,-1-1-11 0,-4 1-9 16,-1-1-13-16,-1 2-14 0,-5-2-24 0,-1 2-20 15,0-5-17-15,-5 6-19 0,7-8-18 0,-7 8-28 16,0 0-163-16,-12-12-472 0,2 7 209 0</inkml:trace>
  <inkml:trace contextRef="#ctx0" brushRef="#br0" timeOffset="-104014.41">22127 11046 40 0,'6'-3'244'0,"-6"3"-31"0,0 0-23 0,0 0-8 15,8 10 6-15,-5-1-12 0,3 6-8 0,0 2-10 16,2 3 1-16,1 2-11 0,0 4-16 0,-1-2-11 15,1 0-12-15,0 3-9 0,-2-8-4 0,3 4-8 16,-2 1-11-16,-2-6-3 0,-1 0-10 0,3-2-1 16,-2-2-10-16,1 0-4 0,-2-3-4 0,0-2-3 15,0-1-5-15,0-2-3 0,-1-1 8 0,0 1 11 16,-4-6 8-16,5 5 19 0,-3-1 18 0,-2-4 26 16,6 4 14-16,-6-4 0 0,0 0 3 0,0 0-12 15,15-8-9-15,-8 2-9 0,0-4-12 0,2 0-9 16,4-3 3-16,-4-5-15 0,2 1-13 0,2-3-2 15,0-4-2-15,-1 1-8 0,0-2-9 0,2 1 0 16,-3-5-8-16,1 3-5 0,-1 0-18 0,1-3-13 16,-1 3-11-16,0 1-17 0,-1 2-20 0,-4 8-25 15,2 3-27-15,-3 2-34 0,-1 1-36 0,0 3-43 16,-2 0-40-16,-2 6-26 0,9-1 6 0,-9 1 4 16,12 5-16-16,-6 4-202 0,-1 3-527 0,2 4 233 15</inkml:trace>
  <inkml:trace contextRef="#ctx0" brushRef="#br0" timeOffset="-103747.54">22677 11246 152 0,'0'0'185'0,"-2"12"-4"0,2-5 4 15,-1 0 3-15,1-7-8 0,-3 18-13 0,3-8-4 16,0-1-6-16,0-1-11 0,1 2-6 0,2 2-13 16,-1-2 1-16,2-1-19 0,3 0-8 15,0-1-6-15,2 0 4 0,6 3 2 0,2-5-8 0,0 1 5 16,2-4 2-16,0 1 0 0,3-2 4 0,6-2-16 15,-7-2-4-15,0 2 4 0,2-4-7 0,-4-1 0 16,0-1 2-16,-6 1 11 0,0 1 13 0,-4-3-11 16,1 2-8-16,-3-2-10 0,-2-2-6 0,-1 0-5 15,-4-4-11-15,0 1-2 0,-6 2-16 0,-1-7-11 16,-5 5-26-16,-3 0-23 0,-2 0-16 0,-8 1-19 16,-2 2-8-16,-1 4-25 0,-5 2-32 0,-3 6-32 15,-3 3-47-15,1 3-37 0,-10 5-52 0,-6 3-228 16,7 0-561-16,-2 1 249 0</inkml:trace>
  <inkml:trace contextRef="#ctx0" brushRef="#br0" timeOffset="-103381.37">21753 10971 3130 0,'-5'-32'-8'0,"-1"1"11"15,1 6 28-15,1 10 14 0,0 1 1 0,0 5-13 16,2 0-12-16,-1 3-6 0,3 6-4 0,0 0-1 16,0 0 14-16,0 0 14 0,-1 30 10 15,4 0 11-15,-2 16 10 0,1 5-7 0,5 5 1 0,3 2-7 16,3 22-4-16,-2-24 1 0,8 26-10 0,4-2 1 15,-1-1-6-15,-8-21-4 0,12 20-8 0,-10-23 1 16,-2 0-1-16,3-1 4 0,-3-1-12 0,0-3 5 16,0-3-7-16,-7-11 1 0,-2-1-1 0,5-1 0 15,-8 2-2-15,2-7-1 0,0 2-4 0,4-5 6 16,-6 1-22-16,1-9-36 0,1-3-30 0,-4 2-41 16,1-5-47-16,-1-1-55 0,-1-2-64 0,2 0-59 15,-2-2-171-15,-4 0-551 0,-2-2 245 0</inkml:trace>
  <inkml:trace contextRef="#ctx0" brushRef="#br0" timeOffset="-102914.41">21696 10614 5 0,'-6'-4'195'0,"-1"2"-20"0,7 2-18 15,-8-4-17-15,8 4-13 0,0 0-10 0,0 0-5 0,0 0-10 16,28 4-2-16,-7-2-4 0,15 1 3 0,3-3 3 15,15-3-10-15,2 3-2 0,7-3-11 0,1 1-5 16,2-3-8-16,27 0-9 0,-27 0-4 0,28 0-7 16,-3 1-6-16,-2-1-6 0,-23 1 0 0,28 0-4 15,2-2 1-15,1 1-5 0,-1 2-3 0,-2 2-1 16,-2-1-4-16,0 5 3 0,-27-3-8 0,2 1-7 16,24 1 4-16,-27-1-1 0,1 0 0 0,26-2 1 15,-29 2-4-15,2-1-3 0,2 3 0 0,29-5 0 16,-4 1 1-16,5-1-1 0,-1-3-2 0,-2 3-3 15,4-5 4-15,9 1 1 0,-1 1-2 0,3-3 1 16,4 2 1-16,-4 2-4 0,2-3 2 0,1 1-1 16,-1 1 1-16,-3 1 0 0,0-2-13 0,-2 0-23 15,-4-1-27-15,-3-1-34 0,4 4-34 0,-6-5-35 16,-8-1-161-16,4 1-353 0,-2-5 156 0</inkml:trace>
  <inkml:trace contextRef="#ctx0" brushRef="#br0" timeOffset="-100214.77">26724 10387 127 0,'0'0'123'0,"-10"-1"-9"0,10 1-8 0,0 0-11 16,0 0-11-16,-6-3 4 0,6 3-12 15,0 0 0-15,0 0-11 0,0 0 1 0,0 0-17 16,0 0-3-16,0 0-2 0,-4-8-7 0,4 8 3 16,0 0 1-16,0 0-4 0,0 0-6 0,0 0 0 0,11-10 0 15,-4 5-4-15,2-1-5 0,4 0 1 0,5-1-7 16,11-5 4-16,1 2-4 0,5-2 6 15,15-4 1-15,1 2 5 0,5-1-7 0,7 0-4 0,27-1 0 16,0-4 6-16,0 6-3 0,6-2 3 0,-1 0 6 16,4 2-21-16,-3 3 11 0,10-1 1 0,4-1 3 15,2-1-4-15,1-4-2 0,6 7-2 0,-3 1-3 16,-1-1 4-16,0 1 4 0,2 0-3 0,2-2 2 16,4 2-3-16,-2 5-6 0,-2-2-1 0,-1 3 5 15,1-3-6-15,-3-10-2 0,-4 9 4 0,2 4-1 16,-3-2-6-16,-2 0-5 0,-4 0 5 0,-8-2-2 15,-1-1-3-15,-31 5 1 0,27 0 4 0,-31 0-5 16,-1-1 2-16,-4 3 8 0,-3 4-11 0,-15-3 3 16,-1 0-1-16,-1 1-4 0,0 0 2 15,-3 1 6-15,-2 0-8 0,1 1 2 0,-4-2 4 0,-8 0 1 16,2 3-5-16,0-3 3 0,-3 3-5 0,-1-3 2 16,0 2 0-16,-1-1 2 0,-4-1 2 0,5 1-1 15,-1 1 3-15,1 2-6 0,-5-5 3 0,4 2-2 16,-4 2 0-16,0-3 4 0,0 0 0 0,-3 0-2 15,3 2 4-15,0-1-5 0,-2 2 0 0,1-4-2 16,-2 2 3-16,1-1-5 0,-3 1 8 0,-2-1-1 16,6 2-4-16,-12-2-2 0,10 1 3 0,-10-1-1 15,13 3 2-15,-9-2 0 0,-4-1-1 0,12 3 1 16,-8 0-1-16,0 2 4 0,1-3 0 0,2 2-7 16,-2 0 3-16,-2 3 4 0,4-1 2 0,-1 3-7 15,-2 1 9-15,4 1 1 0,-3-1 1 0,1 5-3 16,-1 2-1-16,-1-1 6 0,1 1 5 0,0 3 13 15,-1 3 12-15,-1 2 8 0,-1 3 1 0,0 0-3 0,-2 2 1 16,0-2 3-16,0 5 5 0,-3 0 3 0,3 1 5 16,-1-1-7-16,-3 3-1 0,-1 1-6 0,1-3-1 15,2 17-6-15,-5-15-7 0,2 13 4 0,0-3-4 16,-3 0 1-16,1 2-2 0,0-3-1 0,1 2 10 16,-4-3-2-16,2 2 2 0,-1-2-13 15,1-10 0-15,-6 10-1 0,4-11-1 0,0 12 3 16,0-15-2-16,-1 1-4 0,1 0 2 0,-1 0 0 0,2 1 3 15,1-2-4-15,2 1-5 0,2 3 0 0,-1-2 0 16,-2 0-1-16,5 0-4 0,-3-1 0 0,-3 0 1 16,7 0-3-16,-3-7-4 0,1 0 1 15,-1 2 4-15,3-10-9 0,-1 1 3 0,0 0 3 0,1-6-10 16,-2 1 6-16,2-2-4 0,1 2 3 0,-1-6-4 16,1 4-2-16,-1-3 2 0,1-7 1 0,-2 13-1 15,0-9 0-15,2-4 8 0,-3 11-7 0,2-5 5 16,1-6-5-16,-1 9-4 0,-3-3-4 0,4-6 7 15,-8 7-1-15,4-2-1 0,-2 0-1 0,-2 1 5 16,-1-3-8-16,0 5 1 0,-3-2 3 0,-4 1 1 16,6 1-6-16,-7-1 0 0,3 3 6 0,-2-4-4 15,0 0 0-15,0 4-7 0,-1 0-6 0,2-2-6 16,1 0-6-16,-1-1 2 0,0 2-6 0,0-2 3 16,0-2 2-16,2 2 5 0,-2-1-2 0,-3 1 1 15,2-1 3-15,0 0 3 0,-2 2 3 0,6-3-2 16,0-2 0-16,-6 2 4 0,5 0 1 0,-4-1 5 15,-1 1-1-15,-2-2-2 0,1 0 1 0,1 2-1 16,-4-1 3-16,1-1 2 0,1 0-2 0,1 0 0 16,-2 2 3-16,4 0-2 0,-4 1 0 0,3-2-1 15,-1 1 1-15,-1-1 1 0,1 0-1 0,-2 0 2 16,3 2-1-16,-2-1 0 0,-1 0-2 0,6 3 4 16,-4-4-3-16,1 1 3 0,1 2 0 0,-2-2 3 15,0 0-5-15,0-2 1 0,0 2-2 0,-8 0-1 16,6-1 3-16,-7 0-3 0,7-1 4 0,-2-1-2 15,-3 1 0-15,-2 1 1 0,5-2-2 16,1 1 5-16,2-1-3 0,-2 2 0 0,0 0-1 0,1-2 2 16,0 2-1-16,1-3-1 0,-2 2 2 0,3 0-9 15,-3 1-6-15,0-2 0 0,3 1-6 0,-9-1-1 16,0-2 0-16,0 3-1 0,0-2 0 0,5 1 3 16,-5-2 1-16,2-2 2 0,-5 5 0 0,-1-2 5 15,-5 0-1-15,3-1 1 0,-2 0 0 0,0-1 0 16,-2 0 4-16,-2 2 1 0,-11-7-1 0,12 4 6 15,-13 1-4-15,0-2 0 0,12 0 1 0,-11 0 1 16,12 2 1-16,-12-2 1 0,-3 2 0 0,3 1 0 16,0 0 0-16,11-2 2 0,-10 3 0 0,13-2 0 15,-3 0 1-15,-12 2 1 0,14-2-1 0,-1 2-3 16,1-3 5-16,-1 2-4 0,0-3 0 0,-2 5 6 16,4-5-4-16,1 0-2 0,-2 3 1 0,4-2 1 15,-6 4-2-15,3-2 3 0,1-2-6 0,-1 1 7 16,4 1-3-16,-4-1 0 0,-1-2 0 0,2 2 3 15,0 1 1-15,-4-2-4 0,4-1-4 0,-3 1 2 16,4 1-2-16,-4-2 0 0,3 2-1 0,-2-4 5 16,0 3-6-16,4-1 2 0,0 1-3 0,3 2 1 0,0-1-2 15,1-2-3-15,-1 1-1 0,2 0 2 16,0-1-2-16,0 2-2 0,-1-1 5 0,3 0-4 16,5 1 1-16,-9-1 3 0,4 0-4 0,-4 2 3 15,3-3 3-15,-1-1-5 0,-3 4 4 0,1 4-7 16,0-5-8-16,-1 2-3 0,-3 2 0 0,3-2 4 15,-5 0 2-15,-1-1 1 0,-2 0 1 0,4 2 4 16,-15-2-1-16,13 1 2 0,2-1 3 0,0 2-2 16,-1-2 1-16,1 0 1 0,-1 0 2 0,1 2 3 15,2-1-1-15,-3-1 1 0,0 1 2 0,5 1 0 0,-4 0 0 16,3 0 0-16,-3-2 2 0,3 0 0 16,1 0 2-16,-1 2-3 0,1-4 2 0,-1 2 0 15,-2 3-3-15,1 0 4 0,-2-2-4 0,5 1 3 16,-3-1 0-16,1 1 0 0,1 1 0 0,-1-2 0 15,2 2-1-15,-1-1-1 0,2 0 5 0,1-2-2 0,0 3-1 16,2-3 1-16,4 3 0 0,2-2 2 16,-8 1-2-16,1 0-2 0,-1 0 2 0,-1 0-3 0,3-1 2 15,7 2 3-15,-9-1-3 0,3-2 3 16,5 2-3-16,-8 2 3 0,2 1-4 0,5-2 2 16,3 1 0-16,-10-1 1 0,1 2-3 0,7-3-1 0,-7 2 7 15,0 2-1-15,1-2 4 0,2-1 0 16,3-2 1-16,-7 5-1 0,2-2 3 0,-1-1 0 15,7-3-2-15,-2 2-3 0,-4 0 1 0,6 1 3 16,-6 1 3-16,5-2-3 0,-6 1 0 0,0-2 3 16,5 1-3-16,-4 0-2 0,0 0 1 0,7 0-1 0,-2-2-4 15,-1 1 5-15,-4 0 0 0,-1 1-3 0,0 0 5 16,0 0-4-16,0 0 3 0,-1-1-7 0,3-1 3 16,-4 4 0-16,2-3-4 0,0 4 3 0,0-3 2 15,-1 0-2-15,0 0-2 0,4 0 3 16,-6-2 0-16,3 1-1 0,1 1 2 0,0-1 0 0,6 2 2 15,-1-3 0-15,-5 4 1 0,4-4-1 0,-4 0 3 16,-2 0-1-16,-1 0-3 0,0 2 3 0,3-1-1 16,-1 2 0-16,-1-2-2 0,-1-1-2 15,1 4 0-15,-1-1 4 0,-2-1-4 0,2-1 0 16,-2 1-1-16,0 1 0 0,2 0-4 0,-2-2 3 0,1-1-2 16,-1 6 0-16,0-2 2 0,-2-1 0 15,0 0-3-15,1-2 2 0,-1 1 3 0,1 0-3 16,0 2-2-16,0-3 0 0,-1 2 2 0,2 0 0 15,-1 0-1-15,0 0-1 0,-3 1 1 0,0-1-2 16,3 1 1-16,-1 1-1 0,0-2 1 0,1 1 0 0,0-3 4 16,0 4-4-16,-2-4 0 0,5 3 0 0,-2-2 3 15,11-2-5-15,-8 3 2 0,-2-3 2 0,3 0-3 16,0 3 1-16,0-1-2 0,-2 0 0 16,2-1 4-16,0 0-5 0,-1-1 1 0,-2 3 1 15,3-3 0-15,-3 1 0 0,2 2 1 0,2-3-1 0,-1 1-1 16,8 1 2-16,-2-2 1 0,-7 2 0 0,8-1-1 15,-1 2 1-15,-5-2-1 0,8-1 4 0,-1-1-5 16,1 1 7-16,2 0-1 0,-1 0 6 16,5 0 0-16,1 0 2 0,-1-2-1 0,13 2 1 15,-21-1-2-15,21 1-2 0,-14 0 4 0,14 0-1 0,-11-1-6 16,11 1 3-16,0 0-2 0,0 0-2 0,-14 0 3 16,14 0-4-16,0 0-3 0,0 0-14 0,0 0-6 15,-14-2 1-15,14 2-3 0,0 0-7 16,0 0-10-16,0 0-17 0,0 0-16 0,0 0-26 0,0 0-31 15,0 0-33-15,0 0-23 0,0 0-21 0,0 0-172 16,-9 6-406-16,9-6 180 0</inkml:trace>
  <inkml:trace contextRef="#ctx0" brushRef="#br0" timeOffset="-99771.64">21886 11986 59 0,'0'0'121'0,"0"0"-4"15,0 0-8-15,0 0-3 0,0 0-7 0,0 0 5 16,0 0-9-16,0 0-9 0,0 0-4 0,-7-4-5 0,7 4-14 15,0 0 6-15,0 0-10 0,0 0-1 16,0 0 2-16,0 0-6 0,0 0-3 0,0 0-6 0,0 0-3 16,0 0-4-16,0 0-7 0,0 0 1 15,0 0-10-15,0 0-18 0,0 0-26 0,0 0-22 0,0 0-22 16,0 0-7-16,0 0-5 0,0 0-14 0,0 0-14 16,0 0-95-16,0 0-217 0,0 0 96 15</inkml:trace>
  <inkml:trace contextRef="#ctx0" brushRef="#br0" timeOffset="-99281.65">21931 11897 5 0,'0'0'180'0,"-1"-10"-13"0,1 10-7 15,0 0-17-15,0 0-18 0,0 0-5 0,0 0-15 16,0 0-10-16,0 0-10 0,0 0-7 0,0 0-17 15,0 0 5-15,0 0-9 0,0 0-4 0,0 0-1 16,5 27 3-16,-2-15-1 0,-1 3 3 0,-1 0-1 16,3 4 2-16,-1-2 5 0,-2 2-2 15,-1 0-1-15,1 5-3 0,2 1 1 0,-2 3 1 0,0-3-6 16,1 2-4-16,-2-9-7 0,1 6 3 0,0-4 0 16,2 5-2-16,-1 0-1 0,0-5-3 0,-2 3-3 15,1-4-4-15,3-2 1 0,-4 2 1 0,1-6-6 16,0 1-2-16,-1 3-1 0,0-4-2 0,5 2 0 15,-3-3 1-15,0-3-3 0,-2-2-1 0,1 1-2 16,-1-8-5-16,2 12 2 0,-1-6-3 0,-1-6 1 16,3 10-1-16,-2-4 5 0,-1-6 3 0,1 8 2 15,-1-8-2-15,1 8-4 0,-1-8-2 0,0 9 0 0,0-9-2 16,0 0 3-16,0 8-5 0,0-8-1 16,0 0-2-16,0 0 3 0,2 9-3 0,-2-9 0 15,0 0 0-15,0 0-1 0,0 0-2 0,0 0 1 0,0 0-2 16,0 0 3-16,1 6 0 0,-1-6-6 0,0 0 5 15,0 0 1-15,8 3-1 0,-8-3 3 0,0 0-1 16,10 1 0-16,-10-1-1 0,9 0 0 16,-9 0-4-16,11-1 3 0,1-2-8 0,-1 2-6 0,8 0-15 15,2-3-16-15,8 0-21 0,7-1-39 0,0-2-43 16,21-7-38-16,1 2-51 0,2 2-178 16,5-1-444-16,22-4 197 0</inkml:trace>
  <inkml:trace contextRef="#ctx0" brushRef="#br0" timeOffset="-95892.09">14681 5374 160 0,'0'0'183'0,"0"0"-27"15,0 0-33-15,0 0-27 0,0 0-18 0,0 0-25 16,0 0-28-16,0 0-15 0,0 0-16 0,0 0-10 16,0 0 0-16,0 0-33 0,0 0-85 0,0 0-143 15,-17-11 64-15</inkml:trace>
  <inkml:trace contextRef="#ctx0" brushRef="#br0" timeOffset="-94045.59">14887 5598 91 0,'0'0'197'0,"9"2"-17"0,-9-2-19 0,0 0-15 15,5 2-14-15,-5-2-9 0,0 0-8 0,0 0-5 16,7 3-3-16,-7-3-2 0,0 0-1 0,0 0-9 15,0 0-13-15,0 0-6 0,4 5-7 0,-4-5-8 16,0 0-19-16,0 0-16 0,0 0-21 0,0 0-20 16,0 0-34-16,0 0-25 0,0 0-17 0,0 0-20 15,0 0-13-15,0 0-20 0,0 0-93 0,0 0-256 16,0 0 113-16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10T07:06:03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3223 1894 98 0,'0'0'136'0,"0"0"-7"0,-9-2-4 15,9 2 3-15,-13 14 19 0,4 1 5 0,-5 10 2 16,0 4 0-16,-8 13-4 0,3 3-4 0,0 3-15 16,-2 3-7-16,6 5-2 0,-2 0-4 0,1 1-10 15,2 1-14-15,5 0-4 0,-4-3-7 16,8-3-8-16,0-5-5 0,3-11-7 0,5 0 0 15,2-3-16-15,4-4-4 0,1 0-3 0,6-4 3 16,-1 1-7-16,3-2 6 0,2-7-13 0,5-3 2 16,1-2-4-16,1-8-4 0,3 0 0 0,0-8-6 15,3 0-9-15,1-6-19 0,14-6 4 0,-3-9-1 0,-4-1 3 16,1-8-4-16,-4-3 3 0,-3-1 2 0,-6-4 0 16,-2-1 1-16,-5-3-2 0,-3-2-4 15,-2 1 0-15,-7-7-4 0,-2-1-3 0,-4 4-8 16,-3-1-11-16,-4 2 2 0,-2-1 27 0,-3 3 3 15,-3-1-16-15,1 3 3 0,-4 14 15 0,-4-12-1 16,0 14 2-16,1 1 9 0,-2 0-1 0,2 7 3 16,-2 1 10-16,0 3-6 0,3 5-8 0,-2 7 4 15,1-1-11-15,-2 7 7 0,0 2-4 0,-8 8-1 16,1 3 1-16,-1 3 0 0,-1 5-3 0,3 1 1 16,3 2 0-16,-1 3-1 0,4-3 0 0,5 2 2 15,4 0-2-15,2-1 3 0,5-6-4 0,5 9 0 16,3-1 0-16,4-1 1 0,5 3-2 0,5-4-1 15,1 2-3-15,9 11-3 0,3 2-3 0,-8-14 2 16,8 10 1-16,-8-10-5 0,-2 0-1 0,-2-1-9 16,2-2-1-16,-7 2 4 0,2-1-9 0,-1 0-7 15,-4 0-5-15,-2-1-41 0,-2-5-6 0,-2 6-25 16,-3 0-46-16,-3-3-55 0,-5 6-120 16,-4-5-362-16,-5 5 161 0</inkml:trace>
  <inkml:trace contextRef="#ctx0" brushRef="#br0" timeOffset="166.04">3118 3178 213 0,'28'-4'197'0,"0"-1"-22"0,5-4-18 0,2 1-19 15,2-4-19-15,14-8-40 0,0 1-57 0,0-7-64 16,6 2-135-16,-3-2-191 0,5-1 85 0</inkml:trace>
  <inkml:trace contextRef="#ctx0" brushRef="#br0" timeOffset="301.85">4234 2638 115 0,'8'-7'254'0,"-8"7"-4"16,7-5-10-16,-7 5-18 0,0 0-9 15,0 0-21-15,0 0-21 0,9-6-27 0,-9 6-3 0,0 0-29 16,0 0-48-16,0 0-58 0,0 0-55 0,12-6-84 15,-12 6-191-15,0 0-351 0,22-16 155 16</inkml:trace>
  <inkml:trace contextRef="#ctx0" brushRef="#br0" timeOffset="3350.02">9783 2471 211 0,'0'-10'222'0,"-2"-2"-7"0,1 6 12 15,-3-1-11-15,2-2-13 0,-1 2-13 0,3 7 1 16,-9-10-7-16,8 7-5 0,1 3-10 0,-8-9-10 15,8 9-16-15,-5-2-11 0,5 2-5 0,0 0-15 16,-22 14-3-16,8-1 2 0,-4 7-7 16,1 3-5-16,-3 3-3 0,2 3-7 0,-1-1-4 0,4 1-9 15,-2 2-7-15,6-2-1 0,2-1-11 0,0 2-1 16,4-1-11-16,1-3-8 0,3 1 1 0,-1-2-7 16,4-5 0-16,-1-2-12 0,4 1 0 15,8 3 0-15,-3-6-2 0,2-3-5 0,9 4 4 0,0-9-7 16,4 3 2-16,5-3-9 0,-1-4-4 15,6-3-5-15,-1-1 5 0,2-4-8 0,1-2-1 16,-1-2-13-16,14-4 4 0,-13 1 1 0,-1-3 2 16,11-4 0-16,-15 2-3 0,-3 1 1 0,0-2 2 0,0-2 1 15,-6-2 1-15,-2 1-3 0,-2-4 0 16,-3-1 3-16,-5 1 1 0,-3-3 0 0,-4 0-2 0,-4-1-9 16,-3-1 7-16,-7-1-1 0,-4 2-1 15,-3-2-7-15,-4 3-5 0,-4-1 1 0,0 3-3 16,-6 5 10-16,-11-8-5 0,6 13 7 0,-2 2-2 15,3 3 4-15,0 5-13 0,-2 8-15 0,3 1 3 16,2 0 5-16,4 1 1 0,1 0 3 0,8 0-3 16,3 3-16-16,-3-1-41 0,4 5-44 0,0 0-58 15,4 2-47-15,0 3-182 0,-1 6-460 0,8-7 204 16</inkml:trace>
  <inkml:trace contextRef="#ctx0" brushRef="#br0" timeOffset="5016">10409 2641 141 0,'-5'-4'169'0,"5"4"-8"0,-8-4-8 15,8 4 0-15,-6-4-8 0,6 4-2 0,0 0-9 16,-7-3-12-16,7 3-7 0,0 0-6 0,0 0-12 15,0 0-6-15,0 0-11 0,0 0-7 0,0 0-5 16,0 0-6-16,0 0-5 0,34 3-1 0,-13-2-4 16,14 0-12-16,2-2 2 0,19 0 1 0,4-4-8 15,3 0 1-15,1 0-8 0,1-3-1 0,26-3-4 16,-30 7 1-16,2-6-6 0,-3 5-1 16,2-2-6-16,-2 0 4 0,-2 4-3 0,-3-7-1 0,-2 8 0 15,-14-3-3-15,-1 2 2 0,-2 1-1 0,1-3-1 16,-5 1 1-16,-3 2-2 0,1-1 0 0,-6 3-1 15,-5-2-1-15,-2 2 4 0,-1-2 1 0,-5 3 2 16,0-2-2-16,-11 1-3 0,18-3 2 0,-18 3-1 16,14-1-2-16,-14 1 3 0,0 0-1 15,9 0-3-15,-9 0 4 0,0 0 2 0,0 0 3 16,0 0 6-16,0 0-2 0,13 0 3 0,-13 0-1 16,0 0-7-16,0 0 0 0,0 0 0 0,0 0 1 15,0 0-2-15,0 0 3 0,0 0 2 0,0 0 12 16,0 0-4-16,12-1 1 0,-12 1-3 0,0 0-3 15,0 0 0-15,4-13-2 0,-4 13-2 0,0-12 0 16,0 12 4-16,3-11-5 0,-3 11 1 0,4-16 1 16,-4 16 0-16,6-21-4 0,-4 12 3 0,1-2 1 15,-3 11-4-15,9-20-2 0,-8 13 3 0,-1 7-6 16,8-13 4-16,-8 13 5 0,5-10-6 0,-1 5-3 16,-4 5-2-16,0 0-4 0,0 0-1 0,9-7 2 15,-9 7-6-15,0 0 0 0,0 0 3 0,18 13 1 16,-12-4-2-16,4 1 1 0,-1 5 3 0,1 0-4 15,-2 2-1-15,0 0 3 0,1-2 1 0,0 0-2 16,1 1 3-16,-1-1-3 0,-1 1 1 0,-3-2 2 16,4-3 0-16,-3 0-2 0,1-1 2 0,-1-1 0 15,2-1-1-15,-3-3-2 0,-5-5 3 0,8 9 0 16,-8-9 4-16,7 7 1 0,-7-7-3 0,6 4 1 16,-6-4 2-16,0 0 0 0,0 0 0 15,0 0-1-15,18-10-1 0,-10 1 1 0,1-1 0 0,4-3 1 16,-4-1-2-16,2-1-1 0,3-6-2 15,0-1-3-15,-1 1 5 0,3 1-4 0,-6 2 0 16,0 3 1-16,1 0-3 0,0-2 0 0,-2 4-4 16,-2 3 7-16,2 3-8 0,-2 1 1 0,-1-1-2 15,-6 7 0-15,11-6 0 0,-11 6 2 0,14-2-4 16,-14 2 5-16,15 4-4 0,-5 3 3 0,-1-1 1 16,0 2-3-16,2 1 4 0,-2-1-1 0,1 6-1 15,1-5 3-15,-1 4 2 0,-3-4-1 0,1-1-1 16,2 1 1-16,1-1 3 0,-2 0-2 0,1 0 2 15,-2-1-2-15,1 0 3 0,-2-1-2 0,0-2-3 16,-7-4 5-16,11 5 0 0,-11-5 5 0,9 7-5 16,-9-7 1-16,11 2 6 0,-11-2-4 0,0 0 5 15,16-6-8-15,-7 1 5 0,0-1-8 0,-9 6 0 16,20-16 2-16,-11 8 5 0,0-5-7 0,2-4-3 16,0 5 4-16,0-3-11 0,2 0 0 0,0 4 6 15,-5 3-4-15,2 0-3 0,-1 0 3 0,1 3 0 16,-10 5 7-16,12-9-12 0,-12 9 0 0,11-1 2 15,-11 1 2-15,0 0-2 0,18 10 3 0,-11-1-1 16,1-3-2-16,-3 5 5 0,2-3 1 0,0 1 2 16,0 0 1-16,-3 1-1 0,0-2 0 0,3 1 2 15,-2-3-2-15,-5-6 1 0,6 10 0 0,-3-4 2 16,-3-6 1-16,9 6 3 0,-9-6 3 16,10 5-2-16,-10-5 1 0,12 3 1 0,-12-3 1 15,13-2-3-15,-13 2-2 0,19-7 1 0,-9 1-1 16,0 0-1-16,-1-3 3 0,4-1-4 0,1 0 5 15,-1-2-3-15,-2-2-1 0,3 1 1 0,-1-1-1 16,1 2-4-16,-5-1 2 0,-1 5 1 0,2 1-2 0,-5-1-3 16,1 3 0-16,-6 5 1 0,11-7-3 15,-11 7 3-15,10-3-1 0,-10 3-2 0,0 0 0 16,15 6 0-16,-7 0 2 0,-2 0 1 0,0 3 2 16,-2 1 0-16,3-2-4 0,-5 5 5 0,1-1 3 15,4-2-4-15,-3 1 5 0,-1 2 2 0,3-1-3 16,-2-3 3-16,1 1-2 0,-1 0 2 15,2-3-4-15,2 3 12 0,-4-3-10 0,3 1 3 0,1 0 10 16,0-2 1-16,1-2-3 0,-1 1 8 0,4 0-1 16,1 0-3-16,4 0-3 0,2-1 1 0,2-4-2 15,1 3 1-15,8-4-4 0,-3 1-2 16,6-2 4-16,-1 2-6 0,6-3 2 0,0-1 0 0,14-3 5 16,-12 4-8-16,14-1-1 0,5-2-2 0,-1 2-6 15,3-1 4-15,1 3 0 0,1-5 7 0,-2 7-8 16,2-1 5-16,-2-3-7 0,6 2 1 0,0-1 3 15,0 3-2-15,23 0 2 0,-25 0-4 0,0-4-2 16,27 4 3-16,-4-1 1 0,-25 2-2 0,29-1-3 16,-30 4 2-16,4-2-2 0,2-1-1 15,28 0 7-15,-1-1-3 0,-5 2 3 0,1-2 3 16,0-1-9-16,1-1 7 0,-1 3-3 0,-1 0 0 16,-24-1-1-16,26 1-4 0,-32 0 6 0,33 2 0 15,-30-1 0-15,0-4-1 0,3 5 4 0,-2-2 0 16,-7 1-8-16,-2-2 8 0,-5 0-4 0,-15 1 2 15,-6 1 1-15,-6-2-2 0,-10 0 0 0,1 0 4 16,-4 0 16-16,-10 0 11 0,15-2 4 0,-15 2 18 16,0 0 0-16,13-3-2 0,-13 3-14 0,0 0-11 15,0 0-23-15,0 0-15 0,0 0-22 0,0 0-19 16,-25-19-30-16,14 15-23 0,2 1-40 0,9 3-36 16,-21-4-53-16,11 2-47 0,10 2-199 0,-21 3-520 15,21-3 230-15</inkml:trace>
  <inkml:trace contextRef="#ctx0" brushRef="#br0" timeOffset="7282.99">16304 2199 129 0,'0'-12'161'0,"1"-1"-11"16,-1 2-15-16,0-4-14 0,3 4-2 15,-6-1-9-15,7-2-13 0,-4-1-3 0,1 0-5 16,1 4-5-16,0-2-5 0,-1 3-6 0,1 0-10 16,-1 2-7-16,0-1-5 0,1 3-1 0,-2 6-11 15,0-11-5-15,0 11-5 0,2-6 1 0,-2 6-20 16,0 0-6-16,1-10-18 0,-1 10-8 0,0 0-21 16,0 0-8-16,3-6-16 0,-3 6 5 0,0 0-5 15,9 0-14-15,-9 0-10 0,0 0-5 0,18 6 0 16,-12-4-8-16,2 2-66 0,1 1-182 0,0 0 81 15</inkml:trace>
  <inkml:trace contextRef="#ctx0" brushRef="#br0" timeOffset="7683.29">16591 1957 51 0,'-2'-8'177'0,"2"8"-3"16,-4-14-10-16,4 9-1 0,0 5 0 0,-6-10-1 16,6 10-3-16,0 0-1 0,-5-13 25 0,5 13-12 15,0 0-18-15,0 0-15 0,-5-6-17 0,5 6-14 16,0 0-14-16,0 0-14 0,0 0-8 0,0 0-7 0,0 0-4 16,1 48 3-16,1-18-3 0,1 5-5 15,0 16 2-15,-3 9-6 0,3 21 1 0,4 2-1 16,-7-26-5-16,5 2-7 0,1 25-6 0,-1-24 16 15,7 22-1-15,-6-22 2 0,8 23 0 0,-5-25 8 16,7 26 6-16,-5-2 0 0,-2-25-4 0,5 26-4 16,-4-26-1-16,0 22 0 0,-3-23-8 0,2-2-1 15,-4 3-12-15,1 0 6 0,-1 0-16 0,-1-2 14 16,0 1 1-16,-3 3-4 0,-3-2 5 0,1-5-14 16,1-1 1-16,1-4 0 0,-2-13-11 0,-3 2-20 15,0-4-28-15,-1 0-24 0,-2-3-27 0,2-3-38 16,-2 0-46-16,-4-3-39 0,5-6-62 15,0-6-271-15,-5 1-583 0,11-12 259 0</inkml:trace>
  <inkml:trace contextRef="#ctx0" brushRef="#br0" timeOffset="8456.99">16608 1813 92 0,'-6'-5'167'0,"-1"0"-7"0,7 5 3 0,-7-6-13 0,7 6-3 15,0 0-9-15,-10-5-18 0,10 5-4 0,0 0-17 16,0 0-9-16,0 0-8 0,0 0-13 0,0 0 4 16,0 0-9-16,32 0-7 0,-6 4-5 0,9 0-5 15,6-2-4-15,14 6 1 0,6-2-6 0,2 1-2 16,29 7 0-16,-26-3-10 0,32 4-2 0,3 2-1 15,-3 4-3-15,0-3-2 0,8 2 1 0,-10 3-1 16,-3-4-3-16,6 11 0 0,-2-4-4 0,-3-1 0 16,3 4 3-16,-12-3-4 0,9 6 3 15,1-4-5-15,-7 4 2 0,2 1-3 0,-1-2-1 16,0 0-3-16,-26-14 0 0,28 11-6 0,-30-10 2 16,2 2-11-16,26 4 5 0,-29-8-2 0,2-1 4 0,-1 0-2 15,-4 1-6-15,1-2-1 0,-4 0 1 0,-1 1 6 16,-3-1-2-16,-13-6 1 0,13 3 2 15,-15-3-2-15,-3-1 2 0,-2 2-3 0,-2-3 2 16,-10-1 0-16,3-1 7 0,-3 0-2 0,-4-1-3 16,-4 0 15-16,-10-3-9 0,18 2 4 0,-18-2 1 15,13 2-2-15,-13-2-2 0,10 2 1 0,-10-2 8 16,0 0 3-16,7 5 14 0,-7-5 6 0,0 0 0 16,0 0 4-16,0 0-4 0,0 0-2 0,-40 14-2 15,20-9 0-15,-8 0-4 0,0 1-3 0,-5 2-4 16,1 0-3-16,-1 3 5 0,-1-2-6 0,1 5 7 15,-4-2-8-15,4 4 1 0,-13 8 2 0,1-3-1 16,1 4 2-16,-6-3 1 0,1 6-2 0,-3 1 3 16,-4 0-4-16,-2 1 2 0,-21 17-5 0,2-5 2 15,3 4 1-15,18-15 4 0,-22 13 0 0,-4 4 2 16,-1-1 10-16,-3-3 1 0,-2 9 0 0,-3-3 3 16,-3-3-6-16,-2 2-3 0,-1-3-1 0,4-1 0 15,1-1-3-15,0 1-1 0,0-6-4 16,3 3-2-16,6 0-1 0,28-14-3 0,2-1-3 15,5-5-3-15,15-3-14 0,5-2-14 0,0 0-38 16,5 0-37-16,0-4-42 0,7-3-65 0,0-1-56 16,2-3-159-16,0-2-451 0,14-4 199 0</inkml:trace>
  <inkml:trace contextRef="#ctx0" brushRef="#br0" timeOffset="9016.16">16951 2419 174 0,'0'0'217'0,"0"0"-18"16,0 0-10-16,0 0-5 0,0 0-3 0,0 0 2 15,0 0-4-15,0 0-8 0,0 0-11 0,0 0-12 16,-26-4-2-16,26 4-5 0,0 0-6 15,0 0-8-15,0 0-9 0,0 0-17 0,0 0-5 16,0 0-11-16,0 0-7 0,0 0-13 0,0 0 0 16,0 0-9-16,0 0-6 0,24-5-4 0,-8 1-3 0,3 0-6 15,8-4-4-15,1 6-5 0,-1-1-20 0,1-1-20 16,-7 2-32-16,-1 2-77 0,-1-2-51 16,-6 2-56-16,5 0-51 0,-7 0-153 0,0 4-467 15,0 0 208-15</inkml:trace>
  <inkml:trace contextRef="#ctx0" brushRef="#br0" timeOffset="9382.89">17067 3321 110 0,'-6'2'258'16,"-6"-1"-10"-16,12-1-7 0,-13 1-11 0,13-1-8 16,-7 2-12-16,7-2-6 0,-8 1-8 0,8-1-6 15,0 0-10-15,0 0-11 0,-10 0-13 0,10 0 0 16,0 0-5-16,0 0-14 0,0 0-11 0,0 0-30 15,0 0 4-15,0 0-6 0,0 0-15 0,0 0 3 16,0 0-11-16,46-4 2 0,-20 0-15 0,3-1-8 16,1 0-4-16,1 1-18 0,-2 0 9 0,1 0-17 15,-3 1-35-15,-6 0-11 0,1 2-35 0,1-1-40 16,-4 0-42-16,2-2-46 0,0 0-59 0,-1 0-52 16,-6 1-190-16,-2 0-529 0,0-2 234 15</inkml:trace>
  <inkml:trace contextRef="#ctx0" brushRef="#br0" timeOffset="9583.2">17315 3120 9 0,'-9'-6'316'0,"9"6"-25"0,-7-1-24 16,7 1-26-16,0 0-29 0,0 0-22 0,0 0-13 15,0 0-5-15,-12 17 0 0,9-5-2 0,1 5-11 16,0 2-18-16,0 0-13 0,1 8-14 0,1-1-10 15,1 2-8-15,1 0-22 0,4-1-18 0,-3 0-30 16,5 1-47-16,-4-1-62 0,2 0-75 0,2-1-92 0,-5-1-185 16,-1-6-469-16,-1-2 208 0</inkml:trace>
  <inkml:trace contextRef="#ctx0" brushRef="#br0" timeOffset="10899.84">9953 4170 57 0,'-3'-7'228'0,"3"7"-4"15,-5-7-2-15,5 7-9 0,-5-8-12 0,5 8-10 16,-10-6-6-16,6 4-6 0,4 2-1 0,-9-6-12 0,9 6-11 16,-11-1-12-16,11 1-15 0,-12 0-10 0,12 0-11 15,-12 5-13-15,3 4-7 0,-3 0-11 16,-1 6-5-16,0 2-6 0,-4 4-4 0,3 2-9 15,4-2-7-15,2-1 3 0,1 3-10 0,0-4-2 0,5 6-8 16,-1-6 4-16,3-2-9 0,2 2-3 0,1-2 4 16,6 0-4-16,0-1 7 0,2-4-8 0,1 4-6 15,2-4 2-15,2-2-6 0,0 0 1 0,3-4 0 16,8 0-1-16,-6-5-1 0,0-1 1 16,10-3-4-16,-1-3 6 0,0-2-8 0,1-4 2 15,-2-2-3-15,1 2-5 0,-2-4 4 0,-3-2-3 16,-4 1 0-16,-1-2-2 0,-1-1 0 0,-7 4 1 0,-3-1-2 15,1-7-3-15,-5 5-3 0,-2-6 7 0,-5-1-3 16,-1 3-1-16,-6-2 6 0,0 1-2 0,-5 0-5 16,-3 3 6-16,-1 1-3 0,-1 3-2 15,-5 1-1-15,1 3-2 0,3 5 0 0,-8 2-6 16,7 2-2-16,-1-1-12 0,-6 4-20 0,6 3-19 16,2 3-28-16,-1 4-24 0,-2 0-41 0,5 3-37 0,4 4-31 15,-1 4-194-15,1 1-459 0,6-4 204 0</inkml:trace>
  <inkml:trace contextRef="#ctx0" brushRef="#br0" timeOffset="12666.05">10368 4279 6 0,'-13'-4'267'16,"13"4"-11"-16,-8-1-14 0,8 1-20 0,0 0-12 15,-11-1-11-15,11 1-17 0,0 0-12 0,0 0-14 16,0 0-15-16,0 0-19 0,0 0-9 0,0 0-10 16,0 0-7-16,40 1-7 0,-8 2-8 0,5-3-8 15,15 2-5-15,3-2-2 0,-4-2-6 0,4 2-7 16,5-4-6-16,-1 3-4 0,-2-3-6 0,10 2 2 15,27-7-6-15,4 2 0 0,-1 0-7 0,-1-2-2 16,-1 3-3-16,0-2-3 0,2 3-3 16,-4-3 3-16,2 4-1 0,0-1-2 0,-1 2-3 0,-1-3 0 15,-25 5 1-15,22-2-3 0,-29 1-6 0,3 2-1 16,-7-2 4-16,2-1-2 0,-5 0 6 0,-16 2-6 16,-1 0 1-16,-3 0 3 0,-5 0-1 0,-8 0 0 15,-8 0 1-15,1-1 6 0,-6 1-3 0,3 0 6 16,-3 0 9-16,-8 1 14 0,9-2 14 0,-9 2 5 15,9-2 4-15,-9 2-2 0,0 0-11 0,4-4-5 16,-4 4-7-16,0 0 2 0,0 0-6 0,0 0-10 16,5-6-4-16,-5 6 5 0,0 0-3 0,0 0-1 15,0 0-7-15,0 0 0 0,0 0-3 0,0 0 3 16,0 0-1-16,0 0-7 0,0 0 0 0,0 0-4 16,0 0 4-16,4-7 14 0,-4 7-15 0,0 0-6 15,0 0 6-15,0 0-4 0,0 0 3 0,0 0-8 16,0 0 7-16,0 0 2 0,0 0-2 0,0 0-5 15,0 0 6-15,0 0-3 0,0 0-7 0,0 0 5 16,0 0 1-16,0 0-2 0,0 0 4 0,-9-10-2 16,9 10-4-16,-5-8-7 0,5 8-4 0,-4-10-4 15,4 4 7-15,0 6-1 0,-4-14 9 0,0 4 3 16,3 0-2-16,1-1-2 0,-2-1 1 0,0 1 0 16,2-6 3-16,2 7 5 0,-2-2 4 0,0 12 4 15,2-19 0-15,-2 19 6 0,0-11-1 0,0 11 6 16,1-9-2-16,-1 9-7 0,0 0-4 0,2-12-3 15,-2 12 3-15,0 0-7 0,2-4 2 0,-2 4-6 16,0 0 3-16,0 0-6 0,18 14-2 0,-13-7 3 16,3 2 12-16,1-1-14 0,1 6 3 0,0 0 8 15,1-2-4-15,1 4-1 0,-3-2-9 0,2 0 13 16,-1-1-4-16,2 0 6 0,-5-4-4 0,-1 1-10 16,2-1 12-16,1 1-1 0,-3-3-5 0,1 1 7 15,0-1-3-15,2 0 2 0,-5-2-14 0,1-1 8 16,1 0-24-16,0 2-6 0,-6-6 10 0,6 3 2 15,-6-3 3-15,9 3-4 0,-9-3 10 0,10-3-9 16,0-3 8-16,-1-1-5 0,0-1 4 0,7-5 0 16,-3 0 0-16,3-1-4 0,-1-7 4 0,2 2 1 15,-2-2 1-15,-1 0 2 0,3 1-7 0,-7 6 8 16,3 2-2-16,1-1 1 0,-8 3 0 0,3 3-1 16,0 1-1-16,-2 0 6 0,0 2-2 0,-1 1 1 15,1 1-9-15,-7 2 4 0,14 2 2 0,-8-1-1 16,1 5 5-16,0-2-2 0,4 5-2 0,-2-1 6 15,-3 0-3-15,3 1-2 0,1 1 1 0,-1-1 3 16,-1 1 6-16,2 0-9 0,-1-3 7 0,-1 1 1 16,-1-1-6-16,5 0 6 0,-6 0 1 0,3-2 0 15,1 0-4-15,-6-3 7 0,3 1 0 0,-1-1-6 16,-6-2 7-16,9 2-6 0,-9-2 6 0,14-4-4 16,-14 4 0-16,17-6-5 0,-9 0 6 0,3-1-2 15,-3 0-3-15,2-2-2 0,-1 0 5 16,-1-1-1-16,6-4 3 0,-3-1-5 0,0 0 4 15,1 1-7-15,1 2-1 0,-3-2 0 0,-2 5 3 16,-1 2 2-16,1-1-6 0,-3-1 0 0,0 6-10 0,0 1-2 16,-5 2-1-16,8-5 2 0,-8 5 2 15,0 0 2-15,16 6-6 0,-9-3 6 0,-3 2 5 0,1 2 0 16,3 0 0-16,-3-1 4 0,2 1-3 0,2-2 1 16,-5 2-2-16,3-3 4 0,0 2 1 15,-2-3 0-15,3 3 1 0,-3-1-4 0,-1-3 5 16,3 1 2-16,-7-3-2 0,12 3 2 0,-12-3-3 15,8 0 2-15,-8 0 4 0,12-3-3 0,-7-1 11 16,1-4-12-16,1 1 3 0,-1-1-5 0,2 2 3 16,-4-4 10-16,4 1-14 0,-3-2 1 0,1 1 1 15,2 1 0-15,-4-2-3 0,3 1 0 0,-1 2 1 16,-1 1 3-16,-1 0-5 0,1 3 4 0,-5 4-6 16,3-10-2-16,-3 10 0 0,6-2-5 0,-6 2 2 0,0 0 2 15,15 6-2-15,-10-3 4 0,0 3-1 16,2 2 0-16,-3 0-5 0,0-2 5 0,0 3 3 15,-1 0 2-15,0 1-1 0,3-1-1 0,-4 0 3 16,1-1-1-16,-1 2 4 0,2-3 1 0,0 1-2 16,-1 0 2-16,1-3-4 0,2 2 2 0,-2-2-1 15,2-2 0-15,-1 3 2 0,8-1 3 0,-4-2-1 0,2 0 9 16,3-1-7-16,4 0 0 0,2-2-2 16,9-1-1-16,-1-2 1 0,-1 0 1 0,4-1 0 15,1-3 0-15,-1-1-4 0,5 0-3 0,-5-1 5 16,3-1-9-16,1 0 3 0,1 3-1 0,0-5 5 15,3 2-3-15,1 1 0 0,10-5 1 0,-12 6-1 16,11-5 0-16,-11 6-1 0,0 0 6 0,15-6-11 16,-15 8 9-16,11-4-1 0,-10 1 1 0,11 1-3 15,-9 3 1-15,8-8-1 0,-7 10 1 0,-7-3 1 16,3 1 3-16,14-2 4 0,-14 3-13 0,0-1 6 16,1-1-6-16,1 2 5 0,-2-3 0 0,-2 1 2 15,1 1-6-15,-3-2 3 0,2 2-1 0,-4 0 2 16,1-3 1-16,-2 0-6 0,-2 5-4 0,1-3 5 15,-2 0-2-15,1 0-3 0,-2 1 11 0,-5 0-12 16,-1-1-5-16,8 0 4 0,-9 2 9 0,6-3-8 16,-6 2-1-16,-1 1 8 0,2-1-9 0,-1 2 5 15,-2-1 3-15,4-1 1 0,-1 0 0 0,-1 2 2 16,0-2-3-16,2 1 0 0,-4-1 1 0,3-1 0 16,0-2 1-16,-2 4 4 0,4-1 0 0,-1 0-3 15,1 0 2-15,-3 0 39 0,2 2-10 0,0-1-5 16,-3-2-1-16,4 2-2 0,-4 0-17 0,-1 1 16 15,1 0-6-15,-1 0 4 0,1 0-6 0,2-2 2 16,-1 2-19-16,3-1 20 0,4-2-6 0,-5 2-5 16,-2 0 3-16,1 1 1 0,-1 0 0 0,-2-1-19 15,2-1 12-15,-2 1-10 0,-4 3-7 0,-1-1-2 16,5-3 2-16,-5 2-6 0,1-1-11 0,-1 2-7 16,-1 0-14-16,-1 1-12 0,-1-2-3 0,2 1-11 15,-5 0-4-15,2 0-7 0,-9 1-17 0,14-2-18 16,-8 2-34-16,-6 0-39 0,13-3-45 0,-9 1-152 15,-4 2-428-15,11-6 190 0</inkml:trace>
  <inkml:trace contextRef="#ctx0" brushRef="#br0" timeOffset="15198.99">12370 1684 146 0,'-2'-20'206'0,"1"3"-15"0,-2 0-4 15,2 2-2-15,0 3 5 0,-1 3-3 0,0 0-7 16,2 2-3-16,0 7-13 0,-4-11-18 0,4 11-17 16,0 0-15-16,-1-7-14 0,1 7-12 0,0 0-13 15,0 0-3-15,0 0-11 0,0 0-1 0,0 0-8 16,0 0 6-16,-3 37 3 0,3-19-16 0,1 0-7 16,-2 2 0-16,1 5-2 0,1-2-5 0,2 2-2 15,-3-5 26-15,0-1-2 0,4 1-5 0,-2-2-11 16,0 3 2-16,-1-2-26 0,0-1-44 0,2 0-43 15,0-3-43-15,-3 2-33 0,2 0-55 0,0-2-55 16,-2-2-149-16,0-13-444 0,0 20 197 0</inkml:trace>
  <inkml:trace contextRef="#ctx0" brushRef="#br0" timeOffset="15433.28">12594 1603 219 0,'0'0'209'0,"4"-11"-24"0,-4 11-23 16,0 0-12-16,0 0-3 0,0 0 0 0,0 0-13 15,0 0 2-15,9 31-1 0,-9-20-6 0,0 6-3 16,2 0-12-16,-4 0-13 0,2 3-5 0,2-2-11 16,-2 1-7-16,1 6-7 0,-1-5-11 0,0-1-2 15,0-1-2-15,0 0-9 0,0 0-7 0,3-4-36 16,-3-3-38-16,0-11-37 0,0 25-50 0,2-14-53 15,-2-2-208-15,0-9-414 0,-2 19 184 0</inkml:trace>
  <inkml:trace contextRef="#ctx0" brushRef="#br0" timeOffset="15652.9">12740 1700 113 0,'0'0'211'0,"0"0"-15"0,0 0-24 0,0 0-8 16,0 0 0-16,0 0-1 0,0 0-17 0,-26 17 0 16,21-8-14-16,-3 1-5 0,2 0-14 0,-1-1-9 15,1 2-7-15,0 0-12 0,0 1-8 0,4-1-16 16,0-1 5-16,-1 3-9 0,3-13-5 0,3 21-16 16,-1-10-30-16,5-1-29 0,0-1-40 0,1 0-33 15,7-1-54-15,2 0-50 0,-1-1-126 0,-5-3-354 16,10-1 157-16</inkml:trace>
  <inkml:trace contextRef="#ctx0" brushRef="#br0" timeOffset="15999.24">13021 1910 11 0,'9'-5'146'15,"0"1"-4"-15,2-1-2 0,-2 0-3 0,0-1 2 16,1 2-1-16,-2-3-3 0,-1 2 0 0,-7 5-5 15,10-9 8-15,-2 1-3 0,-8 8 3 0,6-13-6 16,-5 6-14-16,-1-4-12 0,0 11-6 0,-1-23-12 16,-3 12-4-16,0-1 0 0,0-3-4 0,-2 4-3 15,2-4 1-15,2 1-9 0,-1 3-7 0,1-1-21 16,0-2 9-16,2 2 0 0,2 0-16 0,1 0-2 16,3 3-4-16,0 0-4 0,4 3-3 0,-1-1-3 15,2 2-4-15,1 5-2 0,1-1-4 16,1 6 5-16,-4-1-4 0,4 1-5 0,2 8 0 0,-3-1 0 15,-1 4 1-15,-1 0 1 0,-3 1-3 0,2 1 1 16,-1 5 3-16,-5-4-3 0,0-3-1 0,1 2-9 16,2 0 9-16,-2-4 2 0,1 3-13 0,0-7 6 15,1 1-17-15,3 2-25 0,-2-3-27 16,7-1-50-16,-2 0-55 0,-1-5-77 0,0 2-155 16,6-4-442-16,0-1 195 0</inkml:trace>
  <inkml:trace contextRef="#ctx0" brushRef="#br0" timeOffset="18350">12167 3463 28 0,'4'-11'174'0,"1"6"-3"15,0-1-16-15,4 0-8 0,-2 1-9 0,3-2-11 16,-2 3-14-16,1-1-10 0,-3 1-16 0,0 1-7 16,-6 3-7-16,13-2-7 0,-13 2-9 0,10 1-5 15,-3 3-5-15,-3 1-5 0,3 0 1 0,-2 3-6 16,-1 1 3-16,1 0-3 0,-5 1 4 0,0 0-3 15,0 2 0-15,0-2-3 0,-5 0-3 0,1 1-10 16,2-3 2-16,-2 0 1 0,0 0-5 0,4 0-3 16,0-8-2-16,-4 12-2 0,4-8 6 0,0-4-11 15,-2 13-3-15,2-13 7 0,2 9-14 0,5-5 2 16,-4 1-6-16,3-1 3 0,1 4 0 0,-1-5-5 16,2 1 12-16,0 2-8 0,-1 0-2 0,0 2 1 15,2-5 2-15,-5 4 1 0,1-2-2 0,1 2 5 16,-1-1-7-16,-1 0 7 0,-2-1-4 0,-1 2 5 15,-1-7 0-15,0 16-2 0,-3-6 1 0,-1-2-1 16,-3 1-4-16,-3-1 1 0,-2 1-11 0,1-3-11 16,-5 4-14-16,1-3-25 0,2-3-38 15,2 2-42-15,-1-4-147 0,-2 0-315 0,1-3 141 0</inkml:trace>
  <inkml:trace contextRef="#ctx0" brushRef="#br0" timeOffset="18524.99">12442 3601 86 0,'10'-3'234'15,"-10"3"-14"-15,0 0-20 0,10 0-24 16,-10 0-18-16,0 0-13 0,0 0-16 0,0 0-17 16,0 0-10-16,4-5-23 0,-4 5-34 0,0 0-46 0,0 0-34 15,0 0-46-15,0 0-41 0,7 12-120 16,-7-12-261-16,0 0 116 0</inkml:trace>
  <inkml:trace contextRef="#ctx0" brushRef="#br0" timeOffset="18899.99">12632 3441 84 0,'4'-6'203'16,"-1"1"-18"-16,-3 5-18 0,9-7-15 0,-4 4-12 15,1-1-14-15,-6 4 2 0,13-2-19 0,-5-1-13 16,-8 3-11-16,13 2-9 0,-5-1-6 0,0 0-5 16,-8-1-6-16,11 5-8 0,-5-2-4 0,-1 2-7 15,0 0 0-15,-3 1-1 0,0 1-5 0,-2 4-1 16,0-2-6-16,-4 0-1 0,1 1-5 0,1 0 1 16,-3-1 5-16,1 1-10 0,0-5-11 0,2 4-11 15,-1-3-3-15,3 1 0 0,0-7 0 0,-2 12-6 16,2-12 0-16,2 13 3 0,-1-7-4 0,5-1 1 15,-2 1 2-15,3 2-3 0,2-4 22 0,-7 1-17 16,7 1-3-16,-5-2 6 0,3 3-3 0,-2-1 3 16,-2-2-2-16,3 1 1 0,-4 1 0 0,1 0-2 15,-1 0 3-15,-2-6 3 0,0 11 1 0,0-11 0 16,-5 12 1-16,5-12 4 0,-11 14-3 0,2-8-3 16,0 2-13-16,0-2-12 0,-2 0-18 0,0-2-29 15,2 0-37-15,1 2-49 0,-4-3-90 0,3 0-273 16,9-3 121-16</inkml:trace>
  <inkml:trace contextRef="#ctx0" brushRef="#br0" timeOffset="19133.15">12956 3432 244 0,'0'-5'279'0,"2"-1"-20"16,-2 6-22-16,4-6-28 0,-4 6-22 0,0 0-22 0,5-5-16 15,-5 5-14-15,0 0-6 0,0 0-3 0,0 0-3 16,4 22-12-16,-4-11-11 0,2 6-8 0,-2 2-5 16,0 0-5-16,1-2-9 0,-1 2-2 15,2 0-10-15,-2-1-10 0,0 2-21 0,0-3-40 16,0 0-38-16,2 0-55 0,-4-6-53 0,4 2-52 16,-2-2-205-16,-2-3-447 0,2-8 198 0</inkml:trace>
  <inkml:trace contextRef="#ctx0" brushRef="#br0" timeOffset="19354.81">13101 3474 10 0,'0'-8'268'0,"0"8"-12"0,-4-11-21 0,2 5-22 16,2 6-19-16,-7-9-17 0,7 9-18 0,-8-5-14 15,8 5-12-15,-12 0-17 0,12 0-7 0,-13 7-5 16,8-3-15-16,-1 3-10 0,-2 2-4 0,4-1-12 15,-3 1-4-15,3 0-5 0,2 1-8 0,0 1-6 16,4-3-1-16,-2 3-1 0,4-3-4 0,-2 2-2 16,3-3-5-16,-1 4-26 0,3-4-39 15,2 0-39-15,2 0-72 0,0-3-66 0,3 0-171 0,-5-1-419 16,5-1 186-16</inkml:trace>
  <inkml:trace contextRef="#ctx0" brushRef="#br0" timeOffset="19733.87">13252 3659 43 0,'12'-2'198'0,"-1"0"-6"0,0-2-2 16,2 0-8-16,-2 3-3 0,1-3-12 16,-1-1-9-16,-2 1-9 0,1-1-6 0,3 0-6 15,-7-1 0-15,3 0-3 0,-4 2 2 0,0-5-11 0,-1 3-9 16,-4-3-20-16,0 0 5 0,2-1-9 0,-4-1 0 15,-2 0-4-15,1 0-6 0,-1 0-9 0,1 0-9 16,-2-6-6-16,1 1-6 0,0 0-4 16,6-1-9-16,-2 6 1 0,2-2-10 0,2 0-3 15,4 1-14-15,-2 0 8 0,3 4-2 0,0 0-3 16,1 1-3-16,5-3-2 0,3 7-4 0,-7 0 2 16,9 3-4-16,-4 3-10 0,0 0 7 0,-3 3 2 15,3 2-3-15,-7 1 1 0,2 3 0 0,-1-2-2 0,-2 3 1 16,-3-1-9-16,-1 1 13 0,-2-2-4 15,-2 3 4-15,0 2-2 0,2-2 1 0,0-3 2 16,-4 2-6-16,2-1 4 0,-2-1-5 0,2-2-10 16,-4 1-14-16,6 0-30 0,0-1-31 0,0-2-41 15,-2-7-44-15,16 12-58 0,-5-8-239 0,8-3-506 16,8 1 224-16</inkml:trace>
  <inkml:trace contextRef="#ctx0" brushRef="#br0" timeOffset="20715.36">15483 3737 86 0,'0'0'173'0,"0"0"1"0,-1-9-4 0,1 9-4 16,0 0-2-16,3-7-2 0,-3 7-7 0,0 0-5 15,0 0-9-15,0 0-10 0,0 0-4 0,0 0-7 16,0 0-6-16,0 0-14 0,0 0-7 0,0 0-4 16,-2-10-5-16,2 10-3 0,0 0-2 15,0 0 5-15,0 0-12 0,0 0 4 0,0 0-4 16,0 0-3-16,0 0-5 0,0 0 0 0,0 0-7 0,0 0-4 16,0 0-2-16,0 0-5 0,0 0-8 0,0 0-5 15,0 0-2-15,0 0-8 0,0 0-4 0,0 0 2 16,0 0-9-16,0 0 7 0,0 0-10 15,0 0-1-15,0 0 2 0,0 0-2 0,0 0-1 16,0 0-9-16,0 0 4 0,0 0-2 0,0 0 1 16,0 0-2-16,4 24 0 0,-2-10 4 0,-2 3 1 0,2 8-3 15,2 1 3-15,0 3-1 0,-2 0 3 0,1 4-3 16,-2 1 1-16,3 1 0 0,-1-1 6 0,-2 1-4 16,3 1-1-16,-2-1-3 0,0 0-2 15,0 11 14-15,1-12 0 0,1 0 11 0,-2 2-7 16,1-3-2-16,2 3-2 0,-2-3 6 0,1 1-4 15,-1-2-2-15,0-2 1 0,-1-2-1 0,1 1 2 0,0-1 1 16,-1-3-1-16,-1-5 6 0,0-3-6 16,3 2 7-16,-3-3-2 0,1 0-4 0,-1 0 2 15,-2-5-4-15,2 1 3 0,0-1-3 0,0 2-5 16,-2-2 7-16,1-4-4 0,0-7-5 0,0 13 8 16,-1-6-9-16,1-7 0 0,1 10 4 0,-1-10-5 15,0 8 1-15,0-8-3 0,0 0 7 0,-1 10-1 0,1-10 0 16,0 0 1-16,0 0-3 0,0 0-4 15,0 0 3-15,0 0 0 0,0 0-3 0,0 0-3 16,0 7-20-16,0-7-13 0,0 0-23 0,0 0-40 16,0 0-44-16,0 0-50 0,0 0-59 0,0 0-56 15,0 0-205-15,0 0-552 0,0 0 245 0</inkml:trace>
  <inkml:trace contextRef="#ctx0" brushRef="#br0" timeOffset="24634.18">15535 4908 41 0,'0'0'116'0,"0"0"-4"0,0 0-5 0,-3-7-4 16,3 7-5-16,0 0-2 0,0 0-5 0,0 0-12 16,0 0-6-16,0 0-2 0,0 0-10 0,0 0-3 15,0 0-4-15,0 0-13 0,0 0 1 0,0 0-3 16,0 0-9-16,0 0 1 0,0 0-9 15,0 0-5-15,0 0-15 0,0 0-10 0,0 0 0 0,0 0-3 16,11-8 0-16,-11 8-3 0,7-4-8 0,-7 4 3 16,6-2-3-16,-6 2 6 0,0 0 3 0,7-4 0 15,-7 4 12-15,0 0-12 0,0 0 13 0,7-1 3 16,-7 1-1-16,0 0 7 0,0 0 0 0,0 0-8 16,0 0-1-16,3-8 3 0,-3 8 15 15,0 0-15-15,0 0-3 0,0 0-2 0,0 0 5 0,0 0-12 16,0 0 9-16,-8-13-5 0,8 13 7 0,0 0-2 15,-5-6 8-15,5 6-14 0,0 0 20 0,0 0-11 16,0 0 0-16,0 0-5 0,0 0-10 16,-2-6 10-16,2 6 8 0,0 0-2 0,0 0-3 15,0 0-4-15,0 0-15 0,0 0-1 0,-3-10-9 16,3 10 7-16,0 0-2 0,0 0-4 0,0 0-1 16,0 0-8-16,3-12 7 0,-3 12-13 0,3-4 3 0,-3 4 3 15,6-6-12-15,-6 6 5 0,8-8-9 0,-8 8 4 16,7-4 2-16,-7 4-5 0,8-4 11 15,-8 4 4-15,6-5 5 0,-6 5 0 0,6-4 6 16,-6 4 4-16,0 0 3 0,7-3 12 0,-7 3 11 16,0 0 6-16,0 0 21 0,0 0-10 0,0 0 15 0,0 0 6 15,0 0 10-15,0 0-3 0,0 0 15 0,0 0-9 16,0 0 6-16,0 0 6 0,0 0-4 16,2-6 7-16,-2 6-5 0,0 0 0 0,0 0-3 15,0 0-2-15,0 0-4 0,0 0-4 0,0 0-1 16,0 0-8-16,0 0 9 0,0 0-8 0,0 0-3 0,0 0-3 15,0 0-4-15,0 0-1 0,0 0-3 0,0 0-6 16,0 0-5-16,0 0 2 0,0 0-5 0,13 6 3 16,-1-6-9-16,4 0 7 0,2 2-2 15,4 0 1-15,-2 1 2 0,2-1-2 0,1 0-2 16,-2-1-2-16,-2-1 4 0,0 2-9 0,-5 0-2 16,-4-1 0-16,-1 0-1 0,0-1-1 0,-3 1 0 0,-6-1 0 15,14 3 2-15,-10-1-3 0,-4-2 2 0,7 5-5 16,-7-5 2-16,2 6 2 0,-2-6 2 15,0 0 5-15,-11 17 1 0,2-11 4 0,-5 4 2 16,-2 2 6-16,0-1-2 0,-3 0-2 0,-4 3-4 16,6-3 0-16,-2 1 2 0,2-1-3 0,-1 0 1 0,2-2-7 15,0 3 3-15,2-1-3 0,-1-1 0 0,3 2-1 16,1-4-2-16,3-1-1 0,1 2-1 0,3-3 2 16,-1 0-5-16,2-1-2 0,2 1 2 15,1-6 4-15,-3 13-5 0,3-13-3 0,8 9 8 16,-3-3-2-16,0-1 0 0,4 0-1 0,1-1 1 15,-1 2-4-15,0-2 3 0,3 1 2 0,-3-2 1 0,0 0-4 16,1 1-7-16,-4-1 7 0,2 1 0 16,-2-1 0-16,1 1 3 0,-1-2-6 0,-1 2 1 15,-5-4 2-15,8 7-6 0,-4-3 4 0,-3 0-3 16,-1-4 4-16,8 10-1 0,-8-4 0 0,0 3 3 16,-2-1-1-16,-1 2 4 0,-1-1-4 0,-1 4 2 0,-2-3-1 15,-3 4-1-15,4 1 1 0,-3 1 0 16,1-2-1-16,-1 1-1 0,1-2 2 0,3 0-4 15,1-1 5-15,-1 1-4 0,1 4 2 0,1-5 0 16,3 1 1-16,2-2-2 0,1 1 0 0,-1-1 0 16,3 1 0-16,0 0 5 0,3-2-6 0,2-3-6 15,-2 2 0-15,1-2-3 0,0 0-1 0,0 2-4 0,1-1-4 16,-3 0 1-16,1-5 2 0,0 5 2 16,-1 0-1-16,-4-3 5 0,1 2 3 0,-1-2-3 15,-3 2 2-15,0 2 4 0,-3 0 2 0,1 0 6 16,-2 2 0-16,-1 0 2 0,-3-2 2 0,0 6-4 15,-1-3 6-15,-1 2-1 0,-1-2-4 0,2 2 2 16,2-4-1-16,0 1-3 0,-1 0-2 0,4-1 2 0,0 1 0 16,0 1 0-16,2 0-2 0,1-2 3 15,1 0 0-15,0 3-2 0,2-4-2 0,1 2-1 16,-1-2 0-16,2 3-8 0,0-4-1 0,4 3 3 16,-5-1-5-16,3-2 7 0,-3 0-3 0,1-1 2 15,0 1 6-15,0 1-7 0,0-1 0 0,0 2 1 0,-3 0 2 16,0-1 0-16,-1-2-2 0,0 3 5 15,0 2-2-15,-2-1 1 0,-1 1 4 0,-3-1 10 16,2 2-3-16,-3 2 5 0,1 1 1 0,1-5-2 16,0 0 3-16,-4 2-9 0,4-3 3 0,3 0-2 15,0 1-1-15,-1-2 2 0,2 1 0 0,0-1-4 16,1 1 0-16,1 0 1 0,0-1 1 0,3 0-3 16,-1 0-3-16,2 1 4 0,0-2 3 0,1-2-3 15,1 2 1-15,0 0-2 0,0-3-2 0,-1 2 0 16,-1-2 1-16,2 0-1 0,-2-1-3 0,-3 2 4 15,4-2 0-15,-3 1 2 0,-3-5-2 0,8 9-4 16,-8-6 5-16,0-3-6 0,6 9 2 0,-4-5 0 0,-2-4 2 16,1 9-2-16,-1-9 0 0,1 9 2 15,-1-9-9-15,0 10-11 0,0-10-10 0,-1 10-17 16,1-10-28-16,0 0-28 0,-3 15-35 0,2-11-25 16,-2 3-155-16,3-7-341 0,-8 12 151 0</inkml:trace>
  <inkml:trace contextRef="#ctx0" brushRef="#br0" timeOffset="24884.13">15699 6402 8 0,'0'0'275'15,"0"0"-12"-15,-5-5-18 0,5 5-31 0,0 0-16 16,0 0-26-16,0 0-21 0,0 0-12 0,0 0-17 15,0 0-9-15,0 0-6 0,0 26 4 0,3-11-16 16,-1 4-4-16,2-1-9 0,0 4-8 0,-1-1-7 16,1-1-4-16,-1 3-8 0,4-3-3 0,-2 4-10 15,-1-6-11-15,1 0-25 0,-1-2-29 0,0 1-28 16,-1-2-36-16,0 1-33 0,-1-3-17 0,0-2-35 16,-2 1-20-16,0-12-141 0,-5 18-360 0,5-18 160 15</inkml:trace>
  <inkml:trace contextRef="#ctx0" brushRef="#br0" timeOffset="25084.96">15398 6782 181 0,'0'0'196'15,"-9"-1"-10"-15,9 1-22 0,0 0-13 0,0 0-10 16,0 0-4-16,0 0-7 0,28-11-5 0,-10 5-6 15,1-1-14-15,10 1-13 0,3-3-9 0,1 2-7 16,5 0-11-16,0-2-23 0,2 0-40 0,-2 1-60 16,2-1-61-16,-3 2-58 0,-8 0-97 0,2 4-297 15,-11 1 133-15</inkml:trace>
  <inkml:trace contextRef="#ctx0" brushRef="#br0" timeOffset="25256.85">15655 6850 2 0,'-7'4'294'0,"7"-4"-6"0,-11 3-20 16,11-3-7-16,0 0-15 0,-12 4-18 0,12-4-29 15,0 0-20-15,0 0-18 0,0 0-14 0,0 0-20 16,46-5-33-16,-25 0-43 0,-1 2-56 16,2 1-66-16,-2-1-71 0,0 0-62 0,-5 3-151 0,-15 0-382 15,22 2 169-15</inkml:trace>
  <inkml:trace contextRef="#ctx0" brushRef="#br0" timeOffset="25399.13">15623 7012 173 0,'0'0'253'0,"-10"4"-15"0,10-4-2 0,-6 5-13 16,6-5-20-16,0 0-24 0,0 0-20 0,0 0-23 0,31-12-28 16,-4-1-20-16,4-2-32 0,3-3-50 0,1 1-65 15,8-7-85-15,-11 7-166 0,1-2-334 16,-3 0 148-16</inkml:trace>
  <inkml:trace contextRef="#ctx0" brushRef="#br0" timeOffset="26332.33">16134 5250 233 0,'-3'-10'271'0,"0"2"-14"0,0 0-3 0,-2 2-5 16,5 6-12-16,-4-10-9 0,4 10-13 0,-1-7-9 16,1 7-18-16,0 0-18 0,-3-8-16 0,3 8-18 15,0 0-16-15,0 0-20 0,0 0-10 0,0 0-5 16,0 0-1-16,0 0-7 0,0 0-1 0,4 34-10 16,-3-16 2-16,-1 7 0 0,2 1-2 0,-1 5-2 15,0-7-8-15,3 6-3 0,-3-6-9 0,1 2 3 16,-1-2 2-16,3 1-9 0,-3-6-8 0,2-2-27 15,-2 0-32-15,-1-1-36 0,1-4-52 0,-1 1-55 16,3-1-58-16,-1 0-50 0,-3-1-257 0,1-3-579 16,-1-1 256-16</inkml:trace>
  <inkml:trace contextRef="#ctx0" brushRef="#br0" timeOffset="26508.38">16281 5400 231 0,'0'0'326'0,"1"-8"-8"16,-1 8-15-16,3-6-22 0,-3 6-26 0,0 0-23 16,0 0-26-16,2-7-21 0,-2 7-22 0,0 0-18 15,0 0-8-15,0 0-21 0,0 0-27 0,0 0-31 16,0 0-35-16,7-3-41 0,-7 3-49 0,0 0-50 16,0 0-48-16,0 0-32 0,8 13-42 0,-6-7-139 15,-2-6-409-15,10 4 182 0</inkml:trace>
  <inkml:trace contextRef="#ctx0" brushRef="#br0" timeOffset="26799.08">16519 5275 2269 0,'2'-7'183'0,"1"-1"-100"0,-2 2-23 0,-1 6 5 16,0-9 22-16,0 9 9 0,0 0 0 0,-1-12-4 16,1 12-10-16,0 0-4 0,-4-6-3 0,4 6-5 15,0 0 0-15,0 0-15 0,0 0-7 0,0 0 4 16,0 0-13-16,0 0-1 0,-12 20 4 0,12-10-11 15,-1 2 1-15,2-2-5 0,1 3-2 0,0 4-1 0,5 1 0 16,0 0-7-16,2-2-2 0,-2 2 6 16,3-2 5-16,1-1-15 0,1-1-1 0,-1 0 7 15,-2-1-7-15,0-1 2 0,-1-3 1 0,1 1-10 16,-3 0 5-16,1 0-3 0,-2-2 2 0,-1 1-5 16,-3-1-17-16,0-1-24 0,-2 1-12 0,-3 1-14 15,-2 0-23-15,-2-1-24 0,-5-1-25 0,2-1-32 16,-6 0-26-16,-1-2-28 0,0-2-29 0,6-2-194 15,-6-2-483-15,5-3 213 0</inkml:trace>
  <inkml:trace contextRef="#ctx0" brushRef="#br0" timeOffset="26934.14">16506 5246 42 0,'15'-9'135'0,"6"-1"-8"16,-1 1-16-16,7-1-8 0,1 3-14 0,-1-3-18 15,1 2-41-15,0 3-25 0,0-1-39 0,0 0-80 16,-7 1-122-16,-2 1 54 0</inkml:trace>
  <inkml:trace contextRef="#ctx0" brushRef="#br0" timeOffset="27134.02">16942 5134 202 0,'5'-6'269'0,"-5"6"0"0,0 0-4 15,0 0-10-15,0 0-11 0,0 0-14 16,0 0-24-16,0 0-21 0,0 0-23 0,0 0-14 15,0 0-22-15,0 0-10 0,0 0-3 0,6 13 2 16,-6-4 3-16,0 4-5 0,-1 2 0 0,0 3-8 16,1 0-10-16,-3 1-11 0,3 5-1 0,-1 1-4 15,-2 3-13-15,3-2-3 0,-1-7-5 0,0-1-14 16,1-2-11-16,0-3-19 0,0-1-54 0,0 1-46 16,2-1-60-16,-2-1-65 0,3-2-55 0,-2-2-272 15,0-3-582-15,-1-4 258 0</inkml:trace>
  <inkml:trace contextRef="#ctx0" brushRef="#br0" timeOffset="27371.16">17144 5227 140 0,'0'0'292'0,"3"-7"-23"0,-3 7-10 0,0 0-25 15,3-5-21-15,-3 5-13 0,0 0-8 0,0 0-6 16,-27 12-12-16,13-2-5 0,0 2-6 0,0-1-13 15,-1 2-11-15,1 1-13 0,1 1 0 0,3 0-27 16,-1-1-9-16,4-4-17 0,-1 4 4 0,3-2-13 16,2-1-5-16,6-1-6 0,-3 1-6 0,4-1-25 0,4-4-28 15,0 0-41-15,8 1-47 0,2-1-52 16,1-6-51-16,4 0-57 0,5-2-225 0,-6-1-519 16,7 2 230-16</inkml:trace>
  <inkml:trace contextRef="#ctx0" brushRef="#br0" timeOffset="27700.93">17425 5441 14 0,'5'-2'214'0,"-5"2"-6"0,12-2-3 0,-5 1-9 15,-1-1-13-15,-6 2-2 0,13-5-7 0,-5 1 1 16,2 2-2-16,-3-2-8 0,0-2-5 0,-3 1-14 16,2-4 6-16,1-1-9 0,-3 0-9 0,-1 0-9 15,0-2 3-15,-2 0-6 0,-1-2-7 0,2 0-13 16,-2-1-3-16,-2 1-15 0,2 2 0 0,-2-7-15 15,3 4 1-15,-1-2 8 0,1 2-8 0,1 4-17 16,3-6-5-16,0 7-2 0,1-1-2 0,1 0-6 16,-1 2-7-16,3 2 0 0,0 0 0 0,1 1-6 15,-1 4-8-15,0 1 3 0,0 1-6 0,1 1-3 16,0 3-3-16,-5 0 1 0,4 3-4 0,-1-2 7 16,-3 5-4-16,2-2-2 0,-5 3-4 0,2-1 6 15,0 1 3-15,-3-1-4 0,2 2-3 0,-2-2-2 16,2 1 1-16,0-2-1 0,0 1-4 0,1-1 9 15,1 0-9-15,1-2 22 0,5-1-32 0,1 0-38 16,5-2-55-16,1-1-72 0,5-3-82 0,4-6-81 16,0 0-218-16,-1 0-604 0,2 0 268 0</inkml:trace>
  <inkml:trace contextRef="#ctx0" brushRef="#br0" timeOffset="27820.15">18039 5146 169 0,'0'0'209'0,"0"-7"-58"16,0 7-70-16,0-10-86 0,0 10-97 0,-1-11-109 16,1 11 50-16</inkml:trace>
  <inkml:trace contextRef="#ctx0" brushRef="#br0" timeOffset="29184.22">15334 2430 107 0,'0'0'194'0,"0"0"-10"16,0 0-8-16,0 0-4 0,0 0-12 0,0 0-6 0,0 0-11 16,0 0-7-16,0 0-8 0,0 0-11 15,0 0-12-15,0 0-11 0,0 0-6 0,0 0-11 16,0 0-8-16,0 0-7 0,0 0-9 0,0 0-1 15,0 0-9-15,-26 2-2 0,26-2 0 0,0 0-15 16,-5 7 1-16,5-7-1 0,-4 7-4 0,4-7-7 16,0 0 5-16,-1 5-4 0,1-5-2 0,0 0 0 15,0 0-1-15,0 0-2 0,0 0-1 0,0 0-2 16,0 0 1-16,0 0 0 0,7 11-1 0,-7-11 0 16,6 1 3-16,-6-1-3 0,10 0 1 0,-10 0 2 15,13-3-2-15,-13 3-1 0,12-3 1 0,-9 1-2 16,-3 2 0-16,9-6-2 0,-5 3 7 0,-4 3 7 15,4-7 7-15,-4 7 1 0,6-6-1 0,-6 6-3 16,0 0-5-16,0-8-2 0,0 8 0 0,0 0 3 16,-6-10-6-16,6 10 0 0,-8-4-5 0,8 4 1 15,-14 0-2-15,14 0-1 0,-13 6 0 0,3-2 1 16,1 2-1-16,0 0-1 0,2 2-2 0,0-3 0 16,2 0-1-16,3 0-3 0,2-5 1 0,-6 10 0 15,5-6 1-15,1-4 3 0,-1 8-2 0,1-8 1 16,5 7-3-16,-5-7 7 0,13 3-3 0,-6-3 1 15,5-1-1-15,1-1 1 0,-2-1-2 0,2 3 0 16,0-4 1-16,-4-1-2 0,0 0 3 16,-2 3 1-16,0-2-3 0,-7 4-1 0,9-9 4 15,-5 5-4-15,-2-1 3 0,-2 5-1 0,-2-11 1 16,2 11-7-16,-4-9 4 0,0 4-2 0,-4 0-2 0,-3 1 3 16,4 1-5-16,1 1 0 0,6 2 1 0,-15-2-4 15,15 2 5-15,-14 2-10 0,7 0-7 16,-3 1-14-16,2 4-8 0,1-3-15 0,0 2-29 15,3 0-36-15,-3 2-34 0,3 0-42 0,3-1-198 16,-1-1-429-16,2-6 190 0</inkml:trace>
  <inkml:trace contextRef="#ctx0" brushRef="#br0" timeOffset="30572.77">15406 2394 20 0,'0'0'79'0,"0"0"-8"15,0 0 12-15,0 0-6 0,-6 4 11 0,6-4 8 16,0 0 11-16,0 0-10 0,0 0 8 0,0 0-4 16,0 0-1-16,0 0 3 0,0 0-5 0,0 0-2 15,-10-1 4-15,10 1 3 0,0 0-12 0,0 0-3 16,0 0 3-16,-11-5-3 0,11 5-6 0,0 0 1 16,-7-4-1-16,7 4 0 0,-6-7-5 0,6 7 0 15,-3-7-6-15,3 7-5 0,-2-12-7 0,-2 3-4 16,1 3 5-16,0-4-2 0,0 2-8 0,2-4-3 15,-2 1-1-15,2-7-5 0,-2 6-10 0,2-5 2 16,0 0-9-16,0-1 2 0,-1-2-5 0,4-5 0 16,-2-1-2-16,0 0-4 0,0-1-3 0,0-1-1 15,1 1-1-15,1-4-6 0,2 2 3 0,-1 1-3 16,-1-1 2-16,3-2-1 0,-1 1-3 0,-1 0-1 16,-1 0-1-16,1 2 2 0,2 1-4 0,-2 1 5 15,-1-2-5-15,1 9 3 0,3-5-4 0,-3-1 4 16,-2 6-1-16,1-7 0 0,0 7-3 0,-2-1 6 15,2 1 0-15,-2-6 1 0,-2 10 9 0,2-3-10 16,-2 1 37-16,0 2-2 0,2-2-7 0,-3 6-4 16,3 0 3-16,-2-2-4 0,-1 3 10 0,1-1-5 15,2 0-4-15,0 11-4 0,-3-19-6 0,3 19 1 16,-1-14 1-16,0 7 0 0,1 7-4 16,-2-12 1-16,2 5-5 0,0 7 2 0,-2-7 2 15,2 7-4-15,0-10 0 0,0 10-3 0,0 0 2 16,-2-9-2-16,2 9 1 0,0 0 7 0,0 0-6 15,0 0 4-15,0 0-6 0,0 0-1 0,0 0-6 16,0 0 1-16,0-12 3 0,0 12-11 0,0 0 10 16,0 0 5-16,0 0-6 0,0 0 8 0,0 0-6 15,0 0-3-15,0 0 11 0,0 0-15 0,0 0 17 16,0 0-2-16,0 0-1 0,0 0-5 0,0 0 0 16,0 0 0-16,0 0-1 0,0 0-2 0,0 0 1 15,0 0 1-15,0 0 1 0,0 0-9 0,0 0 11 16,0 0-4-16,0 0 3 0,0 0-4 0,0 0 1 15,0 0 8-15,0 0-4 0,0 0 3 0,0 0-2 16,0 0-3-16,0 0-6 0,0 0 6 0,0 0-6 16,0 0 4-16,0 0-1 0,0 0 4 0,0 0-6 15,0 0 3-15,0 0 4 0,0 0 8 0,0 0-6 16,0 0 3-16,0 0 3 0,0 0-3 0,0 0-6 16,0 0-5-16,0 0 4 0,0 0 4 0,0 0-13 15,0 0 7-15,0 0 1 0,0 0 0 0,0 0 0 16,0 0 0-16,0 0-4 0,0 0 1 0,0 0-5 15,0 0 7-15,0 0 1 0,0 0-8 0,0 0 4 16,0 0 4-16,0 0-9 0,0 0 3 0,0 0-5 16,0 0 7-16,0 0-5 0,0 0 3 15,0 0-5-15,0 0 5 0,0 0-2 0,0 0-3 0,0 0 11 16,0 0-13-16,0 0 7 0,0 0-3 0,0 0 8 16,0 0-10-16,0 0-3 0,0 0 2 0,0 0 3 15,0 0 2-15,0 0-1 0,0 0-4 0,0 0 3 16,0 0-1-16,0 0-5 0,0 0 5 0,0 0 4 15,18-3 1-15,-18 3-4 0,18 0 0 0,-6 0 9 16,1 0-6-16,-1 0-6 0,5 0 3 16,2 0 6-16,-2-2-15 0,3 2 10 0,7-2-4 15,1 1 2-15,3-4 1 0,-2 5-5 0,4-1-4 0,1-3 0 16,-2 3-6-16,-3-2-2 0,4 4 8 0,-3-4-11 16,0 3 8-16,0-2-4 0,3 1-4 15,0-2 12-15,3 0-4 0,-2-1 1 0,2-2-6 0,5 3 10 16,12-4 6-16,0 1-6 0,1 0 5 15,1 0-1-15,-1 0-12 0,0 1 10 0,-1 0-1 16,-15 1-4-16,-2-1 4 0,0 0-2 0,-3 1 1 16,-1 1 5-16,-3-2-9 0,-2 3 6 0,-6-1 3 15,-5 1 2-15,-3 1-2 0,-1 0 0 0,-1 0 1 16,-5-1 1-16,-6 2-3 0,17-1-1 0,-17 1 5 16,10-1-3-16,-10 1 1 0,0 0 1 0,0 0-2 15,14 0 0-15,-14 0 3 0,0 0-5 0,6-3-12 16,-6 3-14-16,0 0-7 0,0 0-10 0,0 0-20 15,0 0-26-15,16 7-32 0,-16-7-43 0,8 2-53 16,-8-2-243-16,12 7-505 0,-12-7 224 0</inkml:trace>
  <inkml:trace contextRef="#ctx0" brushRef="#br0" timeOffset="32382.99">16894 1191 73 0,'-1'-13'126'0,"1"13"3"15,0 0-14-15,0 0 11 0,-6-11-16 0,6 11-1 16,0 0-2-16,0 0-10 0,0 0-12 0,0 0 0 16,0-11-3-16,0 11-5 0,0 0-7 0,0 0 1 15,0 0-5-15,0 0 1 0,0 0-4 0,0 0 1 16,0 0 23-16,0 0-6 0,0 0-8 15,0 0-6-15,0 0-10 0,0 0-1 0,0 0-9 16,0 0-2-16,0 0-9 0,0 0-1 0,0 0-11 16,0 0 2-16,0 0-3 0,0 0 2 0,0 0-5 15,0 0 0-15,0 0 2 0,0 0-5 0,0 0 2 16,0 0-8-16,0 0 7 0,0 0-3 0,0 0 2 16,0 0-2-16,0 0 0 0,0 0-1 0,0 0-5 15,0 0 15-15,0 0 2 0,0 0 10 0,0 0 4 16,-3-5 3-16,3 5 10 0,0 0 5 0,0 0-3 15,0 0 3-15,0 0 2 0,0 0 0 0,0 0-8 16,0 0 2-16,0 0-16 0,5-15 2 0,-5 15-8 16,9-15 2-16,-1 6-6 0,0-2-5 0,2-2-4 15,-1 3-3-15,-2 1-1 0,0 1 4 0,3-1-4 16,-2 0-7-16,-1 3 3 0,1-3-2 0,0 5-2 16,-5 1-3-16,-3 3-12 0,11-6 12 0,-7 4-7 15,-4 2 3-15,12 0-1 0,-12 0 1 0,13 4 3 16,-4 2-4-16,4 2 3 0,-4 3-4 0,2 0 5 15,1 2 2-15,-1 1-7 0,2-1 8 0,-3-1-3 16,3 2 0-16,-1-2-4 0,-1-1 3 0,-2-2-2 16,5 2 4-16,-5-3-1 0,0-1-2 0,0-1 2 15,-3-1-2-15,-1-2 3 0,2 2 1 0,-2-2-10 16,-5-3 10-16,9 4 0 0,-9-4-2 0,6 2 3 16,-6-2-3-16,12-7 2 0,-3 3-8 0,-3-3 1 15,2 1 2-15,0-5 0 0,-2 3 1 0,5-5-8 16,1 0-2-16,1 0-3 0,-3-1 0 0,1 0 0 15,3 0-11-15,-2 1 12 0,2 1-8 0,-2 1 6 16,-2 4 2-16,0-2-2 0,-1 3 2 16,0-1-3-16,1 4 0 0,-1-1-3 0,1 1 2 15,-2 3 4-15,3 1 1 0,-2 2 0 0,0 0-6 0,1 3 7 16,1-1-4-16,-2 4 4 0,1 0-1 0,1 2 5 16,0 2-3-16,-2-4 2 0,-2 1 4 0,2 0 0 15,1 0-1-15,-2-3 0 0,5 4 5 16,-7-4-2-16,4-1-1 0,-1 1 2 0,2-2-1 15,-4-1-3-15,2-1 1 0,-9-3-2 0,16 4 2 16,-5-1 4-16,-11-3-7 0,17-4 3 0,-6 1-6 16,-2 0 2-16,2-2-1 0,0-1 2 0,-2-1-7 15,1-1 3-15,1-1-6 0,0-3-7 0,-2 2 15 16,5-1-5-16,-5 0-1 0,0 0-1 0,0 2 5 16,-2-1-5-16,1 5 8 0,-2-3-5 0,1 3 3 15,-5 3-2-15,-2 2-4 0,9-6 2 0,-9 6-4 16,5-2 0-16,-5 2 1 0,0 0 5 0,17 8-4 15,-13-6-4-15,1 4 13 0,1 2-4 0,0-2 4 16,-3 2 2-16,4-2-5 0,-2 1 4 0,1 1-3 16,-1-2 8-16,0-2-7 0,2 2 3 15,-2-1-2-15,3 0 4 0,-2-2-3 0,5 0 3 16,0-2-3-16,-1-2-1 0,4 0 4 0,-3-2-7 0,2 0 1 16,5-4-3-16,-5 2 4 0,4-2-4 0,-3 0-1 15,3-4 6-15,-1 1-4 0,0 3 4 0,0-3-1 16,-5 3 7-16,0-1-7 0,0 1 4 0,-1 0 0 15,-2-1-4-15,1 4 1 0,-4 1-2 0,0 0 2 16,-5 3-2-16,9-3-3 0,-9 3 9 0,9-1-9 16,-9 1 3-16,11 6 2 0,-5-2 3 0,-1-1 0 15,0 2-2-15,2 2 1 0,0 0 5 0,-2 0-6 16,0 0 4-16,0 2-6 0,2-3 4 16,-1 0-2-16,-1 2 5 0,1-3 1 0,1 0-5 0,-1 1 7 15,4-1-9-15,-1 0 9 0,0 1-1 0,5-4 0 16,-1 0-1-16,8 0-1 0,-5 1 3 0,6-3-10 15,0 2 13-15,7-2-5 0,6 1-1 0,3-1 1 16,16-3 1-16,0 3-3 0,7-1 0 16,-8-3 0-16,2 2 2 0,3-1-4 0,-2 0 6 15,1-3-5-15,2 5 2 0,-1-4-2 0,1 4 3 16,3-4-4-16,2 2 8 0,-4-1-4 0,7-2 1 16,-4 3-6-16,3-4 3 0,24 1-2 0,-27 1 1 0,0 1-1 15,2-1-1-15,24 0 0 0,-29 1 2 0,-1 2 0 16,1-3 0-16,2 1 1 0,-1-3 0 15,-7 4 0-15,-15-1 4 0,11 0-5 0,-10 3-2 16,-5-1-1-16,-1 0 6 0,-5 2 1 0,0-5-4 16,1 5 2-16,-10-3-2 0,2 3 1 0,1-1 2 15,-5-2-3-15,1 3 5 0,0 0-7 0,-1-1 4 16,0 0-3-16,-2 0 5 0,-3 0-4 0,-1 0 6 16,-2-2-9-16,2 3 8 0,-12 0-1 0,16 0 1 15,-7-1-2-15,-1 1-3 0,-8 0 3 0,13-1 4 16,-4 2-1-16,1-2 2 0,-1 3 2 0,-9-2-2 15,15 0 3-15,-5 0-4 0,-3 2 1 0,4-2 3 16,-2 1-4-16,-1-1 2 0,-8 0-6 0,15 1 4 16,-8 0 1-16,3 2-2 0,-4-2 0 15,-6-1-2-15,12 3-2 0,-12-3 1 0,9 4-11 0,-9-4-14 16,0 0-36-16,10 1-39 0,-10-1-28 0,0 0-47 16,0 0-42-16,10 4-146 0,-10-4-391 0,0 0 174 15</inkml:trace>
  <inkml:trace contextRef="#ctx0" brushRef="#br0" timeOffset="33238.53">19957 2598 16 0,'0'0'107'0,"-7"0"14"0,7 0-5 15,0 0 7-15,-11-3-7 0,11 3-3 0,0 0 0 16,-8-2-3-16,8 2-5 0,0 0-3 0,0 0-6 15,-10-1-9-15,10 1-7 0,0 0-8 0,0 0 2 16,-12 0-15-16,12 0-4 0,0 0-9 0,0 0 0 16,0 0-4-16,0 0-4 0,0 0 1 0,0 0 0 15,45 3 2-15,-9-3-1 0,23 0-1 0,6-4-5 16,32-8 0-16,0 7-3 0,1-4-3 0,-3 3-5 16,-6 0-1-16,-27 2 0 0,-2 2-2 0,0-2-3 15,-5 0-2-15,-1 0 3 0,-17 1-5 0,1-1 1 16,-2 2-1-16,-2-3 1 0,-4 4 1 0,-10-2-4 15,3 3 1-15,-3-1-4 0,-2-1 1 0,2 2-4 16,-9-1 0-16,2-1 1 0,-3 2-14 0,-2-1-9 16,-8 1-18-16,0 0-26 0,19 0-21 0,-19 0-36 15,0 0-33-15,14 0-31 0,-14 0-113 0,0 0-321 16,14-1 142-16</inkml:trace>
  <inkml:trace contextRef="#ctx0" brushRef="#br0" timeOffset="34067.1">21048 898 62 0,'0'0'88'15,"0"0"4"-15,0 0 8 0,0 0-4 0,0 0 4 16,0 0-7-16,0 0 0 0,0 0-18 0,0 0 9 15,0 0-16-15,0 0 0 0,0 0-3 0,0 0-10 16,0 0-3-16,0 0-14 0,0 0 2 0,0 0-7 16,0 0-1-16,-14 8 10 0,14-1-9 15,0 9 11-15,0 0-9 0,2 4 5 0,0 5 11 16,2 5 3-16,-2-1-1 0,2 3-3 0,4 16 5 0,-1-13 1 16,0 12 3-16,2 3 0 0,-1-5-5 0,0 8 3 15,-1-3-3-15,-1 5-4 0,2 4 2 0,-6-4 2 16,3 1-4-16,-3 2 3 0,-1-2-4 15,0-2 2-15,0 2-2 0,1-4-2 0,-1 3 5 16,-4-3-6-16,5 2-4 0,-4-5 3 0,1 5-2 16,0-2-1-16,3 0-1 0,1-2-5 0,-2-3-4 15,3 2 0-15,0-14-3 0,1 0-2 0,-1 1-1 16,-2-4 0-16,0 1 1 0,-2-2-5 0,5-4-2 16,-3-1 0-16,-3 0-6 0,0-8 3 0,0-2-2 15,-1 0 1-15,1-5-1 0,0 2-5 0,1-13 5 16,-7 19-1-16,7-19-3 0,-5 13-15 0,5-13-1 15,-4 10-16-15,4-10-27 0,0 0-28 0,-6 9-41 16,6-9-48-16,0 0-70 0,-9 2-207 0,9-2-479 16,0 0 213-16</inkml:trace>
  <inkml:trace contextRef="#ctx0" brushRef="#br0" timeOffset="34583.56">21010 2496 8 0,'-11'-2'128'0,"11"2"-27"0,0 0 3 0,-10-2-4 15,10 2-15-15,0 0 4 0,0 0-1 0,0 0 5 16,0 0 9-16,42 7-5 0,-11-5-3 0,6-1-9 16,21-2-4-16,3-6-6 0,4 5-10 0,2-1-4 15,25-4 1-15,-31 5-12 0,0 0-8 16,-1-5-3-16,-2 4-4 0,-3 0-1 0,-2-1-4 0,-14-1-4 16,-2 1 7-16,0 1-2 0,-1-2-3 0,-3 2-1 15,-2-2 3-15,-2 1 0 0,-7 1-7 0,-4-1 0 16,-4 3-1-16,0 1-4 0,-3-3 0 0,-4 2-6 15,2 0 0-15,-9 1 0 0,12-2-18 16,-12 2-15-16,0 0-41 0,0 0-40 0,0 0-43 16,0 0-149-16,0 0-317 0,0 0 142 0</inkml:trace>
  <inkml:trace contextRef="#ctx0" brushRef="#br0" timeOffset="34986">22178 2335 156 0,'0'0'223'16,"0"0"-22"-16,0 0-20 0,0 0-21 0,0 0-17 15,0 0-18-15,0 0-12 0,0 0-6 0,12 18 13 16,-7-6 5-16,-1 0-8 0,3 5-11 0,1 9 2 15,0-2-4-15,-4-3-8 0,4 2-7 0,-2 3-7 16,3-3-4-16,-4-4-8 0,2 4-8 0,-2-4-1 16,-1-3-8-16,1-1-7 0,-1-3-2 0,1-1-3 15,-1-3-4-15,-1 1-2 0,0-4-7 0,-2 0 6 16,2 1-1-16,-3-6 21 0,0 0 21 0,0 0 22 16,0 0 19-16,4 11 17 0,-4-11-11 0,0 0-27 15,0 0-4-15,0 0-9 0,16-24-5 16,-11 12-8-16,3-2-7 0,0-3-5 0,1-1-6 0,1-5-7 15,-1-1-8-15,0 0 1 0,1 1-12 16,-1-3-19-16,2 1-22 0,1 0-18 0,0 1-19 16,-4 7-26-16,-1 2-25 0,0 1-34 0,-3 5-63 0,2-1-72 15,-3 4-66-15,-3 6-173 0,7-9-555 0,-7 9 246 16</inkml:trace>
  <inkml:trace contextRef="#ctx0" brushRef="#br0" timeOffset="35250.01">22555 2666 44 0,'1'7'205'0,"-1"-7"2"15,1 16-16-15,2-10-8 0,-2 1 5 0,-1-7 10 16,4 12 7-16,0-6 1 0,-4-6 12 16,11 9-4-16,-2-6 0 0,7-3-11 0,1 0-7 0,4-2-16 15,8-4-3-15,-1-3-5 0,1 1-15 0,-9-1-7 16,3-2 3-16,-3 1 5 0,-2-2-8 0,2-5-3 15,-9 2-9-15,0-1-15 0,-3 0 1 16,0 0-12-16,-6 0-8 0,-2 0-6 0,-1 0-13 0,-8 0-10 16,-1 1-16-16,-3 3-14 0,-2 0-14 0,-4 7-22 15,-8-4-33-15,-4 7-49 0,0-1-53 16,-2 6-63-16,0 5-72 0,2 0-75 0,2 6-349 16,2-1-743-16,8-3 329 0</inkml:trace>
  <inkml:trace contextRef="#ctx0" brushRef="#br0" timeOffset="37716.25">16877 275 31 0,'0'0'177'0,"0"0"-8"0,0 0-20 15,0 0-13-15,0 0-13 0,0 0-7 0,0 0-15 16,0 0-6-16,0 0-10 0,0 0-12 0,0 0-7 16,0 0-6-16,0 0-11 0,0 0-4 0,0 0-8 15,0 0 0-15,0 0-2 0,42-41-9 0,-42 41-2 16,0 0-1-16,0 0-4 0,0 0-4 0,0 0 5 16,47 53-3-16,-47-53-3 0,6 35 1 0,-6-35 1 15,0 44-8-15,0-44 7 0,-11 41-1 0,11-41-3 16,-23 45 2-16,14-27-5 0,9-18 1 0,-23 27 2 15,23-27-2-15,-29 26 4 0,12-15 0 0,17-11-6 16,-31 15 1-16,31-15 1 0,-28 11 2 0,28-11-6 16,0 0 6-16,-34 6-5 0,34-6 2 0,0 0 1 15,0 0-3-15,0 0 2 0,0 0 6 0,0 0 0 16,0 0-3-16,0 0 0 0,0 0-1 0,-44-18-7 16,44 18 0-16,0 0 4 0,0 0-3 0,0 0-5 15,0 0 0-15,0 0 0 0,0 0-1 16,0 0 1-16,0 0-1 0,0 0 4 0,0 0-1 15,0 0-2-15,0 0 3 0,0 0-6 0,128 12 4 16,-128-12-22-16,33 13-14 0,-33-13-27 0,35 16-35 16,-35-16-37-16,37 13-149 0,-37-13-306 0,34 11 135 15</inkml:trace>
  <inkml:trace contextRef="#ctx0" brushRef="#br0" timeOffset="37881.01">17149 565 210 0,'0'0'240'0,"0"0"-23"0,0 0-20 15,0 0-26-15,0 0-20 0,0 0-31 0,0 0-27 16,0 0-40-16,0 0-41 0,0 0-40 0,0 0-29 16,0 0-19-16,0 0-22 0,0 0-104 0,0 0-217 15,0 0 97-15</inkml:trace>
  <inkml:trace contextRef="#ctx0" brushRef="#br0" timeOffset="38236.94">17311 338 104 0,'0'0'139'0,"0"0"-16"16,0 0-14-16,0 0-6 0,0 0-11 0,42-11-5 0,-42 11-12 15,0 0 0-15,0 0-2 0,0 0-9 0,35 31 1 16,-35-31 0-16,0 0-4 0,7 33-3 0,-7-33 6 16,0 0-2-16,0 0-5 0,-11 47 0 15,11-47-4-15,0 0-2 0,-17 28-3 0,17-28-3 16,0 0-4-16,-27 24-4 0,27-24 2 0,0 0-3 16,-20 12-2-16,20-12-2 0,0 0-1 0,0 0 2 15,0 0-5-15,0 0-5 0,0 0 2 0,0 0-1 16,-22 17-5-16,22-17-2 0,0 0-3 0,0 0-2 15,0 0 0-15,0 0-2 0,0 0-6 0,0 0-3 16,0 0-1-16,0 0-1 0,0 0-8 0,0 0-14 16,0 0-16-16,0 0-25 0,0 0-35 15,59 26-41-15,-59-26-40 0,34 6-95 0,-34-6-297 0,32 4 132 16</inkml:trace>
  <inkml:trace contextRef="#ctx0" brushRef="#br0" timeOffset="38466.37">17567 367 126 0,'0'0'228'0,"0"0"-23"16,0 0-18-16,0 0-22 0,0 0-18 0,0 0-17 16,0 0-15-16,0 0-12 0,0 0-10 0,0 0 5 15,0 0-8-15,0 0-9 0,0 0 0 0,0 0-5 16,0 0-5-16,11 95-6 0,-11-95-6 15,7 37-1-15,-7-37-16 0,6 39 4 0,-6-39-19 16,5 39-28-16,-5-39-35 0,4 35-55 0,-4-35-43 16,0 0-53-16,6 33-121 0,-6-33-332 0,0 0 147 15</inkml:trace>
  <inkml:trace contextRef="#ctx0" brushRef="#br0" timeOffset="38700.58">17780 349 50 0,'0'0'168'0,"0"0"-10"16,0 0 0-16,-75 48-7 0,62-35-8 0,13-13-10 16,-21 23-16-16,21-23-6 0,0 0-16 0,-20 29-6 15,20-29-12-15,0 0-5 0,-9 28-11 0,9-28 0 0,0 0-8 16,0 0-4-16,0 0-11 0,0 0-12 15,19 44-38-15,-19-44-17 0,0 0-33 0,35 15-34 16,-35-15-40-16,29 9-111 0,-29-9-265 0,0 0 118 16</inkml:trace>
  <inkml:trace contextRef="#ctx0" brushRef="#br0" timeOffset="39066.04">17899 601 126 0,'0'0'128'0,"0"0"-6"16,36-18 3-16,-36 18-15 0,0 0 12 15,27-19 0-15,-27 19-1 0,0 0-7 0,17-21-8 16,-17 21 0-16,0 0-7 0,0 0-3 0,11-32-5 16,-11 32-7-16,0 0-8 0,0 0 0 0,-3-41-6 15,3 41-8-15,0 0-5 0,0 0-4 0,-11-49-6 16,11 49-2-16,0 0-5 0,-3-31-8 0,3 31-3 15,0 0-4-15,10-29-6 0,-10 29 0 0,0 0-4 16,27-19-4-16,-27 19 0 0,0 0 0 0,38-11-5 16,-38 11 1-16,0 0-3 0,53 8 1 0,-53-8-1 15,0 0 1-15,39 26-1 0,-39-26 3 0,21 25-4 16,-21-25 0-16,13 27 5 0,-13-27 1 16,7 25 2-16,-7-25 1 0,0 0-3 0,11 33 0 15,-11-33-1-15,0 0 5 0,3 33-6 0,-3-33 3 16,0 0-3-16,11 23 1 0,-11-23 1 0,0 0-8 15,30 18-27-15,-30-18-43 0,40 12-46 0,-40-12-48 16,61 0-44-16,-30 1-120 0,-31-1-353 0,59-4 156 16</inkml:trace>
  <inkml:trace contextRef="#ctx0" brushRef="#br0" timeOffset="43791.3">8114 4673 46 0,'0'0'156'0,"-13"-2"-4"16,13 2 6-16,0 0 4 0,0 0 4 0,-7-2 1 15,7 2-1-15,0 0 1 0,0 0-10 0,0 0-10 16,0 0-10-16,0 0-12 0,0 0-12 0,0 0-12 15,0 0-11-15,0 0-13 0,0 0-11 0,-7-3-9 16,7 3-4-16,0 0-8 0,0 0-5 16,0 0-4-16,14 19 7 0,-8-6-10 0,7 3 7 0,0 4-6 15,3 5 5-15,0-1-12 0,-1 1 3 0,0 1-3 16,3-1 0-16,-5-1 0 0,2 1-6 0,-4-9-3 16,-6 2-1-16,5-1 0 0,-1-2 0 15,0-1-2-15,-3 0 1 0,-1-4-4 0,2-1 0 0,-4-2-4 16,1-2 0-16,-1-1 8 0,1 1-7 15,-4-5 1-15,4 8-2 0,-4-8 2 0,2 3 4 0,-2-3-2 16,0 0-1-16,0 0 6 0,0 0-6 0,14-15-4 16,-9 5 1-16,3-6-3 0,-2-1-3 0,3-2 1 15,-4-6 1-15,7-1-2 0,-4 2 2 16,-2-3-6-16,-2 0-3 0,2 1 1 0,-3 1 1 0,2-1-7 16,-2 6-2-16,2-3-8 0,1 5-14 15,-2 2 0-15,-4 8-15 0,2-2-28 0,-2 10-30 0,2-12-41 16,-2 12-43-16,3-7-14 0,-3 7-4 0,0 0-144 15,0 0-382-15,0 0 169 0</inkml:trace>
  <inkml:trace contextRef="#ctx0" brushRef="#br0" timeOffset="44115.69">8534 4931 33 0,'8'-3'157'0,"-1"0"-11"0,1 1-12 16,-8 2-10-16,10-2-23 0,-10 2-11 0,9-1-3 16,-9 1-12-16,0 0 6 0,13 1 10 0,-9 3 4 15,-4-4-3-15,6 9-5 0,-3-3-3 0,-1 1-5 16,-2 3-2-16,3-1-5 0,-3 2-6 0,-1 0-2 16,1-1-7-16,-3-2-1 0,1 1-2 0,-1 1-1 15,-3-1 2-15,0 2-11 0,1-5-5 0,-1 3 0 16,0-2-6-16,2-1-1 0,0 2-1 0,-1-3-4 15,1-2-7-15,4-3 0 0,-5 11-5 0,5-11-4 16,-3 6 1-16,3-6-1 0,0 0 2 0,-2 7-1 16,2-7-4-16,0 0 2 0,10 7-12 0,-4-6-15 15,6-1-21-15,-1-1-18 0,3 0-35 0,5-4-39 16,0 0-47-16,0 1-153 0,-3-2-357 0,3-1 158 16</inkml:trace>
  <inkml:trace contextRef="#ctx0" brushRef="#br0" timeOffset="44279.11">8921 4939 30 0,'5'-4'131'0,"2"1"-6"0,1-1-14 16,0 3-19-16,-8 1-5 0,12-6-9 0,-7 5-21 15,-5 1-42-15,13-2-17 0,-13 2-30 0,0 0-19 16,5 7-57-16,-5-7-115 0,-5 15 52 0</inkml:trace>
  <inkml:trace contextRef="#ctx0" brushRef="#br0" timeOffset="44404.55">8842 5065 59 0,'0'0'99'0,"-4"5"3"0,4-5-8 16,0 0 0-16,0 0-2 0,13 3-5 0,-2-3-8 15,1-1-10-15,7-2-15 0,0 0-39 0,0-2-53 16,2 1-97-16,-3 0-146 0,2-1 66 0</inkml:trace>
  <inkml:trace contextRef="#ctx0" brushRef="#br0" timeOffset="44683.29">9261 4786 52 0,'0'0'295'0,"0"-12"-13"15,0 12-10-15,0 0-10 0,-2-15-12 0,2 15-15 16,0 0-18-16,0 0-21 0,-3-12-19 16,3 12-19-16,0 0-24 0,0 0-15 0,0 0-12 15,0 0-8-15,0 0-9 0,0 0-2 0,5 27-9 16,0-12 2-16,-1 3 2 0,-4 2-19 0,1 3-6 0,1-4 0 16,-1 5-6-16,2 1-1 0,-2-4 1 0,0-3-29 15,-1 1-20-15,1 0-19 0,1 0-36 0,-1-2-37 16,0 0-54-16,2 2-53 0,-2-2-45 15,0-3-243-15,0-3-523 0,-1-11 231 0</inkml:trace>
  <inkml:trace contextRef="#ctx0" brushRef="#br0" timeOffset="45069.77">9533 4877 137 0,'-2'-7'315'0,"2"7"-20"0,-1-10-24 0,1 10-25 16,-2-7-27-16,2 7-24 0,0 0-25 0,0 0-15 15,2-10-21-15,-2 10-15 0,0 0-9 0,0 0-13 16,0 0-8-16,14 17-11 0,-8-7-3 0,-1 2-7 16,5 2-7-16,-1 0-9 0,-1 0 1 0,0 1-10 15,0-1 1-15,2 1-9 0,-4-5 1 0,2 1-8 16,-1 0 0-16,-2-1-5 0,0-1 1 0,2 0-3 15,-3-3-2-15,2 0 1 0,-2 0-6 0,-2-2 4 16,-2-4-7-16,7 6 6 0,-5-1-2 0,-2-5 9 16,4 5 27-16,-4-5 13 0,0 0 18 0,0 0 28 15,7 3-6-15,-7-3-6 0,0 0-10 0,6-16-7 16,-2 8-5-16,1-8-2 0,1-1-21 0,3-7-3 16,1-1-7-16,-2 1-10 0,3 0-1 0,-1 1-1 15,-4 4-5-15,0 2-7 0,1 2 0 0,-2-1 3 16,-1 5-21-16,0 0-24 0,-2 1-27 0,2 1-31 15,-1 3-42-15,-1 0-49 0,-2 6-60 0,0 0-61 16,5-12-50-16,-5 12-191 0,0 0-577 0,0 0 255 16</inkml:trace>
  <inkml:trace contextRef="#ctx0" brushRef="#br0" timeOffset="45228.32">9954 4985 66 0,'0'0'187'0,"0"0"-41"15,0 0-56-15,0 0-42 0,0 0-58 0,0 0-79 16,0 0-94-16,0 0 42 0</inkml:trace>
  <inkml:trace contextRef="#ctx0" brushRef="#br0" timeOffset="48434.01">6919 2616 194 0,'-3'-7'218'0,"3"7"-21"0,0 0-20 16,-5-7-20-16,5 7-19 0,0 0-14 0,0 0-13 15,0 0-13-15,0 0-12 0,0 0-11 0,0 0-7 16,0 0-8-16,0 0-4 0,0 0-4 16,11 25-5-16,-4-11-5 0,1 1-3 0,-2 2-5 0,3 1 0 15,-3-1-9-15,1-1 3 0,-1 1-5 0,2-7-1 16,-2 5-3-16,-1-3-3 0,0-2 1 0,0 0-3 15,-1 1 3-15,3-3-2 0,-2 2-2 0,-3-4-1 16,1 0-2-16,-1-2 3 0,-2-4 2 0,4 6-6 16,-4-6 8-16,5 6 19 0,-5-6 9 15,0 0 3-15,0 0 1 0,17-12-5 0,-9 4 1 16,1-4-3-16,2-5 6 0,-2 0-2 0,3-6-2 16,0 1-2-16,-4 5-3 0,1-8-2 0,-3 7-4 15,1-7-7-15,-3 5-5 0,-1 2-19 0,1-1-15 16,-1 4-13-16,-2 3-21 0,2 2-21 0,0 4-37 15,-3 6-47-15,3-10-54 0,-3 10-181 0,0 0-420 16,0 0 186-16</inkml:trace>
  <inkml:trace contextRef="#ctx0" brushRef="#br0" timeOffset="48649.06">7273 2811 62 0,'0'0'174'0,"0"12"-3"0,0-12 12 16,-2 11-5-16,2-11-3 0,-1 15-12 0,0-5-14 15,1-10-20-15,-1 19-8 0,1-10-10 0,-2 2-12 0,2-11-6 16,-1 27-10-16,0-15-10 0,-1 6-3 0,2-2-10 16,0 0-34-16,-1-1-43 0,2-3-40 0,-1-12-61 15,3 23-41-15,0-13-137 0,-2 3-318 16,-1-13 140-16</inkml:trace>
  <inkml:trace contextRef="#ctx0" brushRef="#br0" timeOffset="48836.15">7615 2797 60 0,'12'-2'120'0,"-12"2"-13"0,20-3-23 16,-20 3-17-16,15 0-25 0,-15 0-21 0,17 4-22 16,-17-4-18-16,13 7-15 0,-11-3-41 0,-2-4-80 15,4 12 35-15</inkml:trace>
  <inkml:trace contextRef="#ctx0" brushRef="#br0" timeOffset="48943.02">7689 2868 65 0,'0'0'24'0,"-7"10"16"0,7-10 3 0,-5 10 15 0,5-10 16 15,0 0-4-15,-8 10 11 0,8-10-13 0,0 0 0 16,-7 8 1-16,7-8-23 0,0 0 0 15,0 0 5-15,0 0-6 0,0 0-13 0,0 0-11 16,16 13-38-16,-16-13-44 0,24 0-77 0,-24 0-148 16,40-9 65-16</inkml:trace>
  <inkml:trace contextRef="#ctx0" brushRef="#br0" timeOffset="49319.79">8092 2564 183 0,'0'0'171'0,"17"4"3"0,-7-2-16 16,0 2 1-16,0 3-14 0,0 0-14 0,-1 0-11 16,0 3-4-16,-1-3-12 0,1 4 0 0,-4 0-11 15,0 1-9-15,0 2 1 0,-6-1-11 16,-3 3-7-16,-1 1-5 0,-4-2-6 0,-2 1-13 15,-4-1-3-15,0-1-4 0,0-1-9 0,-2-3-6 16,2 0-5-16,2-4 1 0,0 0-1 0,3-1-1 0,0-1-1 16,2-1-2-16,8-3 1 0,-13 2-2 0,13-2-2 15,-11 0 2-15,11 0 3 0,0 0 2 0,0 0-1 16,0 0 2-16,-14-4 1 0,14 4-5 0,0 0-4 16,0 0 1-16,0 0-3 0,0 0-4 15,0 0 5-15,0 0-3 0,0 0-4 0,0 0 3 16,0 0-2-16,0 0 2 0,39 9-1 0,-27-2 0 15,1-3-4-15,3 2-30 0,-3 2-38 0,3-3-61 16,0 0-58-16,-4-1-166 0,0 1-383 0,0-1 170 16</inkml:trace>
  <inkml:trace contextRef="#ctx0" brushRef="#br0" timeOffset="49497.01">8390 2757 160 0,'0'0'271'0,"0"0"-27"16,0 0-18-16,0 0-30 0,6-8-20 0,-6 8-19 15,0 0-30-15,0 0-45 0,0 0-42 0,0 0-51 16,0 0-44-16,0 0-39 0,0 0-44 0,0 0-93 16,0 0-249-16,0 0 111 0</inkml:trace>
  <inkml:trace contextRef="#ctx0" brushRef="#br0" timeOffset="49749.78">8474 2624 13 0,'0'0'210'0,"0"0"-14"0,0 0-15 16,0-10-23-16,0 10-17 0,0 0-16 0,0 0-13 16,0 0-7-16,0 0-16 0,0 0 1 0,0 0 5 15,0 0-1-15,18 23-6 0,-13-14-8 0,1 0-8 16,0 2-2-16,1 0-5 0,-2 1-2 0,2 2 1 15,-1-2-5-15,-1 0-5 0,3-2-1 0,-3-1-10 16,0 0-2-16,0 2-6 0,0-4-3 0,0 1 0 16,-1-1-5-16,1 1 1 0,-5-8-4 0,4 11 0 15,-4-11-4-15,0 13-12 0,0-13-22 0,0 0-27 16,-10 14-33-16,10-14-46 0,-13 7-26 0,3-3-54 16,10-4-133-16,-23 2-361 0,10-3 160 0</inkml:trace>
  <inkml:trace contextRef="#ctx0" brushRef="#br0" timeOffset="49900.91">8462 2573 87 0,'12'-4'97'16,"7"-3"-6"-16,-1 4-9 0,4-3-24 0,-2 2-46 15,8 0-41-15,-7 1-38 0,-1 0-72 0,2-1 33 16</inkml:trace>
  <inkml:trace contextRef="#ctx0" brushRef="#br0" timeOffset="50200.02">8804 2504 28 0,'5'-7'231'0,"-5"7"-17"0,0 0-20 0,0 0-15 15,0 0-17-15,0 0-20 0,0 0-12 0,0 0 6 16,15 13-2-16,-10-4 5 0,3 2-10 0,-2-2-15 15,3 8-2-15,0-2-10 0,-1 1-7 0,0 1-6 16,-1 0-8-16,1-1-10 0,1 0-5 0,-3 2-6 16,1-4-6-16,3-1-5 0,-6-3-4 15,2-1-5-15,-2 1-1 0,1-3-5 0,-5-7 0 16,6 12-3-16,-6-12 18 0,8 6 15 0,-8-6 11 16,5 5 15-16,-5-5 5 0,0 0 3 0,0 0-2 15,0 0-3-15,32-14-7 0,-24 5-9 0,1 0-5 16,1-3-12-16,0-3-7 0,2-2-2 0,-1 1-4 15,2-8-12-15,1-1-16 0,-1-2-37 0,3 2-36 16,-1 1-52-16,2-3-72 0,-3 2-77 0,2 3-79 16,-7 5-192-16,5-9-568 0,-7 9 252 0</inkml:trace>
  <inkml:trace contextRef="#ctx0" brushRef="#br0" timeOffset="50338.6">9225 2480 195 0,'0'0'181'0,"0"0"-42"0,0 0-65 0,0 0-74 0,0 0-99 15,0 0-106-15,0 0 48 0</inkml:trace>
  <inkml:trace contextRef="#ctx0" brushRef="#br0" timeOffset="55701.43">8114 7806 177 0,'-3'-10'221'0,"1"0"-14"0,0 1-4 15,0-1-6-15,-2 0-7 0,1 3-8 0,-1 1-4 16,0 0-13-16,4 6-4 0,-10-10-13 0,5 7-12 16,0 0-11-16,-1-1-13 0,6 4-6 0,0 0-7 15,-25 9 0-15,13 1-8 0,-4 4-7 0,0 9-7 16,-5 0-6-16,1 4 25 0,3 3-13 0,-2 0-8 16,2 13-5-16,5-13-10 0,1 2-5 0,5-2-5 15,2-2-6-15,4-1 0 0,5 2-9 0,2-10-6 16,6 2 3-16,4 0-21 0,5-2-14 0,2-2-28 15,5-5-28-15,1 1-37 0,2-3-39 0,3-1-47 0,16-3-45 16,-13-5-40-16,-1-1-186 0,0-1-489 16,13-2 216-16</inkml:trace>
  <inkml:trace contextRef="#ctx0" brushRef="#br0" timeOffset="56082.97">8696 7892 157 0,'-7'-9'257'0,"-2"2"-13"0,-3 2-13 16,3 1-8-16,-1 2-6 0,-3 2-13 0,0 4-11 16,-3 3-2-16,2 1-8 0,-4 4-14 0,4 1-14 15,-3 7-17-15,2 0-14 0,0 2-3 0,3-1-22 16,7-3-9-16,1-1-8 0,0 0-5 0,5 0-11 16,3-2-14-16,0 0-20 0,4 0-11 0,0-5-14 15,2-1-8-15,0 1-7 0,5-3-4 0,-2-2-9 16,4-1-7-16,-1-3-3 0,2-1-1 0,-4-3 6 15,0 0-11-15,-2-2 3 0,-1-1 6 0,3-4 4 16,-5 2 7-16,-1 0 12 0,1-4 5 0,-4 1 6 16,-1-4 6-16,-2 0 1 0,-2-2 4 0,0 1 6 15,-1 1 1-15,-1 2 11 0,0 4 1 0,0-3 4 16,2 5 3-16,-2-2-2 0,2 9-7 0,-2-10-2 16,2 10-4-16,-3-9-8 0,3 9 1 0,0 0-7 15,0 0 0-15,0 0-2 0,0 0-1 0,0 0 0 16,-5 26-3-16,7-13-1 0,-2 2 1 0,0 2-14 15,1 1-13-15,1 6-30 0,2-6-29 0,0 1-42 0,0 1-40 16,1-4-46-16,3 0-46 0,1 1-190 16,-6-5-479-16,4-1 213 0</inkml:trace>
  <inkml:trace contextRef="#ctx0" brushRef="#br0" timeOffset="56299.98">8917 7713 227 0,'-2'-10'291'16,"1"3"-15"-16,1 1-29 0,0 6-28 0,0-12-12 15,0 12-36-15,0 0-19 0,0 0-11 0,0 0 5 16,0 0-8-16,1 47-8 0,1-16-15 16,-2 0-8-16,-2 5-11 0,2 8-11 0,-1-11-6 15,2 3-6-15,3-1-8 0,-3-3-10 0,0 2-21 0,3-1-35 16,-3-2-65-16,2-1-64 0,2-6-67 0,2 4-247 15,0-4-480-15,-2-6 213 0</inkml:trace>
  <inkml:trace contextRef="#ctx0" brushRef="#br0" timeOffset="56533.01">9335 7874 200 0,'-6'-7'306'0,"1"4"-18"0,-5-1-16 16,1 4-21-16,9 0-11 0,-21 5-18 0,10 3-11 16,-2 3-13-16,-1 2-15 0,2 3-6 0,3 0-25 15,-5 7-11-15,7-4-17 0,1-1-13 0,0 8-14 16,5-8-7-16,2 0 7 0,5-2-33 0,1 2-31 16,1-3-36-16,4-1-38 0,1-2-51 0,3 0-38 15,3-1-36-15,0-3-48 0,1-4-32 0,2-2-182 16,0 2-463-16,1-7 205 0</inkml:trace>
  <inkml:trace contextRef="#ctx0" brushRef="#br0" timeOffset="56883.16">9527 8042 128 0,'-1'-17'182'15,"1"6"7"-15,-1-1 14 0,-1 2 6 0,0 0 0 16,-1 2-3-16,3 8-6 0,0-10-15 0,0 10-19 16,0 0-20-16,-1-9-14 0,1 9-13 0,0 0-7 15,0 0-1-15,0 0-1 0,0 0-5 0,0 0-7 16,-3 29-11-16,3-20-7 0,-1 4-12 0,4 0-3 15,-2-3-9-15,3 3-8 0,1-3-5 0,-1 1 2 16,3-1-5-16,0-1-6 0,0-1 0 0,2-1-6 16,1-1-8-16,1 0-3 0,-1-2-1 0,1-2-2 15,1 0-5-15,-6-2 3 0,7-1-2 0,-3-2 5 16,-1 0 1-16,1-2-2 0,-2 0 9 0,-1 1 0 16,0-3 9-16,-2 4-2 0,-1-6 6 0,0 0-4 15,-1-1 0-15,0 0 0 0,0 0-2 0,-2 0 4 16,-1 4-4-16,2-2 0 0,-2 8 5 0,1-8-9 15,-1 8-5-15,0 0-4 0,2-11-4 0,-2 11-2 16,0 0 0-16,0 0 4 0,0 0 6 0,0 0-2 16,0 0 0-16,8 27-8 0,-7-17 0 0,2 2 9 15,-1-2-20-15,1 3-12 0,1-1-21 0,2 2-24 16,-2-3-34-16,1-1-29 0,0-1-40 0,0 3-44 16,3-5-31-16,0-2-43 0,2 0-224 0,-2-2-542 15,2-3 240-15</inkml:trace>
  <inkml:trace contextRef="#ctx0" brushRef="#br0" timeOffset="57082.92">9886 7777 164 0,'-2'-28'271'0,"-4"3"0"0,4 7 1 0,1-1 1 16,1 7 0-16,-2 1-16 0,-1 3-14 16,3 1-27-16,0 7-25 0,-2-11-20 0,2 11-17 15,0 0-11-15,0 0 3 0,0 0-5 0,4 30 7 16,-3-11-20-16,1 6-12 0,-1 5-7 0,1 2-22 15,-2 0-1-15,2-1-11 0,-2 3-15 0,2-3-25 0,2 0-47 16,0 0-51-16,-4-3-72 0,4 2-79 16,0-6-78-16,-3-5-261 0,3 2-598 0,-2-6 265 15</inkml:trace>
  <inkml:trace contextRef="#ctx0" brushRef="#br0" timeOffset="57832.77">10461 7831 138 0,'-6'-10'332'0,"1"3"-6"0,-4 1-16 16,0 3-14-16,-3 1-9 0,1 2-21 0,-6 5-25 15,1 5-7-15,-1-3-18 0,0 1-8 0,1 1-36 16,6 0-13-16,1 0-23 0,0 2-14 16,2-3-14-16,2 3-4 0,3-2-13 0,0 1-17 15,5 0-3-15,-2-1-20 0,3-1-18 0,0 1-18 0,2-3-4 16,4 0-14-16,1 0-12 0,-2-2-9 0,3-3-7 15,-1 1-4-15,0-5 2 0,1 3 2 0,-2-4 4 16,0-1 0-16,0-1 4 0,-2 0 5 0,-3-2 0 16,0-1 1-16,0-1 4 0,-4 0 1 0,5 0 7 15,-5 1 3-15,-1-3 8 0,0 3 8 0,0 0-3 16,1 3 3-16,-1 6 4 0,0 0 5 0,0-16-3 16,0 16-4-16,0-6-4 0,0 6-2 15,0 0-5-15,0 0 5 0,0 0 5 0,0 0 10 0,0 0 0 16,4 29-3-16,-1-12-7 0,-1 0 1 0,1-1-1 15,1 0 2-15,1 0-4 0,1-4-4 0,-1 0 4 16,2-2 8-16,3 3-7 0,-1-3-6 0,2-2 3 16,-2-1-2-16,3-2-3 0,-1-1-1 0,2-1-8 15,-2-2 3-15,2-2-6 0,1-3 2 0,-2 0 1 16,2-4 5-16,-5 1-5 0,2-4 2 0,-2 0 11 16,0-1 7-16,-2-3 1 0,-2-3 11 0,-1 0-4 15,1-2 8-15,-4 0 0 0,1-7-3 0,-2 0-1 16,0 1-5-16,0-6-3 0,0 3 7 0,0-3-5 15,-1 4 2-15,1-3-6 0,-1 6 13 0,0 6-2 16,-1 1 16-16,1 6 3 0,1 2-4 0,-2 1-2 16,2 9-9-16,-2-12-3 0,2 12-8 0,-1-6-20 15,1 6 11-15,0 0-3 0,0 0 6 0,-1 36 6 16,3-3 7-16,-4-2-3 0,-1 5-6 0,-1-1 0 16,3 2-11-16,-2-2 3 0,5-1 2 0,-2-1 3 15,2-1-7-15,0-2 0 0,3-2-1 0,2-4-1 16,0-5 0-16,0-2 2 0,2 0 0 0,7-6 3 0,-3 0-4 15,3-1-1-15,0-4-5 0,1-3-4 16,0 1 2-16,1-5-3 0,1-2-7 0,-1-3 4 16,-2-1-3-16,-5-1 7 0,7-3-4 0,-4-2 1 15,0-3-6-15,-5 2 10 0,-2-4-5 0,0 0-26 16,-2 0 29-16,-1 1 3 0,-2-1-1 0,-1 2-1 0,-2 3-1 16,0 2 3-16,-2-1-3 0,0 5 3 15,3 7-4-15,-4-12 2 0,4 12 3 0,-7-5 0 16,7 5 2-16,0 0 1 0,-19 11-4 0,12-4-1 15,3 4 2-15,-3 0-1 0,1 4-2 0,2 0-7 0,4-2-36 16,1-2-56-16,2 0-50 0,1 1-58 16,2-1-62-16,8-2-69 0,0 1-320 0,-1-6-712 15,1-1 316-15</inkml:trace>
  <inkml:trace contextRef="#ctx0" brushRef="#br0" timeOffset="57997.04">10713 7757 122 0,'0'0'139'0,"0"0"-65"0,36-6-63 0,-8 1-69 16,6-1-62-16,21-5 27 0</inkml:trace>
  <inkml:trace contextRef="#ctx0" brushRef="#br0" timeOffset="58236.69">11866 7522 2541 0,'4'-4'192'16,"4"1"-36"-16,-4-2-46 0,-4 5-16 0,5-5 9 16,-5 5-1-16,6-4-2 0,-6 4-4 15,0 0-10-15,0 0-8 0,0 0-1 0,0 0 34 16,7 14 7-16,-8-4-8 0,1 3-10 0,3 10-2 0,-3 1-11 15,3 2-18-15,0-1 0 0,-1 2 2 0,2 0-10 16,0-1-8-16,-2-1-2 0,3 3-2 0,-3-1-12 16,2-2-16-16,-2-6-26 0,1-1-30 0,-3 8-55 15,1-8-48-15,-1-1-59 0,-1 1-66 0,2-6-73 16,-3 0-294-16,-2 0-682 0,4-3 302 0</inkml:trace>
  <inkml:trace contextRef="#ctx0" brushRef="#br0" timeOffset="58800.03">11929 7750 22 0,'4'-12'199'0,"4"-2"-18"0,1-1-20 0,1-1-10 16,3 1-17-16,3-6-8 0,-3 8-6 0,2 0-1 16,-3-3 2-16,1 2 7 0,-1 1-1 0,-1-2-9 15,-3 1-4-15,-2 3-2 0,4-2 3 0,-5 2 2 16,1 2 1-16,-3 0-14 0,1 0-2 0,0 3-1 15,-2 2-2-15,-2 4-7 0,3-8-8 0,-3 8-7 16,5-5-8-16,-5 5-11 0,0 0-8 0,0 0 0 16,0 0-2-16,0 0-5 0,8 21-1 0,-8-10-4 15,0 5-2-15,0 4-4 0,1 3-3 0,-1-1 0 16,0-4-2-16,-1 1-3 0,1-1-5 0,0-3 4 16,0 3-2-16,-2-6-3 0,0 2-1 0,0-3-3 15,0 1 0-15,-1-3-2 0,3-2 1 0,-2 0-10 16,2-7-3-16,-1 12-16 0,1-12-10 0,0 9-8 15,0-9-6-15,0 0-5 0,0 9 1 0,0-9 0 16,0 0 5-16,0 0 3 0,10 4 3 0,-10-4 4 0,13-2 3 16,-13 2 2-16,20-4 2 0,-9 3 6 15,1 0 3-15,1-2 1 0,-4 3 4 0,3 0-1 16,1 1 1-16,-2-2 3 0,3 2 4 0,1-2-2 16,1 1 2-16,2 1 0 0,2-1 7 0,-2-1 2 15,2-2-5-15,-2-1 0 0,5-1 0 0,-5 0 0 0,4-2-1 16,3-2 0-16,-9 1 1 0,2 1 2 15,-7 0-3-15,3-3 3 0,-5 2-2 0,1-1-1 16,2 3-1-16,-8-4 6 0,1 2 15 0,-3-2 2 16,2 0 7-16,-4-1 0 0,3 3 7 0,-3 1 16 0,0 7 0 15,-3-15 8-15,3 15 1 0,-2-8-1 16,2 8-6-16,-8-5 6 0,8 5-2 0,-9 1 1 16,-3 5-1-16,3 3 7 0,-5 1-25 0,-1 5 0 15,2-2-2-15,-1 0-1 0,8 0-4 0,-1 3-31 0,1-5-50 16,2 1-66-16,4 1-79 0,0-6-95 0,3 2-309 15,6-2-644-15,2-3 284 0</inkml:trace>
  <inkml:trace contextRef="#ctx0" brushRef="#br0" timeOffset="59419.71">13358 7651 152 0,'4'-11'315'0,"-1"3"-1"16,-1 1-13-16,2-2-12 0,-4 5-14 0,0 4-19 16,4-7-13-16,-4 7-20 0,0 0-7 0,2-9-29 15,-2 9-7-15,0 0-6 0,0 0 11 0,0 0-38 16,0 0-12-16,-6 35-11 0,4-20-17 0,0 3-10 16,2 0-10-16,0-1-9 0,4 0-6 0,0-1-9 15,4 2 1-15,-2-4-12 0,3 0-10 0,-2-4-6 16,5 1 3-16,-2-5-14 0,3-1 1 0,-1-1-14 15,3 0-4-15,-1-4 2 0,-1 0 0 0,1-4-7 16,-3 0 3-16,0-3 4 0,3-3-5 0,-5 0 6 16,-2 0 1-16,2-5-4 0,-6 3-11 0,-3-5 7 15,0 0-9-15,-5 0 8 0,-2-3-3 0,0-4-3 16,-6 4 2-16,1 3-6 0,1 3-5 0,-3-1-12 16,1 2-11-16,0 1-31 0,3 6-21 0,0 1-25 0,-3 3-29 15,-1 0-30-15,1 5-32 0,-2 4-36 0,2-1-37 16,1 7-37-16,0 1-172 0,5 3-526 15,5-6 234-15</inkml:trace>
  <inkml:trace contextRef="#ctx0" brushRef="#br0" timeOffset="59651.03">13798 7473 281 0,'0'-19'272'0,"-2"3"-13"0,0 0-2 0,2-2-2 0,0 7-5 16,0-1-11-16,0 4-11 0,0 2-16 15,0 6-21-15,0-13-18 0,0 13-22 0,0-6-17 0,0 6-18 16,0 0-10-16,0 0-1 0,8 23 24 0,-3 1-24 16,-1 6 1-16,4 2-1 0,0 17-13 0,-3 0-1 15,1-1-15-15,1-1-1 0,-4 0-6 0,-1-13-10 16,-2 15-2-16,2-13-10 0,0 12 14 0,2-13-32 16,-3 1-24-16,-1-1-52 0,0-1-46 0,-1-3-62 15,0 2-62-15,2-6-55 0,0 0-52 0,-2-8-215 16,2-3-581-16,3-5 257 0</inkml:trace>
  <inkml:trace contextRef="#ctx0" brushRef="#br0" timeOffset="59866.03">14115 7778 287 0,'2'-10'285'0,"0"2"-17"15,3 2-23-15,-5 6-21 0,2-9-17 0,-2 9-13 16,0 0-1-16,0 0 2 0,0 0-1 0,5 30-7 15,-7-12-16-15,-3 10 0 0,-2-2-38 0,0 6-8 16,3 0-18-16,-5-1-2 0,5-2-11 0,-4 3-17 16,4-4-8-16,1-1-19 0,1-2-31 0,2-4-30 15,-2-3-46-15,2-1-43 0,0 2-52 0,2-3-42 16,1-5-49-16,-3 0-232 0,0 0-512 0,2-4 227 16</inkml:trace>
  <inkml:trace contextRef="#ctx0" brushRef="#br0" timeOffset="60098.98">14162 7710 101 0,'6'-15'206'0,"1"1"-4"16,3 0-12-16,-4 4-14 0,1 3-17 0,-3 2-10 16,3 2-16-16,0-3-14 0,0 5 2 0,-7 1-1 15,13-2-2-15,-4 4-8 0,0 1-1 0,-3 1-9 16,5 5-6-16,-5-3-4 0,2 5-3 0,-3 2-9 15,-1-4-10-15,-4 7-5 0,2 2-10 0,-4-4-7 0,-2 2-14 16,-1 1-24-16,-6 2-26 0,0-3-41 16,0 2-56-16,-1-4-43 0,1 2-54 0,-7 3-150 15,5-8-392-15,4-2 173 0</inkml:trace>
  <inkml:trace contextRef="#ctx0" brushRef="#br0" timeOffset="60482.28">15140 7597 302 0,'0'0'405'16,"0"-12"-33"-16,0 12-26 0,-2-9-36 0,2 9-36 15,2-8-25-15,-2 8-35 0,0 0-23 0,0 0-20 16,0 0-21-16,0 0-4 0,0 0-14 0,11 19-9 15,-4-5-5-15,4 3-16 0,-2 0-9 0,5 7-7 16,-2 0-7-16,-3-1-9 0,2-2-1 0,2-4-6 16,-4-1-4-16,2 2-8 0,1-4-23 0,-1 0 0 15,2-2-7-15,-5-5-2 0,-1 1-1 0,-3-3-1 16,0 2 3-16,1-5-2 0,0 3 17 0,-5-5 15 16,7 4 14-16,-7-4 15 0,0 0 15 0,7 2-2 15,-7-2-8-15,0 0-10 0,9-12-4 0,-3 2-8 16,0-1-4-16,-1-3-7 0,1-2-7 0,1-2-9 15,-1-2-7-15,0-5-13 0,2-1-19 0,-1 3-22 0,0-3-23 16,0 7-31-16,0 3-33 0,-4-1-34 0,-2 4-37 16,3 2-34-16,-3 0-34 0,-2 2-24 15,2 3-28-15,-1 6-40 0,0-10-203 0,0 10-594 0,0 0 263 16</inkml:trace>
  <inkml:trace contextRef="#ctx0" brushRef="#br0" timeOffset="60750.18">15545 7590 168 0,'0'0'206'0,"5"10"-1"0,-5-4 2 0,0-6 3 0,0 12-1 16,0-12-11-16,-2 14-8 0,1-2-11 0,-1-3-6 16,2 1-11-16,-2-1-19 0,2 1-14 0,0-2-5 15,2 1-15-15,0-1-17 0,2 1-2 0,3 0-1 16,-1-5 7-16,5 4-3 0,0-4 5 0,0 1 0 16,3-2-9-16,-1-3-4 0,1 0-2 0,4-3-2 15,0 1-6-15,0-4-9 0,-8 0-4 0,2 1 6 16,-2 0-11-16,-4-5 7 0,2 3-2 0,-4-3-18 15,-3-1-2-15,2-1 1 0,-6-5-1 0,0 0-5 16,-2 3-7-16,-1-1-5 0,-3-1-7 0,0 2-3 16,0 0-19-16,1 6-20 0,-3-1-30 0,1 2-35 15,-2 2-31-15,-2 4-44 0,-4-1-40 0,7 4-56 16,-3 1-43-16,-3 3-220 0,8 1-566 0,0 1 251 16</inkml:trace>
  <inkml:trace contextRef="#ctx0" brushRef="#br0" timeOffset="60983.73">15950 7435 84 0,'1'-6'331'0,"-1"6"-4"0,3-9-6 0,-3 9-18 16,1-9-22-16,-1 9-23 0,0 0-23 0,3-7-19 15,-3 7-11-15,0 0-6 0,0 0 17 0,0 0-11 0,7 24-18 16,-3-11-11-16,-3 1-20 0,2 5-10 15,2 7-16-15,-4-1-13 0,2 3-14 0,-1-4-6 16,4 2-6-16,-2-4-5 0,-1 4-17 0,1-7-29 16,0-1-40-16,-2 0-45 0,1 0-52 0,1-4-45 0,-2 2-57 15,0-2-65-15,2-4-54 0,-3 0-268 0,1 1-634 16,2-7 280-16</inkml:trace>
  <inkml:trace contextRef="#ctx0" brushRef="#br0" timeOffset="61216.1">16245 7380 228 0,'0'-10'311'0,"3"1"5"15,-2 2-28-15,-1 7-21 0,2-11-25 0,-2 11-19 16,0 0-4-16,0 0 4 0,0 0 16 0,0 0-6 16,-2 39-6-16,-2-19-17 0,2 6-17 0,0 0-21 15,-1 2-13-15,1 0-16 0,2 0-15 0,2-2-9 16,-5 2-13-16,3-2-18 0,1-6 2 0,-1-1-16 15,-1 1-15-15,2-7-35 0,2 4-52 0,-1-6-46 16,1 0-47-16,-2 0-65 0,2 0-58 0,-1-5-54 16,1-3-65-16,-3-3-182 0,0 0-590 0,0 0 261 15</inkml:trace>
  <inkml:trace contextRef="#ctx0" brushRef="#br0" timeOffset="62235.01">16134 7557 135 0,'0'0'225'0,"0"0"-24"16,5-10-21-16,0 5-14 0,3 4-13 0,3-2-17 16,2 0-13-16,6-3-11 0,9-1-10 0,2 3-12 15,-1-4-8-15,2 3-6 0,1 1-12 0,0-2-4 16,1 2-9-16,0 0-1 0,-5 0-2 0,-6 0-9 16,-4 1-1-16,0-1-4 0,-8 2-4 0,-1 0 2 15,0 1 13-15,-3 1 17 0,-6 0 14 0,12-3 19 16,-12 3 7-16,0 0 2 0,10 0-2 0,-10 0-5 15,0 0 0-15,0 0-3 0,1 9-2 0,-1-9-5 16,-11 15-3-16,1-2 4 0,-3 4-9 0,4-2-1 16,-5 5-8-16,3-3-12 0,1 0-5 0,3-1 0 15,-3-1-3-15,7-2-7 0,-2 2-8 0,5-4 3 0,0 0-7 16,1-1-3-16,1-2-8 0,0-4 2 0,4 6-7 16,3-5-7-16,-2-3-2 0,4 0-8 15,3-1-2-15,0-2-4 0,0-2-3 0,2 0 2 16,2-4-5-16,-3 1 4 0,-2 2-1 0,-3-5 1 15,-1 1 5-15,1-2-2 0,-1 1-1 0,-1-1 3 0,-3 1 0 16,1-2-1-16,-2 2 1 0,-1 1 2 16,1 0 4-16,-3 3-6 0,-1 5 0 0,4-8 1 15,-4 8-1-15,2-8 0 0,-2 8-3 0,0 0 1 16,0 0 4-16,0 0-3 0,0 0 4 0,3 22-1 0,-3-15-2 16,0-7 2-16,1 13-5 0,3-7 7 15,-2 3 3-15,9-2-8 0,-1-1 5 0,4-3 0 16,4 1 4-16,4-1-5 0,7-3 3 0,-7-1-2 15,6-6-5-15,1 3 4 0,-2-2 0 0,-5 1-1 0,-2-1 2 16,-2-1 0-16,0-1-1 0,0 1 2 0,-3-1 14 16,-1 0-6-16,-2 2 4 0,-3-2-1 0,0 2 6 15,-1-1 7-15,0-2-7 0,-4 0 0 0,-1 5 1 16,1-3 14-16,-2 0-17 0,-2 7-2 0,3-11 4 16,-3 11 0-16,-2-9 13 0,2 9-11 0,-3-8-2 15,3 8-4-15,-11-1 2 0,11 1-7 0,-18 1 20 16,8 4-13-16,-1 1-4 0,-3 3-2 15,-2 2-7-15,2 0 3 0,1-2 0 0,-1 1 8 0,7 0-13 16,-1-1 9-16,2 0-1 0,-1-1-1 0,2 2 0 16,1-3-6-16,4-7 2 0,-5 12-4 0,5-12-8 15,-2 11-2-15,2-6 0 0,-2 4 0 16,2-1 2-16,0-8 15 0,3 15-18 0,-3-3 2 16,1-4 6-16,2 5-5 0,-5 0 0 0,2 2 2 0,2 5 3 15,-1-1 2-15,-2 1 0 0,1 8-1 0,-5-1 6 16,3 4-5-16,2 1 6 0,3 1-2 0,1 0 8 15,-3 2 0-15,3 0-1 0,0-2 1 0,-2-1-5 16,1-2-2-16,-3 1 4 0,-3-4-1 0,2 1 4 16,-2-9-6-16,1 0 8 0,-5 0 13 0,1-4-23 15,-4-1 3-15,-3-2-6 0,0-2 4 0,-2-1-8 16,-1-2-10-16,1-5 9 0,-1 0-4 0,-2-4-1 16,-1 2-2-16,8-4-1 0,0-2-5 0,1-4-2 15,3 1-6-15,3-9-6 0,6 0 10 0,-1-1-9 16,8-10 4-16,8 0 2 0,0-1 4 0,14-8-6 15,1 1 9-15,1-2-2 0,6 3 4 0,2 0 0 16,1 4-2-16,-3-1 4 0,0 1 3 0,-1 3-4 16,1-3 6-16,0-1-2 0,-10 10 2 0,1-2 4 15,4-7-4-15,-8 7 3 0,-2-3 11 0,-3 3-10 16,-1 3 2-16,-3-4-4 0,-1 2 5 0,-4 0 5 16,-3 5-1-16,-3 3 0 0,-1-2 7 0,-1 0 2 15,-3 6 21-15,1 1 3 0,-4 1 5 0,0 1 9 0,0 1 0 16,2 8 1-16,-7-10-2 0,2 8-1 15,5 2 13-15,-18 5-9 0,4 6-1 0,-2 0-8 16,1 2-3-16,-5 6-3 0,3 2-15 0,8-3 8 16,3 5-2-16,3-2 3 0,7 3-22 0,2-9-35 0,10 7-56 15,-2-7-56-15,10 1-58 0,0-1-66 0,7-7-71 16,-3 1-259-16,4-3-642 0,-1-3 285 16</inkml:trace>
  <inkml:trace contextRef="#ctx0" brushRef="#br0" timeOffset="65549.89">18189 7410 79 0,'0'0'244'0,"-6"-6"-6"0,6 6-10 0,-4-7-12 16,4 7-5-16,-4-5-14 0,4 5-9 0,0 0-15 16,0 0-13-16,-4-7-19 0,4 7-5 0,0 0-24 15,0 0-14-15,0 0-10 0,0 0-10 0,0 0-2 16,0 0 0-16,0 0-3 0,13 26-2 0,-5-12-5 15,-2 2-5-15,2-2-5 0,6 10-7 0,-5-6-5 16,-2 0 3-16,2-2-10 0,4 7-1 0,-5-5-5 16,-1-2-4-16,2 1-1 0,-1-4-1 0,4 2-2 15,-6 1-5-15,1-8-1 0,0 8 3 0,-1-5-3 16,0-2-3-16,-1 1 0 0,1-1 3 0,0 1-10 16,-1-4 4-16,-1-1-2 0,0 3 0 15,0-2-5-15,0-2 3 0,-4-4 4 0,4 7 11 0,-4-7-13 16,3 5 0-16,-3-5 15 0,0 0 14 0,0 0-1 15,0 0 7-15,0 0 5 0,0 0-4 0,4-25-12 16,-2 14 0-16,-1-7 1 0,0 1 4 0,2-2 1 16,-1-8 1-16,2-1-8 0,2 0-7 0,1-5 5 15,-2 4-10-15,1-2-6 0,1 4 0 0,-1 1-6 16,0 1-1-16,1 6 1 0,-1 2-6 0,0 2-8 16,-3 5-8-16,1 2-15 0,-1 1-17 0,-1 1-25 15,-2 6-27-15,1-9-34 0,-1 9-39 0,0 0-37 16,4-6-12-16,-4 6 3 0,0 0-1 0,12 11-4 15,-3-1-10-15,0 2-161 0,-5 0-426 0,5 3 189 16</inkml:trace>
  <inkml:trace contextRef="#ctx0" brushRef="#br0" timeOffset="65849.14">18703 7618 131 0,'-1'11'207'0,"1"-11"-5"0,-7 11 1 0,5-1-9 16,-4-1-5-16,1 1-10 0,3 3-5 0,-6-5-12 15,4 5-13-15,-1-3-12 0,1 2-14 0,3-5-13 16,-2 3-7-16,2-1-10 0,1-2-7 0,3 2-11 16,-2-2-7-16,5 2-6 0,0-2 1 0,4-1-2 15,1-2 3-15,6 2 0 0,2-4 4 0,0-2 3 0,2-2-14 16,0-1-1-16,8-4 2 0,-4-1 1 0,-6 2-5 16,-2-1-1-16,-2 0-1 0,1-2 7 15,-7 1-12-15,-3-2-3 0,3-6-2 0,-7 6-7 16,0-6-4-16,-2 1-2 0,-4-1-2 0,-1 4-2 15,-4-2-7-15,-1 3-1 0,-2-2 5 0,-2 2-14 0,0 1-16 16,1 4-17-16,-1-2-20 0,0 7-31 0,3 0-39 16,-5 2-42-16,0 4-39 0,3-1-47 15,-3 5-49-15,1 4-154 0,6-2-483 0,3 0 213 16</inkml:trace>
  <inkml:trace contextRef="#ctx0" brushRef="#br0" timeOffset="66007.02">19303 7754 247 0,'0'0'380'0,"0"0"-33"15,9 0-39-15,-9 0-30 0,0 0-31 0,0 0-36 16,0 0-44-16,0 0-52 0,11 0-65 0,-11 0-78 16,0 0-90-16,0 0-90 0,0 0-125 0,7 3-361 15,-7-3 160-15</inkml:trace>
  <inkml:trace contextRef="#ctx0" brushRef="#br0" timeOffset="71715.87">19775 7386 27 0,'-1'-12'161'0,"1"12"0"0,-2-7-4 0,2 7-14 15,-1-10-9-15,1 10 0 0,-4-7 0 0,4 7 2 16,0 0-3-16,-4-11-5 0,4 11-6 16,-1-6-7-16,1 6-10 0,0 0-6 0,0 0-8 0,-1-8-8 15,1 8-8-15,0 0-5 0,0 0-5 0,0 0-4 16,0 0-11-16,0 0-2 0,2-10-3 16,-2 10-5-16,12-4-6 0,-3 1-3 0,5-1 0 15,-2 2-5-15,2-1-6 0,4 1-2 0,-6 1 1 0,0 2-4 16,-1 1-5-16,2-2 2 0,-3 3-6 0,2-1 6 15,-5 0-6-15,1 5-1 0,0-1-4 0,-1 2 3 16,-2-2 0-16,-1 2 0 0,-1-2 2 16,0 2-3-16,-2 4 3 0,-1-5 0 0,-1 4-3 0,1-1 2 15,-3 1-4-15,0 2 3 0,-1-3-1 0,1 0 1 16,-4 0-2-16,0-2 4 0,2 2-4 0,-1-1 0 16,1 2 2-16,-1-3 0 0,2-3-1 0,2 1 1 15,-4-2-4-15,6-4 6 0,-6 8-4 0,2-4 0 16,4-4 0-16,-7 6 0 0,7-6-3 0,-7 5 2 15,7-5 2-15,-6 5 1 0,6-5-4 0,-4 4 1 16,4-4 3-16,0 0-4 0,0 0 0 0,-8 3 0 16,8-3-2-16,0 0 2 0,0 0 1 15,-4 5 1-15,4-5-2 0,0 0-1 0,0 0 2 0,0 0 1 16,0 0-5-16,0 0 11 0,0 0-7 0,0 0-1 16,0 0-1-16,0 0 6 0,0 0-5 0,0 0-2 15,0 0 4-15,0 0-1 0,0 0-1 0,0 0 0 16,-7 4-1-16,7-4 0 0,0 0-2 0,0 0 5 15,0 0-5-15,0 0 0 0,0 0 3 0,0 0 0 16,0 0-2-16,0 0 1 0,0 0 4 0,0 0-6 16,0 0 4-16,0 0-1 0,0 0 1 0,0 0-1 15,0 0 0-15,0 0 0 0,0 0-1 0,-4 5-1 16,4-5 2-16,0 0 0 0,0 0 1 0,0 0-1 16,0 0 1-16,0 0-1 0,0 0 2 0,0 0 0 15,0 0-1-15,0 0 0 0,0 0-1 0,0 0 1 16,0 0 0-16,0 0-1 0,0 0-2 0,0 0 4 15,0 0-5-15,0 0 4 0,0 0-2 0,0 0 0 16,0 0-1-16,0 0 2 0,0 0-2 0,0 0-1 16,0 0 1-16,-4 5-1 0,4-5 2 0,0 0 1 15,0 0-4-15,-2 6 2 0,2-6 1 0,0 0 2 0,0 0-3 16,-4 8 2-16,4-8 0 0,-4 5-4 16,4-5 4-16,0 0-1 0,-3 8-1 0,3-8 1 15,-2 9 0-15,2-9-2 0,-5 7 1 0,5-7 2 16,-2 7-1-16,2-7 2 0,-1 8-2 0,1-8 0 0,0 0 0 15,-1 9 1-15,1-9 0 0,0 0 1 0,0 0-1 16,0 0 2-16,-1 7-5 0,1-7 4 16,0 0 1-16,0 0-1 0,0 0-1 0,0 0 1 15,-3 6 1-15,3-6-1 0,0 0 0 0,0 0 5 16,0 0-4-16,0 0-2 0,0 0 1 0,0 0 0 0,0 0-2 16,0 0 0-16,0 0 3 0,0 0 1 0,0 0 0 15,0 0-3-15,0 0 0 0,0 0-2 16,0 0 1-16,0 0 3 0,0 0-3 0,0 0 2 15,0 0-3-15,0 0 2 0,0 0-3 0,0 0 2 0,0 0 2 16,0 0-3-16,0 0 3 0,0 0-2 0,0 0-2 16,0 0 4-16,0 0-2 0,0 0 0 0,0 0-1 15,0 0 5-15,0 0-5 0,0 0 4 0,0 0-2 16,0 0 1-16,0 0 1 0,0 0-2 0,0 0 2 16,0 0 1-16,0 0-3 0,0 0 2 0,0 0 5 15,0 0-7-15,0 0 0 0,0 0 0 0,0 0-3 16,0 0 6-16,0 0 0 0,0 0-4 0,0 0 2 15,0 0 2-15,0 0-1 0,0 0-2 0,0 0 0 16,0 0 1-16,0 0 1 0,0 0-1 0,0 0 4 16,0 0-1-16,0 0 4 0,0 0-1 0,0 0 4 15,0 0-1-15,0 0-5 0,0 0 6 0,0 0-3 16,0 0 1-16,0 0 0 0,0 0 1 0,0 0-3 16,0 0 2-16,0 0 3 0,0 0-2 0,0 0-4 15,0 0 3-15,0 0-2 0,0 0 1 0,0 0-2 16,0 0-1-16,0 0 1 0,0 0-3 0,0 0 2 15,0 0 1-15,0 0-3 0,0 0-3 0,0 0 3 16,0 0 11-16,0 0-13 0,0 0 3 0,0 0-4 16,0 0 3-16,0 0-4 0,0 0 5 0,0 0-7 15,0 0-5-15,0 0-1 0,0 0 1 0,0 0 1 16,0 0-2-16,0 0 2 0,0 0-3 0,0 0-2 16,0 0-1-16,0 0-4 0,0 0-4 0,0 0-10 15,0 0 0-15,0 0 2 0,0-28 2 0,0 28 5 16,1-13-1-16,1 6 3 0,-2 7 1 0,2-14 4 15,-2 5 1-15,1-3-3 0,1 4 6 0,-1-3 0 16,0 0 2-16,4-1-1 0,-3 2 1 0,1-4 0 0,1 4 3 16,0-5-1-16,0 6 3 0,0-3-1 15,-2 5 5-15,1 0 1 0,-3 7 1 0,5-11-2 16,-5 11 1-16,4-7-2 0,-4 7 4 0,2-7-5 16,-2 7 1-16,0 0-5 0,0 0 3 0,0 0 3 0,0 0 5 15,0 0 4-15,0 0 2 0,0 0 0 0,0 0-5 16,0 0 5-16,-7 23-2 0,5-15-4 15,-1-3-2-15,3-5 0 0,-3 11 3 0,3-11 2 16,-2 8-5-16,2-8 1 0,0 0 1 0,-2 9 0 0,2-9-2 16,0 0 0-16,-2 7 2 0,2-7-7 0,0 0 2 15,0 0 0-15,0 0-1 0,0 0 1 16,0 0-2-16,0 0-1 0,0 0 2 0,0 0-1 16,0 0-1-16,0 0 1 0,6-24-1 0,-6 24-1 15,-1-11 2-15,1 11-2 0,1-11 3 0,-1 11 1 0,-1-10 2 16,1 10 1-16,-1-6 1 0,1 6 2 0,0 0-2 15,0 0-5-15,-6-6 2 0,6 6 2 0,0 0 3 16,-11 16 1-16,3-6-4 0,-1 3 0 16,2 0 2-16,1-1 2 0,3-2-6 0,-1-1-2 0,0 0 4 15,2 0 0-15,0-3 0 0,2-6-1 0,0 15-2 16,0-15-2-16,2 7-3 0,-2-7 1 0,2 9-1 16,-2-9 2-16,1 6-2 0,-1-6 1 0,0 0 2 15,0 0-1-15,0 0-2 0,0 0-6 0,0 0 4 16,0 0-1-16,0 0 3 0,0 0-1 0,-5-35-8 15,1 28-11-15,-1-2-7 0,0 2-7 0,-3-2-17 16,1 4-12-16,0-2-29 0,1 2-22 0,0 2-31 16,6 3-23-16,-17-3-20 0,5 3-101 0,0 1-317 15,-1 3 142-15</inkml:trace>
  <inkml:trace contextRef="#ctx0" brushRef="#br0" timeOffset="71983.92">19164 7919 222 0,'0'0'249'0,"0"-11"-11"0,0 11-1 15,0-11-7-15,0 11 0 0,-1-7-12 0,1 7-9 16,-3-8-14-16,3 8-12 0,0 0-10 0,0 0-9 15,0 0-13-15,0 0-14 0,0-9-12 0,0 9-16 16,0 0-7-16,0 0-20 0,0 0-11 0,0 0-3 16,0 0-8-16,0 0-25 0,0 0-26 0,0 0-36 15,0 0-51-15,0 0-69 0,0 0-85 0,0 0-271 16,16 14-544-16,-11-8 241 0</inkml:trace>
  <inkml:trace contextRef="#ctx0" brushRef="#br0" timeOffset="179799.09">21715 7331 64 0,'0'0'76'0,"0"0"-39"16,0 0-41-16,0 0-11 0,0 0 87 15,0 0 32-15,0 0 9 0,0 0-7 0,0 0-13 0,-12 17 1 16,12-17-7-16,0 0 10 0,0 0-3 0,0 0 7 16,-7 4 2-16,7-4-10 0,0 0 2 0,0 0-5 15,-9 0-4-15,9 0 2 0,0 0-4 0,-9 2 2 16,9-2-5-16,0 0-4 0,0 0-3 0,0 0-6 15,-10 0-5-15,10 0-8 0,0 0-5 0,0 0-3 16,0 0-7-16,0 0 0 0,0 0-2 0,0 0 6 16,0 0-6-16,0 0 1 0,0 0-6 0,0 0 1 15,0 0-9-15,0 0-2 0,0 0-5 0,0 0 0 16,0 0-5-16,0 0-7 0,0 0-7 0,35-8-4 16,-19 3-4-16,3 1-13 0,0 0-23 0,0 0-23 15,-5 2-24-15,-1 2-23 0,6-5-18 0,-5 4-14 16,-3 0-16-16,1 1-7 0,-3 0-130 0,-1 1-325 15,0 0 144-15</inkml:trace>
  <inkml:trace contextRef="#ctx0" brushRef="#br0" timeOffset="179966.34">21778 7457 81 0,'-8'7'118'0,"8"-7"-5"0,-5 3-9 16,5-3-10-16,0 0-7 0,-4 3 5 0,4-3-9 15,0 0-5-15,0 0-8 0,0 0-11 0,0 0 5 16,17 8-3-16,-7-7-23 0,4-1 0 0,-1 0-19 16,8-2-40-16,0-2-27 0,-1 1-41 0,2 0-85 15,0-3-188-15,12-1 84 0</inkml:trace>
  <inkml:trace contextRef="#ctx0" brushRef="#br0" timeOffset="180215.99">22822 7287 139 0,'0'0'228'0,"0"0"-21"0,0 0-20 15,0 0-18-15,0 0-17 0,0 0-13 0,0 0-12 0,0 0-14 16,0 0-10-16,0 0-12 0,16-1-12 15,-3 1-7-15,8-3-12 0,-2 3-22 0,3-1-14 16,6 1-34-16,-5-1-26 0,6 0-33 0,-2-3-40 0,2 2-49 16,0-1-100-16,-1-1-279 0,-2 1 123 0</inkml:trace>
  <inkml:trace contextRef="#ctx0" brushRef="#br0" timeOffset="180933.32">23384 7013 62 0,'0'0'180'0,"0"0"-9"0,-2-11-7 16,2 11-9-16,0 0-6 0,0 0-1 0,0 0-3 15,-3-9-5-15,3 9-11 0,0 0-7 0,0 0-10 16,0 0-10-16,0 0-10 0,-3-5-4 0,3 5-12 15,0 0-8-15,0 0-8 0,0 0-6 0,0 0-4 16,0 0-5-16,0 0-9 0,0 0 3 0,0 0-9 16,0 0 3-16,0 0-6 0,0 0 1 0,0 0-1 15,0 0 3-15,-3-6-2 0,3 6 1 0,0 0 1 16,0 0 2-16,0 0-1 0,0 0 8 0,0 0-6 16,0 0 1-16,0 0 1 0,0 0 4 0,0 0-3 15,0 0 5-15,0 0 0 0,0 0-2 0,0 0 5 16,0 0 1-16,0 0-2 0,0 0 1 0,0 0 8 15,0 0-15-15,0 0 1 0,0 0-4 0,0 0 4 16,0 0-7-16,0 0 1 0,0 0-9 0,0 0 5 16,0 0-5-16,0 0-1 0,0 0-1 0,0 0 0 15,0 0-6-15,0 0-5 0,0 0-1 0,0 0-3 16,0 0-1-16,0 0-2 0,0 0-8 0,0 0 3 16,0 0 3-16,0 0-2 0,0 0 2 0,-3 19-4 15,0-7 5-15,1 6 0 0,1-4-2 0,-2 5 3 16,-1-1 0-16,3-1 0 0,0-1 2 0,1 1-2 0,-1 0-1 15,2-1-1-15,0-3 1 0,0 2-7 16,3-3 2-16,0 0 3 0,0-1 1 0,1-1 1 16,3-1 4-16,-3 0-9 0,4-1 2 0,-3-1-5 15,2-2-5-15,-2-2 1 0,2-1 2 0,-2-1-1 0,1 0 1 16,-7-1 2-16,12-2 4 0,-4-1-2 0,0-2 1 16,-1-1 0-16,0-3 3 0,-1-2 6 15,-1 1-8-15,0-5-4 0,-1-1 1 0,1 5 1 16,0-5 6-16,-3-3-7 0,4 2 6 0,-1 2-6 15,-2 2 7-15,-1 4 3 0,0-1 1 0,0 4-5 0,-2 6-2 16,1-12 2-16,-1 12-1 0,3-7-2 16,-3 7-3-16,1-6 2 0,-1 6-5 0,0 0 3 15,0 0-1-15,0 0-1 0,0 0 4 0,4 28-4 16,-3-12 6-16,-3 0 2 0,1 2-1 0,-2 0 3 0,3 2 0 16,-3-1 0-16,3 2-4 0,-1-3 2 0,1 7 13 15,0 0-10-15,-1-8-2 0,1 2-19 0,2-2-27 16,-3-1-35-16,0 0-52 0,1 1-48 15,1-5-39-15,-2 0-44 0,0 2-183 0,-2-4-481 0,0-1 213 16</inkml:trace>
  <inkml:trace contextRef="#ctx0" brushRef="#br0" timeOffset="181101.71">23646 7270 82 0,'0'0'206'0,"0"0"-21"0,4-6-16 16,-4 6-17-16,0 0-18 0,0 0-26 0,0 0-34 16,0 0-27-16,0 0-31 0,0 0-16 0,0 0-33 15,0 0-35-15,0 0-39 0,13 9-55 0,-13-9-174 16,9 4 78-16</inkml:trace>
  <inkml:trace contextRef="#ctx0" brushRef="#br0" timeOffset="181416.15">23909 7150 187 0,'0'0'193'15,"0"0"-17"-15,0 0-14 0,0 0-10 0,0 0-19 16,0 0-12-16,0 0-15 0,8-4-16 0,-8 4-5 16,0 0-9-16,0 0-5 0,0 0-7 0,0 0-8 15,0 0 0-15,-8 21-7 0,6-10-5 0,-1-3-4 16,3 2-4-16,-1 0-6 0,0 3-2 0,-1-3-1 15,2 2-5-15,3-1 0 0,-2 1-4 0,1-2-4 16,-1 2 1-16,3 1-4 0,1-2 2 0,-1 1-3 16,-1 1 0-16,3-2 0 0,-3 0 0 0,1 0 0 15,0-1-5-15,-1 3 5 0,2-4-4 0,-3 2-3 16,-1 0-1-16,-1-6-7 0,2 3-9 0,-2-8-4 16,-2 12-5-16,0-5-14 0,-3-1-12 0,0-1-16 15,-3 0-12-15,3-2-12 0,-3 1-22 0,1-3-7 16,-4-1-22-16,1 0-99 0,10 0-256 0,-19-5 113 15</inkml:trace>
  <inkml:trace contextRef="#ctx0" brushRef="#br0" timeOffset="181549.56">23851 7174 22 0,'6'-5'99'15,"-2"-1"-21"-15,2 2 0 0,3-2-13 0,4 2-4 16,-2 0-7-16,6-1-24 0,1 0-30 0,4 1-41 15,-1 1-34-15,6-2-81 0,-5 0 37 0</inkml:trace>
  <inkml:trace contextRef="#ctx0" brushRef="#br0" timeOffset="181899.95">24228 7013 179 0,'0'0'206'16,"2"-7"-15"-16,-2 7-19 0,0 0-16 15,0 0-16-15,0 0-16 0,0 0-16 0,0 0-12 16,0 0-7-16,0 0-13 0,12 15-5 0,-8-5-1 0,-1 0-6 16,5 6-2-16,-3 2-5 0,2 0-1 0,-1 1-8 15,0 0-4-15,2 0-5 0,-2-2-4 0,1 2 1 16,-2-3-5-16,1-1-4 0,1 0-1 16,0 0-3-16,-2-5-3 0,1 0-5 0,0 1 7 0,0-3-6 15,-2-1-1-15,0-1-3 0,-1 1 4 0,2-3-4 16,-3 1 2-16,-2-5-1 0,9 6 6 0,-5-2 16 15,-4-4 15-15,9 0 0 0,-9 0-2 0,9-5-2 16,-4-1-6-16,3-2-1 0,-3-2-2 0,2-5-4 16,0 1 1-16,-2-2-2 0,3-3-3 0,-1-5-2 15,0 5-2-15,-2 1-8 0,4-8 1 0,-4 0-3 16,0 9 0-16,0-8-14 0,-1-1-14 0,1 7-17 16,0 0-12-16,0 2-19 0,0 2-25 0,-2 3-30 15,2 2-45-15,0-2-29 0,0 2-192 0,0-2-415 16,-1 5 184-16</inkml:trace>
  <inkml:trace contextRef="#ctx0" brushRef="#br0" timeOffset="182067.34">24947 6979 6 0,'0'0'127'0,"0"0"-3"15,3 6-18-15,-3-6-16 0,0 0-28 0,0 0-23 16,4 8-35-16,-4-8-34 0,2 10-58 0,-2-3-96 16,0-7 43-16</inkml:trace>
  <inkml:trace contextRef="#ctx0" brushRef="#br0" timeOffset="182315.89">23554 7713 154 0,'-19'6'218'0,"6"-1"-10"16,0-2-12-16,3-1-9 0,4-2-17 16,1 3-11-16,5-3-7 0,0 0 0 0,0 0-15 15,14 14 5-15,7-10-9 0,15-3-9 0,22-2-12 0,6-4-11 16,34-9-11-16,-2 8-5 0,4-4-22 0,-6 0-35 15,-2-5-42-15,-28 6-52 0,24-7-54 0,-26 1-46 16,0 5-44-16,1 1-130 0,1-6-367 0,-7 6 163 16</inkml:trace>
  <inkml:trace contextRef="#ctx0" brushRef="#br0" timeOffset="182444.54">25167 7542 60 0,'4'6'166'15,"-4"-6"-16"-15,0 0-34 0,0 0-21 0,0 0-38 16,0 0-46-16,-17 6-50 0,3-3-64 0,4-3-111 16,-7 3 48-16</inkml:trace>
  <inkml:trace contextRef="#ctx0" brushRef="#br0" timeOffset="186866.31">11177 10664 198 0,'0'0'213'0,"-4"-10"-17"0,1 4-12 0,3 6-18 0,-3-9 3 16,3 9-5-16,-4-8-7 0,4 8-1 0,-4-7-8 15,4 7-8-15,0 0-19 0,-2-7-12 0,2 7-11 16,0 0-11-16,-3-5-11 0,3 5-9 0,0 0-7 16,0 0-8-16,0 0-8 0,0 0-5 0,0 0 0 15,0 0-7-15,0 0 1 0,8 27-2 0,-2-16-6 16,0 6 8-16,2 1-4 0,2 7-1 0,0 1-7 16,-1-3 0-16,2 3-3 0,-1-2 0 0,0-1-4 15,-2-5 4-15,3 4-4 0,1 2 0 0,-3-7 0 16,0-1-1-16,-2 0 2 0,0-6-6 0,-3 2-6 15,1-1 4-15,2-2 0 0,-2 3-2 0,1-8-2 16,-4 2 2-16,2-4 1 0,-4-2 4 0,4 9-1 16,-4-9-2-16,5 5 2 0,-5-5 9 0,0 0 2 15,0 0 0-15,0 0-2 0,14-17-2 0,-10 5-5 16,1-3 1-16,1-4-1 0,4-7 0 0,-3 0-5 16,1-2 0-16,-1-4 4 0,1 1-2 0,0 3-3 15,-2-1 4-15,3-1-5 0,-3 1 6 0,2 1 8 16,-3-1-11-16,-1 5-1 0,0 5 2 0,-2 1-4 15,3 2 2-15,-2 4-2 0,-1 2 1 0,0 2-3 16,-1 2 1-16,-1 6-11 0,3-10-9 0,-3 10-26 16,0 0-29-16,1-9-26 0,-1 9-15 0,0 0-9 15,0 0-10-15,0 0-14 0,2 22-14 0,0-11-31 16,0 2 4-16,0 3-6 0,0 2-129 0,-2 1-348 16,3 0 153-16</inkml:trace>
  <inkml:trace contextRef="#ctx0" brushRef="#br0" timeOffset="187284.13">11617 10876 146 0,'0'0'217'0,"0"0"-9"0,0 0-8 0,0 0-25 16,0 0-4-16,0 0-24 0,0 0-14 0,0 0-7 15,0 0-5-15,0 0-7 0,0 12-4 0,0-12-10 16,-4 17-8-16,1-7-5 0,2 2-9 0,0 2-6 0,2 1-10 16,-2-3-8-16,1 5-1 0,1-5-8 15,0 1-3-15,0-1-5 0,1-2-3 0,0 1-2 16,4-3-2-16,-3-1-2 0,2 0-3 0,1-3-3 16,-1 2-2-16,1-3-3 0,-1 0 0 0,2-1 0 0,-7-2-3 15,13 2 3-15,-13-2-4 0,18-10 1 16,-9 3-1-16,4-3-1 0,-4-1 2 0,1-1-2 15,1-2 4-15,-2 1 0 0,-5-3 3 0,0 5 1 16,-1-5 0-16,-3 0-6 0,0-1 3 0,0 4-3 0,-4-3 3 16,0 4-2-16,-2 0-1 0,1 2-4 0,-3-4-1 15,-1 6-3-15,-1 1 0 0,2 0-2 0,-1 4-1 16,-3-1-8-16,0 2-12 0,0 4-7 16,-1-2-11-16,-3 6-21 0,-3-1-27 0,4 5-18 0,-1 1-27 15,5-5-34-15,-1 6-28 0,3 2-28 0,2 0-139 16,2-3-387-16,2 0 171 0</inkml:trace>
  <inkml:trace contextRef="#ctx0" brushRef="#br0" timeOffset="200440.16">11581 11582 5 0,'-3'-7'9'0,"3"7"3"0,0 0-8 0,-1-10 2 0,1 10 49 16,0 0-3-16,-4-10-5 0,4 10-7 0,-1-7 5 16,1 7 10-16,0 0 2 0,-2-11 9 0,2 11-7 15,0 0-3-15,-2-6-2 0,2 6 5 0,0 0-5 16,-8-5 7-16,8 5-18 0,-3-5 2 0,3 5-7 15,-7-7 5-15,7 7-5 0,-7-6 6 0,7 6-1 16,-7-5 3-16,7 5-6 0,-9-7-3 0,9 7-2 16,-9-5 2-16,5 3-8 0,4 2 4 0,-9-4 0 15,9 4-8-15,-10-3-1 0,10 3-3 0,-9-4 1 16,9 4 0-16,-8-3 6 0,8 3-11 0,0 0-5 16,-8-3-4-16,8 3 1 0,0 0-3 0,0 0 2 15,0 0 1-15,0 0 4 0,0 0-8 0,0 0-2 16,0 0 2-16,0 0 1 0,0 0 1 0,0 0-7 15,43 4-8-15,-11-2-23 0,4 2-24 0,16-1-37 16,1-3-33-16,3-2-96 0,1-2-237 0,-7-3 106 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10T07:09:52.3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1825 1863 91 0,'-12'12'146'0,"4"-3"8"16,-4 4 1-16,3 3-1 0,-2 8-5 0,0 1-4 16,-2 6-4-16,-2 2-18 0,-2 10-19 0,2 2-5 15,2 4-9-15,0-1-7 0,2 3-7 0,2-3-4 16,2-5-11-16,0-8-5 0,5-2-7 0,2-1-3 15,2-1-6-15,2-4-3 0,1 1 2 0,0-8-8 16,1-4-7-16,1-2-1 0,0 2-1 16,2-5 3-16,-2-4-8 0,2-1 5 0,3-1 1 15,0-4 1-15,2-3 4 0,4-2 0 0,11-8-1 16,-2-3-2-16,-2-3-1 0,4-4-2 0,-1-3-3 16,5-13 2-16,-4 1-3 0,-11 7-3 0,3-17-3 15,-5 3-3-15,-4 9 4 0,-2-15-5 0,-2 0-1 16,-6 1 0-16,1-1-4 0,-8 2 1 0,1-2-2 15,-2-2 2-15,-2 2-3 0,-2 3-2 0,-3-3-3 16,5 15 2-16,-3 2-1 0,0 1-1 16,1 3 1-16,-2 1 2 0,0 5-3 0,3 8 1 0,-2 2-3 15,-1 0 3-15,3 7-1 0,-4 2 3 0,0 2-6 16,-2 4 1-16,-2 4 1 0,-9 10 1 0,-5 2 2 16,3 5 1-16,-9 14-1 0,2 1-4 0,1 3 1 15,8 1 2-15,5-1-2 0,4-11 0 0,4 2 2 16,2-2-8-16,6-1-6 0,7-2-1 15,6 3 2-15,1-1-2 0,11-3-3 0,2 1 4 0,17 5-2 16,-1-3-10-16,6-4 0 0,2 3-1 16,0 2 6-16,0-4-3 0,-5 0 2 0,-7-6-4 15,-6-1 4-15,-3 0 0 0,-1 1 1 0,-1 1 9 16,-6-2-4-16,-5-2 4 0,-2 0 1 0,-1 5 3 16,-4 3 4-16,-4 0-21 0,-3-6-11 0,-5 6-10 15,-2 2-34-15,-6-2-32 0,-1-6-20 0,-4 4-20 16,1-4-85-16,-2-1-259 0,4-4 115 0</inkml:trace>
  <inkml:trace contextRef="#ctx0" brushRef="#br0" timeOffset="47050.04">15215 2192 174 0,'0'-10'177'0,"0"10"-5"0,1-8-2 16,-1 8-10-16,0-8-8 0,0 8-3 0,0 0-3 16,0-10-2-16,0 10-3 0,0 0-6 0,2-7 0 15,-2 7-8-15,0 0-9 0,0 0-9 0,0 0-35 16,0 0-10-16,0 0-5 0,0 0-7 15,0 0-4-15,-2-11-5 0,2 11-7 0,0 0-3 0,0 0-9 16,0 0-3-16,0 0-6 0,0 0-1 0,0 0-1 16,0 0-7-16,0 0 6 0,8 18-4 15,-8-18 8-15,4 19-10 0,1 0 1 0,0 4-1 0,2 6-1 16,-1 1 3-16,0 1-3 0,2 4 1 0,0 10 0 16,-1 1 1-16,6 2 2 0,-8 1-9 15,0 0 9-15,0 0-5 0,1 0 3 0,-4-2-4 16,6 2 3-16,-4-1-2 0,-2 0 3 0,6 0-4 15,-3 0 3-15,-1 4 0 0,0-3 4 0,-1 0-4 0,2 2 2 16,1 0-2-16,-3-1-3 0,1 0 2 0,-1-1 7 16,1 1-9-16,3 0 5 0,-3-4-3 15,-3-10-3-15,3 14 5 0,1-4 1 0,1 1 0 16,1 2 10-16,2 2 1 0,-1-5 2 0,1 2 1 16,3 0 5-16,-2-1 1 0,0-3-1 0,1-9 1 15,-3-3-9-15,0 1 5 0,2-1-3 0,-3 0-1 16,0-3-5-16,-1 0 1 0,2-2-2 0,-1-2 1 15,-3-6 1-15,2 2-11 0,-3-4-15 0,0-2-10 16,1-3-15-16,-3 1-27 0,0-3-27 0,-1-10-28 16,4 14-26-16,-4-14-17 0,0 0-33 0,0 0-221 15,0 0-449-15,0 0 198 0</inkml:trace>
  <inkml:trace contextRef="#ctx0" brushRef="#br0" timeOffset="48118.67">15238 2262 47 0,'-4'-6'85'0,"4"6"-6"15,-7-10 0-15,4 4-12 0,-2 0 14 0,1-4-6 16,-1 6 0-16,0-2-3 0,0-3 2 0,1 5 9 15,-1-3-17-15,0 1 10 0,3 0-15 0,2 6 6 16,-6-9-10-16,3 2 3 0,3 7 1 0,-5-6-3 16,5 6-5-16,-5-7 1 0,5 7-3 0,-4-4-9 15,4 4 3-15,0 0-6 0,0 0-4 0,-3-8 0 16,3 8-12-16,0 0-4 0,0 0-1 0,0 0-3 16,0 0-2-16,0 0 1 0,28 3 2 15,-10 1-8-15,11 4 2 0,3-3-10 0,4 4 11 0,14 2-2 16,1 6-2-16,4 0-4 0,2 1 12 0,4 0-7 15,26 6 1-15,-28-2-1 0,32 5 1 0,-4 1 5 16,-3-1-5-16,-21-9 3 0,30 12-4 0,-5-2 2 16,3 1-27-16,-27-10 6 0,25 11-5 0,-1-1 12 15,-27-8-7-15,27 7 14 0,0 0 2 0,-2-3 6 16,3 2 7-16,-1-7-7 0,0 1 6 0,3-2-8 16,-27-4 0-16,27 3 2 0,-30-5-3 0,-1-1 0 15,2 0 0-15,-2 0-2 0,-7-4 0 0,0 3 1 16,0-1-2-16,-3-1 2 0,1 1-1 15,-13 0 3-15,13-3-5 0,-13 0 6 0,0-1-2 0,2 0-5 16,-3-2-1-16,-4 3 4 0,3-1 0 0,-4-2-1 16,-4 1-3-16,-1 0 0 0,-9-3 5 0,0 1-6 15,-4-1-1-15,-4 0 0 0,2 1-1 0,-4-1 0 16,-8-2-1-16,13 2 2 0,-13-2 2 0,10 1-6 16,-10-1-1-16,10 4 7 0,-10-4-5 15,0 0 1-15,6 6 1 0,-6-6 0 0,0 0 3 16,0 0 3-16,0 0-4 0,-13 20-3 0,7-13 6 15,-5 1-6-15,1 5 1 0,-5 1 9 0,1-2-10 0,-8 5 2 16,-2-1 2-16,-2 3-1 0,-2 0 0 16,-3 1 2-16,-12 4-3 0,-2 3 4 0,-1-1-2 15,0 3-1-15,-4-1 5 0,-7 3-4 0,4 1 2 16,-25 6 6-16,20-9 0 0,-20 10-2 0,-2-1 1 16,-1-2 1-16,-2 0-1 0,-1-1 4 0,-4 1-1 15,1-1-4-15,-1 2 2 0,-1-3 1 0,4 2 2 16,0 0 2-16,0 4 4 0,0-1-4 0,-3-3-4 15,2-4-1-15,2 2 2 0,1-2-1 0,25-8 0 16,-23 12-3-16,28-15 1 0,1 2 1 0,-6 0 1 16,6 1 8-16,-2-1-5 0,3 1 3 0,2-3-3 15,2 1-3-15,15-5 2 0,-1 1-4 0,5-2 2 16,-3 1 1-16,6-1-4 0,3-1-5 0,4-7-19 16,4 3-9-16,2-3-11 0,2-1-14 0,1 2-12 15,-1-3-18-15,10-6-22 0,-14 8-20 0,14-8-3 16,-5 6-34-16,5-6-133 0,0 0-315 0,0 0 139 15</inkml:trace>
  <inkml:trace contextRef="#ctx0" brushRef="#br0" timeOffset="48700.92">15587 2960 109 0,'0'0'146'15,"0"0"-4"-15,0 0-6 0,-9-5-11 0,9 5-9 16,-6-6-6-16,6 6-6 0,-11-4-2 0,8 1 1 16,3 3 10-16,-8-4 2 0,8 4-1 0,-8-2-11 15,8 2-1-15,-7-5-18 0,7 5-5 0,-7-4-9 16,7 4-2-16,-6-4-5 0,6 4-4 0,-8-4 1 16,8 4-2-16,-5-5-2 0,5 5-5 15,0 0 5-15,-8-3-8 0,8 3-4 0,0 0-7 0,0 0-6 16,0 0 0-16,0 0-2 0,0 0-5 0,0 0-1 15,0 0-6-15,18-6 1 0,-5 3-4 0,9 2-2 16,8-3-2-16,2-2 3 0,6 0-6 16,-3 0-4-16,2 3-2 0,-1-2-11 0,-5 0-27 0,-1 3-33 15,-10-2-37-15,9 1-51 0,-7-1-51 16,-3 4-161-16,-8-1-399 0,1 1 177 0</inkml:trace>
  <inkml:trace contextRef="#ctx0" brushRef="#br0" timeOffset="49017.56">15624 3627 94 0,'-4'3'210'0,"4"-3"-5"0,0 0-6 0,0 0-5 16,0 0-10-16,0 0-15 0,0 0-15 0,-2 8-11 15,2-8-15-15,0 0-12 0,0 0-9 0,0 0-8 16,21-1-12-16,-9 0-6 0,6-3-5 0,5 0-9 16,-3 1-7-16,10-1-5 0,0-3-6 0,-3 3-16 15,0 0-18-15,-5 0-23 0,-3 2-23 0,0-2-20 16,-5 1-36-16,0 1-23 0,0 0-32 0,-1-2-30 15,-1 0-18-15,-3 1-99 0,-9 3-314 0,15-9 139 16</inkml:trace>
  <inkml:trace contextRef="#ctx0" brushRef="#br0" timeOffset="49205.53">15807 3425 21 0,'0'0'188'16,"0"0"-21"-16,-10 0-20 0,10 0 4 0,-6 12-3 15,4-4 2-15,-2 7 2 0,-2 3 6 0,2 1-10 16,-1 7-18-16,2-7-7 0,-1 5-13 0,0 1-9 16,2-5-10-16,1 7-8 0,-3 1-8 0,4 1-9 15,0-1-2-15,0 4-31 0,4-2-37 0,-3-3-49 16,1 1-65-16,2-3-73 0,-1 1-133 0,0-7-350 16,0 7 155-16</inkml:trace>
  <inkml:trace contextRef="#ctx0" brushRef="#br0" timeOffset="55582.01">9018 3157 83 0,'0'0'134'0,"0"0"-5"0,0 0-5 0,0 0-1 16,0 0-7-16,0 0 1 0,0 0-6 0,0 0-1 16,-9-1-4-16,9 1-8 0,0 0-4 0,0 0-9 15,0 0-3-15,0 0-5 0,0 0-9 0,0 0-10 16,0 0 2-16,0 0-10 0,0 0-1 0,0 0-7 15,0 0-4-15,0 0 0 0,0 0-6 0,0 0-5 16,0 0-3-16,0 0 0 0,29 4-3 0,-15-4 0 16,6 0-6-16,2-1 1 0,9 1-3 0,0 0 0 15,8-3-2-15,0 3 2 0,1-4-2 0,15 3-1 16,0-1-4-16,-3-1 4 0,2 3 3 0,-3-4-11 16,-1 1 0-16,-11 1 1 0,-3 0-1 0,1-1 2 15,1 3-3-15,-3-4 0 0,-4 4 4 0,0-3-1 16,-1 1-3-16,0 0-1 0,-7 1 2 0,3 1 2 15,-3-1-5-15,-3-2 7 0,-8 4-3 0,5-1-1 16,-2 0-5-16,-2-1 8 0,1 0-7 0,-4 1 4 16,-3 0-2-16,-7 0 1 0,15 0 0 0,-15 0 2 15,9 0-3-15,-9 0 0 0,8 0 8 0,-8 0-4 16,0 0-3-16,0 0 1 0,12 0-2 0,-12 0 2 16,0 0 0-16,0 0 3 0,0 0 2 0,0 0 0 15,7-1 3-15,-7 1 0 0,0 0-3 0,0 0 1 16,0 0 0-16,0 0-6 0,0 0 7 0,0 0-3 15,0 0 1-15,0 0-3 0,0 0 5 0,0 0-1 16,0 0-4-16,0 0 4 0,0 0 0 0,0 0 6 16,0 0 3-16,0 0 2 0,0 0 4 0,0 0 3 15,0 0 5-15,0 0-1 0,0 0 0 0,0 0-3 16,0 0-6-16,1-9 2 0,-1 9-5 0,0 0-1 16,3-8-3-16,-3 8-1 0,0-9-1 0,0 9 2 15,2-10-5-15,0 2 3 0,-2 8-2 0,0-13-3 16,0 3 3-16,1 5-5 0,-1 5 2 0,4-15-4 15,-3 9 4-15,0 0-5 0,2 1 2 0,-3 5-1 16,2-12-2-16,2 9 1 0,-4 3-1 0,4-8 2 16,-4 8-1-16,4-9-4 0,-4 9 3 15,5-7-2-15,-5 7-3 0,7-4-2 0,-2 2 3 0,-5 2-2 16,11 1 4-16,-11-1-4 0,12 3 1 0,-6-1 0 16,5 4 2-16,-2-1 0 0,0 2 3 15,1 0-5-15,-2 2 2 0,3 3-1 0,1-1 1 16,-3-1 1-16,0 3-1 0,3 1 6 0,-3-6-2 15,0 1-3-15,1 0 0 0,-3-1 0 0,1 0-1 16,1 1-1-16,0-1-7 0,-3 0-6 0,1-2 5 16,-2-2 1-16,0 3-3 0,1-5 3 0,-6-2 0 0,7 6 5 15,-3-3 5-15,-4-3-4 0,5 5 1 0,-5-5 3 16,0 0 1-16,0 0-1 0,0 0 0 16,0 0 0-16,15-8 3 0,-10 0-4 0,0-1 0 15,2-1-1-15,-1 0 4 0,3 0 1 0,-3-2 0 16,1-2-2-16,0-1 1 0,2 1 3 0,0-2 0 15,-1 2 1-15,-3 3-2 0,0-1-2 0,3 2 1 16,-3 1-1-16,0 0-2 0,-1 4 2 16,1 0-3-16,-1 0 0 0,3 2-2 0,-7 3 0 0,11-3 1 15,-11 3-4-15,13 3 2 0,-6 0-1 0,0 0 3 16,0 2-4-16,2 1 6 0,-1 2-4 0,1-2-1 16,-1 1 5-16,-2 0 0 0,1 2-3 0,2 0 3 15,-2-1-1-15,1-2 0 0,-1 3 1 0,0-2 1 16,0 3 2-16,0-7-1 0,2 3-3 0,-4-2 3 15,1-1 6-15,-1 0-11 0,2-1 3 0,-7-2 4 16,11 0-6-16,-11 0 2 0,12-2 1 0,-6-2-5 16,2 0 3-16,-1-3 2 0,1-1 0 0,1-1-2 15,0-3-1-15,1 5 4 0,-1-9-2 0,0 7 0 16,0-4 0-16,0-1 2 0,-3 5 5 0,1-2-7 16,0 4-1-16,0-2-3 0,-2 4 0 0,1-2 1 15,1 3 5-15,0-3-7 0,-3 5-3 0,-4 2 0 16,10-3 1-16,-10 3-1 0,12 1 0 0,-12-1 5 15,11 5-3-15,-7 1-1 0,0-1 1 0,4 0 1 16,-3 1 2-16,0 0-1 0,-1 2 0 0,1-1 2 16,0 2 1-16,0-3 0 0,-1 1-2 0,0-2 4 15,-4-5-2-15,5 7 0 0,-1-3 2 0,-4-4-1 16,6 8 1-16,-2-6 1 0,-4-2 3 0,10 5-1 16,-5-4 3-16,-5-1-6 0,12-1 6 0,-12 1-4 15,12-5 0-15,-5 2 0 0,-1-1 3 0,2-3-5 16,1 0-1-16,0-1 2 0,0 1 1 15,1-1-3-15,-2 0 0 0,-1-1 0 0,2-1 0 0,1 2 1 16,1-1-1-16,-2 1-4 0,1 2 6 0,-1 0-4 16,-4 3 4-16,0-2-7 0,0 1 4 0,2 1-4 15,-7 3 0-15,10-4 2 0,-10 4-1 16,10 1 0-16,-10-1 2 0,10 5 0 0,-5-1-3 16,1 0-1-16,-1-1 4 0,0 4 0 0,-1-2-1 0,1 2 3 15,-2 0 1-15,0-1-1 0,1 0-4 16,1 3 5-16,-1-5-4 0,0 2 4 0,-2-1-4 0,3 1 3 15,-5-6-3-15,7 8 3 0,-3-4-1 16,-2 1-1-16,-2-5 3 0,8 6 0 0,-6-3 0 0,-2-3-1 16,7 4 3-16,-7-4 0 0,6 5 2 15,-6-5-4-15,7 4 3 0,-2-1-1 0,0-1-4 16,-5-2 3-16,12 0 1 0,-5 3 0 0,-1-2-2 16,-6-1 1-16,16 1 0 0,-9-1 0 0,2 0-1 15,-1 0 2-15,3 0-2 0,0 2 0 0,-1-4 0 0,4 4 4 16,-3-2-6-16,1 2 3 0,3-2-3 15,2 0 1-15,1 2 3 0,1-2-3 0,1 2 3 16,1-4-3-16,1 2 1 0,-2 0-3 0,1-2 2 16,3 0 0-16,4 0 5 0,3 2-5 0,0-2 0 15,0 0-1-15,3 1 1 0,-1 1 2 0,1-2-4 16,2 1 5-16,3-1-5 0,-1-1 8 0,0-1-8 16,0 4 1-16,-1-3 0 0,2 2 1 0,-5-4 0 15,2 4 2-15,-3-3-6 0,2 3 3 0,-2-1-1 16,3-4 4-16,-2 5-2 0,0-1 0 0,0 0 1 15,1-2-3-15,3 3 2 0,-4-2 0 0,5 3 1 16,-5-3-1-16,3 1 2 0,-1 0-2 0,0 0 1 16,0 1-1-16,-2-2 1 0,2 3-3 0,-7-3 3 15,3 2 0-15,1-3 0 0,-1 4 2 16,-1-3-3-16,-2 2 1 0,3-2-2 0,-3-1 4 0,0 1-6 16,-5 0 6-16,-1-1-4 0,0 4 1 0,-1-1-1 15,2-2 2-15,-3 1-1 0,-1 2 0 0,2-2-3 16,-3 1 5-16,1-1-5 0,0-1 5 0,9-1-5 15,-9 3 3-15,3 0-2 0,-3-2 1 0,2 1 1 16,-1 2-1-16,-2-2 0 0,0 1 0 0,-1 0 0 16,0-1 2-16,2-2 0 0,-2 4 2 0,0 0-4 15,3 0 0-15,-4-2 0 0,4 2-2 0,-1 0 0 16,-2 0 3-16,0-1-1 0,3 0 2 16,-2 1-1-16,2-2-1 0,0 2-1 0,-2 0 2 0,3 0-1 15,-2 0-1-15,2 0 3 0,-1 0 0 0,1-1-2 16,7 1 2-16,-2-2-4 0,-6 4 5 0,1-2-5 15,-2 0 4-15,9 0-2 0,-10 1 4 0,4-1-4 16,-4 0-2-16,4 0 4 0,-2-1-3 0,-2 2 6 16,1-1-4-16,3-1 1 0,-4 2 1 15,0 1-2-15,0-1 0 0,-6 0-2 0,5-1 2 16,-5 2 0-16,0-2-2 0,6 0 2 0,-5 0 2 0,0 2-2 16,2-2 0-16,0 1-1 0,-3 0 3 0,1-1-1 15,-1 0 2-15,-1 2 0 0,4-2-1 0,-5 0-2 16,2 1 0-16,0-1 1 0,-1 0-2 15,-1 0 0-15,1 0 3 0,-1 1 1 0,0 1-1 16,2-2 1-16,-4 0 0 0,0 0-1 0,3 0 3 16,-1 0-3-16,-1-2 0 0,2 4 4 0,-3-2-5 15,0-2 6-15,3 2-6 0,-3 0 4 0,2 0-2 16,-2-1 1-16,2 1 1 0,0 1 0 0,1-1 1 0,-1 2 4 16,3-2-1-16,-3 0-3 0,2-3-3 15,-2 3 5-15,-2-1 1 0,4 1-4 0,-2 0 0 16,1-2-3-16,-2 0 1 0,1 0-1 0,2 2 1 15,0 0-2-15,0-2 2 0,-2 2 2 0,3-2-3 16,-3 0 0-16,4 1 2 0,-5 1-1 0,4-3-1 16,-3 3 0-16,0 0 0 0,2-1-3 0,-3 0 1 15,1-2 0-15,-2 4 1 0,2-1-2 0,-1-2 4 0,-1 1-3 16,1 2 0-16,-1-2 1 0,-9 1-1 16,18-2 1-16,-11 2 3 0,1-1-8 0,-8 1 7 15,15 1-1-15,-9-2-1 0,5 1-2 0,-11 0 1 16,14-1 1-16,-5 1 0 0,0 0 0 0,0-2-1 15,-9 2 0-15,15 0 1 0,-7 2-4 0,-8-2 4 16,13-2-2-16,-13 2 0 0,13 0 1 0,-13 0-10 16,6-2-15-16,-6 2-2 0,0 0-1 0,11 2-2 15,-11-2-9-15,0 0-10 0,0 0-8 0,8 0-11 16,-8 0-15-16,0 0-37 0,0 0-37 0,0 0-44 16,0 0-131-16,0 0-357 0,0 0 158 0</inkml:trace>
  <inkml:trace contextRef="#ctx0" brushRef="#br0" timeOffset="56468.42">10716 1953 123 0,'-3'-7'183'0,"3"7"-17"0,0 0-8 16,0 0-15-16,0 0-18 0,0-9-14 0,0 9-11 16,0 0-14-16,0 0-9 0,0 0-13 0,0 0-13 15,0 0 0-15,0 0-5 0,0 0 1 0,1 33-4 16,1-18 1-16,-4 2 0 0,2 2-3 0,2 1-2 15,-2-1 0-15,1 6-5 0,-1-4-5 0,0-3-4 16,1 7 1-16,-1-6 0 0,1-2-2 16,2 2-1-16,-3 0-6 0,1-2 0 0,1-1-1 15,-1-1-2-15,0-3 0 0,-1-12-13 0,3 22-32 0,-2-10-31 16,-1-12-28-16,4 19-37 0,-4-19-31 16,-3 16-106-16,3-16-285 0,-9 13 127 0</inkml:trace>
  <inkml:trace contextRef="#ctx0" brushRef="#br0" timeOffset="56854.12">10834 1889 17 0,'18'-1'55'0,"-18"1"15"0,0 0-16 16,25 6-7-16,-25-6 0 0,14 9-2 0,-7-1 13 16,-2 0-7-16,-5-8-8 0,8 19 2 15,-7-8-1-15,-1-11-1 0,-7 25 10 0,-1-10 1 16,-1-2-14-16,-5-1-1 0,1 3-3 0,-5-3-4 16,5-2-3-16,-4-1 0 0,5-3-6 0,-4 1 7 15,5-2-1-15,0-2 2 0,1 0-8 0,2 0 11 16,8-3 4-16,-13 4 3 0,13-4-2 0,-10 3-7 15,10-3-11-15,0 0 9 0,-10 2-3 0,10-2-8 16,0 0-5-16,0 0-2 0,-7 5 2 0,7-5-4 16,0 0 4-16,0 0-5 0,0 0-6 0,0 0 7 15,21 24-3-15,-11-19 1 0,-1 4-1 0,3-2 0 16,3 4-1-16,1 0-6 0,1-2-14 0,1 1-17 16,-1 0-42-16,0-2-20 0,1 3-22 0,1-4-76 15,-3 0-206-15,-3-2 91 0</inkml:trace>
  <inkml:trace contextRef="#ctx0" brushRef="#br0" timeOffset="57018.13">11172 2142 36 0,'4'-8'196'0,"-4"8"-16"0,0 0-19 0,0 0-13 0,0 0-19 16,0 0-14-16,0 0-13 0,0 0-3 0,0 0 11 15,0 0-15-15,0 0-5 0,7 28-3 0,-5-9-8 16,-2 5-9-16,1 1-2 0,-2 4-12 15,1-4-45-15,-2 1-56 0,4 1-62 0,-5 0-173 16,0-2-304-16,1 0 135 0</inkml:trace>
  <inkml:trace contextRef="#ctx0" brushRef="#br0" timeOffset="57933">9040 3223 49 0,'0'0'112'15,"0"0"-3"-15,0 0 8 0,-5-11 4 0,5 11 2 16,0 0-9-16,-2-5 2 0,2 5 0 0,0 0-13 16,0 0-8-16,-4-7 0 0,4 7 0 0,0 0 1 15,0 0-7-15,-4-7-6 0,4 7-5 0,0 0 4 16,0 0 3-16,0 0-6 0,-4-8 1 0,4 8-6 16,0 0-6-16,0 0-9 0,0 0-5 0,0 0-8 15,0 0-3-15,0 0-5 0,0 0-9 0,0 0-3 16,0 0-5-16,0 0-2 0,0 0-6 0,0 0 0 15,0 0-2-15,0 0-3 0,-3 21 6 16,5-4-3-16,0 8 8 0,-1 2 4 0,2 5-1 0,-2 2 5 16,2 0 1-16,0 14 3 0,-1 0 5 15,3-2-4-15,-4 1 1 0,1-15-5 0,-1 4-1 0,0-2-1 16,2 13-1-16,-2-13-2 0,0 2 8 0,-1-2-3 16,3-1-1-16,-3-2-4 0,2-1-1 0,-2-3 0 15,2 0-3-15,-1-1 1 0,-1-6-4 0,0 4 0 16,-1-6-4-16,2 2 0 0,-1-2 0 0,0-2-1 15,3 1-2-15,-3 0 1 0,0-5-1 0,1 0-12 16,-1-2-20-16,0 0-27 0,1 0-26 16,-1-3-31-16,0-7-40 0,0 0-44 0,-1 18-39 15,0-13-176-15,1-5-441 0,0 0 195 0</inkml:trace>
  <inkml:trace contextRef="#ctx0" brushRef="#br0" timeOffset="58183.85">8839 4302 180 0,'0'0'188'0,"0"0"-19"0,0 0-15 15,0 0-15-15,0 0-9 0,0 0-15 0,0 0-3 16,27 0-7-16,-9-3-8 0,4 1-12 0,6-3-8 15,1 0-6-15,2 0-8 0,1 0-8 0,-1 0-14 16,1-1-19-16,-2 3-30 0,0 0-28 0,-2 0-38 16,-7 1-23-16,0 0-24 0,-1 0-18 0,0 2-83 15,-8 0-240-15,-1-1 107 0</inkml:trace>
  <inkml:trace contextRef="#ctx0" brushRef="#br0" timeOffset="58389.89">8931 4434 78 0,'-10'3'203'0,"0"1"-7"0,4-2-6 16,6-2-16-16,-11 4-8 0,7-1-7 0,4-3-7 15,-8 2-6-15,8-2-8 0,0 0-12 16,0 0-11-16,0 0-8 0,0 0-6 0,0 0 3 0,0 0-5 16,24 4-11-16,-4-5-5 0,0-2-11 0,1-1-7 15,9 2-5-15,-2-1-15 0,-7 1-22 0,8-2-31 16,-11 3-35-16,2-1-43 0,-1 1-41 0,-2-1-46 15,2 2-36-15,-6 0-132 0,-13 0-370 16,17 0 165-16</inkml:trace>
  <inkml:trace contextRef="#ctx0" brushRef="#br0" timeOffset="58550.01">9014 4587 24 0,'-11'6'208'0,"11"-6"-6"16,-6 4 1-16,6-4-11 0,0 0-13 15,0 0-8-15,0 0-7 0,0 0-10 0,0 0-10 16,47-2-13-16,-29-5-13 0,10-1-12 0,4 0-19 16,-3-3-37-16,3 1-46 0,-1 1-58 0,0 1-64 0,-1-1-210 15,-2 1-355-15,0 0 157 0</inkml:trace>
  <inkml:trace contextRef="#ctx0" brushRef="#br0" timeOffset="62656.17">15426 3656 17 0,'0'0'119'0,"0"0"-9"0,0 0 1 0,0 0-8 15,0 0-9-15,0 0 6 0,0 0 0 0,0 0-9 16,0 0 1-16,0 0-5 0,-10-6-11 0,10 6-2 16,0 0-15-16,0 0-2 0,-8-4 0 0,8 4-2 15,0 0 3-15,-6-4-3 0,6 4-10 0,-5-4 4 16,5 4-11-16,-8-4-6 0,0 2-4 0,8 2-2 16,-15-2 0-16,8 2 1 0,-5-2-11 0,0 1 2 15,2 1 3-15,-4-2-7 0,1 1 3 0,-5 0-6 16,1 1 6-16,-3 0-2 0,0 1 1 0,1-2 1 15,-2 1 1-15,-1 1-2 0,2 0 1 0,-9-1-1 16,0 2-1-16,0 1-6 0,6-1 32 0,-4-2-1 16,0 2 2-16,6 0 3 0,-9-2-6 0,5 2-2 15,-4-1-5-15,3 2 4 0,-5-1-6 0,9-2-4 16,-7 2 2-16,-1-1-3 0,4 2 0 0,4 0-5 16,-5-3-3-16,6 3 3 0,-1-2 0 0,3 1 1 15,-1-1 4-15,3 2-3 0,-4-3 1 0,6 0-1 16,-3 3-4-16,5-1-2 0,-6-1-1 0,1 0 3 15,3 2-1-15,-6-1-8 0,2 1 2 0,-4 1-3 16,2-4-2-16,2 3 5 0,-9-1-3 0,6-1-2 16,1 2 8-16,3-1-4 0,-2-2-1 0,2 0-2 15,1 3 0-15,-2-3 0 0,4 0 0 0,1 1 2 16,3-2-3-16,-2 3-1 0,1-2 1 0,1 1 4 16,-5-1-5-16,7 2 2 0,0-1 5 0,-2-1-1 15,4 0-2-15,7 0 1 0,-13 0 0 0,13 0-1 16,-12 0 2-16,12 0 1 0,-9 0-1 0,9 0-1 15,-10 0-4-15,10 0 2 0,0 0-3 0,-12 0 2 16,12 0 1-16,0 0-3 0,0 0 1 0,-11-1 0 16,11 1 6-16,0 0-2 0,0 0 1 0,0 0 1 15,-7 1 0-15,7-1-4 0,0 0 5 0,0 0-2 16,0 0 1-16,0 0 2 0,0 0-1 0,-11-1-3 16,11 1 3-16,0 0-3 0,0 0 5 0,0 0-2 15,0 0 1-15,0 0 5 0,0 0-2 0,0 0-4 16,0 0 5-16,0 0 4 0,-11 1-7 15,11-1-6-15,0 0 5 0,0 0-1 0,0 0-4 0,0 0-1 16,0 0 1-16,-9-3-7 0,9 3-1 0,0 0 5 16,0 0 0-16,0 0 0 0,0 0 1 0,-12 0-2 15,12 0 2-15,0 0-1 0,0 0-3 0,-7-1 4 16,7 1-1-16,0 0-2 0,0 0 0 0,0 0 6 16,0 0-3-16,-10-2-2 0,10 2 3 15,0 0 1-15,0 0-3 0,0 0-8 0,0 0 13 16,0 0-3-16,0 0 0 0,-10 0 2 0,10 0 0 0,0 0-2 15,0 0-4-15,0 0 4 0,0 0-8 0,0 0 3 16,0 0 0-16,0 0-1 0,0 0 4 16,0 0-2-16,0 0-1 0,0 0-1 0,0 0 1 15,0 0-2-15,0 0 0 0,0 0 1 0,0 0-4 16,0 0 1-16,0 0-1 0,0 0-1 0,0 0 2 16,0 0-18-16,0 0 16 0,0 0-1 0,0 0-1 0,0 0 1 15,0 0-4-15,0 0 4 0,-2 8 3 0,2-8-12 16,0 10 13-16,0-10 1 0,2 13-3 15,-2-3 1-15,0 2 3 0,0 5 1 0,0 0-11 16,0 1 8-16,0-2 2 0,3 3 0 0,-3-2 9 16,2 2-10-16,-1-2 0 0,1 1-2 0,0 2 9 15,0-3-5-15,0 2-5 0,0 0-1 0,1 0 4 16,-1-2-2-16,2 2 0 0,0 1 2 0,2 5 7 16,-2 0-5-16,3-1 0 0,-3 1 1 0,2 1-2 15,-3-6-3-15,1-1 3 0,1 1 3 0,-1-1-4 16,3 4-1-16,-5-4 0 0,1-1 1 0,-1 1 0 15,2 5 1-15,-2-6 1 0,3 2 0 0,-2 6 0 16,-1 0 1-16,2-2 6 0,-2 4 0 0,0-2 1 16,-1-1 4-16,1 1-4 0,2-3-3 0,-2 3-1 15,0-7 3-15,-2 0 2 0,0 0-2 0,0 5-3 16,3-3 4-16,2 3-3 0,-3 1-1 0,-2-5 5 16,4-1-4-16,-3-1 0 0,1 3 3 0,0-3-5 15,0 1 7-15,-2 0 5 0,2 0 6 0,1-2 0 16,-2 1-3-16,0-1-3 0,-1-2 4 0,2 2-4 15,-2-3 1-15,0-2-2 0,2-1-3 0,0 2 2 16,-2-1-1-16,3 0-7 0,-3-2 1 0,0-10-1 16,0 20 1-16,3-14-1 0,-1 3 2 0,-2-9 7 15,0 15-15-15,0-15 1 0,0 11 3 0,0-11-5 16,0 11 7-16,0-11 10 0,0 0-7 0,0 14-8 16,0-14-1-16,0 0-1 0,0 0 7 0,0 10-5 15,0-10 7-15,0 0-7 0,0 0-1 0,0 0 8 16,0 0-8-16,0 0 0 0,0 0-11 0,0 0 17 15,0 0-5-15,0 10-24 0,0-10-22 0,0 0-42 16,0 0-57-16,0 0-75 0,0 0-100 0,0 0-253 16,-32-7-616-16,32 7 272 0</inkml:trace>
  <inkml:trace contextRef="#ctx0" brushRef="#br0" timeOffset="67263.12">14052 5079 74 0,'0'0'123'15,"0"0"-15"-15,0 0 6 0,0 0-8 0,-5-7-1 16,5 7-2-16,0 0-3 0,0 0-2 0,0 0-5 15,-2-7-7-15,2 7 5 0,0 0-3 0,0 0-4 16,0 0 1-16,0 0-5 0,0 0-3 0,0 0 0 16,0 0 3-16,0 0-8 0,0 0-3 0,0 0-4 15,0 0-8-15,0 0 0 0,0 0-6 0,0 0-6 16,0 0-3-16,0 0-6 0,0 0-2 0,0 0 1 16,0 0-8-16,0 0-7 0,0 0 0 0,0 0-2 15,0 0-6-15,0 0-1 0,0 0-4 0,0 0 3 16,0 0-6-16,0 0 3 0,0 0-3 0,0 0-2 15,0 0 2-15,0 0-5 0,0 0 1 0,0 0 3 16,2 26 2-16,-2-18 0 0,0-1-4 0,3 2 5 16,-2 1-6-16,0-1 8 0,1 0-8 0,0-2-2 15,-2 4 4-15,2 1 7 0,1-2-7 0,-3 3 4 16,4-1 5-16,-4 0-2 0,1 1 3 0,-1 0 5 16,2-2 3-16,-2 6 6 0,0-2 0 0,-2-2-3 15,4 2-3-15,-2-3-3 0,0 0-1 0,2 3-3 16,-2 1 3-16,0-4 0 0,-2 4-3 0,4-3-2 15,-4 1 3-15,2 2-6 0,0-3 2 0,0-1-4 16,-2 2 3-16,2 0-4 0,0-2 4 0,0 3 5 16,-1-3 2-16,1 0-11 0,0-2 0 15,-1 2 0-15,1 0-2 0,-3-1 5 0,6 1-3 0,-6-1-1 16,3 2-2-16,0-1 3 0,0-1-2 0,0 1-2 16,3-2 2-16,-3 3-1 0,1-3 10 0,0 1-12 15,-1 0 0-15,0-1 3 0,2 0-1 0,-2 2 1 16,0-2-2-16,2 2 1 0,-2-2 1 0,2-1-3 15,0 2 10-15,-2-2-11 0,0 1 3 0,2 0 0 16,0 0 1-16,-1-2-2 0,-1-1 0 0,0 1 3 16,0 2 1-16,2-1-4 0,0-1 1 0,-2 1 2 15,2-2-3-15,-2-7 1 0,2 12 0 0,-2-4 2 16,0-8-1-16,2 11-1 0,1-4 3 0,-2-2-2 16,-1-5 4-16,0 13-5 0,0-13 2 0,0 10-2 15,0-10 2-15,0 11 5 0,2-6-11 0,-2-5 4 16,0 10 3-16,0-10-1 0,0 0-1 0,2 10-2 15,-2-10-1-15,0 0 0 0,0 9 3 0,0-9-2 16,0 0 0-16,2 4 2 0,-2-4-4 16,0 0-1-16,0 0 5 0,0 0-1 0,0 0 1 15,0 0-3-15,0 0 2 0,0 0 1 0,0 0 0 16,0 0-2-16,0 9 1 0,0-9 0 0,0 0-1 0,0 0-1 16,0 0 2-16,0 0-4 0,0 0 5 0,0 0-2 15,0 0 2-15,0 0-5 0,0 0 4 0,0 0-3 16,0 0 2-16,0 0-1 0,0 0 2 0,0 0-3 15,0 0 2-15,0 0 6 0,0 0-10 0,0 0 5 16,0 0-1-16,0 0 5 0,0 0-7 0,0 0-1 16,0 0-1-16,0 0 1 0,0 0 2 0,0 0-2 15,0 0 0-15,0 0 2 0,3 6-2 16,-3-6 1-16,0 0-1 0,0 0 2 0,0 0-1 16,0 0 1-16,0 0 1 0,0 0-2 0,0 0 0 15,0 0 0-15,0 0 1 0,0 0-1 0,0 0 1 16,0 0 4-16,0 0-2 0,0 0-3 0,0 0 2 0,0 0-2 15,0 0 1-15,0 0 2 0,0 0-2 0,0 0 1 16,0 0 3-16,0 0-2 0,0 0 1 0,0 0 1 16,0 0-1-16,0 0 7 0,0 0 8 15,0 0 3-15,0 0 8 0,0 0-3 0,0 0 1 0,0 0 3 16,0 0 0-16,0 0-2 0,0 0 3 0,0 0-3 16,0 0 4-16,0 0-1 0,0 0-2 0,0 0 4 15,0 0-1-15,0 0-2 0,0 0 9 0,0 0 3 16,0 0-11-16,0 0 0 0,0 0-5 0,0 0 7 15,0 0-7-15,0 0 0 0,0 0 2 0,0 0-1 16,0 0 4-16,0 0-2 0,0 0 0 16,0 0-7-16,0 0 2 0,0 0-6 0,0 0 0 0,-21-13-6 15,21 13 3-15,-7-3-7 0,7 3 6 0,-9-2-3 16,0 0-5-16,9 2 1 0,-11-3-5 0,5 2 0 16,-1-2 2-16,-3 1 1 0,10 2-2 0,-17-5 0 15,5 3 10-15,3 1-10 0,-4-2-1 0,1 1 3 16,0 0-14-16,-3 0 6 0,0 2-3 0,-1-2 8 15,-1-1 2-15,-2 1-2 0,2 1-2 0,3-1 4 16,-2 0 0-16,-4 0-2 0,2-1-8 0,0 1 0 16,-2 0 3-16,0-1-5 0,-1 3-7 0,-3-2 4 15,3 0-6-15,-8-2 3 0,3 2-1 0,-1 0 1 16,-1 0-3-16,-1 0 2 0,6 2 1 16,-6-1-5-16,0-1 4 0,9 0-2 0,-2-1 1 0,-1 1 0 15,0-2-1-15,4 1 3 0,-8 0-3 0,4 3 4 16,0-2-1-16,4 0 0 0,-4-1 11 0,-4 0-15 15,0 1 6-15,-2-2 2 0,9 3-2 0,-3 0 1 16,-4 0 0-16,-2-1 6 0,-3-1 4 0,-3 3-7 16,3 0 1-16,-3 2 0 0,3-2-1 0,-1 2 2 15,3-2 3-15,-1 1-2 0,1 1 1 0,2 2 2 16,0-1-1-16,-1 0-2 0,6 1-2 0,-4-1 3 16,6 0 4-16,2 1-3 0,-2-1 3 0,4-1-3 15,-1 2-1-15,0-1 4 0,-2 1-2 0,1-1 7 16,2 0-6-16,1 0-3 0,-1 1-1 15,0-1 4-15,0-1-4 0,-3 2 13 0,6-2-12 0,-4 1 2 16,-2 0-3-16,2 1 6 0,0-3-2 16,0 2 6-16,0 2-5 0,-1-3 7 0,4-1-11 15,1 1 6-15,1 1 1 0,0-2-6 0,-1-1 1 0,1 2 3 16,1 0-1-16,1-1 0 0,1 1-1 16,2-1 2-16,-1-1 9 0,9 0-10 0,-13 1 3 0,13-1-4 15,-11 2 2-15,11-2 4 0,-9 1-6 0,9-1 0 16,0 0-5-16,-9-1 8 0,9 1-2 0,0 0-2 15,0 0 2-15,0 0 3 0,0 0-4 0,0 0-3 16,-14 0 3-16,14 0 1 0,0 0-2 0,0 0 1 16,0 0 2-16,0 0-4 0,0 0 1 15,0 0 4-15,0 0-5 0,0 0 3 0,0 0-2 0,0 0 3 16,0 0 0-16,0 0-2 0,0 0-3 0,0 0-1 16,0 0 7-16,0 0-7 0,0 0-4 15,0 0-6-15,0 0-10 0,0 0-19 0,0 0-15 16,0 0-23-16,0 0-23 0,0 0-27 0,0 0-32 15,0 0-29-15,0 0-27 0,0 0-20 0,0 0-155 0,0 0-429 16,0 0 190-16</inkml:trace>
  <inkml:trace contextRef="#ctx0" brushRef="#br0" timeOffset="69728.23">8787 6091 163 0,'-11'-2'160'0,"11"2"-8"0,0 0-8 15,0 0-6-15,0 0-3 0,0 0-15 0,-8-2-1 16,8 2-12-16,0 0-2 0,0 0-5 0,0 0-16 16,0 0 2-16,0 0 2 0,0 0-8 0,0 0-6 15,0 0-4-15,0 0-7 0,0 0-3 0,0 0-8 16,0 0-5-16,0 0-4 0,0 0-6 0,0 0-3 16,33 6-1-16,-21-4-2 0,2 0-3 0,5-2-5 15,0 0 0-15,0 2-1 0,3-2-7 0,6 3 0 16,0-3 0-16,2 2 2 0,1 0 0 0,5-3 0 15,1 4 0-15,2-2-2 0,-1-4-2 0,0 1 0 16,-2-2-3-16,1 6 1 0,0-2-6 0,-4 2 4 16,-1-2-2-16,-2 0-5 0,-11 0 3 0,1 2-3 15,-2 0 1-15,-5-2-3 0,0 1 2 0,1-1-1 16,-4 2-1-16,-2 0 3 0,1-1-4 0,-3 0 3 16,-6-1-3-16,13 3 1 0,-13-3 1 0,9 0-1 15,-9 0 1-15,8 3 0 0,-8-3-1 0,6 2 1 16,-6-2 0-16,0 0 1 0,0 0-1 0,9 0-1 0,-9 0 0 15,0 0 3-15,0 0-3 0,0 0 3 16,7 2-2-16,-7-2-1 0,0 0 4 0,0 0-5 16,0 0 2-16,0 0 1 0,0 0-3 0,0 0 1 15,0 0 2-15,0 0-1 0,0 0 2 0,0 0 2 16,0 0 3-16,0 0 8 0,0 0 2 0,0 0 7 16,0 0 1-16,0 0 4 0,0 0-4 0,0 0 1 15,7-7-3-15,-7 7-4 0,3-5-1 0,-3 5 2 16,2-9-6-16,-2 9 0 0,1-8 1 0,-1 8-1 15,4-10-1-15,-2 6 2 0,-2 4-2 0,5-10-7 0,-2 4 4 16,-3 6-3-16,4-9 0 0,-1 3-2 16,-3 6-2-16,5-8 4 0,-1 6-4 0,-4 2-3 15,6-7 5-15,-1 5-3 0,-5 2 1 0,12-5-1 16,-6 3-1-16,-6 2 1 0,14-1-2 0,-14 1 0 16,16 1-2-16,-7 2-1 0,2 1-2 0,-5-2 2 0,3 3 2 15,-1 0-3-15,2 2 1 0,-1-1 3 0,-1 3-2 16,1-1 1-16,0 0 0 0,-3 2 0 15,1-2 1-15,-2 0 3 0,3 0-5 0,-2-1 0 16,-1-1 0-16,-1-1 4 0,0 1-2 0,1-2 5 0,0 1-2 16,-2 0-3-16,-3-5 1 0,8 5-1 0,-4-3 2 15,-4-2 2-15,8 3 0 0,-8-3 0 0,0 0-3 16,15-5 3-16,-7 0-2 0,1-3 3 16,-1-1-1-16,2 0 3 0,0-3 3 0,2-2-7 15,-3 1 4-15,2-1-3 0,-1 0-4 0,0-2 1 0,2 0 3 16,-1 0-4-16,3 0 2 0,-1 3 0 0,0-1-1 15,-3 3-2-15,-2 2 0 0,1 1-1 0,-2 0 0 16,2 3-2-16,-1 3 3 0,2-2-2 0,-2 4 1 16,-8 0 1-16,16 2-3 0,-7 2 1 0,2-1-2 15,-1 3 2-15,-3-1-1 0,3 3-1 0,-2 0 2 16,1 0-1-16,-1 1 3 0,0-2-4 0,-1 2 2 16,1 0 3-16,-2 0-4 0,2-2 4 0,0 1-2 15,-2-1 2-15,-1-1 2 0,2-1 0 16,-3-1-4-16,1 3 3 0,1-5 1 0,-1 3-3 0,-5-5 3 15,9 5-3-15,-5-3 5 0,-4-2-1 0,10 2 0 16,-10-2 2-16,10 0-2 0,-10 0 3 0,8-4-3 16,-2 1 0-16,2-1 0 0,-2-1 1 0,2-2-2 15,-1 1 1-15,1-3-2 0,1 1 1 0,0-1-3 16,0 0 3-16,0 0-4 0,0 1 0 0,1 2-1 16,0 0 3-16,-2-1 0 0,1 4-5 0,1-1-6 15,-3 1 3-15,-7 3-2 0,15 0 1 0,-6 1 0 16,1 3 2-16,-1 1 0 0,-1 2 1 15,1 0 0-15,-1 0-1 0,2 1 4 0,-1-1-2 0,-2 1-1 16,1 0 4-16,0-1-1 0,1 1 2 0,-3-1 0 16,-1-2 0-16,3 1 0 0,-2-1 4 0,3-1-2 15,-2 2 1-15,-1-4 0 0,-1 0 1 0,-5-2-3 16,10 3 6-16,-10-3-3 0,12 0 2 16,-12 0 2-16,10-4-1 0,-2 1-1 0,-2-3 0 0,0-1 1 15,1-1 2-15,-2 1 4 0,3-3-4 0,-3-1 2 16,2 1-3-16,-1 0 0 0,0 0 1 0,1 0-5 15,0-1 2-15,-1 2-3 0,1-1 1 0,0 2-4 16,0 1 0-16,-5 2 0 0,3 2-1 0,-5 3-9 16,7-7-2-16,-7 7 0 0,10 2 1 0,-10-2-2 15,10 5 2-15,-5-1 4 0,1 4 0 0,-1-1-1 16,5 3 3-16,-2 0-2 0,-3 1 1 0,2-1 2 16,1-1 1-16,-2 0 3 0,-1 0-3 0,1 1 0 15,0 1 2-15,0-2-4 0,2-1 5 0,-2 0 0 16,1-1 4-16,2-1-3 0,-4-1 2 0,3 1-3 15,1-2 0-15,2 2 4 0,-2-4 1 0,3 0-2 16,1-2-3-16,4 0 2 0,1 1-1 0,0 1 3 16,10-2-2-16,-8-3-1 0,9 0-3 0,-1-2 2 15,0 0 4-15,1 1 0 0,1-1-7 0,0 0 0 16,1 3 3-16,1-4-1 0,-2 3 1 0,2 1-1 16,-2-4 4-16,-2 2-2 0,3-1-4 0,-1 2-1 15,-4-1 4-15,1 1-7 0,-7 1 5 0,10-1-3 16,-9-1 1-16,0 3 2 0,2-2-4 0,6 1 4 15,-6 0-2-15,4-1 1 0,-5 0 3 0,-2 2-4 16,3-1-2-16,-5 0 4 0,4 2-2 0,-1 0 0 16,-2-1 3-16,2-1-2 0,-2 1 2 0,2 1-3 15,-3-1 3-15,3 1-2 0,-4 0 0 0,2-2-1 0,-2 2 3 16,2-2-2-16,1 1 1 0,0 0-2 16,0 1 2-16,-3 0 2 0,2-2-2 0,-1 2 2 15,0 2-1-15,0-2-2 0,-2 1 5 0,6-2-4 16,-7-1-1-16,6 2 2 0,-1 0-1 0,-2-2-1 15,1 2 2-15,1 0-2 0,-1-2 0 0,0 2-1 0,1-1 2 16,-5-1 3-16,4 0-3 0,-6 2-2 16,1-1 2-16,-5 0-3 0,2 0-9 0,0-1-3 15,0 1 1-15,0 1-8 0,-1 1-3 0,-10-1-5 16,9-2-9-16,-9 2-12 0,10-1-8 0,-10 1-13 0,0 0-13 16,7 1-20-16,-7-1-23 0,0 0-26 0,0 0-22 15,0 0-21-15,0 0-112 0,0 0-336 0,0 0 149 16</inkml:trace>
  <inkml:trace contextRef="#ctx0" brushRef="#br0" timeOffset="72002.37">9995 5282 184 0,'0'-9'220'16,"-4"-1"-9"-16,3 0-3 0,1 3-6 0,0 7-5 15,0-12-6-15,0 12-8 0,-3-9-9 0,3 9-22 16,-1-7-14-16,1 7-16 0,0 0-15 0,0 0-13 15,1-10-11-15,-1 10-12 0,0 0-9 0,0 0-3 16,0 0 0-16,0 0-1 0,5 34-5 0,-2-19-4 16,-2 3-4-16,0 0-3 0,1 3-4 0,-1-3 1 15,-2 7-2-15,2-5-3 0,-2-2-4 0,-1-2-2 16,2 1-3-16,-1-1-1 0,2 3-4 0,-3-4-16 16,2-2-27-16,1-2-25 0,-2 2-21 0,1-4-39 15,0 2-30-15,0-3-24 0,0 0-29 0,0-8-17 16,1 10-8-16,-1-10-131 0,0 0-376 0,-1 9 167 15</inkml:trace>
  <inkml:trace contextRef="#ctx0" brushRef="#br0" timeOffset="72317.14">10011 5187 42 0,'6'-17'87'0,"-3"6"-4"15,4-1-7-15,-2 3-1 0,-1 3-11 0,-1 1-6 16,1 1-12-16,-4 4 0 0,9-6-7 0,-9 6 1 15,9 1-10-15,-9-1-1 0,9 6 3 0,-5-2 8 16,0 4 6-16,1 1 10 0,-5 3-2 0,0 1 3 16,-1 3-7-16,-3 0 0 0,-1 0-2 0,-3 1-3 15,-3 0-2-15,-1-1-7 0,2-3-3 0,-2 1-3 16,3-5 0-16,2-1 2 0,0 1-3 0,1-2 3 16,0-1-6-16,2-2-1 0,4-4 3 0,-7 8-4 15,5-4-2-15,2-4-5 0,0 0-1 0,-7 3-4 16,7-3-3-16,0 0 4 0,-3 6-6 0,3-6 0 15,0 0 2-15,0 0-4 0,7 11 1 0,-2-8 0 16,2 2-4-16,-1-1 2 0,4 2-3 0,4 4 9 16,-2-5-11-16,4 5-19 0,1 0-19 0,-3-5-28 15,3 1-35-15,-2 2-31 0,-1 1-92 0,-4 0-242 16,1-5 107-16</inkml:trace>
  <inkml:trace contextRef="#ctx0" brushRef="#br0" timeOffset="72650.07">10312 5311 87 0,'7'-4'110'0,"-7"4"-8"0,6-2-14 0,-6 2-6 0,0 0-8 16,10-3 1-16,-10 3-6 0,0 0-2 0,0 0-3 15,0 0 0-15,10 4 7 0,-10-4 3 0,1 8 8 16,-1-8-3-16,-4 13-6 0,4-13-8 0,-5 16-6 15,-2-6 1-15,2-2-8 0,-1 1-8 0,1-1-2 16,1 0-7-16,1-3-6 0,-1 0 2 0,0 1-9 16,4-6 0-16,-3 11-3 0,3-11-2 0,-1 10 0 15,5-2-5-15,-3 2 4 0,4-5 1 0,-1 2-6 16,1 3-2-16,0-3-4 0,2 3 5 0,-2-1 0 16,2 1-8-16,-1-3 5 0,-1 3-4 0,-1-3-2 15,-2 2 7-15,2-1-2 0,-3-1-4 0,3-1 4 16,-3 1 2-16,-1-7-16 0,0 14-16 0,0-14-1 15,-5 13-22-15,0-8-27 0,0 3-43 0,-3-2-153 16,-4 2-291-16,1-4 130 0</inkml:trace>
  <inkml:trace contextRef="#ctx0" brushRef="#br0" timeOffset="73417.91">8755 6008 16 0,'-4'-6'212'0,"4"6"-13"0,0 0-17 0,-4-6-17 15,4 6-16-15,0 0-13 0,0 0-13 0,0 0-8 16,-19 17-4-16,12-6-4 0,-2 6 5 0,-2-1-17 16,0 9-7-16,2-8-8 0,2 2-8 0,0-2-9 15,3 0-5-15,2 1-4 0,0-2-5 0,4-5-4 16,-1 1-7-16,3-2-4 0,2 2-2 0,-1-3-4 15,2-1 2-15,3 1-4 0,0-3 1 0,1 0-4 16,2-5-2-16,-1 2 0 0,1-2-2 0,-1-1 3 16,1-2 4-16,1 0 2 0,3-3 1 0,-4 1 6 15,-2-3 2-15,-1-1 12 0,-1 0-2 0,0 1 2 16,-2-1-2-16,-2-3 0 0,-3 0-8 0,1-1-1 16,-2 0 0-16,-3 1-4 0,-1-5-7 0,-2 1-4 15,-4-2-4-15,-1 3-1 0,-3 1-6 0,1 1-6 16,-3 1-13-16,1 0-8 0,-3 1-11 0,3 4-21 15,-4-1-23-15,4 4-23 0,-2 3-25 0,-2 3-34 16,-1 1-28-16,-8 4-20 0,1 7-24 0,1-1-121 16,2 3-374-16,-2 1 166 0</inkml:trace>
  <inkml:trace contextRef="#ctx0" brushRef="#br0" timeOffset="73900.82">7734 6471 178 0,'-6'-4'213'0,"6"4"-24"0,-4-6-21 0,4 6-19 16,0 0-17-16,0 0-13 0,0 0-14 0,0 0-10 15,0 0-10-15,0 0-5 0,7 27-3 0,1-13-1 16,1-2-5-16,-1 5-1 0,2 0-5 0,-2-1-6 16,0 1-3-16,3-2-11 0,-2-2-3 0,1 2-2 15,-2-4-5-15,-1-1-3 0,1-1-2 0,1 0 1 16,-3-2-1-16,1 0-6 0,-2-3 2 0,-3 2-3 15,2-2-1-15,1 0 1 0,-5-4 2 0,4 4 18 16,-4-4 18-16,0 0 21 0,5 3 20 0,-5-3 10 16,0 0-9-16,0 0-9 0,8-11-14 0,-7 1-2 15,2-1-13-15,-2 0-6 0,2-6 0 0,0 0-8 16,0-8-2-16,-1 1-10 0,0 3-3 0,-1-3-5 16,0-3-2-16,-1 9-5 0,2-1-7 0,-1 2-11 15,-1 2-1-15,1 3-13 0,-1 3-23 0,0 0-26 16,1 3-37-16,-1 6-41 0,2-8-41 0,-2 8-22 15,0 0-7-15,0 0 18 0,0 0-3 0,0 0-2 16,6 27-14-16,-3-10-122 0,-1-1-353 0,3 1 157 16</inkml:trace>
  <inkml:trace contextRef="#ctx0" brushRef="#br0" timeOffset="74150.09">8117 6602 49 0,'11'0'105'0,"-1"3"-3"0,3-2 3 16,-7 2-16-16,4-1 1 0,-1 1 8 0,-1 1 10 15,1 1 4-15,-3-1-2 0,-1 3-3 0,4 1 3 16,-5 2 10-16,-1-1-8 0,-1 2-6 0,-1-1-3 16,1 3-1-16,-4 0-6 0,2-1-7 0,-1-1-6 15,0 0-7-15,0-1-3 0,-2 1-5 0,0-3-7 16,2-2-7-16,1-6-4 0,-2 9-7 0,2-9-4 16,0 0-8-16,-2 9-2 0,2-9 3 0,0 0-10 15,4 10-1-15,-4-10 1 0,12 1-9 0,-3-2-5 16,6-2-12-16,4 0-17 0,3-3-26 0,7-6-35 15,3 1-31-15,3-3-34 0,12-7-32 0,2 1-25 16,-2-3-104-16,0 0-331 0,4-1 146 0</inkml:trace>
  <inkml:trace contextRef="#ctx0" brushRef="#br0" timeOffset="75383.09">8638 5110 32 0,'0'0'148'0,"3"-7"2"0,-3 7 3 0,0 0-10 0,2-10 1 16,-2 10-4-16,0 0-9 0,0 0 0 0,1-10-3 16,-1 10-4-16,0 0-5 0,0 0-2 0,1-6-10 15,-1 6 1-15,0 0-7 0,0 0-6 0,0 0-4 16,0 0-8-16,1-7-5 0,-1 7-3 15,0 0-6-15,0 0-5 0,0 0-5 0,0 0-6 0,0 0-1 16,0 0 3-16,0 0-11 0,0 0-3 0,0 0-2 16,0 0-4-16,0 0-2 0,0 0-4 0,0 0 2 15,0 0-2-15,0 0-6 0,0 0 3 0,0 0-8 16,0 0 6-16,0 0-10 0,0 0-2 16,0 0-6-16,0 0-1 0,0 0-2 0,0 0-1 15,0 0 1-15,0 0-2 0,0 0 0 0,0 0-1 0,0 0 0 16,0 0-2-16,0 0 2 0,-8 23 6 15,5-13-9-15,2 0 6 0,-2-2-4 0,5 2 3 16,-4 0 6-16,2-1-11 0,-1-2 0 0,1-7 5 16,4 15-4-16,-3-8 4 0,0 0 4 0,3-1-6 15,0 1-1-15,-2-4 3 0,4 3 1 0,0-3-4 16,0 1 3-16,2-1-1 0,1-1 4 0,0-1-2 16,2-1 0-16,0 0-3 0,-2 0 0 0,-2-1 3 0,6-1 0 15,-5 2 8-15,1-3-8 0,1-2 0 0,-4 3 4 16,3-4-3-16,-1 0 1 0,-2 1 1 15,-1 1-4-15,1-1 4 0,-3-4-5 0,3 0 1 16,-5 0 2-16,1-1-4 0,0-1-6 0,0 0 10 16,-4-1-11-16,0 2 3 0,0 0-2 0,1 0 1 0,-3-1 3 15,0 4-4-15,-1-3-2 0,-1 3 0 0,3 2-7 16,-4 0-6-16,2 0-7 0,-1 2-5 0,-3-2-12 16,0 3-11-16,9 2-15 0,-17 2-7 15,10 0-12-15,-3 2-22 0,0 1-17 0,1-2-34 16,2 5-17-16,1-2-19 0,-1 2-134 0,-1-1-359 15,4 0 159-15</inkml:trace>
  <inkml:trace contextRef="#ctx0" brushRef="#br0" timeOffset="77372.41">8898 5078 46 0,'-10'0'118'0,"10"0"-18"0,-10-1-2 0,10 1 7 16,0 0-5-16,-10 1-5 0,10-1-5 0,0 0-1 16,0 0-15-16,0 0 14 0,0 0-20 0,-11-1-3 15,11 1-4-15,0 0-11 0,0 0 1 0,0 0-4 16,0 0-5-16,0 0 1 0,0 0-11 0,0 0 0 16,0 0 5-16,0 0 2 0,0 0-2 0,36-4-9 15,-22 1 2-15,5 2-1 0,3-3-4 0,9 0 6 16,-6 0-4-16,5 0 2 0,-2-1-3 0,0 2-4 15,0-2-9-15,1 1 9 0,2-3 3 0,2 2-5 16,-3-1-1-16,-1 0-2 0,2 0-5 0,-1 0 6 16,4 2-11-16,-1 0 9 0,2 0-4 0,0-1 0 15,-3 1-1-15,-1 1 0 0,0-2 0 0,-3 2-4 16,-1-1 2-16,-7 3 0 0,0-2-4 0,-2 3 10 16,-4-1-7-16,0-1 5 0,-1 1 0 0,0-1-2 15,-4 2 3-15,2 0 0 0,-4-1-4 0,-7 1-3 16,13-2 1-16,-13 2-3 0,7 0 4 0,-7 0-2 15,0 0-2-15,12 0-1 0,-12 0-2 0,0 0 1 16,0 0 4-16,6-2-1 0,-6 2-1 0,0 0-2 16,0 0 1-16,0 0-1 0,0 0-2 15,0 0-1-15,9 0 1 0,-9 0-1 0,0 0 3 16,0 0-3-16,0 0-2 0,0 0 2 0,0 0-3 0,0 0 0 16,0 0 3-16,0 0 0 0,0 0-1 0,0 0 2 15,0 0-2-15,0 0 4 0,0 0-5 0,0 0 2 16,0 0-2-16,0 0 4 0,0 0-3 0,8 3 2 15,-8-3-3-15,0 0 4 0,6 4-1 0,-6-4 1 16,0 0 0-16,5 1-1 0,-5-1 1 0,0 0 1 16,7 3-3-16,-7-3 4 0,0 0-5 0,0 0 4 15,0 0 0-15,0 0 0 0,0 0-4 0,0 0 11 16,9 1 5-16,-9-1 7 0,0 0 8 0,0 0 3 16,0 0 7-16,0 0-4 0,0 0 1 15,0 0-5-15,0 0-6 0,0 0 0 0,6-9-4 0,-6 9-1 16,2-7-2-16,-2 7-3 0,4-7-2 0,-4 7-1 15,4-8-3-15,0 1 0 0,-1 2-3 0,-3 5 5 16,7-9 5-16,-2 2-10 0,0 4 0 16,-5 3-4-16,9-10 5 0,-2 6-2 0,-2 1-2 15,1 0-2-15,2 1-2 0,0 0 1 0,-8 2 0 0,16 0-1 16,-6 0-2-16,-2 3 2 0,2 1-2 0,-2-3 4 16,-2 4-4-16,3 3 1 0,0-2-2 0,0 0 5 15,0 0-5-15,-2 0 3 0,-1-1-2 0,4 3 2 16,-2-1 0-16,2-1 2 0,-4 0-4 15,1-1 2-15,-2 1 0 0,1-3 3 0,1 1 4 16,-7-4-5-16,6 5 1 0,-6-5 0 0,7 3 0 16,-7-3 1-16,5 3 2 0,-5-3-1 0,0 0 1 0,0 0 0 15,10 0 2-15,-10 0 5 0,0 0 2 0,10-7 0 16,-10 7 7-16,7-8-10 0,-4 1-4 16,1-1 2-16,1-1-4 0,3 2 2 0,-6-3-4 15,4 3 4-15,-1-2-1 0,-1-1-1 0,2 3 1 16,-3 0-2-16,4 0-1 0,0-2-6 0,-4 4 4 0,1 1-5 15,-4 4 0-15,8-7 0 0,-2 4-4 0,-6 3 0 16,11-3-1-16,-11 3 2 0,10 3 0 0,-10-3 2 16,14 3 0-16,-8 1-2 0,2 2 1 15,-2-3 2-15,3 3-3 0,-2 0 4 0,-1-1-2 16,-1 0 3-16,5 2 3 0,-3-3-2 0,-2 1-1 16,1-3-3-16,-1 3 2 0,3 0 3 0,-3-3 1 15,1 1 1-15,0 0-1 0,-6-3 0 0,12 3-1 0,-5-3 6 16,-7 0-2-16,11-3-2 0,-6 0 0 15,3 0 0-15,-2-1 1 0,0-2-2 0,1 0 1 16,1-3 5-16,1 1-8 0,-3 0-1 0,1-1 2 16,2 1 3-16,-3-1-2 0,0 1 0 0,-1 1-4 15,2-1 7-15,-2 0-7 0,1 3 4 0,-1 0-1 16,-1 0-1-16,-4 5-1 0,8-6-2 0,-8 6 6 0,6-6-8 16,-6 6-7-16,10 0 7 0,-10 0-1 15,10 6 0-15,-4-3 1 0,-1 2 2 0,3 2 0 16,-2 2-1-16,0 0 1 0,1 0-2 0,-1 0 1 15,2-2 3-15,-3 2-2 0,0 0 3 0,-1-1-2 16,1 1 0-16,0-2 1 0,2-2 1 0,-4 0-1 0,3 0 2 16,-3-1-4-16,-3-4 3 0,8 6 1 15,-4-2 1-15,-4-4 3 0,6 4-1 0,-6-4 1 16,0 0 0-16,0 0-1 0,0 0 1 0,13-4-2 16,-13 4 2-16,10-8-3 0,-5 4-1 0,-1-1 3 15,0 0-2-15,0 0-3 0,1-3 3 0,1 0-3 16,3 0 2-16,-2-3-3 0,-1 5 9 0,-1-3-10 15,0 4 2-15,3-2-4 0,-4 2 1 0,1 1 0 16,4 1-1-16,-3 0-1 0,-6 3 4 0,12-6-4 16,-7 5 1-16,-5 1 0 0,10 0 0 0,-10 0 0 15,13 3 1-15,-8 0-1 0,-5-3 0 0,10 5 4 16,-5 1-3-16,3-3 2 0,-2 1 3 0,0 1-2 16,0-1-3-16,0 3-1 0,3-1 4 0,-2 0 0 15,-1 2 1-15,3-2-2 0,0 3-1 0,0-2 3 16,0 0 0-16,9 0 0 0,-5-2-4 0,6-2 2 15,-3 3-1-15,3-2 0 0,2-2 0 0,0-1-3 16,1 0 0-16,8 1-4 0,-9-1 4 0,10 0-3 16,-2-1-4-16,1 0 0 0,-1 1 3 0,1-1-2 15,-3-2 2-15,1 2-3 0,-1-1-2 0,2-1 1 16,0 1 0-16,-2-1-1 0,1 2 5 0,0-1-2 16,0 0 1-16,-7-1-1 0,7-1 2 0,-4 2 4 15,3 0-4-15,1-2-4 0,7-1 6 0,-8 2-4 16,3-3-1-16,-2 2 1 0,4 1 3 0,0-1-3 15,-1 1-2-15,2-1 5 0,1 0 0 0,-3-3-5 16,4 2-4-16,2 3 2 0,-4 1 2 0,5-2 0 16,-3 1 0-16,1-1 3 0,2 0 2 0,-2 0-2 15,1 2 1-15,0-3-1 0,-1 1 1 0,2 0 3 16,-4 2 0-16,0-2 4 0,4 2-3 0,-6-1 1 16,3 1 0-16,-1 0-4 0,0 0 2 0,-3 0-1 15,-1 1 3-15,-1 3 3 0,2-3-2 0,-2-1-4 16,1 1 2-16,3 1 0 0,-6-1-2 0,2 0 3 15,1-1 2-15,-1 0-1 0,-2 1 2 0,1-1 0 16,-5 0-2-16,2 0 3 0,2-1 0 0,-4 1-3 16,-2 1 2-16,0-1 2 0,2 0 3 0,6-2-6 15,0 3 1-15,-9 0-4 0,7-1 6 0,4 0-1 16,-3-1 7-16,3 2-7 0,-2-3 0 0,0 1 0 16,1-1 4-16,-10 1-1 0,11 0-3 0,-3 1 1 15,-4-2-4-15,5 2-7 0,-7 0 14 0,8-3-4 16,-1 4 2-16,-2-2 1 0,2-2-7 0,1 2 5 15,-1-1 4-15,0 0-7 0,-3 2 3 0,3-2-2 16,-2 2 4-16,1 0-3 0,-10-2 2 0,4 1 1 16,0 1 1-16,-5-1 1 0,-4 1-5 0,1-2-1 15,3 1 2-15,-3 1-1 0,-5-2 2 0,0 4-3 16,-3-2 1-16,-6 0 1 0,12 0 0 0,-12 0-1 16,9 0-8-16,-9 0-10 0,0 0-5 0,8 0-14 15,-8 0-14-15,0 0-20 0,0 0-15 0,0 0-16 16,5 3-30-16,-5-3-17 0,0 0-106 0,0 0-276 15,0 0 122-15</inkml:trace>
  <inkml:trace contextRef="#ctx0" brushRef="#br0" timeOffset="79755.07">10424 4287 122 0,'-1'-13'176'0,"0"7"-2"0,-1-3-5 15,2 9-2-15,0-12-1 0,0 12-2 0,-2-9-7 0,2 9-2 16,-1-6-15-16,1 6-13 0,0 0-11 0,-3-7-20 15,3 7-11-15,0 0-8 0,0 0-11 0,0 0-8 16,0 0-6-16,0 0-6 0,0 0-6 0,0 0 0 16,5 31 1-16,-2-21-9 0,2 3 1 0,-3 3-4 15,-1-1 4-15,2-4-8 0,-2 2 0 16,2-1-5-16,0 3-1 0,-2-2-1 0,0-2 0 0,2 2-3 16,-2-4-2-16,0 2-6 0,1-2-24 0,0 0-18 15,-2-9-22-15,1 19-26 0,1-13-31 0,-2-6-17 16,0 13-34-16,0-13-13 0,0 12-146 15,0-12-350-15,0 0 154 0</inkml:trace>
  <inkml:trace contextRef="#ctx0" brushRef="#br0" timeOffset="80066.98">10547 4137 52 0,'14'-6'105'0,"-5"2"-4"0,2 1-19 16,-3 2-6-16,-8 1-7 0,13 4 10 0,-7-2-9 16,1 3-3-16,-2 1-2 0,-1 4 7 0,-2 2 2 15,-3-1 0-15,-2 5-8 0,-4 3-2 0,-1 0-8 16,-4 4 0-16,2-7-6 0,-1 0-11 0,-1-1 4 16,2-2-6-16,-1-2 0 0,0-1-6 0,3-3 2 15,2-2-1-15,2-1-4 0,1 1 1 0,3-5-1 16,-7 7-3-16,7-7-10 0,-5 5 11 0,5-5-2 15,-4 4 0-15,4-4-1 0,0 0-3 0,0 0 1 16,0 0-1-16,13 10 2 0,-8-7-8 0,6-2 2 16,1 2-4-16,0-1-2 0,2-1-17 0,0 2-11 15,4 1-31-15,-2-4-30 0,0 0-29 0,-5 3-26 16,2-3-115-16,-4 2-270 0,-9-2 120 0</inkml:trace>
  <inkml:trace contextRef="#ctx0" brushRef="#br0" timeOffset="80333.87">10786 4317 78 0,'5'7'131'0,"-5"-7"-5"0,1 10-5 0,-1-10 5 16,3 17 5-16,-6-8-10 0,-1 2-3 0,2 0-3 15,-1 0-13-15,1-2 4 0,2-9-13 0,-5 12 0 16,5-12-13-16,-4 11-5 0,4-11-5 15,-3 9-8-15,3-9-6 0,0 0-8 0,-2 9-3 0,2-9 0 16,0 0 2-16,12 7-8 0,0-7-4 0,8 2-10 16,2-4 3-16,6 0-13 0,2-3-7 0,-1 0-18 15,0 1-19-15,-2-2-30 0,-4 3-31 0,5-1-31 16,-9 1-35-16,-6 2-123 0,-2-2-303 0,-11 3 134 16</inkml:trace>
  <inkml:trace contextRef="#ctx0" brushRef="#br0" timeOffset="81168.03">7935 5136 176 0,'-4'-8'250'0,"4"8"-15"16,0 0-26-16,0-8-21 0,0 8-16 0,0 0-17 16,0 0-17-16,0 0-14 0,-4-7-20 0,4 7-3 15,0 0-18-15,0 0-10 0,0 0-12 0,0 0-5 0,0 0-3 16,11 18-5-16,-5-10 0 0,-1 3-9 16,2 2 1-16,2 1-3 0,-1 1 0 0,0-1 0 15,2 1-7-15,-1-2-7 0,-2 2 1 0,-1-5-3 16,-1 0-1-16,1-1-1 0,-1-1-2 0,-1-1-3 15,0-2-5-15,-3-1 3 0,-1-4-2 0,7 7 2 16,-7-7 1-16,2 5 7 0,-2-5-8 0,4 4 17 16,-4-4 14-16,0 0 14 0,0 0 11 0,0 0 0 15,0 0 10-15,0 0-16 0,11-12-3 0,-7 2-5 16,-1-1-7-16,1-4-3 0,0-3-9 0,-2 1-2 16,4-2-2-16,-1 2-3 0,-1-3-1 0,1 2-5 15,-1 0-1-15,-1 2 4 0,-3 3-12 0,1 1-1 16,-1 2-10-16,3 1-9 0,-3 3-19 0,0 6-21 15,1-11-32-15,-1 11-38 0,0 0-31 0,0 0-15 16,0 0-7-16,0 0-5 0,0 0-26 0,0 0-14 16,-6 33-157-16,0-17-403 0,3 3 178 0</inkml:trace>
  <inkml:trace contextRef="#ctx0" brushRef="#br0" timeOffset="81350.23">8161 5283 167 0,'0'0'171'0,"0"0"-12"0,8 4-12 0,-8-4 3 16,0 0 3-16,3 11 6 0,-3-11-1 0,4 16 0 15,0-3-6-15,-2 2-17 0,2 2-7 0,0 0-17 16,-1 2-12-16,1 0-9 0,1 8-11 0,-1-4-27 16,-1 2-42-16,1-6-56 0,0-2-67 0,0 3-73 15,-5-1-137-15,3 2-349 0,-3-4 155 0</inkml:trace>
  <inkml:trace contextRef="#ctx0" brushRef="#br0" timeOffset="82932.97">10544 4174 53 0,'0'0'60'0,"0"0"-10"0,0 0-7 15,-3-9 0-15,3 9-8 0,0 0-1 0,0 0-2 16,0 0-9-16,0 0-5 0,0 0-8 0,0 0-4 16,0 0-2-16,0 0-3 0,0 0-2 0,0 0 6 15,0 0-4-15,0 0 2 0,0 0 2 0,0 0-2 16,0 0 11-16,0 0-4 0,0 0-2 0,0 0-10 15,-6-5 7-15,6 5 2 0,0 0-1 0,0 0-5 16,0 0 0-16,0 0 2 0,0 0-1 16,0 0-4-16,0 0 2 0,0 0 6 0,0 0-4 15,0 0 4-15,0 0-4 0,0 0 7 0,0 0-7 0,0 0 3 16,0 0 3-16,0 0 3 0,0 0 3 0,0 0 1 16,0 0-5-16,0 0 5 0,0 0-7 15,0 0-2-15,0 0 5 0,0 0-3 0,0 0 0 0,0 0-5 16,0 0 3-16,0 0 2 0,0 0-8 0,0 0 0 15,0 0-8-15,0 0 6 0,0 0-7 16,0 0 5-16,0 0-4 0,0 0 0 0,0 0-3 16,0 0 3-16,0 0-4 0,0 0 1 0,0 0-1 15,0 0 1-15,0 0-2 0,0 0 5 0,0 0 0 16,0 0-2-16,0 0-9 0,2-10 5 0,-2 10-1 16,0 0-7-16,0 0 2 0,0 0 3 0,0 0-2 15,0 0 4-15,0 0 1 0,0 0 0 0,1-9 2 16,-1 9 2-16,0 0 2 0,0 0 6 0,0 0 5 15,0 0-1-15,0 0 16 0,0 0-6 0,0 0 10 16,0 0-4-16,0 0 8 0,0 0 4 0,0 0-10 16,0 0-2-16,0 0 2 0,-4-7-5 0,4 7 1 15,0 0-1-15,0 0 0 0,0 0-2 0,0 0-2 16,0 0 2-16,-8-3-3 0,8 3 6 0,0 0-14 16,0 0 0-16,-12-2 3 0,12 2-5 0,0 0 5 15,-11 0 4-15,11 0-4 0,0 0-2 0,-12 2-4 16,12-2 1-16,-11 2 7 0,11-2-4 0,-11 1 8 15,4 2-5-15,7-3-1 0,-10 3 5 0,10-3 0 16,-6 3 1-16,6-3 4 0,-6 3 8 0,6-3-21 16,-7 6 5-16,7-6 0 0,-6 7 3 0,2-3-3 15,4-4 1-15,-4 8 3 0,4-8 0 0,-5 8-9 16,2-3 8-16,3-5-8 0,-5 9 10 0,3-4-1 16,2-5-4-16,-7 10 4 0,2-5 1 0,1-1 3 15,4-4 11-15,-5 10-4 0,1-7-1 0,4-3-6 16,0 0-9-16,-9 12 14 0,7-8-5 0,-2 0 2 15,4-4-10-15,-6 7 8 0,6-7-7 0,-3 9 1 16,3-9-4-16,-4 7 10 0,4-7-23 0,0 0 4 16,-1 10-3-16,1-10-15 0,-1 8-11 0,1-8-18 15,4 7-17-15,-4-7-82 0,2 9-162 0,0-3 72 16</inkml:trace>
  <inkml:trace contextRef="#ctx0" brushRef="#br0" timeOffset="86634.24">13733 2114 67 0,'0'0'90'0,"-2"-9"0"0,2 9 10 0,-5-9 3 16,5 9-16-16,0 0 1 0,-2-15-2 0,2 15 13 15,-5-8 2-15,5 8-2 0,0 0-1 0,-4-11-7 16,4 5 13-16,0 6 4 0,0 0 0 0,-3-7-1 16,3 7-5-16,0 0-7 0,0 0-7 0,-4-6-5 15,4 6-9-15,0 0-3 0,0 0-10 0,0 0-6 16,0 0-8-16,0 0-5 0,0 0-4 0,0 0-7 15,0 0-4-15,0 0-3 0,0 0-6 0,0 0-2 16,0 0-4-16,0 0 0 0,0 0 0 0,2 30 0 16,-2-12-3-16,5 1 2 0,-1 5-4 0,-1 2 2 15,2-1 3-15,-3 4-5 0,4-1 3 0,1-2-1 16,-5 1 3-16,0-3 3 0,5 4 0 0,-2-2-2 16,-1-7-2-16,1 6 3 0,-3 4 4 0,2-6 0 15,0 2 0-15,-1-6 1 0,2-2-5 0,-1 2 3 16,1-2 0-16,-3 1-2 0,0 0-2 15,2-1-4-15,0-1 10 0,-3 0 0 0,1-5 1 16,0 2 3-16,-2-1-5 0,3 1 0 0,-1-3 6 16,-2 1-2-16,2-2 3 0,-2-9-2 0,3 19-5 15,-3-9 5-15,0-10-12 0,2 12 6 0,-2-12-5 16,0 13 1-16,0-13-3 0,0 10-4 0,0-10 4 16,0 0-4-16,0 12-11 0,0-12-19 0,0 0-25 15,0 0-22-15,2 9-29 0,-2-9-36 0,0 0-31 16,0 0-32-16,0 0-31 0,0 0-139 0,0 0-400 15,0 0 177-15</inkml:trace>
  <inkml:trace contextRef="#ctx0" brushRef="#br0" timeOffset="89200.47">13699 2019 11 0,'0'0'104'0,"-6"-7"-3"0,6 7-2 0,0 0 8 16,-6-10-17-16,6 10-3 0,-4-7-16 0,4 7-5 15,0 0-7-15,-4-10-6 0,4 10 5 0,0 0-14 16,-4-9 9-16,4 9-15 0,0 0-3 0,0 0-5 15,-3-11 9-15,3 11-4 0,0 0-5 0,0 0 3 16,-2-10-4-16,2 10-2 0,0 0-2 0,0 0 3 16,-4-10-7-16,4 10 8 0,0 0-7 0,0 0 1 15,0-8-2-15,0 8-3 0,0 0-1 0,-2-7 6 16,2 7 4-16,0 0-4 0,0 0 0 16,0 0-3-16,-3-7-4 0,3 7 6 0,0 0 1 15,0 0 6-15,0 0-3 0,0 0-2 0,0-10-1 16,0 10-2-16,0 0 0 0,0 0-2 0,0 0 2 15,0 0-3-15,0 0 2 0,0 0-8 0,0 0 2 0,0 0-1 16,0 0-5-16,0 0 1 0,0 0 6 0,0 0-5 16,0 0-3-16,0 0 0 0,0 0 3 15,0 0 4-15,0 0 1 0,-5-7 5 0,5 7-4 16,0 0 3-16,0 0 1 0,0 0-3 0,0 0 0 16,0 0-5-16,0 0 2 0,0 0 3 0,0 0-5 15,0 0-3-15,0 0-2 0,0 0 4 0,0 0-4 16,0 0 1-16,0 0-4 0,0 0 7 0,0 0-7 15,0 0 3-15,0 0-3 0,0 0 3 0,0 0-2 16,0 0 1-16,0 0 2 0,0 0-1 0,0 0 8 16,0 0-1-16,0 0-2 0,0 0 2 0,0 0-6 15,0 0 3-15,0 0-5 0,0 0-1 0,0 0 3 16,0 0-3-16,0 0 2 0,0 0-2 0,0 0-6 16,0 0 5-16,14-7-2 0,-14 7 0 0,7-5 1 15,-7 5-4-15,16-3 0 0,-3 0 3 0,-2 0 29 16,7-3-2-16,5 4-5 0,4-2-9 0,-1-3 3 15,8 3 2-15,-2 0-10 0,4-2 3 0,0 2 0 16,17 0 2-16,-14 1-2 0,13-4-6 0,-1 3-5 16,1-1 5-16,0 0 0 0,-14 2 2 15,0-1-7-15,2 2 2 0,1 1 1 0,-4 1-5 16,1-2 5-16,2 1-6 0,-2 0 5 0,1 1-2 16,-1 1-3-16,14-1 5 0,-15 0-6 0,-2 1-6 15,1-1 0-15,-7 0-6 0,2 2-1 0,-1 1-2 16,-9-3 0-16,-1 0 6 0,-2 0-1 0,0 0-1 15,-5 2 4-15,-2-2-8 0,1 0 10 0,-1 0 0 16,-11 0-1-16,14 0 4 0,-14 0-2 0,12 1-1 16,-12-1 4-16,0 0-2 0,0 0-2 0,16 0 6 15,-16 0 3-15,0 0-3 0,0 0 5 0,0 0-4 16,0 0-2-16,0 0 10 0,12-1 1 0,-12 1-2 16,0 0 4-16,0 0 1 0,0 0-1 0,0 0 3 15,0 0 2-15,0 0-4 0,0 0-4 0,0 0 1 16,0 0 0-16,0 0-5 0,8-5 2 0,-8 5-1 15,0 0-1-15,0 0 1 0,0 0-1 0,0 0-2 16,0 0 1-16,6-8 0 0,-6 8 0 0,0 0-3 16,0 0 5-16,0 0-1 0,0 0 2 15,0 0 4-15,0 0-2 0,0 0-4 0,1-11 4 16,-1 11-7-16,2-10 4 0,-2 10 0 0,1-10-5 0,-1 10 4 16,5-11-1-16,-5 11-2 0,4-12-1 0,0 6 2 15,0-2-3-15,-4 8 2 0,6-11 6 0,-6 11 0 16,8-12 1-16,-5 7 0 0,-3 5-9 15,6-8 3-15,-6 8 2 0,7-9-6 0,-7 9 5 16,4-8-4-16,-4 8-1 0,10-3 1 0,-10 3 1 16,0 0-2-16,16 0 1 0,-16 0 2 0,12 5-6 15,-12-5 4-15,14 10 1 0,-6-5-2 0,4 0 1 16,-7 1-2-16,2 1 2 0,1 0 1 0,2 0 2 16,-1 0 0-16,-1-1-1 0,2 2 1 0,-2-4-4 15,-1 3 2-15,3 0-1 0,-3-2-1 0,-7-5 1 16,12 7 5-16,-5-4 0 0,-7-3-3 0,12 7-1 15,-12-7 4-15,10 3-3 0,-10-3 2 0,10 2 1 16,-10-2-6-16,0 0 9 0,14-2-5 0,-14 2 1 16,13-3-2-16,-5-5 0 0,2 2 1 0,-1 0 2 15,-1-3-5-15,4 2 4 0,-1 0-7 0,-1-2 9 16,1 1-4-16,1-4-6 0,-1 2 9 0,-2 1-4 16,0 1 1-16,1-1 0 0,4-1-4 0,-3 1-1 15,-2 2 1-15,1-1-5 0,-1 2 2 0,-2 5-6 16,-7 1-3-16,14-5 6 0,-14 5 2 15,13 0-2-15,-13 0 2 0,14 1 1 0,-14-1-1 16,13 5 2-16,-6 1-5 0,0 0 10 0,0-2-4 16,-1 3-1-16,2 2 1 0,-3-5 0 0,4 2 5 15,-3 1-2-15,-1-1-1 0,3-1 4 0,-2 1-2 16,-6-6-1-16,10 5 2 0,-10-5 1 0,11 5-1 16,-11-5 1-16,9 2-2 0,-9-2 1 0,0 0 4 15,15 0-1-15,-15 0 1 0,12-7-2 0,-12 7 0 16,13-5-1-16,-5-2-2 0,1 0 0 0,0 0 0 15,0 0-8-15,0 0 10 0,0-2-4 0,4-3-1 16,-3 5 3-16,1-6-13 0,2 3 3 0,-4 3-8 16,1-3 6-16,3 0-6 0,0-1 4 0,-3 6-6 15,0-2 7-15,-1 3 0 0,-9 4-3 0,16-7 4 16,-16 7-1-16,0 0 2 0,15 0 0 0,-15 0 4 16,14 7 0-16,-14-7-2 0,10 11 0 0,-6-4-2 15,-4-7 8-15,9 16 1 0,-4-8-3 16,2 2 2-16,-4-3 1 0,1 2-1 0,1-1 0 15,-5-8-1-15,8 11 5 0,-5-6-3 0,-3-5 2 16,5 7 1-16,-5-7 0 0,0 0 4 0,6 6-2 16,-6-6-1-16,0 0 11 0,0 0-3 0,0 0 4 15,0 0-3-15,23-12 3 0,-14 3-1 0,-1 1 0 16,1 2 2-16,-2-4-2 0,1 1-8 0,5-5 6 0,-6 6-5 16,2-2 1-16,3-1 1 0,-3 1-3 15,0 2-3-15,0 0-1 0,0-1 1 0,-2 1-1 16,2 1-1-16,-2 1-3 0,0 0 6 0,-7 6-2 15,11-4-2-15,-11 4-2 0,11 0 2 0,-11 0-1 16,0 0 1-16,18 4-1 0,-18-4 1 0,13 8-1 16,-7-4 2-16,-6-4-2 0,14 7 2 0,-3 0 2 15,0 0 1-15,0-3-5 0,1 3 1 0,6 1 2 16,1-2-2-16,-1-1 1 0,4 0 2 0,6-3-1 16,0-2-1-16,4 7 3 0,1-5-1 15,0 0-3-15,2-1-4 0,2-1 8 0,15 1-4 0,-15-2 3 16,18 0 1-16,-2-4-4 0,-2 1 4 15,0 5-4-15,0-6 5 0,3-1-6 0,-3 0 4 16,2 3-2-16,4 0 0 0,-5-2 1 0,1 4-2 16,1-5 5-16,1 2-10 0,-5 4 9 0,-9-3-3 0,9-6-1 15,1 9 1-15,0-1 0 0,-11-2-2 0,16 3 2 16,-3-1 3-16,0 1-1 0,-1-2 0 0,2 2-6 16,3-1 8-16,-4-2 0 0,2-2-5 15,0 4 6-15,-2-4-6 0,-13 3 1 0,14 6 1 16,2-8-3-16,-5-1 3 0,2 7 1 0,-18-4-2 15,4 0 0-15,-1 3 1 0,-1-2 0 0,0-4-3 16,0 5 3-16,2 4-2 0,-2-2 2 0,0-2 1 16,1 3-1-16,-3-2-3 0,1 1 3 0,-6-2-1 15,1 0 3-15,-4 0 3 0,1 0-5 0,-8 0 2 16,-1 0 3-16,1 0-3 0,-4 0 0 16,-2 0 0-16,-1 0 2 0,1 0-8 0,-2 0 6 0,-1-3-2 15,2 3 7-15,-13 0-1 0,20 1-7 0,-20-1-1 16,21 2 2-16,-11-2-1 0,-10 0 4 0,0 0-5 15,22 0 0-15,-22 0 7 0,14 4-4 0,-14-4 4 16,0 0-2-16,0 0-3 0,19 0 4 0,-19 0-2 16,0 0 2-16,0 0 3 0,15 0-5 0,-15 0 1 15,0 0 5-15,0 0-5 0,0 0-2 0,13 2 4 16,-13-2-9-16,0 0 7 0,0 0-3 0,0 0 4 16,0 0-4-16,0 0-1 0,12 4 6 0,-12-4-1 15,0 0 0-15,10 6 4 0,-10-6 0 16,0 0 7-16,11 5-3 0,-11-5 1 0,8 9 8 15,-8-9-2-15,9 10-1 0,-9-10 1 0,9 13-1 16,-3-5 11-16,-6-8-6 0,9 20 6 0,1-8 2 16,-6-1 0-16,3 6 3 0,-2 1-1 0,1-1-5 15,0 2 0-15,0 5-2 0,-1 2 1 0,3 2-3 16,-2-3-2-16,-2 3 1 0,-2-1 0 0,1 0-6 16,2-1 4-16,-3 2-1 0,2-2 1 0,-1 0-8 15,-1-7-13-15,1 10 18 0,2-3-1 0,-4-2-1 16,1 1 0-16,0 2-1 0,1-3 1 0,-3-3 4 15,2 6-1-15,-2-2-6 0,-1 4 2 0,1-3-2 16,0-7 0-16,-4 10-1 0,2-5 3 0,0 2 1 16,-4-2 2-16,5-3-6 0,-3 4 2 0,0-1 2 15,1 1-8-15,1 0-1 0,-1-6 3 0,-1 1-2 16,1 5 3-16,0-8-7 0,-3 0 3 0,6-1-4 16,0 0 1-16,-1-3 2 0,1-13-4 15,2 23-1-15,-2-23 5 0,-1 16-4 0,1-16 1 0,-1 19-1 16,1-19-1-16,-2 15 4 0,2-15-2 0,-2 13-4 15,2-13 6-15,-3 11-4 0,3-11 0 16,0 0 5-16,0 0-1 0,-1 22-3 0,1-22 2 0,0 0-9 16,-3 17-12-16,3-17-26 0,0 0-25 15,0 0-23-15,-8 13-32 0,8-13-34 0,0 0-46 16,-15 9-66-16,-1-6-219 0,-4-2-527 0,-1-1 234 16</inkml:trace>
  <inkml:trace contextRef="#ctx0" brushRef="#br0" timeOffset="89800.09">18013 3041 95 0,'-4'-3'207'0,"4"3"1"15,0 0-16-15,0 0-8 0,0 0-16 0,-7-4-10 16,7 4-14-16,0 0-10 0,0 0-18 0,0 0-2 16,0 0-12-16,0 0-10 0,0 0-6 0,0 0-7 15,0 0-10-15,0 0-10 0,18-11-3 0,-5 7-6 16,4 0-7-16,6 0-6 0,6 1-2 0,2 0-1 16,1-2-5-16,4 1-4 0,2-1-2 0,-1 1-5 15,2 0 1-15,1-1-4 0,-1 0 1 0,12 3-2 16,-13-3-3-16,0 1 5 0,15-5-6 0,-1 3 2 15,-14 1-8-15,15 0 5 0,-2-1-1 0,4 2-1 16,4-4 1-16,1 3 0 0,-1-2-1 0,-1 2 2 16,-1 1-1-16,0-1-4 0,-2-3 2 0,0 4 2 15,1 1 14-15,3-4 17 0,5 4 7 0,27-6-7 16,-29 6-13-16,2-4 3 0,1 7 5 0,1-4-7 16,-4 1-1-16,-3 1-4 0,-4 1-1 0,-3-1-3 15,-13 0-3-15,-2 4 0 0,-3-1-1 16,1-2-3-16,-2 2 2 0,-11-1-5 0,-2 0 5 15,-3-1-9-15,-3 1-9 0,-4 0-18 0,-3 0-11 16,-7 0-29-16,0 0-34 0,0 0-50 0,0 0-39 16,0 0-52-16,0 0-164 0,-36-10-434 0,19 8 193 0</inkml:trace>
  <inkml:trace contextRef="#ctx0" brushRef="#br0" timeOffset="90333.97">20547 2830 56 0,'-3'-6'262'0,"3"6"-20"0,0 0-15 0,0 0-23 0,0 0-16 15,-2-7-24-15,2 7-17 0,0 0-18 0,0 0-17 16,0 0-11-16,0 0-12 0,0 0-10 0,0 0-8 15,0 0-8-15,0 0-4 0,8 32-10 0,-5-21-2 16,2 4-4-16,-1-2-2 0,-1 3-5 0,2-1-3 16,-1-3-5-16,0 0-2 0,1 4-3 0,-3-5-1 15,3 0-4-15,-2-1 0 0,-1 0-3 16,2-1 0-16,-1-4-1 0,-3-5 0 0,4 9-6 0,-4-9 3 16,2 6-2-16,-2-6 22 0,3 7 20 0,-3-7 17 15,0 0 16-15,0 0 15 0,0 0 13 0,0 0-27 16,0 0-8-16,15-13-7 0,-10 4-7 15,2-3-7-15,0-2-6 0,3-3-6 0,-2-2-2 16,1 3-6-16,3-7-1 0,-5 6-7 0,5-5 0 16,-2 4-13-16,-2 1-11 0,-1 0-18 0,-1 7-24 15,1-6-26-15,-2 6-22 0,-1 0-33 0,0 3-34 16,-4 7-40-16,4-13-32 0,-3 8-35 0,-1 5-172 0,0 0-467 16,0 0 206-16</inkml:trace>
  <inkml:trace contextRef="#ctx0" brushRef="#br0" timeOffset="90617.09">20838 3011 104 0,'-1'10'149'0,"0"1"-2"0,-2 0-9 0,2-1-14 16,1-10-18-16,1 20 4 0,2-14 9 15,-1 3 1-15,2 0 12 0,1-2 0 0,2-2 6 0,2 2-4 16,2-3 13-16,1-1-16 0,5 1-3 0,2-4-5 15,-2 0-2-15,2-3-7 0,-3 0 3 0,-5 2-6 16,7-4-3-16,-5 0 1 0,1-1 4 0,-5-2-5 16,1 0-14-16,-1-1 3 0,0-5-8 0,-1-4-7 15,-1 3-4-15,-4-2-9 0,-2 0-7 0,-1-2-3 16,-6 4-13-16,2-2-4 0,-2 3-5 16,-5-2-23-16,-1 5-28 0,-5 0-32 0,-1 4-35 15,-7 1-44-15,-6 2-52 0,-1 4-58 0,-4 3-67 16,-12 3-177-16,11 2-519 0,2 1 230 0</inkml:trace>
  <inkml:trace contextRef="#ctx0" brushRef="#br0" timeOffset="91433.34">15650 984 146 0,'0'0'197'0,"0"0"-10"0,0 0-8 0,-2-57-6 0,2 57 0 15,0 0-16-15,0 0-9 0,0 0-18 0,0 0-13 16,0 0-15-16,0 0-14 0,0 0-10 0,0 0-10 16,0 0-3-16,-6-10 6 0,6 10-2 15,0 0-7-15,-14 64-3 0,10-36-6 0,-1 1-4 16,1-1-7-16,2 0-9 0,-2-1 4 0,1-1-3 15,2-7 0-15,1 0-3 0,0-1-6 0,0-4-5 16,1-1-8-16,-1 0-19 0,1-1-41 0,-1-12-28 16,0 18-25-16,2-12-37 0,-2-6-38 0,2 9-26 15,-2-9-114-15,0 0-341 0,0 0 151 0</inkml:trace>
  <inkml:trace contextRef="#ctx0" brushRef="#br0" timeOffset="91738.86">15650 715 47 0,'0'0'90'0,"0"0"-9"0,0 0-9 16,0 0-10-16,0 0-3 0,0 0-11 0,0 0-6 15,0 0-2-15,42 46-9 0,-42-46 10 0,-4 34-9 16,4-34-1-16,0 0-8 0,-22 62-6 0,12-45 10 15,1 0-6-15,0-2 1 0,-1 0 0 0,4-4-6 16,2-2 4-16,-1-2-2 0,5-7-5 0,-4 10-6 16,4-10 6-16,-5 7 1 0,5-7-9 0,0 0 1 15,0 0-1-15,-3 12 3 0,3-12-1 0,0 0 9 16,0 0 9-16,19 6-4 0,-5-2 2 0,-1-4-8 16,6 4-5-16,1-1 21 0,1-1-25 0,1 0-1 15,6 1-27-15,1-1-38 0,-8 1-30 0,1-2-64 16,-2 1-166-16,-2-1 74 0</inkml:trace>
  <inkml:trace contextRef="#ctx0" brushRef="#br0" timeOffset="92017.95">16046 774 87 0,'0'0'162'0,"0"0"-17"0,0 0-20 15,0 0-7-15,0 0-15 0,0 0-17 0,0 0 7 16,0 0 7-16,0 0 4 0,0 0-5 16,0 0 13-16,0 0-7 0,0 0 8 0,-8 87-13 15,9-61-1-15,2 0-1 0,-3 2-10 0,3-2-9 16,-1-1 5-16,2-1-9 0,-1 0-3 0,-1-5-13 16,2-3-3-16,1 2-5 0,-3 0-4 0,1-3-3 0,0 4-3 15,-1-2-8-15,0-4-1 0,-1 1 1 0,1 2-10 16,-2-16-31-16,-5 24-28 0,0-10-24 15,-3 2-38-15,-2-2-41 0,0-2-69 0,0 0-146 16,-2-4-382-16,1-2 170 0</inkml:trace>
  <inkml:trace contextRef="#ctx0" brushRef="#br0" timeOffset="92166.51">16034 1101 154 0,'14'-8'127'0,"3"-1"0"0,-2 0-6 0,4 0-20 0,-2 2-9 16,-5 1-14-16,-1 1-8 0,-1 0-42 0,-2 2-32 16,-8 3-41-16,13-5-97 0,-13 5-154 15,0 0 69-15</inkml:trace>
  <inkml:trace contextRef="#ctx0" brushRef="#br0" timeOffset="92934.27">15650 703 51 0,'0'0'74'0,"0"0"-5"15,0 0-12-15,0 0-7 0,0 0 0 0,0 0-3 16,0 0-6-16,0 0-5 0,0 0 9 0,0 0-6 16,0 0 25-16,0 0-23 0,0 0 2 0,0 0-10 15,0 0 1-15,0 0-1 0,0 0-5 16,0 0 3-16,0 0-13 0,0 0 7 0,0 0-3 15,0 0-9-15,0 0 2 0,0 0-2 0,0 0 0 16,0 0-7-16,0 0 1 0,0 0 1 0,0 0 1 16,0 0-5-16,0 0 7 0,0 0-11 0,0 0 5 15,0 0-1-15,0 0 6 0,0 0-5 0,0 0-4 16,0 0 1-16,0 0 5 0,0 0-4 0,-76 30 1 16,76-30-8-16,0 0-1 0,-14 26 12 0,14-26-1 15,0 0-5-15,-12 29 9 0,12-29-13 0,0 0 12 16,-7 29-14-16,7-29 13 0,0 0-6 0,0 0 7 15,0 38 4-15,0-38-12 0,0 0 3 0,0 0-5 16,13 39 6-16,-9-28-8 0,-1-3 7 0,1 4 4 16,3-4-6-16,-4 2-10 0,1-2-14 0,-1 2-12 15,-3-10-25-15,4 14-23 0,-3-5-74 0,-1-9-169 16,-1 12 75-16</inkml:trace>
  <inkml:trace contextRef="#ctx0" brushRef="#br0" timeOffset="93318.76">15602 945 44 0,'-1'17'48'0,"-3"4"-3"15,2 3-8-15,-2 3-14 0,0-2-34 16,1 0-20-16,-3 1-35 0,-2-2 16 0</inkml:trace>
  <inkml:trace contextRef="#ctx0" brushRef="#br0" timeOffset="141117.94">11275 7291 32 0,'-1'-11'178'16,"-2"2"-1"-16,1-1 7 0,2 3-8 0,-3 0-5 16,3 7 0-16,-4-13-7 0,2 4-12 0,1 3-12 15,1 6-13-15,-5-11-9 0,2 6-2 0,3 5-6 16,-2-10-1-16,2 10-10 0,-2-7-9 0,2 7-14 16,0 0-7-16,0 0-9 0,0 0-10 0,-3-5 13 15,3 5-11-15,0 0-7 0,0 0-5 0,0 0-5 16,0 0-3-16,0 0 0 0,7 24-6 15,-4-14-1-15,3 7 0 0,-1 1-8 0,1-1 3 0,0-2 1 16,1 2-8-16,-2-1 0 0,3-2-3 0,-2 3 1 16,0-6 2-16,-3-1-6 0,1 0 0 15,1-1-2-15,0 1 5 0,-1 0 0 0,0-3-6 0,-2-1-1 16,0-2 0-16,-2-4 0 0,4 9 2 0,-4-9 0 16,5 7 0-16,-5-7 1 0,3 5 2 0,-3-5 4 15,0 0 0-15,3 4 1 0,-3-4 14 0,0 0 4 16,0 0-2-16,0 0-3 0,0 0-3 0,13-23-6 15,-5 7 0-15,4-7-3 0,-1-2-2 0,0-4-2 16,2 1-3-16,-3-2 2 0,4 1-5 0,-2-2-1 16,-2 3 3-16,1 1 7 0,-3 3-12 0,1 0-1 15,1 6-3-15,-5 4-1 0,-1 3-5 0,1 2-13 16,-3 3-20-16,-2-2-30 0,0 8-35 0,1-8-37 16,-1 8-14-16,0 0 1 0,0 0 0 0,0 0-15 15,0 0-7-15,0 36-20 0,-4-12-135 0,-2 2-363 16,-4 2 161-16</inkml:trace>
  <inkml:trace contextRef="#ctx0" brushRef="#br0" timeOffset="141416.73">11614 7368 22 0,'13'-3'144'0,"-7"-1"-17"0,5 1-9 16,-5 0-13-16,2 2-10 0,-8 1-8 0,10 0-3 15,-10 0-9-15,11 4-2 0,-6-1-10 0,-2 3 5 16,-3-6 0-16,6 10 2 0,-5 0 6 0,-2 0-1 16,-1 2-4-16,-3 3 0 0,-2 2-7 0,-3-3-1 15,1 3-9-15,-1-2-4 0,1-1-9 0,1-2 2 16,2-3-9-16,-2 2-2 0,-1-2-5 0,5-1 0 16,-1 1-3-16,1-7-4 0,-1 5-1 0,2-2-5 15,3-5 3-15,-3 8-5 0,3-8-1 0,-3 6 2 16,3-6-4-16,0 0 0 0,0 0 1 0,0 0 2 15,7 12-4-15,0-12 1 0,5 0-5 0,6-2-22 16,1-3-28-16,1 0-33 0,14-5-30 0,4-2-46 0,9-4-131 16,-12 5-308-16,1-5 136 0</inkml:trace>
  <inkml:trace contextRef="#ctx0" brushRef="#br0" timeOffset="141733.95">12262 7261 92 0,'0'0'112'16,"0"0"-11"-16,0 0-12 0,0 0-5 15,0 0-8-15,0 0-1 0,0 0 2 0,0 0 0 16,0 0-2-16,0 0 4 0,0 0-1 0,0 0 4 15,0 0 0-15,0 0 3 0,0 0 5 0,0 0 0 16,0 0-2-16,0 0 1 0,0 0-4 0,0 0-3 0,0 0-5 16,0 0-6-16,0 0-3 0,0 0-8 15,0 0-9-15,0 0-7 0,0 0-1 0,0 0-10 16,0 0-4-16,0 0-7 0,20-6-21 0,-9 5-12 16,3-1-39-16,-3 0-44 0,2-1-28 0,1 2-39 15,-1 1-148-15,-4 0-333 0,-9 0 147 0</inkml:trace>
  <inkml:trace contextRef="#ctx0" brushRef="#br0" timeOffset="141884.95">12268 7374 101 0,'0'0'143'15,"0"0"-18"-15,0 0-11 0,0 0-13 0,0 0-8 16,23-1-12-16,-9-2-7 0,3 0-28 0,2-1-33 15,0 1-39-15,2 0-43 0,-1-2-64 0,-6 2-144 0,3-1 64 16</inkml:trace>
  <inkml:trace contextRef="#ctx0" brushRef="#br0" timeOffset="142238.84">12806 7108 62 0,'0'0'171'0,"0"0"3"0,0 0-1 0,0 0-10 16,0 0 7-16,-12 30-3 0,5-12 7 0,1 0-11 16,-1 0-14-16,-3-1-12 0,6-1-8 0,2 4-16 0,-2-5-6 15,3-1-12-15,-1 1-8 0,0-4-10 0,4 0-6 16,0 0-6-16,3-2-6 0,-1 1-3 0,4-2-4 16,0 0-3-16,5-2-7 0,-1-1-2 15,3-3-1-15,-2 1-5 0,6-2 0 0,-1-2-3 16,2-1 0-16,0 1-5 0,1-4 6 0,-2-2-6 0,-2 0 1 15,1-1 3-15,-3 0 9 0,-6 0 12 0,1-1 8 16,0-5-3-16,-3 3-2 0,-3 0-3 16,-1-4-3-16,-3-1-4 0,-3-1-8 0,-1-2 3 15,-4 3-10-15,-1-2-4 0,-1 2-5 0,-1 2-1 16,0 1-1-16,-3 3-8 0,1 0 6 0,-3 2-10 0,3 4-10 16,-6-2-21-16,6 5-29 0,-5 1-39 0,3 1-38 15,1 2-42-15,1 2-43 0,4 0-39 16,-1 4-199-16,2 0-493 0,3 0 218 0</inkml:trace>
  <inkml:trace contextRef="#ctx0" brushRef="#br0" timeOffset="143600.96">14413 7071 58 0,'-8'-1'184'0,"8"1"-5"15,0 0-9-15,-4-3-10 0,4 3-4 0,0 0-10 0,0 0-11 16,0 0-7-16,0 0-11 0,0 0-11 16,-4-8-10-16,4 8-8 0,0 0-10 0,19-6-7 15,-8 3-9-15,7-3-6 0,2 0-8 0,0 3-14 0,2-1-14 16,-3 1-23-16,3 2-28 0,-4-1-31 0,0 2-20 16,-5-1-27-16,-3-1-17 0,1 4-19 15,-4-2-111-15,-1 1-277 0,1 2 123 0</inkml:trace>
  <inkml:trace contextRef="#ctx0" brushRef="#br0" timeOffset="143950.94">14579 7025 30 0,'0'0'169'0,"-8"-3"-13"0,8 3-6 0,0 0-8 16,0 0-10-16,0 0-13 0,0 0-15 0,0 0-12 16,0 0-13-16,0 0-5 0,-9 9-5 0,9-2-1 15,0 6 17-15,-3 5 15 0,2 6 3 0,-4 1-4 16,0 2-9-16,5-2-12 0,-1 0-6 15,0 1-7-15,2-8-3 0,-1 8-7 0,1-9-6 0,-1 1-3 16,0 0-7-16,0 0-1 0,0-6-4 0,2 0-6 16,1-2 2-16,-3 1-1 0,0-3-7 0,0-8-4 15,0 13 3-15,0-8-3 0,0-5 1 0,0 8-3 16,0-8 0-16,0 8 1 0,0-8-2 0,0 0-3 16,0 0-2-16,-5 9 5 0,5-9-10 0,0 0-1 15,0 0 3-15,-14-5-3 0,14 5-4 0,0 0 3 16,-14-5 1-16,14 5-1 0,-6-3 3 0,6 3-3 15,0 0 6-15,0 0-8 0,-8-4 0 0,8 4-1 16,0 0-5-16,0 0-5 0,0 0-4 0,0 0-4 16,0 0-10-16,0 0-3 0,20-6-15 0,-7 4-19 15,5-1-24-15,0-1-29 0,9-4-23 0,0 1-26 16,3-2-29-16,-3 0-106 0,-1-1-326 0,0 0 145 16</inkml:trace>
  <inkml:trace contextRef="#ctx0" brushRef="#br0" timeOffset="144166.88">14995 6996 104 0,'0'-10'230'16,"0"2"-9"-16,0 8-13 0,0-14-22 0,0 14-22 15,0-8-16-15,0 8-21 0,0 0-16 0,0 0-1 16,0 0 2-16,0 0 15 0,0 33-1 0,0-9-2 16,0 3-1-16,-2 1-6 0,2 1-11 0,2 1-11 15,-4 0-5-15,2-1-11 0,0-1-6 0,0 3-10 16,4-5-1-16,-3 2-9 0,0-2-4 0,2-6-3 15,-1 5-11-15,-4-9-30 0,4 3-42 0,0-2-51 16,-2-1-45-16,2 0-42 0,-2-3-57 0,0-1-174 16,0-1-438-16,0-11 194 0</inkml:trace>
  <inkml:trace contextRef="#ctx0" brushRef="#br0" timeOffset="144383.22">15159 7250 229 0,'4'-5'241'0,"-4"5"-19"0,4-8-26 16,-4 8-24-16,0 0-13 0,0 0 7 0,0 0 6 16,6 17-2-16,-2-4-4 0,-2 3-3 0,1 5-15 15,-2 6-15-15,0-1-12 0,3-1-9 0,-1 0-12 16,-2 3-10-16,0-9-6 0,1 5-13 0,-1-5-5 16,-1 0-6-16,4 0-9 0,-2-5-21 0,-2-2-27 15,3 1-34-15,-3 4-43 0,0-1-38 0,0-7-49 16,0 3-24-16,0-5-47 0,0-7-157 0,0 0-420 15,-3 16 186-15</inkml:trace>
  <inkml:trace contextRef="#ctx0" brushRef="#br0" timeOffset="144600.1">15237 7138 97 0,'6'-7'159'16,"-1"1"-19"-16,1 0-16 0,-1 1-9 0,1 3-5 15,-6 2-16-15,14-2-2 0,-14 2 7 16,15 5 0-16,-8 2-8 0,0-1-7 0,-1 4 7 16,0 1 9-16,0-1-11 0,-4 8-4 0,-2-6-4 15,0 4-7-15,-3 2-6 0,-3-2-7 0,-1 1-12 0,-2 1-19 16,-1-1-24-16,-3-2-40 0,0 1-42 0,2 0-45 16,1-3-48-16,-4-3-104 0,4 0-296 15,-1-4 131-15</inkml:trace>
  <inkml:trace contextRef="#ctx0" brushRef="#br0" timeOffset="145001.63">16036 7057 38 0,'-8'-1'277'0,"-1"-2"-24"0,-1 0-20 0,-2 3-21 16,1 3-13-16,-1 1-15 0,-3 4-18 0,1 2-15 16,-3 3-15-16,3 2-11 0,2 0-10 0,1 1-11 15,0 6-14-15,2-5-8 0,2-3-10 0,3 2-6 16,2-2-7-16,2-3-5 0,2 2-10 0,1-3-13 16,1-1-14-16,2-1-8 0,3-2-11 0,-2-1 1 15,2-2-7-15,2 1-3 0,1-4 2 0,-2-3 0 16,1 1 1-16,1-1-1 0,-2-2 6 0,0-3 0 15,-2-1 7-15,-2 0 2 0,2 1 5 0,0-2 5 16,-2 2 4-16,-2-3-3 0,1 3 5 0,-4-1 4 16,2 2-1-16,-1 2 3 0,2 1 0 0,-4 4-5 15,3-10-2-15,-3 10-4 0,0 0-6 0,4-8-3 0,-4 8 2 16,0 0-1-16,0 0 0 0,0 0 0 16,0 0 1-16,5 27-1 0,-4-17-2 0,2 0-1 15,0 3-15-15,0-3-36 0,0 2-27 0,0-1-38 16,0-2-44-16,2 3-43 0,0-5-35 0,0 2-133 15,0-5-395-15,2-1 175 0</inkml:trace>
  <inkml:trace contextRef="#ctx0" brushRef="#br0" timeOffset="145218.94">16363 6949 121 0,'1'-11'250'0,"2"-2"8"0,-3 6-1 16,1-1-13-16,-1 8-12 0,2-11-32 0,-2 11-22 15,0 0-19-15,0 0-9 0,0 0-5 0,0 0-5 16,2 25-1-16,-6-7-15 0,4 7-7 0,-1 5-7 0,-2-2-14 16,3 0-9-16,-1 1-1 0,-4 0-17 15,5-2-4-15,-2-1-20 0,1-7-32 0,0-2-35 16,1 1-37-16,0-2-39 0,0 0-53 0,0-5-49 16,-1 1-48-16,1-3-171 0,-2-2-451 0,2-7 199 15</inkml:trace>
  <inkml:trace contextRef="#ctx0" brushRef="#br0" timeOffset="145368.87">16226 7071 246 0,'0'0'239'0,"-4"-7"-21"16,4 7-17-16,0 0-20 0,0-10-22 0,0 10-15 16,13-9-16-16,-3 4-17 0,9 0-21 15,8-5-27-15,3 4-41 0,4-1-52 0,2-2-56 16,1 2-70-16,1 0-99 0,12-7-277 0,-14 4 122 15</inkml:trace>
  <inkml:trace contextRef="#ctx0" brushRef="#br0" timeOffset="148302.35">17185 6993 95 0,'-3'-7'136'16,"3"7"1"-16,0 0-4 0,0 0-1 0,0 0-6 0,0 0-6 15,-1-8 3-15,1 8-8 0,0 0 1 0,0 0-6 16,0 0-3-16,0 0 0 0,0 0-3 0,0 0-10 16,0 0-2-16,0 0-5 0,0 0-5 15,0 0-11-15,0 0-3 0,0 0-7 0,0 0-2 0,0 0-6 16,0 0-3-16,0 0-4 0,0 0-4 0,0 0 2 15,0 0-8-15,0 0-3 0,0 0 1 0,0 0-4 16,0 0-4-16,0 0 0 0,0 0 0 0,0 0 0 16,0 0 1-16,0 0 0 0,0 0-2 0,0 0 0 15,0 0 1-15,0 0-3 0,0 0-1 0,0 0 5 16,2-11-4-16,-2 11-2 0,0 0-1 0,0 0-2 16,0 0-1-16,0 0-6 0,0 0 1 0,0 0 0 15,0 0-4-15,0 0-3 0,0 0-4 0,0 0-3 16,0 0 0-16,0 0 2 0,0 0-3 0,0 0 1 15,7 19 1-15,-6-8-1 0,4 4 1 0,1-2 1 16,-2 7-1-16,1-1 0 0,-1 0 3 0,3 6 0 16,-3-1 1-16,-3-5-1 0,4-1 20 0,-4-1-3 15,2 0-2-15,-1-1 1 0,-1-6-1 0,2 0-5 16,-2 1 2-16,1-6-2 0,-2 1 4 0,0-6 9 16,0 12 6-16,0-12 8 0,0 7 1 0,0-7 2 15,0 0 5-15,0 0-12 0,0 0-6 0,-6 6 1 16,6-6-2-16,0 0-3 0,-12-13-3 0,9 5-2 15,-2 0-16-15,1-3-4 0,0-6-9 0,3 0-2 16,2-9-11-16,3 3 3 0,0-2-1 0,5-2 0 16,2 2-1-16,4 2 2 0,1 1 2 0,2 2 0 15,-3 5 2-15,-2 2 0 0,1 3 3 0,-4 4 0 16,2 1-5-16,2 0 3 0,-4 2 3 0,2 3-3 16,-1 3 0-16,-2 0 3 0,5 2-3 0,-5 3 6 15,-1 1 1-15,3 5-4 0,-2-2 6 0,0 2-2 16,-1 1 2-16,-1 2 1 0,1-3 0 0,-1 4 4 15,-1-3-3-15,-1-1 1 0,0 2 1 0,-2 0 1 16,-1 0-2-16,0-2-4 0,-2-1-23 0,0 2-35 16,-2-2-32-16,0 0-36 0,-3 1-47 0,0-2-40 15,0 0-206-15,-2-2-460 0,3 0 204 0</inkml:trace>
  <inkml:trace contextRef="#ctx0" brushRef="#br0" timeOffset="148867.81">17698 7037 90 0,'5'-6'251'15,"-5"6"-21"-15,0 0-21 0,0 0-17 0,0 0-12 0,0 0-11 16,0 0-8-16,0 0-11 0,-6 26-13 16,0-10-11-16,-2-2-14 0,4 4-11 0,2-5-6 15,-2 4-13-15,4-1-5 0,-2-3-9 0,2 3-5 16,2-4-8-16,0-1-4 0,0-1-5 0,0 1-2 15,5-1-5-15,-4-2-1 0,6 1-8 0,-2-4 9 16,-2 0-11-16,4-1-4 0,0-2-4 0,-3-2 0 16,-6 0-2-16,16 0 1 0,-5-6 2 0,-5 2-4 15,1 1-4-15,2-5 1 0,-3-1 0 0,0-1 0 16,-2 1-1-16,-1-3-1 0,-1 1-2 0,0-4-1 0,-1 2-2 16,-1-3-1-16,0 0 1 0,0-1-3 15,0 2-5-15,1 2-3 0,-2 1 2 0,2 1 1 16,-1-1-1-16,0 2-2 0,3 3-2 0,3 1-1 15,0-1 1-15,-2 4 1 0,-4 3-2 0,15-3 3 16,-7 6-3-16,1 0-2 0,2 6 4 0,0-2-2 0,-1 6 0 16,1-2 4-16,0 6 3 0,-3-3-3 15,1 0 1-15,-3 1 1 0,-1-4-2 0,1 4 4 16,-3-3-3-16,-3-1 3 0,3-1 4 0,-3-1 7 16,0-9 2-16,-2 13 0 0,2-7 4 0,0-6 3 15,-1 10-3-15,1-10 7 0,0 0 5 0,-3 6 5 0,3-6-2 16,0 0-5-16,0 0 0 0,0 0-2 0,0 0-4 15,0 0-2-15,-5-26-8 0,8 13-3 16,1-2-4-16,1-2-4 0,0 0-3 0,0 2-2 16,4-1 0-16,0 0-4 0,-1 7 3 0,-2 0-5 0,3 2-2 15,-4 2 10-15,2-1-3 0,-1 5-5 0,-6 1 0 16,15 0 0-16,-7 3 0 0,1 2 0 0,0 2 3 16,0 4 0-16,-2-3 1 0,1 7-13 15,-2-5-34-15,-1 7-36 0,-1 0-37 0,0-1-52 16,-1 1-47-16,-1 0-208 0,-2-7-467 0,2 2 207 0</inkml:trace>
  <inkml:trace contextRef="#ctx0" brushRef="#br0" timeOffset="149033.24">18308 7078 116 0,'0'0'245'16,"0"0"-29"-16,6-4-20 0,-6 4-21 15,5-4-21-15,-5 4-18 0,11-5-26 0,-4 4-36 0,5-3-43 16,-1 3-46-16,8-1-52 0,-1-1-54 0,-4 3-88 16,3-5-225-16,1 1 99 0</inkml:trace>
  <inkml:trace contextRef="#ctx0" brushRef="#br0" timeOffset="149220.66">18675 6883 244 0,'0'0'279'0,"0"-9"-8"15,0 9-17-15,0 0-18 0,1-7-26 0,-1 7-27 16,0 0-22-16,0 0-20 0,0 0-9 0,0 0-5 16,0 0-1-16,0 24-14 0,0-5-4 15,0 0-14-15,-4 6-6 0,2-1-10 0,3 1-6 0,2 3-7 16,-3-10-14-16,1 1-42 0,0 0-40 0,0 0-59 16,-1 0-57-16,3-4-61 0,-3 1-220 15,-3-3-463-15,2-2 205 0</inkml:trace>
  <inkml:trace contextRef="#ctx0" brushRef="#br0" timeOffset="149650.69">18929 7114 51 0,'0'0'239'0,"0"0"-2"0,2 8-8 0,-2-8-8 0,0 0-2 16,3 5-5-16,-3-5-4 0,0 0-1 0,0 0-5 15,0 0-10-15,0 0-11 0,0 0-14 0,0 0-12 16,0 0-10-16,0 0-18 0,0 0-20 0,0-28-16 16,3 17 4-16,1 0-27 0,1-2-2 0,1-2-11 15,4-2-13-15,-1 3-4 0,2 2-1 16,-4 1-10-16,2 4 10 0,-1-3-17 0,-2 4-5 0,2 3-4 16,-3-1-4-16,3 2-3 0,-8 2-2 0,14 4 3 15,-6 1-2-15,0 4 4 0,0 1 0 0,-2 1-5 16,3 3-23-16,-4 4-39 0,0-2-52 0,-2 3-56 15,0 0-69-15,-2 5-67 0,-2-5-184 0,1-1-526 16,-2-8 233-16</inkml:trace>
  <inkml:trace contextRef="#ctx0" brushRef="#br0" timeOffset="149951.74">19351 6888 197 0,'0'0'290'0,"0"0"-30"16,0 0-27-16,0 0-14 0,0 0-19 0,4 30-19 15,-4-10-15-15,3-2-12 0,1 9-14 0,1 2-18 16,2-3-10-16,-1 0-13 0,3-2-9 0,-3-6-9 16,2 1-7-16,0-4-6 0,1 1-6 0,-3-8-7 15,1 1-2-15,-1 0-5 0,-2-5-4 0,2 3 1 16,-3-1 22-16,-3-6 26 0,6 4 14 0,-6-4 3 15,0 0-3-15,13-10-8 0,-9 4-9 0,3-2-13 16,0-7-12-16,-1 0-2 0,-1-2-5 0,2-2-8 16,-1-6-3-16,2 0-10 0,-1-3-24 0,4-1-42 15,0-3-38-15,2 2-44 0,1 1-42 0,1 2-39 16,1 3-41-16,-1 2-37 0,-2 8-234 0,-6 5-545 16,0 4 241-16</inkml:trace>
  <inkml:trace contextRef="#ctx0" brushRef="#br0" timeOffset="150449.97">19691 7099 157 0,'7'4'187'15,"-7"-4"9"-15,7 5 1 0,-7-5-3 0,7 0-13 16,-7 0-5-16,11-2-8 0,-11 2-8 0,11-7-11 16,-6 0-6-16,2 1-10 0,-1-3-9 0,0 0-10 15,1-2-9-15,-1 1-7 0,-1-2-2 0,2-2-4 16,-2 4-2-16,-3-2-1 0,0-2-9 0,-1 3 2 15,0-2-4-15,-1 5-7 0,0-2 4 0,0-1-1 16,0 11 2-16,-2-10-4 0,-1 4-5 0,3 6-10 0,-5-7-6 16,5 7-2-16,-5-4-4 0,5 4-9 0,0 0-9 15,-17 13-10-15,8-6 14 0,-1 7-5 16,1 1-5-16,-1 1 4 0,2 3-6 0,4-3-2 16,-1 1 1-16,3-1-7 0,2 1 0 0,1-2 1 15,2 1 1-15,0-3-11 0,1-3 12 0,3 0-3 0,0 0-5 16,2-3 0-16,-1 3 8 0,2-5-9 0,0 3 3 15,1-6-2-15,0 1 1 0,1-2 1 16,-2 1-2-16,4-5 7 0,-1 0-7 0,1 1 1 16,-4-4-3-16,0-1-1 0,0-1 2 0,-2 1-6 0,1-2 0 15,0 0-4-15,0-1 6 0,-1-5-9 0,3 0-9 16,-1-1-3-16,1 0 2 0,-2 0-3 16,1 2 4-16,-3 4-2 0,1-1 0 0,0 3-1 15,1 0 4-15,-3 4-4 0,-1-2 5 0,2 3-2 16,0-1 3-16,1 3-3 0,-8 1 0 0,15 3 1 0,-10-1 4 15,3 6-2-15,-2-2 2 0,1 4 7 0,1 1-4 16,-5 3 0-16,4 0 1 0,-6 2 6 16,1 1-2-16,1-4 2 0,-2 0-25 0,-1-3-19 15,0 3-26-15,3-2-35 0,-4 0-49 0,1-1-45 0,-2-3-53 16,1-1-230-16,1-6-525 0,-3 10 232 0</inkml:trace>
  <inkml:trace contextRef="#ctx0" brushRef="#br0" timeOffset="150684.96">20357 6710 208 0,'0'0'322'0,"1"-11"-22"0,-1 11-27 16,0-8-26-16,0 8-26 0,0 0-26 0,0 0 7 0,0 0-16 15,0 0-1-15,6 32-14 0,-3-7-9 0,-3 3-6 16,1 1-8-16,2 1-13 0,-1 0-3 0,1 1-26 15,-2-3-3-15,1 1-13 0,-2-1-8 0,0 1-9 16,2-1-6-16,-5-3-6 0,3-6-12 0,0-2-37 16,0-1-40-16,1-2-51 0,-2-1-51 0,1-2-51 15,-2 1-48-15,0-3-38 0,-1 3-229 0,0-6-536 16,-1-2 237-16</inkml:trace>
  <inkml:trace contextRef="#ctx0" brushRef="#br0" timeOffset="150936">20265 7024 164 0,'-4'-12'206'0,"4"12"-19"0,1-9-18 0,-1 9-19 16,4-12-11-16,2 7-17 0,4 1-12 0,1-3-12 15,0 2-10-15,8-2-9 0,2 3-9 0,-2-1-6 16,6-4-5-16,-4 7-8 0,-2 0-5 0,3-1-7 16,-2 3-2-16,-3-1-1 0,-3 1-9 0,-1 1 0 15,-2-1 9-15,-1 3 12 0,-2-3-1 0,0 4 4 16,-1 0 7-16,-2 2 6 0,2 2 5 0,-2 1 2 15,0 1 0-15,-1-1 5 0,1 3-6 0,-1 0 1 16,-2-2-11-16,1 3-5 0,-2-1-8 0,2 2-2 16,-1-3-6-16,0 2-13 0,-1-2-35 0,0 0-40 15,1 0-54-15,-1-1-61 0,0-3-49 16,2 2-193-16,-3-3-439 0,0-6 193 0</inkml:trace>
  <inkml:trace contextRef="#ctx0" brushRef="#br0" timeOffset="151083.44">20477 6767 97 0,'0'0'108'0,"0"0"-18"0,0 0-34 0,13 21-33 16,-3-4-38-16,2 7-46 0,1 4-64 0,4-2 29 15</inkml:trace>
  <inkml:trace contextRef="#ctx0" brushRef="#br0" timeOffset="151301.82">20746 7071 207 0,'0'0'303'16,"0"0"-26"-16,0 0-17 0,0 0-14 0,0 0-1 15,0 0-15-15,7-12-15 0,-7 12-17 0,0-12-23 16,1 3-11-16,2-1-19 0,0-2-11 0,5-2-14 16,2 0-11-16,1-2-10 0,-1 3-9 0,1-2-7 15,-2 9-8-15,1-1-1 0,2 1-20 0,-4 3-4 16,3 3-13-16,-2 0-1 0,1 2-2 0,-1 1-4 15,0 5-2-15,-1 0-4 0,-2 2-4 0,1 0-2 16,-2 5-3-16,-3-3 4 0,3 4-1 0,-3-4-26 16,-1 1-33-16,-1 2-54 0,-1 3-63 0,-2-4-84 15,2-3-76-15,-2 0-177 0,3 0-537 0,-2-7 237 0</inkml:trace>
  <inkml:trace contextRef="#ctx0" brushRef="#br0" timeOffset="151799.99">21254 6909 175 0,'-7'-7'269'0,"7"7"-15"0,-10-5-9 15,10 5-11-15,-14 6-13 0,5 0-17 0,-2-1-13 16,2 0-19-16,0 3-20 0,0 3-16 0,-3-5-9 16,7 3-18-16,0-1-9 0,1 1-12 0,2 2-3 0,3-4-10 15,-1-7-15-15,5 11-5 0,-1-4-13 0,0-1-9 16,5-3-8-16,2 0-11 0,-1 0-3 0,1-3-3 15,0 0 2-15,-11 0-5 0,16-3 0 16,-9 1 0-16,-1 0 4 0,1-1-2 0,-7 3-1 0,10-6 2 16,-6 0 8-16,-4 6 4 0,9-3 3 0,-9 3 3 15,4-5-4-15,-4 5-4 0,0 0-3 0,7-3-3 16,-7 3-4-16,0 0 1 0,2 14 5 0,-2-1 9 16,-5 10 1-16,-1 8 1 0,0 3 3 15,-5 14-5-15,2 7 1 0,2 0 15 0,1 2 1 0,-2-1-3 16,7-2-2-16,-4 4 0 0,2-2 8 0,4-3 8 15,-1-2 3-15,2-1-4 0,-2-4 2 0,0-10-5 16,0-3 0-16,-2-1-1 0,4-1-17 16,-4-5 8-16,2-1 4 0,2-7-5 0,-5-3 7 0,1-2-2 15,-2-4-25-15,-1 0 45 0,0-5-13 16,-6 2-3-16,-2-5 0 0,-6-1 0 0,-1-7-13 0,-7-4 0 16,-2-1-3-16,2-9-5 0,-1-1-9 0,3-3 2 15,6-1-19-15,4-5-4 0,5-4-23 0,2-11-10 16,9 0-17-16,7 11-11 0,6-12-13 0,9 3-9 15,5 3-4-15,3 5-6 0,1-1-14 0,5 6-19 16,5 1-20-16,1 3-26 0,0 2-31 0,4-1-35 16,-1 4-55-16,-13 5-168 0,17-4-503 0,-15 6 222 15</inkml:trace>
  <inkml:trace contextRef="#ctx0" brushRef="#br0" timeOffset="152750.23">21819 6725 4 0,'0'-9'272'0,"0"-1"-14"0,2 3-21 16,-2 7-9-16,0-10-20 0,0 10-21 0,0-8-16 15,0 8-19-15,0 0-17 0,0-7-14 0,0 7-16 16,0 0-9-16,0 0 8 0,0 0 3 0,4 26 2 16,-3-7-13-16,2 0-9 0,-2 8-5 0,-1 1-9 15,1 6-5-15,-1-1-8 0,2 3-6 0,-1-5-7 16,0 2-1-16,0-2-5 0,-1-1-2 0,3-2-8 16,-2-3 2-16,-1-6-7 0,0 1-20 0,2-1-27 15,-1 0-39-15,-1-1-44 0,-1-3-44 0,2-3-42 16,-4 0-48-16,1-1-183 0,-2-2-455 0,-1-2 202 15</inkml:trace>
  <inkml:trace contextRef="#ctx0" brushRef="#br0" timeOffset="152879.94">21849 6851 61 0,'27'-8'90'0,"0"2"-38"0,1 1-33 0,1 4-38 15,-2 1-16-15,-5 4-35 0,-3-1 15 0</inkml:trace>
  <inkml:trace contextRef="#ctx0" brushRef="#br0" timeOffset="153357.31">22021 7174 1 0,'0'0'170'0,"0"0"2"0,0 0-11 16,0 0-12-16,2 10-9 0,-2-10-17 0,0 0-9 15,20-10-16-15,-8 3 2 0,6-1 0 0,7-6-10 16,0-3-8-16,2 0 3 0,-2-1-8 0,1-4-8 16,-2 2-4-16,-1 0-6 0,1-1-6 0,-3-3-7 15,-2-1-3-15,-3 5-2 0,-5 3-8 0,-2 2-1 16,-3-3 10-16,0 8 7 0,-3-3-2 0,-3 4-4 16,0 0-3-16,-3 1-2 0,0 3 0 0,-3-1-10 15,0 3-3-15,-7 0 2 0,-1 3-6 0,-4 6 2 16,-1 3-5-16,-5 4-1 0,-3 4 0 0,2 5-4 15,-2 1 3-15,5 1-6 0,1 0-1 0,6 1-7 16,2-2 6-16,1 1-3 0,7-6-1 16,-1-2 3-16,6 1-2 0,0 0 0 0,3-2 1 0,2-2 0 15,4 1-1-15,3 0 4 0,-1-8-2 0,7 2-3 16,1-2-1-16,2-3-4 0,0-1-9 0,1-3-2 16,7-1 1-16,-2-5-7 0,1 0 5 0,-1 0-4 15,-8-2 1-15,-2 0 1 0,1-1 4 0,-5-1 0 0,1-2 5 16,-4 1 0-16,1-1 10 0,-4-2 5 15,-1 0 2-15,-2-1 3 0,0-2 1 0,0 2 0 16,1 1 4-16,-3 4 1 0,1 1-2 0,-2 3 2 16,0 1-5-16,-1 6-7 0,3-9 1 0,-3 9-5 0,4-4-1 15,-4 4-1-15,0 0-2 0,0 0 3 0,11 15 2 16,-8-4-2-16,3 1 1 0,-2 2 0 0,1 5-14 16,0-4-38-16,1 3-48 0,1 0-37 15,-1-3-54-15,1 0-194 0,-2 3-413 0,0-7 183 16</inkml:trace>
  <inkml:trace contextRef="#ctx0" brushRef="#br0" timeOffset="154033.76">22700 7015 85 0,'4'-2'182'0,"-4"2"-5"0,0 0-3 0,0 0-11 16,3 18-12-16,-2-12-6 0,-2 4-8 15,1 0-8-15,0 0-9 0,0-2-13 0,0 0-12 16,0-8-5-16,0 13-11 0,1-7-4 0,-1-6 1 0,0 8 8 16,0-8 11-16,0 0 14 0,0 9 8 15,0-9 29-15,0 0-6 0,0 0 8 0,0 0-10 16,0 0-13-16,0 0-14 0,0 0-8 0,0 0-8 0,0 0-13 16,0 0-8-16,-4-30-9 0,6 19-5 0,-1 1-11 15,3-2-15-15,2-3-2 0,0-2 0 0,3-1-18 16,2 2-13-16,0 0 0 0,2 2 4 0,9-1-4 15,-8 4-7-15,4 1 4 0,-7 4-2 0,2 2 3 16,0 0-1-16,-1 6-1 0,1 0-5 0,-3 2 16 16,2 0-10-16,-4 1-3 0,1 6 2 0,-1-3-1 15,0 2 2-15,-3 1-1 0,-2 0 0 0,2-1 3 16,-1-1 0-16,-2 0 2 0,1-1-1 16,-2-3-4-16,-1 3 1 0,0-8 3 0,0 8 0 0,0-8-1 15,0 0 1-15,-1 11 12 0,1-11-10 0,0 0-3 16,0 0 3-16,0 0-3 0,0 0 6 0,0 0-11 15,0 0 1-15,0 0-4 0,0 0-5 0,0 0 6 16,0 0-2-16,0 0-1 0,7-28-3 0,-1 20-6 16,1-3 4-16,0 2-1 0,0-3-3 0,1 4 2 15,-2-2-2-15,2 1 11 0,0 3-5 0,-5 2-4 16,4 1 0-16,-3-1 3 0,-4 4 1 0,11-3-1 16,-11 3 2-16,13 3 9 0,-4 0-7 0,-2-1 1 15,0 3 1-15,-1-3 3 0,3 3-2 0,0-1-5 16,1 1-2-16,0-4 0 0,-3 2 1 0,0 0 1 15,1-1 4-15,-8-2-9 0,12 0 8 0,-12 0 2 16,14-5 8-16,-9 2-3 0,2 1-4 16,-2-3 3-16,1 1 1 0,2-4 1 0,-3 0 1 0,-1-1 3 15,0 2 9-15,-2-2-7 0,1 1 1 0,-2 2 1 16,2-4 0-16,-3 10 0 0,2-12-3 0,-1 7-1 16,-1 5-6-16,0 0 6 0,2-8-3 0,-2 8-5 15,0 0-1-15,0 0 0 0,0 0-2 0,0 0 2 16,0 0 2-16,3 27-1 0,-3-17-6 0,2 3-5 15,0 1-23-15,-2-1-33 0,1-3-40 0,2 7-40 16,0-4-28-16,3 2-40 0,-2-2-33 0,-1-4-139 16,0-1-423-16,2-2 187 0</inkml:trace>
  <inkml:trace contextRef="#ctx0" brushRef="#br0" timeOffset="154194.89">23183 6702 81 0,'-1'-10'132'16,"0"0"-13"-16,0 4-18 0,1 6-28 0,5-12-30 15,-5 12-15-15,10 0-15 0,-10 0-16 0,20 17-19 16,-4 2-25-16,-1 4-40 0,-2 4-94 0,0-1 43 16</inkml:trace>
  <inkml:trace contextRef="#ctx0" brushRef="#br0" timeOffset="154417.96">23399 7002 44 0,'0'0'217'0,"0"0"-11"0,0 0-12 16,0 0-9-16,0 0-13 0,0 0-18 0,-2-21-12 15,3 10-19-15,2 2-14 0,4-5-11 0,2-2-8 0,3 1-8 16,6-5-8-16,-2 7-3 0,6-3-8 16,-9 6-7-16,1 0-4 0,-1 6-5 0,-4-1-6 15,1 2-7-15,1 3 0 0,-3 0-4 0,0 2-3 16,4-1-4-16,-4 4-3 0,0 0-2 0,2 4-3 15,-1 1-1-15,-3 2-11 0,-2-2-35 0,1 2-17 0,2-1-34 16,-5-1-47-16,2 2-38 0,-1-2-162 16,-1-1-357-16,-2-9 158 0</inkml:trace>
  <inkml:trace contextRef="#ctx0" brushRef="#br0" timeOffset="154750.81">23927 6842 123 0,'2'-7'228'0,"-2"7"-3"0,-2-12-15 15,2 12-17-15,-9-8-14 0,-1 6-14 16,0 2-13-16,-2 2-8 0,0 5-9 0,-4 0-10 0,0 4-6 16,0 3-8-16,0-1-9 0,2-1-12 0,5-2-12 15,-2 3-9-15,1 0-6 0,1-4-6 0,6-1-8 16,-3 3-3-16,4-1-9 0,2-2 4 0,0 0 2 16,0-8-9-16,2 12 0 0,1-10-4 15,-3-2-4-15,10 7-1 0,-4-5-4 0,1 1 0 0,-7-3-2 16,13 0-1-16,-13 0-1 0,11-6 0 0,-4 3 3 15,-2-1 2-15,-5 4-5 0,11-8 1 0,-4 4 2 16,-4-1-1-16,3 0 0 0,-3 0 1 16,-3 5 1-16,4-8 0 0,-4 8 0 0,5-3-3 0,-5 3-5 15,0 0 3-15,0 0-13 0,8-5 0 16,-8 5 6-16,0 0-2 0,0 0 0 0,0 0-1 0,6 12 1 16,-4-4 0-16,0-2-2 0,2 4 2 15,-1 1 0-15,2-1-11 0,0 0-28 0,0-2-35 0,0 2-43 16,1-3-44-16,2-1-46 0,1-1-50 0,1 0-177 15,-1-2-464-15,4-3 206 0</inkml:trace>
  <inkml:trace contextRef="#ctx0" brushRef="#br0" timeOffset="154967.14">24150 6683 133 0,'2'-9'294'16,"1"0"7"-16,-2 4-10 0,-1 5-22 0,3-11-25 15,-3 11-29-15,2-7-24 0,-2 7-15 0,0 0 0 16,0 0-7-16,0 27-7 0,-6-4-8 0,-2 5-15 16,-1 2-12-16,-1 5-15 0,0 11-5 0,-2 0-8 15,2-1-11-15,1-12-4 0,3 0-7 0,-3-2-34 16,1 3-37-16,0-8-46 0,2 1-47 0,1-1-55 16,1-1-65-16,3-8-49 0,-4 1-232 0,3-4-528 15,0-2 234-15</inkml:trace>
  <inkml:trace contextRef="#ctx0" brushRef="#br0" timeOffset="157332.98">13930 8697 185 0,'-7'-10'242'0,"1"1"-5"16,-2-2-5-16,2 2-6 0,0 0-7 0,3 2-8 0,-1 0-13 15,0 3-14-15,4 4-7 0,-5-9-9 0,5 9-23 16,-4-8-10-16,4 8-20 0,0 0-10 0,-5-5-20 15,5 5-6-15,0 0-9 0,0 0-9 16,0 0-3-16,12 16 3 0,-4-2-13 0,1 2-7 0,3 0-7 16,1 8 0-16,1 0-4 0,-1-1-3 0,3 0-2 15,-3 0-3-15,-4-6-3 0,3 0-1 0,-1-3-1 16,-3 1 0-16,2-1-3 0,-1 0 0 0,-5-4-1 16,3 0-3-16,-1-3 3 0,1 2 7 0,-2-1-16 15,-3-3 1-15,2 2 2 0,-1-3-1 0,-3-4-2 16,4 8 6-16,0-4-8 0,-4-4 5 0,0 0-1 15,6 7 16-15,-6-7-14 0,0 0 17 0,0 0 8 16,0 0 0-16,0 0-1 0,0 0-4 0,12-17-1 16,-11 7-4-16,7-6-1 0,-3 0-9 0,2-2 8 15,2-5-2-15,-1-2-7 0,-1 1 2 0,3-1 0 16,-2 0 0-16,-1 1 0 0,-1-4-5 0,2 2-1 16,-6 6-2-16,5-4-3 0,-3 5 0 0,-2 1-2 15,2 2 3-15,-3-1-1 0,1 4-3 0,1 2-2 16,-3 1 7-16,2 3 0 0,-2 7-3 0,0-14 2 15,0 8-6-15,0 6 4 0,0-11-2 0,0 11-1 16,2-5 0-16,-2 5 4 0,0 0-5 0,0 0 0 16,1-9-2-16,-1 9-8 0,0 0-16 0,0 0-19 15,0 0-24-15,0 0-30 0,0 0-33 0,0 0-25 16,0 0-27-16,0 0-20 0,0 0-28 0,0 0-25 0,0 0-182 16,0 0-476-16,4 29 210 0</inkml:trace>
  <inkml:trace contextRef="#ctx0" brushRef="#br0" timeOffset="157757.32">14393 8928 124 0,'0'0'237'0,"0"0"0"15,2-6-8-15,-2 6-1 0,0 0-11 0,0-11-10 16,0 11-6-16,0 0-6 0,2-7-6 0,-2 7-10 16,0 0-10-16,3-7-16 0,-3 7-9 0,0 0-12 15,0 0-17-15,0 0-9 0,0 0-15 0,1-7-9 16,-1 7-9-16,0 0-8 0,0 0 1 0,0 0-15 15,0 0-10-15,0 0-5 0,0 0 3 0,0 0-1 16,6 23-5-16,-6-16 1 0,0 2 2 0,2 1-3 16,-2 0-4-16,2 1-5 0,-2 0 16 15,2 0-14-15,-4 0-9 0,4-1 3 0,-2 1 4 0,1-2-3 16,-2 1-6-16,2-2 7 0,-1 3-9 0,1-2-5 16,0-1 7-16,-1-8-18 0,0 12-6 0,0-12-31 15,2 9-18-15,-2-9-26 0,0 13-33 0,0-13-28 16,-3 7-35-16,3-7-31 0,0 0-24 0,0 0-25 15,0 0-192-15,-1 8-490 0,1-8 216 0</inkml:trace>
  <inkml:trace contextRef="#ctx0" brushRef="#br0" timeOffset="157934.88">14443 8639 64 0,'2'-10'195'16,"-2"10"-27"-16,0 0-22 0,0 0-31 0,-2-9-30 16,2 9-17-16,0 0-21 0,0 0-31 15,0 0-29-15,26 21-36 0,-16-8-34 0,3 4-44 0,1 4-137 16,0 1 61-16</inkml:trace>
  <inkml:trace contextRef="#ctx0" brushRef="#br0" timeOffset="158201.76">14646 9033 38 0,'2'8'191'0,"-2"-8"3"0,1 8 2 0,-1-8 8 16,0 0 3-16,2 5 3 0,-2-5 2 0,0 0-6 15,0 0-9-15,0 0-6 0,0 0-19 0,0 0-11 16,0 0-15-16,5-22-11 0,-2 12-15 0,1-2-14 16,2-1-8-16,3-2-7 0,-1 2-6 0,0-2-10 15,-1 5-5-15,2-1 5 0,-2 3-11 0,-3-1-6 16,2 3 5-16,-3 2-17 0,1-1-8 0,-4 5-2 15,9-5-8-15,-9 5-5 0,9 0-6 0,-9 0 1 16,7 8 3-16,-1-2-2 0,-2 4-1 0,0 2-4 16,1-2-3-16,-2 4-5 0,-2-2-22 0,3 5-18 15,-4-2-41-15,0 1-41 0,2 0-50 0,-2-5-56 16,2 1-48-16,-2 1-224 0,2-2-535 0,-1-2 237 16</inkml:trace>
  <inkml:trace contextRef="#ctx0" brushRef="#br0" timeOffset="159500.54">15085 8860 83 0,'0'0'154'0,"0"0"-5"0,0 0 2 16,-2-10-7-16,2 10-1 0,0 0-7 0,0 0-4 15,0 0 0-15,2-9-8 0,-2 9-2 0,0 0-8 16,0 0-6-16,0 0-9 0,0 0-1 0,0 0-9 16,0 0-6-16,0 0-4 0,0 0-5 0,0 0-3 15,0 0-3-15,0 0 0 0,0 0 0 0,0 0 5 16,0 0 3-16,0 0-2 0,0 0 8 0,0 0 7 15,0 0 1-15,0 0-4 0,0 0 5 0,0 0-11 16,1-9 3-16,-1 9 3 0,0 0-2 0,0 0-5 16,0 0 1-16,-3-10-4 0,3 10-7 0,0 0 4 15,0 0-7-15,-2-8-1 0,2 8 0 0,0 0 6 16,0 0-20-16,-1-7-7 0,1 7-4 0,0 0-10 16,0 0-3-16,0 0 1 0,0 0-6 0,0 0-7 15,0 0-1-15,0 0 3 0,0 0 9 0,0 30 10 16,0-13 0-16,1 1 18 0,-1 2-14 0,-1 4-1 15,1-3 0-15,-2-2-6 0,1 0-2 0,1 0-2 0,-1 0-2 16,-2 0-3-16,8-4 1 0,-6 2-5 0,1-4 2 16,-1-2-4-16,1-2-1 0,1 1 3 15,-1-3-7-15,0 3 0 0,0-10-4 0,1 9-1 16,-1-9 1-16,0 9 0 0,0-9 3 0,2 7-1 0,-2-7-4 16,0 0 8-16,0 0-5 0,1 9-18 15,-1-9-22-15,0 0-35 0,0 0-40 0,0 0-46 0,0 0-57 16,0 0-66-16,0 0-60 0,0 0-42 15,0 0-210-15,-1-32-636 0,6 21 282 0</inkml:trace>
  <inkml:trace contextRef="#ctx0" brushRef="#br0" timeOffset="159765.85">15781 8807 281 0,'0'0'336'0,"0"0"-21"0,0 0-16 0,8 2-10 16,-8-2-18-16,0 0-17 0,0 0-21 0,0 0-14 16,0 0-25-16,0 0-23 0,0 0-14 0,0 0-20 15,10-3-16-15,-10 3-26 0,13-3-18 0,-2 3-32 16,2-3-25-16,1 2-51 0,-1-2-52 0,2 0-55 0,-2 3-47 15,1-3-40-15,0 1-58 0,-6 2-146 16,1 0-463-16,-9 0 205 0</inkml:trace>
  <inkml:trace contextRef="#ctx0" brushRef="#br0" timeOffset="159934.04">15808 8933 45 0,'-1'6'264'0,"1"-6"-24"0,-5 6-8 16,5-6-10-16,-4 6-1 0,4-6-12 0,0 0-9 0,-3 5-13 15,3-5-16-15,0 0-13 0,0 0-13 0,12 4-15 16,1-6-23-16,2 0-23 0,5-2-39 16,8-1-62-16,1 0-64 0,-4-1-74 0,3-2-79 0,1 2-129 15,-1-6-392-15,-8 5 174 0</inkml:trace>
  <inkml:trace contextRef="#ctx0" brushRef="#br0" timeOffset="161237.01">17435 8178 57 0,'0'0'220'0,"0"0"-12"0,1-10 1 0,-1 10-9 0,0 0-5 16,3-7-9-16,-3 7-4 0,0 0-15 0,0 0-18 16,0 0-15-16,3-6-19 0,-3 6-12 15,0 0-14-15,0 0-9 0,0 0-4 0,0 0-5 0,3 23 0 16,1-11 6-16,-1 5 2 0,-2 1 0 0,0 1-12 15,0 5 5-15,1-5-1 0,-2 5-5 0,-2-4 2 16,2-2-14-16,0 1-6 0,-1-1 10 0,0-1-21 16,1 1 2-16,-1-1-5 0,1-4-5 0,-2 1-1 15,2-4-7-15,-1 2 2 0,1-2-2 0,0 2-2 16,-1-3-3-16,1 0-8 0,0-1-15 0,1-1-17 16,-1-7-17-16,0 13-28 0,0-13-22 0,-4 12-36 15,4-12-17-15,3 6-33 0,-3-6-26 0,0 8-20 16,0-8-181-16,0 0-436 0,0 0 193 0</inkml:trace>
  <inkml:trace contextRef="#ctx0" brushRef="#br0" timeOffset="161584.04">17439 8093 55 0,'4'-12'182'0,"6"-2"-14"0,-5 7-10 0,3-1-19 15,1 1-9-15,2 1-12 0,-1 2-15 0,4 2-5 16,-3 0-11-16,0 2-8 0,1 4-4 0,-1-1-9 16,-1 1-4-16,1 4-11 0,1 3-1 0,-4-5-3 15,1 4-6-15,-3 0-4 0,-2 2-2 0,-2 0 0 16,0 3 10-16,-4 1-1 0,-2-4 1 0,-3 2-2 16,-2-1-1-16,2-4-8 0,-5 4-2 0,1-6-1 0,0 2-1 15,2 0-6-15,-1-4 3 0,3 1-5 0,0-3 1 16,2 2-3-16,5-5-1 0,-8 4 1 15,8-4-6-15,-7 4-5 0,7-4 2 0,-4 3-5 16,4-3-1-16,0 0 1 0,-1 9 0 0,1-9-4 0,0 0 6 16,9 15 0-16,-3-10-3 0,2 5-2 0,2-4-12 15,1 2-10-15,3 3-19 0,2-2-31 16,-1 1-41-16,2-1-35 0,-2-1-38 0,0 3-122 16,-1-2-330-16,-1-6 146 0</inkml:trace>
  <inkml:trace contextRef="#ctx0" brushRef="#br0" timeOffset="161917.04">17871 8278 67 0,'11'-1'161'0,"1"-2"-7"16,-2 1-5-16,0 1-10 0,-10 1-7 0,16 2-3 16,-5-1-14-16,-3 2-9 0,-1 2-9 0,0-3-1 15,-2 2-2-15,4 4-1 0,-4-1-6 0,-1 1 3 16,-2 3-11-16,0-2-1 0,-4 7 2 0,-1-5-3 15,-1 2-6-15,-5-1-6 0,-1 4-6 0,-1-2-5 16,1-3-9-16,1-2-3 0,4 1-5 0,-1-1-6 16,-1-2-17-16,3 2-5 0,-1-3-10 0,4-1-6 15,1-5-8-15,1 13-2 0,2-6-5 0,2 1-3 16,-1-3 9-16,2 2-3 0,3 1 4 0,0 0 4 16,-1-2-5-16,1 0 9 0,0 0-6 0,0-1 2 15,-2 2 3-15,-2-1-3 0,-1-3-1 0,1 2 9 16,0-1 6-16,-2 2 11 0,-3-6 10 0,0 11 2 15,0-11 5-15,-3 9-2 0,-2-4-7 0,2 3-8 0,-3-3-14 16,-1 3-17-16,-2-1-30 0,-1 1-42 16,-1-2-41-16,0 1-46 0,-3 3-146 0,0-3-347 0,-2 0 154 15</inkml:trace>
  <inkml:trace contextRef="#ctx0" brushRef="#br0" timeOffset="162188.92">17075 9093 5 0,'-4'4'327'0,"1"0"-35"16,3-4-27-16,0 0-27 0,30 2-22 0,4-5-21 16,22-6-13-16,36-1-16 0,0-3-15 0,4-6-16 15,-2 5-12-15,1 0-9 0,-1 2-13 0,-6-3-10 16,-28 9-6-16,3-4-12 0,-5 5-8 0,-1-5-4 15,-5 5-4-15,-15 2-10 0,-2 0-4 0,-2 0-14 16,-3 3-15-16,-3 0-23 0,-5 1-17 16,-4 0-27-16,0 3-22 0,-7-1-38 0,2 0-26 0,-3 3-20 15,-3-2-19-15,-5 2-11 0,-2 0-9 0,0-6-125 16,-9 16-350-16,-2-6 156 0</inkml:trace>
  <inkml:trace contextRef="#ctx0" brushRef="#br0" timeOffset="162470.13">17417 9304 262 0,'-11'1'277'0,"11"-1"-12"0,0 0-11 16,0 0-17-16,-12 0-23 0,12 0-23 15,0 0-18-15,-5 4-19 0,5-4-13 0,-5 6-17 16,4 1-11-16,-1 2 0 0,0 1-10 0,1 6-10 15,-1 1-7-15,2 0-6 0,0 2-3 0,2 0-9 0,-1 7-4 16,0-7-5-16,0 0-3 0,1 2-5 16,-1-3-6-16,1 1-7 0,0-2 0 0,-1-4-2 15,0-1-6-15,0 4-16 0,1-6-10 0,-2 0-21 16,1 0-21-16,-1-3-28 0,1 0-30 0,-1-7-30 0,2 11-32 16,-2-11-29-16,1 10-24 0,-1-10-23 0,0 8-155 15,0-8-419-15,0 0 186 0</inkml:trace>
  <inkml:trace contextRef="#ctx0" brushRef="#br0" timeOffset="162800.56">17342 9340 134 0,'4'-12'200'16,"1"1"-7"-16,4 1-8 0,1 3-7 0,-1-1-18 15,2 2-5-15,1 2-8 0,3 0-15 0,-2 3-11 16,0-1-13-16,1 4-8 0,-1-1-10 0,-1 3-9 15,-3 0-10-15,2 0-6 0,-1 3-10 0,-3-1-2 16,0 2-1-16,-3 2-6 0,-2 1-1 0,-2-4 8 16,-1 4-11-16,-3-1 0 0,-4 4-2 0,2-4-4 15,-4-1-5-15,0-1 0 0,-1 1-4 0,0-1-3 16,2-2-2-16,0-1 0 0,-1 1 0 0,2-2-2 16,3-1-4-16,0 0 0 0,5-3-4 0,-10 3-1 15,10-3-2-15,-7 5-1 0,7-5-6 0,-5 2 4 16,5-2-7-16,0 0 2 0,0 0 0 0,-2 8-1 15,2-8 0-15,7 8-1 0,2-1-1 0,-1 0-1 16,2 0-7-16,4 4-15 0,-4-5-30 0,4 4-44 16,3-2-47-16,0 0-46 0,-1-1-197 0,1-2-421 15,-6-2 187-15</inkml:trace>
  <inkml:trace contextRef="#ctx0" brushRef="#br0" timeOffset="163067.59">17743 9483 135 0,'9'1'184'0,"-9"-1"4"0,10 3-6 15,-5 2-8-15,-5-5 4 0,5 11-3 0,-3-5-6 16,-2 4-11-16,1 0-6 0,-4 3-9 0,-2-3-10 0,-1 5-13 16,-2-2 3-16,-1 1-18 0,2-3-11 0,0-1-5 15,2 1-9-15,-2-4-10 0,1 0-8 0,3-1-7 16,0 0-3-16,3-6-10 0,-4 7-6 15,4-7-2-15,-3 8-3 0,3-8-1 0,0 0-2 0,7 9-1 16,-7-9-1-16,14 3-1 0,-4-1-11 0,7-4-14 16,2 1-19-16,9-3-31 0,-7 1-42 0,8-3-43 15,3-2-56-15,2 0-48 0,-7-1-159 0,4-3-432 16,-3 1 192-16</inkml:trace>
  <inkml:trace contextRef="#ctx0" brushRef="#br0" timeOffset="163233.88">18047 9515 109 0,'0'0'209'0,"0"0"-23"0,0 0-10 0,0 0-15 16,26 0-15-16,-16-2-13 0,4-1-16 0,0 0-36 16,4-1-33-16,0 1-35 0,2-3-51 0,-4 1-39 15,2 1-42-15,-9 0-73 0,1 0-206 0,-3-2 92 16</inkml:trace>
  <inkml:trace contextRef="#ctx0" brushRef="#br0" timeOffset="163418.07">18197 9374 222 0,'-4'-7'208'16,"4"7"-16"-16,0 0-11 0,0 0-15 0,0 0-13 16,0 0 6-16,0 0 4 0,0 0 6 0,-3 21-3 15,2-13-11-15,0 6-14 0,-2-1-18 0,2 3-11 16,0 0-9-16,-1 1-7 0,0 0-13 0,1 0-8 15,-1-1-17-15,1-1-30 0,1-2-41 0,0-2-50 16,-1 1-51-16,3-2-52 0,-2-1-42 0,0-2-158 0,2 1-395 16,-2-8 176-16</inkml:trace>
  <inkml:trace contextRef="#ctx0" brushRef="#br0" timeOffset="163650.87">18486 9282 168 0,'3'-9'279'0,"4"0"7"0,-5 3-4 0,-2 6-10 16,7-12-18-16,-7 12-17 0,4-7-26 0,-4 7-20 0,0 0-16 15,0 0-17-15,0 0-13 0,0 0-3 0,9 17-12 16,-8-6-17-16,1 4-9 0,0 2-5 16,-1 1-14-16,-2 3-4 0,1 2-4 0,0 3-15 15,-2-6-1-15,1-1-9 0,0 1-12 0,1-2 16 0,-1-3-32 16,1-3-32-16,-2 0-36 0,1-1-42 0,0-2-34 15,-1 3-43-15,2-12-44 0,0 14-36 0,0-8-44 16,0-6-151-16,0 0-474 0,0 0 210 0</inkml:trace>
  <inkml:trace contextRef="#ctx0" brushRef="#br0" timeOffset="163934.07">18529 9181 11 0,'11'-16'219'0,"5"4"3"0,-3 0 3 16,1 0-6-16,1 5-9 0,-3 0-18 0,0 2-16 16,0 2-7-16,-1 6-6 0,1-3-7 0,1 2-2 15,-6 1-9-15,5 1-16 0,-2 3-8 0,-2-1-5 16,-1 4-5-16,-4 1-6 0,1 1-4 0,-4 4 1 16,0-5-9-16,-7 6-11 0,3-1-3 0,-4-2-11 15,-1 3-4-15,0-2-9 0,-3-3-5 0,1 2-1 16,-1-2-4-16,-1 0-6 0,6-2-2 0,0-2-9 15,0 0-8-15,4-1 2 0,-2 2 0 0,2-3-3 16,0 1-4-16,3-7-11 0,-2 11-18 0,2-5-27 16,0-6-30-16,4 10-34 0,1-4-36 0,0-3-52 15,3-2-46-15,2-1-38 0,1 1-183 0,2-2-497 16,-13 1 219-16</inkml:trace>
  <inkml:trace contextRef="#ctx0" brushRef="#br0" timeOffset="164266.93">18804 9358 112 0,'0'0'184'0,"10"1"-2"16,-10-1 9-16,10 0 3 0,-10 0-6 0,12 1-9 16,-7 2-10-16,-5-3-5 0,10 2-1 0,-3 2-13 0,0-2-13 15,-7-2-9-15,9 6-12 0,-5-2 1 0,1-1-12 16,-1 3-11-16,0-3-9 0,-4-3-7 0,2 14-8 16,1-8-2-16,-3 1-6 0,-4 2-11 15,1 1-4-15,0-2-3 0,-3 0-4 0,4 1-7 0,-1-4-1 16,1 3-6-16,-1-2-14 0,3-6-8 0,-1 11-7 15,1-11-6-15,2 13-4 0,0-9-3 0,-2-4 2 16,5 11 1-16,-1-5 1 0,1-2 2 16,0 0-1-16,-5-4 4 0,10 6-3 0,-6-1 0 0,0-1 2 15,-4-4 7-15,6 7 0 0,-3-2 4 0,-1 0 6 16,-2-5 3-16,0 9 3 0,0-9-3 0,-6 10 0 16,2-4 2-16,0-2-2 0,-3 3 1 0,-4-2-2 15,4 1-5-15,-2-3 0 0,0 2-12 0,0-2-19 16,-1-1-28-16,1 1-42 0,-4-1-69 0,5-4-64 15,-3 2-213-15,-2-3-476 0,0-3 210 0</inkml:trace>
  <inkml:trace contextRef="#ctx0" brushRef="#br0" timeOffset="164783.43">18441 8965 103 0,'29'-4'133'16,"2"3"-6"-16,-1-4-6 0,-1 2 8 0,-9 1-16 15,8-3 0-15,-7 2-6 0,-1 2-6 0,-1-1-5 16,-1-1-6-16,-1 2 8 0,-3-1-6 0,-1 1-2 16,-2 0-4-16,-2-2-2 0,-1 3-3 0,-8 0-5 15,14-1-7-15,-14 1-2 0,10 0-3 0,-10 0-11 16,6-2-1-16,-6 2-7 0,0 0-5 0,0 0-4 15,11 0-2-15,-11 0-21 0,0 0-27 0,0 0-38 16,0 0-38-16,12 0-63 0,-12 0-43 0,0 0-106 16,13 0-326-16,-13 0 144 0</inkml:trace>
  <inkml:trace contextRef="#ctx0" brushRef="#br0" timeOffset="165751.35">19329 8490 56 0,'0'0'261'0,"0"0"-13"15,0 0-12-15,0 0-12 0,0 0-18 0,0-9-18 16,0 9-21-16,0 0-19 0,0 0-16 0,0 0-13 15,0 0-15-15,0 0-11 0,0 0-6 0,0 0 0 16,12 16-1-16,-6-6-4 0,0 1-7 0,4 4-7 16,-1-1-3-16,3 0-9 0,-1 2-3 0,1-3-4 15,-2 1-8-15,4 0-2 0,-3-1-13 0,0-1-4 16,-3-1 4-16,1-2-10 0,1-1-7 0,-3 1-17 16,0-2-27-16,-1 1-33 0,-2 0-46 0,0-2-43 15,2-2-49-15,-2 1-27 0,-4-5-142 0,4 10-406 16,-4-10 180-16</inkml:trace>
  <inkml:trace contextRef="#ctx0" brushRef="#br0" timeOffset="165933.81">19514 8455 200 0,'0'0'237'0,"0"0"-21"16,0 0-8-16,0 0-13 0,0 0-10 0,-19 16-14 15,8-4-11-15,-7 8-14 0,1-2-13 0,-3 4-16 0,-1-1-12 16,3 1-11-16,-1-2-12 0,1 2-31 0,3 0-25 16,3-5-31-16,4-1-43 0,-4 2-43 15,4-3-47-15,-1 1-36 0,4-2-138 0,1-3-338 16,2-1 150-16</inkml:trace>
  <inkml:trace contextRef="#ctx0" brushRef="#br0" timeOffset="166450.09">20049 8283 27 0,'0'0'270'0,"3"-11"-7"0,-3 6-13 0,0 5-11 0,3-8-21 16,-3 8-17-16,0 0-23 0,1-6-21 0,-1 6-18 16,0 0-7-16,0 0-19 0,0 0-13 0,0 0-7 15,0 0-10-15,12 14-3 0,-10-3-6 0,7 6-5 16,-5-1-9-16,3 8 0 0,0 1-4 0,1 2 2 16,-2 1 1-16,3-2-3 0,-4 1-7 0,4-2-3 15,-4-6-2-15,2 6 5 0,-2-7-17 0,0 1 4 16,1-1-4-16,-1-2-3 0,-1-4-5 0,0 0-1 15,3-2-1-15,-5 2-2 0,4-3-1 0,-2-1-2 16,0 1-3-16,-1-3-1 0,-1-2 2 0,2 1 1 16,-4-5 1-16,5 4 12 0,-5-4 8 0,9 1 2 15,-9-1 0-15,9-8-2 0,-3-1-6 0,2 1 7 16,2-6-8-16,-2 0-1 0,7-8-6 0,-5 6 6 0,-3-2-5 16,2-6 6-16,0 0-2 0,-3 0-1 15,-3 4 2-15,3-5-1 0,1 2-6 0,-1-3-7 16,-2 8 8-16,-2-1-2 0,1 2-6 0,-1 2 4 15,0 1-10-15,-1 5 3 0,0 1-7 0,-1 2 3 0,0 6-2 16,3-13-19-16,-2 10-14 0,-1 3-23 16,1-10-26-16,-1 10-40 0,0 0-47 0,0 0-26 15,0 0-25-15,0 0-26 0,0 0-31 0,-2 29-209 16,-1-10-519-16,-1-2 231 0</inkml:trace>
  <inkml:trace contextRef="#ctx0" brushRef="#br0" timeOffset="170184.87">11356 10400 58 0,'-2'-9'255'0,"2"9"-9"0,-2-6-10 0,2 6-15 16,0 0-10-16,0 0-11 0,0 0-12 0,0 0-16 0,-1-8-13 15,1 8-13-15,0 0-19 0,0 0-12 0,0 0-11 16,0 0-16-16,0 0-7 0,0 0-8 0,15 17-1 16,-7-1-10-16,1 1-2 0,5 5-2 15,0 4 1-15,1 0-7 0,-2-1-1 0,-1 3-7 0,-1-1 1 16,3-1-10-16,-4-2 2 0,-2-9-5 0,0 4-4 16,-1-1-4-16,2 0 0 0,-2-4-3 15,-1 0-1-15,0 2 8 0,-2-5-11 0,-1-2-3 0,2 1-1 16,-3-5 0-16,1 0 1 0,-1 1-4 0,-2-6 10 15,3 6 19-15,-3-6 16 0,3 6 1 0,-3-6 15 16,0 0 13-16,0 0-10 0,0 0-7 0,0 0-12 16,0 0 3-16,0 0-6 0,14-20-6 0,-12 9-6 15,3-2-3-15,-2-4 3 0,1 0 3 0,-2-1-19 16,3-2-5-16,-2 1-5 0,-1-4 0 0,2-3-4 16,-1 0-14-16,-1 2 5 0,2 4-3 0,-2 1-1 15,0 2 1-15,0-2-6 0,-1 6 4 0,0 1 4 16,3 1-6-16,-4 0 1 0,1 3-4 0,0 1-18 15,-1 7-8-15,2-11-21 0,-2 11-26 0,2-7-36 16,-2 7-33-16,0 0-39 0,0 0-13 0,0 0-5 16,0 0-17-16,0 0-13 0,9 21-17 0,-3-7-179 0,1 0-470 15,-1 1 208-15</inkml:trace>
  <inkml:trace contextRef="#ctx0" brushRef="#br0" timeOffset="170418">11813 10754 37 0,'0'0'205'0,"4"4"-4"16,-4-4 6-16,0 0 2 0,1 6-1 0,-1-6-3 15,0 0-3-15,2 9-4 0,-2-9-6 0,-2 12-11 0,2-12 4 16,-1 16-8-16,1-4-10 0,0-2-20 0,0 2-10 16,0 0-10-16,0 3-15 0,0 1-13 15,0 0 14-15,0-3-24 0,0 3-13 0,0-4-9 16,-4 3-2-16,6-1-11 0,-4-3 10 0,4 1-35 15,0 2-23-15,-2-2-33 0,0-3-39 0,1 2-42 0,-1-1-43 16,2 0-38-16,-1-4-31 0,2 4-39 16,-1-4-198-16,2-1-495 0,-4-5 220 0</inkml:trace>
  <inkml:trace contextRef="#ctx0" brushRef="#br0" timeOffset="170579.07">12161 10787 197 0,'6'-2'252'0,"-3"-2"-22"0,-3 4-5 0,6-4-16 16,-6 4-19-16,5-5-20 0,-5 5-19 0,4-5-15 15,-4 5-18-15,0 0-14 0,12-3-28 0,-12 3-35 16,18-2-53-16,-8 2-65 0,1 0-62 0,2 1-174 16,-3 1-337-16,3 1 150 0</inkml:trace>
  <inkml:trace contextRef="#ctx0" brushRef="#br0" timeOffset="170750.18">12250 10908 67 0,'-4'6'234'0,"4"-6"-15"0,0 0-5 0,-5 6 3 16,5-6-2-16,0 0-9 0,0 0-13 0,0 0-11 16,0 0-16-16,0 0-14 0,0 0-22 0,0 0-16 15,0 0-22-15,21 2-40 0,-6-5-45 0,3-1-60 16,5 1-71-16,8-2-58 0,-2-3-169 0,3-1-379 15,4-2 169-15</inkml:trace>
  <inkml:trace contextRef="#ctx0" brushRef="#br0" timeOffset="171083.95">12864 10665 208 0,'0'0'241'0,"0"0"-3"0,-12-10 6 15,12 10-3-15,-7-4-13 0,7 4-9 16,0 0-7-16,-15 4-12 0,8 1-6 0,-2 0-10 15,0 3-10-15,-2 5-11 0,0 2-17 0,4-2-12 16,1 2-18-16,-2 1-7 0,1 0-13 0,6 1-4 0,0-1-18 16,1 0-1-16,2-4-7 0,3 3 1 15,3-3-7-15,2-1-1 0,3 0-3 0,2-3-6 16,2 1 1-16,1-3-7 0,0-4 2 0,2 1 6 16,-1-2-19-16,3-2-2 0,-4-2-8 0,0 1 1 15,-7-2 2-15,2 1 5 0,-1-3-8 0,-1 1 3 0,-3-3-8 16,2-1 3-16,-6 1 1 0,1-3 17 15,-5 1-20-15,2-1-4 0,-4-1-6 0,-1-1 13 16,1-4-3-16,-4 1 10 0,-2 0-15 0,0 6-1 0,-1-4 0 16,0 4-4-16,0 0 1 0,-2 3-7 0,2 0-18 15,-1 2-18-15,-1 0-35 0,-1 1-31 0,-5 4-42 16,-1 0-48-16,-2 6-45 0,2 1-83 0,-9 7-273 16,3-3-637-16,6-1 283 0</inkml:trace>
  <inkml:trace contextRef="#ctx0" brushRef="#br0" timeOffset="171567.25">14539 10510 259 0,'0'0'283'0,"7"-3"-16"0,-7 3-15 16,0 0-13-16,4-4-17 0,-4 4-20 0,0 0-14 16,0 0-15-16,0 0-12 0,0 0-11 0,0 0-8 15,0 0-10-15,0 0-15 0,0 0 3 0,0 0-9 16,10-3-17-16,-10 3 1 0,11-1-12 0,2 1-9 15,0-2-1-15,8-1-27 0,6-1-10 0,1 0-15 16,2-1-28-16,-3-1-28 0,2 4-31 0,-2 0-40 16,-6-1-36-16,-4 0-38 0,2 0-31 0,-6 0-34 15,0 2-180-15,-6 1-461 0,-1-2 205 0</inkml:trace>
  <inkml:trace contextRef="#ctx0" brushRef="#br0" timeOffset="171883.22">14820 10464 88 0,'-5'4'189'0,"5"-4"-14"0,0 0-11 0,0 0-5 16,-6 4-1-16,6-4 8 0,-2 8 4 0,0-1 2 0,2 5 1 16,-3 3 3-16,2 3-10 0,0 0-11 15,-2 7-4-15,1 0-10 0,0-1-18 0,2-5-7 16,0 9-7-16,2-9-11 0,-2 6-9 0,2-5 2 16,2-2-24-16,-3-3 1 0,2 2-10 0,-1-5-2 0,0 0-6 15,0-2-6-15,1 1-4 0,-2-4-3 0,2 1 8 16,-3-8-18-16,0 10 1 0,0-10-2 15,0 9-2-15,0-9-1 0,0 0-2 0,-5 7-3 16,5-7-8-16,-11 1 2 0,11-1-3 0,0 0 2 16,-20-3-2-16,13-2 0 0,7 5 1 0,-12-4-11 15,4 2 8-15,8 2 0 0,-9-4 0 0,9 4 5 0,-6-4-5 16,6 4 6-16,-8-3-2 0,8 3-2 0,0 0-8 16,0 0 1-16,0 0-5 0,0 0-7 0,19-7-11 15,-7 4-23-15,7 2-31 0,4-2-44 0,6-1-47 16,2-1-48-16,2-5-43 0,2 5-227 0,-2-5-522 15,3 1 231-15</inkml:trace>
  <inkml:trace contextRef="#ctx0" brushRef="#br0" timeOffset="172100.68">15248 10585 109 0,'0'-11'237'0,"-1"-1"2"0,-1 3 6 0,0-1 4 15,2 10 1-15,-1-13-3 0,0 6-1 0,1 7-10 16,-3-7-31-16,3 7-17 0,0 0-19 0,0 0-21 15,0 0-19-15,0 0-11 0,0 0 4 0,0 0 8 16,4 26 6-16,-4-1-16 0,-1 2-11 0,-3 1-10 16,1 0-4-16,-1 3-6 0,1-2-13 0,-2 0-2 15,5 3-3-15,-4-6-13 0,1 3-2 0,1-1-7 16,2 0-7-16,-3-2-33 0,0 1-43 0,1-8-48 16,3 0-60-16,-3 0-68 0,0 0-66 0,4-1-59 15,-6-1-211-15,6-4-590 0,0-3 261 0</inkml:trace>
  <inkml:trace contextRef="#ctx0" brushRef="#br0" timeOffset="172333.38">15457 10692 326 0,'1'-6'324'0,"2"1"-23"0,-3 5-23 0,3-10-28 15,-3 10-28-15,3-6-12 0,-3 6 2 0,0 0 1 0,4 19-12 16,0-3-12-16,-1 7 0 0,-3 4-21 15,0 3-1-15,-1 0-26 0,-1 1-18 0,-2-1-7 16,3 2-11-16,-2-3-11 0,-1 3-13 0,3-4-5 16,0 0-8-16,-2-1-12 0,0-6-25 0,3-3-38 0,-1-1-28 15,0-2-35-15,1-3-38 0,-2-1-49 0,2 0-50 16,-1-5-48-16,1-6-45 0,-1 13-201 16,1-13-542-16,-5 4 240 0</inkml:trace>
  <inkml:trace contextRef="#ctx0" brushRef="#br0" timeOffset="172550.91">15517 10675 194 0,'14'-10'225'16,"2"1"-3"-16,-5 2-5 0,3 4-11 0,-2 0 0 16,1 1-9-16,0 0-20 0,-1 5-12 0,2 0-1 15,-5-2-11-15,0 7-13 0,-1 0-8 0,-1-2-13 16,-1 3-7-16,-3 0-6 0,-1 2 4 0,-2 1-18 15,-2-1-8-15,-3 4-5 0,-4-1-9 0,-3-1-12 16,2 0-28-16,-6-2-34 0,1 0-52 0,-1 1-56 16,0-2-71-16,-2 0-69 0,0 0-191 0,2-3-477 15,1-1 211-15</inkml:trace>
  <inkml:trace contextRef="#ctx0" brushRef="#br0" timeOffset="173099.83">16328 10603 218 0,'-4'-8'321'0,"4"8"-13"0,-6-5-13 0,6 5-21 16,0 0-26-16,-13 0-18 0,13 0-19 0,-11 7-19 0,3 3-16 15,-3 1 1-15,0 4-38 0,1 1-11 0,1 2-10 16,4 0-10-16,0 1-17 0,1-1-3 0,5-1 2 16,1-2-24-16,2 0-11 0,3-4-10 15,1 0-6-15,1-2-6 0,2-2-11 0,6 0-3 0,-4-5-8 16,5 0-5-16,-4-2 1 0,4-1 2 0,-3-2 3 16,2-4-4-16,-5 1-6 0,0-1 5 0,-3-1 4 15,-2-1-7-15,2-3 7 0,-5 2 11 16,-1-3-3-16,-1-2 1 0,0-1 2 0,-2 5 4 0,0 0 8 15,0 1 1-15,-2 0-3 0,2 3 4 0,0 7-3 16,0-11-6-16,0 11-11 0,0 0 2 0,-1-9-8 16,1 9-4-16,0 0 4 0,0 0-2 0,0 0 0 15,0 0 2-15,4 23-3 0,0-11 0 0,0-2-4 16,-1 7 4-16,5 0-5 0,-3-2-29 0,3 0-29 16,0 1-37-16,0-1-41 0,0 0-46 0,-2-5-59 15,2 0-46-15,0 1-246 0,-2-3-574 0,2-3 253 16</inkml:trace>
  <inkml:trace contextRef="#ctx0" brushRef="#br0" timeOffset="173335.85">16724 10549 80 0,'0'-9'298'15,"0"2"-9"-15,0 7-13 0,2-10-22 0,-2 10-15 16,0-9-37-16,0 9-17 0,0 0-4 0,0 0-22 15,0 0-3-15,0 0-10 0,5 23-10 0,-1-7-12 0,-2 0-13 16,-2 5-15-16,5 3-7 0,-2-3-4 16,1 4-9-16,-2 2-4 0,1-6-15 0,1 3-23 15,0-5-27-15,-1 7-34 0,0-9-50 0,-1 3-51 0,1-4-39 16,-3 1-52-16,2-2-51 0,-4-1-141 16,2-4-445-16,-3-1 197 0</inkml:trace>
  <inkml:trace contextRef="#ctx0" brushRef="#br0" timeOffset="173466.65">16742 10681 111 0,'16'-10'150'16,"1"4"-32"-16,12-4-5 0,-1 1-43 0,2 2-56 0,2 0-110 16,2 1-104-16,3-3 46 0</inkml:trace>
  <inkml:trace contextRef="#ctx0" brushRef="#br0" timeOffset="173802.48">17513 10637 132 0,'2'8'253'0,"-2"-8"-4"16,3 15-4-16,-2-10-11 0,1 5-2 0,-2-3-3 16,1 1-13-16,-1-8-10 0,1 13-5 0,-1-3-14 15,0-3-9-15,0 0-5 0,1 1-8 0,-1-8-4 16,0 10-16-16,0-10-3 0,2 9 12 0,-2-9-9 15,0 0 0-15,0 8 8 0,0-8 5 0,0 0 3 16,0 0 1-16,0 0 0 0,0 0-10 0,0 0-13 16,0 0-15-16,0 0-16 0,0 0-7 0,5-23-11 15,-2 11-17-15,0 0-1 0,6-2-12 0,-1-3-14 16,0-2-10-16,3 2-12 0,1 1-5 0,0 2-2 16,4 0-7-16,-5 0-2 0,2 5-5 0,-3 0-6 15,0 4 1-15,2 0 2 0,-2 3-7 0,-2 2 2 16,3 2 2-16,0 1 1 0,-1 3 0 0,-1 0-8 15,0 3 9-15,-2-1 1 0,1 3-1 0,1 3 2 16,-1 0-3-16,-2 3-10 0,0-2-42 0,-1-2-40 16,0 1-63-16,-1-1-49 0,-1 0-75 0,-2-1-79 15,2 0-73-15,-1 0-240 0,0-5-729 0,-2-7 323 16</inkml:trace>
  <inkml:trace contextRef="#ctx0" brushRef="#br0" timeOffset="174350.81">17974 10603 217 0,'0'0'290'0,"-2"-9"-20"0,2 9-17 15,0 0-14-15,0 0 1 0,0 0-8 0,0 0-15 16,0 0-17-16,-10 29-23 0,7-17-12 0,2-1-16 0,-1 5-14 16,2-1-16-16,-1 0-15 0,2-2-7 0,1 0-7 15,2 4-12-15,-1-7-3 0,5 1-11 0,-2-2-5 16,1 1-6-16,1-4-1 0,2 0-18 15,-1-1 0-15,-2-1-6 0,1-3-2 0,3-1-7 0,-11 0 3 16,15-3-7-16,-9 1-4 0,0-2-1 0,-1-1-1 16,1 0 0-16,-1-2-5 0,-1-2 4 0,-1 3-1 15,0-3-3-15,1-2 2 0,-2 2-3 0,1-4-1 16,-1 0-2-16,0 4 4 0,3-1-15 0,0-1-2 16,0 0 1-16,3 1-6 0,-1 1 1 0,2 0 8 15,0 4-5-15,3 0 7 0,1 1-3 0,-1 3-1 16,0 1 4-16,-1 1-2 0,2 5 13 0,-1-1-7 15,-1-1-3-15,-3 5 3 0,1-1 1 0,-2 4 2 16,2-3-2-16,-4 2 9 0,1-2-2 0,-1 0 8 16,-4-2-1-16,0 0 5 0,1 0 3 15,-2-7 7-15,0 9 7 0,0-9 2 0,-3 10 1 0,3-10 2 16,-3 6-10-16,3-6 4 0,-3 5 1 0,3-5-5 16,0 0-7-16,0 0 4 0,0 0-4 0,0 0-5 15,0 0-12-15,-4-19 12 0,4 19-8 0,7-19-4 16,0 7 9-16,2-2-8 0,1 0-4 0,0 1-4 15,3 1 2-15,0 1 3 0,-4 3 5 0,1 1 18 16,-2 0-17-16,-2 4-2 0,0-2 1 0,2 5-1 16,-8 0-2-16,13 1 4 0,-13-1-8 0,9 7 2 15,-3-2-2-15,-1 1 4 0,-2 1 4 0,1 6-3 16,-2-1-21-16,1-1-32 0,-2 2-46 0,0-3-61 0,-1 3-69 16,2 0-71-16,-2-4-286 0,1 3-627 15,-1-5 277-15</inkml:trace>
  <inkml:trace contextRef="#ctx0" brushRef="#br0" timeOffset="174516.7">18749 10664 72 0,'0'0'330'0,"6"-2"-31"0,-6 2-28 16,0 0-11-16,9-3-20 0,-9 3-6 0,9-3-31 15,-3 1-20-15,-6 2-17 0,20-4-17 0,-8 2-17 16,1 0-37-16,5-3-44 0,-1 1-69 15,1 2-91-15,-2-4-88 0,-2 1-197 0,2-1-427 0,0-2 190 16</inkml:trace>
  <inkml:trace contextRef="#ctx0" brushRef="#br0" timeOffset="175017.89">19577 10368 223 0,'-1'-10'275'0,"1"10"-16"0,0 0-20 0,0 0-19 16,1-8-23-16,-1 8-20 0,0 0-12 0,0 0-25 16,0 0-11-16,0 0-8 0,0 0-4 0,5 22-7 15,-5-11-5-15,0 0-10 0,1 6-8 0,-1 0-8 16,0 1-4-16,2 0-11 0,-2 0-1 0,1 0-10 16,-1-1-5-16,1-1-6 0,0 0-2 15,1 0-20-15,-1-4-25 0,-1 1-40 0,1 2-40 0,-3-3-53 16,2-2-58-16,-2 0-51 0,-3-1-158 0,0 0-438 15,-2-2 193-15</inkml:trace>
  <inkml:trace contextRef="#ctx0" brushRef="#br0" timeOffset="175400.02">19815 10587 196 0,'0'0'249'0,"0"0"-14"0,0 0-10 16,-13-16-10-16,13 16-10 0,0-18-9 16,0 7-15-16,2-1-13 0,2-4-7 0,1 1-15 0,3 1-9 15,0 0-4-15,2 1-10 0,-2 2-14 0,0 3-11 16,2 1-6-16,1 0-8 0,0 3-14 0,-2 3-10 16,2 2-4-16,0 0-5 0,1 4-6 15,-3 1 0-15,2 1-9 0,-3 3 0 0,3 3-5 0,-2 2-2 16,0 1-3-16,0-1-14 0,-1 0-30 0,-1 2-32 15,0 0-43-15,-2 0-60 0,-1-5-53 0,0 4-82 16,-2-7-153-16,2 1-477 0,-3-3 211 0</inkml:trace>
  <inkml:trace contextRef="#ctx0" brushRef="#br0" timeOffset="175702.97">20158 10418 146 0,'0'0'223'0,"3"-5"-20"0,-3 5 0 16,0 0-1-16,0 0 0 0,0 0-10 0,9 17-14 15,-6-5-10-15,0 1-8 0,3 3-13 0,-3-1-15 16,5 0-11-16,-6 1-11 0,4 0-9 0,-1 0-5 16,0-3 2-16,0-1-7 0,1-3-7 0,-1-1 4 15,2 1 1-15,-2-2-1 0,0-2 5 0,-1 0-6 16,1 0 8-16,-1-1 10 0,-4-4 3 0,5 5 15 15,-5-5-5-15,0 0-12 0,10-2 1 0,-10 2-12 16,10-7-15-16,-3-1-3 0,-1-2-10 0,2 0 2 16,1-5-42-16,0 0-21 0,4-8-34 0,2-1-40 15,-1 1-33-15,1-2-40 0,-1 3-44 0,3 0-41 16,-4 6-27-16,1 1-17 0,-3 3-29 0,-3 3-187 16,0 1-526-16,-2 5 233 0</inkml:trace>
  <inkml:trace contextRef="#ctx0" brushRef="#br0" timeOffset="176138.94">20515 10528 86 0,'3'5'153'16,"0"1"2"-16,1-2 11 0,-4-4 11 0,9 8 3 15,-5-6 3-15,-4-2 0 0,9 5-6 0,-4-4-2 0,-5-1-3 16,11 0-5-16,-11 0-9 0,11-2-7 0,-11 2-3 16,10-5-13-16,-4 2-9 0,-6 3 0 15,9-9 4-15,-6 2-8 0,2-2-13 0,-1 1-12 16,-1-3 0-16,0 2-5 0,0-1 4 0,-3-1-5 0,0 0-7 15,-3 3-2-15,3 8 3 0,-2-14-1 0,1 11-5 16,1 3-11-16,-4-11-4 0,4 11-7 0,-7-3-6 16,7 3-8-16,0 0-6 0,-18 12 0 15,11-3-3-15,-4 6 2 0,2 1-5 0,-1 1-4 0,3 2-16 16,3-2 8-16,1 2 4 0,2-3-7 0,1 0-11 16,2-1 1-16,2-1-2 0,1-4-9 15,1 2-2-15,2-2-6 0,1-3-9 0,2-2-4 16,1-1-3-16,1-2-9 0,1 0 3 0,0-2-1 0,0-2 1 15,0 0 7-15,2-6-5 0,-4 4 1 0,0-3 9 16,1-1-2-16,-4 1 4 0,0-3 3 0,-2 1-1 16,4-1 6-16,-2-3 0 0,-3 2 2 0,0 2 17 15,2-1-16-15,-3 0 3 0,2 1 13 0,-2 4-14 16,-1 0-3-16,-1 0 0 0,-3 5 0 0,8-4 4 16,-8 4-5-16,6-1 5 0,-6 1-8 0,0 0 7 15,12 11 1-15,-10-6 5 0,1 5-1 0,1 1-6 16,-2 1-25-16,0-2-37 0,-1 3-49 0,-1-1-68 15,0-1-75-15,1-1-67 0,0 1-176 0,-1-4-547 16,0-7 243-16</inkml:trace>
  <inkml:trace contextRef="#ctx0" brushRef="#br0" timeOffset="176383.13">21030 10271 245 0,'0'-10'315'16,"1"1"-8"-16,1 3-18 0,-2 6-13 0,2-11-35 16,-2 11-28-16,0 0-10 0,0 0 6 0,0 0-4 15,5 34-13-15,-5-9-17 0,-1 4-13 0,0 3-17 0,-3 0-9 16,5-1-11-16,-5 1-11 0,3 0-11 16,-2 0-14-16,2 1-12 0,0-2-21 0,1-2-32 15,0-3-31-15,2-1-42 0,-2-1-40 0,2-7-46 16,-1-1-56-16,0-5-44 0,-1-1-34 0,2-1-219 0,-1-5-529 15,-1-4 235-15</inkml:trace>
  <inkml:trace contextRef="#ctx0" brushRef="#br0" timeOffset="176617.48">20976 10550 90 0,'-1'-10'186'0,"1"10"-19"0,0 0-14 15,5-10-12-15,-2 6-6 0,-3 4-9 0,12-8-12 16,-3 4-12-16,2 0-8 0,7-1-9 15,-6 1-4-15,8 2 0 0,-1-1 1 0,-1 1 1 0,-1-1 0 16,0 0 1-16,1 1-6 0,-6 2 1 0,0 0 8 16,-3 1 1-16,3 0 13 0,-5 3 8 0,1 1 1 15,1 1 0-15,-4-2-2 0,4 3-5 0,-3 1-4 16,0 2-8-16,-3-2-5 0,0 4-17 0,1-2-2 16,-3 0-11-16,2 1-32 0,0-1-34 0,-1 1-41 15,-1-2-53-15,-1 0-52 0,1-2-48 0,-1-7-67 16,-1 13-155-16,1-13-462 0,0 0 204 0</inkml:trace>
  <inkml:trace contextRef="#ctx0" brushRef="#br0" timeOffset="176760.85">21328 10342 51 0,'0'0'64'15,"0"0"-28"-15,0 0-30 0,0 0-33 0,18 23-28 16,-11-9 13-16</inkml:trace>
  <inkml:trace contextRef="#ctx0" brushRef="#br0" timeOffset="177534.13">21449 10618 106 0,'0'0'237'0,"0"0"-11"15,0 0 0-15,0 0 0 0,0 0-17 16,0 0-18-16,0 0-9 0,0 0-20 0,0 0-3 15,3-22-14-15,1 14-4 0,1-2-6 0,2 1-14 16,4-5-3-16,0 2-12 0,2 1-6 0,1 2-10 0,-3 2-10 16,6-2-4-16,-5 5-13 0,-1 1-5 15,0 0-9-15,0 3-1 0,-5 0-8 0,-6 0-6 16,17 8-4-16,-12-2-1 0,3 1-1 0,-3 3-5 16,1-2-2-16,-1 1-1 0,-1-1-1 0,0 1-1 0,1 0-4 15,0-2 1-15,-1 1-1 0,2-4 0 16,-2 1 3-16,3 0-1 0,-1-2 1 0,0-1-5 15,3 0 4-15,0-2 0 0,3-3-2 0,-3 2 0 16,-2-2-5-16,0-1 15 0,-1-1-13 0,2 0-3 0,-2 1 2 16,2-2 0-16,-3 1 13 0,0 1-2 0,-1-3 2 15,2 2 0-15,-6 5 6 0,5-8 0 0,-5 8 9 16,6-6-7-16,-6 6 10 0,3-4-8 0,-3 4 5 16,0 0-6-16,0 0-3 0,6-5-1 0,-6 5-4 15,0 0-2-15,0 0-5 0,0 0-3 0,0 0-5 16,0 0-3-16,0 0 3 0,5-6 1 0,-5 6-2 15,0 0-2-15,0 0 4 0,0 0-3 0,7-3-1 16,-7 3-5-16,0 0 4 0,0 0-1 0,0 0-3 16,10 0 7-16,-10 0-3 0,0 0-15 0,10-1 4 15,-10 1-3-15,0 0 4 0,8-1-11 0,-8 1 8 16,0 0 5-16,8-4 3 0,-8 4-4 16,0 0 7-16,8-3-3 0,-8 3-3 0,2-4 6 0,-2 4 0 15,0 0 3-15,4-6 1 0,-4 6-1 0,0 0 0 16,0 0 0-16,0 0 10 0,0-8-1 0,0 8 7 15,0 0-9-15,0 0 2 0,0 0-3 0,0 0 3 16,0 0-3-16,-17-2 6 0,17 2-5 0,-12 6 5 16,3-1-7-16,1 1 0 0,0 0 1 0,-2 1 2 15,3 2-6-15,0-1 5 0,2-3-11 0,-1 3-1 16,2-2 9-16,1 2-2 0,3-8-1 0,-1 13-10 16,1-13 11-16,4 10-12 0,1-6 2 0,2 0-15 15,0 0 1-15,2-4-13 0,2-2 1 0,0 2 6 16,-1-2-1-16,1 0 8 0,0 1-1 0,-2-4 4 15,-1 4-1-15,-1-3 4 0,-7 4 0 0,9-5 4 16,-3 2 7-16,-6 3 7 0,7-3 3 0,-7 3 3 0,0 0-3 16,7-4-3-16,-7 4 2 0,0 0-11 15,0 0 9-15,0 0 0 0,-1 23 2 0,-2-10 2 16,-2 2-4-16,-1 9 0 0,1-1 1 0,-2 4-7 0,2 0 9 16,-4 4-4-16,2-3-6 0,-2 3 2 0,2-1-3 15,-1 2 6-15,-2-2-3 0,4 0 2 0,1-1 13 16,-5-3-27-16,2 3-9 0,-1-5-19 15,1-6-31-15,-4 4-25 0,0-6-36 0,-2-1-46 0,3 0-42 16,-5-1-54-16,4-3-39 0,-1 0-237 0,-1-5-591 16,3-2 262-16</inkml:trace>
  <inkml:trace contextRef="#ctx0" brushRef="#br0" timeOffset="177800.41">22398 10236 27 0,'5'-7'348'0,"1"1"-34"0,-2 0-24 0,-4 6-26 16,5-7-25-16,-5 7-22 0,5-3-22 16,-5 3-2-16,0 0 6 0,5 17-22 0,-3 1 5 15,0 7-21-15,-2 1-21 0,-1 1-12 0,2 3-3 16,-2-2-16-16,1-1-16 0,-1 1 2 0,-2-2-17 0,0 1-6 15,3-6-9-15,-1-2-23 0,-1 0-32 16,-1 0-43-16,0-1-49 0,1-3-56 0,-1 1-61 16,-1-5-70-16,-2 2-234 0,1-4-546 0,-1-1 242 15</inkml:trace>
  <inkml:trace contextRef="#ctx0" brushRef="#br0" timeOffset="177935.45">22235 10452 35 0,'0'0'243'0,"1"-10"-35"16,-1 10-26-16,7-7-31 0,-2 2-39 15,4 3-47-15,1 0-62 0,8 2-51 0,0 3-111 16,2 3-171-16,6 3 75 0</inkml:trace>
  <inkml:trace contextRef="#ctx0" brushRef="#br0" timeOffset="178366.99">22567 10677 10 0,'8'-2'196'0,"1"0"-11"0,3-4 1 16,-2 3 1-16,1-3-4 0,-1-2-10 0,2 3-10 15,1-3-10-15,0-3-10 0,-1 2-7 0,-1-1 7 16,3-3-5-16,-4 1-9 0,1-2 13 0,-2 0-16 16,-1 3-2-16,-2 1 5 0,-1-1-2 0,-3 0-3 15,-1 0 0-15,-1 2-6 0,-1-1 1 0,-3 1-4 16,0 0-13-16,-3 2-9 0,3 1-7 0,4 6-10 15,-13-5-5-15,6 4-7 0,7 1-3 0,-21 8-1 16,5 2-9-16,4 0-6 0,-1 4-7 0,0-1 0 16,4 4-12-16,1 0-5 0,1-1 6 0,3 0-2 15,1 1 0-15,2 1-5 0,2-6 0 0,2 2-6 16,5-1-8-16,2 1-6 0,-1-5-14 0,1-6-7 16,8 4-4-16,2-4-7 0,-4 0-2 0,5-3-3 15,-3-3 0-15,4 1 3 0,-3-3 2 0,-3-1 5 16,1-2 5-16,0 0 3 0,-2-2 6 0,-3 3 1 15,1-5-2-15,-4 3-2 0,-3-2 3 0,2 2 4 16,-1-1 0-16,-2 0 1 0,1-1-1 0,-1 1 3 16,0 2-4-16,-3 2 14 0,3-1-7 0,-1 3 4 15,-4 4 2-15,4-9 2 0,-4 9-1 0,3-4-1 16,-3 4 2-16,0 0-2 0,0 0-1 0,0 0 3 16,0 0-1-16,2 20-1 0,-2-20-1 0,-1 13-35 0,-2-4-57 15,2 0-65-15,1 2-69 0,0-11-62 16,-1 15-238-16,-1-10-568 0,2-5 252 0</inkml:trace>
  <inkml:trace contextRef="#ctx0" brushRef="#br0" timeOffset="179034.14">23107 10577 173 0,'0'0'243'0,"11"0"-6"0,-11 0-5 0,0 0 2 16,0 0-7-16,0 0-4 0,4 8-13 15,-4-8-11-15,0 0-4 0,0 0-12 0,3 5 5 16,-3-5-5-16,0 0-7 0,0 0-2 0,0 0 5 0,0 0-9 16,0 0-4-16,0 0-29 0,0 0-13 0,0 0-11 15,0 0-13-15,0 0-8 0,0 0-6 0,-9-19-5 16,9 19-8-16,-4-12-8 0,4 12-4 0,0-12-3 16,0 5-9-16,4-1-6 0,-2-3-7 0,2 0-3 15,1 0-1-15,4-3-7 0,-2 4-2 0,1-2-2 16,1 3-8-16,1-1-3 0,0 5 8 0,-3-2-13 15,1 1 0-15,2 2-4 0,-2 3-4 0,0 0 12 16,2 2-11-16,0 1 1 0,-1 2-5 0,-3 1 1 16,1 2-1-16,2-1 8 0,-3 3 0 0,-1-2-5 15,2 0 2-15,-5 0 4 0,2 0 0 0,0-1-4 16,-2 0-5-16,-2-6 8 0,5 7 4 0,-5-7 0 16,3 8 1-16,-3-8 1 0,0 0 1 0,4 5 5 15,-4-5-6-15,0 0-5 0,0 0 4 0,0 0-3 16,0 0 5-16,0 0-4 0,0 0-5 0,0 0-9 15,1-23 6-15,2 15-5 0,1 0 3 0,-1-2-4 16,5 3-7-16,-2-4-7 0,5-1 7 0,-4 3-20 16,5 1 24-16,-1-3-17 0,-2 4 2 0,3-1-9 15,-3 3 14-15,-2 0-4 0,1 2 0 0,-2-1 0 16,1 4 3-16,-7 0 1 0,11 0-6 0,-3 3 12 0,-4 2 2 16,1-1-4-16,1 5 3 0,1-1 8 15,-1 1 0-15,-1-1-1 0,2 0 3 0,-1 0 2 16,-1 0 3-16,3 1-6 0,-1-4-1 0,1 1 12 15,-1-2 8-15,1-1 3 0,3-3 0 0,-1 0-4 0,1 0 9 16,1-5-10-16,-3 0-2 0,7-2 13 16,-5-1-11-16,-2 0-5 0,2-1 12 0,-3 1-16 15,-2-1 6-15,-1-3-3 0,2 1 4 0,-2-1-2 16,-3 1 0-16,1 2 3 0,1-3 0 0,-3 5-10 0,-1 7 12 16,0-10-8-16,0 10-2 0,1-9-7 0,-1 9 0 15,0 0-3-15,0 0 5 0,0 0-6 16,0 0 4-16,0 0 3 0,0 0 5 0,-7 36-4 0,4-24-5 15,-1 5-19-15,3-1-39 0,0 0-43 0,-2-1-62 16,-1 2-54-16,6-5-78 0,-2 2-66 0,0-6-200 16,2 3-614-16,-2-11 272 0</inkml:trace>
  <inkml:trace contextRef="#ctx0" brushRef="#br0" timeOffset="179206.73">23615 10131 58 0,'3'-11'122'0,"0"0"-16"0,-1 5-30 16,1 0-28-16,3 3-26 0,-6 3-20 0,0 0-28 16,17 13-42-16,-12-2-74 0,3 6 32 0</inkml:trace>
  <inkml:trace contextRef="#ctx0" brushRef="#br0" timeOffset="179450.13">23746 10475 85 0,'0'0'235'0,"0"0"-9"16,0 0 6-16,13-11-9 0,-8 6-12 0,-2 1-15 16,4-5-15-16,-1 2-15 0,2-3-12 0,5-1-16 15,0-3-3-15,2 2-10 0,7-2-2 0,-6 3-11 16,3 2-11-16,-2 0-5 0,0 2-8 0,-5 4-12 15,0 1-7-15,-2 4-9 0,0 0 6 0,-2 2-20 0,2 1-4 16,-5 5-2-16,0 2-4 0,-2 3-3 0,-2 1-2 16,-1 2-8-16,-2 0 2 0,0-2-6 15,0 0-14-15,-1 0-36 0,-1-6-48 0,2 2-56 16,1-5-54-16,-1-1-53 0,2-6-212 0,0 8-491 16,0-8 216-16</inkml:trace>
  <inkml:trace contextRef="#ctx0" brushRef="#br0" timeOffset="179801.07">24239 10385 219 0,'3'-10'237'0,"1"2"13"0,-3-1-4 0,-1 0 4 15,0 9-8-15,-7-12-3 0,1 10-8 0,-3-1-5 16,-5 4-10-16,-5 3-2 0,0 1-11 16,-8 7-5-16,1-1-5 0,3 1-19 0,7 0-12 0,-1-1-27 15,6 0-4-15,1-2-11 0,2 1-14 0,3 2-8 16,2-2-12-16,0 1-5 0,1-2-11 0,2-3-2 15,0-6-6-15,8 12-15 0,-3-6-15 0,5-3-8 16,-1 1-3-16,1-3-1 0,3-1-13 0,-2-1 0 16,-2-3-4-16,4 1 1 0,-3-3 5 0,-2 1-14 15,2-2 14-15,-2 2-9 0,-3-3 5 0,0 2-3 16,1-1 3-16,-2 2-1 0,-4 5 3 0,5-8-5 16,-5 8 0-16,5-6-2 0,-5 6 0 0,5-5-3 15,-5 5-3-15,0 0-3 0,0 0 3 0,0 0 23 16,0 0-12-16,8 16 3 0,-4-9 11 0,-3 0-18 15,1 4 2-15,0 0 2 0,1-1 5 0,1-1-23 16,-1 1-44-16,1-2-36 0,-1-2-47 0,-1 0-56 16,2 0-64-16,-4-6-62 0,10 4-283 0,-10-4-654 15,8 0 290-15</inkml:trace>
  <inkml:trace contextRef="#ctx0" brushRef="#br0" timeOffset="180001.89">24475 10123 97 0,'3'-9'303'16,"0"2"-4"-16,-2 3-10 0,-1 4-8 15,2-9-32-15,-2 9-9 0,0 0-4 0,0 0 3 16,-3 26-15-16,-3-7-12 0,0 6-35 0,-4 5-8 16,4 0-15-16,-1 0-15 0,-3-1-12 0,4-2-28 15,-1-2-40-15,2 0-69 0,2-6-61 0,-3-1-74 16,0 0-76-16,2-3-84 0,-1-3-169 0,1-3-513 15,-3 1 228-15</inkml:trace>
  <inkml:trace contextRef="#ctx0" brushRef="#br0" timeOffset="181583.35">13625 12017 17 0,'-2'-8'267'16,"2"8"-9"-16,-3-9-5 0,3 9-11 0,-2-6-12 15,2 6-12-15,0 0-8 0,-2-9-13 0,2 9-12 16,0 0-14-16,0 0-15 0,-2-9-20 0,2 9-14 16,0 0-14-16,0 0-9 0,0 0-12 0,0 0-7 15,0 0-10-15,0 0-8 0,0 0-11 0,0 0-5 16,18 24-1-16,-9-10-6 0,-3 2 2 0,5 1 4 16,1 5-10-16,-3-4-6 0,3 6-2 0,1 1 8 0,-3-2-11 15,-2-4-3-15,1 4-7 0,-1-5 4 16,-3-2-4-16,1-1-1 0,0 0 2 0,0-2-6 15,-1-2-1-15,-1-1 1 0,2 0 0 0,-3-1-2 0,2-3 0 16,-1 0-4-16,-2-1 2 0,-2-5 3 16,3 8 2-16,-3-8-1 0,4 6-3 0,-4-6 13 15,0 0 15-15,0 6 13 0,0-6 20 0,0 0 1 16,0 0-8-16,0 0 0 0,0 0-9 0,9-22-3 0,-5 12-5 16,3-5-5-16,-2-1-2 0,1-1-8 0,3-8-2 15,1 2-6-15,-1-3-3 0,1 3 16 0,0-4-10 16,-1 2-17-16,0-3 14 0,-1 3-12 15,2 2 5-15,-1 0-2 0,-3 5-10 0,1 0-10 0,0 3-5 16,0 0-10-16,-3 4 3 0,2 2-29 0,-3 1-13 16,-1 2-24-16,3 1-27 0,-5 5-28 0,6-7-32 15,-6 7-26-15,7 0-11 0,-7 0-16 0,9 7-11 16,-2 1-15-16,-4 5-201 0,1 2-491 0,0 3 218 16</inkml:trace>
  <inkml:trace contextRef="#ctx0" brushRef="#br0" timeOffset="181836.29">14045 12287 14 0,'0'0'264'16,"0"0"2"-16,0 0-4 0,0 0 5 0,0 0 2 16,0 0-7-16,0 0 8 0,0 0-29 0,0 0-14 15,0 0-16-15,0 0-18 0,0 0-20 0,0 0-18 16,0 0-10-16,0 0-9 0,0 0 5 0,0 0-5 15,0 0-10-15,-2 16-10 0,2-5-8 0,0 2-10 0,0 3-9 16,0 1-14-16,2-1-4 0,-2-3-4 16,-2 3-13-16,6 0-2 0,-4-1-13 0,0-3-29 15,3-1-39-15,-2-1-47 0,0 2-43 0,-1-4-52 16,0 1-64-16,2-4-54 0,-2-5-59 0,2 10-197 16,-2-10-591-16,2 5 261 0</inkml:trace>
  <inkml:trace contextRef="#ctx0" brushRef="#br0" timeOffset="181983.05">14106 12054 113 0,'0'-5'257'0,"0"5"-26"16,2-10-24-16,-2 10-29 0,0 0-30 0,0 0-34 0,0 0-46 15,0 0-63-15,0 0-71 0,0 0-144 0,8 30-226 16,-7-14 100-16</inkml:trace>
  <inkml:trace contextRef="#ctx0" brushRef="#br0" timeOffset="182266.87">14219 12459 228 0,'0'0'250'15,"0"0"2"-15,0 0-1 0,0 0 4 0,0 0 1 0,8-13-6 16,-6 8-18-16,-2 5-4 0,0-11-26 0,2 4-1 15,-1-3 7-15,2 1-18 0,-2 0-6 0,1-1-11 16,0 0-10-16,0 0-17 0,4-1-14 0,-2 2-8 16,-2 3-10-16,4-3-12 0,-1 1-10 0,2 3-8 15,4 1-13-15,-4-2-8 0,1 3-9 0,2 0-7 16,-1 2-5-16,2 2-5 0,-1 1-2 16,1 0-2-16,-1 4-3 0,0 1-7 0,3 3-4 0,0 3-5 15,-3-4-18-15,-1 5-36 0,-3-2-30 0,1 1-48 16,-2 3-41-16,-1 2-53 0,-2-1-65 0,1-3-61 15,-6-1-257-15,3-1-644 0,-4-1 285 0</inkml:trace>
  <inkml:trace contextRef="#ctx0" brushRef="#br0" timeOffset="182800.69">14721 12185 163 0,'0'0'254'16,"3"-10"-10"-16,-3 10-16 0,0 0-14 0,6-10-16 16,-6 10-10-16,4-3-24 0,-4 3-11 0,9-2-23 15,-9 2-12-15,0 0-10 0,16 9-3 0,-10-3-10 16,2 1-10-16,0 2 4 0,-5 3-4 0,1-1-9 15,0 3 3-15,-1 3-3 0,-3-1 0 0,-2-1-7 16,-5 1 1-16,2 0-1 0,-3-2-7 0,0 0-2 16,-2 0 1-16,1 0-1 0,-5-2-4 0,6-3 0 15,1 0 1-15,-2 0-3 0,-1-1-7 0,2-1-6 16,3-2 6-16,1-1-14 0,4-4-2 0,-9 6-5 16,9-6-3-16,-5 4-1 0,5-4-6 0,-5 4 3 15,5-4-4-15,0 0 0 0,0 0-9 0,0 0 4 16,0 0 1-16,11 8-5 0,1-6 0 0,-1-2 4 15,7-1-10-15,0 1-12 0,5-4-18 0,-3 2-24 16,2 1-35-16,5-5-46 0,-6 2-49 0,6-3-62 16,-6 3-65-16,-3-1-177 0,-1 2-528 0,1-1 234 15</inkml:trace>
  <inkml:trace contextRef="#ctx0" brushRef="#br0" timeOffset="183117.25">15467 12090 123 0,'0'0'330'0,"0"0"-23"16,0 0-12-16,0 0-6 0,0 0-16 0,0 0-12 16,0 0-20-16,0 0-22 0,0 0-24 0,0 0-17 15,0 0-31-15,4-5-3 0,-4 5-14 0,18-2-13 16,-6 1-13-16,6-3-25 0,-1 2-29 0,5-1-35 16,-3 1-44-16,-1 2-47 0,-4-2-59 0,-1 4-62 15,-1-2-51-15,0 0-221 0,-4 0-508 0,-8 0 225 16</inkml:trace>
  <inkml:trace contextRef="#ctx0" brushRef="#br0" timeOffset="183282.96">15495 12232 292 0,'-4'4'268'0,"4"-4"-26"0,0 0-4 16,-6 8-7-16,6-8-1 0,0 0-8 0,-4 5-19 15,4-5-12-15,0 0-18 0,0 0-15 0,0 0-13 16,0 0-20-16,15 2-27 0,-2 0-33 0,0-5-39 0,5-1-47 15,-2 1-55-15,3 0-56 0,1-2-66 16,0-2-216-16,-2 0-448 0,-1 4 199 0</inkml:trace>
  <inkml:trace contextRef="#ctx0" brushRef="#br0" timeOffset="185155.76">17043 11782 103 0,'0'0'205'0,"0"0"1"0,-2-11-11 16,2 11-8-16,0 0-5 0,-1-9-6 0,1 9-12 15,0 0-6-15,-2-11-9 0,2 11-7 0,0 0-2 16,-4-10-6-16,4 10-9 0,0 0-3 0,-2-8-5 16,2 8-6-16,0 0-3 0,0 0-8 0,-1-7-7 15,1 7-11-15,0 0-1 0,0 0-9 0,0 0-8 0,0 0-9 16,0 0-7-16,0 0-3 0,0 0-11 0,0 0 1 15,0 0-8-15,0 0-1 0,0 0-4 16,0 0-1-16,0 29-1 0,1-13-3 0,-1 2 1 0,0 0 1 16,0 1 1-16,2 1 8 0,-4-1-11 0,4 0-4 15,-1 0 0-15,-2 0 0 0,2-2-3 16,-1 0 3-16,1 0-2 0,1-5-2 0,-1 1-3 16,-1 0-1-16,1-2 1 0,-1 0 2 0,1-1-3 0,1 0 3 15,-2-4 0-15,0-6 2 0,1 14-8 0,-1-14 2 16,0 12-18-16,0-8-16 0,0-4-19 0,0 0-22 15,-3 14-26-15,2-9-25 0,1-5-22 0,-4 9-31 16,4-9-26-16,-6 9-32 0,3-5-33 0,3-4-136 16,-7 6-435-16,3-3 192 0</inkml:trace>
  <inkml:trace contextRef="#ctx0" brushRef="#br0" timeOffset="185552.01">17076 11639 72 0,'10'-9'162'0,"0"4"-13"0,-1-1-9 16,3 4-18-16,-5 0-16 0,4 1-7 0,-11 1-7 16,16 3-4-16,-9-1-14 0,0 2 7 0,1 1-8 15,-3 3 0-15,-1-2-4 0,0 3-5 0,-2 1 2 16,-2 1 0-16,0-1-7 0,-2 2 0 0,-2-1-5 15,0 0-4-15,-2 0-3 0,-4 2-3 0,-1 0 1 16,1 1-8-16,0-6-4 0,-4 3-3 0,-1-3-2 16,6-1-2-16,-1 0-5 0,2-1-2 0,1-1 1 15,2-1-3-15,5-4-2 0,-9 4 3 0,9-4-4 16,-9 4 1-16,9-4 1 0,-5 2-4 0,5-2-1 16,0 0 2-16,0 0-1 0,-6 6-6 0,6-6-1 15,0 0 3-15,0 0 0 0,0 0-4 0,14 6-2 16,-14-6 4-16,14 4-1 0,-5 1-4 0,2-1 2 15,2 1 3-15,-3 0-6 0,8 4 0 0,-1-2 1 16,-2 1 0-16,4 1-1 0,-1-1-28 0,-1 1-42 16,2-1-48-16,-1 1-68 0,-3-1-142 0,2-1-355 0,-3 0 157 15</inkml:trace>
  <inkml:trace contextRef="#ctx0" brushRef="#br0" timeOffset="185849.98">17558 11827 170 0,'0'0'186'0,"10"4"5"0,-10-4-12 0,13 6-14 0,-7-2-12 16,-2 1-4-16,1 3-8 0,-1 0-8 0,0 3-6 16,-3 0-1-16,-1 1-10 0,-1 0-1 0,-4 3-5 15,1-2-6-15,0 2-6 0,-2-4 6 0,0 0-7 16,-4 4-5-16,3-5-2 0,-1 0-1 0,1-2-14 15,0 0-8-15,-1 1-1 0,3-3-13 0,1-2-4 16,4-4-6-16,-6 7-4 0,6-7-5 0,-4 5-3 16,4-5 1-16,0 0-2 0,0 0-1 0,9 13-1 15,-3-10-3-15,7-1-5 0,4 1-1 0,3 0-8 16,2-1-6-16,6-1-9 0,3-1-17 0,-1 1-29 16,4-2-36-16,-5 1-44 0,0 1-49 0,1-2-46 15,-9 2-225-15,-1 1-487 0,-4-1 216 0</inkml:trace>
  <inkml:trace contextRef="#ctx0" brushRef="#br0" timeOffset="186101.05">17136 12347 129 0,'-36'7'275'0,"7"-2"-21"16,8-2-11-16,7-1-29 0,1-1-15 0,3 2-16 15,4-2-7-15,6-1-8 0,-1 6-9 0,1-6-11 16,21 3-13-16,9 2-15 0,9-3-4 0,21-1-7 16,7-5-15-16,-1 3-10 0,28-4-2 0,-32 2-10 15,27-5-6-15,-32 5-9 0,-1-1-7 0,-1 1-21 0,-4 0-17 16,-10 3-22-16,-5 0-26 0,-4-2-31 0,-1 4-41 16,-10 0-39-16,-1 1-38 0,-7-1-38 15,-1 1-177-15,-6 1-433 0,-2 2 192 0</inkml:trace>
  <inkml:trace contextRef="#ctx0" brushRef="#br0" timeOffset="186454.14">16990 12758 315 0,'-4'-4'332'0,"4"4"-11"16,-8-10 3-16,5 7-26 0,3 3-12 0,0 0-8 15,-5-9-20-15,5 9-18 0,-4-6-39 0,4 6-14 16,0 0-12-16,0 0-18 0,0 0-30 0,0 0-8 16,0 0-13-16,0 0-15 0,0 0-3 0,10 33-16 15,-5-16-4-15,2 1-2 0,-2 6-12 0,0-5-5 16,-1 0-3-16,0 5-13 0,-3-6 9 0,3 0-9 15,1-1 1-15,-4 2-7 0,2 0-8 0,-2-3 2 16,1-3-3-16,-2-1 0 0,3-1-12 0,0-1-33 16,-2 0-23-16,0-3-27 0,2 0-31 0,-3-1-38 15,0-6-29-15,1 10-35 0,-1-10-27 0,1 9-28 16,-1-9-28-16,0 0-195 0,-1 13-526 0,1-13 232 16</inkml:trace>
  <inkml:trace contextRef="#ctx0" brushRef="#br0" timeOffset="186786.25">16966 12773 27 0,'6'-15'215'0,"2"0"-5"0,5 1-1 0,0 2-2 16,1-1-3-16,1 2-5 0,-1 1-14 0,0 0-10 16,-2 6-19-16,2 1-17 0,-3 1 10 0,1 0-20 15,-3 5-10-15,1 0-12 0,0 1-12 0,-2 1-6 16,-2 3-3-16,-1 0-7 0,-2 2 1 0,-2-1-3 15,-3 2-9-15,-1 0-6 0,0 3 3 0,-2-3-6 16,0-1-12-16,-4 0-1 0,-4 2-4 0,4 1-5 0,-1-6-4 16,1 2-4-16,2-2 4 0,-1-1-10 0,-1 0 2 15,1-2-5-15,3-1-6 0,1 1 8 16,4-4-9-16,-7 5 0 0,7-5-2 0,-7 4-5 16,7-4 1-16,0 0 1 0,-1 7-3 0,1-7 1 15,0 0-6-15,15 9 2 0,-4-5 1 0,1-1-3 0,5 4 0 16,1-2-3-16,0 1-12 0,0 1-29 15,-3 0-32-15,4 0-49 0,-3 0-51 0,-4-2-61 16,4 3-46-16,-5 1-163 0,-1-2-484 0,-1-1 215 16</inkml:trace>
  <inkml:trace contextRef="#ctx0" brushRef="#br0" timeOffset="187050.08">17410 12931 22 0,'0'0'227'0,"10"0"0"16,-10 0 7-16,0 0-1 0,9 6 1 16,-8 0-12-16,-1-6-17 0,-1 12-12 0,-2-1-11 0,-3-1-19 15,-4 4-7-15,1 1-15 0,1-1-15 16,-5-2-5-16,7 0-6 0,-1-5-12 0,1 1-8 16,-2 0-8-16,3-2-9 0,4-1-6 0,1-5-5 0,-4 12-10 15,4-12 1-15,-1 7 1 0,1-7-6 0,4 8-2 16,-4-8 3-16,12 5-12 0,-4-3-3 15,5 0 0-15,1-1-7 0,-1-1-23 0,7 0-21 16,2-5-33-16,-2 3-40 0,2-4-45 0,0 3-61 16,6-5-53-16,-3 0-43 0,-7 5-180 0,-1-4-507 0,3 1 225 15</inkml:trace>
  <inkml:trace contextRef="#ctx0" brushRef="#br0" timeOffset="187234.26">17665 12943 32 0,'0'0'296'0,"0"0"-25"16,0 0-12-16,4-10-12 0,-4 10-18 0,10-5-16 15,-1 0-23-15,2 0-18 0,2 1-17 16,4 1-17-16,-4-1-13 0,5-2-31 0,-2 3-34 0,2-1-43 16,-6 1-57-16,-1 1-62 0,2 0-57 15,-3 0-58-15,-5 0-113 0,-5 2-358 0,9-1 158 0</inkml:trace>
  <inkml:trace contextRef="#ctx0" brushRef="#br0" timeOffset="187436.85">17783 12825 173 0,'-2'-7'274'0,"2"7"-3"0,0 0-12 0,0 0-18 15,0 0-17-15,0 0-12 0,0 0-5 0,0 0 7 0,0 0-5 16,0 0 1-16,-3 23-28 0,1-13-21 0,2 3-14 15,-1 3-15-15,0-1-20 0,-1 2 0 0,1 1-10 16,0-5-8-16,0-3-9 0,-1 3-31 16,2 2-33-16,2-3-37 0,-2-1-53 0,0-2-65 15,0-9-74-15,2 14-71 0,-1-7-220 0,-1-7-540 0,4 9 240 16</inkml:trace>
  <inkml:trace contextRef="#ctx0" brushRef="#br0" timeOffset="187700.63">17950 12754 140 0,'3'-8'346'0,"-3"8"-22"0,0 0-17 0,1-7-16 16,-1 7-13-16,0 0-33 0,0 0-18 0,0 0-12 15,0 0-12-15,0 0 1 0,8 17-13 0,-7-6-19 16,1 1-21-16,0 0-7 0,0 4-11 0,1-1-5 15,-2 2-25-15,0 0-11 0,1 0-7 0,-2 0-4 16,0 0-14-16,0-5-7 0,1 0-24 0,0 0-13 16,-2-2-27-16,1 1-35 0,0-2-37 0,0-1-43 15,-1-1-38-15,1-7-47 0,0 0-46 16,-4 17-39-16,4-13-229 0,0-4-562 0,0 0 249 0</inkml:trace>
  <inkml:trace contextRef="#ctx0" brushRef="#br0" timeOffset="188033.21">18006 12749 121 0,'8'-10'267'16,"1"0"-2"-16,5-1-6 0,-4 2-6 0,2 4-15 15,-1-1-14-15,-1-1-20 0,1 3-19 0,0 2-20 16,-2-1-15-16,-1 3-14 0,-8 0-13 0,14 4-10 15,-9-1-1-15,-3 3-5 0,-2-6-5 0,3 12 6 16,-3-12-28-16,-6 18-12 0,-1-10-6 0,-2 2-5 16,2 1-3-16,0-2-6 0,-2-1 1 0,-1 2-9 15,1-2-4-15,1 1-3 0,-2-3-3 0,3 1-5 16,-1 0 3-16,1 0-3 0,2-2-4 0,0 2-5 16,3-3 6-16,2-4-8 0,-5 14 2 15,5-7-3-15,0-7 2 0,4 16-3 0,-1-8 3 0,2-2-4 16,2 2-1-16,2 0-6 0,1-2-19 0,3-1-38 15,-2-1-45-15,2-1-60 0,1-1-78 0,4 0-57 16,-4-1-222-16,4-2-555 0,-5 1 245 16</inkml:trace>
  <inkml:trace contextRef="#ctx0" brushRef="#br0" timeOffset="188367.11">18321 12861 205 0,'7'-3'280'0,"-7"3"6"0,9 0-8 16,-9 0-17-16,0 0-23 0,14 0-21 0,-14 0-16 16,7 1-26-16,-7-1-20 0,5 4-12 0,-5-4-12 15,3 9-13-15,-3-9-14 0,0 8-7 0,0-8-10 16,-6 9-11-16,6-9-10 0,-4 9-7 0,3-4-18 16,1-5-17-16,-1 9-13 0,1-9-21 0,0 9-18 15,0-9-9-15,4 7-13 0,-2-2 0 0,-2-5 4 16,8 6 5-16,-2-4 3 0,-1 2 0 0,2-2 6 15,-7-2 5-15,16 5 2 0,-12-3 0 0,3 2 3 16,-7-4 3-16,9 5 6 0,-5-2 8 0,-1 0 9 16,-3-3 12-16,8 7 7 0,-8-7 13 0,4 3 4 15,-4-3 13-15,0 0 9 0,0 0 3 0,-8 12 2 16,2-7 3-16,-1 0 2 0,2-1-3 0,-3 2-5 16,-2-2-9-16,1 3-1 0,-1-2-10 0,-1-2-7 15,0-1-30-15,0-1-39 0,0 2-47 0,-2-5-70 16,2 2-76-16,0-1-292 0,-1-2-560 0,-2 0 248 15</inkml:trace>
  <inkml:trace contextRef="#ctx0" brushRef="#br0" timeOffset="188683.92">18644 12030 126 0,'-1'-8'302'0,"1"8"-28"0,-1-11-19 0,1 11-18 0,-2-8-18 16,2 8-22-16,0 0-18 0,0 0-19 0,0 0-12 15,0 0-1-15,0 0 1 0,22 20-12 0,-12-7-15 16,0 1-13-16,-1 1-8 0,0-1-9 0,-1 3-5 15,3-1-1-15,-2-2-16 0,2 0-14 0,0 1-3 16,-3-1-18-16,0-5-27 0,2 2-32 0,-4-2-43 16,0-2-44-16,-2-1-52 0,3 1-50 0,-1-4-53 15,-6-3-148-15,5 5-449 0,-5-5 199 0</inkml:trace>
  <inkml:trace contextRef="#ctx0" brushRef="#br0" timeOffset="188867.78">18859 12001 253 0,'0'0'283'16,"0"0"-11"-16,0 0-9 0,0 0-6 0,-14 0 0 15,14 0-9-15,-22 17-19 0,8-2-16 0,-5 4-25 0,1 1-13 16,-4 2-17-16,0-1-15 0,-2 3-17 0,5-1-19 16,0-1-41-16,0-3-48 0,2 0-59 15,-1 4-75-15,3-4-96 0,-3 2-270 0,4-6-521 16,0-1 231-16</inkml:trace>
  <inkml:trace contextRef="#ctx0" brushRef="#br0" timeOffset="189683.89">19424 11894 84 0,'0'0'290'0,"1"-10"-8"16,-1 10-10-16,1-7-11 0,-1 7-13 15,0 0-15-15,0 0-17 0,0 0-13 0,1-8-18 0,-1 8-15 16,0 0-16-16,0 0-10 0,0 0-18 0,0 0-14 15,0 0-9-15,0 0-13 0,0 0-8 0,0 0 2 16,0 0-22-16,0 0-8 0,12 16 4 0,-7-7-10 16,0 8 3-16,3-5-5 0,-2 4-2 0,1 2-1 15,0-2 4-15,1 1-15 0,2 6-2 0,-5-6-1 16,3 2-6-16,1-2-3 0,-1 2 7 0,-1-1-5 16,0-3-8-16,3 0 9 0,-4 1-7 15,1-3-7-15,-3-4-2 0,1 1 2 0,0-1 2 0,-3-3-2 16,1-1 1-16,-3-5-3 0,4 8 0 0,-4-8 1 15,3 9-3-15,-3-9 4 0,2 5 11 0,-2-5 11 16,0 0 19-16,0 0 11 0,4 5 4 0,-4-5-8 16,0 0-2-16,0 0 3 0,16-21-22 0,-9 12-2 15,3-5 6-15,2-1-8 0,-1-1-3 0,4-6-3 16,-1 1-3-16,-1-1 4 0,2-1-7 0,-3 1 0 16,-1-2-3-16,0 2 2 0,-5 3 7 0,0 0-6 15,3 0 0-15,-4 4-1 0,2-1 1 0,-5-2-1 16,2 9-1-16,-2-1 0 0,0 3-1 0,-2 1-5 15,4 0-6-15,-4 6-15 0,2-8-21 0,-2 8-17 16,2-8-30-16,-2 8-32 0,0 0-39 0,0 0-35 0,5-4-25 16,-5 4-26-16,0 0-30 0,4 16-38 15,-3-6-269-15,1 2-618 0,-2 1 273 0</inkml:trace>
  <inkml:trace contextRef="#ctx0" brushRef="#br0" timeOffset="191091.7">19918 12287 67 0,'0'0'141'0,"0"0"-3"0,0 0 0 0,0 0 2 0,0 0-10 15,0 0-6-15,0 0 1 0,0 0-7 16,0 0-11-16,0 0 9 0,0 0-2 0,0 0-2 16,0 0 2-16,0 0-2 0,0 0 1 0,0 0-4 15,0 0 0-15,0 0-9 0,0 0-7 0,0 0-6 0,0 0-3 16,0 0 3-16,0 0-5 0,-13 3-6 15,13-3 0-15,0 0 3 0,0 0 1 0,0 0-13 16,-3-8 3-16,3 8-3 0,0 0-1 0,0 0-4 16,0 0-8-16,0 0 4 0,0 0-16 0,0 0-2 0,0 0-7 15,0 0 10-15,0 0-14 0,0 0-5 0,10-10-1 16,-10 10-5-16,0 0-3 0,9-4 0 0,-9 4-1 16,0 0-3-16,10 1 0 0,-10-1 0 15,0 0-3-15,11 2-3 0,-11-2 0 0,5 4 1 0,-5-4-7 16,7 3 5-16,-7-3 1 0,5 5-4 0,-5-5 0 15,5 7-2-15,-2-3 10 0,-3-4-6 0,1 9 2 16,-1-9-1-16,1 8 2 0,-1-8-1 16,-1 10 3-16,1-10-2 0,-4 11 7 0,2-6-1 0,2-5 0 15,-8 12-7-15,5-6 4 0,-2 1-1 0,-1 0 1 16,0 1 2-16,-2 0-2 0,1-3-3 0,2 1-1 16,-2 2-3-16,0-2 7 0,2-1-5 0,1 2-3 15,-2-3 3-15,2 1 1 0,-2 1 1 0,6-6-1 16,-8 9-2-16,4-6 0 0,0 2 1 0,4-5-5 15,-6 6 4-15,6-6 1 0,-8 5-3 0,8-5-3 16,-5 4 16-16,5-4-12 0,0 0 4 0,-5 4-6 16,5-4 5-16,0 0-2 0,-5 6 0 0,5-6 0 15,0 0 6-15,0 0-3 0,-8 2-9 0,8-2 0 16,0 0 4-16,0 0-1 0,-6 3-1 0,6-3-2 16,0 0 3-16,0 0 0 0,0 0 3 0,0 0 1 15,0 0-3-15,0 0-4 0,0 0 6 0,-6 3 1 16,6-3 1-16,0 0-8 0,0 0 3 0,0 0-3 15,0 0 0-15,0 0 0 0,0 0 3 0,0 0 3 16,0 0 2-16,0 0 4 0,0 0-1 0,0 0 3 16,0 0-4-16,0 0-1 0,0 0-3 0,0 0 4 15,0 0 4-15,0 0-2 0,0 0 12 0,0 0-11 16,0 0-1-16,0 0-1 0,35-3 6 0,-17 1-11 16,3-1 13-16,-2 1-5 0,9-2-2 0,0-1 0 15,1 2 1-15,0-2-1 0,-1-1 0 0,0 1-3 16,-1-1 5-16,-8 6-5 0,1-4-2 0,1 1 3 15,-7 2-6-15,2-3 8 0,-3 3-8 0,-3-2 4 16,-1 3-2-16,-1-1 1 0,-8 1-1 0,12-3-8 16,-12 3 4-16,10-1 7 0,-10 1 8 0,7-1-12 0,-7 1-1 15,0 0-7-15,8-3 23 0,-8 3-26 0,0 0 10 16,0 0-16-16,7-3-26 0,-7 3-42 0,0 0-54 16,0 0-71-16,0 0-84 0,0 0-299 15,0 0-639-15,0 0 284 0</inkml:trace>
  <inkml:trace contextRef="#ctx0" brushRef="#br0" timeOffset="196301.39">11858 14864 235 0,'0'0'226'0,"-5"-10"-1"15,5 10-11-15,-3-9-5 0,1 5-12 0,2 4-14 16,0 0-14-16,-4-8-14 0,4 8-19 0,0 0-16 15,0 0-13-15,0-8-13 0,0 8-8 0,0 0-10 16,0 0-11-16,0 0-4 0,0 0-11 16,0 0-5-16,0 0-2 0,0 0-5 0,15 25-2 0,-8-13-2 15,2 3-8-15,0 1-1 0,0 2-1 0,-2 0-3 16,5-2-2-16,-3 2 0 0,1 1-4 0,-4-3 3 16,4 1-5-16,-1-1-1 0,-2 0-1 15,3-4-5-15,-2-1 5 0,-4-1-3 0,2-1-1 16,2 1 6-16,-5-1-2 0,1-4-6 0,0 0-2 0,-4-5 1 15,4 10-1-15,1-7 4 0,-5-3-2 0,4 6 2 16,-4-6 1-16,4 4 13 0,-4-4 10 0,0 0 8 16,0 0 5-16,0 0-4 0,13-10 0 15,-7 1 0-15,-2-6-4 0,1-3-5 0,6-5-1 16,-4-5 12-16,-1 2-10 0,-1-4-14 0,4-2-3 16,-4-1-4-16,0 1 1 0,3-2 0 0,-1 3-2 0,-2 0 2 15,1 0-4-15,-1 4-2 0,1 3 0 16,-3 8-2-16,0 4-10 0,1 1-7 0,-4 5-21 15,2-3-21-15,-2 9-35 0,0 0-40 0,2-12-19 16,-2 12-7-16,0 0-13 0,0 0-13 0,0 29-16 16,-2-9-10-16,2 8-15 0,-2 2-116 0,-1 1-367 15,3 1 162-15</inkml:trace>
  <inkml:trace contextRef="#ctx0" brushRef="#br0" timeOffset="196616.8">12257 15118 10 0,'0'0'187'0,"0"10"-5"0,0-10 1 16,-4 9-2-16,4-9-4 0,-4 10-16 0,3-4-10 15,-1 1-14-15,0 0-8 0,2 1-8 0,0-8-10 16,0 18-11-16,2-13-8 0,-2-5-9 0,3 11-7 16,1-5-9-16,0 1 0 0,-2-3 1 0,2 1 0 15,3-2 0-15,0 0 2 0,1 0-3 0,2-2-5 16,0-1-5-16,-10 0 2 0,17-4-2 0,-8 4-2 15,-1-3-2-15,2-4-4 0,-3 1 0 0,-1-4-5 16,0 1-7-16,0-2-1 0,-4 1-1 0,2-1-4 16,-3-1-4-16,-1 1-2 0,-1-2-4 0,-2 2-4 15,2-3 1-15,-3 4-3 0,0-1-3 0,-2 2-2 16,2 0-1-16,-1 1-18 0,-1 0-16 0,0 4-19 16,1 1-18-16,5 3-21 0,-16-2-26 0,5 4-28 15,0-1-26-15,2 5-34 0,0 0-22 0,-3 1-162 16,1 3-413-16,2-2 182 0</inkml:trace>
  <inkml:trace contextRef="#ctx0" brushRef="#br0" timeOffset="197217.22">12446 15032 95 0,'0'0'197'0,"4"-2"-7"15,-4 2-5-15,0 0-14 0,0 0-2 0,0 0 2 16,0 0-1-16,10 11-8 0,-10-4-11 0,2 4-5 15,-2 2-13-15,0-2-15 0,2 1-9 0,0 4-14 16,1 0-9-16,1-5-3 0,-2 5-11 0,2-5-8 16,0 1-6-16,2-4-9 0,-1 1 0 0,3-1-5 15,-1-2-4-15,1 1-3 0,0-3 9 0,-2-1-14 16,1 0-1-16,-1-3-3 0,6 0-2 0,-12 0 0 16,15-3-3-16,-6-2-2 0,-1-1-2 0,1-2 1 15,-3 0-1-15,3 1-1 0,-4-4 10 0,1 1-8 16,-3-1-4-16,1-4-4 0,-2 4 2 0,0-1-1 15,0 2 2-15,-2-1-1 0,-2 0 3 0,4 5-1 16,-2 6 9-16,-2-11-15 0,2 11-4 16,2-10 0-16,-2 10-7 0,0 0 4 0,0 0 3 0,0 0 5 15,0 0 4-15,0 0 0 0,-13 26 1 0,11-14-6 16,2-1-2-16,-4 6 10 0,4-2-11 0,0-2 0 16,0-3-2-16,4 3 2 0,-1-3 1 0,1 1-3 15,2-4 2-15,1 2-1 0,2-3-8 0,-2-3-7 16,4 0-8-16,3-2-10 0,-1 0-13 15,-1-3-11-15,5-1-5 0,0-4 0 0,0 1 2 0,-1-3 1 16,-3-3 4-16,1 1 7 0,-5 1 1 0,-5 0 7 16,0-2 2-16,3-4 2 0,-4 0 5 0,-3 1 5 15,0-3-1-15,0 1 3 0,-3-2-1 0,1 1 4 16,-2-1 8-16,3-6 0 0,-7 5 9 0,4 1 2 16,3 1 16-16,-3 0-8 0,4 2 9 15,-4 5 1-15,4 1 4 0,-3 6 0 0,0-3-4 0,3 7-6 16,0 0-1-16,0 0-4 0,0 0 8 0,0 0 13 15,0 0 13-15,1 32 5 0,-1-12-2 0,0 7 1 16,0 1 4-16,0 1-7 0,-1 1-2 16,4-2-1-16,0-1-7 0,-3 0-2 0,0-3 1 15,2 2-10-15,2-2-3 0,-1-7-20 0,1 0-33 16,0-2-45-16,-4-2-49 0,4 2-57 0,1-4-64 0,-3 0-240 16,-2 0-526-16,3-3 233 0</inkml:trace>
  <inkml:trace contextRef="#ctx0" brushRef="#br0" timeOffset="197371.09">12823 15023 36 0,'0'0'175'0,"5"-7"-15"15,-1 3-15-15,3 0-9 0,2-1-39 0,3 1-45 16,5-2-57-16,1 3-49 0,0 2-70 0,2-2-134 15,-1 2 60-15</inkml:trace>
  <inkml:trace contextRef="#ctx0" brushRef="#br0" timeOffset="197507.92">13262 14997 55 0,'0'0'181'0,"6"1"-9"0,-6-1-10 0,0 0-16 15,7 1-16-15,-7-1-10 0,0 0-13 0,11 3-14 16,-11-3-21-16,11 1-31 0,-11-1-38 0,9 2-45 15,-3 0-46-15,-6-2-104 0,0 0-208 0,0 0 92 16</inkml:trace>
  <inkml:trace contextRef="#ctx0" brushRef="#br0" timeOffset="197640.69">13259 15145 182 0,'-7'8'184'0,"7"-8"-11"0,-2 7-20 15,2-7-9-15,0 0-3 0,0 0-9 0,0 0-6 16,6 10-11-16,2-9-13 0,-2 0-27 0,7 2-35 15,-13-3-47-15,32-6-69 0,-10 2-71 0,-5-1-77 16,9-3-240-16,-6 1 106 0</inkml:trace>
  <inkml:trace contextRef="#ctx0" brushRef="#br0" timeOffset="198768.05">14795 14541 187 0,'-2'-7'219'0,"2"7"-3"0,-1-8-5 0,1 8-8 15,-2-7-27-15,2 7-15 0,0 0-16 0,-4-7-16 16,4 7-15-16,0 0-13 0,0 0-10 15,0 0-11-15,0 0-5 0,0 0-5 0,7 24 1 16,-3-8-3-16,1 3-2 0,0 8-1 0,1-1-5 16,-1 0-5-16,-1 1-2 0,1-2-6 0,2 1-4 15,0-1-6-15,-2-1-5 0,-2-5-3 0,2-1-4 0,0-3 1 16,1 1-1-16,-2-4-5 0,-2-1 2 0,3 0-5 16,-1-1 0-16,-1-3 0 0,-2-1-6 15,2 0 3-15,-3-6-3 0,6 9 3 0,-6-9-1 16,4 5 4-16,-4-5 18 0,4 3 10 0,-4-3-1 15,0 0 4-15,11-9-3 0,-4-2-2 0,0 1-2 16,2-6-5-16,-1-1-3 0,5-6 1 0,-1-1-5 0,-3-1-6 16,2-2 4-16,-1-1-7 0,-2 1 2 0,2-2-5 15,-1 2 8-15,-3-3-6 0,3 3-6 16,-1 3-2-16,-5 5 3 0,2 1-1 0,-1 1 1 16,-1 5-2-16,1 1-3 0,-4 1 0 0,0 10-17 15,5-15-17-15,-4 12-21 0,-1 3-33 0,0 0-26 0,0 0-23 16,0 0-19-16,0 0-24 0,0 0-12 0,0 0-31 15,-7 36-25-15,4-17-160 0,-2 7-431 16,7-7 192-16</inkml:trace>
  <inkml:trace contextRef="#ctx0" brushRef="#br0" timeOffset="199794.84">15169 14837 191 0,'0'0'200'0,"-2"8"-9"16,2-8-6-16,0 0-7 0,-2 8-13 0,2-8-8 16,-2 9-13-16,2-9-9 0,-4 7-9 0,4-7-8 15,0 11-13-15,0-11-10 0,0 9-7 0,0-9-7 16,0 10-6-16,0-10-6 0,2 12-2 0,0-7-4 16,-2-5-5-16,2 9-1 0,2-4 2 0,0 1-3 15,0-2-2-15,-4-4-2 0,7 9-7 0,0-5 7 16,-2 0-10-16,-1-1 1 0,-4-3 0 0,11 4-3 15,-11-4-1-15,4 2 0 0,-4-2 1 0,0 0-2 16,0 0-1-16,7 4 2 0,-7-4 3 0,0 0 0 16,6 3 12-16,-6-3-18 0,0 0 7 0,0 0-4 15,0 0 4-15,0 0-4 0,0 0 9 0,0 0-12 16,0 0-8-16,0 0-2 0,0 0-4 0,0 0 11 16,0 0-16-16,0 0 1 0,0 0 3 0,0 0-7 15,0 0 4-15,0 0-2 0,0 0-5 0,0 0 2 16,0 0-5-16,0 0 1 0,0 0 2 0,0 0-3 15,0 0 1-15,0 0-4 0,0 0 5 0,0 0 2 16,0 0-8-16,0 0-2 0,0 0 1 0,-5-19-2 16,5 19-2-16,0 0 1 0,0 0-6 0,0 0 4 15,0 0 3-15,0 0 0 0,0 0 2 0,0 0-10 16,0 0 4-16,0 0 4 0,0 0 0 0,0 0-3 16,0 0 4-16,0 0 2 0,0 0-2 0,0 0 0 15,0 0 0-15,0 0 2 0,0 0 2 0,0 0 0 16,0 0 2-16,0 0 1 0,0 0-1 0,0 0-4 15,0 0 3-15,0 0-8 0,0 0 10 0,0 0-2 16,0 0 1-16,0 0-5 0,0 0 8 0,0 0-7 16,0 0 7-16,0 0-4 0,0 0 0 0,0 0-8 15,0 0 4-15,0 0 0 0,0 0-4 0,0 0 8 16,-4-9-2-16,4 9-6 0,0 0 6 0,0 0-1 16,0 0-3-16,0 0 2 0,0 0 1 0,-3-5-1 15,3 5 3-15,0 0-6 0,0 0 1 0,0 0 1 16,0 0-5-16,0 0 1 0,0 0 5 0,0 0-4 15,0 0 2-15,0 0 1 0,0 0 3 0,0 0-4 16,0 0 3-16,0 0-8 0,0 0 3 16,0 0 3-16,0 0-4 0,0 0 1 0,0 0-3 0,0 0 1 15,-14-5 0-15,14 5 4 0,0 0-4 0,0 0-3 16,0 0-1-16,-9 1 0 0,9-1 7 0,0 0 5 16,0 0-4-16,0 0-1 0,-10 7 2 15,10-7 5-15,-2 10-10 0,2-10 8 0,-3 10 0 0,2-4-9 16,1-6 11-16,0 15-10 0,0-9 5 15,0-6-5-15,0 13 10 0,0-13-7 0,2 10 1 0,3-4-1 16,-5-6 6-16,2 11-4 0,3-7 3 0,-5-4-7 16,6 6 3-16,-6-6 4 0,8 5 8 15,-8-5 1-15,10 2-13 0,-10-2 4 0,9 0-7 0,-9 0 17 16,13-6-17-16,-7 5 4 0,-1-3 2 16,2 2 0-16,-1-2-1 0,-2-3-2 0,-4 7 2 15,8-10-3-15,-3 4 2 0,-1 1 1 0,1-4 1 0,0 0 1 16,-1-2-2-16,-2 2-1 0,1-1 9 15,-1 3-14-15,-2-4 7 0,2-2-5 0,-4 5 4 16,2-5 3-16,-2 4-3 0,2 9-8 0,-5-24 6 0,1 14 0 16,-1 0-7-16,1 0-2 0,-1 1 12 0,-3 1-4 15,3 0-2-15,-3-1 2 0,0 3-4 16,0 0 0-16,1 2-1 0,-4 0 2 0,11 4 1 0,-16-8-5 16,16 8 8-16,-16 0-7 0,16 0-3 0,-18 2 1 15,6 2-2-15,4-1 0 0,0 1-9 16,-3 0-6-16,4 3-15 0,-1-3-14 0,2 5-16 15,-3-2-1-15,3-1-29 0,-1 3-21 0,2-2-22 16,2-2-25-16,0 5-32 0,3-10-21 0,0 14-32 16,-2-7-18-16,2 2-138 0,0-9-442 0,0 0 196 15</inkml:trace>
  <inkml:trace contextRef="#ctx0" brushRef="#br0" timeOffset="202571.75">15528 14859 63 0,'0'0'237'0,"0"-9"-4"0,0 9-6 0,0 0-5 15,-1-9-11-15,1 9-13 0,0 0-15 0,0 0-17 16,0 0-18-16,0-10-20 0,0 10-12 0,0 0-13 16,0 0-8-16,0 0-3 0,0 0-3 0,0 0 3 15,6 31-8-15,-3-21-7 0,-3 7 0 0,0-3-9 0,5 3-5 16,-4-1-5-16,0-3-2 0,1-1-10 0,-1 0-7 15,-1 0 2-15,1-2-5 0,-2 2-2 16,1-2-4-16,1 0-3 0,-1-1 1 0,0-1-7 16,3 1 2-16,-3-3-8 0,0-6-20 0,0 10-23 15,0-10-31-15,0 11-37 0,0-11-54 0,0 0-33 16,3 11-41-16,-2-7-39 0,-1-4-140 0,0 0-438 0,0 0 194 16</inkml:trace>
  <inkml:trace contextRef="#ctx0" brushRef="#br0" timeOffset="202783.75">15922 14804 160 0,'0'0'214'16,"5"-3"-6"-16,-5 3-4 0,10-6-5 0,-10 6-13 15,16-9-12-15,-5 6-16 0,0-1-11 0,2-2-11 16,5 1-16-16,0 1-13 0,0 1-9 0,2-1-22 15,-2 0-29-15,0 1-34 0,-4 1-39 0,4-2-44 16,-2-1-39-16,-3 3-38 0,-1-1-41 0,-12 3-97 16,15-3-308-16,-15 3 136 0</inkml:trace>
  <inkml:trace contextRef="#ctx0" brushRef="#br0" timeOffset="202984.04">16107 14618 134 0,'0'0'222'0,"0"0"-10"0,-6-5-14 16,6 5-10-16,0 0 0 0,0 0 4 0,0 0 0 16,-7 21-13-16,6-10-11 0,-1 1-12 0,2 7-15 15,-2-1-14-15,4 0-14 0,-4 1-14 0,4 8-4 16,-2-6-13-16,2 2-11 0,1-2-23 0,-2 3-33 16,3-7-44-16,-2 1-57 0,1-1-69 15,2 1-53-15,0-1-183 0,-1-2-423 0,4 0 188 0</inkml:trace>
  <inkml:trace contextRef="#ctx0" brushRef="#br0" timeOffset="204234">16962 14266 84 0,'0'0'202'0,"-2"-9"0"0,2 9 0 0,-4-12-6 15,0 8-13-15,4 4-5 0,-3-11-8 0,3 11 0 16,-2-6-9-16,2 6-12 0,-4-6-8 0,4 6-15 15,0 0-13-15,-4-7-10 0,4 7-14 0,0 0-8 16,0 0-10-16,0 0-9 0,0 0-7 0,0 0-6 0,0 0-24 16,0 0 1-16,0 0-3 0,0 0 4 15,9 25 2-15,-4-14 2 0,-1 0-1 0,0 0 2 16,2 6 0-16,2 0-2 0,0 0-2 0,0 0 1 16,2 0-4-16,-4 1-1 0,0 0-1 0,4 0 1 15,-2-1-8-15,-3 1 0 0,3-2 1 0,-4 0-4 0,2 0-2 16,-1 1-1-16,2-2 1 0,-2-4 1 15,-1 0-6-15,2 0 9 0,-1-1-2 0,0-1-7 16,-2-2-1-16,-1-3 2 0,2 3-3 0,-1-1-1 16,-1-1 2-16,-2-5 9 0,4 7-6 0,-4-7-2 15,4 4 2-15,-4-4 8 0,0 0 17 0,0 0 3 0,0 0-2 16,0 0-4-16,0 0 0 0,9-15-3 0,-8 6 2 16,3-2-8-16,-3-2-2 0,2-4 1 15,2-2-4-15,1 3 3 0,-1-4 8 0,4-4-14 16,-1 0 1-16,1-2-3 0,-1-1-1 0,-1 3-3 15,0-2 3-15,0 2 0 0,-2 6-2 16,-1 2 0-16,3-1-5 0,-3 3 6 0,-2 3-4 0,2-1 1 0,0 4 0 16,-2 1-1-16,0 1-2 0,-2 6-7 15,1-9-9-15,-1 9-14 0,1-8-19 0,-1 8-26 16,0 0-14-16,0 0-13 0,0 0-17 0,0 0-23 16,0 0-27-16,5 27-23 0,-3-16-26 0,-1 6-23 0,-1 1-180 15,0 1-452-15,1-1 199 0</inkml:trace>
  <inkml:trace contextRef="#ctx0" brushRef="#br0" timeOffset="204633.39">17366 14512 67 0,'0'0'205'0,"0"0"1"0,0 0-11 0,0 0-7 16,0 0-14-16,0 0-7 0,0 0-7 0,-3 11-16 15,3-11-6-15,-2 11-9 0,-2-2-9 0,3 1-7 16,-4-1-3-16,2 1-16 0,2 0-9 0,0 2-8 16,-2-2-7-16,3 1-8 0,-1-2-4 0,1 3-7 15,1-3-1-15,0 0-11 0,1 2-3 0,-1-3 0 16,0-1-6-16,-1-7 1 0,5 9 2 0,-1-6-1 16,1 1-6-16,-5-4 4 0,10 3 1 0,-2-2-1 15,-8-1-1-15,18-2-3 0,-8-1-2 0,2-1-1 16,-2-2 0-16,0-2 7 0,2 0-4 0,-2 1-1 15,-1-2 4-15,1 0-7 0,-1-2 1 0,-3-1-9 16,2-5 9-16,0 3-1 0,-5 4 1 0,1-8 0 16,-1 3-4-16,-3-1-2 0,0 4-4 0,-4-3-6 15,1 2 2-15,0-1 4 0,-4 3-4 0,2 1 1 16,-1 2-1-16,1-1-6 0,-3 2 1 0,-1 1-4 0,1-1-3 16,-1 3-9-16,-1 2-8 0,3 2-16 0,-4-1-15 15,1 2-20-15,-3 1-24 0,4 0-25 16,-3 3-28-16,4-1-38 0,-1 4-31 0,1-1-33 15,1 0-135-15,2 2-416 0,5-9 185 0</inkml:trace>
  <inkml:trace contextRef="#ctx0" brushRef="#br0" timeOffset="205234.8">17829 14448 78 0,'0'0'203'0,"1"-8"-9"0,-1 8-13 0,5-5-14 16,-5 5-12-16,0 0-18 0,7-1-16 0,-7 1-12 15,0 0-2-15,0 0 3 0,13 9 0 0,-9-5-4 16,0 3-6-16,1 1-3 0,-2-1 0 0,-1 3-3 16,-2 0-2-16,-1 6-5 0,-3 2 3 0,-1-1-14 15,-3 0-8-15,-2-3 2 0,1 1-8 0,-2 1-1 16,-2-5-1-16,3 2 0 0,2-5-3 0,0-1-7 15,-2 2-3-15,6-5-2 0,-1 0-6 0,1 1-1 16,4-5-5-16,-6 9-5 0,2-5-3 0,4-4-3 16,-5 4-3-16,5-4-6 0,0 0 6 0,0 0 1 15,0 0 0-15,0 0-3 0,0 0 4 0,17 6-5 16,-8-6-3-16,3-1 0 0,5-1 0 16,0-1-9-16,1 0-17 0,-1 2-18 0,3-5-33 0,-1 3-38 15,-1-1-50-15,0 0-43 0,3 1-40 0,1-1-211 16,-3-1-482-16,0-1 213 0</inkml:trace>
  <inkml:trace contextRef="#ctx0" brushRef="#br0" timeOffset="205466.89">18498 14370 145 0,'0'0'271'0,"4"-4"-24"16,-4 4-18-16,0 0-17 0,0 0-13 0,0 0-18 15,7-3-18-15,-7 3-19 0,9-3-16 0,-4 0-19 16,-5 3-29-16,16-1-37 0,-8-1-43 0,-8 2-57 16,18-1-64-16,-12 1-59 0,-6 0-120 0,0 0-323 15,18 1 144-15</inkml:trace>
  <inkml:trace contextRef="#ctx0" brushRef="#br0" timeOffset="205635.74">18503 14475 175 0,'0'0'205'0,"0"0"3"16,0 0-5-16,-5 4-3 0,5-4-12 0,0 0-15 16,0 0-12-16,0 0-11 0,0 0-13 15,0 0-12-15,0 0-13 0,18 5-15 0,-6-8-30 0,-2 1-26 16,2 0-38-16,3 0-36 0,-4 0-57 0,5-2-39 15,-4 2-52-15,2 0-121 0,-1 0-328 0,0-1 146 16</inkml:trace>
  <inkml:trace contextRef="#ctx0" brushRef="#br0" timeOffset="211867.92">19471 14024 71 0,'0'0'231'0,"-4"-9"-14"0,0 3-8 0,4 6-29 16,-8-5-14-16,8 5-18 0,-6-5-19 15,6 5-6-15,-11 2-9 0,2 2-7 0,0 6 11 0,-3 3-1 16,-1 10-4-16,-2 6-8 0,-2 3-24 15,0 13 4-15,-1 2-3 0,1 0-4 0,6 4-4 0,-2 6-3 16,4 1-2-16,-1 22-3 0,2-24-1 0,7 2-7 16,1 1-2-16,4 1-8 0,-1-1-4 0,5-1-3 15,1-3-7-15,6-3-1 0,-2-4-1 0,4-3-7 16,-3-13-4-16,4-2 10 0,1 1-14 0,4-1-2 16,2-3-18-16,1-2-16 0,-3-3-23 0,5 0-36 15,-1-3-45-15,0-2-51 0,2-1-57 0,-1-4-203 16,-1 1-471-16,-6-7 209 0</inkml:trace>
  <inkml:trace contextRef="#ctx0" brushRef="#br0" timeOffset="212483.55">20290 14269 8 0,'0'0'246'0,"-3"-10"-5"16,3 10-6-16,-2-10-11 0,2 10-21 16,-1-6-18-16,1 6-21 0,0 0-20 0,-5-7-15 0,5 7-11 15,0 0-16-15,0 0-1 0,0 0 11 0,0 0-10 16,6 33 2-16,-5-16-8 0,-1 2-3 0,0-1 3 15,3 6-12-15,-2 2 1 0,-1-1-1 0,0 2-14 16,0-7-7-16,0 6-2 0,0-6-5 0,-1 6-7 16,1 0-6-16,0-8 0 0,-3 1-4 0,6-3-5 15,-3 1 2-15,2-2-12 0,1 1-27 16,-1-4-23-16,1-1-35 0,1 1-43 0,0-2-50 0,2 0-51 16,0 0-47-16,2 1-194 0,-1-4-481 0,3-1 214 15</inkml:trace>
  <inkml:trace contextRef="#ctx0" brushRef="#br0" timeOffset="212667.89">20594 14450 57 0,'0'0'185'0,"12"-6"-2"0,-3 2-1 0,2-1-8 0,2 4-19 16,0-3-12-16,2 2-14 0,3-1-10 0,0 3-13 15,2-2-11-15,1 1-7 0,-2 1-9 0,0 1-23 16,-2-1-36-16,-5 3-41 0,-1-1-44 0,-1 0-42 16,1-2-21-16,-5 4-114 0,0-2-262 0,-6-2 116 15</inkml:trace>
  <inkml:trace contextRef="#ctx0" brushRef="#br0" timeOffset="212883.96">20790 14360 56 0,'-4'-10'193'0,"0"3"8"0,1 1 5 0,3 6 3 16,-3-12 1-16,-2 5-2 0,5 7-8 0,-4-6-14 16,4 6-14-16,-3-7-17 0,3 7-9 0,0 0-25 15,0 0-11-15,0 0-3 0,0 0-3 0,0 0-1 16,-5 29-13-16,6-12-9 0,-1 1-6 0,-1 2-3 16,1-1-14-16,4 7-5 0,-5 2-3 0,1-4 2 15,0 5-24-15,0-3-25 0,2 1-35 0,0-1-46 16,0-2-49-16,1-5-53 0,2-2-58 0,0 2-195 15,-1-7-468-15,3-1 208 0</inkml:trace>
  <inkml:trace contextRef="#ctx0" brushRef="#br0" timeOffset="213134.52">21238 14237 2092 0,'4'-23'101'0,"-3"3"14"15,-2 5 13-15,4 3-14 0,-5 2-27 0,4 3-21 16,-2 7-19-16,1-10-11 0,-1 10-5 0,0 0 16 16,0 0 22-16,0 0 9 0,0 0 6 0,-4 39-3 15,2-14-9-15,0 0-3 0,0 1-5 0,-2 1-5 16,0 0-12-16,6 1-1 0,-2-2-1 0,1 1-11 16,-1-6-3-16,0 3 0 0,0 1-6 15,1 1 2-15,3-8-10 0,-3 0-14 0,0-3-21 16,3 2-21-16,-3 0-35 0,1-6-47 0,-1 2-50 0,2-4-57 15,-1-4-49-15,1 4-193 0,-2-2-509 0,0-1 225 16</inkml:trace>
  <inkml:trace contextRef="#ctx0" brushRef="#br0" timeOffset="213467.42">21290 14089 38 0,'7'-8'188'16,"-1"4"-17"-16,1 0-5 0,-1 3-11 0,2 0-3 16,-8 1-8-16,13 8-14 0,-6-1-11 0,-1 2-7 0,-1 7-14 15,-3 3-6-15,1 1-11 0,-8 5-7 0,-2 1-9 16,-3 2-6-16,-5-3-9 0,2 0-3 0,-6-2 0 16,-1 0-8-16,1-7-4 0,7-3-7 15,-1-1 2-15,3-5-4 0,1 2-4 0,0-2 3 16,2-3-3-16,4 0 1 0,-1-1-6 0,4-3 0 0,-6 5-4 15,6-5 1-15,0 0-3 0,0 0 3 0,0 0 6 16,0 0 4-16,0 0 5 0,0 0 3 0,21-2-2 16,-12 3 0-16,-9-1-5 0,18 1-1 15,-8 2-5-15,3 0 0 0,3 0-2 0,-3 1 0 16,3 1-8-16,3 2-24 0,0-1-29 0,-1 1-41 0,1-2-49 16,-1 1-49-16,2-2-177 0,-2 0-390 0,-1-1 173 15</inkml:trace>
  <inkml:trace contextRef="#ctx0" brushRef="#br0" timeOffset="213734.07">21696 14201 40 0,'-1'-13'265'0,"1"2"4"0,-2 4-2 0,1 0-12 15,1 7-23-15,-1-11-21 0,1 11-23 0,0 0-21 16,0 0 3-16,0 0 5 0,0 0 1 0,-18 34-10 15,9-11-7-15,-4 3-11 0,3 3-10 0,1-2-8 0,3 0-17 16,3 2-12-16,-2-1-4 0,2-1-11 16,-1 1-11-16,3-4-4 0,0 3-9 0,2-8-4 15,-2 8-9-15,2-9-2 0,2 0-6 0,-2 1-7 16,0-2-23-16,3-3-37 0,-3 1-30 0,-1-4-22 16,3 0-45-16,-2-2-34 0,1-1-45 0,-1-3-32 0,-1-5-23 15,1 11-21-15,-1-11-154 0,-1 8-468 16,1-8 207-16</inkml:trace>
  <inkml:trace contextRef="#ctx0" brushRef="#br0" timeOffset="213883.48">21513 14513 132 0,'0'0'163'0,"0"0"0"0,10-11 1 16,-3 8-8-16,4 1-12 0,3-2-16 0,3-1-7 15,5 2-16-15,4-1-7 0,3 2-15 0,-1-1-6 16,2 0-26-16,-2 2-32 0,-1 1-55 0,-5-1-51 15,0 1-54-15,-3 2-83 0,-2 2-241 0,-7-2 106 16</inkml:trace>
  <inkml:trace contextRef="#ctx0" brushRef="#br0" timeOffset="214083.9">21247 14898 175 0,'0'0'236'0,"11"5"1"0,2-3-12 16,7-2-12-16,9-4-3 0,3 1-28 16,8-2-19-16,-1-2-14 0,14-3-16 0,-1 1-12 15,-2-1-21-15,-14 3-28 0,-2 2-29 0,1-1-39 16,-6 0-46-16,-7 4-51 0,-2 0-50 0,-3 0-48 16,-6 4-108-16,-2 0-325 0,-5 1 144 0</inkml:trace>
  <inkml:trace contextRef="#ctx0" brushRef="#br0" timeOffset="214334.11">21440 15044 75 0,'0'0'256'0,"0"0"1"0,0 0-1 0,-6 3-3 16,6-3-13-16,0 0-12 0,0 0-5 0,-4 9-4 15,3-3-11-15,1-6-13 0,0 20-6 0,0-8-18 16,0 2-19-16,-2 5-11 0,2-3-15 0,-1 2-12 15,2 3-11-15,-2-1-9 0,0 3-4 0,1 2-11 16,0 1-13-16,0-6-3 0,-1-3-5 0,-1-1-6 16,2 4-6-16,2-4-16 0,-2 0-22 0,-2-3-18 15,4 0-39-15,-4-2-34 0,2-1-45 0,0-1-45 16,-1-2-48-16,1-7-39 0,3 14-39 0,-3-9-163 16,0-5-500-16,0 0 222 0</inkml:trace>
  <inkml:trace contextRef="#ctx0" brushRef="#br0" timeOffset="214667.32">21522 14990 181 0,'5'-7'211'0,"6"3"-4"0,-4 0 2 16,-1 1-1-16,5 3-15 0,-11 0-13 0,19 3-3 15,-11 4-16-15,1 1-10 0,-2 0-16 0,-2 2-12 16,-1 1-11-16,-1 4-12 0,-2-1-10 0,-4 2-10 15,-1 4-5-15,-4-6-5 0,0 0-9 0,-2 1-6 16,1-2-5-16,-4-3 3 0,4-2-11 0,0 1-2 16,-1-1-4-16,1-2-4 0,2-3-3 0,2 2-3 15,-1-3 1-15,6-2 7 0,-8 7-1 0,8-7 0 16,-7 2 6-16,7-2-4 0,0 0 6 0,-7 3 1 16,7-3-3-16,0 0 0 0,0 0-6 0,-6 2-4 15,6-2-7-15,0 0-3 0,0 0 0 0,15 10-3 16,-4-7 0-16,0 1 0 0,4 4-6 0,2-4-2 15,1 2 1-15,1-2-26 0,0 2-26 0,-1-2-35 16,4 1-38-16,-3-1-47 0,4-1-58 0,-3 0-42 16,-2-1-195-16,-4-3-496 0,0 2 220 15</inkml:trace>
  <inkml:trace contextRef="#ctx0" brushRef="#br0" timeOffset="-214629.53">21885 15161 149 0,'0'0'270'0,"2"-11"6"15,0 6 13-15,-2 5 14 0,1-8 4 0,-1 8-9 16,1-8-13-16,-1 8-18 0,0 0-31 0,2-7-31 16,-2 7-15-16,0 0-21 0,0 0-17 0,0 0-20 15,0 0 1-15,0 0-19 0,4 25-12 0,-4-15-12 0,-2 5-6 16,1 1-10-16,1-4-9 0,-1 1-25 0,1 2-27 16,0 1-37-16,1-4-45 0,-1-2-44 15,1 3-46-15,1-2-58 0,0-1-60 0,-1 2-61 16,-1-12-170-16,0 16-550 0,0-16 244 0</inkml:trace>
  <inkml:trace contextRef="#ctx0" brushRef="#br0" timeOffset="-214329">22395 14098 106 0,'11'-4'224'0,"6"8"-17"0,1 7 4 16,5 8-8-16,0 7 0 0,5 13-7 0,0 7-6 16,-4 1-14-16,-6 3-9 0,2 2-19 15,-5 5-14-15,4 21-6 0,-6-22-17 0,-8-1-9 0,0-3-12 16,-4 1-5-16,-1-1-10 0,-7 2-10 0,-3-4-14 15,-2-4-20-15,-6 3-26 0,-1-3-32 0,-7 0-28 16,-3-6-42-16,-3-2-23 0,-1-1-42 0,-3 0-44 16,-6-2-168-16,2-5-405 0,-5 1 180 0</inkml:trace>
  <inkml:trace contextRef="#ctx0" brushRef="#br0" timeOffset="-211509.82">23427 14015 166 0,'0'0'221'0,"-2"-7"-14"0,2 7-11 0,-5-6-12 16,5 6-12-16,0 0-19 0,-8-4-13 0,8 4-11 15,0 0-6-15,-18 13-8 0,10-3-4 0,-4 6 0 16,0 5-3-16,-3 6-2 0,2 0 5 0,-2 4-2 16,-3 12-13-16,4-10-2 0,4 2-6 0,-8 9-3 15,6 3-5-15,6-1 1 0,1 0 2 0,1 3-1 16,3-1-2-16,3 3 5 0,3-2-20 0,0-3-2 15,2 0-5-15,1 0 1 0,-2-13 5 0,4 2-18 16,0-2-1-16,1-1-6 0,3-1-10 0,0-4 2 16,1 0-3-16,1-2 3 0,0-2-10 0,0-2 0 15,1-3-4-15,-3-4 1 0,0-1-2 0,-1-2-22 0,2 1-19 16,0-2-26-16,0-2-30 0,-4-3-34 16,1 2-35-16,1-2-45 0,-3-2-51 0,1-1-26 15,-3 1-199-15,-2-3-511 0,-6 0 226 0</inkml:trace>
  <inkml:trace contextRef="#ctx0" brushRef="#br0" timeOffset="-210996.44">23854 14239 103 0,'0'-12'245'0,"-3"4"-2"0,1 1-17 0,0 0-7 15,2 7 0-15,-5-11-11 0,5 11-19 0,-4-8-14 16,4 8-23-16,0 0-16 0,-1-7-13 0,1 7-14 15,0 0-12-15,0 0-9 0,0 0-5 0,0 0 2 16,0 0-9-16,12 25-7 0,-7-13 0 0,2 3-7 16,0 3 1-16,1-1-2 0,-3-1-2 0,4 3-6 15,-2-2-2-15,-1 2-6 0,0-2-1 0,3-1-8 16,-4 2-1-16,1-3-6 0,0-1 0 0,-2-1-2 16,0-4-3-16,1 2-1 0,-3-4-4 0,2 1-3 15,-1-4-3-15,-2 3 5 0,-1-7-3 0,5 9-3 16,-5-9 0-16,3 5 5 0,-3-5-4 15,6 1 7-15,-6-1-8 0,0 0 7 0,17-12-1 16,-8 4-2-16,6-4-3 0,-2-3 1 0,4-7 1 0,-1 0-4 16,0-3 0-16,0 1-2 0,-1-2-1 0,-2 0-1 15,1-1 1-15,-2 0-7 0,-1 0 7 0,-2 3-3 16,-3 2-5-16,-1 3 3 0,1 5 1 0,-5 2-5 16,2 5-9-16,-2-2-22 0,0 3-26 0,-1 6-32 15,0 0-36-15,0 0-29 0,0 0-11 0,0 0-54 16,0 0-17-16,-23 23-26 0,13-4-160 0,1 4-458 15,2-4 204-15</inkml:trace>
  <inkml:trace contextRef="#ctx0" brushRef="#br0" timeOffset="-210762.9">24247 14404 183 0,'9'-4'261'0,"-9"4"2"0,0 0 6 16,3-3-18-16,-3 3-28 0,0 0-15 0,0 0-18 15,0 0-21-15,0 0-19 0,0 0-11 0,0 0-6 16,0 0-4-16,7 12-5 0,-7-12-2 0,0 13-22 16,1-3-8-16,-1 1-4 0,0 0-15 0,4 1-4 15,-4-1-11-15,0 0-5 0,1 0-2 0,1 2-8 16,0 5-2-16,0-1-18 0,-2-5-21 0,1-2-38 16,0 3-31-16,-1-2-38 0,-1-2-34 15,1 1-28-15,0 0-37 0,0-4-36 0,0-6-186 16,-3 16-460-16,3-10 205 0</inkml:trace>
  <inkml:trace contextRef="#ctx0" brushRef="#br0" timeOffset="-210615.78">24339 14205 9 0,'0'0'40'0,"9"31"-44"15,-7-10-4-15,-1 4-8 0,3 0 4 0</inkml:trace>
  <inkml:trace contextRef="#ctx0" brushRef="#br0" timeOffset="-210378.6">24480 14615 124 0,'11'-8'252'0,"-11"8"-14"0,0-12-1 0,0 4-8 0,0 2-25 16,1-4-7-16,2-2-12 0,-1-6-13 0,6 7-13 15,-4-4-12-15,-2 2-7 0,3 4-9 16,2 0 1-16,-2-2-13 0,0 4-13 0,-1 1-5 0,2 3-15 16,-3-2-6-16,-3 5-9 0,6-4-8 0,-6 4-7 15,0 0-7-15,15 8-5 0,-8 1-5 16,-3-1-5-16,1 4 0 0,-4 3-3 0,3 2 1 16,-1 0-7-16,-1 1-12 0,-2-2-27 0,0 3-35 15,-4-2-43-15,3 1-48 0,1-3-51 0,0 2-63 0,-1-2-211 16,3-4-504-16,0-1 223 0</inkml:trace>
  <inkml:trace contextRef="#ctx0" brushRef="#br0" timeOffset="-210146.21">24886 14436 1844 0,'1'-15'166'0,"-1"2"9"0,-1 2-32 0,0 0-29 0,2 4 6 16,-1 7-19-16,-1-13-11 0,1 13-13 0,0-7-16 15,0 7 14-15,0 0 16 0,0 0 10 16,0 0 10-16,0 0-19 0,-3 27 7 0,3-13-18 16,-5 4-7-16,2 1-6 0,1 1-9 0,0 4-7 0,0-3 0 15,2 3-2-15,-2 2-13 0,0-9-2 0,4 1-16 16,0 0-33-16,-2-1-34 0,2-2-53 0,0 1-52 16,0-3-56-16,2-3-58 0,0 0-50 0,-3 0-163 15,6-2-520-15,-2-1 230 0</inkml:trace>
  <inkml:trace contextRef="#ctx0" brushRef="#br0" timeOffset="-209946.86">25210 14425 2124 0,'3'-9'131'0,"-3"2"-2"0,2 0-56 0,-2 7-21 15,2-11 12-15,-2 11-9 0,2-9 4 0,-2 9 3 0,2-7-7 16,-2 7-5-16,7-6-4 0,1 1 1 15,3 4-12-15,2-1 4 0,1 0-28 0,-1 0-16 16,1 1-27-16,3-1-44 0,-1 4-48 0,-3-4-54 16,0 2-57-16,-3 2-162 0,-10-2-431 0,19 0 191 15</inkml:trace>
  <inkml:trace contextRef="#ctx0" brushRef="#br0" timeOffset="-209763.4">25329 14279 92 0,'0'0'243'0,"-3"-9"-11"0,3 9-8 0,0 0-22 16,-4-4-21-16,4 4-8 0,0 0 6 0,0 0 14 16,0 0-12-16,-2 22-3 0,2-12-12 0,0 1-13 15,-2 3-13-15,2 3-15 0,-2-1-14 0,4 1-12 16,-4 1-7-16,2 0-10 0,0-1-13 0,0 2-17 16,4-2-31-16,-2 2-47 0,0-2-56 0,1-2-60 15,2-2-70-15,1 2-243 0,-3-3-492 0,1 0 218 16</inkml:trace>
  <inkml:trace contextRef="#ctx0" brushRef="#br0" timeOffset="-209396.78">25688 14094 229 0,'2'-5'278'0,"-1"-2"-31"0,-1 7-30 0,0 0-7 15,0 0 6-15,0 0-9 0,0 0-13 0,13 29-11 16,-12-10-15-16,5 6-16 0,-2 2-15 0,-1-4-11 16,1 3-15-16,2-2-8 0,2-4-10 15,-3-1-5-15,1-1-5 0,0-2-11 0,1 0-8 0,0-4-1 16,-2-2-8-16,1-1-6 0,-2-2-2 0,1 0-1 16,-3-2 4-16,3 1 7 0,-2-2 9 0,-3-4 8 15,6 7 13-15,-6-7-5 0,0 0 0 0,13-6-9 16,-13 6-2-16,14-10-2 0,-7 4-2 0,-1-4-17 15,1 0 5-15,4-6-3 0,0-7 3 0,1 1-18 16,-1-2-2-16,0 0-7 0,-2-1-3 0,1-1-17 16,0 0-18-16,-3 9 3 0,1 0-9 0,0 1-25 15,-4 5-12-15,-2 1-26 0,3 5-33 0,-3-2-61 16,-2 7-36-16,8-1-15 0,-8 1-35 0,0 0-28 16,4 18-21-16,-4-1-157 0,0 2-502 0,0 0 223 15</inkml:trace>
  <inkml:trace contextRef="#ctx0" brushRef="#br0" timeOffset="-209196.79">26061 14362 92 0,'0'0'284'15,"0"0"-4"-15,0 0-2 0,0 0-2 0,0 0-6 16,0 0-11-16,0 0-27 0,0 0-16 0,0 0-21 16,4 4-11-16,-4-4-10 0,0 0-9 0,-2 16-19 15,2-8-16-15,0 1-8 0,-2 0-13 0,2 1-17 16,-2 2-12-16,2-2-3 0,-4 2-7 0,3-1-11 15,2 5-15-15,-1-4-30 0,0-1-36 0,0 0-45 16,0-1-46-16,2-1-42 0,-2 0-40 0,0-9-59 16,-2 16-44-16,0-7-160 0,2-9-495 0,-3 9 219 15</inkml:trace>
  <inkml:trace contextRef="#ctx0" brushRef="#br0" timeOffset="-208829.57">26212 14528 183 0,'0'0'239'0,"4"-10"5"0,0 3-6 16,-1 3-11-16,0-4-13 0,5-6-15 0,-3 2-15 15,1 4-8-15,1-3-14 0,3 4 3 0,-2-4-7 16,-3 5-9-16,1 1-15 0,1-1-10 0,-2 4-15 16,1 0-14-16,-6 2-7 0,13-1-12 15,-13 1-7-15,10 4-2 0,-6 1-8 0,1 0 3 0,-1 2-3 16,-2 3-6-16,0 1-6 0,1 0-4 0,-1 1 0 15,-2-1-19-15,0 6-18 0,2-6-28 0,-2 1-39 16,0-1-56-16,0 0-54 0,0-11-60 0,0 17-44 16,0-9-196-16,0-8-508 0,-2 12 225 15</inkml:trace>
  <inkml:trace contextRef="#ctx0" brushRef="#br0" timeOffset="-208562.94">26519 14354 154 0,'9'0'225'0,"-9"0"-2"0,0 0-12 0,12 7-10 0,-10-2-5 15,2 1-19-15,-4 1-7 0,1 0-13 0,-2 4-7 16,1-1-6-16,-4 0-5 0,2 1-11 0,-2 0 1 16,1-2 1-16,0 1-14 0,1-2-6 15,-2-5-12-15,1 5-3 0,1-1-2 0,-2 0-5 16,4-7-10-16,-4 11-10 0,4-5 0 0,0-6-9 15,-3 7-6-15,3-7-7 0,0 0-3 0,1 11-2 0,-1-11 0 16,6 5-4-16,0-2-5 0,1-3 3 0,5 0-30 16,-1 0-27-16,9 0-39 0,-4-3-51 15,4 0-62-15,-1-4-75 0,2 1-272 0,-2-1-563 16,0-1 249-16</inkml:trace>
  <inkml:trace contextRef="#ctx0" brushRef="#br0" timeOffset="-208329.58">26946 14039 135 0,'5'-2'262'0,"-5"2"7"0,0 0 22 0,22 11-9 16,-9 2-21-16,4 6-12 0,-5 5-20 0,-3 2-17 0,3 3-12 16,-3 2-12-16,-3 2-13 0,-4 1-19 15,-1-2-5-15,-1 1-22 0,-2 1-18 0,-1 1-5 16,-3-3-10-16,1 3-16 0,-3-3-25 0,-2 0-15 15,1-1-26-15,-4 0-31 0,-1-2-31 0,-3-2-42 16,-4-2-45-16,-6 1-59 0,-9 5-71 0,-6 0-226 16,-3-3-531-16,-2-1 235 0</inkml:trace>
  <inkml:trace contextRef="#ctx0" brushRef="#br0" timeOffset="-199675.84">20394 15905 28 0,'-21'-3'129'16,"1"1"-10"-16,-1 0 1 0,2 1-3 0,0-1-3 15,1 0-5-15,1 0 4 0,2 2 0 0,2-2-6 0,-1 3 0 16,1-3-6-16,3 2-2 0,0-2-11 15,10 2-4-15,-13-1-9 0,7 0-5 0,6 1-9 16,0 0-15-16,-12 0 3 0,12 0-5 0,0 0-3 16,0 0-5-16,0 0 0 0,37 0-5 0,-7-1-4 15,-2-1 0-15,13 1-4 0,16 0 0 0,3-1-1 16,5 2-8-16,33-1 31 0,-1-2-8 0,-6 5-3 16,10-4-1-16,2 2-4 0,4 0 4 0,4-3-9 15,8 2-5-15,3 1-2 0,6-3-7 0,2-1-7 16,3 1-9-16,2 3-2 0,5 0-7 0,5-3 2 15,5-1-6-15,3-1 1 0,3-1-5 0,-1-1 10 16,2 3 1-16,3-4 4 0,-2 2 8 0,13-3 3 16,-9 2 6-16,6-1 0 0,2 2 10 0,0-1-6 0,-2-2-1 15,-10 0 2-15,-5 2 3 0,-3 0-3 16,-11 4 8-16,-3-4 4 0,-11 2 10 0,-14 2 0 16,-5-1 4-16,-11 0 3 0,-30 3 9 0,-4-2 3 15,6 3 7-15,-11-2 9 0,-4 0-1 0,-16 1-3 16,0-2 1-16,-5 2-15 0,-2-1 8 0,-2 1-2 15,-6 2-4-15,-2-1-8 0,0 0-1 0,-2-1-11 16,-5 2 1-16,-1-1-6 0,-1 2-12 0,0-2-7 16,-3 0-17-16,-7 0-20 0,9 0-15 0,-9 0-23 15,0 0-33-15,12 0-34 0,-12 0-45 0,0 0-33 16,0 0-37-16,0 0-177 0,0 0-457 0,-32 10 202 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10T07:16:26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5555 2120 25 0,'0'0'53'0,"0"0"-4"15,0 0-12-15,0 0 4 0,0 0-32 0,0 0-4 16,0 0-12-16,0 0-4 0,0 0-6 0,0 0-1 16,0 0-10-16,0 0-30 0,-1 14 14 0</inkml:trace>
  <inkml:trace contextRef="#ctx0" brushRef="#br0" timeOffset="2875.32">5302 1962 69 0,'0'0'77'0,"0"0"2"0,0 0-2 0,0 0 2 15,0 0-5-15,0 0 5 0,0 0 4 0,0 0-9 16,0 0 1-16,0 0-3 0,0 0-12 0,0 0-6 16,0 0 4-16,1-13-5 0,-1 13-10 0,0 0-1 15,0 0 10-15,-1-14-14 0,1 14 2 0,0 0-4 16,1-11-1-16,-1 11 6 0,0 0-10 0,0 0 7 15,2-14-2-15,-2 14 0 0,0 0 1 0,0 0 1 16,0-12-5-16,0 12-3 0,0 0-5 0,0 0 3 16,2-10-8-16,-2 10 0 0,0 0-1 0,0 0-9 15,0 0 4-15,0 0-6 0,0 0-2 0,0 0 10 16,0 0-12-16,0 0-5 0,0 0 8 0,9 39 4 16,-9-14 4-16,2 2-1 0,-3 3-2 0,1-1 8 15,-1 3 0-15,-3-1 5 0,-1 0 0 0,3 0-1 16,-1 2 6-16,2-5 3 0,2-1-5 15,-1-2 3-15,0 0-3 0,1-6-2 0,-2-2-4 16,1-1-6-16,0 3 3 0,0-7 0 0,0 1-5 16,1 3 5-16,-1-5-5 0,0 2 0 0,0-4-21 15,0-9-16-15,0 20-20 0,0-20-23 0,2 21-30 16,-2-12-34-16,1-2-34 0,-1-7-136 0,0 12-324 16,0-12 144-16</inkml:trace>
  <inkml:trace contextRef="#ctx0" brushRef="#br0" timeOffset="3075.09">5057 2576 2 0,'0'0'138'0,"0"0"-13"0,52-14-10 0,-21 8-14 16,1-1-14-16,3 0-4 0,3-1-21 15,1 0 6-15,-1 1-8 0,-2-2-18 0,0 2-18 16,-1 2-41-16,-2-1-43 0,-4 2-79 0,-11 1-150 16,0 3 67-16</inkml:trace>
  <inkml:trace contextRef="#ctx0" brushRef="#br0" timeOffset="3363.41">5366 2692 39 0,'0'0'213'16,"-1"27"-12"-16,-2-10-4 0,0 0-17 0,1 9-17 15,1-7-9-15,-3 7-9 0,1-1-8 0,2-6-13 16,-3 6-15-16,2-1-3 0,0 0-17 15,-1 0-5-15,1-5-5 0,0-1-12 0,-2 1-4 16,2 2-3-16,1-4-13 0,0-1-3 0,1 1-4 16,-4-2-22-16,0-2-22 0,2 4-30 0,-1-5-26 15,1-1-31-15,0 5-21 0,-1-4-37 0,-1-2-31 16,4-10-109-16,-9 19-311 0,9-19 138 0</inkml:trace>
  <inkml:trace contextRef="#ctx0" brushRef="#br0" timeOffset="3779.42">5367 2688 60 0,'4'-10'147'0,"-4"10"-12"0,11-16-11 0,-3 7-10 0,0 5-16 16,-8 4-13-16,16-8-7 0,-16 8-6 0,20-4-7 15,-20 4-3-15,21 4-6 0,-21-4-6 16,18 6 5-16,-8-1-9 0,-4 2-6 0,0 3 4 16,1 0-4-16,-7-10-2 0,6 21-3 0,-8-11 1 15,2-10-10-15,-2 24 6 0,-1-12-9 0,1-2-2 16,-3 2-5-16,1-1 2 0,4-11-6 0,-10 19 7 16,6-12-18-16,4-7-2 0,-7 14-4 0,7-14-1 15,-5 11-10-15,5-11 2 0,0 0 1 0,-1 12 2 16,1-12-1-16,0 0 1 0,0 0 0 0,0 0 5 15,9 15-5-15,-9-15 9 0,0 0-7 0,9 7 1 16,-9-7-1-16,0 0 3 0,0 0-6 0,10 6 8 16,-10-6 1-16,0 0 0 0,0 0 0 0,9 8 6 15,-9-8 0-15,0 0 6 0,0 0 4 0,0 13 3 16,0-13-10-16,0 0 5 0,-13 15-3 0,13-15-15 16,-15 11 1-16,6-1-8 0,1-3-27 0,1-2-17 15,7-5-27-15,-17 13-31 0,11-10-87 16,-3 4-219-16,9-7 97 0</inkml:trace>
  <inkml:trace contextRef="#ctx0" brushRef="#br0" timeOffset="4100.26">5934 2672 24 0,'-8'9'87'0,"8"-9"1"16,0 0 5-16,0 0 3 0,0 0 0 0,-7 8 0 15,7-8-2-15,0 0-9 0,0 0-8 16,0 0-7-16,0 0-5 0,0 0-5 0,0 0-10 16,0 0-15-16,0 0-23 0,42-4-54 0,-22 0-65 15,1 0-57-15,9-4-177 0,2-2 79 0</inkml:trace>
  <inkml:trace contextRef="#ctx0" brushRef="#br0" timeOffset="4563.46">6971 1894 33 0,'0'0'62'0,"0"0"-15"0,0 0 1 15,0 0-6-15,0 0-4 0,0 0-5 0,0 0 0 16,0 0-13-16,0 0 5 0,0 0 1 0,0 0-6 16,0 0-4-16,0 0 0 0,0 0 5 0,0 0-9 15,0 0 7-15,0 0-1 0,0 0-7 16,0 0 3-16,0 0-5 0,0 0 16 0,0 0-8 16,0 0-4-16,0 0 5 0,0 0-5 0,0 0-4 15,0 0-3-15,0 0-2 0,0 0 6 0,0 0-4 16,0 0-2-16,0 0-3 0,0 0 3 0,0 0-12 15,0 0-5-15,0 0-12 0,0 0-13 0,0 0-10 16,0 0-46-16,0 0-102 0,0 0 46 0</inkml:trace>
  <inkml:trace contextRef="#ctx0" brushRef="#br0" timeOffset="5291.87">6858 1951 84 0,'-1'-9'127'0,"1"9"-9"16,0 0-22-16,0 0 0 0,-4-8-23 0,4 8 6 15,0 0-5-15,-10-2-15 0,10 2-2 16,0 0-3-16,-11 2-13 0,11-2-6 0,-17 6-1 0,9-3 7 15,-1 3-11-15,-1 4 3 0,0-3-4 0,-2 5 10 16,-1 2 0-16,1 0 0 0,-1 1 6 16,3 0-4-16,0 2 1 0,1-4-8 0,-3 4 7 15,5-3-7-15,0 2-8 0,0-2 5 0,3-2-5 16,4 0-2-16,0 2-1 0,0-4-7 0,0-10 3 16,2 21 3-16,1-12-7 0,3 1 1 0,2-1-2 15,2 5-2-15,0-7 3 0,1 1-23 0,0-2-12 16,3-1-32-16,4 0-35 0,-4-3-42 0,3 3-118 15,-5-3-266-15,-12-2 118 0</inkml:trace>
  <inkml:trace contextRef="#ctx0" brushRef="#br0" timeOffset="5525.37">7124 2045 116 0,'0'0'192'0,"0"0"-8"0,0 0-9 0,0 0-23 16,0 0-16-16,0 0-12 0,0 0-2 0,0 0-8 16,0 0-10-16,0 0-9 0,2 27-12 15,-4-15-8-15,1 5-4 0,0 2-9 0,-2 5-4 16,2-6-9-16,0 7-15 0,-1 5-19 0,2-2-31 16,-1-3-25-16,0-4-34 0,1 4-20 0,-1-7-31 15,-1 1-22-15,0-1-96 0,-2-1-263 0,0 0 116 16</inkml:trace>
  <inkml:trace contextRef="#ctx0" brushRef="#br0" timeOffset="5708.71">6754 2581 19 0,'29'-8'138'0,"1"0"-22"15,-1 0-3-15,3 0-10 0,2 1-11 0,1-1-17 16,1 2-19-16,-2-1-42 0,-3 1-58 16,-2 1-70-16,-8 1-123 0,-2 2 54 0</inkml:trace>
  <inkml:trace contextRef="#ctx0" brushRef="#br0" timeOffset="5925.99">6920 2733 160 0,'-12'9'210'0,"2"0"-6"0,-3 2-7 16,-2 1-14-16,3-1-14 0,0 3-12 0,2 1-13 16,2-1-16-16,0-2-8 0,3 0-13 0,1 4-8 15,2-2-11-15,-1 2-10 0,3-16-14 0,4 23-30 16,0-10-35-16,2 2-38 0,-1-2-31 0,-5-13-41 15,17 22-45-15,-11-14-139 0,2 1-318 0,-8-9 141 16</inkml:trace>
  <inkml:trace contextRef="#ctx0" brushRef="#br0" timeOffset="6144.41">7132 2921 61 0,'0'0'152'0,"17"-4"4"0,-17 4-4 0,12 0 2 16,-12 0 18-16,0 0-9 0,16 7-5 0,-16-7-7 15,9 10 1-15,-9-10 10 0,1 18-19 0,-1-18-10 16,-5 25-8-16,1-7-8 0,-1-3-10 0,-2 3-9 16,2-3-11-16,0-3-8 0,3-1-6 0,2-11-10 15,-4 22-4-15,4-22-6 0,4 18-5 0,0-10-4 16,4-1-6-16,3-3-13 0,7 1-16 0,1-3-20 16,9-2-30-16,1 0-42 0,2-5-55 0,2-1-46 15,2 0-55-15,-3-3-134 0,0 0-405 0,-2 0 179 16</inkml:trace>
  <inkml:trace contextRef="#ctx0" brushRef="#br0" timeOffset="7908.46">5910 2514 77 0,'0'0'117'0,"0"0"-16"15,0 0 1-15,0 0-15 0,0 0 3 0,0 0-2 16,0 0-3-16,0 0-2 0,0 0 2 0,0 0-9 15,-14-4 3-15,14 4-5 0,0 0 9 16,0 0-1-16,0 0-9 0,0 0-3 0,0 0-3 16,0 0-9-16,0 0-9 0,0 0-3 0,0 0-3 15,0 0-5-15,0 0-8 0,0 0 3 0,0 0-5 0,14-11-5 16,-3 9-1-16,1-1-2 0,1 0-12 0,5-1-27 16,-3-1-5-16,3 2-38 0,-1-2-26 15,1 4-37-15,-5 1-27 0,0 0-90 0,-2 1-261 16,3 0 116-16</inkml:trace>
  <inkml:trace contextRef="#ctx0" brushRef="#br0" timeOffset="8093.05">5933 2736 135 0,'0'0'168'0,"0"0"-10"15,0 0-11-15,0 0-14 0,0 0-12 0,0 0-4 16,25 2-20-16,-6-6-20 0,9 2-26 0,-1-1-45 16,-6 1-54-16,9-2-47 0,-11 1-84 0,1 0-191 15,-2 1 84-15</inkml:trace>
  <inkml:trace contextRef="#ctx0" brushRef="#br0" timeOffset="11509.78">4781 2879 62 0,'0'0'64'0,"0"0"-2"16,0 0-8-16,0 0 4 0,-2-10 3 0,2 10-3 15,0 0-6-15,0 0 0 0,0 0-7 0,0 0-3 16,0 0-3-16,0 0-5 0,0 0 1 0,0 0-3 16,0 0-10-16,0 0 5 0,0 0 1 15,0 0-14-15,0 0 3 0,0 0 3 0,0 0 1 16,0 0-2-16,0 0 10 0,0 0 6 0,0 0 2 15,0 0 1-15,0 0-4 0,0 0 3 0,0 0 11 0,-10 19-8 16,10-19-1-16,0 0-2 0,0 0 7 16,0 0 8-16,-3 7 9 0,3-7 6 0,0 0 1 15,0 0 5-15,0 0-7 0,0 0-4 0,0 0-4 16,0 0-11-16,0 0-5 0,0 0-14 0,22-12-24 16,4-1-34-16,7-4-39 0,17-11-54 0,32-10-168 15,-3-3-315-15,9 1 141 0</inkml:trace>
  <inkml:trace contextRef="#ctx0" brushRef="#br0" timeOffset="12192.46">7454 2045 106 0,'0'0'140'0,"0"0"-14"0,-5 3-9 0,5-3-9 16,0 0-9-16,0 0-9 0,0 0-1 0,0 0-9 15,0 0 10-15,0 0-9 0,0 0-5 0,0 0 3 16,0 0-6-16,0 0 1 0,0 0 2 0,0 0-6 16,0 0-4-16,0 0-7 0,0 0-4 15,0 0-9-15,22-11 0 0,2 1-21 0,8-3-27 16,18-8-28-16,5 1-46 0,25-18-45 0,-21 12-153 15,27-6-296-15,-1-7 130 0</inkml:trace>
  <inkml:trace contextRef="#ctx0" brushRef="#br0" timeOffset="13742.8">7219 3094 36 0,'0'0'113'0,"0"0"-8"15,0 0-14-15,4 5-6 0,-4-5-25 0,0 0-25 16,0 0-33-16,0 0-25 0,0 0-61 0,0 0-91 16,-9 8 40-16</inkml:trace>
  <inkml:trace contextRef="#ctx0" brushRef="#br0" timeOffset="14358.51">7067 3388 95 0,'0'0'129'0,"-8"1"-4"15,8-1-4-15,0 0 1 0,-9 5-1 0,9-5-3 16,0 0-1-16,-5 3 2 0,5-3-1 0,0 0 2 15,0 0 1-15,0 0-6 0,0 0-6 0,0 0-8 16,0 0 3-16,0 0-3 0,19 5-2 0,0-5-12 16,3-3-11-16,13 0-3 0,2-2-10 0,-1-1-11 15,2 1-37-15,16-5-51 0,-15 6-71 0,18-3-97 16,-18 1-142-16,-2 2-374 0,-4-2 165 0</inkml:trace>
  <inkml:trace contextRef="#ctx0" brushRef="#br0" timeOffset="15941.56">5890 3525 177 0,'0'0'191'0,"0"0"-16"16,-4-8-6-16,4 8-14 0,0 0-9 0,0 0-10 15,-5-3-10-15,5 3-13 0,0 0-7 0,0 0-3 16,-13 20-5-16,6-1-1 0,0 9 0 0,1 0 1 15,-7 6 1-15,0 12-4 0,3 6-4 0,-4 2-5 16,7-3-4-16,-3-1 0 0,0-2-4 0,2-1-3 16,3-1-2-16,-4-13-4 0,5 2-3 0,-1-2-7 15,2 0-4-15,1-2-7 0,-2-1-1 0,-1-1-3 16,3-2-5-16,0-1-5 0,-3-7 1 0,4 0-5 16,0 0-2-16,-3 2-2 0,0-6-2 0,-1 2-12 15,2-5-15-15,0 5-21 0,-3-3-28 0,4-2-25 16,-2 0-33-16,-4-1-26 0,3-2-28 15,5-9-32-15,-14 16-21 0,5-12-15 0,4-1-128 0,5-3-388 16,-19-2 173-16</inkml:trace>
  <inkml:trace contextRef="#ctx0" brushRef="#br0" timeOffset="16110.12">5483 4272 180 0,'0'0'181'0,"6"-7"-16"15,0 3-15-15,7-1 5 0,2-2-15 0,5-3-17 16,5 1-12-16,5-4-11 0,1 2-9 16,2-2-12-16,3 1-17 0,-1 1-30 0,3-2-25 0,0 2-22 15,-2-1-43-15,-1 2-27 0,-2 0-23 0,-3 2-16 16,2 0-74-16,-2 1-214 0,-10 1 95 16</inkml:trace>
  <inkml:trace contextRef="#ctx0" brushRef="#br0" timeOffset="16259.56">6197 4068 53 0,'0'0'174'16,"0"0"2"-16,0 0-6 0,0 0-6 0,0 0-6 16,10 0-3-16,-10 0-6 0,0 0-11 0,9 0-5 0,-9 0-11 15,10-4-14-15,-1 0-9 0,4 1-12 16,-2-1-15-16,8-4-23 0,-2 2-36 0,3 1-35 16,-2-1-43-16,0-1-46 0,1 3-38 0,-6 2-131 15,0-2-301-15,-2 3 134 0</inkml:trace>
  <inkml:trace contextRef="#ctx0" brushRef="#br0" timeOffset="16425.43">6347 4128 90 0,'-7'5'190'0,"0"-1"-3"0,0 0 0 16,3 0-1-16,4-4 6 0,-9 7-2 0,9-7-14 16,-5 3-15-16,5-3-13 0,0 0-13 0,0 0-12 15,0 0-13-15,0 0-15 0,28 1-37 0,-11-4-37 16,4-3-42-16,5-3-52 0,3 4-66 0,0-3-61 15,-9 4-103-15,7-2-328 0,-8 2 145 0</inkml:trace>
  <inkml:trace contextRef="#ctx0" brushRef="#br0" timeOffset="17975.74">5230 4772 73 0,'-7'3'196'0,"7"-3"2"15,-8 3-7-15,8-3-5 0,0 0-9 0,0 0-13 16,-5 4-15-16,5-4-10 0,0 0-10 0,0 0 0 15,0 0-7-15,35 0-3 0,-14-3-11 0,12 1-11 0,5-2-9 16,15-4-8-16,3-1-11 0,3-1-4 16,4 0-5-16,-1-1-8 0,1 1-5 0,0 1 0 15,-3-5-7-15,-3 5-3 0,-1 0-6 0,-3 1 0 16,-16 1-3-16,2 3-6 0,-3-5-2 0,-4 2 1 16,-1 2-4-16,-4-1-4 0,-8 3-1 0,1-1 3 15,-8 4 3-15,1 0-7 0,-4-3-4 0,-2 3 2 16,-7 0 2-16,13 0 10 0,-9-4 7 0,-4 4 6 15,0 0 0-15,10 0 4 0,-10 0-5 0,0 0 0 16,0 0 3-16,0 0-2 0,0 0-17 0,0 0-15 16,0 0-19-16,0 0-30 0,-23 6-40 0,23-6-54 15,-11 4-81-15,4-1-249 0,-4 2-510 0,11-5 226 16</inkml:trace>
  <inkml:trace contextRef="#ctx0" brushRef="#br0" timeOffset="121408.84">3202 6442 61 0,'-4'-18'214'0,"-1"3"0"0,-1 1-4 15,2 2 3-15,0 3-8 0,0-1-20 0,1 5-11 0,0-1-13 16,3 6-16-16,-8-8-14 0,3 5-9 0,5 3-11 15,0 0-8-15,-15 18 2 0,3 6-4 16,-2 7-9-16,-2 15-7 0,-4 6-9 0,3 5-5 16,-9 20-12-16,9-25-5 0,7 3-6 0,-1-2-2 15,6-3-7-15,2 0-1 0,3-15-7 0,3-4-1 16,1 1-3-16,3-3-3 0,2-6-2 0,3 2 0 0,1-4-1 16,-1-9-1-16,8-2 0 0,-1-1-2 0,1-7 2 15,8-2 0-15,5-9-2 0,2-7 1 16,12-11 1-16,-1-6-6 0,0-3-1 0,-5-7-1 15,-1-2-2-15,-2-1 3 0,-4 0 0 0,-3-4-10 16,-4 0-6-16,-7 0 1 0,-2-6-2 16,-2 3-8-16,-9-2-2 0,0 2-3 0,-5-1-1 0,-4-1-1 0,-6 1-1 15,0 0-8-15,-2 5 4 0,-5 3 3 16,3 11 0-16,-6 9 2 0,2-1 8 0,-3 5 1 16,1 3 1-16,-5 5-3 0,4 7 0 0,-2 2 1 15,-10 6 1-15,2 5 3 0,-3 5 1 0,-2 9-1 16,-7 7 4-16,1 6-2 0,4 6 9 0,-1 0-9 15,8 1 2-15,3 0-2 0,8-9 4 0,7-1-5 16,1-1 2-16,6 1 2 0,6-1-2 0,3-1 4 0,3 2-3 16,4-5 1-16,3 0-5 0,2 2-10 15,11-3-1-15,-5-2-2 0,3 0-15 0,3-2-18 16,-1 3-11-16,2-3-17 0,-6 0-5 0,4-1-7 16,-4 2-23-16,-3 1-10 0,-1-5-14 0,-2 3-9 15,-3 2 6-15,-2 0-3 0,-4 0 0 0,-7-2-10 16,1 5-98-16,-4-5-275 0,-1 0 122 0</inkml:trace>
  <inkml:trace contextRef="#ctx0" brushRef="#br0" timeOffset="121652.35">4176 6664 42 0,'0'0'177'0,"13"-3"-17"0,-13 3-13 16,0 0-23-16,0 0-7 0,0 0-20 0,0 0-13 15,8 9-36-15,-8-9-49 0,6 9-44 0,-1-1-114 16,-5-8-172-16,6 12 78 0</inkml:trace>
  <inkml:trace contextRef="#ctx0" brushRef="#br0" timeOffset="122075.52">5858 6299 94 0,'-3'-16'232'0,"2"5"-16"0,-2 0-12 16,1 3-7-16,1 1-7 0,1 7-9 0,-2-12-16 15,2 12-17-15,0-6-13 0,0 6-11 16,0 0-4-16,0 0 2 0,0 0-5 0,0 0 1 0,2 33-4 16,-4-6-12-16,1 5-11 0,0 4-7 0,1 14-7 15,-2-2-11-15,0-14-4 0,-1 13-3 0,1-1-9 16,2-13-3-16,-3 2-10 0,1-3-7 15,-1-2-21-15,2 0-32 0,0-1-31 0,-1-2-36 0,1 0-42 16,2-1-36-16,1-9-53 0,-4 1-197 0,1-7-451 16,-1-1 200-16</inkml:trace>
  <inkml:trace contextRef="#ctx0" brushRef="#br0" timeOffset="122758.46">5825 6133 16 0,'17'-12'228'0,"7"-1"-22"0,4 4-23 0,1 3-16 16,1 5-13-16,1 0-16 0,1 9 7 15,0 2-26-15,-2 0-11 0,-2 4-7 0,-1 5 0 0,-2 2-1 16,-2 1-5-16,-4 4-11 0,-2 0-9 0,-4 3-6 16,-4 1-7-16,-6 4-19 0,-3-1 1 0,-7 2-4 15,-7 9-13-15,-8-1-4 0,3-13-4 0,-4-1-7 16,-10 6-9-16,-3-1-6 0,-5-5-2 15,12-9-5-15,-2-1-3 0,0-2 4 0,4-3-3 0,-2-1 2 16,1-3 3-16,7-1 0 0,4-4-4 0,4-1 2 16,1-2 6-16,2 3-2 0,2-4-15 0,8-1-4 15,-10 3-7-15,10-3-7 0,0 0 6 0,0 0 2 16,0 0 9-16,0 0 3 0,0 0 6 0,41 2 11 16,-9-8-1-16,3-3-2 0,17-7 5 15,0-1 0-15,5-1 2 0,1 0-1 0,1 0-2 0,-3-4 7 16,-1-1 1-16,-1 3 3 0,-8 0-4 0,-10 4 0 15,8-7-1-15,-9 5-1 0,-4 1 3 0,-3-1-5 16,-3 0 0-16,-3-4 5 0,0 3-11 16,-4-1 9-16,-8 2 3 0,-4 2 5 0,0-2 7 0,-5-1 0 15,-1 3 7-15,-1 3 12 0,-5-4-1 0,-1 2 0 16,3 6 4-16,-4-1 2 0,2 0-1 0,-2 3 2 16,0 2-6-16,-3 1-3 0,-1 4-2 0,1 2-1 15,-6 6-3-15,2 6 1 0,-7 5-4 0,2 5-3 16,3 4-3-16,1-1-3 0,4 1-2 15,1-3-1-15,6 0 0 0,2-6-4 0,3 0-3 16,1-3 2-16,6 2-1 0,1-2-1 0,4-2-2 0,2-2-15 16,-1 0-3-16,5-5-3 0,-2 1-2 0,5-7 1 15,8-1-9-15,-8 0 1 0,8-7-8 0,1 0-3 16,-4-1 2-16,1-2 5 0,-4-3 0 16,-7 0 6-16,-1 2 1 0,-4-1-1 0,-2-3 5 0,0-1 0 15,-1 1 4-15,-3-1 1 0,-2 4-1 0,-1 0 2 16,1 4 10-16,-1-1 7 0,2 2-3 0,-4 7 0 15,0-8-6-15,0 8 3 0,0 0 6 16,0 0 8-16,0 0 2 0,0 0 2 0,1 30 0 16,-2-15-1-16,-3 3-4 0,2 2 3 0,-2-1-5 0,1 6 2 15,1 0-3-15,0-6-8 0,4 0-20 0,0-1-23 16,1-2-31-16,-1 1-39 0,5-4-51 0,-1 1-43 16,-2-3-144-16,2 0-376 0,1-5 167 0</inkml:trace>
  <inkml:trace contextRef="#ctx0" brushRef="#br0" timeOffset="122942.49">7161 6341 82 0,'3'-6'246'0,"-2"0"-24"0,-1 6-21 0,0 0-18 0,3-7-11 16,-3 7-10-16,0 0-9 0,0 0-12 15,-12 22-12-15,5-7-16 0,2 3-10 0,-4 4-11 16,1-3-7-16,3 5-7 0,-2 2-10 0,4-1-21 15,-3-1-35-15,3-5-39 0,0-1-43 0,1 1-33 0,0-5-30 16,2 2-43-16,-2-2-121 0,1-4-322 0,-1 1 143 16</inkml:trace>
  <inkml:trace contextRef="#ctx0" brushRef="#br0" timeOffset="123088.35">7083 6060 85 0,'-1'-10'123'0,"1"3"-38"0,0 7-32 0,0 0-21 16,0 0-13-16,0 0-14 0,0 0-30 0,0 0-39 15,1 39-67-15,7-15 30 0</inkml:trace>
  <inkml:trace contextRef="#ctx0" brushRef="#br0" timeOffset="123342.08">7406 6231 142 0,'0'0'173'0,"0"0"-8"0,-21-7-6 0,21 7-2 16,-15 4-10-16,6-1-4 0,-2 2-14 0,0 2-12 15,0 0-4-15,-1 6-15 0,-1-2-7 0,3 3-8 16,0 0-17-16,1 2-1 0,3 1-7 0,0-2-5 16,5 3-10-16,1 0 0 0,1 1-4 0,2-1-9 15,2 0-3-15,2 1-1 0,1 4-3 0,-1-4 2 16,-1 0-5-16,4 3-3 0,-6-2 0 0,3-2-1 15,-4 1 0-15,0 6-2 0,-3-5-2 0,1-2-5 16,-3 2-20-16,0 5-26 0,-1-5-35 0,-1 0-34 16,-1-3-36-16,0 0-27 0,-2 3-127 0,2-2-323 15,0-3 144-15</inkml:trace>
  <inkml:trace contextRef="#ctx0" brushRef="#br0" timeOffset="123522.3">7490 6509 87 0,'15'-22'187'0,"-5"8"-4"16,1 1-6-16,-2 4-9 0,-3 2-22 0,0 0-10 15,-2 2-29-15,1 2-6 0,-5 3-5 0,12 0-5 16,-12 0-2-16,11 9-5 0,-4-2-10 0,2 2-3 16,-2 6-10-16,1 2-23 0,-3-3-45 0,3 3-47 15,-3-3-56-15,0 5-52 0,-2-6-99 0,2 1-282 16,1-5 124-16</inkml:trace>
  <inkml:trace contextRef="#ctx0" brushRef="#br0" timeOffset="123879.47">8514 6187 120 0,'-4'-10'267'0,"-1"2"-18"0,5 8-10 0,-16-9-15 16,9 8-14-16,7 1-13 0,-23 9-11 0,7 4-21 15,-7 5-11-15,3 5-14 0,-2-2-7 0,7 3-25 16,-1-2-11-16,5 2-8 0,3-8-8 0,5 4-7 16,1-3-8-16,5 1-5 0,3-2-9 0,4 0-11 15,-1-1-11-15,6-5-12 0,2 0 3 0,1-4-22 16,-1 1-3-16,3-4-9 0,1-1-4 0,-3-2-6 16,-1-3 1-16,0 1 1 0,-3-5 5 0,-2 4 2 15,-1-4 3-15,-1 0 3 0,-2-2-4 0,-2-1 6 16,1 2 1-16,-2 0 2 0,-1-1 14 0,-2 4 13 15,1-3 7-15,-3 8-1 0,4-9-2 0,-4 9 2 16,2-6-6-16,-2 6 7 0,0 0 1 0,0 0-6 16,0 0-4-16,0 0 2 0,4 23-4 0,-5-14-2 15,0 9 0-15,-1-1-7 0,5-1-30 0,-2 2-47 16,3-1-55-16,2-1-75 0,1 0-80 0,3-2-149 16,4-3-461-16,3-4 205 0</inkml:trace>
  <inkml:trace contextRef="#ctx0" brushRef="#br0" timeOffset="124341.95">10226 6134 207 0,'-1'-16'294'0,"0"2"-18"0,-2 2-24 0,2 0-17 16,-1 2-21-16,2 4-23 0,0 6-22 0,-1-9-22 16,1 9-16-16,0 0-15 0,0 0-11 0,0 0-3 15,0 0-5-15,0 0-1 0,-1 44-4 0,-2-15-10 16,1 0-2-16,-2 6-7 0,1 1-10 0,-2 0 20 15,1 8-11-15,1 3-4 0,-1-16-5 0,2 1-5 16,4-1-11-16,-2-1-33 0,0-4-24 0,0 0-36 16,-2-6-42-16,2 5-50 0,2-6-57 0,-4-3-43 15,2 0-214-15,-1 0-490 0,0-4 216 0</inkml:trace>
  <inkml:trace contextRef="#ctx0" brushRef="#br0" timeOffset="124675.89">10252 6015 129 0,'18'-24'169'0,"1"3"-17"0,-4 8-8 0,0 1-12 15,1 1-16-15,-5 6-16 0,-2 3-6 16,3 0-11-16,-2 2-5 0,-2 3 3 0,2 3 1 16,-1 2 5-16,0 5 0 0,-3 2 0 0,-2 1-16 15,0 4-10-15,-8 6-1 0,-1 2-5 0,-5-3-5 16,-3 0 3-16,-3 2-11 0,-1-4-6 0,-4-2-1 0,2-5-1 15,4-2-6-15,-3-3-1 0,4-2-4 16,1-4 1-16,1 0-1 0,3 0 3 0,2-3-4 16,0 0 12-16,7-2 0 0,-10 3 3 0,4-2 4 15,6-1 1-15,0 0-1 0,-12 3-4 0,12-3-9 0,0 0-5 16,0 0-2-16,0 0-2 0,0 0-2 0,17 13 1 16,-6-9-4-16,6 4 1 0,4-1-2 15,5 4-17-15,5 0-15 0,0-1-25 0,2 3-35 16,0-4-29-16,0-1-38 0,-2 2-25 0,0-3-31 15,-4-1-124-15,-6-2-352 0,0-4 156 0</inkml:trace>
  <inkml:trace contextRef="#ctx0" brushRef="#br0" timeOffset="124875.41">10953 5999 48 0,'-1'-8'219'16,"-2"1"-8"-16,3 7-14 0,-4-10-13 0,4 10-9 15,-8 0-2-15,8 0-1 0,-12 12-6 16,-2-1 0-16,4 6-12 0,-3 8-17 0,-4 2-6 16,3-2-15-16,2 2-10 0,4 0-13 0,3 0-11 0,0-2-7 15,0 1-7-15,7-1-18 0,3-1-24 16,0-5-37-16,3 4-49 0,-1-3-69 0,5-5-61 0,9 6-204 16,2-7-425-16,-4-6 188 0</inkml:trace>
  <inkml:trace contextRef="#ctx0" brushRef="#br0" timeOffset="125042.7">11277 6284 62 0,'7'-2'275'0,"-7"2"-29"0,13-4-24 0,-3 0-31 0,4 0-26 16,-1 1-38-16,6 0-25 0,2-2-34 0,6 1-34 15,-1-1-36-15,4 2-36 0,0-1-38 0,2 1-36 16,-2-3-99-16,-2 3-228 0,1-4 100 0</inkml:trace>
  <inkml:trace contextRef="#ctx0" brushRef="#br0" timeOffset="125228.66">11885 6105 213 0,'4'-5'228'0,"0"2"6"0,-4 3 3 16,6-8-7-16,-6 8-18 0,6-4-16 0,-6 4-22 16,3-5-19-16,-3 5-15 0,0 0 1 15,0 0 10-15,0 0 0 0,0 24-2 0,-3-5-9 0,0 8-12 16,-1-1-5-16,-1 4-16 0,3 2-7 0,-5-1-15 15,1 1-3-15,-4 1-13 0,6-3 1 0,-2 1-14 16,3-2-11-16,1-1-26 0,-1 2-16 0,2-4-35 16,-2-2-35-16,2-3-48 0,0-4-62 15,-2 2-54-15,1-2-41 0,-2 1-186 0,0-7-495 0,-1-4 219 16</inkml:trace>
  <inkml:trace contextRef="#ctx0" brushRef="#br0" timeOffset="125443.23">11920 6010 130 0,'11'-11'182'0,"-2"3"-19"0,1 3-19 0,0-2-15 16,-2 5-1-16,-2 2-10 0,5 1-5 0,-4 2-6 16,1 0 2-16,2 2 2 0,1 8-8 0,-3-2-9 15,0 1-1-15,-2 5-1 0,-1 1-9 0,-3 2-3 16,-2 4-7-16,-2-5-7 0,-3-1-18 0,0 1-15 15,0-2-20-15,-5-1-34 0,1 2-53 0,1-2-56 16,-1-3-50-16,-5-3-122 0,7-3-326 0,1-4 145 16</inkml:trace>
  <inkml:trace contextRef="#ctx0" brushRef="#br0" timeOffset="125775.36">12377 5806 180 0,'0'0'253'16,"0"0"-16"-16,0 0-12 0,8 13 0 0,-10 3-7 16,4 3-11-16,-7 5-24 0,1 5-14 0,0 2-18 15,-1-2-14-15,-2 1-17 0,3 1-8 0,2 2-11 16,-1-3-10-16,2 0-8 0,0-2-6 0,1-10-6 16,0 0-8-16,0-2-1 0,0-6-8 0,0 1-10 15,0-2 1-15,1-2-8 0,0 1-5 0,-1-8-5 16,0 8-6-16,0-8 4 0,0 0-3 0,0 11 0 15,0-11 3-15,0 0-5 0,0 0 0 0,0 0-14 16,0 0 1-16,19-27-11 0,-9 12-5 0,1 1-1 16,4 0 0-16,-2 0 2 0,1 3 2 0,-4 4-3 15,2 1 1-15,-1 3 0 0,0 3 1 0,1 2 1 16,-3-1 4-16,4 8-6 0,-4-3 0 16,2 1-17-16,2 5-33 0,-3-2-35 0,3 1-19 0,-2 2-20 15,3 0-36-15,-1-3-18 0,3-1-26 0,-1 1-169 16,-3-5-412-16,1-3 182 0</inkml:trace>
  <inkml:trace contextRef="#ctx0" brushRef="#br0" timeOffset="126463.06">12896 6137 148 0,'6'-19'134'0,"-2"0"19"0,0 0 4 0,-1 2 8 16,-1 1 9-16,-2 6 11 0,0 1 5 0,0 0-3 16,0 9-7-16,0-11-20 0,0 11-14 0,-9-5-21 15,9 5-6-15,-18 10-13 0,5 2-12 0,-10 6-11 16,4 3-7-16,0 1-8 0,-1-2-6 15,9-3-6-15,2-2-5 0,-1 1-6 0,6-6-6 0,2 1-11 16,-1-1-15-16,3 0-4 0,3-3-3 0,-1 0-10 16,2-3-2-16,4 0-6 0,1-2-8 0,1 0-2 15,4-2 0-15,-3-3-1 0,1 2-4 0,-3-3 5 16,2-2 3-16,0 1 2 0,-4-2-1 0,0-1 3 16,-1-2 1-16,-2 2 2 0,-1-2 1 0,-1 1 10 15,3-1 3-15,-5 2 11 0,0 8 9 0,3-11 6 16,-2 6 7-16,-1 5-7 0,0 0 2 0,0 0-7 15,0 0-1-15,0 0 0 0,0 0-2 0,-14 16-3 16,8-7-2-16,2 2-4 0,1 0 0 0,-1 0-3 16,4-2 4-16,0 1-2 0,2 1 1 0,3-3-1 15,-3-1 4-15,4-3-3 0,4 4-5 0,1-5 2 16,2-1-3-16,5-2 1 0,1-2 0 0,0-3-4 16,2-2-1-16,-2 0 1 0,0-1 0 0,-1-2-4 15,-3 0 0-15,-1-4 4 0,-1 1-2 0,-4 0 1 16,1-2 3-16,-2 1-4 0,-3 0 4 0,-1-1-2 15,0 4-2-15,-3-4-1 0,4 2 0 0,-3 2 2 16,0 4-3-16,-2 0-3 0,0 7 3 0,2-8-8 16,-2 8 1-16,0 0-3 0,0 0 4 0,0 0 6 15,0 0 6-15,0 0-2 0,-6 39 4 0,1-20 2 16,0 8-4-16,1-1 0 0,-3 0 1 0,1-2 1 16,0 2 2-16,2-12-4 0,2-1-1 0,0 3 0 15,-2-6-3-15,3 0 2 0,1-3 3 0,0-7-2 16,-2 12 0-16,2-12 1 0,0 10-1 0,0-10 8 15,5 4-5-15,-5-4-2 0,0 0 0 0,16-3 1 16,-7-2-4-16,9-1-5 0,-3-4-6 0,3 1 1 16,0-3-4-16,5-3-2 0,1-4-7 0,-2-1-10 15,-3-3-4-15,3 2 4 0,-4-1-1 0,0 1 0 16,-3 0 3-16,2 1 0 0,-7 3 16 0,-5 3 11 16,0 3 13-16,-1 1 18 0,-4 3 20 0,1-2 2 15,-1 9 0-15,-1-13-2 0,1 13 0 0,-6-6 0 16,6 6 4-16,0 0-4 0,-18 6-2 0,11 2-1 15,1-2-2-15,-4 5-7 0,3-1-4 0,-3 4-2 16,4 2-4-16,0 1-1 0,3 0-21 16,3 0-39-16,2-2-49 0,-1 2-76 0,5-5-89 0,-1 0-259 15,6 0-550-15,-2-7 244 0</inkml:trace>
  <inkml:trace contextRef="#ctx0" brushRef="#br0" timeOffset="127042">13647 6536 256 0,'23'-19'236'0,"0"-3"1"0,13-9-20 15,2-2-12-15,-11 7-15 0,8-11-11 0,-1 3-12 16,2-4-11-16,-3 2-6 0,-3-2-3 0,-10 8-4 16,9-12-4-16,-8 15-8 0,-6-4-7 0,-1-1-11 15,3-1-7-15,-6 2-14 0,-1 0-8 0,-3 2-3 16,-3 0-12-16,-2 4 9 0,-4 9 0 0,0-12-10 16,-3 11-5-16,1 6-13 0,-2 2-14 0,-4 0-10 15,1 2-6-15,-4 2-15 0,2 3-7 0,-7 2-26 16,6 4-1-16,-3 1 3 0,-2 7-4 0,4 2-2 15,2 1-4-15,6 3 2 0,1 2-10 0,8 3-8 16,1 6 4-16,9-1 1 0,1-4 7 0,5 3-8 16,-1 0 9-16,3-2-1 0,3-1 7 0,-7-4 2 15,2 5 7-15,-4-5-3 0,-1 5 4 0,-3-3-1 16,-4-5 7-16,-1-2-1 0,-2 2-6 0,-1 0 1 16,-4-4-3-16,-4 2-5 0,1-5-3 0,-3 7-21 15,-1-8-21-15,1 1-23 0,-4 2-21 0,4-5-27 16,-1 0-29-16,2-2-169 0,-1-2-372 0,6-3 166 15</inkml:trace>
  <inkml:trace contextRef="#ctx0" brushRef="#br0" timeOffset="127509.28">14418 5818 96 0,'4'-29'212'15,"-1"4"-11"-15,2 11-11 0,-3 3-11 0,0-1-15 16,-2 6-21-16,0-1-14 0,0 7-13 0,2-8-16 15,-2 8-4-15,0 0 2 0,0 0 0 0,11 18-3 16,-7-3-3-16,0 5-8 0,2 4-6 0,-1 6-6 16,-4-3-4-16,2 2-7 0,-1 2-3 0,2 0-6 15,-2-5-8-15,2 3-1 0,-4-2-6 0,1-8-5 16,-1-2-1-16,0 1-4 0,2-6-6 0,-2-2-14 16,2 0-6-16,-2 0-12 0,0-4-5 0,0-6-8 15,0 10-3-15,0-10-12 0,2 7 1 0,-2-7 9 16,0 0-1-16,7 3 6 0,-7-3 0 0,0 0 5 15,14-16-4-15,0 6 0 0,-1 0 0 0,3-2 3 16,-1 3 3-16,1-1 1 0,-1 3-3 0,2 1 2 16,-4 1 6-16,-2 1 2 0,3 1-2 0,-1-1 2 15,1 3 4-15,4-3-2 0,-4 6 3 0,-1-2 1 16,1 0 0-16,-3-2 4 0,1 5-5 0,-2-3 4 16,-1-1 2-16,0-1 2 0,-9 2 9 0,13 0 8 15,-13 0-2-15,10-6 0 0,-8 2 2 0,-2 4 7 16,6-10 1-16,-4 5 1 0,-2 5 0 0,0-13 3 15,0 5-2-15,-2-2-4 0,2 10-1 0,-3-13 9 16,2 8 7-16,1 5 5 0,-2-9-4 0,2 9-7 16,0 0-7-16,-1-8-4 0,1 8-7 0,0 0-1 15,0 0 3-15,0 0-3 0,-8 18 0 0,5-9-6 16,-1 4-4-16,-1 4-22 0,3-2-31 0,0 4-31 16,2-2-45-16,0 0-47 0,1 1-46 0,2-2-164 15,-3-3-412-15,5-3 183 0</inkml:trace>
  <inkml:trace contextRef="#ctx0" brushRef="#br0" timeOffset="127899.65">15191 5634 202 0,'1'-6'240'0,"-1"6"-18"0,0 0-20 0,0 0-20 0,-4-10-21 16,4 10-13-16,0 0-10 0,0 0 1 15,-7 28-5-15,-4-4-7 0,4 5-3 0,-1 3-6 0,-1 3-11 16,-1 10-7-16,0 1-10 0,3 1-4 0,1-15-9 16,1 13-8-16,-2-12-7 0,5 0-1 0,-3-2-12 15,3-1 4-15,1-3-10 0,0 1-1 0,-3-2-7 16,3-1 0-16,-3-7-4 0,3 0-27 0,-1-1-25 16,2-1-40-16,-5-3-28 0,3-3-38 15,-2 2-46-15,1-5-38 0,-1-1-190 0,-2 3-432 0,6-9 192 16</inkml:trace>
  <inkml:trace contextRef="#ctx0" brushRef="#br0" timeOffset="128042.32">15006 6087 114 0,'5'-7'174'0,"-5"7"-13"0,12-8-11 0,-4 2-25 0,6 0-35 15,1-1-31-15,2 1-36 0,9-2-36 0,-6 1-29 16,2 2-28-16,-3-1-59 0,3-1-139 15,5-2 61-15</inkml:trace>
  <inkml:trace contextRef="#ctx0" brushRef="#br0" timeOffset="128242.41">15372 5742 83 0,'0'-13'226'16,"2"3"-1"-16,-2 2-9 0,0 2-20 0,0 6-22 15,1-9-23-15,-1 9-15 0,0 0 2 0,0 0 6 16,0 0 7-16,-3 29-4 0,1-9-3 0,-2 9-9 15,1-1-17-15,-2 3-3 0,2 2-16 0,-1-3-7 16,1 3-10-16,2-2-8 0,0-2-9 0,2 2-6 0,1-2-22 16,0-3-20-16,-2 1-52 0,2-1-36 15,-4-8-45-15,4-1-55 0,-1 1-49 0,-2-6-183 0,-1 1-434 16,-2-5 192-16</inkml:trace>
  <inkml:trace contextRef="#ctx0" brushRef="#br0" timeOffset="128375.45">15246 6029 125 0,'5'-8'169'0,"-5"8"-20"0,14-3-25 0,-1 2-34 16,7-5-38-16,10 1-41 0,4 0-40 0,3 0-87 16,2 0-125-16,17-3 56 0</inkml:trace>
  <inkml:trace contextRef="#ctx0" brushRef="#br0" timeOffset="128674.81">16401 5866 81 0,'0'0'237'0,"-19"-10"-12"0,19 10-8 16,-17 5-10-16,5 4-8 0,-4 2-5 0,2 3-5 15,-5 4-15-15,1 1-12 0,-1 2-17 0,3 0-15 16,4-6-12-16,0 9-9 0,6-9-13 0,2 2-8 15,-1 1-5-15,6-3 1 0,-1-2-1 0,7 2 2 16,-4-3-1-16,6 3 3 0,-1-7-15 0,3 1 2 16,1-3-11-16,0-1-2 0,2 0-4 0,-1-4-2 15,0 0-8-15,-1-2-6 0,1-2 11 0,-4-2-6 16,1-3-6-16,-2-2-1 0,2-3-4 0,-4-2-5 16,-1-1-3-16,-2-3-10 0,-2-6-19 0,-2-1-22 15,-2 5-30-15,-4-2-26 0,-1 7-38 0,-5-1-34 16,-1 3-46-16,-1 2-48 0,-4 5-33 0,-4 4-168 15,-7 3-484-15,2 4 214 0</inkml:trace>
  <inkml:trace contextRef="#ctx0" brushRef="#br0" timeOffset="129025.37">16331 6286 185 0,'22'-16'228'0,"-1"1"-7"0,-5 2 0 15,5-8-23-15,2-1-14 0,-2-4-12 0,1-1-14 16,-3 2-12-16,0-3-12 0,0-1-12 0,-1-1-13 16,0-1-11-16,0-2-9 0,-6 3-9 0,1-3-6 15,-4 5-10-15,-5 3-5 0,-1 8-8 16,-1 1-2-16,-3 4-6 0,0 0-8 0,1 2-8 0,-3 5-1 16,-1-2-19-16,-2 5-11 0,6 2-13 0,-18 2-6 15,6 5-3-15,-3 3-6 0,3 2-6 0,1 2-5 16,2 5-2-16,3-2-10 0,2 7-6 15,3-6-11-15,3 7 8 0,3 0-10 0,4-7 3 0,4 4 6 16,-1 0 10-16,4-2-1 0,-4-4 10 0,2 4 2 16,-2-5 7-16,-1 2 3 0,-4-4 1 0,0-3 13 15,-2 6 14-15,-4-4 12 0,3-2 5 0,-5 2 1 16,-2-2 3-16,-3 4-3 0,-3 3 0 0,0-4-13 16,-1-2-12-16,-3 0-24 0,1-5-30 0,2 2-35 15,-1-2-28-15,2-1-117 0,-2-2-266 16,11-3 118-16</inkml:trace>
  <inkml:trace contextRef="#ctx0" brushRef="#br0" timeOffset="129826.09">16984 5866 150 0,'0'-6'278'0,"0"6"-20"15,2-8-24-15,-2 8-23 0,0 0-15 0,0 0-20 16,0 0-13-16,-29 19-13 0,14-5-7 0,-1 5-7 15,2-2-17-15,0 4-19 0,5-4-13 0,2 1-5 16,2-2-8-16,1 1-4 0,2 1-10 16,5-1-5-16,-3-3-8 0,8-1-8 0,-2-2-2 15,8 1 0-15,-4-5-5 0,8-1-5 0,0-1 2 0,1-3-8 16,2-3-6-16,-3-3 0 0,1-1-4 0,-1 0 2 16,-2-2-4-16,-2-1 6 0,0-3-4 0,-5 1 9 15,-1 1-4-15,2-7-1 0,-3 2-1 0,-1-2 4 16,-1-1 0-16,-1 2-1 0,-3 3 0 15,3 0 3-15,-3 0 0 0,1 3 1 0,-1 2-5 0,-1 7-2 16,1-11 0-16,-1 11-9 0,1-7-3 0,-1 7 2 16,0 0-3-16,0 0 3 0,0 0 1 0,0 0 3 15,-3 29 0-15,1-18-1 0,0 1-1 0,2 1-4 16,0-1 0-16,2 5 4 0,0-3-2 0,3 2 1 16,0-5-4-16,3 0 3 0,0-1 2 15,5 0 0-15,3-3-3 0,0-2 0 0,3-1-1 0,1-2 7 16,0-4-12-16,0 0 2 0,0-5 0 0,0 1 2 15,-2-1-2-15,-1-4 1 0,-2-2 10 0,-1-1-7 16,-2-1-3-16,-2 0-1 0,-4-3 4 16,2-2-2-16,-2-7 1 0,-1 0 6 0,0-1-3 0,-2-1 0 15,-1-2 2-15,0 1-3 0,-1-2 0 16,0 0 9-16,1 3-7 0,-2 0-5 0,-2 0 4 0,1 5 2 16,1 6 4-16,-3 3-5 0,2 3 7 0,1 4-4 15,0 0-2-15,0 8-7 0,-1-12-3 16,1 12-2-16,0 0 3 0,0 0-1 0,-14 41 1 0,5-6 4 15,-8 15 1-15,2-3-1 0,0 2-5 16,2-3 7-16,1-1-1 0,3-10-2 0,4-3-1 0,3-2 0 16,3 0 2-16,2-3-2 0,3-1 0 0,4-3 1 15,-2-3 3-15,2-5-2 0,3 1 2 0,-2-3 3 16,2-6 0-16,-3 0-2 0,2-4 1 0,1 0 1 16,-2-3-2-16,-11 0 6 0,27-7-6 15,-17 1 2-15,4-7-1 0,-1-3 2 0,-3 0 0 16,3 0-2-16,-4-10-3 0,1-1 4 0,0-1 1 0,-2-1-3 15,-1-4-7-15,-1 1 13 0,3-3-14 0,-3 1-4 16,5-11 0-16,-5 12-2 0,0 1 6 0,-1 1-5 16,0 4 0-16,-3 8 0 0,0 4 4 0,1 3 2 15,-1 2-4-15,0 3 0 0,-1 1-6 16,-1 6 2-16,0 0-4 0,0 0 4 0,0 0-3 0,0 24 13 16,-4 3 3-16,-1 3 2 0,-1 5 0 0,0 1-1 15,3-1 3-15,-6 0-4 0,4-2-1 16,1 1 6-16,0-4 8 0,4-1-18 0,0-3 3 15,1 0 5-15,2-10-28 0,2 0-28 0,1 0-35 16,1-6-47-16,0 5-57 0,2-6-51 0,3-2-245 0,-1 0-525 16,8-6 233-16</inkml:trace>
  <inkml:trace contextRef="#ctx0" brushRef="#br0" timeOffset="130158.72">18046 5843 181 0,'0'0'261'15,"-4"-9"-17"-15,4 9-18 0,-14-3-13 0,3 5-15 0,-6 3-12 16,-2 3-6-16,-7 6-6 0,2 1-10 0,1-1-16 16,6-1-16-16,2-1-15 0,3 2-7 15,2 0-1-15,4-3-18 0,0 3-11 0,2 2-7 16,2-6-3-16,4 2-9 0,2 0-6 0,3-4-14 16,2 1-3-16,3-2-11 0,-1-3-5 0,7 0-11 15,0-2-6-15,0-2-3 0,-2-2 0 0,-3-1 7 16,1-1-7-16,-2 1 3 0,0-4-1 0,-4 0-7 15,1-3 6-15,-2 1 7 0,-2-1-9 0,0 0 6 16,-2 0-7-16,3-1-2 0,-5 3 5 0,1 1-3 16,1 0 1-16,-3 7-1 0,3-11 2 0,-3 11 0 15,2-5 1-15,-2 5-5 0,0 0 2 0,0 0 6 16,0 0 5-16,0 0-2 0,0 0 7 0,-4 27-7 16,3-11 2-16,0-4-2 0,-2 5-2 0,1-2-9 15,0 0-27-15,4 2-46 0,-2 0-49 0,2-5-45 16,1-1-45-16,2 2-242 0,-1-4-493 0,5-4 219 15</inkml:trace>
  <inkml:trace contextRef="#ctx0" brushRef="#br0" timeOffset="130409.01">18399 5607 50 0,'1'-11'311'0,"1"0"-3"0,0 3-18 15,-1 2-27-15,-1 6-32 0,1-7-23 0,-1 7-12 16,0 0 2-16,0 0-2 0,-9 29-7 0,2-3-22 0,-2 3 2 16,2 5-19-16,-1-3-16 0,1 1-16 15,2 1-5-15,-2-1-17 0,2-1-9 0,-1-2-3 16,4 0-8-16,-2-4-5 0,4 1-7 0,1-6-32 16,-1-2-31-16,1-3-17 0,1 1-30 0,-1-4-40 15,0-4-45-15,0 2-53 0,-1-10-52 0,2 12-35 0,-2-12-201 16,0 0-512-16,0 0 227 0</inkml:trace>
  <inkml:trace contextRef="#ctx0" brushRef="#br0" timeOffset="130742.83">18261 5897 56 0,'0'0'186'0,"0"0"-21"0,0 0-12 0,7-9-18 15,0 6-8-15,4-3-14 0,-1 3-7 0,2-2-9 16,2 4-8-16,-1-2-5 0,1 0-15 0,-3 5-2 15,2-4-8-15,-1 1-6 0,-1 1-10 0,3 3-1 16,-4-2-3-16,1 2-4 0,-3 4-2 0,0 1 18 16,-3 0 1-16,1 4 6 0,-3 4 0 0,2-1-4 15,-1 0-2-15,-1 1-3 0,-1 0 0 0,1-4-6 16,-1 3-4-16,4 0-1 0,-3-6-7 0,5 2-4 16,-3-1-2-16,2-5 2 0,0 2 11 0,5-2 9 15,-6-2 7-15,-6-3 3 0,17 3 3 0,-6-4 5 16,-11 1-5-16,23-9 9 0,-11 4 6 0,-2-2-9 15,4-3 0-15,-6 0-5 0,2-4-9 16,-5 2-4-16,1-2-4 0,-1-3 0 0,-2-1-7 0,-2-1-16 16,-2 0-17-16,-2-7-13 0,1 8-18 0,-2 0-24 15,-2 3-30-15,-4 0-49 0,2 2-26 0,-2 4-17 16,1 2-45-16,-2 4-26 0,0 3-137 0,11 0-412 16,-19 10 182-16</inkml:trace>
  <inkml:trace contextRef="#ctx0" brushRef="#br0" timeOffset="131146.25">18633 6111 199 0,'16'-3'255'15,"-7"0"3"-15,0-2-18 0,-9 5-8 0,17-9-10 16,-11 3-15-16,3-4-13 0,5-1-20 0,-4 0-18 16,2-3-9-16,0 0-26 0,-1-3-6 0,0 1-14 15,1-6-14-15,-5 6-14 0,1-2-16 0,-3-1-15 16,3 1-8-16,-3-8-14 0,-2 6-7 0,-1 1-5 15,-2 1 10-15,0 1-11 0,-4 3 2 0,2 3-7 16,-1 1 2-16,2 3 0 0,-2 1 4 0,3 6-4 16,-2-9-3-16,2 9-5 0,-4-8 1 0,4 8-1 15,0 0-2-15,0 0 1 0,0 0 5 0,0 0-6 16,0 0 3-16,0 0-1 0,0 0 0 0,18 3 0 16,-9 2-1-16,3-2 1 0,1 1-3 0,5 0-1 15,3 2 2-15,-1-4-2 0,2 1 0 0,-3 5-1 16,0-3 3-16,-2 0 0 0,-4-1 0 0,-4 2 4 15,2 1 2-15,-3 0 4 0,-3 5 11 0,-1-1 7 16,-3 1 10-16,0 4 9 0,-2 3 8 0,-2-2-1 16,0 0 2-16,-3-2-2 0,1 2-6 0,-1-2-2 15,0 0-6-15,3-4-3 0,-1 5-3 0,2-6-1 16,0 1-3-16,1 0-17 0,1-11-19 0,3 19-20 16,-2-9-38-16,-1-10-54 0,4 12-65 0,-4-12-64 15,6 5-207-15,-6-5-497 0,0 0 219 0</inkml:trace>
  <inkml:trace contextRef="#ctx0" brushRef="#br0" timeOffset="135593.35">20132 5438 18 0,'0'0'131'0,"0"0"-2"16,1-7-10-16,-1 7 0 0,0 0-14 0,0 0-8 16,0 0-6-16,0 0-8 0,0 0 4 0,0 0-14 15,1-7-3-15,-1 7-8 0,0 0 1 0,0 0 1 16,0 0-1-16,0 0 10 0,0 0-4 0,0 0-2 0,0 0 6 15,0 0 2-15,0 0 2 0,0 0 3 16,0 0-2-16,0 0-1 0,0 0 0 0,0 0 0 16,0 0-1-16,0 0 2 0,0 0-8 0,0 0-4 15,3-9-9-15,-3 9-5 0,0 0-5 0,0-13-7 16,0 6-1-16,0 7-6 0,0-17-3 0,-2 8 7 16,2 1 2-16,-1-2-3 0,-1 1 1 0,0-2-8 15,2 1-3-15,-2-2-1 0,-1 1-1 0,2 1-5 16,1-1 1-16,-3 3-20 0,2-1 5 0,1 9 0 15,-1-11 7-15,1 11-5 0,-1-11-1 0,1 11-4 16,0 0-1-16,-2-7-4 0,2 7-1 0,0 0-2 0,0 0 0 16,0 0-2-16,0 0 6 0,0 0-1 15,0 0 4-15,0 35 5 0,0-15 4 0,2 8 3 16,-2 3 2-16,-2 0 0 0,1-1-1 0,0 1-2 16,1 0 0-16,-3 0 2 0,2-2 0 0,1-3 1 15,-1-1-2-15,-1-4 0 0,2-2-3 0,0 0 0 0,3-2-6 16,-1-2 5-16,1 1-1 0,0-3 0 15,-1-2 2-15,3 0 4 0,0 0-11 0,2-2-17 16,-2 0-13-16,1-2-12 0,-1 2-26 0,2-5-30 16,-2 3-18-16,0-2-28 0,1-4-36 0,2 2-25 15,3 0-7-15,-3-3-165 0,2 0-406 0,1-4 180 16</inkml:trace>
  <inkml:trace contextRef="#ctx0" brushRef="#br0" timeOffset="136026.01">20086 5497 104 0,'-13'-1'138'0,"13"1"0"0,-8-1-29 16,8 1-3-16,0 0-12 0,0 0-9 0,0 0-6 16,0 0-8-16,31-3-2 0,-9 0-9 0,6 0-1 15,1-1-11-15,3 1 0 0,0-2-5 0,-1-1-8 16,-2 1 8-16,-2 2-10 0,-7 0-7 0,-2 1-4 15,-3 0 1-15,-3-2-16 0,-2 4 17 0,-1-2-10 16,-9 2-6-16,10-1 2 0,-10 1 3 0,11 0 0 16,-11 0 9-16,9 7 13 0,-7-3 12 0,-1 5 0 15,1-1 6-15,-1 7 0 0,-1-2 1 0,0 4-4 16,-1 2-2-16,1 0-6 0,0 6-2 0,2-5-4 0,2-1-2 16,0-3-3-16,0 0-7 0,3 1-1 15,1-4-5-15,-1-4 2 0,0-1-4 0,3-1-7 16,-2 0-1-16,2-2-3 0,3 0 0 0,-1-5-3 15,0 1-8-15,2-2 3 0,-3-3 2 0,5-3-6 16,-4 0-4-16,3-4 7 0,-2 0-4 0,-2-3 4 16,-1 0 2-16,-3 0 0 0,-3-1 0 0,-2-2 1 15,-3 2 1-15,-3-4-7 0,-1 0 4 0,0 3 1 16,-3-1 2-16,1 2-5 0,-1 1 2 0,3 2-8 16,-3 3-7-16,2-1-16 0,1 5-20 0,1 1-36 15,0-2-38-15,4 6-38 0,0 0-113 0,0 0-302 16,0 0 134-16</inkml:trace>
  <inkml:trace contextRef="#ctx0" brushRef="#br0" timeOffset="136474.97">21174 5509 160 0,'7'1'234'0,"-7"-1"-17"0,0 0-13 0,6 4-16 16,-6-4-17-16,4 5-14 0,-4-5-16 15,3 12-11-15,-3-5-15 0,2 2-6 0,0 1-15 16,-1 1-8-16,1-1-8 0,2 3-7 0,1-2-5 16,2 1-7-16,-1-2-10 0,2 0-7 0,1-1-8 15,0 1-3-15,1-3-4 0,2 0-5 0,-1-1-2 16,0-3-8-16,2-1-6 0,-3 1-1 0,-2-5 2 16,1 2-3-16,-9 0-1 0,11-5 0 0,-4 1-3 15,-2-5 3-15,0 1-3 0,-1 2 2 0,0-3-3 16,-3 0 2-16,2-2-5 0,-5 2 6 0,4-1-2 15,-2 10 1-15,0-10-2 0,0 10-1 0,1-8-2 16,-1 8-1-16,0 0-1 0,0-8 1 0,0 8-7 16,0 0 6-16,0 0-1 0,0 0 0 0,9 22 0 15,-7-15 4-15,6 5 2 0,-2-3-2 0,5 2-2 16,0 3 2-16,-1-6 0 0,3 3 6 0,4-5-7 16,-1 2 2-16,2-5 3 0,1-1 4 0,-2-2-8 15,2-2 6-15,-2 1-3 0,1-4 3 0,-2 0 3 16,-3-1-2-16,-1-1 2 0,-2 0 3 0,-3 0-2 15,0-3 1-15,-2 1-6 0,-1 0-1 0,-2 0-3 16,-2-1-20-16,-1 0-22 0,-3 0-19 0,0 0-35 16,1 0-24-16,-3 1-26 0,1-1-12 0,-2 5-151 15,-1 1-334-15,8 4 147 0</inkml:trace>
  <inkml:trace contextRef="#ctx0" brushRef="#br0" timeOffset="136758.93">21760 5538 55 0,'4'13'197'0,"-4"-7"-1"15,1 4-13-15,0-1-12 0,-1 4-10 0,1-3-17 16,1 1-13-16,0 0-13 0,2 0-13 0,0 0-7 16,2-1-10-16,1 1-7 0,-1-5-10 0,3 2-4 15,1-2 1-15,3-1-1 0,0-3-3 0,5 0-9 16,0-4-3-16,1-1-6 0,-1-3 1 0,-2 0-1 15,1-3-4-15,-7 2-3 0,3-3-3 0,-3 1-1 16,-3-1 2-16,-4-3-7 0,0 0-4 0,-4 1-12 16,-2-4-11-16,-2-1-7 0,-1 2-15 0,-6 1-11 15,2 1-10-15,1 4-16 0,-6-1-20 0,4 4-19 16,-3 2-26-16,2 2-26 0,-1 4-18 0,-5 4-139 16,4 1-328-16,-3 4 145 0</inkml:trace>
  <inkml:trace contextRef="#ctx0" brushRef="#br0" timeOffset="137143.04">22109 5804 180 0,'10'-5'206'0,"5"-3"-10"0,-5 3-7 0,7-6-15 16,-2-1-10-16,2-2-13 0,-3-1-6 0,4-4-13 15,0 0-1-15,-4 4-8 0,-3-7-8 0,-2 5-17 16,2-2-7-16,-5 2-6 0,-1-1-10 0,-2 3-9 15,-1-2-6-15,0 1-9 0,-2 5 6 0,-2 0-1 16,0 1 3-16,-2 1-3 0,-1-1-3 0,0 3-4 16,-2 2-7-16,3 1-3 0,4 4-6 0,-7-10-1 15,7 10-7-15,-5-4-5 0,5 4-21 0,-4-6-13 16,4 6-15-16,0 0 0 0,0 0 4 16,0 0-2-16,0 0 1 0,0 0-2 0,0 0 7 15,29 8 0-15,-19-6 3 0,1 1 2 0,1 0 7 0,0 0-5 16,-1 0-1-16,0 1 3 0,-5-1-3 0,2 0 4 15,-1 1 4-15,1 4 10 0,-2 0 6 0,1 2 5 16,-3 2 10-16,1 3 11 0,-3 0-10 0,2 2 6 16,-1 0 0-16,1-2-6 0,-2 2 1 0,2 0-5 15,1-2 0-15,1 0-5 0,-2-3 1 0,1-2-12 16,-1 1-12-16,3-1-22 0,-1 1-35 0,3-3-40 16,0-2-55-16,1 0-51 0,4-3-182 0,0-3-422 15,5-3 186-15</inkml:trace>
  <inkml:trace contextRef="#ctx0" brushRef="#br0" timeOffset="137343.71">22719 5348 178 0,'0'-7'263'0,"0"7"-16"0,-1-14-19 0,1 14-27 16,-1-8-24-16,1 8-18 0,0 0-8 0,0 0 3 15,0 0 4-15,0 0-1 0,1 34-3 0,0-8-11 16,-1 1-14-16,0 1-13 0,2 1-7 15,-4 1-12-15,0 1-7 0,2-2-10 0,1 0-4 0,0-1-6 16,2 0-14-16,0-1-28 0,-3-3-23 0,2-5-51 16,-3-2-62-16,0 1-64 0,1-6-66 0,-3 0-206 15,2-1-481-15,1-11 213 0</inkml:trace>
  <inkml:trace contextRef="#ctx0" brushRef="#br0" timeOffset="137609.34">22965 5451 28 0,'4'-5'292'0,"-4"5"-21"0,5-5-18 16,-5 5-11-16,0 0-33 0,0 0-18 0,0 0-17 15,0 0-17-15,-23 9-17 0,6 2-14 16,-4 5-12-16,-2-1-8 0,-2 2-10 0,5-1-14 16,6-3-8-16,1-2-1 0,4-3-17 0,0 2-9 0,0-6-11 15,4 2 2-15,0-1-8 0,5-5-1 16,-8 7-10-16,5-3-11 0,3-4-2 0,0 0-2 15,-2 9 3-15,2-9-2 0,0 0 0 0,8 13-1 0,-2-7-1 16,2 2 4-16,1 0-6 0,2 0-3 16,5 0-13-16,1 2-27 0,-1-1-36 0,9 2-55 0,2-3-54 15,1-1-52-15,-7-4-135 0,7 3-403 0,3-3 179 16</inkml:trace>
  <inkml:trace contextRef="#ctx0" brushRef="#br0" timeOffset="138158.78">23558 5550 156 0,'-3'-10'257'0,"3"10"3"0,-4-11 0 0,2 6-8 0,2 5-18 15,-5-6-21-15,5 6-27 0,0 0-14 16,0 0-24-16,0 0-11 0,0 0-6 0,-17 11-12 16,12 0-17-16,0 5-1 0,-1-1-11 0,1 3-14 15,3-1-7-15,2 1-2 0,2 0-5 0,0 0-3 16,2 0-6-16,4-1-3 0,1-2-4 0,1 0-8 15,4-4 0-15,0-1-17 0,-3-3-4 0,2-3-2 16,-1 2-4-16,3-6-10 0,-2 0 0 0,-1 0-8 16,1-2 0-16,-2-3 2 0,-1 0-3 0,0-1 14 15,-4-2-10-15,3-2-1 0,-4 1-5 0,1-3 4 16,-3-1 0-16,1-2-6 0,-1-2 2 0,1 2-3 0,-1 0-6 16,2-2 0-16,-1 1-1 0,3-1-3 15,-2 3-5-15,1-1-3 0,6 1 10 0,-2 7-9 16,0-3 2-16,7 5 5 0,1-1-1 0,-5 5 3 15,6 2 3-15,-3 3 0 0,2 1 6 0,-2 3-1 16,-1 2 5-16,-2 2 0 0,-1 2 12 0,-1 0 2 0,-1 0 7 16,-2 0-3-16,-2 2 2 0,-1-5 9 0,-1 2 4 15,-2-3 4-15,1 0 3 0,-3-3 7 16,0 0 13-16,0-7 9 0,1 10 5 0,-1-10 4 16,0 7 1-16,0-7 0 0,0 0-7 0,-4 7-5 15,4-7-6-15,0 0-6 0,0 0-8 0,0 0-7 16,-11-17-1-16,10 8-3 0,1-1 1 0,1-2-19 15,5-3 0-15,1-2-10 0,4-7-2 0,5 2-10 16,1 1 3-16,0 2-6 0,0 3 3 0,-2 4 3 16,3 2-5-16,-1 0 6 0,-2 3-4 0,-5 2 0 15,2 1 1-15,-2 3 3 0,-3-1-3 0,4 5 5 16,-2-1 5-16,-4 3-10 0,2 2 4 0,0 2 5 16,-1 1-3-16,-1 2 1 0,0 4 2 0,-1 0-8 15,0 1-29-15,0 1-43 0,-1-1-50 0,-1 2-65 16,1-3-73-16,-2 0-242 0,4-4-555 0,-1-3 245 15</inkml:trace>
  <inkml:trace contextRef="#ctx0" brushRef="#br0" timeOffset="138508.54">25062 5374 329 0,'5'-2'363'0,"3"0"-29"16,2 2-21-16,3 2-7 0,0 2-8 16,-1-1-17-16,5 4-15 0,-1 3-17 0,-5-4-17 15,7 5-16-15,-5 0-16 0,-2 1-17 0,-1 1-15 0,1 1-7 16,-4 2-20-16,0 1-8 0,-5 0-11 16,-1 1-11-16,-2 0-9 0,-5-1-14 0,-4 0-8 15,-5 5-12-15,0-6-6 0,-3 0 0 0,-2 0-10 16,3-2-8-16,2-7-8 0,5 1-4 0,-2-2 2 15,4-2-6-15,1 2-3 0,3-3-1 0,-4 1-3 0,8-4-5 16,-6 4-7-16,6-4 5 0,-5 4-8 0,5-4 0 16,0 0-4-16,0 0 4 0,11 11 5 0,2-8-6 15,1-1-10-15,7 1-20 0,8-1-41 16,5 1-46-16,-2-2-40 0,8-1-50 0,12-2-63 0,1 0-56 16,-3-4-71-16,-17 2-225 0,6 0-668 0,-8-7 296 15</inkml:trace>
  <inkml:trace contextRef="#ctx0" brushRef="#br0" timeOffset="138742.69">25724 5400 183 0,'-2'-11'312'0,"0"0"9"0,0 5 9 0,0-1-4 0,2 7-11 16,-1-10-22-16,1 10-30 0,-2-8-25 15,2 8-43-15,0 0-24 0,-2-7 5 0,2 7-14 0,0 0-3 16,0 0-13-16,5 39 8 0,-3-19-8 0,0 6-16 15,-2-1-10-15,0 3-12 0,2-4-26 0,0 3 12 16,-2 0-11-16,0-1-6 0,0-6-7 16,0-1-12-16,-2 1-18 0,4-2-31 0,-2-1-66 0,0-5-71 15,0 0-65-15,0-3-71 0,-2 2-80 16,0-2-286-16,-2-4-681 0,1 0 301 0</inkml:trace>
  <inkml:trace contextRef="#ctx0" brushRef="#br0" timeOffset="138944.28">25973 5407 101 0,'0'0'296'0,"0"0"-13"15,-9-12-6-15,3 12-9 0,6 0-13 0,-27 8-6 16,7-1-7-16,0 1-9 0,-5 5-11 16,2 0-12-16,-1 0-22 0,10-4-19 0,1 4-14 0,4-3-7 15,2 3-15-15,0-2-26 0,3-1-3 0,4 1-9 16,0 2-10-16,2-3-9 0,3 3-1 0,3 0-20 15,6-1-32-15,2 0-57 0,4-4-46 0,-3 0-58 16,8-2-72-16,2-3-68 0,-4-1-274 0,-3-2-597 16,1-2 264-16</inkml:trace>
  <inkml:trace contextRef="#ctx0" brushRef="#br0" timeOffset="139175.97">26302 5310 253 0,'2'-5'322'0,"-2"5"-13"16,4-5-15-16,-4 5-24 0,0 0-17 0,4-5-12 16,-4 5 9-16,0 0 12 0,3 19-4 0,0-9-11 15,-6 7-12-15,0 2-8 0,3 7-19 0,-4-2-22 16,8-5-17-16,-8 7-12 0,2-1-11 0,0-6-18 16,2 6-12-16,0-6-23 0,0 2 1 0,0-4-12 15,0 1-17-15,2-3-27 0,-2-4-35 0,2 0-52 16,-2-4-65-16,2 3-66 0,-2-10-65 0,-4 11-69 15,4-11-52-15,-4 8-241 0,-3-7-657 0,7-1 291 16</inkml:trace>
  <inkml:trace contextRef="#ctx0" brushRef="#br0" timeOffset="139475.57">26243 5563 91 0,'9'-4'204'0,"0"2"-21"0,2-1-17 0,3-1-13 16,2-4-13-16,0 0-15 0,3 2-3 0,-2-3-8 15,2 1-8-15,-1 1-7 0,-4-1 0 0,2-1-6 16,-1 0-7-16,-5 0-6 0,0 0 4 0,-3-2-6 16,3 1 9-16,-2 0-4 0,-1 0-1 0,0 0 2 15,0 2 2-15,0-4 2 0,-1 4 7 0,0-4 16 16,-1 0-13-16,2 5 5 0,-4 0 0 0,-1 1-2 16,2 1-5-16,-4 5-11 0,4-5 1 0,-4 5-12 15,0 0-12-15,0 0 3 0,0 0 10 0,0 0 11 16,5 21 15-16,-7-5-11 0,-1 2-8 0,-1 9-1 15,-4-2-10-15,0 2-7 0,3-1-2 0,-1 2-8 16,-1-2-6-16,-2 2-4 0,2-4-32 0,1-5-39 16,1-2-61-16,3-1-59 0,-4-1-58 0,4-5-76 15,-2 1-69-15,2-4-214 0,2-7-611 0,-2 5 270 0</inkml:trace>
  <inkml:trace contextRef="#ctx0" brushRef="#br0" timeOffset="139795.84">26760 5361 35 0,'0'0'287'0,"11"2"-21"16,-11-2-4-16,14 2-4 0,-8 0-3 0,-1 3-19 16,1 0-8-16,2 4-4 0,-4-2-16 0,2 3-11 15,-1 0-10-15,-1 2-8 0,-2-1-4 0,-2 0 4 0,0 5-13 16,-4 1 2-16,-3 2-12 0,-3-2-11 15,-6 5-12-15,-3-1-3 0,-1 2-12 0,0 0-14 16,-1-3-8-16,0 0-9 0,7-5-10 16,-2-3-10-16,2 0-19 0,4-4 13 0,3 1-7 0,1-2-11 0,0-2-1 15,2 0-19-15,0-1 5 0,4-4 3 16,-1 9 1-16,1-9-3 0,0 0-5 0,9 11-16 16,5-8 19-16,2-1-1 0,4 0-11 0,9-2-20 15,3 0-28-15,1-5-37 0,-3 0-60 0,1 2-53 0,-4-2-70 16,0-4-82-16,0 2-350 0,-9 2-740 15,0-2 327-15</inkml:trace>
  <inkml:trace contextRef="#ctx0" brushRef="#br0" timeOffset="140379.71">27847 5121 251 0,'-5'-12'266'15,"-1"3"-14"-15,1 0-17 0,1 3-20 0,1 2-25 16,3 4-23-16,-5-9-23 0,5 9-11 0,0 0-11 16,-13 12-5-16,3 6 4 0,-7 7-1 0,3 8-16 15,-3 11-13-15,-1 4 2 0,4 4-8 0,-1-3-17 16,5 9-1-16,2-1-1 0,4-4 0 0,0 2 6 15,1 0-6-15,0-5-7 0,11-3 3 0,-8-1-11 16,1-11 3-16,0-2-10 0,3 2-2 0,-2-2 1 16,-2-3-8-16,2-1-3 0,-1-2-4 0,-1-2 0 15,0-4-25-15,-3-3-36 0,1-1-41 0,0-1-46 16,-2 1-52-16,-1-6-61 0,-2-1-47 0,-6-1-167 16,1-3-484-16,-1-6 214 0</inkml:trace>
  <inkml:trace contextRef="#ctx0" brushRef="#br0" timeOffset="140675.41">27664 5604 140 0,'19'2'133'0,"8"3"-11"0,-7 2-6 0,5 4-10 15,-2 1 0-15,-7 0-7 0,-1 2-1 0,3 5-2 16,-5-2-3-16,-2-3-3 0,-3 1-8 0,1 2-3 15,-1-2 2-15,-6-1 1 0,3-3-4 0,-5 2 1 16,0-2 0-16,-5-1-3 0,0 0-2 0,-3-5-4 16,1 2 2-16,-4-3 2 0,4-3 10 0,-3-2 14 15,-1-2 2-15,11 3-1 0,-16-8-5 0,9 2-5 16,2-5-3-16,0 3-11 0,5-4-14 0,2-6-6 16,3 1-10-16,6-7-6 0,4 0-9 0,4-2-13 15,2 1-14-15,3 4-17 0,2 0-17 0,4 2-29 16,-1 1-27-16,-2 1-40 0,2 3-41 0,2 0-33 15,-3 5-30-15,-1 6-133 0,-5 0-394 0,-4 2 174 16</inkml:trace>
  <inkml:trace contextRef="#ctx0" brushRef="#br0" timeOffset="141192.31">28175 5755 25 0,'3'6'250'0,"-3"-6"-18"16,0 0-21-16,0 0-19 0,0 0-21 0,0 0-9 15,20-17-15-15,-11 9-9 0,4-4-13 0,0-1-8 16,-1 2-5-16,2-3-9 0,-1 0-10 0,0-1-11 16,2 1-5-16,1-6-12 0,-4 4-3 0,-1 1-8 15,-4-3-2-15,2 1-11 0,-2 2-1 0,-3 5-4 16,-3-1 1-16,-1 0 0 0,-1 2 3 0,1 9 4 16,-6-12-3-16,1 5-2 0,1 3-4 0,-2 0-8 15,6 4 0-15,-19 1-6 0,2 7 0 0,-6 8 2 16,2 1-4-16,0 1-2 0,-1 4 0 0,6 0-3 15,-2 2-4-15,10-7-2 0,-2 6 4 0,1-5-2 16,7-1-4-16,4-1 4 0,0 0-6 0,6-1-1 16,2-2-2-16,2-1-6 0,5-4 2 0,4-2-11 15,7 1-3-15,3-7-4 0,2 0 3 0,-1-4 2 16,0-1 1-16,-1-3 2 0,-4-1 1 0,-1-1 3 16,-1-3 1-16,-7 3 4 0,-3-2 4 0,-1-1 10 15,-2-1 4-15,-4-1-5 0,4 1 10 0,-6 0 6 16,0-1 13-16,-3 3 4 0,0 2-1 0,1 1 10 15,-4 0 6-15,0 3 10 0,0 6-13 0,0-11-1 16,0 11-8-16,0 0-9 0,-10-6-5 0,10 6-2 16,0 0-9-16,-20 13 4 0,9-1-3 0,1 1-8 15,-1 3 5-15,-1 7-2 0,1 2-4 0,4 1-2 16,-2 1-1-16,2 1 3 0,3 1 6 0,-1 1-12 16,3-2-1-16,-2 4 2 0,0-2-3 0,1 1 3 15,0-2-2-15,-3 2 4 0,0 0 0 0,1-2 1 16,1 1-3-16,1-3 0 0,-2-8-20 0,2 8-23 15,0-8-27-15,0-1-46 0,-1-1-44 0,1-2-52 16,1-3-51-16,0 1-243 0,0-4-540 0,2-9 240 16</inkml:trace>
  <inkml:trace contextRef="#ctx0" brushRef="#br0" timeOffset="141370.41">28817 5878 1775 0,'10'-4'942'0,"1"-3"-574"0,-2-1-177 0,-4 3-74 16,1 1-29-16,-4 0-13 0,-2 4 16 0,9-5-3 16,-9 5-11-16,8-4-17 0,-8 4-2 0,2-5-9 15,-2 5-15-15,0 0-34 0,7-5-40 0,-7 5-56 16,0 0-73-16,0 0-65 0,0 0-63 0,0 0-233 16,0 0-574-16,14 2 254 0</inkml:trace>
  <inkml:trace contextRef="#ctx0" brushRef="#br0" timeOffset="154509.51">11945 7655 194 0,'2'-5'205'0,"-2"5"-11"0,0 0-11 16,2-10-14-16,-2 10-9 0,0 0-18 0,1-11-6 15,-1 11-3-15,3-9-2 0,-3 9 3 16,1-9-7-16,-1 9-1 0,0-10-7 0,0 10-11 0,-1-11-4 16,1 11-11-16,-2-13-6 0,2 13-11 0,-1-12-2 15,1 12-6-15,-3-8-6 0,1 1-12 0,2 7 3 16,-6-9-9-16,2 3-2 0,-2 2-3 0,0-3-2 15,6 7 3-15,-9-6-8 0,4 2-1 0,5 4-3 16,-12-5-2-16,6 2-5 0,-7 1-1 0,1 2-5 16,-1 2-1-16,-1 1-1 0,-3 3 0 0,-2-1 1 15,-6 10-3-15,1-5 2 0,3 8-7 0,-3 2 4 16,1 0-1-16,5 2 1 0,-4 2-1 0,4 1-2 16,0 1 1-16,5-2 0 0,-3-1-5 0,5 3-1 15,-2-4 5-15,5 1-7 0,4-6 0 0,0 0 6 16,2 0 5-16,0-6 14 0,2 2-6 0,4 3 2 15,-1-6-4-15,2 2-3 0,2-1 2 0,5 2-6 16,-6-3 2-16,7-1 0 0,0-1 0 0,-2-1 3 16,9-1 1-16,-2 1-7 0,1-3 4 0,2 0-1 15,1-3-3-15,6 1-8 0,2-2-14 0,0 0-16 16,1-5-32-16,-3 0-47 0,3-2-55 0,1 1-48 16,1-4-45-16,-1 0-223 0,-1-2-518 0,0 0 230 15</inkml:trace>
  <inkml:trace contextRef="#ctx0" brushRef="#br0" timeOffset="154708.78">12558 7700 166 0,'0'0'261'15,"0"0"-28"-15,9-3-24 0,-9 3-22 0,0 0-20 16,0 0-16-16,0 0-17 0,16 0-13 0,-16 0-12 15,16-2-10-15,-5-1-19 0,4 1-41 0,-2 2-44 16,6-3-60-16,2 2-59 0,0-2-44 0,-2 1-98 16,3-1-288-16,-2 0 127 0</inkml:trace>
  <inkml:trace contextRef="#ctx0" brushRef="#br0" timeOffset="154875.44">12634 7814 70 0,'-6'4'237'15,"1"0"-18"-15,-1-1-23 0,6-3-12 0,-10 6-13 16,10-6-10-16,-4 2-1 0,4-2 1 0,0 0-5 16,0 0-10-16,22 7-3 0,-1-7-15 0,5-3-12 15,3-2-23-15,3 1-34 0,3 0-44 0,0 1-44 16,3-5-59-16,-2 0-50 0,16-2-48 0,-19 2-143 16,3 0-357-16,-2-1 157 0</inkml:trace>
  <inkml:trace contextRef="#ctx0" brushRef="#br0" timeOffset="155459.44">13969 7489 101 0,'0'0'262'0,"0"0"-20"16,0 0-12-16,0 0-17 0,0 0-13 0,0 0-18 16,-20-1-10-16,20 1-14 0,-14 8-4 0,3-1-5 15,0 0-7-15,-1 8-5 0,-3-1-8 0,0 6-9 16,3-6 6-16,1 3-25 0,-1 0-7 0,3 0-13 16,1-1-5-16,3-1-9 0,0 0-10 0,3 1-3 15,2-3-7-15,0-2 0 0,0 1-5 16,4-2 2-16,1 2-10 0,2-3-1 0,-1-1-2 0,5 0-3 15,1 0 3-15,3-2-4 0,4-1-1 0,-6-3-3 16,9 1 5-16,-1-3-8 0,-1-1 4 0,6-5-4 16,-7 1-5-16,-2-2-1 0,0 0 0 0,0-1-2 15,-1 0-2-15,-3-5 2 0,2 0 2 0,-5 0-3 16,-3 0-4-16,0-2-1 0,-3-4-2 0,-1 1 5 16,-1 2-1-16,-4-3 0 0,-2 2 3 0,-1-2-5 15,-4 2-2-15,0 0 1 0,0 3 0 0,-1 0-2 16,1 4 3-16,-1 1 1 0,0 1-6 0,-1 0 2 15,-2 3-16-15,3 1-6 0,-3 1-19 0,0 3-22 16,-1 0-29-16,-4 1-37 0,7 4-38 0,-4 3-35 16,5 0-46-16,-1 4-49 0,2 0-156 0,2-3-488 15,3 0 216-15</inkml:trace>
  <inkml:trace contextRef="#ctx0" brushRef="#br0" timeOffset="155633.76">14283 7712 122 0,'7'6'235'16,"-7"-6"-1"-16,2 4-3 0,-2-4-8 0,0 0-23 15,0 0-18-15,6 3-19 0,-6-3-17 0,0 0-16 16,0 0-12-16,0 0-29 0,5 4-34 0,-5-4-46 16,8 2-49-16,-8-2-56 0,11 6-60 0,-3-3-152 0,-3-1-333 15,2-2 148-15</inkml:trace>
  <inkml:trace contextRef="#ctx0" brushRef="#br0" timeOffset="156142.6">14863 7500 218 0,'0'0'266'0,"-7"-7"-10"15,7 7-12-15,-7-4-12 0,7 4-18 0,0 0-11 16,-11-1-15-16,11 1-11 0,0 0-13 0,-19 8-9 15,9-1-12-15,2 0-12 0,-5 3-3 0,0 3-15 16,2-2-10-16,1 5-11 0,0-2-12 0,0 2-2 16,4-1-10-16,1-5-8 0,3 3-5 0,-2-3-12 15,4 3 3-15,2 0-5 0,0-4-3 0,1 4-6 16,3-6 0-16,4 3 3 0,0-3 7 0,2-1-14 16,4 0-3-16,1 1-7 0,1-5 4 15,2-2 3-15,-2-2-2 0,1 2-8 0,0-2 4 0,-1-3 0 16,1-2 2-16,-2 1-8 0,-1-2 1 0,-3-3 4 15,0-1 14-15,-7 2-13 0,1-1 8 0,-1-4-7 16,-2 1 9-16,-3 1-9 0,-1-5-2 0,-3 2 0 16,-3-2-7-16,-1 2 0 0,-1 0 6 0,-2 3-7 15,1-2 2-15,-4 2-7 0,6 5 7 0,-2-1-29 16,-2 3-12-16,-1 0-18 0,4 2-26 0,-4 1-35 16,0 1-33-16,-1 4-47 0,0 1-45 0,3 1-27 15,-2 0-37-15,0 1-171 0,4 3-506 0,3-1 223 16</inkml:trace>
  <inkml:trace contextRef="#ctx0" brushRef="#br0" timeOffset="156359.54">15274 7363 261 0,'4'-5'310'0,"1"2"-6"0,-5 3-6 0,10-5-4 15,-10 5-19-15,5-3-20 0,-5 3-17 0,0 0-16 16,5-4-20-16,-5 4-13 0,0 0-16 0,0 0-24 0,0 0 6 15,4 11-5-15,-3 0-13 0,-1 5-16 16,2 3-8-16,-2 5-15 0,1 4-10 0,-1-3-10 16,1 5-5-16,-1-2-10 0,2-3-21 0,-2 2-37 15,2-3-62-15,-2 1-50 0,4 2-54 0,-3-2-68 16,2-4-61-16,-2 5-286 0,0-7-622 0,1 6 276 0</inkml:trace>
  <inkml:trace contextRef="#ctx0" brushRef="#br0" timeOffset="156875.28">15604 7847 180 0,'6'-7'281'16,"0"-1"-9"-16,3-3-2 0,3-4-15 0,-2 4-15 0,4-5-13 15,-2 1-17-15,2-7-7 0,-3 9-8 0,-1-4 0 16,1 2-11-16,-1-4-11 0,0 5-15 15,-1-4-12-15,0 3-10 0,1-10-6 0,-5 6-8 16,3 2-19-16,-2-2-16 0,-1 3-6 0,-1-1-13 0,-1-1 0 16,-1 6-2-16,0 1-9 0,-1 1-14 0,2 3-3 15,-2 1 0-15,-1 6-1 0,1-12-7 0,-1 12-11 16,0-7 2-16,0 7-8 0,0 0-7 0,0 0-9 16,0 0 9-16,0 0 3 0,0 0 1 0,-1 29 2 15,-2-14-1-15,1 1-3 0,-1 2-4 0,2-3 1 16,0-2-1-16,2 3 1 0,0 0-3 0,2-4 18 15,-1 0-15-15,2-2-1 0,4 1-4 0,-2-1 10 16,4-3-16-16,-1 0-1 0,4-4-8 0,4 2 3 16,-3-5-10-16,3-1 6 0,3-2-4 0,0-1 4 15,-2-3-1-15,1-3 4 0,-3 0 5 0,-1 1-8 16,-3-1 9-16,-2-1-1 0,-1-4 1 0,-4 5 1 16,1-6-2-16,-1 1 6 0,0 0-3 0,-2-2 3 15,-2 6-2-15,0-3 3 0,-1 3-3 0,-1 0 2 16,2 6 19-16,-1 5-11 0,0-12-3 0,3 7-3 15,-3 5-4-15,0 0-6 0,3-6 17 0,-3 6-10 16,0 0 3-16,0 0 5 0,0 25 4 0,0-11-14 16,-2 1 8-16,2 4 0 0,-2 0 1 0,4 2 3 15,1 1-7-15,1 4-20 0,1-6-32 0,3-3-33 16,0 1-41-16,0-1-45 0,1-3-42 0,5 3-35 16,3-8-50-16,3-1-241 0,6-1-580 0,3-6 256 15</inkml:trace>
  <inkml:trace contextRef="#ctx0" brushRef="#br0" timeOffset="157145.42">16664 7235 185 0,'-1'-11'304'0,"-1"1"-5"16,0 4-2-16,1 0-20 0,1 6-19 0,-1-9-28 15,1 9-25-15,0 0-17 0,0 0-8 0,0 0-5 16,-13 13-10-16,8 5-9 0,-4 10-9 0,0 2 2 15,0 5-10-15,0-2-9 0,-1 13-14 0,0 2-15 16,-2-1-4-16,7 3-10 0,-2-15-5 0,2 11 0 16,0-11-18-16,3 0-5 0,1-2-2 0,2 2-12 15,0-2 8-15,0-1-13 0,1-2-17 0,3-2-13 0,-2-5-21 16,1-4-15-16,-1-2-29 0,0-2-30 0,-1-2-30 16,1-4-25-16,-2 1-36 0,2-4-42 15,-2-1-37-15,-1-5-52 0,0 0-195 0,0 0-545 16,0 0 241-16</inkml:trace>
  <inkml:trace contextRef="#ctx0" brushRef="#br0" timeOffset="157308.26">16447 7631 26 0,'8'-6'258'0,"-1"5"-27"0,4-3-21 15,2 0-22-15,6 2-19 0,1-1-16 0,6-2-18 16,1-4-14-16,1 7-26 0,1-3-32 15,4-3-47-15,1 0-50 0,4-1-61 0,12-2-43 0,-16 1-95 16,2 1-253-16,1-2 111 0</inkml:trace>
  <inkml:trace contextRef="#ctx0" brushRef="#br0" timeOffset="157436.29">17215 7467 190 0,'0'0'248'15,"0"0"-24"-15,7 0-8 0,-7 0-7 0,0 0-10 16,0 0-22-16,7 1-16 0,-7-1-16 0,0 0-20 15,0 0-34-15,0 0-47 0,0 0-62 0,0 0-100 16,0 0-198-16,0 0-342 0,3-13 151 0</inkml:trace>
  <inkml:trace contextRef="#ctx0" brushRef="#br0" timeOffset="166402.78">12062 8622 131 0,'0'-8'220'15,"0"8"-6"-15,0-14-7 0,0 7-12 0,0 7-5 16,-2-10-13-16,2 10-10 0,0-9-13 0,0 9-12 0,0 0-13 16,2-9-11-16,-2 9-17 0,0 0-2 0,0 0-2 15,0 0 0-15,0 0-2 0,-6 27 3 0,5-8-5 16,-2 12 0-16,1 4-4 0,-2 1-9 15,0-2-9-15,2 12-6 0,-1-11-6 0,-1-2-5 0,4-1-5 16,-4 0-8-16,3-3-1 0,0-2-4 0,1 2-9 16,1-4 4-16,0-2-6 0,1-4-5 0,0-1 4 15,-2 1 7-15,2-1-17 0,0-1-2 0,-2-5-5 16,1 0-24-16,1 0-19 0,-1-3-23 0,0 3-25 16,-1-5-24-16,0-7-30 0,0 12-23 0,0-12-12 15,1 7-11-15,-1-7-2 0,0 0-28 0,0 0-158 16,0 0-403-16,0 0 178 0</inkml:trace>
  <inkml:trace contextRef="#ctx0" brushRef="#br0" timeOffset="166758.78">12002 8646 124 0,'11'-27'146'0,"3"1"-2"16,2 3-10-16,1 3-8 0,-2 8-13 15,3 1-8-15,0 2-8 0,0 1-8 0,-1 5-9 16,0 0-11-16,-4 2-3 0,1 4-9 0,-1 1 0 15,-1 3 2-15,3 2 1 0,-6 3-5 0,2 3 2 16,-4 3-1-16,-2 0 2 0,-5 7 2 0,-3 2-2 16,-3 1-5-16,-8 0-8 0,1-1-7 0,-3 1-1 15,0-3-9-15,-4-5-7 0,0 1-6 0,-1-3-3 16,-1-3-6-16,5-3 2 0,0-2-6 0,0 0-1 16,0-4-1-16,5-1 0 0,0-2 3 0,5 1-1 15,-1-2-4-15,8-2 9 0,-12 3 1 0,12-3 1 16,-7 0-4-16,7 0-4 0,0 0 0 0,0 0-1 15,0 0 2-15,0 0-4 0,0 0-6 0,0 0 8 0,23 7-1 16,-12-5 1-16,3 3 9 0,1 2-1 16,2 2-2-16,2-3 3 0,2 3-1 0,4 1 4 15,1 0-4-15,-1 1-2 0,1-1-3 0,0-1 2 16,2 1-10-16,-1 0-26 0,-2-3-37 0,5 0-48 16,-3-3-43-16,-6-2-151 0,7-1-335 0,-6-2 149 0</inkml:trace>
  <inkml:trace contextRef="#ctx0" brushRef="#br0" timeOffset="166922.59">12852 8810 129 0,'14'-4'164'0,"-5"1"-11"15,-1 3-20-15,5-3-11 0,-1 0-14 0,0 3-12 0,1-1-40 16,-4 1-17-16,5 0-43 0,-5 1-37 0,2-1-40 15,-4 4-65-15,0 0-158 0,-7-4 70 0</inkml:trace>
  <inkml:trace contextRef="#ctx0" brushRef="#br0" timeOffset="167058.43">12845 8969 13 0,'-4'5'170'0,"0"-1"-7"0,4-4-20 0,-4 5-2 15,4-5-3-15,-5 7 1 0,5-7-5 0,0 0-4 16,7 10-7-16,-1-6-18 0,5 1-18 0,5-3-31 15,4-3-62-15,15-2-64 0,0-3-60 0,-3 1-93 16,8-6-241-16,7-6 106 0</inkml:trace>
  <inkml:trace contextRef="#ctx0" brushRef="#br0" timeOffset="167391.69">13807 8541 65 0,'12'-3'197'0,"0"1"-3"0,-3 3-7 16,5-1-9-16,-7 1-11 0,4 3-1 0,0-1-4 16,-2 1-11-16,2 1 4 0,-3 1-11 0,2 1-8 15,-3 1-8-15,0 4 4 0,0-2-11 0,-2-1-7 16,-1 4-5-16,-2-1-7 0,-2 3 1 16,-2 2-4-16,-2 0-3 0,-3 0-15 0,-3-3-7 0,-3 3-7 15,-1-2-5-15,1 0 5 0,-8 1-16 0,6-2-8 16,-1-2-1-16,-1 0-3 0,0-2-8 0,2-1-12 15,-3-1-4-15,9-1-8 0,-3-3-6 0,4 1-8 16,3 0-3-16,1-2-12 0,4-3-9 0,-9 6 0 16,4 0-1-16,1 0-1 0,4 0-1 0,0-6 5 15,0 17 3-15,0-6 1 0,2 1 1 0,-2 3-10 16,5 3-16-16,-3 0-24 0,5 5-20 0,-3 4-25 16,3-3-17-16,-1 1-36 0,2 1-13 0,-2 0-18 15,-1 1-153-15,-3 1-386 0,0-4 172 0</inkml:trace>
  <inkml:trace contextRef="#ctx0" brushRef="#br0" timeOffset="167508.4">13793 9352 249 0,'7'32'71'0,"0"-1"-1"0,4 2 19 0,-2-3 4 16,-2 0 16-16,-1-2 23 0,2-1 6 0,-6-2 7 16,2-6 6-16,0-3-4 0,-3-4 1 0,3-1-11 15,-4-2-13-15,4 0-11 0,-2-2-11 0,0-2-11 16,-2-5-11-16,4 11-23 0,-2-7-52 0,-2-4-75 16,7 6-110-16,-7-6-154 0,0 0-362 0,0 0 161 0</inkml:trace>
  <inkml:trace contextRef="#ctx0" brushRef="#br0" timeOffset="168778.92">10170 10449 148 0,'-1'-10'234'15,"-1"-1"-8"-15,0 4-12 0,-1 0-9 0,3 7-13 16,-4-11-12-16,3 5-14 0,1 6-8 0,-5-7-10 16,5 7-3-16,-11-3-8 0,11 3-13 0,-15 7-8 15,4 0-3-15,-4 6-12 0,-6 6-9 0,3 3 1 16,-1 8-11-16,1 1-1 0,-2 15-10 0,2 4-6 16,6 3 0-16,2-1-6 0,1 0-9 0,5 1-4 15,3 1-7-15,2-1-1 0,1 1-7 0,2-2-1 16,-1-5-7-16,2 0 2 0,-2-12-3 0,1-3 7 15,-2 2-10-15,2-2 0 0,0-2-3 0,0 0 3 16,0-3-6-16,-2-3-2 0,1 0 2 0,-1 2-2 16,1-6-2-16,-3-4 1 0,0 0-1 0,-1 0 10 0,1-2-13 15,-2-4 5-15,0 1-4 0,-1 2-5 16,2-3-8-16,-2 0-14 0,1-4-22 0,-1 0-20 16,3-6-24-16,-7 11-29 0,0-9-33 0,-2-1-44 15,9-1-19-15,-18-7-42 0,3 0-182 0,1-2-470 0,-1-7 207 16</inkml:trace>
  <inkml:trace contextRef="#ctx0" brushRef="#br0" timeOffset="168942.44">9642 11114 282 0,'0'0'250'0,"0"0"-28"0,-1-14-22 16,1 14-18-16,4-6-15 0,1 2-11 0,2-1-11 15,2 0-12-15,3 0-13 0,4-2-15 0,1 1-11 16,2 0-10-16,3 1-6 0,10-4-7 0,-2 2-36 0,0-1-37 15,1 1-54-15,-1 1-42 0,5-4-50 0,3 3-31 16,1 2-129-16,0-1-331 0,-2-1 146 0</inkml:trace>
  <inkml:trace contextRef="#ctx0" brushRef="#br0" timeOffset="169093.36">10522 10939 64 0,'0'0'177'16,"19"-2"-21"-16,-8 2 7 0,-1-1 3 0,2 0-6 15,2-3-1-15,-1 2-11 0,-1-1-15 0,6 0-9 16,-1 0-13-16,0-2-13 0,0 2-12 0,-4 1-23 16,0-1-41-16,0 1-36 0,1 0-62 0,-3 0-51 15,0 2-143-15,-5-1-291 0,-6 1 130 0</inkml:trace>
  <inkml:trace contextRef="#ctx0" brushRef="#br0" timeOffset="169256.75">10684 11064 181 0,'-3'5'202'0,"3"-5"-17"16,-6 8-5-16,6-8-9 0,-5 4-4 0,5-4-4 16,0 0-9-16,0 0-6 0,-3 7-11 0,3-7-8 15,0 0-6-15,0 0-16 0,11 6-11 0,-11-6-13 16,22-3-22-16,-10 2-37 0,2-2-54 0,5-2-54 16,8-4-61-16,3-1-197 0,-2 0-371 15,2-3 164-15</inkml:trace>
  <inkml:trace contextRef="#ctx0" brushRef="#br0" timeOffset="172542.12">12612 10346 51 0,'-5'-10'205'0,"3"1"-6"0,-2-1-3 0,1 2-11 16,1 2-11-16,0-1 1 0,2 7-14 0,-4-8-10 16,4 8-11-16,-4-9-14 0,4 9-9 0,0 0-13 15,0 0-8-15,0 0-6 0,0 0-2 0,-15 18-3 16,9-2-7-16,-3 2 0 0,-3 6-9 0,6 2-2 15,-3-2-6-15,1 1-7 0,4 3-5 0,2-3-2 16,-2 1-6-16,2-7-5 0,2-1-4 0,2 0-5 16,2 0 1-16,1-4-5 0,2 2-3 0,-1-4 1 15,5 3-3-15,-3-5-1 0,0-3-1 0,3 2-1 16,4-2 1-16,0 2-2 0,-1-7 1 0,-1 0-4 16,7-1 8-16,-5-2-6 0,-1 0-2 0,4-1 3 15,-6-3 0-15,3-3-1 0,-1 3-3 0,-5-4-1 16,6-3 2-16,-3-2 1 0,-1 0-1 0,-3 0-1 15,-2-2 2-15,-2-2 1 0,-2-2-4 0,0 2 1 16,-4-7 1-16,-2 6-1 0,-4-8-2 0,0 4-1 16,-3-3-1-16,1 8 1 0,-1-5-3 0,1 6-1 0,-5-3 2 15,2 7-1-15,1 0 2 0,1 4-4 16,-3 3-3-16,1 1-1 0,2-1-2 0,-5 4-2 16,6 3-11-16,-1 0-12 0,-1 2-20 0,-1 3-26 15,1 3-24-15,-1 3-36 0,2-1-36 0,1 2-34 0,4 3-22 16,1 0-180-16,4 1-441 0,3-5 196 15</inkml:trace>
  <inkml:trace contextRef="#ctx0" brushRef="#br0" timeOffset="172706.44">12954 10478 220 0,'8'2'238'0,"-8"-2"-13"0,5 2-5 0,-5-2-6 16,0 0-11-16,0 0-18 0,0 0-21 0,7 3-17 0,-7-3-14 15,0 0-15-15,0 0-12 0,0 0-27 0,0 0-34 16,0 0-40-16,6 2-55 0,-6-2-38 0,0 0-37 16,5 7-37-16,-5-7-152 0,3 9-338 0,-1-5 150 15</inkml:trace>
  <inkml:trace contextRef="#ctx0" brushRef="#br0" timeOffset="173093.35">13317 10317 79 0,'0'0'235'0,"0"0"-19"0,0 0-6 0,0 0-8 15,0 0-13-15,-20-2-12 0,20 2-8 0,-11 11-12 16,6-8-9-16,-1 7-12 0,1 0-7 0,-3 5 0 16,-2 0-16-16,3 0-12 0,3 1-10 0,0 0-4 15,-1 0-12-15,5 0-10 0,2 1-8 0,1-2 2 16,1 0-11-16,-2-3-4 0,7 3-4 0,-2-6-3 15,2 1-7-15,2-2-3 0,-2 0 0 0,3-1-6 16,-2-3 0-16,4 0 6 0,-3 0-10 0,2-3 5 16,1 0-9-16,-1-1-2 0,4-1 5 0,-7-3-7 15,4-1-1-15,-5 2 2 0,2-5 7 0,-3-1 2 16,-2 0 5-16,1-4-2 0,-5 3 1 0,2-7-4 16,-4 0-3-16,-2-2 3 0,0 0-4 0,-3 1-2 15,-1-1 0-15,-2 1 2 0,2-2-6 0,-3 5 3 16,0-1-4-16,-2 0 1 0,0 4 6 0,4 4-12 15,-2-1-10-15,2 0-13 0,-2 3-13 0,3 1-17 16,-4 1-24-16,1 3-25 0,9 1-34 0,-13 3-33 16,6 1-30-16,2 1-24 0,1 2-28 0,0 3-132 15,4 0-411-15,0-3 182 0</inkml:trace>
  <inkml:trace contextRef="#ctx0" brushRef="#br0" timeOffset="173443.3">13838 10240 162 0,'6'-4'253'0,"-6"4"-1"0,0 0 7 0,4-8-3 16,-4 8-11-16,0 0-6 0,2-5-15 0,-2 5-18 15,0 0-13-15,0 0-16 0,0 0-21 16,0 0-4-16,0 0-9 0,-19 23-5 0,9-9-15 0,0 3-9 16,-3 5-8-16,0-4-16 0,-1 4-10 0,5 1-8 15,0 0-7-15,-2-5-3 0,4 0-6 16,5 0-11-16,-2-2-2 0,4 0-4 0,-2-1 2 15,4-4-18-15,2 1-11 0,0-4-5 0,1 3-10 0,1-3-10 16,4-1-5-16,-1 0-3 0,3-2-4 0,0-1 5 16,1-1 7-16,4-3-8 0,-4 0-4 0,3-2 3 15,1-1-3-15,-5-2 7 0,-1-2-1 0,-2-1 2 16,2 0 4-16,-4 0 2 0,-2-3 0 0,-1 0 12 16,-4-1-15-16,0 0 5 0,-2 2 0 0,-1 0 12 15,-5 0-5-15,3 1-3 0,-7 2-1 0,2 3 0 16,-5-1-4-16,-2 4 0 0,-3 1-14 0,4 1-17 15,-4 2-24-15,2 2-30 0,0 0-42 0,2 2-33 16,3-1-40-16,4 2-45 0,-5 0-191 0,6-1-483 16,1 1 213-16</inkml:trace>
  <inkml:trace contextRef="#ctx0" brushRef="#br0" timeOffset="173742.38">14131 10293 184 0,'0'0'261'0,"4"-5"-7"16,-4 5-8-16,4-5-6 0,-4 5-12 0,0 0-19 16,5-5-21-16,-5 5-19 0,0 0-20 0,0 0-15 15,0 0-7-15,9 12-12 0,-6-5-3 0,-1 3-14 16,2 1-9-16,1 0-4 0,-1 2-6 0,4 5-7 0,0-3-8 16,1 2-5-16,-1 1-8 0,-1-1-6 15,4-2-3-15,-2 2-4 0,0-1 0 0,0-1-5 16,1 2-2-16,-2-3-5 0,-3-2 1 0,0-3 2 15,-1 2-5-15,2 0-1 0,-3-1 13 0,-1-2-14 16,0-2-3-16,0 5 0 0,1-3 0 0,-3-8-7 16,-1 11-12-16,1-11-9 0,-4 8-21 0,0-5-22 15,-3 1-37-15,7-4-46 0,-16 6-47 0,8-6-44 16,8 0-27-16,-21-6-201 0,8 0-491 0,4-1 218 16</inkml:trace>
  <inkml:trace contextRef="#ctx0" brushRef="#br0" timeOffset="173893.2">14189 10277 32 0,'11'-6'168'16,"7"-1"-12"-16,0-2 3 0,2 4 4 0,5-5-5 15,-5 5-17-15,9-2-5 0,0 0-12 0,2 1-16 16,1 0-7-16,0 1-10 0,1-2-15 0,-4 2-7 16,1 0-28-16,-10 4-45 0,1-2-40 0,-1 3-51 15,-2 2-58-15,-5-1-86 0,-2 1-256 0,-6 2 113 16</inkml:trace>
  <inkml:trace contextRef="#ctx0" brushRef="#br0" timeOffset="174142.91">13178 11026 226 0,'-9'4'257'0,"4"1"-25"16,3-1-22-16,2-4-15 0,0 0-10 0,20 11-13 16,-1-8-11-16,14-3-12 0,3 0-11 0,21-6-14 15,1 2-5-15,5-4-18 0,-3 0-8 0,1-2-9 16,-3 1 3-16,2-2-30 0,-1 1-26 0,-7 5-34 16,0 0-38-16,-14 1-44 0,0-2-65 0,-2 4-58 15,-5 2-148-15,0 0-386 0,-12 0 172 0</inkml:trace>
  <inkml:trace contextRef="#ctx0" brushRef="#br0" timeOffset="174449.5">13517 11278 199 0,'0'0'381'0,"-14"-1"-47"0,14 1-35 0,0 0-26 0,0 0-33 16,-8-2-21-16,8 2-27 0,0 0-20 16,0 0-15-16,0 0-19 0,0 0-15 0,-5 7-17 15,5-7-4-15,5 15-16 0,-5-4 0 0,2 6-9 0,2 2-4 16,1 9-1-16,-2 3-11 0,3-1-5 0,-2-1-4 16,-1 2-6-16,-1-1-3 0,0 0-4 15,2-1 1-15,-4-2-15 0,0-1 5 0,0-2-4 16,0-5-2-16,0 0-16 0,0 0-16 0,-2-2-19 0,2 0-29 15,-2-2-19-15,2-4-32 0,-2 0-23 0,0-2-39 16,0 0-38-16,1-3-22 0,1-6-22 0,-2 11-169 16,2-11-455-16,0 0 201 0</inkml:trace>
  <inkml:trace contextRef="#ctx0" brushRef="#br0" timeOffset="174793.49">13580 11239 59 0,'7'-12'189'0,"1"4"-10"0,2-1 2 0,-1 3-1 16,0 0-8-16,2 3-12 0,-4 1-11 0,2-1-10 15,2 2-5-15,-11 1-9 0,15 1-12 0,-8 2-13 16,0 0-6-16,-2 2-6 0,-1 1-5 0,-1 0-4 16,1 0-3-16,-2 1-3 0,-2 2-5 0,0-9 0 15,-6 20-1-15,3-10 4 0,-3-2-11 0,-2 1-4 16,-1 1-9-16,-1-2 0 0,0-1-7 15,1 0 0-15,-1-1-8 0,-2-1-4 0,1-2 0 0,-2 1-1 16,3 0 0-16,-3-1-5 0,7-3-5 0,-2 3 1 16,1-1-1-16,7-2-5 0,-8 2-2 15,8-2-4-15,-7 5-2 0,7-5 4 0,0 0-5 0,0 0 1 16,4 13 1-16,-4-13 4 0,9 14 1 0,0-5 0 16,3 1 0-16,1 3-2 0,3 0 4 0,2-3-9 15,0 2-8-15,7 0-17 0,-1-1-34 0,0-1-45 16,1 0-57-16,3-7-49 0,-1 2-246 0,-5-3-491 15,6-3 217-15</inkml:trace>
  <inkml:trace contextRef="#ctx0" brushRef="#br0" timeOffset="175009.18">14259 11191 130 0,'-7'-10'295'16,"4"6"-5"-16,-6 2-6 0,9 2 6 0,-19-3-6 15,0 7 4-15,2 1-5 0,-1 2-7 0,-6 6-13 0,0 1-8 16,0 4-15-16,1-1-11 0,1 5-21 16,2 0-22-16,3-1-25 0,2 3-13 0,4-1-14 0,6-7-13 15,5 10-22-15,4-7-21 0,3 5-21 16,5-6-23-16,3-5-64 0,10 3-57 0,4-6-64 0,0 0-81 16,5-3-84-16,0-2-321 0,1-5-688 0,-1-3 304 15</inkml:trace>
  <inkml:trace contextRef="#ctx0" brushRef="#br0" timeOffset="177558.49">14108 11785 40 0,'0'0'127'0,"0"0"-4"0,0 0-1 0,0 0-6 16,0 0-7-16,0 0-2 0,0 0-1 0,0 0-9 15,0 0-5-15,0 0-10 0,0 0-2 0,0 0-3 16,0 0-4-16,0 0-6 0,0 0-9 0,0 0-1 16,0 0-5-16,0 0-5 0,0 0 3 0,0 0 0 15,0 0-4-15,0 0 5 0,0 0 3 0,0 0 0 16,0 0 4-16,0 0-1 0,0 0-4 0,0 0 0 0,0 0-2 15,0 0-3-15,0 0 1 0,0 0-4 0,0 0-1 16,0 0 0-16,0 0-2 0,0 0-2 16,0 0 1-16,0 0 1 0,0 0 0 0,0 0 0 15,0 0 1-15,0 0 4 0,-21 9-7 0,21-9 15 16,0 0-16-16,0 0-4 0,0 0-5 0,0 0 0 0,0 0-5 16,0 0 5-16,-8 1 2 0,8-1-1 15,0 0 0-15,0 0-2 0,0 0-4 0,0 0 3 0,27-1-2 16,-14-2 5-16,7-3-11 0,3 0 1 0,2-1-4 15,-1-3-4-15,3 3 3 0,-2-1-3 0,-3 1-1 16,-4 0 9-16,3 1-10 0,-5-2 3 0,-1 2 4 16,4 0 11-16,-7 3-6 0,-3-1 1 15,3 1-6-15,-6 0 3 0,-1 0-6 0,2 0 5 0,-7 3 3 16,11-3-7-16,-11 3-4 0,7-3-6 0,-7 3 4 16,8-2 0-16,-8 2 0 0,0 0-8 0,0 0-6 15,5-2-10-15,-5 2-20 0,0 0-29 0,0 0-44 16,0 0-36-16,0 0-39 0,0 0-31 0,0 0-51 15,-15 14-184-15,2-7-485 0,-2 1 215 0</inkml:trace>
  <inkml:trace contextRef="#ctx0" brushRef="#br0" timeOffset="179095.75">9996 11885 95 0,'0'0'139'16,"0"0"1"-16,0 0-13 0,0 0-6 0,0 0-5 15,0 0-8-15,0 0-7 0,0 0-9 0,0 0-2 0,0 0-3 16,0 0-8-16,0 0 2 0,0 0-5 16,-13 16 4-16,13-16 0 0,-6 4-2 0,6-4 0 15,0 0-2-15,-7 8-7 0,7-8-11 0,0 0 1 16,-2 5-6-16,2-5-6 0,0 0-4 0,0 0-5 16,0 0-3-16,0 0-10 0,0 0 4 0,0 0-4 15,0 0-2-15,0 0 3 0,0 0-1 0,0 0 2 16,0 0-4-16,0 0 0 0,24-7 5 0,-3-3-3 15,8-2 2-15,0-4-3 0,6 1-2 0,12-8-1 16,-1 3 1-16,1 0-7 0,-12 6 3 0,1-2 8 0,-3 0-4 16,-2 2-5-16,-2 1 2 0,-3 2-1 0,-8 0-1 15,-1 3 6-15,-1-1-5 0,-5 4 0 16,-2 0-1-16,-1 4-1 0,-1-3 1 0,-1 0-2 16,-1 1-1-16,-5 3-2 0,9-5-2 0,-9 5 1 15,9-5-2-15,-9 5 0 0,5-2-1 0,-5 2-5 0,0 0-1 16,6-4-1-16,-6 4 5 0,0 0-8 15,0 0-4-15,0 0-3 0,0 0 2 0,0 0-4 16,0 0-7-16,0 0-24 0,0 0-35 0,0 0-33 16,0 0-27-16,0 0-31 0,3 23-26 0,-1-11-28 0,2 5-112 15,3 0-360-15,3 6 159 0</inkml:trace>
  <inkml:trace contextRef="#ctx0" brushRef="#br0" timeOffset="179725.37">13560 12005 38 0,'0'0'161'0,"0"0"-1"16,0 0 2-16,0 0-2 0,0 0-1 0,-3 9 0 15,3-9-1-15,0 0-5 0,0 0 0 16,-8 4-7-16,8-4 2 0,0 0 0 0,-5 4-6 16,5-4-6-16,0 0-2 0,-8 4-6 0,8-4-9 0,-8 1-5 15,8-1-1-15,-8 3-8 0,8-3-1 0,-9 0-4 16,9 0-5-16,-8 3-1 0,8-3-2 0,-8 2-6 16,8-2-3-16,0 0 2 0,-9 1-5 15,9-1 3-15,0 0-1 0,-9 1-6 0,9-1-10 0,0 0 9 16,0 0-1-16,0 0-16 0,0 0-10 0,0 0-5 15,0 0 8-15,0 0-18 0,0 0-8 0,0 0 5 16,26-4-18-16,-12 1-7 0,5 1-13 0,-4-2-22 16,3-1-32-16,4 0-42 0,-2 2-58 0,-1-1-85 15,1 0-88-15,-6 1-253 0,3 2-637 16,-5 0 281-16</inkml:trace>
  <inkml:trace contextRef="#ctx0" brushRef="#br0" timeOffset="184010.61">14164 11443 104 0,'0'0'127'0,"6"-4"-13"0,-6 4-11 0,0 0-14 16,0 0-6-16,0 0-8 0,0 0-13 0,0 0-16 16,0 0-24-16,0 0-45 0,0 0-50 0,0 0-49 15,0 0-132-15,0 0 59 0</inkml:trace>
  <inkml:trace contextRef="#ctx0" brushRef="#br0" timeOffset="-152938.39">3393 13322 148 0,'-3'-7'205'0,"0"1"-10"0,3 6-21 16,-7-9-6-16,2 7-7 0,5 2-14 0,-10-5-11 16,10 5-12-16,-12 2-11 0,4 3-8 0,-2 2-10 15,-3 8-6-15,1 9 4 0,-1 5-4 0,0 4-5 16,-5 12-6-16,5 3-2 0,-1 4-7 0,5 0 6 15,-1 2-5-15,1 0 0 0,3 1-8 0,6-5-1 16,-2-3 7-16,0-16-14 0,3 4-3 0,-1-4-1 16,4 1-7-16,2-5 5 0,1-2-10 0,0-8-3 15,0 1-1-15,-2-6-5 0,4 2-5 0,0-5 2 16,0 0-4-16,1-3-2 0,1-1-2 0,0-2 3 16,0-6-3-16,7-3-2 0,-1-7-1 0,6-9 1 15,2-4-3-15,6-12 0 0,0-4-5 0,-3 1 15 16,-1-5-16-16,-3 1 4 0,-2-5-2 0,-2 2 2 15,-5-2-7-15,-2 0 0 0,0-1 0 0,-3-3-6 16,-2-3-4-16,-6 4 0 0,-2 0 1 0,-3 2-4 16,-4 0 1-16,-4 3-1 0,-3 1 4 0,1 14-4 15,0 0 4-15,-1 5 3 0,-1 5 2 0,-2 1 6 16,3 8-6-16,-3 2-4 0,0 4-1 0,-1 1 4 16,0 4-5-16,-4 5 2 0,0 4 0 0,-5 8 1 15,0 7 0-15,-12 9-1 0,5 4 3 0,3 7-1 16,3 3-5-16,5 0 4 0,2 0-5 15,1 1 5-15,10-14-3 0,4 3-3 0,0-2 2 0,5-1 1 16,3 0 0-16,7-4 2 0,2 1-7 0,4 1-9 16,5-6-1-16,5 1-4 0,1 0-4 0,4-2-4 15,0 1-2-15,10 4 2 0,-9-8 3 0,0 2 4 16,-5-1-2-16,0-1 5 0,-2 1 1 0,-1-2 5 16,-9-5 1-16,0 1 0 0,-1 1-9 0,-3-1-19 15,2 3-16-15,-3 1-10 0,0 4-17 0,-4-5-23 16,-1 3-25-16,-1-2-25 0,0-1-26 0,-2 2-9 15,-1-1-110-15,-1 1-330 0,0-4 146 0</inkml:trace>
  <inkml:trace contextRef="#ctx0" brushRef="#br0" timeOffset="-152820.05">3623 14185 16 0,'11'-3'10'0,"-1"0"-15"0,3-3-4 0,1-3 2 16</inkml:trace>
  <inkml:trace contextRef="#ctx0" brushRef="#br0" timeOffset="-152480.86">4360 13619 132 0,'0'0'290'0,"0"0"-25"0,0 0-28 16,9-1-18-16,-9 1-22 0,0 0-24 0,0 0-27 16,0 0-39-16,6-4-40 0,-6 4-54 0,0 0-65 15,0 0-68-15,0 0-159 0,0 0-303 0,2-9 134 0</inkml:trace>
  <inkml:trace contextRef="#ctx0" brushRef="#br0" timeOffset="-121421.23">7633 13514 17 0,'4'-5'205'0,"-4"5"-18"16,2-9-9-16,1 4-4 0,-3 5-2 0,0 0 2 15,3-10-6-15,-3 10 1 0,0-10-7 0,0 10 0 16,1-9-3-16,-1 9-9 0,0 0-10 0,-1-9-8 15,1 9-6-15,0 0-6 0,0-8-10 0,0 8-7 16,0 0-4-16,0 0-6 0,-3-9-9 0,3 9-9 16,0 0-3-16,-4-6-11 0,4 6-4 0,0 0-10 15,0 0-5-15,0 0-2 0,-4-6-4 16,4 6-5-16,0 0-3 0,0 0-5 0,0 0 1 0,0 0-3 16,0 0 5-16,0 0-16 0,0 0 2 0,0 0 0 15,0 0-5-15,0 0-1 0,0 0 2 0,0 0 0 16,0 0-1-16,0 0 6 0,0 0-9 0,0 0 1 15,0 0-9-15,0 0 10 0,0 0-5 0,0 0 4 16,0 0-3-16,0 0 4 0,0 0-3 0,0 0 0 16,0 0-4-16,0 0 3 0,0 0 2 0,0 0-6 15,0 0 4-15,0 0-2 0,0 0-2 0,-1-8 5 16,1 8-8-16,0 0 5 0,0 0-2 0,0 0 0 16,0 0 2-16,0 0 1 0,0 0 1 0,0 0-1 15,0 0 0-15,0 0-1 0,0 0 1 0,0 0 2 16,0 0-10-16,0 0-1 0,-3-7 3 0,3 7-2 15,0 0 2-15,0 0 0 0,0 0 0 0,0 0-2 16,-3-9 7-16,3 9-10 0,-3-6 2 0,3 6-1 16,0 0 2-16,-6-7 3 0,6 7-2 0,0 0 0 15,-3-9 3-15,3 9 3 0,-4-6 3 16,4 6-9-16,-4-8 4 0,4 8-1 0,-3-6 0 16,3 6 4-16,-3-7-1 0,3 7-2 0,-4-8 0 15,4 8 2-15,-4-6 0 0,4 6-1 0,0 0-4 0,-5-10 3 16,5 10 2-16,-3-5-1 0,3 5 0 0,-4-5 1 15,4 5 2-15,-5-7-4 0,5 7 0 0,0 0 2 16,-4-6 2-16,4 6-3 0,-6-5 2 0,6 5-4 16,0 0 3-16,0 0 2 0,-6-5 1 0,6 5-3 15,0 0 2-15,0 0-7 0,0 0 6 0,0 0-1 16,0 0 4-16,-6-5-5 0,6 5 2 0,0 0-2 16,0 0 1-16,0 0-1 0,-7-3-2 0,7 3 0 15,0 0 3-15,0 0 0 0,0 0-5 0,0 0 0 16,0 0 1-16,0 0 1 0,-10 8-1 0,6-2 2 15,-5 1-1-15,-1 6 4 0,0 3 2 0,-3 1 2 16,-1 7 2-16,-2 0 0 0,3 3 1 0,-3 2 4 16,5 2-3-16,-1-4 0 0,1 6 3 0,2-2-1 15,4 1 2-15,0 2 1 0,-7-3-6 0,5 2 3 16,0-3-1-16,2-1 3 0,0 0-9 0,0 0 12 16,1-2-11-16,-2 1-22 0,0-2 1 0,0-1-2 15,-3 1 8-15,4-7-2 0,-1-2-10 0,0 0-22 16,1-1-24-16,2-4-29 0,-1-1-32 0,0 1-29 15,3-1-39-15,-1-5-14 0,2-6-13 0,-1 12-6 16,1-12 8-16,0 9 16 0,0-9-116 0,0 0-348 16,0 0 155-16</inkml:trace>
  <inkml:trace contextRef="#ctx0" brushRef="#br0" timeOffset="-121103.02">7251 14044 256 0,'-3'-16'33'16,"0"1"27"-16,-3 0 12 0,1-1 19 0,-1 1 5 16,2 3 20-16,-2 1 13 0,1 3 16 0,-1-2 5 15,4 5-3-15,2 5-7 0,-5-10-16 0,5 10-16 16,-5-6-10-16,5 6-10 0,-3-7-11 0,3 7-9 15,0 0-8-15,0 0-5 0,15-7 0 0,-2 5-5 16,8 1-5-16,6-1-2 0,3-1-5 0,6-1-2 16,0-2-5-16,15 1-2 0,-17-3-3 0,1 2-4 15,1-1 0-15,-2 0-6 0,1-2-4 0,-3 5 0 16,-3-4 0-16,-5 2-3 0,-2 1 3 0,-4-1-8 16,-1 2-1-16,-6 0 0 0,1-1 2 15,-3 1-2-15,-9 4 5 0,13-5 9 0,-13 5 5 0,11-7 4 16,-11 7 10-16,6-1 2 0,-6 1 4 0,0 0 3 15,0 0-1-15,12-4 3 0,-12 4-3 0,0 0-4 16,0 0-5-16,0 0-2 0,0 0-1 0,0 0-2 16,0 0 6-16,7 17-5 0,-7-8 3 0,2 2-4 15,-2 7-1-15,1 2-2 0,-2-3-2 0,1 9-4 16,0-7-7-16,1 0-25 0,-1 0-29 0,1 0-36 16,-1-2-37-16,0 2-42 0,1-2-57 0,2-2-46 15,-4 3-163-15,1-3-455 0,-2-5 202 0</inkml:trace>
  <inkml:trace contextRef="#ctx0" brushRef="#br0" timeOffset="-120753.02">7987 13971 152 0,'0'0'162'0,"9"10"-12"0,-7-9-5 0,-2-1-10 16,0 0-14-16,0 0-3 0,0 0-6 15,0 0-7-15,4-19-4 0,-4 19-9 0,3-16 1 16,-2 3-3-16,0 2-8 0,3-7 0 0,2 3-7 15,-3 4-7-15,4-5-5 0,-2 6-6 0,1 1-14 0,1 1-2 16,-1-1-1-16,3 4-6 0,0 2-2 0,-9 3-8 16,20-1 1-16,-7 6-4 0,-3 2 2 15,2-1-5-15,-3 3-22 0,-2-1-30 0,5 8-35 16,-3 0-39-16,1-3-19 0,1 2-45 0,-3-1-127 16,-3-2-323-16,4-4 143 0</inkml:trace>
  <inkml:trace contextRef="#ctx0" brushRef="#br0" timeOffset="-120353.36">8487 13703 86 0,'0'0'224'0,"-10"-9"-12"0,10 9-8 0,-11-5-17 16,11 5-11-16,-15 2-13 0,15-2-13 0,-17 14-7 15,7-1-8-15,-3 1-17 0,-2 8-14 0,2-1-4 16,6-3-16-16,-3 5-5 0,3-6-9 0,4-1-7 15,1 0-10-15,1-2-1 0,2-3-8 0,1 0-10 16,1-3-15-16,3 1-9 0,-6-9-6 0,11 12-12 16,-2-10-4-16,-9-2-9 0,20-2-6 0,-8-2-4 15,3-4 0-15,-1-5 2 0,5-4 2 0,-2-2 4 16,-1-3-2-16,-5 5 6 0,1-12 5 0,-3 1-6 16,-1 2 11-16,-3-3 1 0,1 0-2 0,-4-5 6 15,0 2-1-15,-2-3 4 0,1-12-4 0,-3 11 4 16,-2-10 6-16,-1 13 5 0,4 2 6 0,-2 3 0 15,-1 4 3-15,3 6 16 0,-2 7 0 0,1 2-2 16,2 9-9-16,-3-12 3 0,3 12-6 0,0 0 8 16,0 0 0-16,0 0 5 0,2 58-2 0,-1-23-2 15,1 15 1-15,0-1-3 0,-1 1-5 0,0 1 0 16,2-3-7-16,2 0-21 0,-1-2-33 0,1-1-43 16,0 1-58-16,3-15-56 0,-2-2-179 0,3 0-405 15,0-7 179-15</inkml:trace>
  <inkml:trace contextRef="#ctx0" brushRef="#br0" timeOffset="-120054.91">8985 13583 100 0,'0'0'255'0,"0"0"-14"0,0 0-15 15,0 0-14-15,-5 44-12 0,4-30-18 0,-2 3-16 16,3 1-20-16,6 0-13 0,1 1-18 0,-1-4-8 15,5 2-9-15,0-1 4 0,-1-4-8 0,7 1 2 16,-4-2-16-16,5-6-1 0,-2 1-3 0,3-3-3 16,-6-3-7-16,-13 0 0 0,26-6-1 0,-12 2 1 15,-3-2 1-15,3-2-4 0,-2-6-3 0,-6 3-2 16,1 0-5-16,-1-6-3 0,-3 1 0 0,-2-1-3 16,-5 1-14-16,3-1-4 0,-7 0 1 0,0 0-11 15,-2-2-15-15,0 4-13 0,0 0-21 0,-3-1-18 16,-1 6-23-16,2 1-22 0,0 4-27 0,1 0-28 15,11 5-42-15,-17-3-11 0,17 3-22 0,-12 10-17 16,12-10-133-16,-8 10-403 0,8-10 179 0</inkml:trace>
  <inkml:trace contextRef="#ctx0" brushRef="#br0" timeOffset="-119554.52">9298 13593 1 0,'0'0'187'0,"16"5"-8"0,-10-2 0 15,-6-3 4-15,9 10 5 0,-5-4 6 0,0 2-5 16,-4-8-7-16,6 16-9 0,-3-6-7 0,2 1-13 15,-3-1-18-15,1 0-8 0,-1 2-18 16,2-2-8-16,-1 0-11 0,1-1-8 0,-1 0-6 16,4 0-5-16,-1-1-8 0,1-1-5 0,-1-2-6 0,-6-5-5 15,13 5-6-15,-6-2-5 0,-7-3-2 0,15-1-5 16,-15 1-4-16,16-6-4 0,-7 0-8 0,-1-3 4 16,-1 3-3-16,-2-5-1 0,2-1-1 0,-3 1-3 15,0-7 0-15,-2 2-1 0,-1 3-2 16,-1 1 1-16,2 1-3 0,-2 11 4 0,0-18 3 15,0 18-2-15,1-12-2 0,-1 12-4 0,0 0-4 0,1-9 0 16,-1 9 1-16,0 0 7 0,0 0 3 0,0 0-1 16,16 24-1-16,-11-15 1 0,1 1-1 0,2-1 0 15,-1 1 6-15,1-2-11 0,1 0 0 16,5 1 5-16,-4-3 0 0,2 0 2 0,2-5-2 16,-1 0-2-16,2-3-2 0,2-4 12 0,3-1-11 15,6-4-1-15,-1-3 5 0,-1-2-2 0,-2 2-4 0,-7-1 5 16,-3-1 5-16,2 1-6 0,-4 0 5 15,-1-3 6-15,-2 2 5 0,0-7-3 0,-2-3-2 16,-2 7-2-16,1-6 3 0,-4 2-5 0,1-1 0 16,-1 9-4-16,0 1 8 0,1 2 5 0,-1 2 8 15,0 10 0-15,-1-13-6 0,1 13-4 0,0 0-3 16,0-12 7-16,0 12 6 0,0 0 4 0,0 0 4 16,0 0 10-16,1 58-8 0,-2-30-10 0,0 4 2 0,-2-4-10 15,2 5 3-15,0 0-1 0,1-3-8 16,0 0-20-16,1 1-37 0,-1-4-34 0,-1-2-37 15,1 0-41-15,-2-8-53 0,4 0-49 0,-1-5-43 16,-1 5-217-16,0-17-558 0,-3 16 247 0</inkml:trace>
  <inkml:trace contextRef="#ctx0" brushRef="#br0" timeOffset="-119415.77">9792 13528 5 0,'0'0'205'0,"0"0"-21"0,3-9-21 0,-3 9-24 16,6-8-21-16,-6 8-47 0,16-9-44 0,-3 6-44 16,7-4-37-16,10 0-87 0,0-1-151 0,6 2 67 15</inkml:trace>
  <inkml:trace contextRef="#ctx0" brushRef="#br0" timeOffset="-119036.29">11399 13069 41 0,'-5'-10'246'0,"0"4"-8"0,2-1-5 0,-2 2-11 15,5 5-19-15,-6-8-22 0,6 8-22 0,-3-6-15 16,3 6-17-16,0 0-7 0,0 0 9 0,2 31 11 16,0-7 4-16,3 7-5 0,-3 3-4 0,-4 14-1 15,2 0-20-15,-2-1-5 0,-2 4-15 0,-1-5-11 16,2-12-6-16,1 1-8 0,-1 0-3 0,-2-4-9 15,0-3-9-15,0 1-16 0,-3-3-35 0,3 3-46 16,-1-5-45-16,-3 0-68 0,2-7-58 0,0-1-56 16,-2 0-171-16,1-6-484 0,-2-1 214 0</inkml:trace>
  <inkml:trace contextRef="#ctx0" brushRef="#br0" timeOffset="-118520.74">11271 13411 78 0,'7'-17'145'0,"3"0"-11"0,-1 0-21 0,3 0-5 16,0 0-5-16,4-4 1 0,-2 6 3 0,-1 0-7 16,4-5-3-16,-5 6 0 0,-1 1 2 0,5-1-2 15,-5 0 2-15,2 0-4 0,-1 3-2 0,-1-1-3 16,0 3-6-16,-5-1-1 0,1 0-6 0,1 2-5 16,0 0-5-16,-3-1-8 0,1 1-2 0,-2 5-7 0,-4 3-6 15,7-7 1-15,-5 2-10 0,-2 5-3 0,6-4-5 16,-6 4-4-16,0 0 0 0,0 0-4 15,6-3 0-15,-6 3-5 0,0 0 3 0,0 0-4 16,-2 24 2-16,-2-9-3 0,-2 3-1 0,0 1-2 16,-3 6 0-16,1 0-2 0,0 0 0 0,1-1 0 0,1 1-4 15,3-8 1-15,0 2-1 0,0-2-4 16,0-1-4-16,-1-4 1 0,3 1 0 0,-1-1 1 16,1-2-3-16,1 0 2 0,0 0 5 0,1 0-5 15,2-1-2-15,1 2 4 0,-1-2-3 0,-1 1 5 16,2 1-1-16,-1-1-3 0,3-2 0 0,-1 0-10 15,2 0-2-15,0-1-1 0,-1 0-1 0,2 0-7 16,-2-4-2-16,5 0 3 0,0-2 4 0,3-2-1 16,-4-1 3-16,9-2 1 0,-3-4 3 0,4-2 0 15,-2-5 1-15,6-1-3 0,-3-1 5 0,-2 0-2 0,-4 2 5 16,-1 1 2-16,5-6 3 0,-11 4 8 0,4 0 4 16,-3-1 3-16,-6 7 16 0,1-3 9 15,0 4 8-15,-2 0 1 0,-1 2 3 0,0 0 2 16,-1 7 1-16,0 0 1 0,-6-12 2 0,6 12-3 0,-8-1-1 15,8 1-4-15,-19 9 0 0,8-1-7 0,0 6-4 16,-8 6 1-16,11-3-7 0,-6 6-7 16,5-5 1-16,3 1-3 0,3-1-26 0,2 2-34 0,1 5-50 15,1-6-84-15,7-1-81 0,-3-3-185 16,12 1-474-16,2-6 210 0</inkml:trace>
  <inkml:trace contextRef="#ctx0" brushRef="#br0" timeOffset="-118070.66">13482 12986 213 0,'-14'-11'264'15,"3"5"-12"-15,-2 0-16 0,-6 1-9 16,1 4-11-16,1 3-8 0,-2 5-9 0,0 0 1 16,-6 11-24-16,0 6-3 0,-7 12-20 0,10-5-10 0,2-2-17 15,-3 13-12-15,7-12 18 0,5 3-11 0,2-2-14 16,4 1-10-16,5-2-10 0,5 0-20 16,4-4 3-16,2-4-5 0,3 2-17 0,3-5-11 0,0 0-25 15,8-5-27-15,1-2-31 0,-6-4-38 0,10 1-39 16,3-4-44-16,-1-3-44 0,5-2-35 15,0-5-230-15,-5 0-515 0,1-7 229 0</inkml:trace>
  <inkml:trace contextRef="#ctx0" brushRef="#br0" timeOffset="-117870.53">13821 13068 174 0,'0'-10'231'0,"-2"3"2"15,2 7-10-15,-3-11-16 0,3 11-12 0,0-9-23 16,0 9-7-16,0 0 3 0,0 0 7 15,0 0-9-15,-9 34-14 0,6-17-14 0,-1 8-9 0,2 1-10 16,2 2-10-16,-2 1-15 0,2-2-12 0,-2 1-7 16,4-1-7-16,0-1-9 0,-2 1-26 0,2-2-33 15,-2-7-40-15,2-1-38 0,-4-1-55 0,2 0-41 16,2-5-45-16,-2-2-202 0,0 1-456 0,0-4 203 16</inkml:trace>
  <inkml:trace contextRef="#ctx0" brushRef="#br0" timeOffset="-117521.66">13785 13117 82 0,'-2'-10'210'0,"-1"3"-4"15,3 1-15-15,0 6-15 0,-3-10-21 0,3 10-15 16,-2-7-17-16,2 7-7 0,0 0-1 0,0 0 1 16,0 0-9-16,0 0-10 0,0 0-7 0,23 18-6 15,-14-12 2-15,0 2-5 0,2 1 6 0,0-4-7 16,1 0 0-16,5 3-5 0,-3-5-7 0,4 2-4 15,-4-3-3-15,3-3-3 0,2 0-5 0,-2-4-6 16,5-2-4-16,-3-2-5 0,-4 1-5 0,4-3 0 16,1-6-3-16,-9 5-2 0,4-3-2 0,-5-1 6 15,-1 3 2-15,0-3-7 0,-5-1 8 0,1 4-2 16,1 1-4-16,-3 2 11 0,-1 0 2 0,-2 4 2 16,0 6 1-16,4-11-9 0,-4 11-4 0,0-6-5 15,0 6 4-15,0 0 4 0,0 0 15 0,9 15 5 16,-7 2-5-16,2 11-6 0,-4 3 0 15,-1-2-1-15,1 5-4 0,4-1-12 0,-4 1 1 0,0 0 0 16,0-2 0-16,1 0-29 0,5-2-45 0,-4 2-45 16,-2-4-63-16,0-4-84 0,2-3-71 0,-3-4-224 15,2-1-578-15,1-7 255 0</inkml:trace>
  <inkml:trace contextRef="#ctx0" brushRef="#br0" timeOffset="-117317.12">14447 13026 97 0,'0'-7'271'0,"0"7"-8"16,0-14-12-16,0 14-21 0,-2-7-18 0,2 7-5 15,0 0 3-15,0 0-4 0,0 0-10 0,-3 39-5 16,0-14-20-16,0 4-13 0,1 1-15 0,2 2-15 16,-2 0-16-16,4 1-8 0,-2-1-10 0,2 1-5 15,4-2-19-15,-5-2-29 0,3-3-25 0,-2 0-24 16,1-8-35-16,0-1-33 0,-3 0-45 0,1-7-45 15,-1 1-45-15,2-3-37 0,-2-1-184 0,0-7-467 16,-4 7 208-16</inkml:trace>
  <inkml:trace contextRef="#ctx0" brushRef="#br0" timeOffset="-117021.09">14494 13001 67 0,'9'-25'148'0,"-2"8"7"0,-1 3-1 0,2-1 3 16,-2 4-11-16,-1 4-5 0,2 2-6 0,-1-2-2 15,2 5 1-15,-2-1-5 0,-6 3-3 0,13-1-9 16,-13 1-3-16,14 7-8 0,-9 0 0 0,1 2-8 16,-4 1-9-16,3 2-4 0,-4 1-8 0,-3 4-12 15,-4 2-6-15,3-2-4 0,-5 1-5 0,4-2-7 16,-2-5-4-16,2-1-3 0,1-1-3 0,2-2-6 16,-2-2-1-16,3-5-4 0,-2 8-3 0,2-8-2 15,-4 7-1-15,4-7-4 0,0 0 0 0,4 12-3 16,-2-7 2-16,-2-5-1 0,7 9-4 0,-1-4 1 15,4 2 3-15,-2 0-7 0,2 1 3 0,-1-2-4 16,4 0-10-16,4 2-9 0,-2-1-14 16,3-1-23-16,-3 1-39 0,3-2-50 0,0-4-40 0,0 2-39 15,-5-2-156-15,1-2-408 0,-1-3 182 0</inkml:trace>
  <inkml:trace contextRef="#ctx0" brushRef="#br0" timeOffset="-116821.61">14943 13044 18 0,'4'-15'170'0,"-3"4"10"0,0 0 2 0,-1 0 0 15,1 3 1-15,2-1 4 0,-3 9 4 16,0-10-6-16,0 10-16 0,3-9-16 0,-3 9-16 16,0 0 4-16,0 0 13 0,0 0 24 0,0 0 5 15,8 36 11-15,-8-8-20 0,-1-1 2 0,0 6-19 16,1-2-11-16,-1 1-16 0,-1 2-3 0,1-1-10 0,0 2-35 16,0-3 17-16,-2-2-23 0,3 0-15 15,0-4-27-15,0-1-39 0,-3-6-37 0,1-3-41 16,0 1-44-16,0-5-57 0,-3 0-70 0,3-3-68 15,-1-3-204-15,-3 0-568 0,0-5 252 0</inkml:trace>
  <inkml:trace contextRef="#ctx0" brushRef="#br0" timeOffset="-116537.47">14999 12969 143 0,'3'-5'189'0,"3"0"6"16,2 1-4-16,-8 4-2 0,11-2-2 0,-11 2-15 15,13 4-15-15,-8-2-12 0,4 5-4 0,-5 0-5 16,1 5-10-16,-1-1-13 0,-4 6-11 16,0 2-10-16,-1-1-8 0,-5 1-11 0,-1 1-20 15,3-4-13-15,-4 1-7 0,1-3-4 0,0 0-7 0,1-5 1 16,-3 1-6-16,3-3-1 0,0-1-7 16,3 1 7-16,3-7-6 0,-7 6-3 0,3-2 3 0,4-4-5 15,-5 8 1-15,5-8-2 0,0 0-4 16,-2 5 5-16,2-5-4 0,0 0-3 0,11 6 5 0,-8-2-3 15,3 0-1-15,1-2 3 0,5 3-14 0,-1-2-31 16,1 2-38-16,5 1-54 0,3-4-52 0,6 1-195 16,6-1-412-16,2-3 183 0</inkml:trace>
  <inkml:trace contextRef="#ctx0" brushRef="#br0" timeOffset="-115921.45">16296 13109 149 0,'-10'-5'269'0,"-3"4"-17"0,3-1-16 0,-2 2-10 15,-1 3-10-15,-3 6-12 0,1 0-12 0,1 6-13 16,-1-2-13-16,-1 8-17 0,6-5-10 0,1 0-20 16,3 0-13-16,2 2-7 0,4-1-4 15,2 0-11-15,5 0-2 0,0-2 4 0,7-1-4 0,-1-2-8 16,2-1 7-16,2-3-19 0,2-5 3 0,2 1-3 16,-2-5-14-16,10-4 0 0,-1-4-5 0,-1-4-2 15,0-1-19-15,-3-3-5 0,-4 0-1 16,-3-3-4-16,-8 4 1 0,-1-1 0 0,-4-1-4 0,-4-9 1 15,-3 1-1-15,-7 1-6 0,-4 0 2 0,-1 1 5 16,-1 2-6-16,1 7 7 0,2 1-8 0,-2 3 0 16,3 0 4-16,0 4-2 0,3 1 1 0,1 0-3 15,3 4-6-15,-3-2 5 0,8 4-8 0,0 0 5 16,-7-1 6-16,7 1-8 0,0 0 3 0,0 0-3 16,0 0 2-16,23 16 1 0,-11-14-8 0,8 1-5 15,2-3-1-15,7-5 9 0,-1 2-11 0,-3-3 3 16,4 0-2-16,-3-1 2 0,0-3 0 0,-7 2 3 0,-2-1 2 15,-2-3 1-15,-5 5 4 0,-2-4-1 16,-2 3-1-16,1-4 3 0,-4 0-1 0,0-3 5 16,-2 2-5-16,-1 3 3 0,0-2 2 0,0 3 7 15,0 9 6-15,2-10-1 0,-1 3-8 0,-1 7 0 16,0 0 9-16,0 0 5 0,0 0 5 0,0 33 5 16,-1-2 5-16,-2 5-5 0,-1 16 18 0,-1 4-25 15,-1-2 5-15,2 3 6 0,-1 0-15 0,2-3-4 16,1-2 4-16,3-2-7 0,-1-14-1 0,-1-4-23 15,-1 2-30-15,1-4-39 0,0-1-54 0,-1 0-60 16,2-10-71-16,0-2-294 0,-1 0-606 0,-3-5 268 16</inkml:trace>
  <inkml:trace contextRef="#ctx0" brushRef="#br0" timeOffset="-115785.54">16620 13245 216 0,'0'-10'231'0,"0"10"-34"16,3-5-21-16,-3 5-23 0,9-6-34 0,-2 4-37 16,6 1-55-16,6-4-62 0,10 3-81 0,1-1-59 0,8-4-191 15,12-5 85-15</inkml:trace>
  <inkml:trace contextRef="#ctx0" brushRef="#br0" timeOffset="-115470.87">17890 12776 113 0,'-3'-7'257'0,"3"7"-9"0,-1-9-9 0,1 9-24 15,-2-7-30-15,2 7-18 0,0 0-20 0,0 0-18 16,0 0-11-16,0 0-8 0,0 0 9 0,1 41-7 16,1-15-5-16,-3 7-4 0,4 3-11 15,-3-3-8-15,-2 14-8 0,1-1-10 0,0-12-3 0,0 2-9 16,-2-1-4-16,-2 0-4 0,0-1-6 0,2-1-13 16,-2-2-30-16,1-1-38 0,-1-4-40 0,0-2-54 15,-1-7-45-15,3-1-53 0,-5-1-150 16,2-6-414-16,1-1 183 0</inkml:trace>
  <inkml:trace contextRef="#ctx0" brushRef="#br0" timeOffset="-114954.09">17880 12954 76 0,'5'-15'149'0,"-1"4"-11"0,2 0-19 0,1-3-22 15,1 1 2-15,0-2-3 0,2 2-20 0,2 2 9 16,-3 1-2-16,-3 1 6 0,3 0-5 0,0 1 5 15,-3 2-10-15,0-2-9 0,-1 3 0 0,-1 0-6 16,-4 5-11-16,8-7-3 0,-5 4-6 0,-3 3-6 16,5-4-7-16,-5 4-4 0,0 0 0 0,0 0-2 15,0 0-2-15,8-2 6 0,-8 2-5 0,0 0 2 16,4 12 2-16,-3-4 0 0,0 4-6 0,-1-1-5 16,0 5 0-16,0 0-3 0,-1 0 0 0,1 1-1 15,-1 0-3-15,-1 0 2 0,1-4-4 0,2 0 1 16,-1-3-8-16,-1 1 11 0,1 0-5 0,0 1 1 15,-1-1-3-15,1 0-3 0,0 1 4 0,0-1 0 16,1 0-4-16,0 1 1 0,2 4 3 0,-2-5-2 16,3 5 4-16,2 0-6 0,-2-4-2 0,1-1-3 15,0 2 4-15,1-1 1 0,1-2-2 0,2-1 0 16,1-1 8-16,1-5-2 0,0 0-3 0,7 0-4 16,0-4 7-16,4-2 3 0,3-6-4 0,1-1 0 15,1-2 3-15,-2 2-5 0,2-6 4 0,-4 2-5 0,-1-2 1 16,-4 4 2-16,-3-1 5 0,-1-3 1 15,-2 0 5-15,-2 0 19 0,-5 5 7 0,1-5 0 16,-3 0 4-16,-2 4 14 0,0 1-1 0,-2 0-3 16,-3 0 10-16,3 1 15 0,-2 4-10 0,-1-1-7 15,-3 2-4-15,1 3-4 0,6 2-1 0,-18 1-5 16,4 4-2-16,-1 3-9 0,-1 3-1 0,-2 8 1 16,3-4-10-16,8 3-5 0,-2-2-18 0,3 4-31 0,1 0-46 15,4-1-57-15,3 0-64 0,6-1-71 0,-1 0-191 16,5-4-490-16,4-4 217 0</inkml:trace>
  <inkml:trace contextRef="#ctx0" brushRef="#br0" timeOffset="-111130.71">19462 12833 17 0,'0'0'196'0,"0"0"-5"0,-5-13-11 0,1 8-4 16,4 5-10-16,-11-6-7 0,4 4-9 0,-1 0-1 16,-3 1-12-16,-3 2-8 0,2 5-11 0,-4 0-4 15,-3 3-6-15,-1 6-6 0,4 0-5 0,-5 4-3 16,5 5-12-16,-1 0-6 0,2 2-9 0,4 0-3 15,0-1-9-15,6-1-5 0,4 1-5 0,2-6-4 16,4 0-4-16,-1 1 0 0,6 3-8 0,-1-7 1 16,1 1-11-16,4-2-6 0,3-2-16 0,1-3-22 15,7 1-27-15,-5-6-37 0,9-3-43 0,-1-2-43 16,3-2-29-16,-2-1-171 0,-1-4-406 0,2-3 180 16</inkml:trace>
  <inkml:trace contextRef="#ctx0" brushRef="#br0" timeOffset="-110920.99">19710 12771 128 0,'1'-11'230'0,"0"4"-6"15,1 0-13-15,-2 7-18 0,1-10-20 0,-1 10-7 16,3-5-9-16,-3 5 4 0,0 0 3 0,0 0-2 16,2 20-5-16,-3-4-11 0,0 1-9 0,-2 8-18 15,2-6-7-15,-2 9-14 0,2-2-10 0,1 3-8 16,-3-4-10-16,1 5-7 0,0-1-7 0,0 0-20 0,1-4-31 15,-1 2-34-15,0-7-35 0,-2 4-48 16,2-7-46-16,0 2-36 0,1-3-40 0,0-3-158 16,1-3-422-16,0-1 186 0</inkml:trace>
  <inkml:trace contextRef="#ctx0" brushRef="#br0" timeOffset="-110702.64">19958 12844 211 0,'-1'-7'239'16,"1"7"-2"-16,-6-10-10 0,1 6-12 0,5 4-10 16,-18-2-10-16,8 6-15 0,-3 1-16 0,-1 5-10 0,-1 1-13 15,1 1-9-15,-1 1-9 0,-2 8-12 16,4-6-8-16,6 3-11 0,0-2-14 0,3 2-5 16,3-1-5-16,1 0-8 0,3-1-7 0,0-4-6 15,5 3-16-15,1-2-17 0,4-1-25 0,1-1-32 16,4-3-42-16,1-1-47 0,0-1-47 0,3-3-49 15,-1-3-185-15,-1-1-447 0,1-4 198 0</inkml:trace>
  <inkml:trace contextRef="#ctx0" brushRef="#br0" timeOffset="-110488.3">20225 12736 253 0,'0'-7'269'0,"0"7"-15"16,-3-10-22-16,3 10-20 0,0 0-22 0,3-8-4 15,-3 8-1-15,0 0-6 0,0 0-2 0,-5 28-7 16,1-13-8-16,3 2-11 0,-1 8-14 0,0 0-8 0,1-5-17 16,-2 7-13-16,0-1-9 0,2 1-8 0,0-1-9 15,0 2-4-15,1-3-9 0,0-4-21 16,0-2-27-16,0-2-39 0,0 2-51 0,0-4-62 16,-3 1-72-16,3-5-56 0,-1 1-199 0,-1-5-505 15,1 0 224-15</inkml:trace>
  <inkml:trace contextRef="#ctx0" brushRef="#br0" timeOffset="-110337.95">20125 12945 42 0,'0'0'192'0,"14"-5"-15"0,-5 2-15 16,5 1-15-16,2-3-17 0,4 3-12 0,2-3-23 15,10 1-40-15,-3 1-53 0,4-2-50 0,3 1-131 0,-4-2-194 16,1-1 87-16</inkml:trace>
  <inkml:trace contextRef="#ctx0" brushRef="#br0" timeOffset="-110218.56">20686 12857 168 0,'0'0'316'16,"0"0"-38"-16,8 0-24 0,-8 0-24 0,0 0-19 16,8 1-24-16,-8-1-24 0,0 0-33 0,10 1-36 0,-10-1-47 15,9 2-60-15,-9-2-82 0,15 2-75 0,-7-2-130 16,2-1-325-16,0-2 143 0</inkml:trace>
  <inkml:trace contextRef="#ctx0" brushRef="#br0" timeOffset="-104404.71">18116 15130 94 0,'0'0'175'0,"0"0"-10"0,0 0-6 16,0 0-5-16,0 0-1 0,0 0-8 0,0 0-7 16,0 0-6-16,-28-2 0 0,28 2-10 0,-13 0-3 15,4 1-11-15,-5-1-4 0,-2 0-3 0,-3 0-1 16,-1 1-5-16,0-1-1 0,-10 1-5 0,0-1-6 15,-5 1 3-15,1 1-5 0,-6 1-5 0,-10-2-2 0,10 1-8 16,-17 1 3-16,6-1-6 0,-5 1 1 16,-5-3 0-16,-1 4 0 0,0-2-3 0,-1 1 2 15,0 1-5-15,-1 0-4 0,3 1-1 0,0-4 4 16,-2 1 0-16,3 2-4 0,3-2-3 0,0 0 2 0,0-2-5 16,-3 3-1-16,-2-2-1 0,-3 2-9 0,0 2-3 15,0-3 1-15,-2 2-4 0,3-3 6 16,-2 3-13-16,2-3 0 0,-4 3-6 0,7-2 6 15,0 2-5-15,2-2 8 0,4-2-11 0,0 1 6 16,1 0-3-16,2-1-4 0,12 0 3 0,2-1 2 16,-14 1-2-16,15-1-3 0,2-1-5 0,0 2 6 0,5-4-8 15,0 4 4-15,9-2-6 0,-2 0-2 16,6 0 6-16,-1 0-2 0,4 1 10 0,-4 1-5 16,7-2-13-16,-1 1 0 0,5-1 0 0,7 2 5 15,-17-2-1-15,17 2-3 0,-10-1 5 0,10 1-7 16,-7-1 1-16,7 1 0 0,0 0 1 0,0 0-4 15,-10-2-7-15,10 2-15 0,0 0-21 0,0 0-20 16,0 0-28-16,0 0-31 0,0 0-39 0,0 0-46 16,0 0-60-16,32 11-55 0,-23-6-183 0,8 0-550 15,-5 0 243-15</inkml:trace>
  <inkml:trace contextRef="#ctx0" brushRef="#br0" timeOffset="-102038.14">12028 15141 1 0,'-5'-7'128'0,"5"7"-10"16,-4-6-6-16,4 6-4 0,-6-6-3 0,6 6-7 16,-8-6-5-16,8 6-7 0,-8-4-1 0,8 4-7 15,-10-5 2-15,10 5-10 0,-9-3-7 0,9 3 4 16,-10-1-12-16,10 1-9 0,-15 2 5 0,15-2-2 15,-16 4-5-15,6 2 2 0,1 1-2 0,0 1-2 16,-2 0-2-16,0 4 0 0,4-1-3 0,-3 4-5 16,1 2-2-16,1-1 2 0,0 0-4 0,-1 3-1 15,3-1-7-15,2 1 4 0,2-2-2 0,-1 0-2 16,0-1-1-16,2 1-4 0,1-6-1 0,3 2 2 16,1-2-2-16,0 0 1 0,-1-1-6 0,5-1 5 15,1-1-3-15,2-4-6 0,8 2 5 0,0 0 3 16,2-6-4-16,6 2-1 0,1-4-1 0,3-6-6 15,-2 1 11-15,2-3-7 0,-1 0 4 0,-3-5 1 16,-1-2-8-16,-2 4 5 0,-5 1-2 0,-4 0 3 16,0 0-4-16,-2-1 2 0,-2-1-1 0,-7-1 1 15,1-1-4-15,-5 5 4 0,0-1-5 0,0-4 4 16,-6 0-2-16,-2 2 0 0,-1-1 0 0,0 1-1 16,-4-1-1-16,-1 3 1 0,1 2-1 0,-1 0-3 15,-1 3 1-15,-3 0 1 0,0 4-1 0,2 0-3 16,2 2 4-16,3-2-1 0,-2 4-2 0,-1 1-1 15,3 2-2-15,-1-1-1 0,0 1-28 0,3 1-6 16,-1 3-34-16,3 0-24 0,1 3-24 0,1-1-25 16,2 1-28-16,3-1-89 0,0-10-285 0,4 20 127 15</inkml:trace>
  <inkml:trace contextRef="#ctx0" brushRef="#br0" timeOffset="-100517.45">12241 15256 101 0,'-6'-3'176'0,"6"3"-20"0,0 0-14 0,0 0-16 0,0 0-11 16,24-9-10-16,-13 6-10 0,7-1-8 15,1 1-2-15,-1 3-15 0,2-3-8 0,2 0-4 16,-2 2-12-16,3 0 1 0,-2 0-6 0,4-2-5 0,-2 0-4 15,-2 3-2-15,6-4-7 0,2 4 2 0,-9-3-1 16,1 2-4-16,6-2-2 0,-5 3-4 0,-2-3 9 16,2 2-12-16,-1-1-8 0,-3 2 8 0,2 0-4 15,-3-2 5-15,-3 1 0 0,-1 2-4 16,1-2 1-16,-1 0-4 0,-3 0-1 0,-1 1 3 16,-9 0-6-16,15 0 4 0,-15 0-1 0,10 1 3 0,-10-1-7 15,8 0 5-15,-8 0-2 0,0 0 0 0,0 0 4 16,9 0 0-16,-9 0 0 0,0 0 7 15,0 0 8-15,0 0 1 0,0 0 6 0,7 1 3 0,-7-1 5 16,0 0 0-16,0 0 6 0,0 0 2 16,0 0-1-16,0 0-5 0,0 0 1 0,0 0-6 15,0 0-6-15,0 0 1 0,0 0-3 0,0 0-4 0,0 0-2 16,2-10-2-16,-2 10-6 0,0 0 7 0,0 0-5 16,0 0 3-16,-2-12-5 0,2 12-2 0,0-8 1 15,0 8-1-15,2-10-1 0,-2 10 1 16,3-9-1-16,-3 9 2 0,2-9-4 0,-2 9-5 15,2-10 6-15,-2 10-4 0,1-5 2 0,-1 5-2 0,0 0-2 16,4-7-5-16,-4 7 4 0,0 0-2 0,0 0 2 16,10 2 1-16,-10-2 0 0,10 7 0 0,-5-1 0 15,-1 0-3-15,2-1 0 0,-3 3 0 16,5 1-2-16,-2 1 8 0,0-1-6 0,1-1-2 16,-1 2 3-16,-3-4 0 0,3 4 3 0,-1-3-3 15,0-3-2-15,-1 3 6 0,0-3 0 0,1 2-1 0,-1-2-3 16,-4-4 3-16,8 6 1 0,-4-5 0 15,-4-1 5-15,6 3-7 0,-6-3 9 0,0 0-4 16,0 0 3-16,13-4-1 0,-13 4-1 0,8-8 0 16,-6 3-1-16,2-1-2 0,1 0 0 0,-1-1-2 15,3-2 2-15,-3-1-2 0,2 3 3 0,0-4-2 16,0 3-3-16,-1-2 2 0,3 2 1 0,-2 0-5 0,0 3 2 16,1-3-1-16,-3 5-1 0,3-1-2 0,0 2 0 15,-7 2-1-15,13 0 3 0,-13 0-4 16,11 6 5-16,-1-3-3 0,-2 5 1 0,-3-1-2 15,4 2 2-15,0 1 0 0,0 0-1 0,-2 0 2 16,4-1 0-16,0 3 1 0,-2-3 2 0,1-2-1 16,-2 0 1-16,1-1-3 0,0 0 0 0,0 0-4 15,0-1 9-15,0-1-7 0,1 0 2 0,0-3 1 16,-3 2 2-16,3-4-4 0,0-2 3 0,-5 0-4 16,3-1 2-16,-3-1-5 0,5-2 2 0,-2 0 0 15,1 1 0-15,0-3-1 0,-4 1 7 0,4-2-4 16,-5 0 4-16,6-2-3 0,-6 3-2 0,0 0 7 15,3 1-8-15,-3-1 3 0,3 2 2 0,-5 2-3 16,3-1-1-16,-1 2 1 0,-4 4-3 0,5-6 5 16,-5 6-3-16,9-3 0 0,-9 3 1 0,0 0 0 15,14 10 3-15,-8-2-3 0,1 2 5 0,-3-4-7 16,3 2 2-16,0 2 1 0,-1 0 1 0,1-1 1 16,-3 1-3-16,1-5 2 0,2 5-4 0,-2-3 4 15,-1-2 0-15,3 2 0 0,-1-1 0 0,-2-2-1 16,2-1 2-16,-2 2-1 0,-4-5 3 0,13 2 0 15,-7-2 1-15,-6 0 3 0,15-2-5 0,-7 0-6 16,1-4 3-16,1 2-1 0,-2-1 2 0,1-2 0 16,-1 0-4-16,0-1 1 0,1-1 0 0,0 0 1 15,1 0 4-15,-2 2-4 0,3-1 2 0,-3 0-1 16,0 1 1-16,1 1-2 0,-1 3-6 0,-2-3 0 16,0 5-1-16,-6 1-2 0,11-3 2 0,-11 3 2 15,9 1-1-15,-9-1 0 0,10 9 1 0,-8-4 2 16,4 3 0-16,-1-1-2 0,-1 3 3 0,2 1 0 15,-2-1 2-15,2 0-1 0,-1 1 3 0,-1-3-1 16,4 2 3-16,-2 0-2 0,0-3-2 0,1 0 2 16,-1-1 0-16,1 0-1 0,3 0 0 0,-1-1-1 15,-3-2 3-15,1 0-2 0,2 1 5 0,-2-2-3 16,1-2 3-16,2 0-1 0,1 0-1 0,0-3 2 16,3 1-5-16,-1-2-1 0,1 3 3 0,-1-2-2 15,0 1-1-15,5-2 4 0,-1 0-1 0,-4 1 1 16,0 0-3-16,1 2 6 0,-1 0-3 0,-2-2 0 15,2 3 0-15,-2-1-2 0,3 1 4 0,-1-2-4 16,2 4 0-16,7-1 0 0,-9-1 10 0,6-1-12 16,2-1 6-16,-2 2-1 0,4 2-4 0,-4-2-1 15,9 1 1-15,-6 0 2 0,-4-1 0 0,4 0-3 16,-1 2 5-16,-2-2-3 0,2 1 1 16,0 0 1-16,1-1 0 0,-3 0 1 0,2-2-3 0,0 0 0 15,-1 2 1-15,0 0 2 0,3 0 1 0,3-2-3 16,-5 0-2-16,-1 0 2 0,-2-1 1 0,-1 3-1 15,1-1 2-15,1 0 0 0,-5 1-1 0,-1-2 0 16,0-1-1-16,1 3 0 0,3 0-1 0,-3 0 0 16,-1-2 2-16,-1 1 0 0,1 0-2 0,1-1 0 15,-1 2 2-15,-3 0-3 0,4 0 3 0,-4-1-2 16,1 2-3-16,-1-1 3 0,0-1-5 0,-1 1 2 16,-9 0 6-16,16 1-3 0,-8 1 2 0,-8-2 0 15,16 0 2-15,-6 0-5 0,-2 1 10 0,-1-1-11 16,-7 0 3-16,16 1 0 0,-16-1 1 0,15-1-5 15,-15 1 5-15,17 1 0 0,-11-3 0 0,7 0-3 16,-7 2 3-16,-6 0-4 0,12-1 2 0,-12 1-9 16,0 0-9-16,0 0-19 0,19 0-15 0,-19 0-28 15,0 0-24-15,0 0-34 0,0 0-41 0,10-3-164 16,-10 3-373-16,0 0 165 0</inkml:trace>
  <inkml:trace contextRef="#ctx0" brushRef="#br0" timeOffset="-99137.39">11788 14290 174 0,'0'0'177'0,"-4"-4"-13"0,4 4-13 16,0 0-14-16,-8-4-11 0,8 4-16 0,0 0-6 16,0 0-13-16,0 0-4 0,-19 9-6 0,15-4-8 15,-2 1-2-15,2 1-8 0,-1 2-4 0,0 1 2 16,0 2-1-16,2 4-7 0,-2-2-3 0,0 4-2 16,4-7-4-16,0 2-4 0,1 0-1 0,2 2 4 15,2-5-3-15,0 6 1 0,-1-5-6 0,3-2-7 16,0 3 1-16,3-2-2 0,-2-3-5 0,4 1 1 15,-2-1-5-15,2-3 3 0,1-1-5 0,-1 0 0 16,3-3 0-16,-1 0 0 0,1-1-1 16,-1-1 1-16,3-5-7 0,-3 3 1 0,3-5 0 15,-5 3-1-15,2-5-1 0,-4 2-17 0,-2 2 4 0,0-4 4 16,-1 1 0-16,-3-1-3 0,2-1 0 0,-5 0 4 16,0-4-5-16,-4-2 2 0,0 3-1 0,0 0 3 15,-2 0-2-15,1 3-1 0,-4-3-1 0,-1 1 0 16,4 4 3-16,-4 0-3 0,0 1 0 15,1 0 6-15,0 3-3 0,0-1-3 0,2 3 1 0,-1 1-3 16,-1 1-8-16,1 1-14 0,8 1-14 0,-15 2-20 16,6 0-14-16,-1 5-20 0,2-3-26 15,2 4-24-15,3 1-12 0,-2 0-124 0,3 1-306 0,0-1 135 16</inkml:trace>
  <inkml:trace contextRef="#ctx0" brushRef="#br0" timeOffset="-97938.05">12140 14339 79 0,'0'0'113'0,"0"0"2"16,14-7-15-16,-3 5 2 0,0 0-7 0,3 0-10 0,6-3-4 15,0 2-1-15,3 0-7 0,2-1-3 0,4 1-2 16,0-1-4-16,-2 4-11 0,0-2-1 16,6 1-5-16,-4-1-5 0,2 1 0 0,1 1-11 0,-3-3 1 15,3 3-1-15,1-1 2 0,2 1-10 16,-3-2-3-16,1 0-3 0,-2 2 3 0,3 0-5 0,-3 0-2 15,-3 1-2-15,1-1 6 0,0 3-1 0,-10-2-14 16,4 0 0-16,-2-1 5 0,-4 2 0 16,2-2-4-16,0 0 4 0,-1 0-1 0,1 0 2 0,-8 0-1 15,0 0-2-15,1 1-2 0,-2-1 6 0,-3 0-7 16,-7 0 8-16,14 0 6 0,-14 0 4 16,9 2 8-16,-9-2 6 0,0 0 3 0,10-2 4 0,-10 2 5 15,0 0 4-15,0 0 1 0,0 0-4 0,10-1 4 16,-10 1-2-16,0 0 0 0,0 0-4 15,0 0-2-15,0 0 0 0,0 0-4 0,0 0-8 16,0 0 2-16,9 0-10 0,-9 0 0 0,0 0-3 16,0 0 0-16,0 0-4 0,0 0 0 0,0-10-1 0,0 10-3 15,0 0-4-15,0-9 4 0,0 9-4 0,0 0 2 16,2-9-1-16,-2 9-3 0,0-6 3 16,0 6-4-16,2-7-1 0,-2 7 1 0,2-8-3 15,-2 8 1-15,5-8 2 0,-5 8-1 0,2-7-2 16,-2 7 0-16,2-7-1 0,-2 7 1 0,0 0-1 15,5-5 1-15,-5 5-4 0,0 0 9 0,9-1-12 0,-9 1 5 16,0 0-1-16,13 6-1 0,-8-2-1 0,2 0 0 16,-7-4-2-16,7 9 6 0,-3-4-1 15,3 3-3-15,-3-1 1 0,3-2 3 0,-2 2-3 0,-1-1 4 16,2 1-6-16,-3-1 7 0,3-2-3 16,-3 1-2-16,2 0 0 0,-5-5 3 0,6 8 1 0,-1-7 1 15,-5-1-2-15,4 7 0 0,-4-7 5 0,7 3-2 16,-7-3-4-16,7 3 2 0,-7-3 3 15,0 0-3-15,0 0 1 0,13-9 1 0,-7 7-1 16,-1-2-2-16,0-1-2 0,2-3 2 0,-1 3 1 16,3-3-2-16,-1 0 2 0,-2-1-4 0,3 2 4 15,-1-2-1-15,-3 1 3 0,4 0 4 0,-2 2-15 0,0-2 5 16,1 4 1-16,-2 0-2 0,0 1 1 16,1 1-1-16,-7 2 6 0,14-2-6 0,-14 2-1 15,17 3 1-15,-10 0 0 0,2 2-2 0,0 2-2 16,0-2 3-16,-1 4 2 0,2-3-1 0,-4 2 0 15,1 0 0-15,0-2 3 0,2 1 0 0,-2 0-2 0,-1 1-1 16,-1-4 3-16,4 1-6 0,-4 0 6 0,1-1 2 16,-2 0-1-16,-4-4 1 0,7 5-1 0,-7-5 3 15,10 2 0-15,-10-2 2 0,10-1-5 16,-10 1 3-16,9-4 1 0,-9 4-1 0,12-6 1 16,-7 1 1-16,1-3 0 0,-2 3-4 0,3-3-2 15,-3 1 3-15,4-4 1 0,-2 2-3 0,-1-1 2 0,3 2-2 16,0-3-3-16,1 3-1 0,-1-2 0 15,-1 3 1-15,0 0 0 0,0 2-3 0,1 0 1 16,-3 3 2-16,-5 2-2 0,12-3 0 0,-12 3 3 16,0 0-5-16,15 5 10 0,-11-1-7 0,1 0 3 15,-2 2-3-15,1 1-2 0,0 0 2 0,-1 0-1 0,1 1 2 16,0-2 1-16,0 1-1 0,1-3 1 0,0 2 0 16,-3-1-1-16,3-2 1 0,-5-3 3 15,4 7 1-15,-4-7-1 0,7 6-2 0,-7-6 1 0,11 1 3 16,-11-1-3-16,9-1 1 0,-9 1 1 15,13-7-2-15,-8 5 0 0,0-4 1 0,1 0 0 16,1 1-3-16,2-1 2 0,1-2 0 0,-2 0-1 0,1 0 0 16,0 0 2-16,0 1-5 0,-2-1 4 15,4 1 4-15,-2 3-7 0,-2 0-1 0,-1 0 4 16,1 2-5-16,0-1-3 0,-7 3 1 0,11-3 4 16,-11 3 0-16,9 0 0 0,-9 0-1 0,12 3 0 15,-8 1-2-15,1 1 1 0,-1 0 3 0,0 1 0 16,1 0-2-16,-3 0-3 0,0 2-35 0,3 1-32 15,-1 0-27-15,-3 2-31 0,3-1-46 0,-2 1-181 16,2 2-386-16,1-4 171 0</inkml:trace>
  <inkml:trace contextRef="#ctx0" brushRef="#br0" timeOffset="-97237.12">14306 14328 1 0,'-7'2'58'0,"7"-2"-13"0,-13 1 9 0,13-1-9 15,-12 1 2-15,12-1-5 0,-7 2-2 0,7-2-4 16,-7 0-5-16,7 0-2 0,0 0 6 0,0 0-13 15,0 0-1-15,-10 0 7 0,10 0 9 0,0 0 6 16,0 0 2-16,0 0-5 0,0 0 0 0,24 6-5 16,-11-6 2-16,8 1 10 0,-1-1-6 0,7 2 3 15,9-2-7-15,0 0 6 0,4-3-6 16,13 0 5-16,2 2-8 0,1-3-5 0,-1 4 16 0,0 2-14 16,-4-4-12-16,-10-2 4 0,11 4-6 0,-11-1-5 15,9 0 4-15,1 0-8 0,0 2 4 0,-11 1-4 16,-2 0 6-16,-1 0-1 0,4 0-9 0,-4-2 9 15,-1 0 3-15,4 0-8 0,11 2 1 0,-13-2-3 16,16 0 2-16,-17 0 6 0,0-2-10 0,1 2-1 16,-3 2 0-16,-2-4-2 0,-1 2-3 15,-1 0-3-15,-3 2-2 0,-6-1 1 0,-1-1-4 0,1 2-4 16,-2-2-12-16,-2 1-20 0,3 0-29 0,-4 2-31 16,-4 0-91-16,-2 0-211 0,-1 1 94 0</inkml:trace>
  <inkml:trace contextRef="#ctx0" brushRef="#br0" timeOffset="-96393.95">15979 14357 49 0,'0'0'110'15,"0"0"1"-15,0 0-4 0,0 0-6 0,22 0-2 0,-9 0 4 16,7-1-6-16,11 1-8 0,1-2-4 0,4 2 0 16,3 0-6-16,16-1-6 0,1-1-8 0,3 1 0 15,-4-2-23-15,3 3-1 0,-2 0-1 16,0 0-1-16,2-2-10 0,-3 1-1 0,-3 0-2 16,4-2 1-16,-2 3-4 0,0 0-4 0,-3 0 4 0,-10 0-7 15,9 1 4-15,-12 1-1 0,0-2 4 0,1 0-5 16,-2 2-2-16,0 0-2 0,0-2 1 0,-2 0-1 15,0 0 0-15,0 3 3 0,-2 0-3 16,-3-3 0-16,1 1 5 0,0 1-3 0,-3 1 4 16,-1-1-7-16,1-3-4 0,-9 1 4 0,2 1-4 0,-1-1 8 15,-1 0 1-15,0 2-14 0,2-2 3 0,-2 1 7 16,-1-1-1-16,-1 2-3 0,-4-2 4 0,-1 0 1 16,2 0-4-16,-2 3 1 0,-2-3 3 15,2 1-1-15,-1-1 9 0,0 2-5 0,1-2 4 16,-1 0 0-16,2-2 2 0,-3 2 0 0,1 0 3 0,0-1 1 15,-1 1 1-15,1 0-3 0,-3-3-6 0,3 3 6 16,-2 0-5-16,-2-2 0 0,-7 2-3 0,16-2 0 16,-10 1-2-16,-6 1-1 0,14-1-3 15,-14 1-1-15,10 0-1 0,-10 0 5 0,8-1-8 16,-8 1-6-16,0 0-10 0,8-2-12 0,-8 2-13 16,0 0-5-16,0 0-14 0,0 0-13 0,0 0-12 0,0 0 1 15,11 2-7-15,-11-2-6 0,0 0-4 0,0 0-9 16,9 0-3-16,-9 0-8 0,5 2-1 0,-5-2 0 15,0 0 4-15,0 0 4 0,8 5 5 16,-8-5 7-16,0 0 6 0,0 0 5 0,5 3 11 16,-5-3 3-16,0 0-40 0,0 0-119 0,0 0 390 0,4 7-207 15,-4-7-27-15,0 0 61 0,0 0-46 16,0 0-64-16,0 0 29 0</inkml:trace>
  <inkml:trace contextRef="#ctx0" brushRef="#br0" timeOffset="-90150.7">18004 14109 29 0,'-5'-7'52'16,"2"3"8"-16,-3-4-14 0,2 1 0 0,-1 1-1 15,0-2-2-15,1 1 2 0,0 0-3 0,0 1 5 16,4 6-3-16,-5-13 0 0,5 7-12 0,0 6 1 15,-1-15-7-15,-1 9 2 0,2 6-6 0,2-17 0 16,-2 10-2-16,1-2-7 0,0 1-4 0,-1 8 8 16,2-14-19-16,-2 8 5 0,0 6 8 0,1-12-9 15,-1 12 7-15,1-10-4 0,-1 10 3 0,0-8-3 16,0 8-1-16,0 0-1 0,0-9 1 0,0 9-3 16,0 0 1-16,0-9 4 0,0 9-12 0,0 0 5 15,0 0 7-15,0 0-9 0,0 0 8 0,0 0-13 16,0-9 10-16,0 9-1 0,0 0-9 0,0 0-2 15,0 0 2-15,0 0 2 0,0 0 5 0,0 0-1 16,0 0 0-16,0 0 5 0,0 0 0 0,-6 33 3 16,3-21-1-16,2 4 0 0,0 1 1 0,-1 0 3 15,1 8-1-15,0 0 5 0,-1-2 4 0,2 1-2 16,-2 4 7-16,-2-2 0 0,3 3-9 0,-3-2-4 16,3-1 19-16,0 4-2 0,-1-2 4 0,1 0-3 15,0-1-2-15,1 2 1 0,-2-2 5 0,2-2-3 16,2-1 6-16,-2 2-8 0,2 0 5 0,0 2-3 15,-1-9 3-15,-2 6 2 0,1-5-8 0,1-1 12 16,-2 2-12-16,1-3 2 0,2 2 6 0,-2-3-11 16,1 2 4-16,3 0 3 0,-4-2-5 0,1 2 10 15,-2 0 0-15,2 2-2 0,1-4-2 0,-1 2 0 16,-2 0 4-16,2 2-2 0,-1-2 0 0,0-1-1 16,-1 1-2-16,-1 0 5 0,-3 1-6 0,4-2 3 15,-3 0-4-15,0 1 3 0,0-1-2 0,-1-1 3 16,1 1-1-16,2-1 2 0,-1 0-2 0,-2 1-3 15,2-1 4-15,-3 2-2 0,3-4 3 0,-1 2-1 16,1 1-2-16,1-1-4 0,0 0 5 0,1 0 1 16,0 1 3-16,-2 1 0 0,2-5-1 0,0 5-2 15,1-3-1-15,0 2 8 0,0-1-4 0,-2-3-1 16,1-2-1-16,0 1-1 0,1-3-6 0,-1-1 0 16,-1 2-1-16,2-2-2 0,-1-2 0 0,1-7 2 15,-3 11 1-15,3-11-9 0,0 11 0 0,0-11-7 16,-2 5 5-16,2-5-5 0,0 0 3 0,0 0-5 15,0 11 3-15,0-11-6 0,0 0 4 0,0 0-2 16,0 0-5-16,0 0 3 0,0 0-20 0,0 0-22 16,0 0-23-16,-1 6-43 0,1-6-50 0,0 0-46 15,0 0-32-15,0 0-150 0,0 0-412 0,0 0 183 16</inkml:trace>
  <inkml:trace contextRef="#ctx0" brushRef="#br0" timeOffset="-89104.42">17944 13886 22 0,'3'-7'32'0,"-3"7"-3"0,0 0 0 0,0 0-12 15,0 0 6-15,0 0-5 0,0 0 0 0,9-4 1 16,-9 4-10-16,17 1-1 0,-5 2 7 0,3 0-5 0,5 1-6 16,10 1 7-16,0 2 6 0,4 3 3 15,2-3 1-15,2 2-3 0,10 6 10 0,2-2 1 16,1 1 1-16,0 1 4 0,-1 0-2 0,0 0 7 15,1 0-3-15,3 3 7 0,2 2 10 0,-1-3-14 16,5 0-4-16,3-3 24 0,-2 5-6 0,26 3 3 16,-29-9-5-16,0 0 5 0,-2-2-2 0,-3 3 10 15,3-1-13-15,-3-1 11 0,-1 3-7 0,-3-2 0 16,-1 0 0-16,-12-3 0 0,-2 0-7 0,2-2 0 0,1 5 0 16,-1-4-6-16,-2 2 0 0,-2-2-5 15,0 2-5-15,-4-2 0 0,-1 0 2 0,-6-3-2 16,-2 1-7-16,-2 0 7 0,1-3-7 0,-2 2 4 15,-1 0 4-15,-2 0 3 0,1-3 3 0,-2 1-3 16,0 0-4-16,0 0-2 0,-2 0-10 0,2-2 12 16,-2 1-3-16,-3 1 3 0,0 0-5 0,-1-2 2 15,-6-2-5-15,9 5-1 0,-5-1-5 0,-4-4-4 16,5 5 8-16,-5-5-6 0,0 0 2 0,2 7-5 16,-2-7 0-16,-8 7-1 0,0-1 2 0,-2 0-5 0,-3-1 3 15,-2 4 0-15,-4-3-3 0,-7 4 3 16,-2 2-7-16,-1 1 2 0,-4-1-2 0,-2 2 3 15,-14 4-1-15,1 2 2 0,-3 1-9 0,-3 1 2 16,0-1-1-16,2-3 0 0,0 5 5 0,3-2-5 16,-2 3-1-16,0 1 1 0,-4 3-1 0,2 1 6 0,1 1-2 15,-3 2-1-15,-1 0 3 0,0-1 3 16,1-1 2-16,-1 1-1 0,-21 13-1 0,21-15 3 16,-1 2 2-16,0-1 2 0,-1-1-2 0,1 1 1 15,-22 11 1-15,3 2-4 0,22-15 1 0,-1 2-3 16,-1-1 0-16,5-6 0 0,0 2-1 0,16-8-2 15,5-1 1-15,0 0-1 0,4-1-4 0,1 3 1 16,2-4-2-16,8-3-1 0,-2 2 1 0,5-1 2 16,-1 1-2-16,-1-2-2 0,2 2 2 0,-3-3 3 15,2 4-6-15,-2 0 0 0,1-1 2 0,-1-3-7 16,3 1-23-16,2-1-15 0,0-3-17 0,1 0-18 16,3-1-13-16,0-3-15 0,-2 2-18 0,8-5-42 15,-6 3-36-15,6-3-128 0,0 0-357 0,0 0 158 16</inkml:trace>
  <inkml:trace contextRef="#ctx0" brushRef="#br0" timeOffset="-88421.4">18354 14434 47 0,'0'0'107'15,"0"0"-6"-15,0 0-17 0,0 0-3 0,0 0-9 16,-4-15-6-16,4 15-5 0,0 0-11 0,0 0-4 16,0 0-11-16,-8-12 5 0,8 12-2 0,-7-5-7 15,7 5-1-15,-9-4 0 0,9 4-7 0,-12-5-10 16,12 5 6-16,-15-3-13 0,15 3 13 0,-13-4-5 15,13 4-5-15,-13-2-3 0,13 2 2 0,-11-4-6 16,11 4 3-16,-8-4-1 0,8 4-4 0,0 0 1 16,0 0-5-16,-14-3 5 0,14 3 4 0,0 0-5 15,0 0-18-15,0 0 13 0,0 0 1 0,0 0 4 16,0 0-9-16,0 0-1 0,0 0 11 0,28-7-2 16,-15 7 5-16,-13 0-2 0,23 0-2 0,-9 0 3 15,-1 0-2-15,-13 0 7 0,28 3-8 0,-10-3 9 16,-5 0-4-16,6-3-5 0,-1 6 17 15,0-6-8-15,-2 3 1 0,-16 0-1 0,28 0-7 0,-8 3-7 16,-9-2-34-16,0 2-42 0,-11-3-79 0,12 3-173 16,-12-3 77-16</inkml:trace>
  <inkml:trace contextRef="#ctx0" brushRef="#br0" timeOffset="-88146.04">18296 14777 5 0,'0'0'91'0,"-5"6"-10"0,5-6-11 15,0 0 9-15,0 0-19 0,0 0-8 0,-2 7-1 16,2-7-11-16,0 0 2 0,-2 6-5 0,2-6-21 16,0 0-4-16,0 0-3 0,0 0 3 0,0 0-14 15,-1 9-22-15,1-9-33 0,-2 7-39 0,2-7-104 16,-8 8 46-16</inkml:trace>
  <inkml:trace contextRef="#ctx0" brushRef="#br0" timeOffset="-87737.46">18201 15048 19 0,'0'0'126'15,"0"0"2"-15,-13-12-5 0,13 12 0 0,0 0-3 16,-8-5 0-16,8 5-10 0,-4-6-3 0,4 6-11 16,-6-7-7-16,6 7-12 0,-7-6-6 0,7 6-9 15,-7-5-3-15,7 5-6 0,-8-9 2 0,8 9-7 16,-6-5-15-16,6 5 3 0,-7-5-4 0,7 5 0 16,-5-5-5-16,5 5-5 0,0 0 0 0,-5-4-2 15,5 4-5-15,0 0 1 0,0 0-4 0,0 0 0 16,1-10-4-16,-1 10-2 0,14-8 4 0,-3 5-4 15,3-1 6-15,2-1-14 0,4 0 6 0,-3 1 5 16,3-1-2-16,0 0 2 0,7 0-2 16,-7 2 3-16,-2-1-5 0,0 3-4 0,1-3 3 15,-1 2 5-15,-1-1-8 0,-3 0 5 0,-1 5-2 0,-1-4-6 16,-1 4-16-16,-5-2-27 0,-6 0-38 0,15 1-35 16,-10 2-16-16,-5-3-23 0,7 2-81 0,-7-2-257 15,0 0 114-15</inkml:trace>
  <inkml:trace contextRef="#ctx0" brushRef="#br0" timeOffset="-87537.63">18337 14833 162 0,'-6'-7'171'0,"6"7"-15"0,-6-3-20 0,6 3-12 0,0 0-18 16,0 0-7-16,0 0-11 0,0 0-7 15,-10 13-3-15,10-2-4 0,-1 3 4 0,-1 2-6 16,0 3 3-16,2 0-2 0,0 4-2 0,-2 1-9 15,1-3 0-15,1 3-9 0,0-5-2 0,0 0-6 0,1 2-8 16,-1 3-54-16,2-5-74 0,0 1-75 16,-2-1-114-16,1-1-304 0,1-1 135 0</inkml:trace>
  <inkml:trace contextRef="#ctx0" brushRef="#br0" timeOffset="-86420.45">19945 14479 69 0,'0'0'93'0,"-8"-4"-13"0,8 4 0 0,-6-4-9 16,6 4-6-16,0 0-10 0,-9-4-3 0,9 4-6 0,0 0-8 16,-8-2 0-16,8 2-7 0,0 0-5 0,0 0-8 15,-9-3 0-15,9 3 4 0,0 0-5 0,0 0 2 16,0 0 2-16,42-2-1 0,-12 2 1 16,3 0 8-16,4 0-2 0,18-1 5 0,1 1 5 15,2-3 1-15,3-1-4 0,3-1 4 0,3 1-3 0,-1-2 0 16,29-1 2-16,-30 2 0 0,28-3-4 0,-3 4 14 15,-24-1-8-15,1-1-3 0,28-3 0 0,-3 0 0 16,-31 4 1-16,2-1-3 0,1 2-1 16,-2-1 1-16,-7 3-3 0,-15 0-14 0,-4-1 0 0,-1 0-6 15,-3 0 0-15,-6 2 6 0,-6 1-5 0,-2-1-5 16,-6-1 2-16,1 2-4 0,-6 0-11 0,-1 0 6 16,-6 0 3-16,13 0 6 0,-13 0-3 15,9 0-2-15,-9 0-1 0,0 0 6 0,9-2-11 16,-9 2 9-16,0 0 3 0,0 0-4 0,0 0 2 15,0 0 1-15,0 0-5 0,-18 18-10 0,8-12-24 0,-1 1-31 16,2-1-54-16,-6 3-32 0,2 2-102 0,-6 1-270 16,1-4 120-16</inkml:trace>
  <inkml:trace contextRef="#ctx0" brushRef="#br0" timeOffset="-84337.4">17030 13715 15 0,'0'-14'106'0,"0"5"-19"0,0 9-3 16,-1-10-10-16,1 10-11 0,0-10-1 0,0 10-10 15,-2-9-8-15,2 9-1 0,0 0-3 0,0-9-7 16,0 9-6-16,0 0-6 0,0 0-7 0,0 0-7 16,0 0-5-16,0 0 5 0,0 0 7 0,-2 25-1 15,4-7 6-15,-2 8 1 0,0 4 11 0,0 2 10 16,-1 0-9-16,-2 3 4 0,1 1-1 0,-2 10 4 15,-1-12 9-15,3 0-3 0,-1 0 7 0,-1-4-5 16,3 2 0-16,0-4-4 0,1-2-4 0,0-6-3 16,-2-2-1-16,2-1-4 0,2 0-12 0,-2-1 6 15,1-5-8-15,-1 0 6 0,1 0-9 0,0-2 0 16,1 1 6-16,-1-3-6 0,0-1-3 0,1 5-4 16,-1-6-3-16,-1-5 5 0,5 10-1 0,-5-10-30 15,1 9-29-15,-1-9-30 0,-1 7-58 0,1-7-91 16,-8 7-248-16,8-7 110 0</inkml:trace>
  <inkml:trace contextRef="#ctx0" brushRef="#br0" timeOffset="-82305.06">17109 13608 44 0,'0'0'77'16,"-6"-6"-15"-16,6 6 0 0,0 0-9 0,-7-4-11 15,7 4 0-15,0 0-10 0,-5-4 4 0,5 4-5 16,0 0-5-16,0 0 1 0,-5-5 0 0,5 5-14 15,0 0 1-15,0 0-3 0,0 0 7 0,0 0-13 16,0 0 5-16,0 0-6 0,0 0 1 0,-8-3 3 16,8 3-7-16,0 0-3 0,0 0 1 0,0 0 1 15,0 0-3-15,0 0 4 0,0 0 1 0,0 0-2 16,0 0 2-16,0 0-10 0,0 0 11 0,0 0-4 16,0 0-1-16,0 0-2 0,0 0-1 0,0 0 8 15,0 0-4-15,0 0 1 0,0 0-4 0,0 0 1 16,0 0 3-16,0 0-5 0,0 0 1 0,0 0 3 15,0 0-2-15,0 0 5 0,0 0-3 0,0 0 3 16,0 0 1-16,0 0-6 0,0 0 4 0,0 0-5 16,0 0 3-16,0 0 2 0,0 0 1 0,0 0-9 15,0 0-1-15,0 0 1 0,0 0 4 0,0 0 0 16,0 0-4-16,0 0 6 0,0 0-5 0,0 0 4 16,0 0-8-16,0 0 13 0,0 0-4 0,0 0 0 15,0 0 3-15,0 0 5 0,0 0 0 0,0 0-5 16,22 14 8-16,-10-13-7 0,2 0 7 0,4-1-4 15,1 2 10-15,3-2-1 0,8-2-1 0,2 1-4 16,1 0-2-16,1-1 6 0,3 0-2 0,0 1 4 16,1 0-3-16,0 1 10 0,13-3-5 0,-12 2 9 15,13 0 3-15,-13 1-2 0,14 1 4 16,-1-1-3-16,1 0-7 0,1-1 10 0,-1 0-2 0,0-1 2 16,1 2-3-16,-16 0-7 0,14-1 18 0,-15-1-10 15,2 2 0-15,-1-2 7 0,0 0 3 0,-2-2-7 16,0 2-3-16,-4-2-2 0,-1 1 0 15,-2-1 0-15,-7 1-2 0,-2 1-8 0,-1-1 3 0,-1 2 0 16,-5-2-8-16,1 3 2 0,0 0 7 0,0-1-18 16,-4 1 7-16,2-2 0 0,-1 2 3 0,-11 0 11 15,16 0-18-15,-10-2-5 0,-6 2 6 0,14-1-5 16,-14 1-1-16,12-1-3 0,-12 1 8 0,11 1 2 16,-11-1-9-16,8 0 6 0,-8 0-5 0,0 0 0 15,11 0 3-15,-11 0-2 0,7 0 2 0,-7 0 3 16,0 0-4-16,0 0 0 0,12 1 2 0,-12-1-7 15,8 2 7-15,-8-2 5 0,0 0-2 0,12 0 0 16,-12 0-3-16,7 3 4 0,-7-3 1 0,0 0-5 16,9 0 3-16,-9 0-2 0,0 0-3 0,0 0 3 15,0 0-4-15,9 0-3 0,-9 0 7 0,0 0-3 16,0 0-1-16,0 0-9 0,5 3 15 0,-5-3-5 16,0 0 4-16,0 0-4 0,0 0 1 0,0 0 4 15,0 0-8-15,0 0 4 0,0 0 0 0,0 0-3 16,0 0 2-16,0 0-3 0,0 0 8 0,0 0-3 15,0 0 1-15,0 0-1 0,0 0 3 0,0 0 1 16,0 0 3-16,0 0-3 0,0 0 1 0,0 0-3 16,0 0-4-16,12-4-1 0,-12 4 12 0,4-5-6 15,-4 5-5-15,2-8 0 0,-2 8-6 0,5-3 4 16,-5 3-3-16,7-5 3 0,-7 5 1 0,5-5-2 16,-5 5 3-16,0 0 3 0,5-5-3 0,-5 5-4 15,0 0 4-15,0 0-8 0,10-1 1 0,-10 1-7 16,0 0 6-16,12 10 1 0,-7-6-2 0,-1 1 4 15,1 2-1-15,0 0 2 0,0 3 3 0,1-1-2 16,2 1 0-16,-2-1 2 0,1 1 2 0,-2-1 3 16,4-1 6-16,-3 1-1 0,1-2-3 0,-4-1 6 15,3 0 2-15,-3-1-9 0,1-2 9 0,-4-3-2 16,8 8-1-16,-8-8-8 0,4 4-2 0,-4-4 8 16,0 0-3-16,4 5 10 0,-4-5 1 0,0 0-2 15,0 0 1-15,0 0-6 0,0 0-3 0,12-9-2 16,-9 3 3-16,-3 6-4 0,7-10 0 0,-3 1-4 0,-1 4 3 15,2-3-1-15,-1-2 0 0,0 1 1 16,2 0-6-16,-1 1 2 0,0-1 0 0,0-1 2 16,1 2-1-16,-1 0-2 0,0 1-3 15,1-1 1-15,-2 3 2 0,1-1-1 0,0 1 2 0,2 2 2 16,0-1-6-16,-7 4 4 0,12-3-1 0,-4 2-2 16,-8 1-1-16,15 3 2 0,-6 0 3 0,1 2 1 15,0 0-2-15,-1 2-2 0,0 1 0 0,0-2 0 16,-1 1 0-16,-1 1 3 0,2 1-3 0,0-2 4 15,-2 2-2-15,0-4 1 0,0 3-1 0,0-1 6 16,1-3-4-16,-3 2 6 0,0-2 0 0,0 0-1 16,-5-4-1-16,11 6-1 0,-8-4 5 0,3 1 3 15,-6-3 0-15,9 0 1 0,-9 0-2 0,10 2 3 16,-10-2-4-16,0 0-3 0,10-6 0 0,-5 2-1 16,-5 4-3-16,10-7-2 0,-3 2-1 0,0 0 6 15,0 1-4-15,-1-3 3 0,4-1-5 0,1 0 2 0,-4 1-1 16,1 0-2-16,2-1 4 0,-1 0-3 15,-1 3 0-15,-1-1-2 0,1 1 4 0,-3 0-5 16,2 2 1-16,-1-1-2 0,0 1 5 0,-6 3 1 16,12-3 2-16,-12 3-4 0,14 3-5 0,-6-1 4 15,-2 1 1-15,3 1-6 0,-3 2 3 0,1 1 4 16,-1-1-1-16,0 2 0 0,1 1-6 0,-1-2 10 16,1 1-6-16,-2 0 9 0,-1-2-7 0,2 1 3 15,0 0-3-15,-2-2 2 0,1 0-1 0,0-1 2 16,-5-4-2-16,9 6 2 0,-6-1-2 0,2-3 3 15,-5-2 0-15,10 3 3 0,-10-3-4 0,9 1 4 16,-9-1-3-16,12-1 1 0,-12 1-4 0,12-5 3 16,-5 2-1-16,-1-1-1 0,2 0-4 0,1-1 4 15,-1-1-1-15,1-1 0 0,1 0-3 0,-4 0 3 16,3 1-5-16,-1 0-4 0,1-2 7 0,-2 3 1 16,1-3-2-16,-3 3 3 0,4-1-2 0,-4 3-1 15,0-1-1-15,-5 4-2 0,11-6 1 0,-5 5 1 16,-6 1-4-16,0 0 3 0,13 1-2 0,-13-1 0 15,9 5-5-15,-5-1 5 0,1 0-1 0,1 1-1 16,-1 2-2-16,0 2 4 0,0-5 2 0,1 3-4 16,1 2-1-16,-3-4 7 0,0 0-2 0,1 2 1 0,-1-3-5 15,1 2 5-15,0 0-1 0,1-3 3 16,-1 0-3-16,2 1 5 0,-1-3-6 0,-6-1 4 16,13 2-2-16,-5-2-2 0,-8 0 5 0,15-3-1 15,-4 1 0-15,-2-2-3 0,0 0 1 0,2-2 2 16,-2 2 0-16,1-2 1 0,1-3-2 0,-2 2 1 15,2 1-1-15,-1-1-4 0,0 0 6 0,0 0 0 16,2-2-4-16,-2 3 1 0,-2-2 2 0,2 3-3 16,-4 1 1-16,2 1-3 0,-2-1 2 0,-6 4 0 15,14-4 2-15,-7 3-2 0,-1 0 1 0,-6 1-1 16,15 0-2-16,-15 0 3 0,12 2 3 0,-7 0 0 16,-5-2 2-16,14 3-2 0,-10 0 0 0,2 0-1 15,1 0-1-15,0-1 2 0,1 2-1 0,1-2 7 0,-1 4-1 16,-2-3-8-16,3 0-16 0,-3 1-12 15,2-2-12-15,1 3-12 0,2 0-31 0,-3-2-19 16,4 2-44-16,0-3-46 0,-1 2-147 0,0-1-367 16,-1-1 162-16</inkml:trace>
  <inkml:trace contextRef="#ctx0" brushRef="#br0" timeOffset="-81088.39">20287 13566 84 0,'-12'-4'97'0,"12"4"-5"15,-8-3-12-15,8 3-3 0,-6-2-19 0,6 2 0 16,0 0 3-16,-8-3-6 0,8 3-1 0,0 0-16 15,0 0 5-15,0 0-7 0,0 0 0 0,0 0-8 16,0 0-2-16,26-9 2 0,-14 5-6 0,0 3 4 16,2-3-9-16,-1 1 8 0,1 0-9 0,-1 0-1 15,6-2 4-15,-3-1-7 0,5 4 5 0,6-3-2 16,2 0-3-16,4 1-2 0,2-1-2 0,3 2 6 16,1 0 3-16,14-3 3 0,-1 2-2 0,-13 1-4 15,1 2 10-15,13-1-19 0,-2 0 12 0,-14 2 4 16,3 0-5-16,-4-2 3 0,2 1 2 0,12 1-7 15,-12-4 4-15,2 3 3 0,-4 0 0 16,1 0-4-16,-1-1 4 0,-2 1-7 0,-1 0-10 0,-2 0 13 16,-3 1-3-16,-6-1-5 0,-3 0 6 0,-2 2-3 15,-4-2 3-15,-1 0-2 0,-3-1 12 0,0 2-4 16,-9 0 3-16,11-1-1 0,-11 1-3 0,8 0-2 16,-8 0 2-16,0 0 0 0,10 0-4 0,-10 0-3 15,0 0 4-15,0 0-3 0,8-1-2 0,-8 1-1 16,0 0 0-16,0 0-4 0,0 0 3 0,0 0-5 15,0 0 0-15,0 0-4 0,9-2 2 0,-9 2 4 16,0 0-4-16,0 0-5 0,0 0 7 0,0 0-10 16,0 0 6-16,0 0-4 0,0 0 1 0,0 0-1 15,0 0 5-15,0 0 0 0,0 0-2 0,0 0-3 16,0 0 1-16,-3 12-1 0,3-12 3 0,0 0-4 16,-3 13 3-16,3-13 2 0,0 9 0 0,0-9 0 15,-3 12-2-15,2-5 6 0,1 1 0 0,-2 0-1 16,2 2 4-16,-2 1 3 0,1 2-5 0,-1-1 3 15,1 1 3-15,0 3 4 0,-3 1 3 0,2 1-1 16,-1 2 6-16,0-3-3 0,2 2 4 0,0 0 0 16,-1 6 6-16,0 0 2 0,-1-5-1 0,2-2 4 15,-2 7-4-15,1-8 3 0,-1 9-3 0,2-7 5 0,-3-1-3 16,3 1-1-16,1 0 2 0,-1 1-18 16,1-3 1-16,-1 3-1 0,1-2 0 0,-2 0 1 15,2 7 4-15,0-9 1 0,-1 3-1 0,1-3-2 16,-1 3 2-16,1-2 5 0,-2 0-5 0,1 1 1 15,0-2 1-15,1 0 0 0,0 1-5 0,-1-6 0 16,-1 2 1-16,5 0-2 0,-3-3-2 0,2 2 0 16,0-1-1-16,-1 0 0 0,2 0-5 0,-2-1 2 15,0 1-2-15,4-2 2 0,-1-1-1 0,-2 1-5 16,1-3 2-16,1 3-2 0,0-2-2 0,-3 0-16 16,3-2-22-16,-3 1-34 0,3 3-42 0,-3-4-42 15,3 0-37-15,-4-5-47 0,3 13-130 0,-3-8-397 0,0-5 175 16</inkml:trace>
  <inkml:trace contextRef="#ctx0" brushRef="#br0" timeOffset="-80338.07">21487 14362 100 0,'0'0'105'0,"0"0"6"15,-8-2 6-15,8 2 11 0,0 0-12 0,0 0-2 16,-7-3 3-16,7 3-3 0,0 0-3 0,0 0-11 16,0 0-2-16,0 0-17 0,0 0-11 0,0 0-7 0,0 0-2 15,0 0-7-15,0 0-3 0,0 0-2 16,35-1-10-16,-15 1-3 0,10 0 1 0,0 0-7 15,5 0 0-15,2 0-1 0,2-2-6 0,16 1 1 16,6-2-5-16,-3-2 6 0,6 4-2 0,-4-2 3 16,2-1-1-16,-2-1-3 0,2 0 1 0,1-1 0 0,0 3-1 15,-1-2-3-15,-4 0-2 0,-1 0 0 16,-6 1 0-16,-11 1 0 0,-3 1-3 0,-1 0 1 16,-2 0 2-16,2 0 3 0,-3 2-5 0,-2-2-2 15,1 2 0-15,-3-4-2 0,-1 4 0 0,-1 2 1 16,-9-2 2-16,1 0 2 0,-2-2 7 0,1 2-6 15,-2-2 3-15,-3 1-1 0,0 1 6 0,-2 0 0 16,0 0 4-16,-1-2 0 0,-10 2 0 0,15 0 1 16,-8 0 0-16,-7 0 0 0,9 0 2 0,-9 0-3 15,10-2-1-15,-10 2-2 0,0 0 4 0,9 0-5 16,-9 0-2-16,0 0-2 0,0 0 0 0,0 0-5 16,0 0 6-16,7-2-17 0,-7 2-26 0,0 0-29 0,0 0-37 15,0 0-51-15,0 0-42 0,0 0-39 16,-28 3-176-16,22 0-425 0,-6-3 188 0</inkml:trace>
  <inkml:trace contextRef="#ctx0" brushRef="#br0" timeOffset="-79437.3">23141 14541 58 0,'0'0'266'0,"0"0"-9"0,0 0-18 0,0 0-25 0,0 0-19 16,0 0-22-16,0 0-18 0,0 0-9 0,0 0-12 16,0 0-10-16,25 17-10 0,-19-9-10 0,4 1-6 15,-3 1-8-15,3 3-22 0,0 1 2 0,3 0-16 16,-4 1-2-16,1 0-4 0,-1-1 0 16,0-1-1-16,2 2 1 0,-4-6-1 0,-1 1-3 0,1-2 4 15,-1-2 5-15,3 3-7 0,-5-4-3 0,1 0-4 16,-1-1 3-16,2 0 2 0,-2 0 4 15,-4-4 2-15,10 5 1 0,-10-5 4 0,8 1 4 0,-8-1-3 16,0 0-5-16,0 0 3 0,16-7-10 0,-13 3-1 16,1-1 3-16,-4 5-9 0,6-15-4 15,-2 8 0-15,0-5-5 0,0 2-5 0,2 0 4 0,0-8-7 16,1 1 0-16,1 1-3 0,0-1-5 0,1 0 2 16,3-6-14-16,-4 5-3 0,3-4 0 0,-3 4-3 15,2 4-2-15,0 1 0 0,-2 3-1 16,-2 1-1-16,1 0-18 0,-1 3-20 0,-2 1-32 15,0-1-40-15,-4 6-63 0,5-4-57 0,-5 4-49 0,0 0-210 16,0 0-542-16,0 0 240 0</inkml:trace>
  <inkml:trace contextRef="#ctx0" brushRef="#br0" timeOffset="-79121.5">23613 14694 126 0,'0'0'213'0,"2"5"6"16,-2-5-3-16,0 0-13 0,4 6-10 0,-4-6-12 16,3 6-10-16,-3-6-10 0,6 7-20 0,-2-2-9 15,-4-5-10-15,4 8-10 0,2-4 1 16,-2 0-2-16,1 0-5 0,6 0-5 0,-4-2-2 0,-1-1-3 16,6 1-4-16,-2-4-7 0,2 2-5 0,-1 0-10 15,3-3-5-15,-3 1 0 0,-2-3-5 0,1-1 6 16,-1 0-9-16,0-1-2 0,-2-2-2 15,1 2 4-15,-2 0 1 0,-1-5-4 0,-1 3-3 16,-1 0-6-16,-1-2-7 0,-2-1-5 0,-2 3 2 0,1 1-6 16,-6-2-7-16,1 3 1 0,-3 1-7 0,-4 0-7 15,1 3-10-15,-8 0-26 0,0 3-32 0,-2 1-41 16,-6 1-59-16,-3 4-74 0,4 0-68 0,-2 4-225 16,3 2-569-16,10-5 251 0</inkml:trace>
  <inkml:trace contextRef="#ctx0" brushRef="#br0" timeOffset="-76653.06">19655 13755 108 0,'0'0'183'0,"-4"-10"-9"0,-1 6-12 16,1-3-4-16,-1 3-14 0,-4-3-10 0,0 2-9 15,-1 0-11-15,-3-1-3 0,2 0-14 0,-1 3-6 16,-1 0-11-16,0-1-5 0,0 0-12 0,2 2-4 0,1 1-8 16,-4-1-1-16,1 0-11 0,1 1-2 0,-1 2-6 15,-1 1-4-15,-2 2-8 0,0 2 0 0,5 0-3 16,-4 3-4-16,1 1 2 0,1 0-3 16,3 0-3-16,2 0 2 0,2 1 0 0,-1-1-2 15,2 1 1-15,0-1-4 0,3 0-2 0,-1-1 1 0,3 0 1 16,0-1-2-16,0-8 3 0,5 15 20 15,0-8-3-15,-2-2-2 0,2 1-1 0,0 1 0 16,2-4 1-16,0 0 2 0,1 1 2 0,0-3 1 16,-1-1-3-16,6 1-1 0,-5-1-2 0,2 0-3 0,0-2 3 15,0-2-4-15,-3 2 1 0,3-1 0 0,-4-3 0 16,3 1 2-16,-2 0-4 0,-2 2-1 0,4-5 3 16,-4 0-6-16,1 4 0 0,-3-2 1 0,2-2-4 15,-1-3 1-15,-2 6 2 0,1-2-5 0,-3 7 1 16,5-13-1-16,-5 13-1 0,3-8 0 0,-3 8 0 15,1-7 2-15,-1 7-4 0,4-6-2 0,-4 6-1 16,0 0-2-16,0 0-1 0,0 0 2 16,0 0-3-16,0 0 0 0,0 0 0 0,4 17 0 0,-3-10 3 15,0 4-1-15,0-1 0 0,1 3 4 0,-2 3 1 16,0-5 1-16,2 5 3 0,0-1-2 0,-1-2 1 16,-1 0 6-16,1 1 1 0,0 1-1 0,-1-2-1 15,2-1-2-15,1-2-1 0,-3 1 1 0,2 0-2 16,-4 0-1-16,5-2 1 0,-3 2-3 0,0-2 1 15,0 1-2-15,0-1-19 0,0 1-11 0,0-4-26 16,0-6-36-16,0 18-25 0,-1-13-38 0,1-5-30 16,-2 13-29-16,2-4-137 0,-2-2-376 0,2-7 167 15</inkml:trace>
  <inkml:trace contextRef="#ctx0" brushRef="#br0" timeOffset="-76304.99">19688 13946 80 0,'0'0'184'0,"0"0"-12"15,0 0-14-15,0 0-7 0,0 0-5 0,0 0-6 16,0 0-6-16,0 0-9 0,-10 21-13 0,7-15-14 16,3-6-4-16,-1 14-13 0,1-6-4 0,1 1-8 15,1 0-4-15,0-1-8 0,3 1-4 0,2-2-4 16,0-3-8-16,1 3-1 0,2-4-4 0,-2 1-1 15,3-2-2-15,0-1-5 0,3-1-3 0,-3-1-4 16,1-1-1-16,2-2-1 0,-4 1 4 0,3-2 9 16,-3-1 2-16,-1-1 2 0,-1-2-4 0,0 1 3 15,-2-1 4-15,-2 0-5 0,-1-1-3 0,-1 1-4 16,-2-1-1-16,-2-1-3 0,0 2-7 16,-3-1 1-16,-2 0-3 0,1 2 0 0,-2-1-2 0,2 2-4 15,-3 3 0-15,0 0-8 0,1 0-2 0,-2 3-16 16,2 0-15-16,-3 4-15 0,-1-1-24 0,2 3-24 15,0-1-37-15,1 3-28 0,1-1-28 0,1 3-153 16,2-1-371-16,3 0 164 0</inkml:trace>
  <inkml:trace contextRef="#ctx0" brushRef="#br0" timeOffset="-76070.63">19923 13844 234 0,'2'-11'247'0,"-2"11"-11"0,0 0-22 0,-2-11-26 16,2 11-19-16,0 0-19 0,0 0-12 0,0 0-10 15,0 0-6-15,0 0-7 0,0 0-7 0,4 28-8 16,-5-18-5-16,1 6-9 0,1 1-1 0,-1 1-8 16,0-2-7-16,0 1-3 0,0 2-7 15,0-1-8-15,0-3-2 0,-1 4-6 0,-2-4-8 16,2 1-32-16,0 0-30 0,-2-2-36 0,-1 0-46 0,3-4-50 15,0 1-46-15,1 0-183 0,-4 0-418 0,4-3 186 16</inkml:trace>
  <inkml:trace contextRef="#ctx0" brushRef="#br0" timeOffset="-75838.18">20038 13891 17 0,'0'0'242'0,"-1"-9"-12"0,1 9-13 0,0 0-20 16,-5-9-16-16,5 9-7 0,0 0-9 16,0 0-18-16,-14 13-8 0,9-6-8 0,-2 1-12 15,1 2-13-15,1-2-9 0,2 3-7 0,-1 0-8 0,2-2-6 16,1 3-9-16,-1-1-10 0,2 0-4 0,2-1-13 16,0 0-19-16,2-1-26 0,1 2-36 15,3-2-45-15,-1-5-46 0,5 3-47 0,1-1-189 16,-3-1-398-16,3-2 176 0</inkml:trace>
  <inkml:trace contextRef="#ctx0" brushRef="#br0" timeOffset="-75487.92">20212 14043 150 0,'4'-6'176'0,"-4"6"11"16,9-7-9-16,-7 2-6 0,2 0-8 0,0 0-15 15,0 1-6-15,2-3-7 0,2-1-8 0,-4 2-9 0,4-3 0 16,-2 1-6-16,0-2 0 0,2 2-1 15,-3 0-6-15,0-3-6 0,-1 1 7 0,-1-1-11 16,-1 0-13-16,0-2-5 0,-1 4-10 0,-1-4-5 16,0 13-9-16,0-22-4 0,0 9-10 0,0 2-3 15,0 1-7-15,1 2-2 0,3-3-8 0,0 6 3 0,-1 0-8 16,1 0 1-16,-4 5-2 0,12-6-5 16,-3 6-1-16,-9 0 1 0,16 6-4 0,-7 0 5 15,1 0-2-15,-1 2 1 0,1 4-1 0,-3-1 8 16,-1-2-4-16,1 1 2 0,-2 4-1 0,-2-1 7 15,-1-2 1-15,1 0-3 0,-2 1-5 0,3-2 3 0,-3 0 0 16,0-5-5-16,1 2 1 0,1 2 0 16,4-2-2-16,-2 0-4 0,3-2 3 0,4 1 0 0,-1-2-11 15,6 0-36-15,0-3-35 0,2-1-35 16,2 0-43-16,-3-1-27 0,2-2-36 0,-1 2-41 16,0-3-156-16,-6 1-445 0,6-2 198 0</inkml:trace>
  <inkml:trace contextRef="#ctx0" brushRef="#br0" timeOffset="-72687.48">12931 13762 69 0,'0'0'164'0,"-2"-7"-2"0,2 7-1 15,0 0-12-15,0 0-4 0,0 0-8 0,0 0-9 16,-2-8-9-16,2 8-2 0,0 0-4 0,-4-8-4 16,4 8 12-16,0 0-8 0,0 0-9 0,-3-9-10 15,3 9-8-15,-3-7-9 0,3 7-7 0,-4-5-7 16,4 5-6-16,0 0-5 0,-4-7-7 0,4 7-5 16,0 0-2-16,-3-10-5 0,3 10-3 0,0 0-2 15,-2-6-6-15,2 6-2 0,0 0 4 0,0 0-11 16,0 0 9-16,-2-9-13 0,2 9-4 0,0 0-5 15,0 0-3-15,0 0 1 0,0 0 0 0,0 0 1 16,0 0 0-16,0 0-1 0,7 37 3 0,-6-21 8 16,2 2 0-16,-1 1 5 0,-2 6 1 15,0-5 2-15,2-2-1 0,-2 1-1 0,-2 6-15 0,2-6 6 16,0 0-3-16,0-1 4 0,0 0-5 0,-2-3 2 16,4 2 2-16,-2-5 0 0,0 0-1 0,0 0 0 15,0-3 4-15,0 3-5 0,0-4-2 0,0 0-2 16,0 1-18-16,0-9-26 0,0 11-40 15,0-11-35-15,0 11-31 0,0-11-25 0,0 7-24 0,0-7-150 16,5 5-379-16,-5-5 168 0</inkml:trace>
  <inkml:trace contextRef="#ctx0" brushRef="#br0" timeOffset="-72436.83">13122 13751 139 0,'4'-7'190'0,"-4"7"-8"16,0 0-15-16,4-5-19 0,-4 5-3 0,0 0-3 16,0 0 12-16,0 0 4 0,1 20-10 0,-2-8-12 15,1 3-12-15,-2 1-8 0,0 1-10 16,-2 1-10-16,4-1 2 0,-4 0-18 0,4 0-8 0,-1 0-1 16,-1-1-10-16,0 2-10 0,0-2 0 0,0 0-3 15,2-5-9-15,0 5-4 0,-2-3-19 16,2-2-30-16,0 0-40 0,0-3-38 0,-2 2-43 15,4-3-39-15,-2 1-33 0,0-8-143 0,2 11-379 16,-2-6 168-16</inkml:trace>
  <inkml:trace contextRef="#ctx0" brushRef="#br0" timeOffset="-72197.6">13279 13772 178 0,'0'0'181'15,"0"0"-10"-15,0 0-14 0,0 0-2 0,0 0-4 16,-20 10-10-16,11-1-2 0,-4 1-12 0,4 3-9 16,-1-2-13-16,2-2-8 0,1 2-8 0,0-3-7 15,2 2-1-15,1-1-14 0,0 1-6 0,3-1-6 16,1-2-6-16,0-7 0 0,1 14-8 16,3-8 0-16,2 0-6 0,4 0-4 0,-1-2-3 0,4-1-5 15,5 0 1-15,3 0-18 0,0-2-29 0,0 1-31 16,2-4-48-16,4 1-46 0,-8-1-36 15,4 0-145-15,-4-3-356 0,-2 3 158 0</inkml:trace>
  <inkml:trace contextRef="#ctx0" brushRef="#br0" timeOffset="-71871.5">13549 13946 111 0,'0'0'156'0,"0"0"-1"0,11-12-8 0,-4 9-6 0,-2-3-10 16,1 2-4-16,1-4-9 0,-1 3-9 15,2-5 2-15,-2 3-12 0,1-2 1 0,-3-1-1 0,2 4 5 16,-1-3-8-16,0 1 6 0,-3-2-1 0,1 1-2 16,1-2-1-16,-4 3 0 0,2-3-1 0,-2 2-15 15,-2-1-7-15,2 1-8 0,0 9-4 16,4-17-10-16,-2 7-7 0,-2 2-2 0,7 1-9 16,0 0-2-16,-2 2-5 0,3 1 6 0,1-1-14 0,5 3 8 15,-5 2-12-15,4 0-1 0,1 2-4 16,-1 0-3-16,-1 5 2 0,1-3-2 0,1 5-1 15,-5-3 1-15,4 8-4 0,-2-2 2 0,-4-2-3 16,-3 3 5-16,1-1-4 0,1 3 3 0,-2-3-4 16,0-1 2-16,-4-2 0 0,4 1-4 0,-2 1-1 0,3 0 2 15,-3 0-12-15,2-1-28 0,0 0-37 0,4 0-34 16,-2 2-30-16,1-3-46 0,4-1-46 0,1 3-162 16,1-1-424-16,-2-1 189 0</inkml:trace>
  <inkml:trace contextRef="#ctx0" brushRef="#br0" timeOffset="-71220.69">13310 15726 46 0,'0'-14'213'0,"2"3"5"0,-4-2-8 0,2-2-12 16,0 4-5-16,0 0-1 0,0 1 2 0,0 10-10 16,-2-11-2-16,2 11-11 0,0-12-13 0,0 12-14 15,0-7-15-15,0 7-14 0,0 0-17 0,0 0-7 16,0 0 3-16,0 0 46 0,0 0-10 0,0 0-6 15,2 26-9-15,-2-12-13 0,0 1-2 0,0 2-10 16,0 1-6-16,-2-2-9 0,2 4-1 16,0-1-10-16,-2-3-3 0,2 1-14 0,0-1-5 0,2 3 0 15,-2-3 0-15,2-2-6 0,0 1-17 0,-1 0-21 16,1-3-29-16,2 0-37 0,-1-2-42 0,-1 0-40 16,1 1-43-16,-1-2-41 0,0-3-40 0,0 2-40 15,0-2-160-15,5-3-513 0,-1 2 228 0</inkml:trace>
  <inkml:trace contextRef="#ctx0" brushRef="#br0" timeOffset="-71003.44">13620 15651 60 0,'0'0'269'0,"-2"-10"-12"0,2 10-18 0,0 0-20 0,0-9 5 15,0 9-3-15,0 0 1 0,0 0-10 16,0 0-13-16,0 0-13 0,-4 34-5 0,-1-19-9 15,5 1-15-15,-2-1-18 0,0 3-13 0,0-1-5 16,0 0-17-16,0 0-10 0,4 2-8 16,-4-1-13-16,2-2-8 0,-1 2-6 0,-2-3-37 0,3 2-38 0,0-2-39 15,0-2-48-15,-2-3-51 0,0 2-63 16,4-3-61-16,-2-2-203 0,0-7-521 0,0 0 231 16</inkml:trace>
  <inkml:trace contextRef="#ctx0" brushRef="#br0" timeOffset="-70787.39">13753 15686 101 0,'0'0'253'0,"-14"2"-2"0,14-2-6 0,-15 9-3 16,5-2-16-16,2 1-15 0,-3 3-14 0,-1 1-14 15,5 0-11-15,1-3-12 0,2 2-14 0,-1 2-16 16,0-3-14-16,5 2-6 0,0-1-15 0,0 0-8 15,0 1-12-15,5-3-5 0,0 0-19 0,1 0-18 16,3-1-34-16,3-3-44 0,1 0-48 0,0-2-45 16,8-1-58-16,-1 1-45 0,0-3-166 0,2-3-441 15,-3 2 196-15</inkml:trace>
  <inkml:trace contextRef="#ctx0" brushRef="#br0" timeOffset="-70421.28">14030 15893 89 0,'0'0'189'0,"11"-3"2"16,-11 3 1-16,6-2-4 0,-6 2-1 0,7-4-10 0,-3 0-6 16,-4 4-7-16,8-5-5 0,-4 1 0 0,2-1-6 15,-1 0-4-15,-1 0-7 0,3 0-6 0,-7 5-4 16,7-11-10-16,-4 3-2 0,0 0-7 0,-2 1-8 16,1-3-7-16,0 2-5 0,-2-3-5 15,2 3-6-15,-2-2-7 0,3-1-16 0,-1 0-15 16,0 1 8-16,3 2-6 0,0 0-5 0,-1 2-6 15,2-2 4-15,1 3-14 0,0 0-3 0,0 2 1 0,4 1 5 16,-5 1-12-16,-6 1-5 0,18 5 0 0,-11 0-5 16,-2-1-1-16,2 5 10 0,0 1-14 0,-3 2 7 15,-2-1-16-15,0 1 17 0,1 4 7 16,-4-3-5-16,-1 0-1 0,2-2 0 0,0 1-1 16,0-1-1-16,0 0 0 0,0 0 9 0,2-2-11 15,-2-1 0-15,3-2-2 0,1 1 0 0,-2-1-4 16,8-2-18-16,0 0-20 0,1-1-24 0,3-3-36 15,4-3-38-15,1-2-34 0,1-1-37 0,0-1-29 0,0-1-35 16,5-5-202-16,-10 4-512 0,8-7 227 16</inkml:trace>
  <inkml:trace contextRef="#ctx0" brushRef="#br0" timeOffset="-68370.45">10661 14243 67 0,'2'-12'208'15,"-2"12"-19"-15,0 0-17 0,2-6-15 0,-2 6-16 16,0 0-10-16,0 0-9 0,0 0 3 0,0 0 4 15,17 18-5-15,-10-8-3 0,2 3-11 0,0 3-10 16,-2 0-4-16,4 2-2 0,-4 0-4 0,2-2-12 16,0 0-7-16,-2 2-6 0,-1-3 1 0,0 1-5 0,-1-5-3 15,0-2-9-15,-1 1 2 0,1-1-7 16,-2-3 2-16,1 0-5 0,-2-1 3 0,2 0 1 16,-4-5 9-16,4 8 5 0,-4-8 11 0,5 5-1 15,-5-5-4-15,3 5-6 0,-3-5 1 0,0 0-10 16,0 0-4-16,10-13-5 0,-6 7-3 0,2-3-8 15,-1-1 0-15,2-1-6 0,0-4-8 0,2 0 4 0,-2 0-3 16,-1-1-3-16,-1 1-5 0,2-3-9 16,1 1 3-16,-4-1-5 0,3 1 1 0,-1 2-8 15,-2 3-1-15,0 1-28 0,-3 4-32 0,2 1-46 16,-3 6-58-16,3-8-46 0,-3 8-22 0,0 0-11 16,0 0-170-16,0 0-458 0,6 19 204 0</inkml:trace>
  <inkml:trace contextRef="#ctx0" brushRef="#br0" timeOffset="-68154.33">11080 14430 10 0,'0'0'263'0,"0"0"3"0,6-3-3 16,-6 3-7-16,0 0-7 0,0 0-23 0,0 0-17 15,0 0-24-15,0 0-17 0,0 0-11 0,0 0-20 16,4 10-12-16,-4-10-12 0,-3 17-13 0,2-6-7 15,1-1-12-15,-2 1-6 0,2 8 0 0,0-1-15 16,0-1-23-16,1 1-25 0,-2-1-35 0,2 2-31 16,0-1-52-16,-1 1-42 0,4-3-52 0,-1 4-44 15,0 4-154-15,4-4-431 0,-3-1 191 0</inkml:trace>
  <inkml:trace contextRef="#ctx0" brushRef="#br0" timeOffset="-67670.31">10663 15547 276 0,'-2'-7'291'0,"2"7"-5"0,-6-9-8 15,4 4-14-15,2 5-16 0,0 0-33 0,-3-8-17 16,3 8-20-16,0 0-20 0,0 0-18 0,0 0-14 16,0 0-13-16,0 0-12 0,0 0-11 0,17 18-6 15,-9-9-11-15,2 4-11 0,0-1-3 0,-2-2-6 16,-2 1 32-16,2 0-12 0,0-1-8 0,-2-2-2 15,3 1-7-15,-3-3-8 0,1 4-6 16,-3-4-2-16,1 0 1 0,0-2-4 0,-2-1-1 0,-3-3-4 16,9 6 4-16,-7-3 14 0,-2-3 10 0,0 0 1 15,0 0 5-15,0 0 1 0,16-9-2 0,-11 1-11 16,1-4-6-16,0 2 2 0,-1-3-10 0,0-5-1 16,4 0-7-16,0 0-5 0,0-8-2 0,-1 2 5 15,1-3-4-15,1 3-10 0,-2-3 3 0,-2 8-14 16,2-7-8-16,-1 9-13 0,0 2-10 15,-2 3-39-15,-1 2-8 0,-2 3-37 0,-2 7-51 0,3-11-56 16,-3 11-51-16,6-7-26 0,-6 7-20 0,0 0-216 16,0 0-575-16,0 0 255 0</inkml:trace>
  <inkml:trace contextRef="#ctx0" brushRef="#br0" timeOffset="-67453.24">11086 15553 50 0,'1'7'286'0,"1"0"5"0,-2-7 12 0,1 16-5 16,-2-6 5-16,1 2-27 0,-2-2 16 0,0 2-24 0,1 0-13 15,-1 3-22-15,4 1-17 0,-4-2-22 16,1-3-20-16,-2 5-18 0,2-4-13 0,0 5-15 16,1-1-13-16,0-5-28 0,2 1-30 0,-2-1-49 15,2 1-56-15,-1-3-74 0,-1 2-81 0,1-4-108 16,1 2-265-16,-1-3-622 0,-1-6 276 0</inkml:trace>
  <inkml:trace contextRef="#ctx0" brushRef="#br0" timeOffset="-64653.46">17174 15287 87 0,'0'0'87'0,"0"0"3"16,-2-7 12-16,2 7-7 0,0 0-10 0,-8-5-2 15,8 5-6-15,0 0 2 0,-5-6-2 0,5 6-9 16,-4-6 2-16,4 6-6 0,0 0-1 0,-8-6 2 16,8 6 6-16,-5-3-14 0,5 3 1 0,-7-7 3 15,7 7-4-15,-7-3-2 0,7 3-7 0,-6-3 1 16,6 3 0-16,0 0-6 0,-9-6-4 0,9 6-5 16,0 0-3-16,-9-2-4 0,9 2-2 15,0 0-2-15,0 0-11 0,-11 1-6 0,11-1-15 16,-10 6-3-16,10-6-18 0,-10 4-17 0,5-1-15 15,5-3-6-15,-7 7-11 0,7-7-6 0,-8 4 7 16,8-4-21-16,-5 5 1 0,5-5 2 0,-7 8-6 0,7-8 6 16,-3 5-67-16,3-5-176 0,-4 8 77 0</inkml:trace>
  <inkml:trace contextRef="#ctx0" brushRef="#br0" timeOffset="-63620.28">17004 15280 18 0,'-3'-7'44'0,"3"7"3"0,0 0 1 0,0 0 3 16,-4-7 5-16,4 7 19 0,-3-7-7 0,3 7 5 16,0 0 4-16,-1-7 5 0,1 7 1 0,0 0 0 15,-2-9 7-15,2 9 3 0,0 0 5 16,0 0 5-16,0 0 0 0,-2-8 1 0,2 8-4 16,0 0 4-16,0 0-4 0,0 0-4 0,-3-7 0 0,3 7-6 15,0 0-6-15,0 0-6 0,0 0-6 0,0 0-2 16,0 0-10-16,0 0-4 0,0 0-6 15,0 0-5-15,0 0-9 0,0 0-2 0,0 0-3 16,0 0 1-16,0 0-2 0,0 0-2 0,8 19 6 16,-4-9 3-16,-3 3 7 0,2 4 2 0,1 3 4 15,0 3 1-15,-2 5 0 0,2-3 2 0,-2 4-2 16,-2-1 11-16,0 2-8 0,3-2 3 0,-3 1-8 16,-1 1 3-16,-1-2 2 0,2 0 1 0,2-2-1 0,-4 1-4 15,2-1 1-15,0-7-7 0,0-1-3 16,2 0-3-16,-2-1-5 0,1 0 4 0,0-4-9 15,0 0-7-15,1-3 0 0,-1 2-3 0,0-1-3 16,2 0 6-16,-1-2-5 0,0 2-1 0,-1-6-5 0,0 3 2 16,1-2-2-16,-2-6-1 0,1 10 0 15,0-5 1-15,-1-5-3 0,3 10 5 0,-3-10-2 16,2 6 7-16,-2-6-9 0,0 0-6 0,4 7-2 16,-4-7 1-16,0 0 2 0,0 0 3 0,1 7-4 15,-1-7-3-15,0 0 5 0,0 0 3 0,0 0-6 16,0 0 13-16,4 4-9 0,-4-4-4 0,0 0 2 15,0 0-2-15,0 0 1 0,0 0 0 0,0 0-7 16,4 5 5-16,-4-5-2 0,0 0 4 0,8 3 7 16,-8-3-1-16,9 2-2 0,-2-1-5 0,1 0 9 15,2 1-10-15,3-1 3 0,-3 1 5 0,2-1-6 16,2-1 2-16,-4 4 3 0,4-2-4 0,-4 1 8 16,1 1-13-16,0-1 6 0,-2 1-2 0,0 0 2 0,0 1-4 15,-3-1 2-15,-1 0 0 0,2 4-6 0,-3-4 1 16,1 5 2-16,-4 2 3 0,-2 0-7 15,-3 0 6-15,-1 5 9 0,-4 0 1 0,-4 7 5 16,-2-1 1-16,-4 3 7 0,-1-3-12 0,0 2-7 16,0 0 49-16,-1-1-4 0,-1 0-6 0,1-2-6 0,0 0-4 15,-1-1 1-15,11-3-6 0,-3-1-6 0,3-1 0 16,0 1-1-16,6-1-5 0,0 0-3 16,1-3 2-16,1 1-3 0,3-1-14 0,0 0-17 15,3 0 15-15,0-2 5 0,2 2-1 0,1-2-3 16,2-1-4-16,-1 1-2 0,4-3-7 0,-4 3 2 15,2-3-19-15,0 1 22 0,-1-1 2 0,-2 1-1 16,2-2 3-16,-2 1 3 0,-2 0-8 0,0-2-14 16,0 0 19-16,-3 2 3 0,2 0 2 0,-3 2-8 15,-2 2 7-15,0 0 3 0,-1-1-4 0,-2 3 0 16,-1 1-1-16,-3 0 9 0,-1 1-3 0,2 1 0 16,-1-1-4-16,1 1 7 0,2 1-4 0,1-4-1 15,-2 3 5-15,2-1-13 0,3 0 7 0,-8 2 2 16,6-2-3-16,1 1-2 0,2 0-4 0,1 2 15 15,1-1-6-15,-1 0-3 0,0-2 16 0,1 2-5 16,-1-2-6-16,2-2 4 0,0-3-4 0,1 3-2 16,-2-2 5-16,3 0 1 0,-2-1-7 0,1 1 3 15,-3 1 2-15,2 1-4 0,-2-1 3 0,2-2-1 16,-4 3-36-16,2-3 2 0,0 6 18 0,-2-4-6 16,-3-2-5-16,2-1 4 0,1 0 12 0,-2 1 8 15,-1 1 0-15,1 0 10 0,-4 5 1 0,1-6-11 16,-1 3 8-16,4-2-6 0,0 2-2 0,-1-2 5 15,0 1-4-15,-2 4 4 0,3-5-5 0,-2 5 5 16,1 0-6-16,1 0 0 0,1 0 8 0,3-5-5 16,-2 1 2-16,5 4-4 0,-1-4-3 0,2 4-19 15,-1-4-16-15,5 0-29 0,-4 1-47 16,2-1-69-16,-1 4-68 0,0-4-61 0,1 8-276 0,0-4-636 16,-3 1 281-16</inkml:trace>
  <inkml:trace contextRef="#ctx0" brushRef="#br0" timeOffset="-63426.16">16906 18025 89 0,'-13'-8'120'0,"0"3"-21"15,2-2-44-15,-4-2-22 0,3 3-32 0,-1-1-21 16,3-2-17-16,0 2-20 0,-3 0-62 0,2-1 28 16</inkml:trace>
  <inkml:trace contextRef="#ctx0" brushRef="#br0" timeOffset="-62637.76">16891 17639 57 0,'0'0'128'0,"-18"2"5"15,18-2 10-15,-16 0 12 0,16 0 5 0,0 0 8 16,-23 0 7-16,23 0 3 0,-12 0 2 0,12 0-5 16,0 0-16-16,0 0-6 0,-17-2-13 0,17 2-18 15,0 0-6-15,0 0-10 0,0 0-4 0,0 0-12 16,0 0-9-16,38-17-6 0,-17 14-8 15,-1-3-5-15,1 5-9 0,0-3-9 0,0-1-14 16,1 2-20-16,-1 0-26 0,-3 1-30 16,-1-1-39-16,-3 3-43 0,0-3-56 0,-1 1-54 0,-13 2-157 15,17 0-427-15,-17 0 190 0</inkml:trace>
  <inkml:trace contextRef="#ctx0" brushRef="#br0" timeOffset="-62453.77">16916 17751 233 0,'0'0'241'0,"-6"4"-13"0,6-4-7 15,0 0-8-15,-7 6-3 0,7-6-8 0,0 0-13 16,0 0-5-16,0 0-11 0,27 9-21 0,-14-9-13 16,6 0-18-16,-1 0-16 0,1-2-36 0,0 1-42 15,-1 0-48-15,-4 0-49 0,-14 1-48 0,26-2-52 16,-13 2-44-16,-13 0-139 0,15 3-381 15,-15-3 168-15</inkml:trace>
  <inkml:trace contextRef="#ctx0" brushRef="#br0" timeOffset="-62314.3">17058 17844 106 0,'-8'7'153'0,"-1"-1"1"0,3-1 6 0,-2 0 16 16,8-5 1-16,-10 9-3 0,4-4-1 0,6-5-5 16,-8 7 0-16,8-7-8 0,0 0-10 0,-6 10 0 15,6-10-15-15,0 0-6 0,0 0-13 16,0 0-17-16,0 0-23 0,33-9-26 0,-22 3-45 15,6 0-52-15,-2-5-56 0,3 3-87 0,-2 1-201 16,-2-3-421-16,-3 4 187 0</inkml:trace>
  <inkml:trace contextRef="#ctx0" brushRef="#br0" timeOffset="-61620.88">17619 16383 68 0,'-1'-8'299'15,"1"8"-8"-15,-3-11-6 0,2 4-4 0,1 7-4 16,-4-9-14-16,4 9-20 0,-3-8-15 0,3 8-26 16,0 0-15-16,-2-6-27 0,2 6-13 0,0 0-9 15,0 0 6-15,-5 19-4 0,1-7-10 0,3 3 0 16,0 5-12-16,-1 4-9 0,2 1-10 0,-2-5-10 15,2 0-12-15,-2-1 1 0,0 0-10 0,2 1-5 16,-3-2-5-16,5 1-8 0,-1 0-8 0,-1-1-7 16,0-1-1-16,1 1-3 0,0-3-14 0,-1-3-32 15,-1-1-38-15,2 4-35 0,2-3-46 0,-2-2-44 16,1 0-55-16,-1 0-57 0,0-4-48 0,2 0-204 16,-3-6-588-16,5 11 261 0</inkml:trace>
  <inkml:trace contextRef="#ctx0" brushRef="#br0" timeOffset="-61104.02">17794 16537 95 0,'0'0'214'16,"0"0"2"-16,0 0-3 0,0 0-2 0,0 0-3 16,0 0-9-16,-18 14-9 0,14-9-14 0,-1 4-9 15,1 1-17-15,-1-1-13 0,3 1-16 0,-2 2-11 16,4-3-11-16,1 2-9 0,3 1-11 15,-1-3-5-15,2 0-6 0,0-2-8 0,-1 1-15 16,2 1 11-16,2-5-5 0,-3 0-3 0,4 0-10 16,-1-1 6-16,3 0-1 0,-2-3-2 0,1 0-2 0,0-1-7 15,1-2-2-15,-5-1-30 0,3 0 3 0,0-1 1 16,-1-1 0-16,1 0 6 0,-6 0-1 0,2 0-1 16,2-3 2-16,-3 1 4 0,-1-2-8 15,1 2 3-15,0-2 7 0,0 0-13 0,2 2 0 16,-1-2-4-16,-2 3 2 0,2 3-3 0,-2-1-1 15,-3 5-3-15,5-7 3 0,-5 7-3 0,6-4 1 16,-6 4 0-16,0 0 1 0,14 8-1 0,-10-3-1 0,0 1 0 16,1 3 1-16,-1 0 3 0,3 1 1 0,-1-1-3 15,-1 3 7-15,3-4-4 0,-3 2-2 16,3-2 3-16,-1 0-2 0,2-1 1 0,2 2 15 16,-2-4-12-16,2-1 5 0,-1 1 1 0,-3-2 0 15,1-2 0-15,-1 1-1 0,4-2 0 0,-11 0-4 16,11-3 3-16,-4 0 2 0,-2-2 1 0,-5 5-1 15,11-11 0-15,-8 5 1 0,0 0 2 0,-2-1-3 16,-1-4 1-16,1 2-4 0,-2-2 4 0,1 0-5 16,-1 1-2-16,-1-2 1 0,0-1-10 0,-1 2-4 15,1-1 1-15,-1 3-10 0,2 2 6 0,1 7-3 16,-4-13-10-16,3 7-16 0,1 6-29 0,-4-7-33 16,4 7-35-16,0 0-28 0,0 0-29 0,-16 3-23 15,16-3-195-15,-10 9-449 0,10-9 198 0</inkml:trace>
  <inkml:trace contextRef="#ctx0" brushRef="#br0" timeOffset="-60853.02">18334 16422 171 0,'0'-10'250'15,"0"10"-1"-15,1-7-13 0,-1 7-11 0,0 0-22 16,2-5-23-16,-2 5-9 0,0 0-6 0,0 0 8 15,0 0 0-15,0 0-13 0,2 25-8 16,-2-14-11-16,0 1-14 0,2 3-8 0,-2 1-16 16,0 1-10-16,0 0-5 0,1 0-10 0,-2 0-10 15,4-2-5-15,-3 0-3 0,0-2-6 0,1 0-6 16,-2-3-11-16,2 2-28 0,0-2-33 0,-1-1-52 16,1 1-57-16,-1-10-61 0,2 19-53 0,-2-12-240 15,0-7-529-15,0 12 234 0</inkml:trace>
  <inkml:trace contextRef="#ctx0" brushRef="#br0" timeOffset="-60637.48">18497 16390 127 0,'0'0'231'15,"0"0"-1"-15,0 0 5 0,-18 22-4 0,13-12-5 16,-4 4-8-16,0 3-14 0,0 0-15 0,0 6-18 15,0-5-20-15,4-3-12 0,-1 2-16 16,3-4-14-16,1-1-8 0,-1 4-13 0,2-5-6 16,2 0-6-16,0-1-15 0,2 0-19 0,3-2-36 0,1 1-39 15,2-4-62-15,1 1-50 0,2-3-66 0,1-1-215 16,-1 1-462-16,2-6 204 0</inkml:trace>
  <inkml:trace contextRef="#ctx0" brushRef="#br0" timeOffset="-60271.57">18712 16673 175 0,'6'0'202'16,"-6"0"3"-16,0 0 5 0,12-2-7 0,-12 2 0 15,11-1-10-15,-11 1-7 0,9-4-7 0,-3 1-10 16,1 1-6-16,-1-3-7 0,3 0-7 0,-2-1 6 16,-7 6-14-16,15-11-5 0,-7 4-11 0,-1 1-5 15,0-4-11-15,-1 2-8 0,2-2-12 0,-3 1-11 16,0-4 3-16,4-1-14 0,-3 4-9 0,3-5-4 15,-1 1-2-15,-3 3-7 0,1-1-10 0,2 3 0 16,-2 0-5-16,0 2-7 0,-6 7-2 0,7-9 0 16,-7 9-7-16,8-4-2 0,-3 2-4 0,-5 2 1 15,0 0-1-15,9 8-8 0,-8 0 7 0,1-2-1 16,-1 5 4-16,-1 0 7 0,0 2 10 0,-1-1-11 16,1-1-4-16,0 2 0 0,2-1 1 0,-1-1-4 15,3 2 17-15,0-2-14 0,4 0-2 0,-1 1 6 16,2-3-6-16,3-1 10 0,-1-2-4 0,5 1 12 15,3-3-18-15,0 1-13 0,0-3-29 0,-1-2-24 16,-1 0-31-16,2-2-33 0,-6-1-25 0,4 1-34 16,-6-2-28-16,3 0-20 0,-3-1-33 15,1-1-16-15,-3 0-176 0,0 0-487 0,-5 0 215 0</inkml:trace>
  <inkml:trace contextRef="#ctx0" brushRef="#br0" timeOffset="-14852.8">24075 12712 194 0,'-2'-12'180'0,"1"1"-5"0,-1 1 1 0,2-1 0 15,-1 0-1-15,1 4-1 0,0 7-7 0,0-14 8 16,-2 8-10-16,2 6-16 0,0 0-14 0,0-11-16 16,0 11-15-16,0 0-5 0,0 0-13 0,0-8-10 15,0 8-8-15,0 0-7 0,0 0 2 0,0 0-3 16,3 26-3-16,1-9-2 0,-1 0-3 0,-1 2-6 16,2 5-1-16,0 3-3 0,3-2-3 0,-1 1-1 15,0 0-8-15,-1 0-1 0,2-2-2 0,0 2-1 16,-3-6-2-16,4-3-3 0,1 6-4 0,-5-2 4 15,3-3 0-15,0-2 7 0,-2 0-5 0,0 0 2 16,0-6 2-16,-1 1-2 0,0-2-5 0,-2-1 1 16,3-3-4-16,-2 0 15 0,-3-5-12 0,5 9 9 15,-5-9 15-15,3 5 12 0,-3-5 8 0,0 0-7 16,0 0 1-16,0 0-11 0,12-9-3 0,-8-3-1 16,3 3 7-16,-2-6-21 0,1-2-2 0,2 0-2 15,1-2 0-15,0-5-5 0,0 1-8 0,2-2-4 16,-3-1-3-16,2-1-16 0,0 1-3 0,0-2 3 15,-2 2-2-15,1 1-4 0,1-1 2 0,-2 8-2 16,0 0-5-16,-2-1 19 0,3 4-17 0,-5 2-4 16,0 2 1-16,1 5 2 0,-3-2-7 0,1 3-3 15,-3 5-21-15,5-8-17 0,-5 8-5 0,0 0-23 16,0 0-29-16,0 0-24 0,5 22-31 0,-4-12-32 16,1 5-26-16,-1 3-21 0,1 2-160 0,0-1-454 15,3 0 200-15</inkml:trace>
  <inkml:trace contextRef="#ctx0" brushRef="#br0" timeOffset="-14468.8">24595 12976 24 0,'0'0'196'0,"0"0"-4"16,0 0-8-16,0 0-3 0,0 0 0 0,0 0-12 15,-12 11-9-15,7-7-3 0,1 3-5 0,0 2-3 16,-6 1-14-16,6 0 1 0,-6 6-11 0,3 0-8 15,0 0-7-15,-1 0-11 0,3-2-14 0,1 2-6 16,2 0-10-16,-1 1-4 0,2-2-7 0,2-4-7 16,-1 1-1-16,1 0-4 0,2-2-8 0,2-2-1 15,1 0-2-15,3-2-2 0,2 1-1 0,1-1 0 16,6-3-3-16,0-1 3 0,1-3-7 0,0 0 2 16,-2-1-4-16,1-5 0 0,-1 3-2 0,0-4 6 15,0-1-7-15,-2 1 0 0,-2-5 12 0,0 2-7 16,-1-4-1-16,-2-1-7 0,2-6 3 0,-5 5-4 15,-1-2-4-15,2 0 3 0,-3-1-5 0,-2 2 1 16,-1-1-2-16,-2-5-1 0,-1 6-4 0,0 3 4 16,-3-3-3-16,0 8-1 0,-1-2 0 0,-4 2-2 0,0 3 2 15,-1-3-8-15,-5 3-2 0,-2 3-7 16,3 0-10-16,1 3-9 0,-5-1-14 0,2 5-10 16,-1 2-22-16,1 1-24 0,0 0-29 0,2 3-31 15,-2 1-29-15,7-2-27 0,1 1-16 0,3 2-159 16,2 2-426-16,3-1 188 0</inkml:trace>
  <inkml:trace contextRef="#ctx0" brushRef="#br0" timeOffset="-14292.84">25307 12955 22 0,'8'0'139'0,"3"-2"-22"0,1-1-11 0,1 2-11 16,1-1-18-16,3 1-25 0,2 1-29 0,-2 1-32 0,0 1-39 16,-4-1-48-16,-3 1-104 0,-2 0 46 0</inkml:trace>
  <inkml:trace contextRef="#ctx0" brushRef="#br0" timeOffset="-14116.96">25329 13063 90 0,'0'0'222'0,"-7"3"-2"16,7-3-7-16,-6 2-13 0,6-2-14 0,0 0-20 16,-5 4-20-16,5-4-13 0,0 0-12 0,0 0-11 15,0 0-13-15,15 7-19 0,-3-4-30 0,1-1-33 0,5-1-45 16,4 3-33-16,6-3-44 0,3 3-46 0,0 0-129 16,-1-2-306-16,3-2 135 0</inkml:trace>
  <inkml:trace contextRef="#ctx0" brushRef="#br0" timeOffset="-13682.15">25994 12779 31 0,'2'-11'228'0,"2"3"-7"0,1-1-11 16,4 1-8-16,0-1-16 0,0 2-8 0,1 2-14 15,2-2-15-15,1 4-11 0,6-2-16 16,-3 3-7-16,1 4-5 0,-2-2-11 0,2 1-7 16,-3 3-8-16,-1-1-6 0,-2 5-8 0,-1 0 1 0,0 1-4 15,1 0-5-15,-1 4-3 0,-3 2-8 0,-1-1 0 16,-2-2-4-16,-3 2-1 0,-2-3-2 0,1 6-4 16,-4 0 0-16,2-3-8 0,-5 2-1 0,-4-1-7 15,2-1 3-15,-2 1-5 0,-1-1 2 16,-1-1-4-16,0-1-4 0,-5 0 2 0,1-1-4 0,2-2-1 15,2 2-3-15,-3-2 0 0,3-2-2 0,3 2-2 16,0-4 0-16,3 1-1 0,-1-2-1 16,4 0-2-16,-2-1-3 0,6-3 1 0,-7 6 2 15,7-6-3-15,-6 4-1 0,6-4-1 0,-5 4 0 16,5-4 3-16,-3 5-3 0,3-5 3 0,-2 6-2 0,2-6 1 16,-3 10 2-16,3-10-1 0,-2 11 0 0,0-1 3 15,2-1-1-15,0 1-1 0,-2 1 2 0,4 0-4 16,-2 0 1-16,0 3-10 0,2-2-18 15,-2 3-39-15,2 2-41 0,1 1-55 0,2-1-49 0,-3 7-48 16,0-3-156-16,-1-2-451 0,-2 6 200 0</inkml:trace>
  <inkml:trace contextRef="#ctx0" brushRef="#br0" timeOffset="-13531.99">25979 13679 244 0,'0'8'257'15,"0"-8"2"-15,0 0-8 0,0 0-19 0,0 0-25 16,0 0-19-16,0 0-30 0,2 7-41 0,-2-7-46 16,0 0-52-16,0 0-74 0,0 0-87 0,0 0-159 15,0 0-327-15,0 0 145 0</inkml:trace>
  <inkml:trace contextRef="#ctx0" brushRef="#br0" timeOffset="28546.89">28680 11673 188 0,'0'0'194'16,"-1"-11"-11"-16,1 11-14 0,-3-8-5 0,3 8-9 16,-2-9-6-16,2 9-10 0,-7-8 1 0,7 8-5 15,-3-7-11-15,3 7-12 0,-3-5-5 0,3 5-7 16,0 0-5-16,-5-8 0 0,5 8-6 0,-4-6-6 15,4 6-4-15,0 0-11 0,-8-4-4 0,8 4-10 16,-8-3-6-16,8 3-3 0,-12-1-5 0,12 1-2 16,-16 1-8-16,7 2-2 0,-2 0-1 0,0 1-8 15,0 1 1-15,-3-1-2 0,-1 5-2 0,-2 1 7 16,-1 2-4-16,-4 3 1 0,-2 1 9 0,3-1-10 16,-3 3-1-16,1 0-3 0,2 3 3 0,-3 0 0 15,6 2-3-15,-4-1 2 0,5 1 0 0,1-2 4 16,-3 2-1-16,6 0-3 0,5-6 0 0,0-1-3 15,1 1-1-15,5 0-3 0,0-5 3 0,2 4-1 16,0-3-1-16,4-2-2 0,-2 0 3 0,2 0-7 16,2-1 3-16,2-1-1 0,2 0 4 0,4 2-5 0,0-4 6 15,3 0 2-15,1-1-12 0,1-1-4 16,0-2-19-16,3-1-14 0,0-3-13 0,-1 0-26 16,10-1-24-16,-3-2-21 0,3 0-29 0,-4-3-21 15,0 1-11-15,-1-3-2 0,-5 2-9 0,-2-2-7 16,0 0-138-16,-3-1-363 0,-1 1 161 0</inkml:trace>
  <inkml:trace contextRef="#ctx0" brushRef="#br0" timeOffset="28729.25">28801 11803 61 0,'6'-16'147'0,"-3"4"15"0,1 1 11 16,-1 5 10-16,-1-1 0 0,1 1-6 0,-3 6-16 16,4-10-15-16,-4 10-15 0,0-7-14 0,0 7-14 0,0 0-9 15,0 0-1-15,0 0 3 0,0 0-1 16,0 36-3-16,-4-17-9 0,0 8-7 0,-1-2-8 15,0 2-6-15,1 0-5 0,-1-1-10 0,0 2-5 0,2 0-5 16,0-5-20-16,1-4-15 0,0 0-25 0,2-2-31 16,-2-1-29-16,-2 1-29 0,4-1-29 0,-1-3-19 15,0-1-16-15,0-3-150 0,-2-1-354 16,3-8 157-16</inkml:trace>
  <inkml:trace contextRef="#ctx0" brushRef="#br0" timeOffset="29095.96">28777 11856 61 0,'0'-7'180'0,"0"7"-16"0,0-9-21 0,0 9-13 15,0 0-14-15,4-7-7 0,-4 7-9 0,0 0-4 16,0 0-8-16,0 0-6 0,13 22-8 16,-7-14-7-16,1 1-5 0,3 0-3 0,0-3-9 15,0 3-3-15,2-2-5 0,-1-1-5 0,3-1-2 0,-4-1-5 16,2-3 2-16,2 0-8 0,-3-1 0 0,3-1 2 15,-2-3-4-15,-2 0 14 0,2-2 0 16,-3-2-1-16,-2-2-1 0,2-2 0 0,1-1-5 0,1-3 7 16,-4 1 5-16,1-1 2 0,-2 1-6 15,1-2 2-15,-1 2 0 0,-1 0 6 0,3 1 0 0,-6 3 5 16,2 1-1-16,-1 3 2 0,0 1-9 0,-3 6-5 16,2-10-6-16,-2 10-3 0,0 0-3 0,5-1-5 15,-5 1 2-15,0 0-2 0,4 20 0 0,0-4 3 16,-7 3-6-16,3 0-2 0,-1 4-5 0,2 1 17 15,-1 4-1-15,0-9 1 0,0 1-7 0,3 3-8 16,-2-5-32-16,-1 2-31 0,1-2-33 0,-1-3-31 16,2 4-40-16,-1-6-23 0,1-3-45 15,0 2-140-15,0-5-392 0,0-1 173 0</inkml:trace>
  <inkml:trace contextRef="#ctx0" brushRef="#br0" timeOffset="29312.42">29219 11821 2 0,'0'-10'212'16,"0"2"-4"-16,1 1-18 0,-1 7-23 0,2-9-14 16,-2 9-16-16,0 0 0 0,0 0 7 0,0 0-5 15,0 0-9-15,0 28-14 0,0-12-8 0,0 2-6 16,0 1-12-16,0 0-6 0,0 2-12 0,-2-2-2 16,1 1-4-16,2-2-9 0,1 2-9 15,-2-2-16-15,1-2-23 0,-1 1-27 0,0-3-39 0,-1-4-40 16,1 2-22-16,0-12-19 0,-2 17-22 0,1-11-16 15,1-6-109-15,-5 10-309 0,5-10 137 0</inkml:trace>
  <inkml:trace contextRef="#ctx0" brushRef="#br0" timeOffset="29561.6">29269 11728 95 0,'6'-7'119'0,"-6"7"-15"16,11-7-7-16,-11 7 3 0,11 0-8 0,-11 0-15 15,0 0-3-15,17 10-9 0,-12-1 0 0,0 1 0 16,-2 0 1-16,-1 6 2 0,1 0-7 0,-2-4-2 16,-2 3-1-16,-1-1-7 0,2-3 2 0,-2 2-6 15,-1-1 7-15,1-5-7 0,-1 5 3 0,1-4-4 16,-1 1-7-16,2-2-2 0,-2-1-7 0,3-6-2 16,0 15-2-16,0-6-2 0,1-3-2 15,1 4-3-15,0 0-1 0,2-5-6 0,3 4 0 0,3-2-20 16,-3 1-23-16,4-1-38 0,0-3-28 0,-1 3-33 15,1-4-128-15,-1 0-279 0,0 0 124 0</inkml:trace>
  <inkml:trace contextRef="#ctx0" brushRef="#br0" timeOffset="29761.64">29541 11817 183 0,'2'-10'213'0,"-1"0"0"0,0 3-12 16,0 2-16-16,-1 5-18 0,5-7-13 0,-5 7-7 15,0 0 1-15,0 0 3 0,3 22 7 0,-3-3-8 16,-1 1-16-16,-3 6-8 0,0 0-15 0,2 2-12 16,-2 0-10-16,1 0-11 0,1-3-6 0,-2-1-8 15,2 4-1-15,0-9-19 0,1 0-27 0,-1 1-29 16,0-4-44-16,-2 1-35 0,3-4-37 0,0 2-43 16,-2-4-33-16,0-2-181 0,-2 1-415 0,1-2 184 15</inkml:trace>
  <inkml:trace contextRef="#ctx0" brushRef="#br0" timeOffset="30028.26">29610 11804 116 0,'0'0'135'0,"0"0"-4"0,0 0-9 0,0 0-6 15,19 14-2-15,-16-3-10 0,-2 0-6 0,-1 5-2 16,-2 1-8-16,-2 0-8 0,0 0 1 0,-2-2-8 15,-2 0 8-15,3 1 1 0,-1-6 3 0,0 2-4 16,1-1 1-16,1-3-13 0,-1-2 3 0,2-2-13 16,3-4-8-16,-4 10-6 0,2-6-5 15,2-4 2-15,0 0-4 0,2 12-6 0,2-9-7 0,-4-3 0 16,12 7-4-16,-3-4-16 0,2-1-22 0,6-2-33 16,2 0-31-16,8-5-30 0,-7 2-34 0,1 2-24 15,6-5-117-15,-8 4-311 0,2-4 138 0</inkml:trace>
  <inkml:trace contextRef="#ctx0" brushRef="#br0" timeOffset="30262.6">30029 11927 48 0,'6'-4'157'0,"-6"4"3"0,11-4-15 0,-5 2-10 16,1-1-15-16,1 0-17 0,-8 3-6 0,12-2-11 16,-4 1-10-16,1 1-10 0,-9 0-17 0,14 5-27 15,-8-3-32-15,-1 2-28 0,-1 0-21 0,0 3-8 16,0-2-9-16,0 0-4 0,-2 1 5 0,-2-6 12 15,2 12 7-15,-2-12 23 0,-2 10 27 0,2-10 22 16,-1 8 21-16,1-8 17 0,-4 7 9 0,4-7 13 16,0 0 1-16,-1 9-9 0,1-9-3 0,0 0-11 15,0 0-2-15,0 0-6 0,5 11 0 0,-5-11-7 16,10 5-5-16,-1-4-21 0,5 1-33 0,4-4-27 16,3 0-46-16,7-2-121 0,0-2-232 0,2 0 104 15</inkml:trace>
  <inkml:trace contextRef="#ctx0" brushRef="#br0" timeOffset="30682.31">30836 11601 235 0,'3'-4'275'0,"0"-1"-16"0,1 0-24 16,-4 5-26-16,0 0-20 0,6-3-6 0,-6 3 3 15,0 0 6-15,3 24-8 0,-6-9-14 0,2 6-12 16,-4 4-9-16,-1 3-11 0,2-1-12 0,-2-1-10 15,0 0-9-15,2-2-13 0,1-6-5 0,0 0-13 16,1-1-9-16,-2-1-8 0,3-4-3 0,1-2-7 16,-2 0-7-16,1-4-4 0,1-6 3 15,-1 13 4-15,-1-8-6 0,2-5-4 0,0 0 1 0,0 0-9 16,0 0-2-16,0 0 0 0,0 0-7 0,9-35 1 16,-2 20-1-16,-4-6-5 0,4-6-4 0,1-3 1 15,-1 1-11-15,2-2-2 0,1 1-14 0,2-4-3 16,5-14-5-16,-3 17 5 0,1-1-4 0,-1-3 6 15,1 5 1-15,0 4 0 0,-2 5 2 0,-2 6 3 16,-5 4 2-16,2 1-3 0,-2 3-4 0,-2 3 6 16,2 1-3-16,-6 3 0 0,0 0 5 0,19 11 6 15,-11 4 9-15,1 8 7 0,-1 3 2 0,-2 2-4 16,-1 1 3-16,-2 3 5 0,1-2-7 0,0 2 8 16,-3-2-7-16,3 2-2 0,2-2-4 0,-3-3 2 15,3-1 2-15,-2-1-6 0,-2-6-9 0,1-1-30 16,1-1-46-16,-2 1-48 0,0 0-58 0,0-7-69 15,-1 3-54-15,-6-4-180 0,3 1-529 0,-5-3 234 16</inkml:trace>
  <inkml:trace contextRef="#ctx0" brushRef="#br0" timeOffset="30828.44">30916 11775 70 0,'30'-6'110'0,"0"-1"-23"0,4 2-43 0,-2-1-44 16,0 1-53-16,1 0-55 0,1 0 25 0</inkml:trace>
  <inkml:trace contextRef="#ctx0" brushRef="#br0" timeOffset="31194.98">31543 11661 107 0,'0'0'247'16,"0"0"-5"-16,-34 8-4 0,20 1-3 0,-2 1-13 15,0 1-9-15,2 3-10 0,-4 3-13 0,3-2-18 16,-2 4-14-16,2-5-14 0,2 3-17 0,3-1-15 16,4-1-5-16,2-1-12 0,0-1-9 0,4-1-5 15,1 1-12-15,2-2-6 0,3-3-4 0,1 0-4 16,3 0-5-16,1-3-3 0,1-5-8 0,3 0-2 16,4-4-10-16,1-1-6 0,-1-3-2 0,-3-3-29 15,6-6 0-15,-2-1 5 0,-3-4-2 0,2 0 3 16,-3-3 1-16,-1-2-4 0,-1-2 3 0,-1-4 1 15,0 1 0-15,1 2 3 0,-2-16-6 0,0 11 10 0,-2 0-7 16,-2 2-2-16,-2 1 3 0,1 2 2 16,-2 3 2-16,-3 8 11 0,1 2 13 0,-3 3 6 15,1 4-1-15,-1 0-7 0,0 10-2 0,1-9-8 16,-1 9-2-16,0 0 0 0,0 0 1 0,0 0-3 16,-14 35 0-16,5-8-1 0,2 6 1 0,-1-1-1 15,-3 13 2-15,2 1-3 0,2-13-6 0,1 15 5 16,2-3-5-16,2-10-18 0,4 11-42 0,-2-11-39 15,4-1-48-15,-2 0-56 0,7 1-73 0,-2-3-208 16,-1-1-520-16,4-2 231 0</inkml:trace>
  <inkml:trace contextRef="#ctx0" brushRef="#br0" timeOffset="31396.45">30680 12395 148 0,'0'0'324'0,"0"0"-35"15,0 0-29-15,51-7-29 0,3 2-23 0,6-2-22 16,28-7-18-16,5 7-19 0,-26-1-16 0,30-2-27 16,-6 0-32-16,-30 5-40 0,3-1-49 15,-4 4-67-15,1-3-70 0,-8 5-192 0,-16-1-372 0,-4 2 165 16</inkml:trace>
  <inkml:trace contextRef="#ctx0" brushRef="#br0" timeOffset="31832.4">31093 12683 233 0,'-9'15'262'0,"0"-1"-17"0,0 1-9 15,1 1-14-15,1 0-7 0,0 1-7 16,1-1-21-16,-3 1-14 0,1-3-17 0,2 2-10 16,-1-1-8-16,5-3-11 0,-1-3-9 0,1-1-7 0,-1 3-3 15,-1-6-7-15,4-5-1 0,-3 9 7 0,3-9-1 16,-2 6 21-16,2-6-9 0,0 0 24 16,0 0-13-16,0 0-7 0,0 0-14 0,0 0-11 15,0 0-10-15,0 0-17 0,-5-24-6 0,6 7-14 16,3 1-1-16,1-4-5 0,4-4-20 0,2-3-6 0,-1 0-9 15,2-2-1-15,1-3-17 0,3 3-3 0,-2 1-2 16,2 1 2-16,-2 3 13 0,2 2-15 0,-5 8 6 16,-3 3-1-16,3 1 8 0,-4 3-12 0,-1 3-2 15,-1 3 3-15,-5 1-1 0,13 5-2 16,-4 5 5-16,0 1 0 0,1 6 3 0,-2 2-1 0,0 6-1 16,-1-2 1-16,1 1-4 0,-2 0 6 0,-2-5 3 15,1 5 1-15,0-5-1 0,-1-1-2 16,1 0-1-16,0-1 7 0,0-2 1 0,-1 1-6 15,1-1 2-15,-2-1-44 0,1-5-46 0,-4 3-53 0,1-2-58 16,0 0-57-16,-2 2-39 0,1-3-248 0,-4 2-594 16,-2-3 263-16</inkml:trace>
  <inkml:trace contextRef="#ctx0" brushRef="#br0" timeOffset="31978.58">31122 12869 8 0,'0'0'214'15,"4"-12"-19"-15,-4 12-17 0,8-7-22 0,-2 3-4 16,4 1-15-16,8-1-12 0,9-2-16 0,2 0-9 16,1 0-25-16,3 0-29 0,3-1-41 0,1-1-38 15,4 0-63-15,-4 0-133 0,0 3-248 0,1-3 111 16</inkml:trace>
  <inkml:trace contextRef="#ctx0" brushRef="#br0" timeOffset="32161.69">31820 12693 95 0,'0'0'281'0,"0"0"-10"0,0 0-2 0,0 0 5 16,-28 16-9-16,16-10-4 0,-3 4-14 0,0 1-13 16,-1-1-27-16,2 2-21 0,1-1-14 0,1 1-28 15,1-1-3-15,1 2-21 0,5-1-13 0,1-2-3 16,3 2-30-16,2-1-21 0,3-2-26 0,5 1-27 16,5 1-34-16,5-1-41 0,8-1-37 0,0-1-43 15,5-4-45-15,-1-1-29 0,-4-1-32 0,-7 0-150 16,0-2-446-16,-2 0 197 0</inkml:trace>
  <inkml:trace contextRef="#ctx0" brushRef="#br0" timeOffset="33611.65">31598 11001 21 0,'-9'-4'31'0,"-3"1"-5"15,1 0-11-15,-2 1 11 0,-2-1 1 0,-6 2-10 16,1 0 4-16,-2 1-3 0,-9 0-1 0,3 0-4 16,-3 0 4-16,2 1-5 0,-4 3-2 0,0-1 1 15,-5 2 5-15,1-1-4 0,-14 6 7 0,2 2 8 16,0 0-5-16,-5-2-2 0,3 3 7 0,0 2 1 16,0 2-6-16,0 0 13 0,6 2 0 0,-3 0 4 15,1 3 0-15,3 1 5 0,-1 0-6 0,3 3-2 16,9-5 0-16,-8 8 20 0,2 0-15 0,13-3-4 15,-8 8 1-15,2 4 0 0,0 1 0 0,6 1 3 16,-3 2 2-16,7 2-6 0,1-3-7 0,7-7 2 16,5 1 1-16,0 10 2 0,6-9 4 0,3-1-3 15,6 1-2-15,3-1 2 0,7 8 5 0,5-1-5 16,5-4 4-16,-3-9-12 0,12 6 4 0,2-2-3 16,1 0-8-16,10-2-2 0,-1-6-3 0,7 3 12 15,6-6-13-15,28 6-4 0,3-7 1 0,-2-4-2 16,-24-11 1-16,32-1-2 0,-2-2-3 0,-30-6-4 15,35-3 1-15,-12-4 3 0,-27-2-3 0,29-8 1 16,-30 3 8-16,1-4-6 0,24-7-3 0,-29 5 3 16,0-3 0-16,-2-2 5 0,-2-2 6 0,-3-1 3 15,-8-4 5-15,-3-4 0 0,-4 0 2 0,-3-1 2 16,-5-6-8-16,-1 2 4 0,-3-6-9 0,-7 3 2 16,-1-6-3-16,-7-1-1 0,-3 4-4 0,-7 0 0 15,0 3 1-15,-4-2-2 0,-5 2-4 0,-7 1 4 16,-7 2-7-16,-2-2 1 0,-6-1-2 0,-6 3 2 15,-3 0 0-15,-25-12-5 0,13 25-6 0,-27-10-5 16,20 22-11-16,-29-3-8 0,-3 12-13 0,-8 10-3 16,-2 11-11-16,-4 10-3 0,-2 8-14 0,0 9-19 15,-2 4-22-15,6 2-18 0,7 3-107 0,4-3-262 16,0 1 116-16</inkml:trace>
  <inkml:trace contextRef="#ctx0" brushRef="#br0" timeOffset="34329.33">32631 11340 60 0,'0'0'118'0,"0"0"-4"0,0 0-12 16,0 0 2-16,0 0-6 0,0 0 2 15,0 0-1-15,0 0-4 0,0 18 0 0,0-18-11 16,-5 13-2-16,4-9 8 0,1-4-8 0,-1 10-7 16,1-10-6-16,0 10-4 0,0-10-8 0,0 0 9 0,0 9-4 15,0-9 0-15,0 0-4 0,0 0-1 0,9 6-6 16,-9-6-3-16,0 0-6 0,0 0-5 0,0 0-6 15,80-24-7-15,-46 13-21 0,15-6-27 16,2-2-42-16,3-1-56 0,5-3-36 0,24-8-136 16,-24 5-318-16,21-12 141 0</inkml:trace>
  <inkml:trace contextRef="#ctx0" brushRef="#br0" timeOffset="35333.44">31688 12333 99 0,'-29'-9'161'0,"0"4"-16"16,-1 5 6-16,-1 0-6 0,-3 2-12 0,-1 3-5 15,0 2-9-15,-15 3-5 0,13 1-3 0,-14 6-11 16,2 2-5-16,1 2-4 0,-6 1-4 15,3 8-7-15,-3-2-1 0,2 3-12 0,-1 3 4 0,3-3-5 16,2 3-7-16,3-2-6 0,5 2 6 0,2-2-13 16,10-8-5-16,5 2 4 0,1 1-8 0,5 0-1 15,1 1 4-15,1 1-7 0,8-2 1 16,1-1-1-16,3 4-7 0,5-4 3 0,5 2-5 0,6 1-3 16,1-2 0-16,7-2 3 0,7-1-7 0,13 7 3 15,3-9-4-15,8-3-2 0,6-2-1 0,4-4-3 16,28-1 0-16,-24-7 0 0,27-1-8 0,0-12-7 15,0 4-2-15,-2-11-3 0,0 4-8 0,-28-1-1 16,23-8 3-16,-26 9-2 0,0-8-1 0,1 2 5 16,-5-7-3-16,-4 2 8 0,1-1 0 0,-6-2 1 15,-5-2 2-15,-1-5-1 0,-3 2 1 0,-2-4 4 16,-11 6 3-16,3-14 7 0,-2-1 27 0,-4-1-8 16,-9-5 2-16,-8-1-7 0,-9 4-4 0,-5-2-7 15,-11 0-3-15,-12 7-1 0,-12 1-9 0,-31-9-7 16,-7 13 1-16,-12 8-6 0,-10 16-10 0,-5 6-20 15,-7 14-25-15,-4 1-25 0,-4 12-20 0,-1 6-28 16,-2 8-35-16,-2 10-21 0,4 3-118 0,9 1-343 16,8 2 152-16</inkml:trace>
  <inkml:trace contextRef="#ctx0" brushRef="#br0" timeOffset="74211.82">30702 13714 48 0,'-8'3'123'16,"8"-3"-10"-16,0 0-15 0,0 0 4 0,0 0-5 16,0 0-6-16,0 0-1 0,46-10-8 0,-10 4-6 15,19-5-5-15,9-2-11 0,34-9-5 16,2-1 4-16,3 0-20 0,11 0 1 0,7 0-10 15,3-1-6-15,8 1-5 0,0 0-6 0,8-2-16 0,-7 2-1 16,5 1-25-16,-6 3-19 0,-3 1-5 0,-12 1-6 16,-4 3-29-16,-12 7-87 0,-9-2-189 0,-35 7 84 15</inkml:trace>
  <inkml:trace contextRef="#ctx0" brushRef="#br0" timeOffset="74578.72">31302 13922 81 0,'35'-4'110'15,"19"-5"-22"-15,11 0-3 0,36-9-7 0,9-1-18 16,1 0-22-16,8-2-21 0,-4 3-13 0,1-2-39 16,7 1-53-16,-6 2-95 0,-4 5 42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5C41C-EECF-4AA6-8C86-48E4B0604E77}" type="datetimeFigureOut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0471-FCFD-4FCB-92AE-8DA107A81AE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022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6397B-D437-4DE4-BA7A-F8E15BBD059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DFAB-B421-4514-AD82-16E92C3C1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4239C-15B3-45DC-B565-A2DDACB41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D0A00-437E-4A0E-A91C-FA0D7930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3D27-762F-4CF1-A501-8FBE03322BD4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D9D8C-E046-453D-B736-7F80F3E8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B38CB-2FE4-456B-8117-6F44D5A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7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94D1-8F44-4CC4-BD1A-1FDADE0F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27326-CBAA-4E3C-9214-C32ECB88F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8D427-B496-495C-87BC-11352330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A226-A6A8-408A-9676-BCF551FB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55C66-A3A2-40D8-9D7A-1C1768A7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91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48AF-4B2C-44C6-8FA4-EC5D923E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BFEEA-F785-45A0-9370-66A4DB24A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62975-B72D-49B2-9BF1-3075D6FAB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02D2-12CD-404F-B0D9-16A8178FD76A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851ED-A55B-433E-8204-0A5651D9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FD442-507B-4099-884D-CA097907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890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6DF0-230D-4A67-89DE-05584BA5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79004-ADA9-4524-AE38-A4D5E9343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13842-5226-453B-AF83-4FFB7E996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15ED6-0000-4BA5-81BB-02FD5D76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17A5-1F1D-4831-B11F-8FC5F19317AE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01295-54FA-43DE-802A-959C6F7D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D9E4-BDF3-4CE8-8C80-585791B8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70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2DB3A-5DDE-4DA6-9EA3-59B50DD3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F35ED-6282-4A26-AC0D-38B05A97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3FBDD-4582-498C-AB96-CFE67A053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C2440-D33E-4F75-9D04-7CE0B61BE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D4D1C-E962-43EA-B52F-5F5DFEAEA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B40EE-8A40-4575-BEC6-4A047081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3579-68CB-4978-8404-CEA9191EAFC0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CC336-6C36-4705-A3DD-F3F324779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5857D-EF7E-4F2C-98F8-F71CF09A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80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750A-E0EB-4BCA-ADE0-39A6F14C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67535-9AB5-4C00-916E-0D071BA0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4CBC-2A7B-4C7B-AEDA-9FA3D0F510E3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E1856-BD2A-4245-A42A-247B7DCB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17F1E-E4A0-4082-A891-9716FA21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24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5BDD9-B1FA-414E-9A5B-319E90EC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89C7-3815-4B3B-9C27-DDD05814FC82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9D434B-A5D2-462C-A78C-E69B5B86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4EAF1-9295-4350-8FBC-F1A13072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279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11E6-D14B-463A-B82F-56B46FA6E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6E1B-8549-42C3-ADB4-53E9D07D7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2BA1A-E1AA-43FB-AFD7-C9FA97716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8AB8E-5292-4624-AF2D-7F29E615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85656-9286-4016-94E2-FC8EF6B85062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A0BCB-63CA-49DC-9C44-93685C52E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F2CA7-13E9-4E31-9F6C-E8C180B6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500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4068-7374-4C16-9B37-22716AC8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1EC70-E680-481D-8B5A-1ED166DCE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D7DCE-B558-45D1-A8C3-B22D61888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D456B-73EF-4519-B400-11DB0CDB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C8E4-45F1-44FF-8AF2-E78BD6286AFE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0F2E-38BF-430D-ADC8-9F6C6D9E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B412D-18B8-442E-8F87-B4985F5C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93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1EC5-D3C8-4D67-B7CA-BC090198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6AE72-CE16-41EC-9433-3C3D66032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2DA1B-6A5A-4C4C-B47C-D58085AC8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4F74-84E4-4814-817A-BFCD5EDE78AA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BF39E-E3FC-439F-B6B4-7ED8A07D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45E0A-E555-4F64-A150-5B860E6D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173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02FDA-B11D-4A10-8F73-EC1AA7306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147F3-1132-4A89-8C2E-9D97C1485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63106-BEF5-43EF-9C92-F1F6261F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9A72-48B7-4D9C-9EE7-46C055BD6E5D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47765-5189-4BF8-8ACC-DEEB8756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8A231-D99B-4A49-B999-0759070D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54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FF582-5CF0-4E10-8A77-EDB16AE1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70378-D745-445A-BA26-4DEB90186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ECA19-E2D5-4E58-8CDE-5F44EF7A5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0D6F0-767C-4635-86E1-7B7D18D95AED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9ADF1-F4E0-47EA-BC9D-1D34F7694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2F9CE-4A0E-4607-BB84-395693080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85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6.png"/><Relationship Id="rId7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5" Type="http://schemas.openxmlformats.org/officeDocument/2006/relationships/image" Target="../media/image52.png"/><Relationship Id="rId4" Type="http://schemas.openxmlformats.org/officeDocument/2006/relationships/customXml" Target="../ink/ink5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customXml" Target="../ink/ink1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15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16.xml"/><Relationship Id="rId10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customXml" Target="../ink/ink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.xml"/><Relationship Id="rId5" Type="http://schemas.openxmlformats.org/officeDocument/2006/relationships/image" Target="../media/image25.png"/><Relationship Id="rId4" Type="http://schemas.openxmlformats.org/officeDocument/2006/relationships/customXml" Target="../ink/ink1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gif"/><Relationship Id="rId7" Type="http://schemas.openxmlformats.org/officeDocument/2006/relationships/customXml" Target="../ink/ink22.xml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customXml" Target="../ink/ink21.xml"/><Relationship Id="rId4" Type="http://schemas.openxmlformats.org/officeDocument/2006/relationships/image" Target="../media/image23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customXml" Target="../ink/ink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customXml" Target="../ink/ink26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customXml" Target="../ink/ink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31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5.xml"/><Relationship Id="rId5" Type="http://schemas.openxmlformats.org/officeDocument/2006/relationships/image" Target="../media/image40.png"/><Relationship Id="rId4" Type="http://schemas.openxmlformats.org/officeDocument/2006/relationships/customXml" Target="../ink/ink34.xml"/><Relationship Id="rId9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9.xml"/><Relationship Id="rId5" Type="http://schemas.openxmlformats.org/officeDocument/2006/relationships/image" Target="../media/image44.png"/><Relationship Id="rId4" Type="http://schemas.openxmlformats.org/officeDocument/2006/relationships/customXml" Target="../ink/ink3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customXml" Target="../ink/ink4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customXml" Target="../ink/ink42.xml"/><Relationship Id="rId7" Type="http://schemas.openxmlformats.org/officeDocument/2006/relationships/customXml" Target="../ink/ink44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customXml" Target="../ink/ink43.xml"/><Relationship Id="rId10" Type="http://schemas.openxmlformats.org/officeDocument/2006/relationships/image" Target="../media/image53.png"/><Relationship Id="rId4" Type="http://schemas.openxmlformats.org/officeDocument/2006/relationships/image" Target="../media/image49.png"/><Relationship Id="rId9" Type="http://schemas.openxmlformats.org/officeDocument/2006/relationships/customXml" Target="../ink/ink4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0.png"/><Relationship Id="rId5" Type="http://schemas.openxmlformats.org/officeDocument/2006/relationships/customXml" Target="../ink/ink48.xml"/><Relationship Id="rId4" Type="http://schemas.openxmlformats.org/officeDocument/2006/relationships/image" Target="../media/image5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56.xml"/><Relationship Id="rId5" Type="http://schemas.openxmlformats.org/officeDocument/2006/relationships/image" Target="../media/image61.png"/><Relationship Id="rId4" Type="http://schemas.openxmlformats.org/officeDocument/2006/relationships/customXml" Target="../ink/ink5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D9231-9611-452C-8ED9-77120A1DF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337" y="647871"/>
            <a:ext cx="10784152" cy="63059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Arial Narrow" panose="020B0606020202030204" pitchFamily="34" charset="0"/>
              </a:rPr>
              <a:t>EC-101 Basics of Electronics &amp; Communication Engineering</a:t>
            </a:r>
            <a:endParaRPr lang="en-IN" sz="3600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EA83D-2C26-4A51-A97E-B2BCF061C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704" y="5240818"/>
            <a:ext cx="3023663" cy="74856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sz="1800" dirty="0">
                <a:latin typeface="Arial Narrow" panose="020B0606020202030204" pitchFamily="34" charset="0"/>
                <a:ea typeface="+mj-ea"/>
                <a:cs typeface="+mj-cs"/>
              </a:rPr>
              <a:t>Dr. Priyank Saxena </a:t>
            </a:r>
          </a:p>
          <a:p>
            <a:pPr>
              <a:spcBef>
                <a:spcPct val="0"/>
              </a:spcBef>
            </a:pPr>
            <a:r>
              <a:rPr lang="en-US" sz="1800" dirty="0">
                <a:latin typeface="Arial Narrow" panose="020B0606020202030204" pitchFamily="34" charset="0"/>
                <a:ea typeface="+mj-ea"/>
                <a:cs typeface="+mj-cs"/>
              </a:rPr>
              <a:t>Assistant Professor</a:t>
            </a:r>
          </a:p>
          <a:p>
            <a:pPr algn="l"/>
            <a:endParaRPr lang="en-IN" sz="2000" dirty="0"/>
          </a:p>
        </p:txBody>
      </p:sp>
      <p:sp>
        <p:nvSpPr>
          <p:cNvPr id="203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48634-168C-499D-BD84-8E9CEEC3C3C6}"/>
              </a:ext>
            </a:extLst>
          </p:cNvPr>
          <p:cNvSpPr/>
          <p:nvPr/>
        </p:nvSpPr>
        <p:spPr>
          <a:xfrm>
            <a:off x="8816704" y="4758800"/>
            <a:ext cx="3013606" cy="48201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+mj-ea"/>
                <a:cs typeface="+mj-cs"/>
              </a:rPr>
              <a:t>By</a:t>
            </a:r>
            <a:endParaRPr lang="en-IN" dirty="0">
              <a:solidFill>
                <a:schemeClr val="tx1"/>
              </a:solidFill>
              <a:latin typeface="Arial Narrow" panose="020B0606020202030204" pitchFamily="34" charset="0"/>
              <a:ea typeface="+mj-ea"/>
              <a:cs typeface="+mj-cs"/>
            </a:endParaRPr>
          </a:p>
        </p:txBody>
      </p:sp>
      <p:pic>
        <p:nvPicPr>
          <p:cNvPr id="9" name="Picture 8" descr="A picture containing food, drawing, plate&#10;&#10;Description automatically generated">
            <a:extLst>
              <a:ext uri="{FF2B5EF4-FFF2-40B4-BE49-F238E27FC236}">
                <a16:creationId xmlns:a16="http://schemas.microsoft.com/office/drawing/2014/main" id="{6AF54B91-A935-421E-8E76-EB226ECD52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61507"/>
            <a:ext cx="2179673" cy="156749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innerShdw blurRad="63500" dist="50800" dir="13500000">
              <a:schemeClr val="accent1">
                <a:lumMod val="60000"/>
                <a:lumOff val="40000"/>
                <a:alpha val="65000"/>
              </a:schemeClr>
            </a:inn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8313CDA-BE17-4CEF-8424-BE32F5FF8F2D}"/>
              </a:ext>
            </a:extLst>
          </p:cNvPr>
          <p:cNvSpPr/>
          <p:nvPr/>
        </p:nvSpPr>
        <p:spPr>
          <a:xfrm>
            <a:off x="3599293" y="3768832"/>
            <a:ext cx="4114799" cy="121009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 Narrow" panose="020B0606020202030204" pitchFamily="34" charset="0"/>
                <a:ea typeface="+mj-ea"/>
                <a:cs typeface="+mj-cs"/>
              </a:rPr>
              <a:t>Module-3</a:t>
            </a:r>
            <a:endParaRPr lang="en-IN" sz="3600" dirty="0">
              <a:solidFill>
                <a:schemeClr val="tx1"/>
              </a:solidFill>
              <a:latin typeface="Arial Narrow" panose="020B0606020202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246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3F10-0DDC-4146-8EFA-3C6BDE48C7BD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36653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Course Syllabus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45080F-BC75-482C-B61B-99AABABA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579" y="6356349"/>
            <a:ext cx="2743200" cy="365125"/>
          </a:xfrm>
        </p:spPr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/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1BBA31B9-1791-4664-A0A3-1636F0F734EE}"/>
              </a:ext>
            </a:extLst>
          </p:cNvPr>
          <p:cNvGraphicFramePr>
            <a:graphicFrameLocks noGrp="1"/>
          </p:cNvGraphicFramePr>
          <p:nvPr/>
        </p:nvGraphicFramePr>
        <p:xfrm>
          <a:off x="1288953" y="1070566"/>
          <a:ext cx="9614094" cy="469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4094">
                  <a:extLst>
                    <a:ext uri="{9D8B030D-6E8A-4147-A177-3AD203B41FA5}">
                      <a16:colId xmlns:a16="http://schemas.microsoft.com/office/drawing/2014/main" val="2619165396"/>
                    </a:ext>
                  </a:extLst>
                </a:gridCol>
              </a:tblGrid>
              <a:tr h="136429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Module-3 : Sinusoidal Oscillators</a:t>
                      </a:r>
                      <a:r>
                        <a:rPr lang="ru-RU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000" u="sng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/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Sinusoidal Oscillators: Concept of positive and negative feedback, Barkhausen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criterion for sustained oscillations, Determination of Frequency and Condition of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oscillation, Hartley and Colpitt’s oscillator.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200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/>
                      <a:r>
                        <a:rPr lang="en-US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Operational Amplifiers:</a:t>
                      </a:r>
                    </a:p>
                    <a:p>
                      <a:pPr algn="just"/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Operational Amplifiers: Characteristics of an Ideal and Practical Operational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Amplifier (IC 741), Inverting and non-inverting amplifiers, Offset error voltages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currents; Power supply rejection ratio, Slew Rate and concept of Virtual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Ground, Summing and Difference Amplifiers, Differentiator and Integrator, RC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phase shift oscillator.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{8 Lect. hours}</a:t>
                      </a:r>
                      <a:endParaRPr lang="en-IN" sz="200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9518"/>
                  </a:ext>
                </a:extLst>
              </a:tr>
              <a:tr h="989338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8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Module-4 : Logic Gates and Boolean Algebra</a:t>
                      </a:r>
                    </a:p>
                    <a:p>
                      <a:pPr algn="just"/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Logic Gates and Boolean algebra: Introduction to Boolean Algebra and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 operators, Symbolic representation, Boolean algebraic function and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Truth table of different Digital logic Gates (AND, OR, NOT, NAND, NOR, EX-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OR, EX-NOR); Realization of Basic logic gates using universal gates, Adder,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Subtractor, adder/subtractor.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en-US" sz="200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{8 Lect. hours}</a:t>
                      </a:r>
                      <a:endParaRPr lang="en-IN" sz="200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/>
                      <a:endParaRPr lang="en-IN" sz="180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35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907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139027-16B2-4892-A5DD-955BAC58257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B0103-18A4-45C2-B5C2-3F13FE269A98}"/>
              </a:ext>
            </a:extLst>
          </p:cNvPr>
          <p:cNvSpPr/>
          <p:nvPr/>
        </p:nvSpPr>
        <p:spPr>
          <a:xfrm>
            <a:off x="3922969" y="334578"/>
            <a:ext cx="43460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Positive and Negative Feedback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4DA992-0185-4F4D-BC8E-F4DB73D4BB6E}"/>
                  </a:ext>
                </a:extLst>
              </p14:cNvPr>
              <p14:cNvContentPartPr/>
              <p14:nvPr/>
            </p14:nvContentPartPr>
            <p14:xfrm>
              <a:off x="5402865" y="2591460"/>
              <a:ext cx="11160" cy="6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4DA992-0185-4F4D-BC8E-F4DB73D4BB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93865" y="2582460"/>
                <a:ext cx="288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77E0AF4-47D8-4F18-B138-C1F2301C085B}"/>
                  </a:ext>
                </a:extLst>
              </p14:cNvPr>
              <p14:cNvContentPartPr/>
              <p14:nvPr/>
            </p14:nvContentPartPr>
            <p14:xfrm>
              <a:off x="1150560" y="1027080"/>
              <a:ext cx="10980360" cy="4289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77E0AF4-47D8-4F18-B138-C1F2301C08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1200" y="1017720"/>
                <a:ext cx="10999080" cy="43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CC4E9A9-8EE8-46D5-9FAD-99CF1162EAFD}"/>
                  </a:ext>
                </a:extLst>
              </p14:cNvPr>
              <p14:cNvContentPartPr/>
              <p14:nvPr/>
            </p14:nvContentPartPr>
            <p14:xfrm>
              <a:off x="2982600" y="3515040"/>
              <a:ext cx="902880" cy="2784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CC4E9A9-8EE8-46D5-9FAD-99CF1162EA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73240" y="3505680"/>
                <a:ext cx="921600" cy="280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139027-16B2-4892-A5DD-955BAC58257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B0103-18A4-45C2-B5C2-3F13FE269A98}"/>
              </a:ext>
            </a:extLst>
          </p:cNvPr>
          <p:cNvSpPr/>
          <p:nvPr/>
        </p:nvSpPr>
        <p:spPr>
          <a:xfrm>
            <a:off x="3922969" y="334578"/>
            <a:ext cx="43460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Positive and Negative Feedback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4DA992-0185-4F4D-BC8E-F4DB73D4BB6E}"/>
                  </a:ext>
                </a:extLst>
              </p14:cNvPr>
              <p14:cNvContentPartPr/>
              <p14:nvPr/>
            </p14:nvContentPartPr>
            <p14:xfrm>
              <a:off x="5402865" y="2591460"/>
              <a:ext cx="11160" cy="6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4DA992-0185-4F4D-BC8E-F4DB73D4BB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93865" y="2582460"/>
                <a:ext cx="2880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597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6400" y="533401"/>
            <a:ext cx="54864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/>
            <a:r>
              <a:rPr lang="en-US" sz="2000" b="1" dirty="0">
                <a:solidFill>
                  <a:srgbClr val="FF0000"/>
                </a:solidFill>
              </a:rPr>
              <a:t>Feedback circuit: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sz="2000" dirty="0">
                <a:solidFill>
                  <a:srgbClr val="0000CC"/>
                </a:solidFill>
              </a:rPr>
              <a:t>Feedback amplifier </a:t>
            </a:r>
            <a:r>
              <a:rPr lang="en-US" sz="2000" b="1" dirty="0">
                <a:solidFill>
                  <a:srgbClr val="0000CC"/>
                </a:solidFill>
              </a:rPr>
              <a:t>essentially contains two component </a:t>
            </a:r>
            <a:r>
              <a:rPr lang="en-US" sz="2000" dirty="0">
                <a:solidFill>
                  <a:srgbClr val="0000CC"/>
                </a:solidFill>
              </a:rPr>
              <a:t>namely</a:t>
            </a:r>
          </a:p>
          <a:p>
            <a:pPr marL="225425" indent="-225425"/>
            <a:r>
              <a:rPr lang="en-US" sz="2000" dirty="0">
                <a:solidFill>
                  <a:srgbClr val="0000CC"/>
                </a:solidFill>
              </a:rPr>
              <a:t>    </a:t>
            </a:r>
            <a:r>
              <a:rPr lang="en-US" sz="2000" dirty="0" err="1">
                <a:solidFill>
                  <a:srgbClr val="0000CC"/>
                </a:solidFill>
              </a:rPr>
              <a:t>i</a:t>
            </a:r>
            <a:r>
              <a:rPr lang="en-US" sz="2000" dirty="0">
                <a:solidFill>
                  <a:srgbClr val="0000CC"/>
                </a:solidFill>
              </a:rPr>
              <a:t>)  feedback circuit	ii)  amplifier circuit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</a:rPr>
              <a:t>Feedback circuit r</a:t>
            </a:r>
            <a:r>
              <a:rPr lang="en-US" sz="2000" b="1" dirty="0">
                <a:solidFill>
                  <a:srgbClr val="0000CC"/>
                </a:solidFill>
              </a:rPr>
              <a:t>eturns a fraction of the output voltage to the input </a:t>
            </a:r>
            <a:r>
              <a:rPr lang="en-US" sz="2000" dirty="0">
                <a:solidFill>
                  <a:srgbClr val="0000CC"/>
                </a:solidFill>
              </a:rPr>
              <a:t>of the amplifier circuit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00CC"/>
                </a:solidFill>
              </a:rPr>
              <a:t>It is </a:t>
            </a:r>
            <a:r>
              <a:rPr lang="en-US" sz="2000" dirty="0">
                <a:solidFill>
                  <a:srgbClr val="C00000"/>
                </a:solidFill>
              </a:rPr>
              <a:t>essentially a potential divider </a:t>
            </a:r>
            <a:r>
              <a:rPr lang="en-US" sz="2000" dirty="0">
                <a:solidFill>
                  <a:srgbClr val="0000CC"/>
                </a:solidFill>
              </a:rPr>
              <a:t>consisting </a:t>
            </a:r>
          </a:p>
          <a:p>
            <a:pPr marL="225425" indent="-225425" algn="just"/>
            <a:r>
              <a:rPr lang="en-US" sz="2000" dirty="0">
                <a:solidFill>
                  <a:srgbClr val="0000CC"/>
                </a:solidFill>
              </a:rPr>
              <a:t>     of resistances R</a:t>
            </a:r>
            <a:r>
              <a:rPr lang="en-US" sz="2000" baseline="-25000" dirty="0">
                <a:solidFill>
                  <a:srgbClr val="0000CC"/>
                </a:solidFill>
              </a:rPr>
              <a:t>1</a:t>
            </a:r>
            <a:r>
              <a:rPr lang="en-US" sz="2000" dirty="0">
                <a:solidFill>
                  <a:srgbClr val="0000CC"/>
                </a:solidFill>
              </a:rPr>
              <a:t> &amp; R</a:t>
            </a:r>
            <a:r>
              <a:rPr lang="en-US" sz="2000" baseline="-25000" dirty="0">
                <a:solidFill>
                  <a:srgbClr val="0000CC"/>
                </a:solidFill>
              </a:rPr>
              <a:t>2</a:t>
            </a:r>
            <a:r>
              <a:rPr lang="en-US" sz="2000" dirty="0">
                <a:solidFill>
                  <a:srgbClr val="0000CC"/>
                </a:solidFill>
              </a:rPr>
              <a:t> (or impedances)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829814" y="71736"/>
            <a:ext cx="43460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Positive and Negative Feedback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t="3226"/>
          <a:stretch>
            <a:fillRect/>
          </a:stretch>
        </p:blipFill>
        <p:spPr bwMode="auto">
          <a:xfrm>
            <a:off x="7086600" y="685800"/>
            <a:ext cx="35052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676400" y="3227726"/>
            <a:ext cx="51054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sz="2000" dirty="0">
                <a:solidFill>
                  <a:srgbClr val="0000CC"/>
                </a:solidFill>
              </a:rPr>
              <a:t>A </a:t>
            </a:r>
            <a:r>
              <a:rPr lang="en-US" sz="2000" dirty="0">
                <a:solidFill>
                  <a:srgbClr val="C00000"/>
                </a:solidFill>
              </a:rPr>
              <a:t>typical feedback connection </a:t>
            </a:r>
            <a:r>
              <a:rPr lang="en-US" sz="2000" dirty="0">
                <a:solidFill>
                  <a:srgbClr val="0000CC"/>
                </a:solidFill>
              </a:rPr>
              <a:t>is shown in Fig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00CC"/>
                </a:solidFill>
              </a:rPr>
              <a:t> The </a:t>
            </a:r>
            <a:r>
              <a:rPr lang="en-US" sz="2000" b="1" dirty="0">
                <a:solidFill>
                  <a:srgbClr val="0000CC"/>
                </a:solidFill>
              </a:rPr>
              <a:t>input signal, Vs</a:t>
            </a:r>
            <a:r>
              <a:rPr lang="en-US" sz="2000" dirty="0">
                <a:solidFill>
                  <a:srgbClr val="0000CC"/>
                </a:solidFill>
              </a:rPr>
              <a:t>, is applied to a </a:t>
            </a:r>
            <a:r>
              <a:rPr lang="en-US" sz="2000" b="1" dirty="0">
                <a:solidFill>
                  <a:srgbClr val="7030A0"/>
                </a:solidFill>
              </a:rPr>
              <a:t>mixer or comparator network</a:t>
            </a:r>
            <a:r>
              <a:rPr lang="en-US" sz="2000" dirty="0">
                <a:solidFill>
                  <a:srgbClr val="0000CC"/>
                </a:solidFill>
              </a:rPr>
              <a:t>, where it is combined with a </a:t>
            </a:r>
            <a:r>
              <a:rPr lang="en-US" sz="2000" b="1" dirty="0">
                <a:solidFill>
                  <a:srgbClr val="0000CC"/>
                </a:solidFill>
              </a:rPr>
              <a:t>feedback signal, </a:t>
            </a:r>
            <a:r>
              <a:rPr lang="en-US" sz="2000" b="1" dirty="0" err="1">
                <a:solidFill>
                  <a:srgbClr val="0000CC"/>
                </a:solidFill>
              </a:rPr>
              <a:t>V</a:t>
            </a:r>
            <a:r>
              <a:rPr lang="en-US" sz="2000" b="1" baseline="-25000" dirty="0" err="1">
                <a:solidFill>
                  <a:srgbClr val="0000CC"/>
                </a:solidFill>
              </a:rPr>
              <a:t>f</a:t>
            </a:r>
            <a:r>
              <a:rPr lang="en-US" sz="2000" dirty="0">
                <a:solidFill>
                  <a:srgbClr val="0000CC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00CC"/>
                </a:solidFill>
              </a:rPr>
              <a:t>The </a:t>
            </a:r>
            <a:r>
              <a:rPr lang="en-US" sz="2000" b="1" dirty="0">
                <a:solidFill>
                  <a:srgbClr val="0000CC"/>
                </a:solidFill>
              </a:rPr>
              <a:t>difference of these signals, V</a:t>
            </a:r>
            <a:r>
              <a:rPr lang="en-US" sz="2000" b="1" baseline="-25000" dirty="0">
                <a:solidFill>
                  <a:srgbClr val="0000CC"/>
                </a:solidFill>
              </a:rPr>
              <a:t>i</a:t>
            </a:r>
            <a:r>
              <a:rPr lang="en-US" sz="2000" dirty="0">
                <a:solidFill>
                  <a:srgbClr val="0000CC"/>
                </a:solidFill>
              </a:rPr>
              <a:t>, is then the input voltage to the </a:t>
            </a:r>
            <a:r>
              <a:rPr lang="en-US" sz="2000" b="1" dirty="0">
                <a:solidFill>
                  <a:srgbClr val="7030A0"/>
                </a:solidFill>
              </a:rPr>
              <a:t>amplifier.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00CC"/>
                </a:solidFill>
              </a:rPr>
              <a:t>A portion of the </a:t>
            </a:r>
            <a:r>
              <a:rPr lang="en-US" sz="2000" b="1" dirty="0">
                <a:solidFill>
                  <a:srgbClr val="0000CC"/>
                </a:solidFill>
              </a:rPr>
              <a:t>amplifier output, V</a:t>
            </a:r>
            <a:r>
              <a:rPr lang="en-US" sz="2000" b="1" baseline="-25000" dirty="0">
                <a:solidFill>
                  <a:srgbClr val="0000CC"/>
                </a:solidFill>
              </a:rPr>
              <a:t>o</a:t>
            </a:r>
            <a:r>
              <a:rPr lang="en-US" sz="2000" dirty="0">
                <a:solidFill>
                  <a:srgbClr val="0000CC"/>
                </a:solidFill>
              </a:rPr>
              <a:t>, is connected to the </a:t>
            </a:r>
            <a:r>
              <a:rPr lang="en-US" sz="2000" b="1" dirty="0">
                <a:solidFill>
                  <a:srgbClr val="7030A0"/>
                </a:solidFill>
              </a:rPr>
              <a:t>feedback circuit/network</a:t>
            </a:r>
            <a:r>
              <a:rPr lang="en-US" sz="2000" dirty="0">
                <a:solidFill>
                  <a:srgbClr val="0000CC"/>
                </a:solidFill>
              </a:rPr>
              <a:t>, which provides a reduced portion of the output as feedback signal to the input mixer network.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3200400"/>
            <a:ext cx="3886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7F79891-1A3E-4DD7-A945-D6C2A5EB11EA}"/>
              </a:ext>
            </a:extLst>
          </p:cNvPr>
          <p:cNvGrpSpPr/>
          <p:nvPr/>
        </p:nvGrpSpPr>
        <p:grpSpPr>
          <a:xfrm>
            <a:off x="9383618" y="4293017"/>
            <a:ext cx="119520" cy="83520"/>
            <a:chOff x="9383618" y="4293017"/>
            <a:chExt cx="119520" cy="8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C4834E-2248-4EA0-B23E-A7D11F629214}"/>
                    </a:ext>
                  </a:extLst>
                </p14:cNvPr>
                <p14:cNvContentPartPr/>
                <p14:nvPr/>
              </p14:nvContentPartPr>
              <p14:xfrm>
                <a:off x="9383618" y="4352777"/>
                <a:ext cx="46080" cy="23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C4834E-2248-4EA0-B23E-A7D11F6292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65618" y="4335137"/>
                  <a:ext cx="81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33C3511-EEAF-4E4C-BBE7-426166DD33AA}"/>
                    </a:ext>
                  </a:extLst>
                </p14:cNvPr>
                <p14:cNvContentPartPr/>
                <p14:nvPr/>
              </p14:nvContentPartPr>
              <p14:xfrm>
                <a:off x="9500618" y="4293017"/>
                <a:ext cx="2520" cy="3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33C3511-EEAF-4E4C-BBE7-426166DD33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82618" y="4275017"/>
                  <a:ext cx="3816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315F625-1EB8-4998-B49D-27189182B38E}"/>
                  </a:ext>
                </a:extLst>
              </p14:cNvPr>
              <p14:cNvContentPartPr/>
              <p14:nvPr/>
            </p14:nvContentPartPr>
            <p14:xfrm>
              <a:off x="4011120" y="1513080"/>
              <a:ext cx="5338800" cy="3215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315F625-1EB8-4998-B49D-27189182B3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01760" y="1503720"/>
                <a:ext cx="5357520" cy="323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5410200"/>
            <a:ext cx="2057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286000"/>
            <a:ext cx="4953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4810324" y="224136"/>
            <a:ext cx="2047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Feedback Gain</a:t>
            </a:r>
            <a:endParaRPr lang="en-US" sz="2400" u="sng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05000" y="762000"/>
            <a:ext cx="8610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163" indent="-284163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00CC"/>
                </a:solidFill>
              </a:rPr>
              <a:t>Depending on the </a:t>
            </a:r>
            <a:r>
              <a:rPr lang="en-US" sz="2000" b="1" dirty="0">
                <a:solidFill>
                  <a:srgbClr val="0000CC"/>
                </a:solidFill>
              </a:rPr>
              <a:t>relative polarity of the signal being fed back </a:t>
            </a:r>
            <a:r>
              <a:rPr lang="en-US" sz="2000" dirty="0">
                <a:solidFill>
                  <a:srgbClr val="0000CC"/>
                </a:solidFill>
              </a:rPr>
              <a:t>into a circuit, one may have </a:t>
            </a:r>
            <a:r>
              <a:rPr lang="en-US" sz="2000" b="1" dirty="0">
                <a:solidFill>
                  <a:srgbClr val="FF0000"/>
                </a:solidFill>
              </a:rPr>
              <a:t>negative or positive feedback </a:t>
            </a:r>
          </a:p>
          <a:p>
            <a:pPr marL="284163" indent="-284163" algn="just">
              <a:buFont typeface="Wingdings" pitchFamily="2" charset="2"/>
              <a:buChar char="§"/>
            </a:pPr>
            <a:r>
              <a:rPr lang="en-US" sz="2000" dirty="0">
                <a:solidFill>
                  <a:srgbClr val="0000CC"/>
                </a:solidFill>
              </a:rPr>
              <a:t>Both negative feedback and positive feedback are used with amplifier circuits</a:t>
            </a:r>
          </a:p>
          <a:p>
            <a:pPr marL="465138" indent="-180975" algn="just">
              <a:buFont typeface="Arial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 In Negative feedback </a:t>
            </a:r>
            <a:r>
              <a:rPr lang="en-US" sz="2000" b="1" dirty="0">
                <a:solidFill>
                  <a:srgbClr val="0000CC"/>
                </a:solidFill>
              </a:rPr>
              <a:t>returns part of the output opposes the input signal</a:t>
            </a:r>
          </a:p>
          <a:p>
            <a:pPr marL="465138" indent="-180975" algn="just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Whereas </a:t>
            </a:r>
            <a:r>
              <a:rPr lang="en-US" sz="2000" dirty="0">
                <a:solidFill>
                  <a:srgbClr val="C00000"/>
                </a:solidFill>
              </a:rPr>
              <a:t>in Positive feedback</a:t>
            </a:r>
            <a:r>
              <a:rPr lang="en-US" sz="2000" dirty="0">
                <a:solidFill>
                  <a:srgbClr val="0000CC"/>
                </a:solidFill>
              </a:rPr>
              <a:t>, </a:t>
            </a:r>
            <a:r>
              <a:rPr lang="en-US" sz="2000" b="1" dirty="0">
                <a:solidFill>
                  <a:srgbClr val="0000CC"/>
                </a:solidFill>
              </a:rPr>
              <a:t>feedback signal aids the input signal</a:t>
            </a: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 r="22581" b="56966"/>
          <a:stretch>
            <a:fillRect/>
          </a:stretch>
        </p:blipFill>
        <p:spPr bwMode="auto">
          <a:xfrm>
            <a:off x="1676400" y="2286001"/>
            <a:ext cx="36576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 cstate="print"/>
          <a:srcRect t="40557"/>
          <a:stretch>
            <a:fillRect/>
          </a:stretch>
        </p:blipFill>
        <p:spPr bwMode="auto">
          <a:xfrm>
            <a:off x="1676400" y="3581400"/>
            <a:ext cx="4724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3886200" y="5602069"/>
            <a:ext cx="3352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rgbClr val="FF0000"/>
                </a:solidFill>
              </a:rPr>
              <a:t>For negative feedback: </a:t>
            </a:r>
            <a:r>
              <a:rPr lang="en-US" sz="2000" b="1" i="1" dirty="0">
                <a:solidFill>
                  <a:srgbClr val="FF0000"/>
                </a:solidFill>
              </a:rPr>
              <a:t>A &gt; 0 ; </a:t>
            </a:r>
          </a:p>
          <a:p>
            <a:pPr lvl="0"/>
            <a:r>
              <a:rPr lang="en-US" sz="2000" b="1" i="1" dirty="0">
                <a:solidFill>
                  <a:srgbClr val="FF0000"/>
                </a:solidFill>
              </a:rPr>
              <a:t>For positive feedback: A &lt; 0</a:t>
            </a:r>
            <a:endParaRPr 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D692C3-CC8B-4B19-A991-83B9DF362D75}"/>
                  </a:ext>
                </a:extLst>
              </p14:cNvPr>
              <p14:cNvContentPartPr/>
              <p14:nvPr/>
            </p14:nvContentPartPr>
            <p14:xfrm>
              <a:off x="750600" y="693720"/>
              <a:ext cx="11406960" cy="6008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D692C3-CC8B-4B19-A991-83B9DF362D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240" y="684360"/>
                <a:ext cx="11425680" cy="6027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Review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C2DA88-0A84-4421-9E9B-8F99360278A1}"/>
                  </a:ext>
                </a:extLst>
              </p14:cNvPr>
              <p14:cNvContentPartPr/>
              <p14:nvPr/>
            </p14:nvContentPartPr>
            <p14:xfrm>
              <a:off x="1935360" y="1057320"/>
              <a:ext cx="9824400" cy="525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C2DA88-0A84-4421-9E9B-8F99360278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6000" y="1047960"/>
                <a:ext cx="9843120" cy="52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621B836-CABC-49E6-8ED1-3977736CAB7B}"/>
                  </a:ext>
                </a:extLst>
              </p14:cNvPr>
              <p14:cNvContentPartPr/>
              <p14:nvPr/>
            </p14:nvContentPartPr>
            <p14:xfrm>
              <a:off x="6417720" y="2009880"/>
              <a:ext cx="5148360" cy="4345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621B836-CABC-49E6-8ED1-3977736CAB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8360" y="2000520"/>
                <a:ext cx="5167080" cy="436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268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Review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B0DA59-3E9E-496F-B4C0-9FAEF8DD05DA}"/>
                  </a:ext>
                </a:extLst>
              </p14:cNvPr>
              <p14:cNvContentPartPr/>
              <p14:nvPr/>
            </p14:nvContentPartPr>
            <p14:xfrm>
              <a:off x="86760" y="918360"/>
              <a:ext cx="11893680" cy="5232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B0DA59-3E9E-496F-B4C0-9FAEF8DD05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00" y="909000"/>
                <a:ext cx="11912400" cy="525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172425-39A7-4D8A-8619-BF5BA4E311E4}"/>
                  </a:ext>
                </a:extLst>
              </p14:cNvPr>
              <p14:cNvContentPartPr/>
              <p14:nvPr/>
            </p14:nvContentPartPr>
            <p14:xfrm>
              <a:off x="1089000" y="1120680"/>
              <a:ext cx="7563240" cy="4709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172425-39A7-4D8A-8619-BF5BA4E311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9640" y="1111320"/>
                <a:ext cx="7581960" cy="472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8464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7400" y="2819400"/>
            <a:ext cx="7924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Disadvantages of Negative feedback:</a:t>
            </a:r>
          </a:p>
          <a:p>
            <a:r>
              <a:rPr lang="en-US" sz="2400" dirty="0">
                <a:solidFill>
                  <a:srgbClr val="0000CC"/>
                </a:solidFill>
              </a:rPr>
              <a:t>Negative feedback reduces the gain of the amplifier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Advantages of Negative feedback: </a:t>
            </a:r>
            <a:r>
              <a:rPr lang="en-US" sz="2400" dirty="0">
                <a:solidFill>
                  <a:srgbClr val="0000CC"/>
                </a:solidFill>
              </a:rPr>
              <a:t>it has many advantages</a:t>
            </a:r>
            <a:r>
              <a:rPr lang="en-US" sz="2400" dirty="0"/>
              <a:t> </a:t>
            </a:r>
          </a:p>
          <a:p>
            <a:pPr marL="284163" indent="-284163">
              <a:buFont typeface="Wingdings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Higher input impedance.</a:t>
            </a:r>
          </a:p>
          <a:p>
            <a:pPr marL="284163" indent="-284163">
              <a:buFont typeface="Wingdings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Better stabilized voltage gain.</a:t>
            </a:r>
          </a:p>
          <a:p>
            <a:pPr marL="284163" indent="-284163">
              <a:buFont typeface="Wingdings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Improved frequency response (extension of bandwidth)</a:t>
            </a:r>
          </a:p>
          <a:p>
            <a:pPr marL="284163" indent="-284163">
              <a:buFont typeface="Wingdings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Lower output impedance.</a:t>
            </a:r>
          </a:p>
          <a:p>
            <a:pPr marL="284163" indent="-284163">
              <a:buFont typeface="Wingdings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Reduced noise.</a:t>
            </a:r>
          </a:p>
          <a:p>
            <a:pPr marL="284163" indent="-284163">
              <a:buFont typeface="Wingdings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reduction of nonlinear distortion (More linear operation)</a:t>
            </a:r>
          </a:p>
          <a:p>
            <a:pPr marL="284163" indent="-284163">
              <a:buFont typeface="Wingdings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control of input and output impedances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357736"/>
            <a:ext cx="25439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Negative feedback</a:t>
            </a:r>
            <a:endParaRPr lang="en-US" sz="2400" u="sng" dirty="0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04800"/>
            <a:ext cx="6629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057400" y="1676400"/>
            <a:ext cx="861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</a:rPr>
              <a:t>Therefore percentage change in </a:t>
            </a:r>
            <a:r>
              <a:rPr lang="en-US" sz="2000" b="1" dirty="0" err="1">
                <a:solidFill>
                  <a:srgbClr val="0000CC"/>
                </a:solidFill>
              </a:rPr>
              <a:t>A</a:t>
            </a:r>
            <a:r>
              <a:rPr lang="en-US" sz="2000" b="1" i="1" baseline="-25000" dirty="0" err="1">
                <a:solidFill>
                  <a:srgbClr val="0000CC"/>
                </a:solidFill>
              </a:rPr>
              <a:t>f</a:t>
            </a:r>
            <a:r>
              <a:rPr lang="en-US" sz="2000" b="1" i="1" dirty="0">
                <a:solidFill>
                  <a:srgbClr val="0000CC"/>
                </a:solidFill>
              </a:rPr>
              <a:t> (due to variations in some circuit </a:t>
            </a:r>
            <a:r>
              <a:rPr lang="en-US" sz="2000" b="1" dirty="0">
                <a:solidFill>
                  <a:srgbClr val="0000CC"/>
                </a:solidFill>
              </a:rPr>
              <a:t>parameter) is reduced by (1+A) times compared to without feedback.</a:t>
            </a:r>
            <a:endParaRPr lang="en-US" sz="2000" dirty="0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518863A-91F8-4909-872F-20ED1F1323B1}"/>
                  </a:ext>
                </a:extLst>
              </p14:cNvPr>
              <p14:cNvContentPartPr/>
              <p14:nvPr/>
            </p14:nvContentPartPr>
            <p14:xfrm>
              <a:off x="8370360" y="2044440"/>
              <a:ext cx="3812040" cy="3195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518863A-91F8-4909-872F-20ED1F1323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61000" y="2035080"/>
                <a:ext cx="3830760" cy="32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E46820-23C8-441B-B46B-74944C532C6B}"/>
                  </a:ext>
                </a:extLst>
              </p14:cNvPr>
              <p14:cNvContentPartPr/>
              <p14:nvPr/>
            </p14:nvContentPartPr>
            <p14:xfrm>
              <a:off x="5619600" y="263520"/>
              <a:ext cx="6500880" cy="5670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E46820-23C8-441B-B46B-74944C532C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10240" y="254160"/>
                <a:ext cx="6519600" cy="568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05400" y="-61210"/>
            <a:ext cx="152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OSCILLATOR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5000" y="319791"/>
            <a:ext cx="853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An oscillator is a device that </a:t>
            </a:r>
            <a:r>
              <a:rPr lang="en-US" b="1" dirty="0">
                <a:solidFill>
                  <a:srgbClr val="2805BB"/>
                </a:solidFill>
              </a:rPr>
              <a:t>incorporate active and passive circuit elements </a:t>
            </a:r>
            <a:r>
              <a:rPr lang="en-US" dirty="0">
                <a:solidFill>
                  <a:srgbClr val="2805BB"/>
                </a:solidFill>
              </a:rPr>
              <a:t>to </a:t>
            </a:r>
            <a:r>
              <a:rPr lang="en-US" dirty="0">
                <a:solidFill>
                  <a:srgbClr val="FF0000"/>
                </a:solidFill>
              </a:rPr>
              <a:t>generate sinusoidal or other repetitive (periodic) waveform 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Oscillator delivers output signal voltage of a given </a:t>
            </a:r>
            <a:r>
              <a:rPr lang="en-US" b="1" dirty="0">
                <a:solidFill>
                  <a:srgbClr val="7030A0"/>
                </a:solidFill>
              </a:rPr>
              <a:t>waveform without any external input </a:t>
            </a:r>
            <a:r>
              <a:rPr lang="en-US" dirty="0">
                <a:solidFill>
                  <a:srgbClr val="2805BB"/>
                </a:solidFill>
              </a:rPr>
              <a:t>signal. Actually it </a:t>
            </a:r>
            <a:r>
              <a:rPr lang="en-US" dirty="0">
                <a:solidFill>
                  <a:srgbClr val="FF0000"/>
                </a:solidFill>
              </a:rPr>
              <a:t>converts an dc power from supply to ac power at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5000" y="1462790"/>
            <a:ext cx="85344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/>
            <a:r>
              <a:rPr lang="en-US" b="1" u="sng" dirty="0">
                <a:solidFill>
                  <a:srgbClr val="FF0000"/>
                </a:solidFill>
              </a:rPr>
              <a:t>Classification of Oscillator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According to the nature of generated waveform 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</a:t>
            </a:r>
            <a:r>
              <a:rPr lang="en-US" dirty="0" err="1">
                <a:solidFill>
                  <a:srgbClr val="2805BB"/>
                </a:solidFill>
              </a:rPr>
              <a:t>i</a:t>
            </a:r>
            <a:r>
              <a:rPr lang="en-US" dirty="0">
                <a:solidFill>
                  <a:srgbClr val="2805BB"/>
                </a:solidFill>
              </a:rPr>
              <a:t>)  Sinusoidal or Harmonic oscillator– Sinusoidal wave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ii) </a:t>
            </a:r>
            <a:r>
              <a:rPr lang="en-US" dirty="0" err="1">
                <a:solidFill>
                  <a:srgbClr val="2805BB"/>
                </a:solidFill>
              </a:rPr>
              <a:t>astable</a:t>
            </a:r>
            <a:r>
              <a:rPr lang="en-US" dirty="0">
                <a:solidFill>
                  <a:srgbClr val="2805BB"/>
                </a:solidFill>
              </a:rPr>
              <a:t> oscillators or </a:t>
            </a:r>
            <a:r>
              <a:rPr lang="en-US" dirty="0" err="1">
                <a:solidFill>
                  <a:srgbClr val="2805BB"/>
                </a:solidFill>
              </a:rPr>
              <a:t>Multivibrators</a:t>
            </a:r>
            <a:r>
              <a:rPr lang="en-US" dirty="0">
                <a:solidFill>
                  <a:srgbClr val="2805BB"/>
                </a:solidFill>
              </a:rPr>
              <a:t> – square waves (1 Hz to Several GHz used in IC)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ii) Relaxation oscillator  -- </a:t>
            </a:r>
            <a:r>
              <a:rPr lang="en-US" dirty="0" err="1">
                <a:solidFill>
                  <a:srgbClr val="2805BB"/>
                </a:solidFill>
              </a:rPr>
              <a:t>Unsinusoidal</a:t>
            </a:r>
            <a:r>
              <a:rPr lang="en-US" dirty="0">
                <a:solidFill>
                  <a:srgbClr val="2805BB"/>
                </a:solidFill>
              </a:rPr>
              <a:t> (Square, Saw-tooth waveform)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iii) Sweep oscillators --  </a:t>
            </a:r>
            <a:r>
              <a:rPr lang="en-US" dirty="0" err="1">
                <a:solidFill>
                  <a:srgbClr val="2805BB"/>
                </a:solidFill>
              </a:rPr>
              <a:t>Unsinusoidal</a:t>
            </a:r>
            <a:r>
              <a:rPr lang="en-US" dirty="0">
                <a:solidFill>
                  <a:srgbClr val="2805BB"/>
                </a:solidFill>
              </a:rPr>
              <a:t> (Saw-tooth wave).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According to the component </a:t>
            </a:r>
            <a:r>
              <a:rPr lang="en-US" b="1" dirty="0" err="1">
                <a:solidFill>
                  <a:srgbClr val="C00000"/>
                </a:solidFill>
              </a:rPr>
              <a:t>usd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</a:t>
            </a:r>
            <a:r>
              <a:rPr lang="en-US" dirty="0" err="1">
                <a:solidFill>
                  <a:srgbClr val="2805BB"/>
                </a:solidFill>
              </a:rPr>
              <a:t>i</a:t>
            </a:r>
            <a:r>
              <a:rPr lang="en-US" dirty="0">
                <a:solidFill>
                  <a:srgbClr val="2805BB"/>
                </a:solidFill>
              </a:rPr>
              <a:t>)  LC oscillator               ii) RC Oscillator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According to the frequency of Oscillation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</a:t>
            </a:r>
            <a:r>
              <a:rPr lang="en-US" dirty="0" err="1">
                <a:solidFill>
                  <a:srgbClr val="2805BB"/>
                </a:solidFill>
              </a:rPr>
              <a:t>i</a:t>
            </a:r>
            <a:r>
              <a:rPr lang="en-US" dirty="0">
                <a:solidFill>
                  <a:srgbClr val="2805BB"/>
                </a:solidFill>
              </a:rPr>
              <a:t>) Audio frequency Oscillator:- Oscillation frequency lie in the range:- few Hz – 20 kHz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ii) Radio frequency :- Oscillation frequency lie in the range:- 20 kHz – 30 MHz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iii) VHF frequency :- Oscillation frequency lie in the range:- 30 MHz – 300 MHz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iv) UHF frequency :- Oscillation frequency lie in the range:- 300MHz– 3GHz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v) microwave frequency :- Oscillation frequency lie in the range:- 3 GHz – Several MHz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LC feedback oscillator:- Radio Frequency 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</a:t>
            </a:r>
            <a:r>
              <a:rPr lang="en-US" dirty="0" err="1">
                <a:solidFill>
                  <a:srgbClr val="2805BB"/>
                </a:solidFill>
              </a:rPr>
              <a:t>i</a:t>
            </a:r>
            <a:r>
              <a:rPr lang="en-US" dirty="0">
                <a:solidFill>
                  <a:srgbClr val="2805BB"/>
                </a:solidFill>
              </a:rPr>
              <a:t>) Tuned Oscillator     ii) Hartley Oscillator         ii) </a:t>
            </a:r>
            <a:r>
              <a:rPr lang="en-US" dirty="0" err="1">
                <a:solidFill>
                  <a:srgbClr val="2805BB"/>
                </a:solidFill>
              </a:rPr>
              <a:t>Colpitt</a:t>
            </a:r>
            <a:r>
              <a:rPr lang="en-US" dirty="0">
                <a:solidFill>
                  <a:srgbClr val="2805BB"/>
                </a:solidFill>
              </a:rPr>
              <a:t> Oscillator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 </a:t>
            </a:r>
            <a:r>
              <a:rPr lang="en-US" b="1" dirty="0">
                <a:solidFill>
                  <a:srgbClr val="2805BB"/>
                </a:solidFill>
              </a:rPr>
              <a:t>Some time Piezoelectric crystal is used in LC known as crystal oscillator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  RC feedback oscillator:- Audio Frequency </a:t>
            </a:r>
            <a:endParaRPr lang="en-US" dirty="0">
              <a:solidFill>
                <a:srgbClr val="2805BB"/>
              </a:solidFill>
            </a:endParaRP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</a:t>
            </a:r>
            <a:r>
              <a:rPr lang="en-US" dirty="0" err="1">
                <a:solidFill>
                  <a:srgbClr val="2805BB"/>
                </a:solidFill>
              </a:rPr>
              <a:t>i</a:t>
            </a:r>
            <a:r>
              <a:rPr lang="en-US" dirty="0">
                <a:solidFill>
                  <a:srgbClr val="2805BB"/>
                </a:solidFill>
              </a:rPr>
              <a:t>) Phase Shift Oscillator     ii) Wien Bridge Oscillator       </a:t>
            </a:r>
          </a:p>
        </p:txBody>
      </p:sp>
      <p:pic>
        <p:nvPicPr>
          <p:cNvPr id="1028" name="Picture 4" descr="osc-symbo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20200" y="2971801"/>
            <a:ext cx="952500" cy="638175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09554B-B3B1-4D8B-911A-C671DCF6697F}"/>
                  </a:ext>
                </a:extLst>
              </p14:cNvPr>
              <p14:cNvContentPartPr/>
              <p14:nvPr/>
            </p14:nvContentPartPr>
            <p14:xfrm>
              <a:off x="2197080" y="1101960"/>
              <a:ext cx="7434360" cy="410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09554B-B3B1-4D8B-911A-C671DCF669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7720" y="1092600"/>
                <a:ext cx="745308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6F4A20-4DCA-4538-9C08-9ED682F3914A}"/>
                  </a:ext>
                </a:extLst>
              </p14:cNvPr>
              <p14:cNvContentPartPr/>
              <p14:nvPr/>
            </p14:nvContentPartPr>
            <p14:xfrm>
              <a:off x="61920" y="5060880"/>
              <a:ext cx="1861560" cy="1121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6F4A20-4DCA-4538-9C08-9ED682F391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560" y="5051520"/>
                <a:ext cx="1880280" cy="11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F17B8A6-1863-4A38-9FAC-E2F55B065087}"/>
                  </a:ext>
                </a:extLst>
              </p14:cNvPr>
              <p14:cNvContentPartPr/>
              <p14:nvPr/>
            </p14:nvContentPartPr>
            <p14:xfrm>
              <a:off x="2085480" y="1175040"/>
              <a:ext cx="9914040" cy="5612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F17B8A6-1863-4A38-9FAC-E2F55B0650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76120" y="1165680"/>
                <a:ext cx="9932760" cy="563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8034" y="541985"/>
            <a:ext cx="7472680" cy="12446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417445" marR="5080" indent="-2405380" algn="just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</a:rPr>
              <a:t>Difference </a:t>
            </a:r>
            <a:r>
              <a:rPr sz="4000" dirty="0">
                <a:solidFill>
                  <a:srgbClr val="FF0000"/>
                </a:solidFill>
              </a:rPr>
              <a:t>between </a:t>
            </a:r>
            <a:r>
              <a:rPr sz="4000" spc="-5" dirty="0">
                <a:solidFill>
                  <a:srgbClr val="FF0000"/>
                </a:solidFill>
              </a:rPr>
              <a:t>an </a:t>
            </a:r>
            <a:r>
              <a:rPr sz="4000" dirty="0">
                <a:solidFill>
                  <a:srgbClr val="FF0000"/>
                </a:solidFill>
              </a:rPr>
              <a:t>amplifier</a:t>
            </a:r>
            <a:r>
              <a:rPr sz="4000" spc="-35" dirty="0">
                <a:solidFill>
                  <a:srgbClr val="FF0000"/>
                </a:solidFill>
              </a:rPr>
              <a:t> </a:t>
            </a:r>
            <a:r>
              <a:rPr sz="4000" spc="-5" dirty="0">
                <a:solidFill>
                  <a:srgbClr val="FF0000"/>
                </a:solidFill>
              </a:rPr>
              <a:t>and  an</a:t>
            </a:r>
            <a:r>
              <a:rPr sz="4000" spc="-10" dirty="0">
                <a:solidFill>
                  <a:srgbClr val="FF0000"/>
                </a:solidFill>
              </a:rPr>
              <a:t> </a:t>
            </a:r>
            <a:r>
              <a:rPr sz="4000" spc="-5" dirty="0">
                <a:solidFill>
                  <a:srgbClr val="FF0000"/>
                </a:solidFill>
              </a:rPr>
              <a:t>oscillator: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76512" y="2286000"/>
            <a:ext cx="733425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BCAC45-933F-43CA-AC64-47887ED32BE6}"/>
                  </a:ext>
                </a:extLst>
              </p14:cNvPr>
              <p14:cNvContentPartPr/>
              <p14:nvPr/>
            </p14:nvContentPartPr>
            <p14:xfrm>
              <a:off x="3430080" y="2917800"/>
              <a:ext cx="4272480" cy="300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BCAC45-933F-43CA-AC64-47887ED32B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0720" y="2908440"/>
                <a:ext cx="4291200" cy="31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9726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24400" y="87868"/>
            <a:ext cx="2519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OSCILLATOR 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81001"/>
            <a:ext cx="883920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use of positive feedback that </a:t>
            </a:r>
          </a:p>
          <a:p>
            <a:pPr marL="120650" indent="165100">
              <a:buFont typeface="Wingdings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solidFill>
                  <a:srgbClr val="2805BB"/>
                </a:solidFill>
              </a:rPr>
              <a:t>results in a </a:t>
            </a:r>
            <a:r>
              <a:rPr lang="en-US" b="1" dirty="0">
                <a:solidFill>
                  <a:srgbClr val="2805BB"/>
                </a:solidFill>
              </a:rPr>
              <a:t>feedback amplifier having closed-loop gain |</a:t>
            </a:r>
            <a:r>
              <a:rPr lang="el-GR" dirty="0">
                <a:solidFill>
                  <a:srgbClr val="C00000"/>
                </a:solidFill>
              </a:rPr>
              <a:t> </a:t>
            </a:r>
            <a:r>
              <a:rPr lang="en-US" b="1" i="1" dirty="0" err="1">
                <a:solidFill>
                  <a:srgbClr val="2805BB"/>
                </a:solidFill>
              </a:rPr>
              <a:t>Af</a:t>
            </a:r>
            <a:r>
              <a:rPr lang="en-US" b="1" i="1" dirty="0">
                <a:solidFill>
                  <a:srgbClr val="2805BB"/>
                </a:solidFill>
              </a:rPr>
              <a:t> | greater than 1</a:t>
            </a:r>
            <a:r>
              <a:rPr lang="en-US" i="1" dirty="0">
                <a:solidFill>
                  <a:srgbClr val="2805BB"/>
                </a:solidFill>
              </a:rPr>
              <a:t> and</a:t>
            </a:r>
          </a:p>
          <a:p>
            <a:pPr marL="120650" indent="44450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  </a:t>
            </a:r>
            <a:r>
              <a:rPr lang="en-US" b="1" i="1" dirty="0">
                <a:solidFill>
                  <a:srgbClr val="2805BB"/>
                </a:solidFill>
              </a:rPr>
              <a:t>satisfies the phase conditions </a:t>
            </a:r>
            <a:r>
              <a:rPr lang="en-US" b="1" i="1" dirty="0">
                <a:solidFill>
                  <a:srgbClr val="FF0000"/>
                </a:solidFill>
              </a:rPr>
              <a:t>Will result in operation as </a:t>
            </a:r>
            <a:r>
              <a:rPr lang="en-US" b="1" dirty="0">
                <a:solidFill>
                  <a:srgbClr val="FF0000"/>
                </a:solidFill>
              </a:rPr>
              <a:t>an </a:t>
            </a:r>
            <a:r>
              <a:rPr lang="en-US" sz="2000" b="1" dirty="0">
                <a:solidFill>
                  <a:srgbClr val="FF0000"/>
                </a:solidFill>
              </a:rPr>
              <a:t>oscillator circuit</a:t>
            </a:r>
            <a:r>
              <a:rPr lang="en-US" dirty="0"/>
              <a:t>. </a:t>
            </a:r>
            <a:endParaRPr lang="en-US" sz="800" dirty="0"/>
          </a:p>
          <a:p>
            <a:r>
              <a:rPr lang="en-US" b="1" dirty="0">
                <a:solidFill>
                  <a:srgbClr val="C00000"/>
                </a:solidFill>
              </a:rPr>
              <a:t>An oscillator circuit</a:t>
            </a:r>
            <a:r>
              <a:rPr lang="en-US" dirty="0">
                <a:solidFill>
                  <a:srgbClr val="2805BB"/>
                </a:solidFill>
              </a:rPr>
              <a:t> provides a varying output signal.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If the </a:t>
            </a:r>
            <a:r>
              <a:rPr lang="en-US" b="1" dirty="0">
                <a:solidFill>
                  <a:srgbClr val="2805BB"/>
                </a:solidFill>
              </a:rPr>
              <a:t>output signal varies sinusoidal</a:t>
            </a:r>
            <a:r>
              <a:rPr lang="en-US" dirty="0">
                <a:solidFill>
                  <a:srgbClr val="2805BB"/>
                </a:solidFill>
              </a:rPr>
              <a:t>, the circuit is referred to as a </a:t>
            </a:r>
            <a:r>
              <a:rPr lang="en-US" i="1" dirty="0">
                <a:solidFill>
                  <a:srgbClr val="C00000"/>
                </a:solidFill>
              </a:rPr>
              <a:t>sinusoidal oscillator</a:t>
            </a:r>
            <a:r>
              <a:rPr lang="en-US" i="1" dirty="0">
                <a:solidFill>
                  <a:srgbClr val="2805BB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If the </a:t>
            </a:r>
            <a:r>
              <a:rPr lang="en-US" b="1" dirty="0">
                <a:solidFill>
                  <a:srgbClr val="2805BB"/>
                </a:solidFill>
              </a:rPr>
              <a:t>output voltage rises quickly to one voltage level and later drops quickly to another </a:t>
            </a:r>
            <a:r>
              <a:rPr lang="en-US" dirty="0">
                <a:solidFill>
                  <a:srgbClr val="2805BB"/>
                </a:solidFill>
              </a:rPr>
              <a:t>voltage level, the circuit is generally referred to as a </a:t>
            </a:r>
            <a:r>
              <a:rPr lang="en-US" i="1" dirty="0">
                <a:solidFill>
                  <a:srgbClr val="C00000"/>
                </a:solidFill>
              </a:rPr>
              <a:t>pulse or square-wave oscillator</a:t>
            </a:r>
          </a:p>
          <a:p>
            <a:pPr marL="225425" indent="-225425"/>
            <a:endParaRPr lang="en-US" i="1" dirty="0">
              <a:solidFill>
                <a:srgbClr val="C00000"/>
              </a:solidFill>
            </a:endParaRPr>
          </a:p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To understand how a feedback circuit performs as an oscillator</a:t>
            </a:r>
            <a:r>
              <a:rPr lang="en-US" dirty="0">
                <a:solidFill>
                  <a:srgbClr val="2805BB"/>
                </a:solidFill>
              </a:rPr>
              <a:t>, consider the feedback circuit of Fig. below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When the </a:t>
            </a:r>
            <a:r>
              <a:rPr lang="en-US" b="1" dirty="0">
                <a:solidFill>
                  <a:srgbClr val="2805BB"/>
                </a:solidFill>
              </a:rPr>
              <a:t>switch at the amplifier input is open</a:t>
            </a:r>
            <a:r>
              <a:rPr lang="en-US" dirty="0">
                <a:solidFill>
                  <a:srgbClr val="2805BB"/>
                </a:solidFill>
              </a:rPr>
              <a:t>, </a:t>
            </a:r>
            <a:r>
              <a:rPr lang="en-US" b="1" dirty="0">
                <a:solidFill>
                  <a:srgbClr val="2805BB"/>
                </a:solidFill>
              </a:rPr>
              <a:t>no oscillation occurs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Consider that we have a </a:t>
            </a:r>
            <a:r>
              <a:rPr lang="en-US" b="1" i="1" dirty="0">
                <a:solidFill>
                  <a:srgbClr val="2805BB"/>
                </a:solidFill>
              </a:rPr>
              <a:t>fictitious voltage at the amplifier input </a:t>
            </a:r>
            <a:r>
              <a:rPr lang="en-US" i="1" dirty="0">
                <a:solidFill>
                  <a:srgbClr val="2805BB"/>
                </a:solidFill>
              </a:rPr>
              <a:t>(Vi).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This results in an </a:t>
            </a:r>
            <a:r>
              <a:rPr lang="en-US" b="1" dirty="0">
                <a:solidFill>
                  <a:srgbClr val="FF0000"/>
                </a:solidFill>
              </a:rPr>
              <a:t>output voltage </a:t>
            </a:r>
            <a:r>
              <a:rPr lang="en-US" b="1" i="1" dirty="0">
                <a:solidFill>
                  <a:srgbClr val="FF0000"/>
                </a:solidFill>
              </a:rPr>
              <a:t>Vo =</a:t>
            </a:r>
            <a:r>
              <a:rPr lang="el-GR" b="1" dirty="0">
                <a:solidFill>
                  <a:srgbClr val="FF0000"/>
                </a:solidFill>
              </a:rPr>
              <a:t>β</a:t>
            </a:r>
            <a:r>
              <a:rPr lang="en-US" b="1" i="1" dirty="0" err="1">
                <a:solidFill>
                  <a:srgbClr val="FF0000"/>
                </a:solidFill>
              </a:rPr>
              <a:t>A</a:t>
            </a:r>
            <a:r>
              <a:rPr lang="en-US" b="1" i="1" baseline="-25000" dirty="0" err="1">
                <a:solidFill>
                  <a:srgbClr val="FF0000"/>
                </a:solidFill>
              </a:rPr>
              <a:t>Vi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</a:rPr>
              <a:t>after the amplifier stage &amp; </a:t>
            </a:r>
            <a:r>
              <a:rPr lang="en-US" i="1" dirty="0">
                <a:solidFill>
                  <a:srgbClr val="FF0000"/>
                </a:solidFill>
              </a:rPr>
              <a:t>voltage </a:t>
            </a:r>
            <a:r>
              <a:rPr lang="en-US" i="1" dirty="0" err="1">
                <a:solidFill>
                  <a:srgbClr val="FF0000"/>
                </a:solidFill>
              </a:rPr>
              <a:t>V</a:t>
            </a:r>
            <a:r>
              <a:rPr lang="en-US" i="1" baseline="-25000" dirty="0" err="1">
                <a:solidFill>
                  <a:srgbClr val="FF0000"/>
                </a:solidFill>
              </a:rPr>
              <a:t>f</a:t>
            </a:r>
            <a:r>
              <a:rPr lang="en-US" i="1" dirty="0">
                <a:solidFill>
                  <a:srgbClr val="FF0000"/>
                </a:solidFill>
              </a:rPr>
              <a:t> =</a:t>
            </a:r>
            <a:r>
              <a:rPr lang="el-GR" b="1" dirty="0">
                <a:solidFill>
                  <a:srgbClr val="FF0000"/>
                </a:solidFill>
              </a:rPr>
              <a:t> β</a:t>
            </a:r>
            <a:r>
              <a:rPr lang="en-US" i="1" dirty="0">
                <a:solidFill>
                  <a:srgbClr val="FF0000"/>
                </a:solidFill>
              </a:rPr>
              <a:t>(</a:t>
            </a:r>
            <a:r>
              <a:rPr lang="en-US" i="1" dirty="0" err="1">
                <a:solidFill>
                  <a:srgbClr val="FF0000"/>
                </a:solidFill>
              </a:rPr>
              <a:t>AVi</a:t>
            </a:r>
            <a:r>
              <a:rPr lang="en-US" i="1" dirty="0">
                <a:solidFill>
                  <a:srgbClr val="FF0000"/>
                </a:solidFill>
              </a:rPr>
              <a:t>) </a:t>
            </a:r>
            <a:r>
              <a:rPr lang="en-US" i="1" dirty="0">
                <a:solidFill>
                  <a:srgbClr val="2805BB"/>
                </a:solidFill>
              </a:rPr>
              <a:t>after the feedback stage.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2" y="4122127"/>
            <a:ext cx="4724400" cy="2321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752600" y="4267201"/>
            <a:ext cx="3886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Thus, we have a feedback voltage     </a:t>
            </a:r>
            <a:r>
              <a:rPr lang="en-US" i="1" dirty="0" err="1">
                <a:solidFill>
                  <a:srgbClr val="C00000"/>
                </a:solidFill>
              </a:rPr>
              <a:t>V</a:t>
            </a:r>
            <a:r>
              <a:rPr lang="en-US" i="1" baseline="-25000" dirty="0" err="1">
                <a:solidFill>
                  <a:srgbClr val="C00000"/>
                </a:solidFill>
              </a:rPr>
              <a:t>f</a:t>
            </a:r>
            <a:r>
              <a:rPr lang="en-US" i="1" dirty="0">
                <a:solidFill>
                  <a:srgbClr val="C00000"/>
                </a:solidFill>
              </a:rPr>
              <a:t> =</a:t>
            </a:r>
            <a:r>
              <a:rPr lang="el-GR" b="1" dirty="0">
                <a:solidFill>
                  <a:srgbClr val="C00000"/>
                </a:solidFill>
              </a:rPr>
              <a:t> β</a:t>
            </a:r>
            <a:r>
              <a:rPr lang="en-US" i="1" dirty="0" err="1">
                <a:solidFill>
                  <a:srgbClr val="C00000"/>
                </a:solidFill>
              </a:rPr>
              <a:t>Avi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  <a:r>
              <a:rPr lang="en-US" dirty="0">
                <a:solidFill>
                  <a:srgbClr val="2805BB"/>
                </a:solidFill>
              </a:rPr>
              <a:t>where </a:t>
            </a:r>
            <a:r>
              <a:rPr lang="en-US" i="1" dirty="0">
                <a:solidFill>
                  <a:srgbClr val="2805BB"/>
                </a:solidFill>
              </a:rPr>
              <a:t>A is referred to as the loop gain.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If the </a:t>
            </a:r>
            <a:r>
              <a:rPr lang="en-US" i="1" dirty="0">
                <a:solidFill>
                  <a:srgbClr val="FF0000"/>
                </a:solidFill>
              </a:rPr>
              <a:t>circuits of the base amplifier </a:t>
            </a:r>
            <a:r>
              <a:rPr lang="en-US" i="1" dirty="0">
                <a:solidFill>
                  <a:srgbClr val="2805BB"/>
                </a:solidFill>
              </a:rPr>
              <a:t>and </a:t>
            </a:r>
            <a:r>
              <a:rPr lang="en-US" i="1" dirty="0">
                <a:solidFill>
                  <a:srgbClr val="FF0000"/>
                </a:solidFill>
              </a:rPr>
              <a:t>feedback </a:t>
            </a:r>
            <a:r>
              <a:rPr lang="en-US" dirty="0">
                <a:solidFill>
                  <a:srgbClr val="FF0000"/>
                </a:solidFill>
              </a:rPr>
              <a:t>network </a:t>
            </a:r>
            <a:r>
              <a:rPr lang="en-US" dirty="0">
                <a:solidFill>
                  <a:srgbClr val="2805BB"/>
                </a:solidFill>
              </a:rPr>
              <a:t>provide </a:t>
            </a:r>
            <a:r>
              <a:rPr lang="en-US" i="1" dirty="0">
                <a:solidFill>
                  <a:srgbClr val="2805BB"/>
                </a:solidFill>
              </a:rPr>
              <a:t>A of a correct magnitude and phase, </a:t>
            </a:r>
            <a:r>
              <a:rPr lang="en-US" i="1" dirty="0" err="1">
                <a:solidFill>
                  <a:srgbClr val="2805BB"/>
                </a:solidFill>
              </a:rPr>
              <a:t>V</a:t>
            </a:r>
            <a:r>
              <a:rPr lang="en-US" i="1" baseline="-25000" dirty="0" err="1">
                <a:solidFill>
                  <a:srgbClr val="2805BB"/>
                </a:solidFill>
              </a:rPr>
              <a:t>f</a:t>
            </a:r>
            <a:r>
              <a:rPr lang="en-US" i="1" baseline="-25000" dirty="0">
                <a:solidFill>
                  <a:srgbClr val="2805BB"/>
                </a:solidFill>
              </a:rPr>
              <a:t>  </a:t>
            </a:r>
            <a:r>
              <a:rPr lang="en-US" i="1" dirty="0">
                <a:solidFill>
                  <a:srgbClr val="2805BB"/>
                </a:solidFill>
              </a:rPr>
              <a:t>can be made equal to Vi.</a:t>
            </a:r>
            <a:endParaRPr lang="en-US" dirty="0">
              <a:solidFill>
                <a:srgbClr val="2805B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002AE7-8204-40B4-A411-92A40A37A9E8}"/>
                  </a:ext>
                </a:extLst>
              </p14:cNvPr>
              <p14:cNvContentPartPr/>
              <p14:nvPr/>
            </p14:nvContentPartPr>
            <p14:xfrm>
              <a:off x="3255840" y="589320"/>
              <a:ext cx="8897040" cy="3122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002AE7-8204-40B4-A411-92A40A37A9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6480" y="579960"/>
                <a:ext cx="8915760" cy="31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068B91-088C-42F3-B9D3-4459BED1951D}"/>
                  </a:ext>
                </a:extLst>
              </p14:cNvPr>
              <p14:cNvContentPartPr/>
              <p14:nvPr/>
            </p14:nvContentPartPr>
            <p14:xfrm>
              <a:off x="10420920" y="2262960"/>
              <a:ext cx="290520" cy="30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068B91-088C-42F3-B9D3-4459BED195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11560" y="2253600"/>
                <a:ext cx="309240" cy="32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asic oscillator feedback circui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76200"/>
            <a:ext cx="5029200" cy="2743201"/>
          </a:xfrm>
          <a:prstGeom prst="rect">
            <a:avLst/>
          </a:prstGeom>
          <a:noFill/>
        </p:spPr>
      </p:pic>
      <p:pic>
        <p:nvPicPr>
          <p:cNvPr id="3" name="Picture 4" descr="oscillator feedback equa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2438400"/>
            <a:ext cx="4648200" cy="215265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133600" y="1981200"/>
            <a:ext cx="3060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Oscillator Gain With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7678" y="379274"/>
            <a:ext cx="3387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Oscillator Gain Without Feedback</a:t>
            </a:r>
          </a:p>
        </p:txBody>
      </p:sp>
      <p:pic>
        <p:nvPicPr>
          <p:cNvPr id="6" name="Picture 6" descr="oscillator open loop gain"/>
          <p:cNvPicPr>
            <a:picLocks noChangeAspect="1" noChangeArrowheads="1"/>
          </p:cNvPicPr>
          <p:nvPr/>
        </p:nvPicPr>
        <p:blipFill>
          <a:blip r:embed="rId4" cstate="print"/>
          <a:srcRect r="64341"/>
          <a:stretch>
            <a:fillRect/>
          </a:stretch>
        </p:blipFill>
        <p:spPr bwMode="auto">
          <a:xfrm>
            <a:off x="2514600" y="748606"/>
            <a:ext cx="1752600" cy="838200"/>
          </a:xfrm>
          <a:prstGeom prst="rect">
            <a:avLst/>
          </a:prstGeom>
          <a:noFill/>
        </p:spPr>
      </p:pic>
      <p:pic>
        <p:nvPicPr>
          <p:cNvPr id="7" name="Picture 6" descr="oscillator open loop gain"/>
          <p:cNvPicPr>
            <a:picLocks noChangeAspect="1" noChangeArrowheads="1"/>
          </p:cNvPicPr>
          <p:nvPr/>
        </p:nvPicPr>
        <p:blipFill>
          <a:blip r:embed="rId4" cstate="print"/>
          <a:srcRect l="49612" b="58537"/>
          <a:stretch>
            <a:fillRect/>
          </a:stretch>
        </p:blipFill>
        <p:spPr bwMode="auto">
          <a:xfrm>
            <a:off x="2095500" y="1552766"/>
            <a:ext cx="2476500" cy="3238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1828800" y="4876800"/>
            <a:ext cx="792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Oscillators</a:t>
            </a:r>
            <a:r>
              <a:rPr lang="en-US" dirty="0">
                <a:solidFill>
                  <a:srgbClr val="2805BB"/>
                </a:solidFill>
              </a:rPr>
              <a:t> are the circuits that </a:t>
            </a:r>
            <a:r>
              <a:rPr lang="en-US" dirty="0">
                <a:solidFill>
                  <a:srgbClr val="C00000"/>
                </a:solidFill>
              </a:rPr>
              <a:t>generate a continuous voltage output waveform at a required frequency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This </a:t>
            </a:r>
            <a:r>
              <a:rPr lang="en-US" b="1" dirty="0">
                <a:solidFill>
                  <a:srgbClr val="2805BB"/>
                </a:solidFill>
              </a:rPr>
              <a:t>feedback network is an attenuation network </a:t>
            </a:r>
            <a:r>
              <a:rPr lang="en-US" dirty="0">
                <a:solidFill>
                  <a:srgbClr val="2805BB"/>
                </a:solidFill>
              </a:rPr>
              <a:t>which has a gain of less than one ( β &lt;1 )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and oscillations starts when </a:t>
            </a:r>
            <a:r>
              <a:rPr lang="en-US" dirty="0" err="1">
                <a:solidFill>
                  <a:srgbClr val="2805BB"/>
                </a:solidFill>
              </a:rPr>
              <a:t>Aβ</a:t>
            </a:r>
            <a:r>
              <a:rPr lang="en-US" dirty="0">
                <a:solidFill>
                  <a:srgbClr val="2805BB"/>
                </a:solidFill>
              </a:rPr>
              <a:t>&gt;1 which returns to unity ( </a:t>
            </a:r>
            <a:r>
              <a:rPr lang="en-US" dirty="0" err="1">
                <a:solidFill>
                  <a:srgbClr val="2805BB"/>
                </a:solidFill>
              </a:rPr>
              <a:t>Aβ</a:t>
            </a:r>
            <a:r>
              <a:rPr lang="en-US" dirty="0">
                <a:solidFill>
                  <a:srgbClr val="2805BB"/>
                </a:solidFill>
              </a:rPr>
              <a:t> =1 ) once oscillations commence and become self sustained.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2600" y="0"/>
            <a:ext cx="3249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Basic Oscillator Feedback Circuit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9151" y="3429000"/>
            <a:ext cx="2262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If V</a:t>
            </a:r>
            <a:r>
              <a:rPr lang="en-US" baseline="-25000" dirty="0">
                <a:solidFill>
                  <a:srgbClr val="2805BB"/>
                </a:solidFill>
              </a:rPr>
              <a:t>in </a:t>
            </a:r>
            <a:r>
              <a:rPr lang="en-US" dirty="0">
                <a:solidFill>
                  <a:srgbClr val="2805BB"/>
                </a:solidFill>
              </a:rPr>
              <a:t>= 0 </a:t>
            </a:r>
            <a:r>
              <a:rPr lang="en-US" dirty="0">
                <a:solidFill>
                  <a:srgbClr val="2805BB"/>
                </a:solidFill>
                <a:sym typeface="Wingdings" pitchFamily="2" charset="2"/>
              </a:rPr>
              <a:t> |A</a:t>
            </a:r>
            <a:r>
              <a:rPr lang="en-US" baseline="-25000" dirty="0">
                <a:solidFill>
                  <a:srgbClr val="2805BB"/>
                </a:solidFill>
                <a:sym typeface="Wingdings" pitchFamily="2" charset="2"/>
              </a:rPr>
              <a:t>v</a:t>
            </a:r>
            <a:r>
              <a:rPr lang="en-US" dirty="0">
                <a:solidFill>
                  <a:srgbClr val="2805BB"/>
                </a:solidFill>
                <a:sym typeface="Wingdings" pitchFamily="2" charset="2"/>
              </a:rPr>
              <a:t> </a:t>
            </a:r>
            <a:r>
              <a:rPr lang="en-US" dirty="0">
                <a:solidFill>
                  <a:srgbClr val="2805BB"/>
                </a:solidFill>
              </a:rPr>
              <a:t>β| = 1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844E220-712A-4D28-83F4-91B2939195E7}"/>
                  </a:ext>
                </a:extLst>
              </p14:cNvPr>
              <p14:cNvContentPartPr/>
              <p14:nvPr/>
            </p14:nvContentPartPr>
            <p14:xfrm>
              <a:off x="4764240" y="213480"/>
              <a:ext cx="7426080" cy="6327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844E220-712A-4D28-83F4-91B2939195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4880" y="204120"/>
                <a:ext cx="7444800" cy="63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6E015C7-8C1E-4A81-AB39-CE34B44EBC60}"/>
                  </a:ext>
                </a:extLst>
              </p14:cNvPr>
              <p14:cNvContentPartPr/>
              <p14:nvPr/>
            </p14:nvContentPartPr>
            <p14:xfrm>
              <a:off x="1751760" y="4163400"/>
              <a:ext cx="2618280" cy="1788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6E015C7-8C1E-4A81-AB39-CE34B44EBC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42400" y="4154040"/>
                <a:ext cx="2637000" cy="180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373083"/>
            <a:ext cx="8382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Then, </a:t>
            </a:r>
            <a:r>
              <a:rPr lang="en-US" dirty="0">
                <a:solidFill>
                  <a:srgbClr val="C00000"/>
                </a:solidFill>
              </a:rPr>
              <a:t>when the switch is closed and fictitious voltage </a:t>
            </a:r>
            <a:r>
              <a:rPr lang="en-US" i="1" dirty="0">
                <a:solidFill>
                  <a:srgbClr val="C00000"/>
                </a:solidFill>
              </a:rPr>
              <a:t>Vi is removed</a:t>
            </a:r>
            <a:r>
              <a:rPr lang="en-US" i="1" dirty="0">
                <a:solidFill>
                  <a:srgbClr val="2805BB"/>
                </a:solidFill>
              </a:rPr>
              <a:t>, the </a:t>
            </a:r>
            <a:r>
              <a:rPr lang="en-US" b="1" i="1" dirty="0">
                <a:solidFill>
                  <a:srgbClr val="2805BB"/>
                </a:solidFill>
              </a:rPr>
              <a:t>circuit </a:t>
            </a:r>
            <a:r>
              <a:rPr lang="en-US" b="1" dirty="0">
                <a:solidFill>
                  <a:srgbClr val="2805BB"/>
                </a:solidFill>
              </a:rPr>
              <a:t>will continue operating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since the feedback voltage is sufficient to drive the amplifier </a:t>
            </a:r>
            <a:r>
              <a:rPr lang="en-US" dirty="0">
                <a:solidFill>
                  <a:srgbClr val="2805BB"/>
                </a:solidFill>
              </a:rPr>
              <a:t>and </a:t>
            </a:r>
            <a:r>
              <a:rPr lang="en-US" b="1" dirty="0">
                <a:solidFill>
                  <a:srgbClr val="2805BB"/>
                </a:solidFill>
              </a:rPr>
              <a:t>feedback circuits resulting in a proper input voltage </a:t>
            </a:r>
            <a:r>
              <a:rPr lang="en-US" b="1" dirty="0">
                <a:solidFill>
                  <a:srgbClr val="7030A0"/>
                </a:solidFill>
              </a:rPr>
              <a:t>to sustain the loop operation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Now the </a:t>
            </a:r>
            <a:r>
              <a:rPr lang="en-US" dirty="0">
                <a:solidFill>
                  <a:srgbClr val="C00000"/>
                </a:solidFill>
              </a:rPr>
              <a:t>output waveform will still exist after the switch is closed </a:t>
            </a:r>
            <a:r>
              <a:rPr lang="en-US" dirty="0">
                <a:solidFill>
                  <a:srgbClr val="2805BB"/>
                </a:solidFill>
              </a:rPr>
              <a:t>if the condition       |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Aβ</a:t>
            </a:r>
            <a:r>
              <a:rPr lang="en-US" b="1" dirty="0">
                <a:solidFill>
                  <a:srgbClr val="FF0000"/>
                </a:solidFill>
              </a:rPr>
              <a:t> │</a:t>
            </a:r>
            <a:r>
              <a:rPr lang="en-US" i="1" dirty="0">
                <a:solidFill>
                  <a:srgbClr val="FF0000"/>
                </a:solidFill>
              </a:rPr>
              <a:t> =  1 </a:t>
            </a:r>
            <a:r>
              <a:rPr lang="en-US" dirty="0">
                <a:solidFill>
                  <a:srgbClr val="2805BB"/>
                </a:solidFill>
              </a:rPr>
              <a:t>is met.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This is known as the </a:t>
            </a:r>
            <a:r>
              <a:rPr lang="en-US" b="1" dirty="0" err="1">
                <a:solidFill>
                  <a:srgbClr val="FF0000"/>
                </a:solidFill>
              </a:rPr>
              <a:t>Barkhausen</a:t>
            </a:r>
            <a:r>
              <a:rPr lang="en-US" b="1" dirty="0">
                <a:solidFill>
                  <a:srgbClr val="FF0000"/>
                </a:solidFill>
              </a:rPr>
              <a:t> criterion </a:t>
            </a:r>
            <a:r>
              <a:rPr lang="en-US" i="1" dirty="0">
                <a:solidFill>
                  <a:srgbClr val="2805BB"/>
                </a:solidFill>
              </a:rPr>
              <a:t>for oscillation</a:t>
            </a:r>
          </a:p>
          <a:p>
            <a:pPr marL="225425" indent="-225425" algn="just"/>
            <a:endParaRPr lang="en-US" i="1" dirty="0">
              <a:solidFill>
                <a:srgbClr val="2805BB"/>
              </a:solidFill>
            </a:endParaRPr>
          </a:p>
          <a:p>
            <a:pPr marL="225425" indent="-225425" algn="just"/>
            <a:r>
              <a:rPr lang="en-US" sz="2000" b="1" dirty="0" err="1">
                <a:solidFill>
                  <a:srgbClr val="9751CB"/>
                </a:solidFill>
              </a:rPr>
              <a:t>Barkhausen</a:t>
            </a:r>
            <a:r>
              <a:rPr lang="en-US" sz="2000" b="1" dirty="0">
                <a:solidFill>
                  <a:srgbClr val="9751CB"/>
                </a:solidFill>
              </a:rPr>
              <a:t> Criteria: For sustained oscillations</a:t>
            </a:r>
          </a:p>
          <a:p>
            <a:pPr>
              <a:buAutoNum type="arabicPeriod"/>
            </a:pPr>
            <a:r>
              <a:rPr lang="en-US" b="1" dirty="0">
                <a:solidFill>
                  <a:srgbClr val="2805BB"/>
                </a:solidFill>
              </a:rPr>
              <a:t>The total phase shift around a loop is precisely 0 degree or 360 degree.</a:t>
            </a:r>
            <a:br>
              <a:rPr lang="en-US" b="1" dirty="0">
                <a:solidFill>
                  <a:srgbClr val="2805BB"/>
                </a:solidFill>
              </a:rPr>
            </a:br>
            <a:r>
              <a:rPr lang="en-US" b="1" dirty="0">
                <a:solidFill>
                  <a:srgbClr val="2805BB"/>
                </a:solidFill>
              </a:rPr>
              <a:t>2. The magnitude of the product of open loop gain of the amplifier and the magnitude of the feedback factor is unity.</a:t>
            </a:r>
            <a:br>
              <a:rPr lang="en-US" b="1" dirty="0"/>
            </a:br>
            <a:r>
              <a:rPr lang="en-US" b="1" dirty="0"/>
              <a:t>                                              </a:t>
            </a:r>
            <a:r>
              <a:rPr lang="en-US" b="1" dirty="0">
                <a:solidFill>
                  <a:srgbClr val="FF0000"/>
                </a:solidFill>
              </a:rPr>
              <a:t>That is │</a:t>
            </a:r>
            <a:r>
              <a:rPr lang="en-US" b="1" dirty="0" err="1">
                <a:solidFill>
                  <a:srgbClr val="FF0000"/>
                </a:solidFill>
              </a:rPr>
              <a:t>Aβ</a:t>
            </a:r>
            <a:r>
              <a:rPr lang="en-US" b="1" dirty="0">
                <a:solidFill>
                  <a:srgbClr val="FF0000"/>
                </a:solidFill>
              </a:rPr>
              <a:t>│=1</a:t>
            </a:r>
          </a:p>
          <a:p>
            <a:endParaRPr lang="en-US" i="1" dirty="0">
              <a:solidFill>
                <a:srgbClr val="FF0000"/>
              </a:solidFill>
            </a:endParaRP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In reality, </a:t>
            </a:r>
            <a:r>
              <a:rPr lang="en-US" dirty="0">
                <a:solidFill>
                  <a:srgbClr val="C00000"/>
                </a:solidFill>
              </a:rPr>
              <a:t>no input signal is needed to start the oscillator going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Only the condition </a:t>
            </a:r>
            <a:r>
              <a:rPr lang="el-GR" b="1" dirty="0">
                <a:solidFill>
                  <a:srgbClr val="FF0000"/>
                </a:solidFill>
              </a:rPr>
              <a:t>β</a:t>
            </a:r>
            <a:r>
              <a:rPr lang="en-US" b="1" dirty="0">
                <a:solidFill>
                  <a:srgbClr val="FF0000"/>
                </a:solidFill>
              </a:rPr>
              <a:t>A=</a:t>
            </a:r>
            <a:r>
              <a:rPr lang="en-US" b="1" i="1" dirty="0">
                <a:solidFill>
                  <a:srgbClr val="2805BB"/>
                </a:solidFill>
              </a:rPr>
              <a:t>1 must be satisfied</a:t>
            </a:r>
            <a:r>
              <a:rPr lang="en-US" i="1" dirty="0">
                <a:solidFill>
                  <a:srgbClr val="2805BB"/>
                </a:solidFill>
              </a:rPr>
              <a:t> to result in </a:t>
            </a:r>
            <a:r>
              <a:rPr lang="en-US" b="1" i="1" dirty="0">
                <a:solidFill>
                  <a:srgbClr val="C00000"/>
                </a:solidFill>
              </a:rPr>
              <a:t>self-sustained oscillations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In practice, </a:t>
            </a:r>
            <a:r>
              <a:rPr lang="el-GR" b="1" dirty="0">
                <a:solidFill>
                  <a:srgbClr val="FF0000"/>
                </a:solidFill>
              </a:rPr>
              <a:t>β</a:t>
            </a:r>
            <a:r>
              <a:rPr lang="en-US" b="1" i="1" dirty="0">
                <a:solidFill>
                  <a:srgbClr val="FF0000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is made greater than 1 </a:t>
            </a:r>
            <a:r>
              <a:rPr lang="en-US" dirty="0">
                <a:solidFill>
                  <a:srgbClr val="FF0000"/>
                </a:solidFill>
              </a:rPr>
              <a:t>and the </a:t>
            </a:r>
            <a:r>
              <a:rPr lang="en-US" b="1" dirty="0">
                <a:solidFill>
                  <a:srgbClr val="FF0000"/>
                </a:solidFill>
              </a:rPr>
              <a:t>system is started oscillating by amplifying noise voltage</a:t>
            </a:r>
            <a:r>
              <a:rPr lang="en-US" dirty="0">
                <a:solidFill>
                  <a:srgbClr val="2805BB"/>
                </a:solidFill>
              </a:rPr>
              <a:t>, which is always present.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Saturation factors in the practical circuit provide an “average” value of </a:t>
            </a:r>
            <a:r>
              <a:rPr lang="el-GR" b="1" dirty="0">
                <a:solidFill>
                  <a:srgbClr val="2805BB"/>
                </a:solidFill>
              </a:rPr>
              <a:t>β</a:t>
            </a:r>
            <a:r>
              <a:rPr lang="en-US" b="1" i="1" dirty="0">
                <a:solidFill>
                  <a:srgbClr val="2805BB"/>
                </a:solidFill>
              </a:rPr>
              <a:t>A of 1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resulting waveforms are never exactly </a:t>
            </a:r>
            <a:r>
              <a:rPr lang="en-US" b="1" i="1" dirty="0">
                <a:solidFill>
                  <a:srgbClr val="C00000"/>
                </a:solidFill>
              </a:rPr>
              <a:t>sinusoidal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However, </a:t>
            </a:r>
            <a:r>
              <a:rPr lang="en-US" b="1" dirty="0">
                <a:solidFill>
                  <a:srgbClr val="FF0000"/>
                </a:solidFill>
              </a:rPr>
              <a:t>the closer the value </a:t>
            </a:r>
            <a:r>
              <a:rPr lang="el-GR" b="1" dirty="0">
                <a:solidFill>
                  <a:srgbClr val="FF0000"/>
                </a:solidFill>
              </a:rPr>
              <a:t>β</a:t>
            </a:r>
            <a:r>
              <a:rPr lang="en-US" b="1" i="1" dirty="0">
                <a:solidFill>
                  <a:srgbClr val="FF0000"/>
                </a:solidFill>
              </a:rPr>
              <a:t>A is to exactly 1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  <a:sym typeface="Wingdings" pitchFamily="2" charset="2"/>
              </a:rPr>
              <a:t></a:t>
            </a:r>
            <a:r>
              <a:rPr lang="en-US" i="1" dirty="0">
                <a:solidFill>
                  <a:srgbClr val="2805BB"/>
                </a:solidFill>
              </a:rPr>
              <a:t> </a:t>
            </a:r>
            <a:r>
              <a:rPr lang="en-US" b="1" i="1" dirty="0">
                <a:solidFill>
                  <a:srgbClr val="7030A0"/>
                </a:solidFill>
              </a:rPr>
              <a:t>more nearly sinusoidal </a:t>
            </a:r>
            <a:r>
              <a:rPr lang="en-US" i="1" dirty="0">
                <a:solidFill>
                  <a:srgbClr val="2805BB"/>
                </a:solidFill>
              </a:rPr>
              <a:t>is the waveform.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8C3232E-DECB-4FBF-829D-9069661CEE54}"/>
                  </a:ext>
                </a:extLst>
              </p14:cNvPr>
              <p14:cNvContentPartPr/>
              <p14:nvPr/>
            </p14:nvContentPartPr>
            <p14:xfrm>
              <a:off x="1715400" y="518040"/>
              <a:ext cx="10476720" cy="577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8C3232E-DECB-4FBF-829D-9069661CEE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6040" y="508680"/>
                <a:ext cx="10495440" cy="57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1BA1D4-ABFF-4E2B-8F1C-2D43F5272857}"/>
                  </a:ext>
                </a:extLst>
              </p14:cNvPr>
              <p14:cNvContentPartPr/>
              <p14:nvPr/>
            </p14:nvContentPartPr>
            <p14:xfrm>
              <a:off x="1857960" y="3774960"/>
              <a:ext cx="7989120" cy="1925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1BA1D4-ABFF-4E2B-8F1C-2D43F52728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8600" y="3765600"/>
                <a:ext cx="8007840" cy="194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685800"/>
            <a:ext cx="6553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419600" y="152400"/>
            <a:ext cx="3495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Buildup of steady-state oscillations.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63077"/>
            <a:ext cx="86106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Another way of seeing how the feedback circuit provides </a:t>
            </a:r>
            <a:r>
              <a:rPr lang="en-US" dirty="0">
                <a:solidFill>
                  <a:srgbClr val="FF0000"/>
                </a:solidFill>
              </a:rPr>
              <a:t>operation as an oscillator </a:t>
            </a:r>
            <a:r>
              <a:rPr lang="en-US" dirty="0">
                <a:solidFill>
                  <a:srgbClr val="2805BB"/>
                </a:solidFill>
              </a:rPr>
              <a:t>is obtained by </a:t>
            </a:r>
            <a:r>
              <a:rPr lang="en-US" b="1" dirty="0">
                <a:solidFill>
                  <a:srgbClr val="2805BB"/>
                </a:solidFill>
              </a:rPr>
              <a:t>noting the denominator in the basic feedback equation</a:t>
            </a:r>
            <a:r>
              <a:rPr lang="en-US" dirty="0">
                <a:solidFill>
                  <a:srgbClr val="2805BB"/>
                </a:solidFill>
              </a:rPr>
              <a:t>, </a:t>
            </a:r>
            <a:r>
              <a:rPr lang="en-US" i="1" dirty="0" err="1">
                <a:solidFill>
                  <a:srgbClr val="2805BB"/>
                </a:solidFill>
              </a:rPr>
              <a:t>Af</a:t>
            </a:r>
            <a:r>
              <a:rPr lang="en-US" i="1" dirty="0">
                <a:solidFill>
                  <a:srgbClr val="2805BB"/>
                </a:solidFill>
              </a:rPr>
              <a:t> =A/(1 +</a:t>
            </a:r>
            <a:r>
              <a:rPr lang="el-GR" b="1" dirty="0">
                <a:solidFill>
                  <a:srgbClr val="2805BB"/>
                </a:solidFill>
              </a:rPr>
              <a:t> β</a:t>
            </a:r>
            <a:r>
              <a:rPr lang="en-US" b="1" i="1" dirty="0">
                <a:solidFill>
                  <a:srgbClr val="2805BB"/>
                </a:solidFill>
              </a:rPr>
              <a:t>A</a:t>
            </a:r>
            <a:r>
              <a:rPr lang="en-US" i="1" dirty="0">
                <a:solidFill>
                  <a:srgbClr val="2805BB"/>
                </a:solidFill>
              </a:rPr>
              <a:t>).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C00000"/>
                </a:solidFill>
              </a:rPr>
              <a:t>When </a:t>
            </a:r>
            <a:r>
              <a:rPr lang="el-GR" b="1" dirty="0">
                <a:solidFill>
                  <a:srgbClr val="C00000"/>
                </a:solidFill>
              </a:rPr>
              <a:t>β</a:t>
            </a:r>
            <a:r>
              <a:rPr lang="en-US" b="1" i="1" dirty="0">
                <a:solidFill>
                  <a:srgbClr val="C00000"/>
                </a:solidFill>
              </a:rPr>
              <a:t>A = </a:t>
            </a:r>
            <a:r>
              <a:rPr lang="en-US" sz="2000" b="1" i="1" dirty="0">
                <a:solidFill>
                  <a:srgbClr val="C00000"/>
                </a:solidFill>
              </a:rPr>
              <a:t>-</a:t>
            </a:r>
            <a:r>
              <a:rPr lang="en-US" b="1" i="1" dirty="0">
                <a:solidFill>
                  <a:srgbClr val="C00000"/>
                </a:solidFill>
              </a:rPr>
              <a:t>1 or magnitude -1 at a phase angle of 180°,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2805BB"/>
                </a:solidFill>
              </a:rPr>
              <a:t>denominator </a:t>
            </a:r>
            <a:r>
              <a:rPr lang="en-US" b="1" dirty="0">
                <a:solidFill>
                  <a:srgbClr val="2805BB"/>
                </a:solidFill>
              </a:rPr>
              <a:t>becomes 0 and the gain with feedback, </a:t>
            </a:r>
            <a:r>
              <a:rPr lang="en-US" b="1" i="1" dirty="0" err="1">
                <a:solidFill>
                  <a:srgbClr val="2805BB"/>
                </a:solidFill>
              </a:rPr>
              <a:t>Af</a:t>
            </a:r>
            <a:r>
              <a:rPr lang="en-US" b="1" i="1" dirty="0">
                <a:solidFill>
                  <a:srgbClr val="2805BB"/>
                </a:solidFill>
              </a:rPr>
              <a:t>, becomes infinite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Thus, an </a:t>
            </a:r>
            <a:r>
              <a:rPr lang="en-US" i="1" dirty="0">
                <a:solidFill>
                  <a:srgbClr val="C00000"/>
                </a:solidFill>
              </a:rPr>
              <a:t>infinitesimal </a:t>
            </a:r>
            <a:r>
              <a:rPr lang="en-US" dirty="0">
                <a:solidFill>
                  <a:srgbClr val="C00000"/>
                </a:solidFill>
              </a:rPr>
              <a:t>signal (noise voltage) can provide a measurable output voltage</a:t>
            </a:r>
            <a:r>
              <a:rPr lang="en-US" dirty="0">
                <a:solidFill>
                  <a:srgbClr val="2805BB"/>
                </a:solidFill>
              </a:rPr>
              <a:t>, and the </a:t>
            </a:r>
            <a:r>
              <a:rPr lang="en-US" dirty="0">
                <a:solidFill>
                  <a:srgbClr val="FF0000"/>
                </a:solidFill>
              </a:rPr>
              <a:t>circuit acts as an oscillator </a:t>
            </a:r>
            <a:r>
              <a:rPr lang="en-US" b="1" dirty="0">
                <a:solidFill>
                  <a:srgbClr val="2805BB"/>
                </a:solidFill>
              </a:rPr>
              <a:t>even without an input signal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E6CA64-6B4C-4D1E-9BDD-67A5F74C4AE4}"/>
                  </a:ext>
                </a:extLst>
              </p14:cNvPr>
              <p14:cNvContentPartPr/>
              <p14:nvPr/>
            </p14:nvContentPartPr>
            <p14:xfrm>
              <a:off x="2742840" y="1016280"/>
              <a:ext cx="7446240" cy="4429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E6CA64-6B4C-4D1E-9BDD-67A5F74C4A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3480" y="1006920"/>
                <a:ext cx="7464960" cy="44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FD1F33-34CD-4894-91F9-2A1D0402729A}"/>
                  </a:ext>
                </a:extLst>
              </p14:cNvPr>
              <p14:cNvContentPartPr/>
              <p14:nvPr/>
            </p14:nvContentPartPr>
            <p14:xfrm>
              <a:off x="4843440" y="2090880"/>
              <a:ext cx="7221600" cy="138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FD1F33-34CD-4894-91F9-2A1D040272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4080" y="2081520"/>
                <a:ext cx="7240320" cy="140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FEDC5F-4313-4C87-832E-73172FC40A8A}"/>
                  </a:ext>
                </a:extLst>
              </p14:cNvPr>
              <p14:cNvContentPartPr/>
              <p14:nvPr/>
            </p14:nvContentPartPr>
            <p14:xfrm>
              <a:off x="539640" y="257760"/>
              <a:ext cx="11131200" cy="6015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FEDC5F-4313-4C87-832E-73172FC40A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280" y="248400"/>
                <a:ext cx="11149920" cy="60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95FF09-7E8C-4A34-9CE2-1799879494A9}"/>
                  </a:ext>
                </a:extLst>
              </p14:cNvPr>
              <p14:cNvContentPartPr/>
              <p14:nvPr/>
            </p14:nvContentPartPr>
            <p14:xfrm>
              <a:off x="6740280" y="3135240"/>
              <a:ext cx="4355280" cy="1017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95FF09-7E8C-4A34-9CE2-1799879494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30920" y="3125880"/>
                <a:ext cx="4374000" cy="10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5659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ED564F-277A-412B-8CE3-C5B17527D136}"/>
                  </a:ext>
                </a:extLst>
              </p14:cNvPr>
              <p14:cNvContentPartPr/>
              <p14:nvPr/>
            </p14:nvContentPartPr>
            <p14:xfrm>
              <a:off x="945016" y="730482"/>
              <a:ext cx="10105560" cy="4858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ED564F-277A-412B-8CE3-C5B17527D1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5656" y="721122"/>
                <a:ext cx="10124280" cy="487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148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741" y="1246378"/>
            <a:ext cx="9393096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generalized circuit of an oscillator is considered using a </a:t>
            </a:r>
            <a:r>
              <a:rPr sz="1400" spc="-5" dirty="0">
                <a:latin typeface="Times New Roman"/>
                <a:cs typeface="Times New Roman"/>
              </a:rPr>
              <a:t>simple </a:t>
            </a:r>
            <a:r>
              <a:rPr sz="1400" dirty="0">
                <a:latin typeface="Times New Roman"/>
                <a:cs typeface="Times New Roman"/>
              </a:rPr>
              <a:t>transistor-equivalent circuit  </a:t>
            </a:r>
            <a:r>
              <a:rPr sz="1400" spc="-5" dirty="0">
                <a:latin typeface="Times New Roman"/>
                <a:cs typeface="Times New Roman"/>
              </a:rPr>
              <a:t>model. The </a:t>
            </a:r>
            <a:r>
              <a:rPr sz="1400" dirty="0">
                <a:latin typeface="Times New Roman"/>
                <a:cs typeface="Times New Roman"/>
              </a:rPr>
              <a:t>current voltage expressions are expressed as</a:t>
            </a:r>
            <a:r>
              <a:rPr sz="1400" spc="-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199" y="342441"/>
            <a:ext cx="8778949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819910" marR="5080" indent="-1800225">
              <a:lnSpc>
                <a:spcPct val="100000"/>
              </a:lnSpc>
              <a:spcBef>
                <a:spcPts val="95"/>
              </a:spcBef>
            </a:pPr>
            <a:r>
              <a:rPr sz="3600" spc="-5" dirty="0"/>
              <a:t>CIRCUIT ANALYSIS OF A GENERAL  OSCILLATOR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FCC22-0D34-4F27-8F30-4869AA329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498" y="2105449"/>
            <a:ext cx="3475664" cy="32070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DD8BFB3-888C-433A-891C-35C7C681EF48}"/>
                  </a:ext>
                </a:extLst>
              </p14:cNvPr>
              <p14:cNvContentPartPr/>
              <p14:nvPr/>
            </p14:nvContentPartPr>
            <p14:xfrm>
              <a:off x="921960" y="1257480"/>
              <a:ext cx="7296120" cy="4335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DD8BFB3-888C-433A-891C-35C7C681EF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600" y="1248120"/>
                <a:ext cx="7314840" cy="435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E358DA-CADC-46BB-9422-DAE309B502E2}"/>
                  </a:ext>
                </a:extLst>
              </p14:cNvPr>
              <p14:cNvContentPartPr/>
              <p14:nvPr/>
            </p14:nvContentPartPr>
            <p14:xfrm>
              <a:off x="801360" y="1670760"/>
              <a:ext cx="11136600" cy="4605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E358DA-CADC-46BB-9422-DAE309B502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000" y="1661400"/>
                <a:ext cx="11155320" cy="46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7058CC2-13CE-4B77-9D4F-932CA4C7DA11}"/>
                  </a:ext>
                </a:extLst>
              </p14:cNvPr>
              <p14:cNvContentPartPr/>
              <p14:nvPr/>
            </p14:nvContentPartPr>
            <p14:xfrm>
              <a:off x="93240" y="163800"/>
              <a:ext cx="11045160" cy="6002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7058CC2-13CE-4B77-9D4F-932CA4C7DA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880" y="154440"/>
                <a:ext cx="11063880" cy="602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4483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361" y="212620"/>
            <a:ext cx="8331834" cy="1243289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CIRCUIT ANALYSIS OF A GENERAL</a:t>
            </a:r>
            <a:r>
              <a:rPr sz="4000" spc="70" dirty="0"/>
              <a:t> </a:t>
            </a:r>
            <a:r>
              <a:rPr sz="4000" spc="-5" dirty="0"/>
              <a:t>OSCILLATOR: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6D1205-A351-4944-B1AE-BE39EDC1AEA9}"/>
                  </a:ext>
                </a:extLst>
              </p14:cNvPr>
              <p14:cNvContentPartPr/>
              <p14:nvPr/>
            </p14:nvContentPartPr>
            <p14:xfrm>
              <a:off x="965160" y="1487880"/>
              <a:ext cx="10986840" cy="5148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6D1205-A351-4944-B1AE-BE39EDC1AE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5800" y="1478520"/>
                <a:ext cx="11005560" cy="51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CB91B2-3A29-4D4A-8AFD-38185CCF0103}"/>
                  </a:ext>
                </a:extLst>
              </p14:cNvPr>
              <p14:cNvContentPartPr/>
              <p14:nvPr/>
            </p14:nvContentPartPr>
            <p14:xfrm>
              <a:off x="0" y="118440"/>
              <a:ext cx="11991960" cy="6307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CB91B2-3A29-4D4A-8AFD-38185CCF01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360" y="109080"/>
                <a:ext cx="12010680" cy="63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4CE2951-6715-4EBF-9A70-AFA6D230F240}"/>
                  </a:ext>
                </a:extLst>
              </p14:cNvPr>
              <p14:cNvContentPartPr/>
              <p14:nvPr/>
            </p14:nvContentPartPr>
            <p14:xfrm>
              <a:off x="10498320" y="4820040"/>
              <a:ext cx="1000080" cy="169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4CE2951-6715-4EBF-9A70-AFA6D230F2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88960" y="4810680"/>
                <a:ext cx="10188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DD7F89-CB46-476F-84CE-9F196AD1B5A2}"/>
                  </a:ext>
                </a:extLst>
              </p14:cNvPr>
              <p14:cNvContentPartPr/>
              <p14:nvPr/>
            </p14:nvContentPartPr>
            <p14:xfrm>
              <a:off x="8146800" y="3518280"/>
              <a:ext cx="3535920" cy="2402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DD7F89-CB46-476F-84CE-9F196AD1B5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37440" y="3508920"/>
                <a:ext cx="3554640" cy="242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7738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4477" y="166213"/>
            <a:ext cx="7003923" cy="1243289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812925" marR="5080" indent="-180022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CIRCUIT ANALYSIS OF A GENERAL  OSCILLATOR: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C3EEB0-A46D-4173-B47C-51D1A10F5CEC}"/>
                  </a:ext>
                </a:extLst>
              </p14:cNvPr>
              <p14:cNvContentPartPr/>
              <p14:nvPr/>
            </p14:nvContentPartPr>
            <p14:xfrm>
              <a:off x="1522800" y="1515960"/>
              <a:ext cx="8983080" cy="3927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C3EEB0-A46D-4173-B47C-51D1A10F5C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3440" y="1506600"/>
                <a:ext cx="9001800" cy="39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9F137B3-FB41-4734-8A65-52F15D607FC0}"/>
                  </a:ext>
                </a:extLst>
              </p14:cNvPr>
              <p14:cNvContentPartPr/>
              <p14:nvPr/>
            </p14:nvContentPartPr>
            <p14:xfrm>
              <a:off x="6867000" y="4667040"/>
              <a:ext cx="2772360" cy="665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9F137B3-FB41-4734-8A65-52F15D607F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57640" y="4657680"/>
                <a:ext cx="279108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225209-21D7-428F-B4C0-9513041FB16E}"/>
                  </a:ext>
                </a:extLst>
              </p14:cNvPr>
              <p14:cNvContentPartPr/>
              <p14:nvPr/>
            </p14:nvContentPartPr>
            <p14:xfrm>
              <a:off x="6195240" y="3817440"/>
              <a:ext cx="3517920" cy="1598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225209-21D7-428F-B4C0-9513041FB1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85880" y="3808080"/>
                <a:ext cx="3536640" cy="161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1160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344707"/>
            <a:ext cx="10515600" cy="13664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858010" marR="5080" indent="-180022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CIRCUIT ANALYSIS OF A GENERAL  OSCILLATOR: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563E1DC-8CFB-4205-B255-DDF1CE219230}"/>
                  </a:ext>
                </a:extLst>
              </p14:cNvPr>
              <p14:cNvContentPartPr/>
              <p14:nvPr/>
            </p14:nvContentPartPr>
            <p14:xfrm>
              <a:off x="2190600" y="1793160"/>
              <a:ext cx="8745120" cy="5030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563E1DC-8CFB-4205-B255-DDF1CE2192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1240" y="1783800"/>
                <a:ext cx="8763840" cy="50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6C404C3-F5DE-42E2-8DBD-9DC862E9DA4E}"/>
                  </a:ext>
                </a:extLst>
              </p14:cNvPr>
              <p14:cNvContentPartPr/>
              <p14:nvPr/>
            </p14:nvContentPartPr>
            <p14:xfrm>
              <a:off x="911160" y="2562120"/>
              <a:ext cx="9969840" cy="3943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6C404C3-F5DE-42E2-8DBD-9DC862E9DA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1800" y="2552760"/>
                <a:ext cx="9988560" cy="396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4030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1089" y="260349"/>
            <a:ext cx="390652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Colpitts</a:t>
            </a:r>
            <a:r>
              <a:rPr sz="4000" spc="-55" dirty="0"/>
              <a:t> </a:t>
            </a:r>
            <a:r>
              <a:rPr sz="4000" spc="-5" dirty="0"/>
              <a:t>Oscillator:</a:t>
            </a:r>
            <a:endParaRPr sz="4000"/>
          </a:p>
        </p:txBody>
      </p:sp>
      <p:pic>
        <p:nvPicPr>
          <p:cNvPr id="2050" name="Picture 2" descr="Image result for colpitts oscillator circuit diagram">
            <a:extLst>
              <a:ext uri="{FF2B5EF4-FFF2-40B4-BE49-F238E27FC236}">
                <a16:creationId xmlns:a16="http://schemas.microsoft.com/office/drawing/2014/main" id="{FDC2BD58-4302-49D9-A48D-DF6253178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219" y="782992"/>
            <a:ext cx="3700906" cy="311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9B9E8E-CD27-4865-8051-6C8E9A4EC9C2}"/>
                  </a:ext>
                </a:extLst>
              </p14:cNvPr>
              <p14:cNvContentPartPr/>
              <p14:nvPr/>
            </p14:nvContentPartPr>
            <p14:xfrm>
              <a:off x="10091160" y="1648800"/>
              <a:ext cx="1194480" cy="2036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9B9E8E-CD27-4865-8051-6C8E9A4EC9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1800" y="1639440"/>
                <a:ext cx="1213200" cy="20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CEC52F-F248-45A2-A3C3-684B6FD246B6}"/>
                  </a:ext>
                </a:extLst>
              </p14:cNvPr>
              <p14:cNvContentPartPr/>
              <p14:nvPr/>
            </p14:nvContentPartPr>
            <p14:xfrm>
              <a:off x="318240" y="560160"/>
              <a:ext cx="11342880" cy="524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CEC52F-F248-45A2-A3C3-684B6FD246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880" y="550800"/>
                <a:ext cx="11361600" cy="52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34B25C-7CA1-4B77-9524-78D395A173AE}"/>
                  </a:ext>
                </a:extLst>
              </p14:cNvPr>
              <p14:cNvContentPartPr/>
              <p14:nvPr/>
            </p14:nvContentPartPr>
            <p14:xfrm>
              <a:off x="320400" y="546840"/>
              <a:ext cx="10009800" cy="281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34B25C-7CA1-4B77-9524-78D395A173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1040" y="537480"/>
                <a:ext cx="10028520" cy="28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70CA93-DC9E-43C8-8D60-ED4A77FD8999}"/>
                  </a:ext>
                </a:extLst>
              </p14:cNvPr>
              <p14:cNvContentPartPr/>
              <p14:nvPr/>
            </p14:nvContentPartPr>
            <p14:xfrm>
              <a:off x="5392440" y="3490560"/>
              <a:ext cx="3891240" cy="2462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70CA93-DC9E-43C8-8D60-ED4A77FD89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83080" y="3481200"/>
                <a:ext cx="3909960" cy="248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7456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1089" y="298449"/>
            <a:ext cx="390652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Colpitts</a:t>
            </a:r>
            <a:r>
              <a:rPr sz="4000" spc="-55" dirty="0"/>
              <a:t> </a:t>
            </a:r>
            <a:r>
              <a:rPr sz="4000" spc="-5" dirty="0"/>
              <a:t>Oscillator:</a:t>
            </a:r>
            <a:endParaRPr sz="40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900379-ED15-43A2-9E20-FD0BF624B760}"/>
                  </a:ext>
                </a:extLst>
              </p14:cNvPr>
              <p14:cNvContentPartPr/>
              <p14:nvPr/>
            </p14:nvContentPartPr>
            <p14:xfrm>
              <a:off x="117720" y="1160280"/>
              <a:ext cx="11691000" cy="5388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900379-ED15-43A2-9E20-FD0BF624B7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360" y="1150920"/>
                <a:ext cx="11709720" cy="540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9960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85666" y="298449"/>
            <a:ext cx="382016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Hartley</a:t>
            </a:r>
            <a:r>
              <a:rPr sz="4000" spc="-25" dirty="0"/>
              <a:t> </a:t>
            </a:r>
            <a:r>
              <a:rPr sz="4000" spc="-5" dirty="0"/>
              <a:t>Oscillator:</a:t>
            </a:r>
            <a:endParaRPr sz="4000"/>
          </a:p>
        </p:txBody>
      </p:sp>
      <p:pic>
        <p:nvPicPr>
          <p:cNvPr id="1026" name="Picture 2" descr="Image result for hartley oscillator">
            <a:extLst>
              <a:ext uri="{FF2B5EF4-FFF2-40B4-BE49-F238E27FC236}">
                <a16:creationId xmlns:a16="http://schemas.microsoft.com/office/drawing/2014/main" id="{AE9B8732-9102-4103-ACA9-3663B18E1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442" y="1023162"/>
            <a:ext cx="4922431" cy="415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FAF143-E0AB-4FDA-9A98-C927DCAC568F}"/>
                  </a:ext>
                </a:extLst>
              </p14:cNvPr>
              <p14:cNvContentPartPr/>
              <p14:nvPr/>
            </p14:nvContentPartPr>
            <p14:xfrm>
              <a:off x="7066440" y="1051560"/>
              <a:ext cx="4445640" cy="4220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FAF143-E0AB-4FDA-9A98-C927DCAC56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57080" y="1042200"/>
                <a:ext cx="4464360" cy="42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A9E137-1D20-4312-B804-E5A2DD953333}"/>
                  </a:ext>
                </a:extLst>
              </p14:cNvPr>
              <p14:cNvContentPartPr/>
              <p14:nvPr/>
            </p14:nvContentPartPr>
            <p14:xfrm>
              <a:off x="872280" y="491400"/>
              <a:ext cx="10012680" cy="5557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A9E137-1D20-4312-B804-E5A2DD9533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2920" y="482040"/>
                <a:ext cx="10031400" cy="55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0374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85666" y="260349"/>
            <a:ext cx="382016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Hartley</a:t>
            </a:r>
            <a:r>
              <a:rPr sz="4000" spc="-25" dirty="0"/>
              <a:t> </a:t>
            </a:r>
            <a:r>
              <a:rPr sz="4000" spc="-5" dirty="0"/>
              <a:t>Oscillator:</a:t>
            </a:r>
            <a:endParaRPr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CE5BE3-7DC1-4BAF-A03D-46E4D08E9F4B}"/>
                  </a:ext>
                </a:extLst>
              </p14:cNvPr>
              <p14:cNvContentPartPr/>
              <p14:nvPr/>
            </p14:nvContentPartPr>
            <p14:xfrm>
              <a:off x="1042920" y="1002600"/>
              <a:ext cx="9447840" cy="5520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CE5BE3-7DC1-4BAF-A03D-46E4D08E9F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3560" y="993240"/>
                <a:ext cx="9466560" cy="553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0447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453C404-C29F-4AAD-A6BC-138987138793}"/>
                  </a:ext>
                </a:extLst>
              </p14:cNvPr>
              <p14:cNvContentPartPr/>
              <p14:nvPr/>
            </p14:nvContentPartPr>
            <p14:xfrm>
              <a:off x="1779840" y="929160"/>
              <a:ext cx="10412280" cy="5520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453C404-C29F-4AAD-A6BC-1389871387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0480" y="919800"/>
                <a:ext cx="10431000" cy="55396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object 2">
            <a:extLst>
              <a:ext uri="{FF2B5EF4-FFF2-40B4-BE49-F238E27FC236}">
                <a16:creationId xmlns:a16="http://schemas.microsoft.com/office/drawing/2014/main" id="{8FE41BFF-C4E1-47AA-8B98-F68E5CEB48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85666" y="260349"/>
            <a:ext cx="382016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Hartley</a:t>
            </a:r>
            <a:r>
              <a:rPr sz="4000" spc="-25" dirty="0"/>
              <a:t> </a:t>
            </a:r>
            <a:r>
              <a:rPr sz="4000" spc="-5" dirty="0"/>
              <a:t>Oscillator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712431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B6E63A-3ED4-4574-B3BC-1A030C4169B7}"/>
                  </a:ext>
                </a:extLst>
              </p14:cNvPr>
              <p14:cNvContentPartPr/>
              <p14:nvPr/>
            </p14:nvContentPartPr>
            <p14:xfrm>
              <a:off x="1010520" y="1507320"/>
              <a:ext cx="11105280" cy="4075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B6E63A-3ED4-4574-B3BC-1A030C4169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1160" y="1497960"/>
                <a:ext cx="11124000" cy="409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5373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3CC324-279E-4802-9B77-33A4D545D771}"/>
                  </a:ext>
                </a:extLst>
              </p14:cNvPr>
              <p14:cNvContentPartPr/>
              <p14:nvPr/>
            </p14:nvContentPartPr>
            <p14:xfrm>
              <a:off x="573840" y="833040"/>
              <a:ext cx="11349720" cy="5083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3CC324-279E-4802-9B77-33A4D545D7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480" y="823680"/>
                <a:ext cx="11368440" cy="51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698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D1E036-E35F-405F-99BE-A3244584EC21}"/>
                  </a:ext>
                </a:extLst>
              </p14:cNvPr>
              <p14:cNvContentPartPr/>
              <p14:nvPr/>
            </p14:nvContentPartPr>
            <p14:xfrm>
              <a:off x="814320" y="585360"/>
              <a:ext cx="10593720" cy="433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D1E036-E35F-405F-99BE-A3244584EC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4960" y="576000"/>
                <a:ext cx="10612440" cy="435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928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C Phase Shift Oscillator : Circuit using BJT, Frequency and Applications">
            <a:extLst>
              <a:ext uri="{FF2B5EF4-FFF2-40B4-BE49-F238E27FC236}">
                <a16:creationId xmlns:a16="http://schemas.microsoft.com/office/drawing/2014/main" id="{443FD20E-18B8-42F2-A7C0-5453D2AB1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963" y="1461069"/>
            <a:ext cx="4399996" cy="393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4054E8ED-03E2-4C18-97B6-CEB486F3C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85665" y="263981"/>
            <a:ext cx="5319841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4000" spc="-5" dirty="0"/>
              <a:t>R-C Phase Shift</a:t>
            </a:r>
            <a:r>
              <a:rPr sz="4000" spc="-25" dirty="0"/>
              <a:t> </a:t>
            </a:r>
            <a:r>
              <a:rPr sz="4000" spc="-5" dirty="0"/>
              <a:t>Oscillator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260545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03B6CC-532A-44B7-80B9-F6EAB23AC9A4}"/>
                  </a:ext>
                </a:extLst>
              </p14:cNvPr>
              <p14:cNvContentPartPr/>
              <p14:nvPr/>
            </p14:nvContentPartPr>
            <p14:xfrm>
              <a:off x="1397880" y="381960"/>
              <a:ext cx="9870840" cy="640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03B6CC-532A-44B7-80B9-F6EAB23AC9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8520" y="372600"/>
                <a:ext cx="9889560" cy="64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6B5CCAC-91B5-447B-BBAC-CDEEBB358E4C}"/>
              </a:ext>
            </a:extLst>
          </p:cNvPr>
          <p:cNvGrpSpPr/>
          <p:nvPr/>
        </p:nvGrpSpPr>
        <p:grpSpPr>
          <a:xfrm>
            <a:off x="8822018" y="2525057"/>
            <a:ext cx="145080" cy="322200"/>
            <a:chOff x="8822018" y="2525057"/>
            <a:chExt cx="14508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57D4E9E-D940-4D7A-B580-41F0E816AED5}"/>
                    </a:ext>
                  </a:extLst>
                </p14:cNvPr>
                <p14:cNvContentPartPr/>
                <p14:nvPr/>
              </p14:nvContentPartPr>
              <p14:xfrm>
                <a:off x="8822018" y="2538017"/>
                <a:ext cx="60120" cy="309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57D4E9E-D940-4D7A-B580-41F0E816AE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13018" y="2529017"/>
                  <a:ext cx="777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383F7FA-47FF-43B3-9E25-04C1A8B6D989}"/>
                    </a:ext>
                  </a:extLst>
                </p14:cNvPr>
                <p14:cNvContentPartPr/>
                <p14:nvPr/>
              </p14:nvContentPartPr>
              <p14:xfrm>
                <a:off x="8859098" y="2525057"/>
                <a:ext cx="108000" cy="192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383F7FA-47FF-43B3-9E25-04C1A8B6D98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50458" y="2516057"/>
                  <a:ext cx="125640" cy="20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4893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D3261A-2095-465B-BA55-A6DB993CAFED}"/>
                  </a:ext>
                </a:extLst>
              </p14:cNvPr>
              <p14:cNvContentPartPr/>
              <p14:nvPr/>
            </p14:nvContentPartPr>
            <p14:xfrm>
              <a:off x="413280" y="289080"/>
              <a:ext cx="10998720" cy="5754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D3261A-2095-465B-BA55-A6DB993CAF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920" y="279720"/>
                <a:ext cx="11017440" cy="577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2464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BDEAC6-E9EC-4019-99A8-7922DA327D28}"/>
                  </a:ext>
                </a:extLst>
              </p14:cNvPr>
              <p14:cNvContentPartPr/>
              <p14:nvPr/>
            </p14:nvContentPartPr>
            <p14:xfrm>
              <a:off x="776880" y="193680"/>
              <a:ext cx="10564200" cy="630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BDEAC6-E9EC-4019-99A8-7922DA327D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7520" y="184320"/>
                <a:ext cx="10582920" cy="63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7932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48752D-B653-4661-978D-5F0E898E0A5C}"/>
                  </a:ext>
                </a:extLst>
              </p14:cNvPr>
              <p14:cNvContentPartPr/>
              <p14:nvPr/>
            </p14:nvContentPartPr>
            <p14:xfrm>
              <a:off x="1075320" y="84240"/>
              <a:ext cx="7986600" cy="408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48752D-B653-4661-978D-5F0E898E0A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5960" y="74880"/>
                <a:ext cx="8005320" cy="410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131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3AD28C-3951-4CCA-A559-02400494EC25}"/>
                  </a:ext>
                </a:extLst>
              </p14:cNvPr>
              <p14:cNvContentPartPr/>
              <p14:nvPr/>
            </p14:nvContentPartPr>
            <p14:xfrm>
              <a:off x="559440" y="253080"/>
              <a:ext cx="9180360" cy="547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3AD28C-3951-4CCA-A559-02400494EC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080" y="243720"/>
                <a:ext cx="9199080" cy="549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9517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0F7007-F132-4CAA-B169-D127C1899FE1}"/>
                  </a:ext>
                </a:extLst>
              </p14:cNvPr>
              <p14:cNvContentPartPr/>
              <p14:nvPr/>
            </p14:nvContentPartPr>
            <p14:xfrm>
              <a:off x="1076400" y="661680"/>
              <a:ext cx="10869480" cy="5827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0F7007-F132-4CAA-B169-D127C1899F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7040" y="652320"/>
                <a:ext cx="10888200" cy="584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8267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31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51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1B2664-7EA6-4A08-B1EF-BBE4C531AB86}">
  <ds:schemaRefs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0009126c-156c-4338-ac4f-ccd27535d971"/>
    <ds:schemaRef ds:uri="617f3f76-50ac-4696-9254-c233a7272d3d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8F33DC7-4C9A-4A9D-AE01-7683CC542DBC}"/>
</file>

<file path=customXml/itemProps3.xml><?xml version="1.0" encoding="utf-8"?>
<ds:datastoreItem xmlns:ds="http://schemas.openxmlformats.org/officeDocument/2006/customXml" ds:itemID="{3BA4D89D-26AC-478F-988A-0919B249D0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9915</TotalTime>
  <Words>1523</Words>
  <Application>Microsoft Office PowerPoint</Application>
  <PresentationFormat>Widescreen</PresentationFormat>
  <Paragraphs>132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Arial Narrow</vt:lpstr>
      <vt:lpstr>Calibri</vt:lpstr>
      <vt:lpstr>Calibri Light</vt:lpstr>
      <vt:lpstr>Rockwell</vt:lpstr>
      <vt:lpstr>Times New Roman</vt:lpstr>
      <vt:lpstr>Wingdings</vt:lpstr>
      <vt:lpstr>Office Theme</vt:lpstr>
      <vt:lpstr>EC-101 Basics of Electronics &amp; Communication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 between an amplifier and  an oscillator: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CIRCUIT ANALYSIS OF A GENERAL  OSCILLATOR</vt:lpstr>
      <vt:lpstr>CIRCUIT ANALYSIS OF A GENERAL OSCILLATOR:</vt:lpstr>
      <vt:lpstr>CIRCUIT ANALYSIS OF A GENERAL  OSCILLATOR:</vt:lpstr>
      <vt:lpstr>CIRCUIT ANALYSIS OF A GENERAL  OSCILLATOR:</vt:lpstr>
      <vt:lpstr>Colpitts Oscillator:</vt:lpstr>
      <vt:lpstr>Colpitts Oscillator:</vt:lpstr>
      <vt:lpstr>Hartley Oscillator:</vt:lpstr>
      <vt:lpstr>Hartley Oscillator:</vt:lpstr>
      <vt:lpstr>Hartley Oscillator</vt:lpstr>
      <vt:lpstr>PowerPoint Presentation</vt:lpstr>
      <vt:lpstr>PowerPoint Presentation</vt:lpstr>
      <vt:lpstr>PowerPoint Presentation</vt:lpstr>
      <vt:lpstr>R-C Phase Shift Oscillator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EC-518 Advanced Instrumentation System</dc:title>
  <dc:creator>Ece Mesra 4</dc:creator>
  <cp:lastModifiedBy>Priyank Saxena</cp:lastModifiedBy>
  <cp:revision>312</cp:revision>
  <dcterms:created xsi:type="dcterms:W3CDTF">2020-10-13T05:04:11Z</dcterms:created>
  <dcterms:modified xsi:type="dcterms:W3CDTF">2022-03-10T08:57:52Z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